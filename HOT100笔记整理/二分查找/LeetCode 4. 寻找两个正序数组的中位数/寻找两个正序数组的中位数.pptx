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58" r:id="rId2"/>
    <p:sldId id="359" r:id="rId3"/>
    <p:sldId id="360" r:id="rId4"/>
    <p:sldId id="361" r:id="rId5"/>
    <p:sldId id="362" r:id="rId6"/>
    <p:sldId id="363" r:id="rId7"/>
    <p:sldId id="364" r:id="rId8"/>
    <p:sldId id="3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EBE877-5AB1-4EAC-841A-BE787E217279}" v="741" dt="2026-05-05T11:41:26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5" autoAdjust="0"/>
  </p:normalViewPr>
  <p:slideViewPr>
    <p:cSldViewPr snapToGrid="0">
      <p:cViewPr>
        <p:scale>
          <a:sx n="200" d="100"/>
          <a:sy n="200" d="100"/>
        </p:scale>
        <p:origin x="-1428" y="-9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5-05T11:41:26.734" v="14721" actId="207"/>
      <pc:docMkLst>
        <pc:docMk/>
      </pc:docMkLst>
      <pc:sldChg chg="addSp delSp modSp add mod ord">
        <pc:chgData name="昕 许" userId="a2975fcd840abfc3" providerId="LiveId" clId="{49CCD4F9-177C-4270-9A14-60236FF377E8}" dt="2026-05-01T10:59:30.712" v="11609" actId="1076"/>
        <pc:sldMkLst>
          <pc:docMk/>
          <pc:sldMk cId="1671019689" sldId="358"/>
        </pc:sldMkLst>
        <pc:spChg chg="add mod">
          <ac:chgData name="昕 许" userId="a2975fcd840abfc3" providerId="LiveId" clId="{49CCD4F9-177C-4270-9A14-60236FF377E8}" dt="2026-05-01T10:59:30.712" v="11609" actId="1076"/>
          <ac:spMkLst>
            <pc:docMk/>
            <pc:sldMk cId="1671019689" sldId="358"/>
            <ac:spMk id="2" creationId="{017EE9DF-BFAD-E09A-F7CB-4AD280319D91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8" creationId="{F7C14FE1-0BF2-6CB8-01FC-BAACDEF30026}"/>
          </ac:spMkLst>
        </pc:spChg>
        <pc:spChg chg="mod">
          <ac:chgData name="昕 许" userId="a2975fcd840abfc3" providerId="LiveId" clId="{49CCD4F9-177C-4270-9A14-60236FF377E8}" dt="2026-04-30T13:19:40.047" v="11396"/>
          <ac:spMkLst>
            <pc:docMk/>
            <pc:sldMk cId="1671019689" sldId="358"/>
            <ac:spMk id="9" creationId="{7C0AD0C2-11D1-CF83-1FFF-B05CE82DE40D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0" creationId="{2C18DD4C-38A6-CEE1-16C8-E0D13F0E54DF}"/>
          </ac:spMkLst>
        </pc:spChg>
        <pc:spChg chg="mod">
          <ac:chgData name="昕 许" userId="a2975fcd840abfc3" providerId="LiveId" clId="{49CCD4F9-177C-4270-9A14-60236FF377E8}" dt="2026-04-30T13:19:56.451" v="11402" actId="164"/>
          <ac:spMkLst>
            <pc:docMk/>
            <pc:sldMk cId="1671019689" sldId="358"/>
            <ac:spMk id="11" creationId="{7E71D419-5EA2-73AD-E3B3-721E715C82E2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13" creationId="{18ED470E-1554-6EAA-002D-CF83DD52FC86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6" creationId="{069FB7E6-CDCE-D92A-19E9-928C122003C9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7" creationId="{AC377E75-618A-5811-D644-860041E733FB}"/>
          </ac:spMkLst>
        </pc:spChg>
        <pc:spChg chg="add mod topLvl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28" creationId="{8666C1DF-8DE9-E045-5124-5216961A4271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0" creationId="{80FB5786-7E05-DA08-62BE-F6F2079D7DD7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31" creationId="{5C58903B-1296-62A9-0B6F-2B243D4AD34B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4" creationId="{C89A550D-F3EC-3764-8689-6B92EE396725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8" creationId="{0E1D7854-E5A6-0C9D-223B-CDA29784A7C8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49" creationId="{21C7B4E9-6F8C-B7AC-D2E6-F1FD265D8374}"/>
          </ac:spMkLst>
        </pc:spChg>
        <pc:spChg chg="mod">
          <ac:chgData name="昕 许" userId="a2975fcd840abfc3" providerId="LiveId" clId="{49CCD4F9-177C-4270-9A14-60236FF377E8}" dt="2026-04-30T13:33:26.273" v="11515" actId="165"/>
          <ac:spMkLst>
            <pc:docMk/>
            <pc:sldMk cId="1671019689" sldId="358"/>
            <ac:spMk id="52" creationId="{EA9BE367-2263-8798-3D8F-F391D5B9437C}"/>
          </ac:spMkLst>
        </pc:spChg>
        <pc:spChg chg="add mod">
          <ac:chgData name="昕 许" userId="a2975fcd840abfc3" providerId="LiveId" clId="{49CCD4F9-177C-4270-9A14-60236FF377E8}" dt="2026-04-30T13:27:41.748" v="11411" actId="20577"/>
          <ac:spMkLst>
            <pc:docMk/>
            <pc:sldMk cId="1671019689" sldId="358"/>
            <ac:spMk id="54" creationId="{C3216342-1650-F035-E56C-FCAB98270533}"/>
          </ac:spMkLst>
        </pc:spChg>
        <pc:spChg chg="add mod">
          <ac:chgData name="昕 许" userId="a2975fcd840abfc3" providerId="LiveId" clId="{49CCD4F9-177C-4270-9A14-60236FF377E8}" dt="2026-04-30T13:29:22.537" v="11476" actId="1076"/>
          <ac:spMkLst>
            <pc:docMk/>
            <pc:sldMk cId="1671019689" sldId="358"/>
            <ac:spMk id="55" creationId="{DEBB8493-D883-0D5A-362D-968EE2569C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58" creationId="{17E02EBB-9C5F-3C5B-0061-56EF500D71CC}"/>
          </ac:spMkLst>
        </pc:spChg>
        <pc:spChg chg="add mod">
          <ac:chgData name="昕 许" userId="a2975fcd840abfc3" providerId="LiveId" clId="{49CCD4F9-177C-4270-9A14-60236FF377E8}" dt="2026-04-30T13:29:30.144" v="11478" actId="1076"/>
          <ac:spMkLst>
            <pc:docMk/>
            <pc:sldMk cId="1671019689" sldId="358"/>
            <ac:spMk id="61" creationId="{800B6638-B5F3-CDEC-6873-14030015022A}"/>
          </ac:spMkLst>
        </pc:spChg>
        <pc:spChg chg="add mod">
          <ac:chgData name="昕 许" userId="a2975fcd840abfc3" providerId="LiveId" clId="{49CCD4F9-177C-4270-9A14-60236FF377E8}" dt="2026-04-30T13:29:35.661" v="11480" actId="1076"/>
          <ac:spMkLst>
            <pc:docMk/>
            <pc:sldMk cId="1671019689" sldId="358"/>
            <ac:spMk id="62" creationId="{BAD3E6FF-745B-DD08-4A1E-A77DE318C0D1}"/>
          </ac:spMkLst>
        </pc:spChg>
        <pc:spChg chg="add mod">
          <ac:chgData name="昕 许" userId="a2975fcd840abfc3" providerId="LiveId" clId="{49CCD4F9-177C-4270-9A14-60236FF377E8}" dt="2026-04-30T13:30:00.476" v="11484" actId="693"/>
          <ac:spMkLst>
            <pc:docMk/>
            <pc:sldMk cId="1671019689" sldId="358"/>
            <ac:spMk id="63" creationId="{9AE2DFBC-5FC4-6FD2-6661-315FC284315F}"/>
          </ac:spMkLst>
        </pc:spChg>
        <pc:spChg chg="mod topLvl">
          <ac:chgData name="昕 许" userId="a2975fcd840abfc3" providerId="LiveId" clId="{49CCD4F9-177C-4270-9A14-60236FF377E8}" dt="2026-04-30T13:33:05.064" v="11510" actId="1076"/>
          <ac:spMkLst>
            <pc:docMk/>
            <pc:sldMk cId="1671019689" sldId="358"/>
            <ac:spMk id="78" creationId="{D3B082E5-684D-3B0F-E5EF-284DF0DF1743}"/>
          </ac:spMkLst>
        </pc:spChg>
        <pc:spChg chg="add mod">
          <ac:chgData name="昕 许" userId="a2975fcd840abfc3" providerId="LiveId" clId="{49CCD4F9-177C-4270-9A14-60236FF377E8}" dt="2026-04-30T13:29:18.441" v="11475" actId="1076"/>
          <ac:spMkLst>
            <pc:docMk/>
            <pc:sldMk cId="1671019689" sldId="358"/>
            <ac:spMk id="79" creationId="{899E46FC-E153-9D04-8209-2D5FD9644545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1" creationId="{2E379F70-DD0D-2693-8DEB-0AF132B8669D}"/>
          </ac:spMkLst>
        </pc:spChg>
        <pc:spChg chg="mod">
          <ac:chgData name="昕 许" userId="a2975fcd840abfc3" providerId="LiveId" clId="{49CCD4F9-177C-4270-9A14-60236FF377E8}" dt="2026-04-30T13:33:10.167" v="11512" actId="165"/>
          <ac:spMkLst>
            <pc:docMk/>
            <pc:sldMk cId="1671019689" sldId="358"/>
            <ac:spMk id="132" creationId="{FE77B135-53E4-ADEE-50A0-D206652650A8}"/>
          </ac:spMkLst>
        </pc:spChg>
        <pc:spChg chg="mod">
          <ac:chgData name="昕 许" userId="a2975fcd840abfc3" providerId="LiveId" clId="{49CCD4F9-177C-4270-9A14-60236FF377E8}" dt="2026-04-30T13:34:00.018" v="11520"/>
          <ac:spMkLst>
            <pc:docMk/>
            <pc:sldMk cId="1671019689" sldId="358"/>
            <ac:spMk id="151" creationId="{B992C2C7-A88F-08D1-3D73-B2248783068C}"/>
          </ac:spMkLst>
        </pc:spChg>
        <pc:spChg chg="mod">
          <ac:chgData name="昕 许" userId="a2975fcd840abfc3" providerId="LiveId" clId="{49CCD4F9-177C-4270-9A14-60236FF377E8}" dt="2026-04-30T13:34:11.634" v="11522"/>
          <ac:spMkLst>
            <pc:docMk/>
            <pc:sldMk cId="1671019689" sldId="358"/>
            <ac:spMk id="154" creationId="{CDC70A2C-0382-2EAB-0C3D-FD5614797485}"/>
          </ac:spMkLst>
        </pc:spChg>
        <pc:spChg chg="add mod">
          <ac:chgData name="昕 许" userId="a2975fcd840abfc3" providerId="LiveId" clId="{49CCD4F9-177C-4270-9A14-60236FF377E8}" dt="2026-04-30T13:36:43.397" v="11530" actId="1076"/>
          <ac:spMkLst>
            <pc:docMk/>
            <pc:sldMk cId="1671019689" sldId="358"/>
            <ac:spMk id="158" creationId="{A2DE16D1-50B4-332A-4889-89149D149F8A}"/>
          </ac:spMkLst>
        </pc:spChg>
        <pc:spChg chg="mod">
          <ac:chgData name="昕 许" userId="a2975fcd840abfc3" providerId="LiveId" clId="{49CCD4F9-177C-4270-9A14-60236FF377E8}" dt="2026-04-30T13:37:48.916" v="11554" actId="14100"/>
          <ac:spMkLst>
            <pc:docMk/>
            <pc:sldMk cId="1671019689" sldId="358"/>
            <ac:spMk id="162" creationId="{C0AD7318-6251-33A1-5EEA-9DE39B470253}"/>
          </ac:spMkLst>
        </pc:spChg>
        <pc:spChg chg="add mod">
          <ac:chgData name="昕 许" userId="a2975fcd840abfc3" providerId="LiveId" clId="{49CCD4F9-177C-4270-9A14-60236FF377E8}" dt="2026-04-30T13:39:09.987" v="11556" actId="1076"/>
          <ac:spMkLst>
            <pc:docMk/>
            <pc:sldMk cId="1671019689" sldId="358"/>
            <ac:spMk id="184" creationId="{C27CF97B-4323-135D-7EAA-2BFC05482A38}"/>
          </ac:spMkLst>
        </pc:spChg>
        <pc:spChg chg="add mod">
          <ac:chgData name="昕 许" userId="a2975fcd840abfc3" providerId="LiveId" clId="{49CCD4F9-177C-4270-9A14-60236FF377E8}" dt="2026-04-30T13:39:15.829" v="11558" actId="1076"/>
          <ac:spMkLst>
            <pc:docMk/>
            <pc:sldMk cId="1671019689" sldId="358"/>
            <ac:spMk id="185" creationId="{5AC2C913-2ABE-0713-4F4A-15DE1F58BA2E}"/>
          </ac:spMkLst>
        </pc:spChg>
        <pc:spChg chg="add mod">
          <ac:chgData name="昕 许" userId="a2975fcd840abfc3" providerId="LiveId" clId="{49CCD4F9-177C-4270-9A14-60236FF377E8}" dt="2026-04-30T13:28:18.252" v="11443" actId="20577"/>
          <ac:spMkLst>
            <pc:docMk/>
            <pc:sldMk cId="1671019689" sldId="358"/>
            <ac:spMk id="269" creationId="{7FA35952-9169-5503-F283-BD3B25518BBE}"/>
          </ac:spMkLst>
        </pc:spChg>
        <pc:grpChg chg="add mod">
          <ac:chgData name="昕 许" userId="a2975fcd840abfc3" providerId="LiveId" clId="{49CCD4F9-177C-4270-9A14-60236FF377E8}" dt="2026-04-30T13:19:42.683" v="11397" actId="1076"/>
          <ac:grpSpMkLst>
            <pc:docMk/>
            <pc:sldMk cId="1671019689" sldId="358"/>
            <ac:grpSpMk id="6" creationId="{24607356-D595-4D59-8717-862C43282FBA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29" creationId="{75954BFF-687A-FDB1-7FC5-C7E3349D2E9A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47" creationId="{E3E098EA-FC28-0A00-FFB0-65B9923CA9DC}"/>
          </ac:grpSpMkLst>
        </pc:grpChg>
        <pc:grpChg chg="mod">
          <ac:chgData name="昕 许" userId="a2975fcd840abfc3" providerId="LiveId" clId="{49CCD4F9-177C-4270-9A14-60236FF377E8}" dt="2026-04-30T13:19:56.451" v="11402" actId="164"/>
          <ac:grpSpMkLst>
            <pc:docMk/>
            <pc:sldMk cId="1671019689" sldId="358"/>
            <ac:grpSpMk id="50" creationId="{3652C50E-7A9D-61A3-73E7-CCFBF67453D9}"/>
          </ac:grpSpMkLst>
        </pc:grpChg>
        <pc:grpChg chg="mod">
          <ac:chgData name="昕 许" userId="a2975fcd840abfc3" providerId="LiveId" clId="{49CCD4F9-177C-4270-9A14-60236FF377E8}" dt="2026-04-30T13:33:20.077" v="11514" actId="1076"/>
          <ac:grpSpMkLst>
            <pc:docMk/>
            <pc:sldMk cId="1671019689" sldId="358"/>
            <ac:grpSpMk id="116" creationId="{D6A6A725-3441-EDF1-3270-587E1A5A1C61}"/>
          </ac:grpSpMkLst>
        </pc:grpChg>
        <pc:grpChg chg="add mod">
          <ac:chgData name="昕 许" userId="a2975fcd840abfc3" providerId="LiveId" clId="{49CCD4F9-177C-4270-9A14-60236FF377E8}" dt="2026-04-30T13:34:03.811" v="11521" actId="1076"/>
          <ac:grpSpMkLst>
            <pc:docMk/>
            <pc:sldMk cId="1671019689" sldId="358"/>
            <ac:grpSpMk id="142" creationId="{27013DA9-9E5A-9A29-E73C-1E342C0AF8AD}"/>
          </ac:grpSpMkLst>
        </pc:grpChg>
        <pc:grpChg chg="add mod">
          <ac:chgData name="昕 许" userId="a2975fcd840abfc3" providerId="LiveId" clId="{49CCD4F9-177C-4270-9A14-60236FF377E8}" dt="2026-04-30T13:34:14.002" v="11523" actId="1076"/>
          <ac:grpSpMkLst>
            <pc:docMk/>
            <pc:sldMk cId="1671019689" sldId="358"/>
            <ac:grpSpMk id="152" creationId="{E5FB9DF7-ECAA-2C28-41FE-BC99F5ED9C23}"/>
          </ac:grpSpMkLst>
        </pc:grpChg>
        <pc:grpChg chg="add mod">
          <ac:chgData name="昕 许" userId="a2975fcd840abfc3" providerId="LiveId" clId="{49CCD4F9-177C-4270-9A14-60236FF377E8}" dt="2026-04-30T13:37:45.892" v="11552"/>
          <ac:grpSpMkLst>
            <pc:docMk/>
            <pc:sldMk cId="1671019689" sldId="358"/>
            <ac:grpSpMk id="159" creationId="{600C4CD3-C206-C1F5-2C29-03D2052B5022}"/>
          </ac:grpSpMkLst>
        </pc:grp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6" creationId="{34C5E03A-BAC9-B6EC-142C-925480762BAD}"/>
          </ac:picMkLst>
        </pc:picChg>
        <pc:picChg chg="add mod">
          <ac:chgData name="昕 许" userId="a2975fcd840abfc3" providerId="LiveId" clId="{49CCD4F9-177C-4270-9A14-60236FF377E8}" dt="2026-04-30T13:29:22.537" v="11476" actId="1076"/>
          <ac:picMkLst>
            <pc:docMk/>
            <pc:sldMk cId="1671019689" sldId="358"/>
            <ac:picMk id="57" creationId="{F0E00CFC-3FEA-6112-F230-E9D55B51FEE3}"/>
          </ac:picMkLst>
        </pc:picChg>
        <pc:cxnChg chg="add mod">
          <ac:chgData name="昕 许" userId="a2975fcd840abfc3" providerId="LiveId" clId="{49CCD4F9-177C-4270-9A14-60236FF377E8}" dt="2026-04-30T13:30:54.854" v="11497" actId="1076"/>
          <ac:cxnSpMkLst>
            <pc:docMk/>
            <pc:sldMk cId="1671019689" sldId="358"/>
            <ac:cxnSpMk id="59" creationId="{09266E40-9619-F0E2-380B-A028FAFBF240}"/>
          </ac:cxnSpMkLst>
        </pc:cxnChg>
        <pc:cxnChg chg="add mod">
          <ac:chgData name="昕 许" userId="a2975fcd840abfc3" providerId="LiveId" clId="{49CCD4F9-177C-4270-9A14-60236FF377E8}" dt="2026-04-30T13:30:57.933" v="11499" actId="1076"/>
          <ac:cxnSpMkLst>
            <pc:docMk/>
            <pc:sldMk cId="1671019689" sldId="358"/>
            <ac:cxnSpMk id="65" creationId="{3DFD5F8D-F941-08B0-5505-7F32521CFC76}"/>
          </ac:cxnSpMkLst>
        </pc:cxnChg>
        <pc:cxnChg chg="add mod">
          <ac:chgData name="昕 许" userId="a2975fcd840abfc3" providerId="LiveId" clId="{49CCD4F9-177C-4270-9A14-60236FF377E8}" dt="2026-04-30T13:32:23.440" v="11501" actId="1076"/>
          <ac:cxnSpMkLst>
            <pc:docMk/>
            <pc:sldMk cId="1671019689" sldId="358"/>
            <ac:cxnSpMk id="67" creationId="{FBFAAA1D-28EB-6ECC-4A91-69531F76E8C6}"/>
          </ac:cxnSpMkLst>
        </pc:cxnChg>
        <pc:cxnChg chg="add mod">
          <ac:chgData name="昕 许" userId="a2975fcd840abfc3" providerId="LiveId" clId="{49CCD4F9-177C-4270-9A14-60236FF377E8}" dt="2026-04-30T13:33:37.887" v="11519" actId="1076"/>
          <ac:cxnSpMkLst>
            <pc:docMk/>
            <pc:sldMk cId="1671019689" sldId="358"/>
            <ac:cxnSpMk id="134" creationId="{D9993A80-7F3A-B004-2D55-BC41AA289280}"/>
          </ac:cxnSpMkLst>
        </pc:cxnChg>
        <pc:cxnChg chg="mod">
          <ac:chgData name="昕 许" userId="a2975fcd840abfc3" providerId="LiveId" clId="{49CCD4F9-177C-4270-9A14-60236FF377E8}" dt="2026-04-30T13:34:00.018" v="11520"/>
          <ac:cxnSpMkLst>
            <pc:docMk/>
            <pc:sldMk cId="1671019689" sldId="358"/>
            <ac:cxnSpMk id="150" creationId="{2394D616-DC08-7820-244B-E681C1041052}"/>
          </ac:cxnSpMkLst>
        </pc:cxnChg>
        <pc:cxnChg chg="mod">
          <ac:chgData name="昕 许" userId="a2975fcd840abfc3" providerId="LiveId" clId="{49CCD4F9-177C-4270-9A14-60236FF377E8}" dt="2026-04-30T13:34:11.634" v="11522"/>
          <ac:cxnSpMkLst>
            <pc:docMk/>
            <pc:sldMk cId="1671019689" sldId="358"/>
            <ac:cxnSpMk id="153" creationId="{044A2344-DA70-D54C-272B-2417DB523282}"/>
          </ac:cxnSpMkLst>
        </pc:cxnChg>
        <pc:cxnChg chg="add mod">
          <ac:chgData name="昕 许" userId="a2975fcd840abfc3" providerId="LiveId" clId="{49CCD4F9-177C-4270-9A14-60236FF377E8}" dt="2026-04-30T13:34:30.209" v="11528" actId="1076"/>
          <ac:cxnSpMkLst>
            <pc:docMk/>
            <pc:sldMk cId="1671019689" sldId="358"/>
            <ac:cxnSpMk id="155" creationId="{44F9D69B-C320-2648-7410-BD61973317DB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0" creationId="{D4BEB32B-0E15-81B9-DA51-0F2C424BA0B9}"/>
          </ac:cxnSpMkLst>
        </pc:cxnChg>
        <pc:cxnChg chg="mod">
          <ac:chgData name="昕 许" userId="a2975fcd840abfc3" providerId="LiveId" clId="{49CCD4F9-177C-4270-9A14-60236FF377E8}" dt="2026-04-30T13:37:45.892" v="11552"/>
          <ac:cxnSpMkLst>
            <pc:docMk/>
            <pc:sldMk cId="1671019689" sldId="358"/>
            <ac:cxnSpMk id="161" creationId="{E8D3DA2C-1511-A8DE-AFE1-D03027EFFB73}"/>
          </ac:cxnSpMkLst>
        </pc:cxnChg>
      </pc:sldChg>
      <pc:sldChg chg="addSp delSp modSp add mod">
        <pc:chgData name="昕 许" userId="a2975fcd840abfc3" providerId="LiveId" clId="{49CCD4F9-177C-4270-9A14-60236FF377E8}" dt="2026-05-01T12:20:57.225" v="12280" actId="1076"/>
        <pc:sldMkLst>
          <pc:docMk/>
          <pc:sldMk cId="2143576003" sldId="359"/>
        </pc:sldMkLst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4" creationId="{34379AC5-CC7F-5FB4-B6BE-285D80AE802C}"/>
          </ac:spMkLst>
        </pc:spChg>
        <pc:spChg chg="mod">
          <ac:chgData name="昕 许" userId="a2975fcd840abfc3" providerId="LiveId" clId="{49CCD4F9-177C-4270-9A14-60236FF377E8}" dt="2026-05-01T11:00:13.774" v="11612"/>
          <ac:spMkLst>
            <pc:docMk/>
            <pc:sldMk cId="2143576003" sldId="359"/>
            <ac:spMk id="5" creationId="{3D4592E2-223E-29FC-459F-54A36ED47687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2" creationId="{353FBF3F-297B-14CD-A6E0-A1A4F774D956}"/>
          </ac:spMkLst>
        </pc:spChg>
        <pc:spChg chg="mod">
          <ac:chgData name="昕 许" userId="a2975fcd840abfc3" providerId="LiveId" clId="{49CCD4F9-177C-4270-9A14-60236FF377E8}" dt="2026-05-01T11:00:23.108" v="11617" actId="20577"/>
          <ac:spMkLst>
            <pc:docMk/>
            <pc:sldMk cId="2143576003" sldId="359"/>
            <ac:spMk id="14" creationId="{87ECB9FC-ADD7-189F-299D-8A8FCB92B508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16" creationId="{C68F39DA-D05A-931D-397D-515839E1B79D}"/>
          </ac:spMkLst>
        </pc:spChg>
        <pc:spChg chg="mod">
          <ac:chgData name="昕 许" userId="a2975fcd840abfc3" providerId="LiveId" clId="{49CCD4F9-177C-4270-9A14-60236FF377E8}" dt="2026-05-01T11:00:39.987" v="11622" actId="20577"/>
          <ac:spMkLst>
            <pc:docMk/>
            <pc:sldMk cId="2143576003" sldId="359"/>
            <ac:spMk id="20" creationId="{33556FA6-B659-8FD6-31D9-9D2403AFC6F6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2" creationId="{DA5803F0-F0ED-C7C1-2F93-BA06BE26C0FA}"/>
          </ac:spMkLst>
        </pc:spChg>
        <pc:spChg chg="mod">
          <ac:chgData name="昕 许" userId="a2975fcd840abfc3" providerId="LiveId" clId="{49CCD4F9-177C-4270-9A14-60236FF377E8}" dt="2026-05-01T11:00:41.965" v="11624" actId="20577"/>
          <ac:spMkLst>
            <pc:docMk/>
            <pc:sldMk cId="2143576003" sldId="359"/>
            <ac:spMk id="23" creationId="{D3FF0F14-4AC8-8DDA-AE2F-E28F48117B1F}"/>
          </ac:spMkLst>
        </pc:spChg>
        <pc:spChg chg="add mod">
          <ac:chgData name="昕 许" userId="a2975fcd840abfc3" providerId="LiveId" clId="{49CCD4F9-177C-4270-9A14-60236FF377E8}" dt="2026-05-01T11:01:18.854" v="11639" actId="1076"/>
          <ac:spMkLst>
            <pc:docMk/>
            <pc:sldMk cId="2143576003" sldId="359"/>
            <ac:spMk id="24" creationId="{1C91057C-651D-9474-262D-697885AA0BFD}"/>
          </ac:spMkLst>
        </pc:spChg>
        <pc:spChg chg="mod">
          <ac:chgData name="昕 许" userId="a2975fcd840abfc3" providerId="LiveId" clId="{49CCD4F9-177C-4270-9A14-60236FF377E8}" dt="2026-05-01T11:01:08.901" v="11633" actId="20577"/>
          <ac:spMkLst>
            <pc:docMk/>
            <pc:sldMk cId="2143576003" sldId="359"/>
            <ac:spMk id="33" creationId="{EACFE8B9-D172-650F-6080-007C1BFF770E}"/>
          </ac:spMkLst>
        </pc:spChg>
        <pc:spChg chg="mod">
          <ac:chgData name="昕 许" userId="a2975fcd840abfc3" providerId="LiveId" clId="{49CCD4F9-177C-4270-9A14-60236FF377E8}" dt="2026-05-01T11:01:12.216" v="11634" actId="1076"/>
          <ac:spMkLst>
            <pc:docMk/>
            <pc:sldMk cId="2143576003" sldId="359"/>
            <ac:spMk id="34" creationId="{2F42C672-B451-0C5F-4662-3FC93E15E713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7" creationId="{BA0203C8-F03B-9AF9-59AE-F01C61B7661E}"/>
          </ac:spMkLst>
        </pc:spChg>
        <pc:spChg chg="mod">
          <ac:chgData name="昕 许" userId="a2975fcd840abfc3" providerId="LiveId" clId="{49CCD4F9-177C-4270-9A14-60236FF377E8}" dt="2026-05-01T11:01:15.911" v="11638" actId="20577"/>
          <ac:spMkLst>
            <pc:docMk/>
            <pc:sldMk cId="2143576003" sldId="359"/>
            <ac:spMk id="38" creationId="{5EE076F4-3B80-C6D7-0B29-E2BCE0785110}"/>
          </ac:spMkLst>
        </pc:spChg>
        <pc:spChg chg="add mod">
          <ac:chgData name="昕 许" userId="a2975fcd840abfc3" providerId="LiveId" clId="{49CCD4F9-177C-4270-9A14-60236FF377E8}" dt="2026-05-01T11:01:51.019" v="11648" actId="14100"/>
          <ac:spMkLst>
            <pc:docMk/>
            <pc:sldMk cId="2143576003" sldId="359"/>
            <ac:spMk id="42" creationId="{432ED262-2BCD-B1E9-B066-111146607076}"/>
          </ac:spMkLst>
        </pc:spChg>
        <pc:spChg chg="add mod">
          <ac:chgData name="昕 许" userId="a2975fcd840abfc3" providerId="LiveId" clId="{49CCD4F9-177C-4270-9A14-60236FF377E8}" dt="2026-05-01T11:02:01.210" v="11653" actId="1076"/>
          <ac:spMkLst>
            <pc:docMk/>
            <pc:sldMk cId="2143576003" sldId="359"/>
            <ac:spMk id="43" creationId="{617D39B4-6A8D-80EC-4BD2-1837850CD4E8}"/>
          </ac:spMkLst>
        </pc:spChg>
        <pc:spChg chg="add mod">
          <ac:chgData name="昕 许" userId="a2975fcd840abfc3" providerId="LiveId" clId="{49CCD4F9-177C-4270-9A14-60236FF377E8}" dt="2026-05-01T11:02:18.428" v="11658" actId="14100"/>
          <ac:spMkLst>
            <pc:docMk/>
            <pc:sldMk cId="2143576003" sldId="359"/>
            <ac:spMk id="60" creationId="{E2F26F9C-6027-EC1D-B059-BEF01CF52609}"/>
          </ac:spMkLst>
        </pc:spChg>
        <pc:spChg chg="add mod">
          <ac:chgData name="昕 许" userId="a2975fcd840abfc3" providerId="LiveId" clId="{49CCD4F9-177C-4270-9A14-60236FF377E8}" dt="2026-05-01T11:02:12.678" v="11657" actId="1076"/>
          <ac:spMkLst>
            <pc:docMk/>
            <pc:sldMk cId="2143576003" sldId="359"/>
            <ac:spMk id="64" creationId="{AEA2106D-25A4-CB1A-588E-48B6AC263F21}"/>
          </ac:spMkLst>
        </pc:spChg>
        <pc:spChg chg="add mod">
          <ac:chgData name="昕 许" userId="a2975fcd840abfc3" providerId="LiveId" clId="{49CCD4F9-177C-4270-9A14-60236FF377E8}" dt="2026-05-01T12:20:50.821" v="12274" actId="1076"/>
          <ac:spMkLst>
            <pc:docMk/>
            <pc:sldMk cId="2143576003" sldId="359"/>
            <ac:spMk id="66" creationId="{38136CDE-DAEC-95C5-B8EB-C29E2F73586B}"/>
          </ac:spMkLst>
        </pc:spChg>
        <pc:spChg chg="add mod">
          <ac:chgData name="昕 许" userId="a2975fcd840abfc3" providerId="LiveId" clId="{49CCD4F9-177C-4270-9A14-60236FF377E8}" dt="2026-05-01T11:03:14.310" v="11677" actId="14100"/>
          <ac:spMkLst>
            <pc:docMk/>
            <pc:sldMk cId="2143576003" sldId="359"/>
            <ac:spMk id="68" creationId="{D5D0F630-0D92-C6D0-1146-9C3AB7B37DF6}"/>
          </ac:spMkLst>
        </pc:spChg>
        <pc:spChg chg="add mod">
          <ac:chgData name="昕 许" userId="a2975fcd840abfc3" providerId="LiveId" clId="{49CCD4F9-177C-4270-9A14-60236FF377E8}" dt="2026-05-01T12:20:57.225" v="12280" actId="1076"/>
          <ac:spMkLst>
            <pc:docMk/>
            <pc:sldMk cId="2143576003" sldId="359"/>
            <ac:spMk id="69" creationId="{EC80A313-4469-F8ED-5A91-CAE5A91E4206}"/>
          </ac:spMkLst>
        </pc:spChg>
        <pc:spChg chg="add mod">
          <ac:chgData name="昕 许" userId="a2975fcd840abfc3" providerId="LiveId" clId="{49CCD4F9-177C-4270-9A14-60236FF377E8}" dt="2026-05-01T11:07:24.030" v="11861" actId="1076"/>
          <ac:spMkLst>
            <pc:docMk/>
            <pc:sldMk cId="2143576003" sldId="359"/>
            <ac:spMk id="74" creationId="{5C258EBD-6F73-0E0E-8AEE-C7DAA9F7E9D6}"/>
          </ac:spMkLst>
        </pc:spChg>
        <pc:spChg chg="add mod">
          <ac:chgData name="昕 许" userId="a2975fcd840abfc3" providerId="LiveId" clId="{49CCD4F9-177C-4270-9A14-60236FF377E8}" dt="2026-05-01T11:07:40.527" v="11897" actId="1076"/>
          <ac:spMkLst>
            <pc:docMk/>
            <pc:sldMk cId="2143576003" sldId="359"/>
            <ac:spMk id="75" creationId="{BAED1F41-4FD8-51EA-3906-06B62C8637E2}"/>
          </ac:spMkLst>
        </pc:spChg>
        <pc:spChg chg="add mod">
          <ac:chgData name="昕 许" userId="a2975fcd840abfc3" providerId="LiveId" clId="{49CCD4F9-177C-4270-9A14-60236FF377E8}" dt="2026-05-01T11:08:16.434" v="11936" actId="1076"/>
          <ac:spMkLst>
            <pc:docMk/>
            <pc:sldMk cId="2143576003" sldId="359"/>
            <ac:spMk id="81" creationId="{D2F1A9BA-6F08-1037-6FDC-AD2708684A08}"/>
          </ac:spMkLst>
        </pc:s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" creationId="{C66D4FD5-0FC1-2149-9830-E0C2695576C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7" creationId="{0E210437-5979-9765-1B99-6DF6E78EF904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15" creationId="{9E6C068D-0A98-CD77-7759-4C8F059BBB0C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21" creationId="{4A7CA678-7AEC-A344-6560-08ECA952F3F5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2" creationId="{FAC0D32E-CD2C-D2FD-093A-25E1E4E87C32}"/>
          </ac:grpSpMkLst>
        </pc:grpChg>
        <pc:grpChg chg="add mod">
          <ac:chgData name="昕 许" userId="a2975fcd840abfc3" providerId="LiveId" clId="{49CCD4F9-177C-4270-9A14-60236FF377E8}" dt="2026-05-01T11:01:18.854" v="11639" actId="1076"/>
          <ac:grpSpMkLst>
            <pc:docMk/>
            <pc:sldMk cId="2143576003" sldId="359"/>
            <ac:grpSpMk id="36" creationId="{75789DC9-2F7C-B68E-9E40-7EFDC40A3AC4}"/>
          </ac:grpSpMkLst>
        </pc:grpChg>
        <pc:cxnChg chg="add mod">
          <ac:chgData name="昕 许" userId="a2975fcd840abfc3" providerId="LiveId" clId="{49CCD4F9-177C-4270-9A14-60236FF377E8}" dt="2026-05-01T11:01:36.149" v="11643" actId="1076"/>
          <ac:cxnSpMkLst>
            <pc:docMk/>
            <pc:sldMk cId="2143576003" sldId="359"/>
            <ac:cxnSpMk id="40" creationId="{663F78F3-7F04-B03C-AF58-231AE36D7339}"/>
          </ac:cxnSpMkLst>
        </pc:cxnChg>
        <pc:cxnChg chg="add mod">
          <ac:chgData name="昕 许" userId="a2975fcd840abfc3" providerId="LiveId" clId="{49CCD4F9-177C-4270-9A14-60236FF377E8}" dt="2026-05-01T11:02:06.360" v="11655" actId="1076"/>
          <ac:cxnSpMkLst>
            <pc:docMk/>
            <pc:sldMk cId="2143576003" sldId="359"/>
            <ac:cxnSpMk id="53" creationId="{D99E4D05-1080-7FB6-14F4-4ED04DD6BFE8}"/>
          </ac:cxnSpMkLst>
        </pc:cxnChg>
        <pc:cxnChg chg="add mod">
          <ac:chgData name="昕 许" userId="a2975fcd840abfc3" providerId="LiveId" clId="{49CCD4F9-177C-4270-9A14-60236FF377E8}" dt="2026-05-01T11:03:37.386" v="11688" actId="1038"/>
          <ac:cxnSpMkLst>
            <pc:docMk/>
            <pc:sldMk cId="2143576003" sldId="359"/>
            <ac:cxnSpMk id="70" creationId="{3BB61FAA-4EB6-169F-400F-32B6AABE5858}"/>
          </ac:cxnSpMkLst>
        </pc:cxnChg>
        <pc:cxnChg chg="add mod">
          <ac:chgData name="昕 许" userId="a2975fcd840abfc3" providerId="LiveId" clId="{49CCD4F9-177C-4270-9A14-60236FF377E8}" dt="2026-05-01T11:07:56.086" v="11901" actId="14100"/>
          <ac:cxnSpMkLst>
            <pc:docMk/>
            <pc:sldMk cId="2143576003" sldId="359"/>
            <ac:cxnSpMk id="76" creationId="{B114A4E0-FE07-8C7D-36AB-EEF460A82C91}"/>
          </ac:cxnSpMkLst>
        </pc:cxnChg>
      </pc:sldChg>
      <pc:sldChg chg="addSp delSp modSp add mod">
        <pc:chgData name="昕 许" userId="a2975fcd840abfc3" providerId="LiveId" clId="{49CCD4F9-177C-4270-9A14-60236FF377E8}" dt="2026-05-01T12:11:57.221" v="12162" actId="208"/>
        <pc:sldMkLst>
          <pc:docMk/>
          <pc:sldMk cId="808934095" sldId="360"/>
        </pc:sldMkLst>
        <pc:spChg chg="mod">
          <ac:chgData name="昕 许" userId="a2975fcd840abfc3" providerId="LiveId" clId="{49CCD4F9-177C-4270-9A14-60236FF377E8}" dt="2026-05-01T12:11:23.320" v="12153" actId="207"/>
          <ac:spMkLst>
            <pc:docMk/>
            <pc:sldMk cId="808934095" sldId="360"/>
            <ac:spMk id="8" creationId="{D93CFA71-FD3C-21CC-200B-43D52F848697}"/>
          </ac:spMkLst>
        </pc:spChg>
        <pc:spChg chg="mod">
          <ac:chgData name="昕 许" userId="a2975fcd840abfc3" providerId="LiveId" clId="{49CCD4F9-177C-4270-9A14-60236FF377E8}" dt="2026-05-01T12:11:38.159" v="12157" actId="207"/>
          <ac:spMkLst>
            <pc:docMk/>
            <pc:sldMk cId="808934095" sldId="360"/>
            <ac:spMk id="11" creationId="{730BE015-EFB7-0E75-45B5-8B68AFF11652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17" creationId="{A9E3FD68-7F44-5D6B-9009-E894088600B1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19" creationId="{914B0064-D1EE-5CDE-C340-C43C812824E5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5" creationId="{3F330002-ECEE-A2D5-8E6B-619E88D257BD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6" creationId="{27FA846C-2723-33E8-0D87-AB18366B8C64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7" creationId="{E7255E61-2AE4-F134-C32D-6D6DE3025030}"/>
          </ac:spMkLst>
        </pc:spChg>
        <pc:spChg chg="add mod">
          <ac:chgData name="昕 许" userId="a2975fcd840abfc3" providerId="LiveId" clId="{49CCD4F9-177C-4270-9A14-60236FF377E8}" dt="2026-05-01T11:10:57.841" v="12057" actId="1036"/>
          <ac:spMkLst>
            <pc:docMk/>
            <pc:sldMk cId="808934095" sldId="360"/>
            <ac:spMk id="28" creationId="{2ABC5651-246C-23B8-9AEF-90F06001F329}"/>
          </ac:spMkLst>
        </pc:spChg>
        <pc:spChg chg="mod">
          <ac:chgData name="昕 许" userId="a2975fcd840abfc3" providerId="LiveId" clId="{49CCD4F9-177C-4270-9A14-60236FF377E8}" dt="2026-05-01T12:11:52.900" v="12161" actId="207"/>
          <ac:spMkLst>
            <pc:docMk/>
            <pc:sldMk cId="808934095" sldId="360"/>
            <ac:spMk id="35" creationId="{87F95377-E142-3925-EA80-A1D793C46B91}"/>
          </ac:spMkLst>
        </pc:spChg>
        <pc:spChg chg="mod">
          <ac:chgData name="昕 许" userId="a2975fcd840abfc3" providerId="LiveId" clId="{49CCD4F9-177C-4270-9A14-60236FF377E8}" dt="2026-05-01T12:11:45.926" v="12159" actId="207"/>
          <ac:spMkLst>
            <pc:docMk/>
            <pc:sldMk cId="808934095" sldId="360"/>
            <ac:spMk id="44" creationId="{4E76CA0B-37EC-6C31-B302-6377D50F8E98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0" creationId="{B80ADED4-067D-C76C-4696-172DD697E211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4" creationId="{BEF2394A-1C24-D51F-C4F9-23940A284104}"/>
          </ac:spMkLst>
        </pc:spChg>
        <pc:spChg chg="mod">
          <ac:chgData name="昕 许" userId="a2975fcd840abfc3" providerId="LiveId" clId="{49CCD4F9-177C-4270-9A14-60236FF377E8}" dt="2026-05-01T11:05:44.495" v="11740" actId="1076"/>
          <ac:spMkLst>
            <pc:docMk/>
            <pc:sldMk cId="808934095" sldId="360"/>
            <ac:spMk id="66" creationId="{C369F4C5-7957-B67E-419D-B13C6ADBA39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8" creationId="{FE8F7347-E23B-846F-6AFD-0413348E280F}"/>
          </ac:spMkLst>
        </pc:spChg>
        <pc:spChg chg="mod">
          <ac:chgData name="昕 许" userId="a2975fcd840abfc3" providerId="LiveId" clId="{49CCD4F9-177C-4270-9A14-60236FF377E8}" dt="2026-05-01T11:04:37.453" v="11717" actId="164"/>
          <ac:spMkLst>
            <pc:docMk/>
            <pc:sldMk cId="808934095" sldId="360"/>
            <ac:spMk id="69" creationId="{A2476A0A-6B4C-980F-5BD3-D48E6274502B}"/>
          </ac:spMkLst>
        </pc:spChg>
        <pc:spChg chg="add mod">
          <ac:chgData name="昕 许" userId="a2975fcd840abfc3" providerId="LiveId" clId="{49CCD4F9-177C-4270-9A14-60236FF377E8}" dt="2026-05-01T11:12:31.168" v="12152" actId="20577"/>
          <ac:spMkLst>
            <pc:docMk/>
            <pc:sldMk cId="808934095" sldId="360"/>
            <ac:spMk id="76" creationId="{6D1E6401-01DF-7742-FDB8-637D74A93B73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7" creationId="{8A62CB36-DA57-50EB-778C-45E411CF112A}"/>
          </ac:spMkLst>
        </pc:spChg>
        <pc:spChg chg="add mod">
          <ac:chgData name="昕 许" userId="a2975fcd840abfc3" providerId="LiveId" clId="{49CCD4F9-177C-4270-9A14-60236FF377E8}" dt="2026-05-01T11:10:55.166" v="12049" actId="1036"/>
          <ac:spMkLst>
            <pc:docMk/>
            <pc:sldMk cId="808934095" sldId="360"/>
            <ac:spMk id="78" creationId="{1D28AAE1-DD6E-3269-E0A8-A238F7A8CD8F}"/>
          </ac:spMkLst>
        </pc:spChg>
        <pc:spChg chg="add mod">
          <ac:chgData name="昕 许" userId="a2975fcd840abfc3" providerId="LiveId" clId="{49CCD4F9-177C-4270-9A14-60236FF377E8}" dt="2026-05-01T11:12:03.908" v="12139"/>
          <ac:spMkLst>
            <pc:docMk/>
            <pc:sldMk cId="808934095" sldId="360"/>
            <ac:spMk id="83" creationId="{25E8B4D8-73A6-BC6C-C22B-627D2F72E821}"/>
          </ac:spMkLst>
        </pc:spChg>
        <pc:spChg chg="add mod">
          <ac:chgData name="昕 许" userId="a2975fcd840abfc3" providerId="LiveId" clId="{49CCD4F9-177C-4270-9A14-60236FF377E8}" dt="2026-05-01T11:12:06.117" v="12140"/>
          <ac:spMkLst>
            <pc:docMk/>
            <pc:sldMk cId="808934095" sldId="360"/>
            <ac:spMk id="84" creationId="{8FCA4CA0-DA1C-1B0B-91E6-EFCA44E6E500}"/>
          </ac:spMkLst>
        </pc:s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2" creationId="{BF141D8C-4CBD-BB23-F1F6-C5EBBFD7FBA1}"/>
          </ac:grpSpMkLst>
        </pc:grpChg>
        <pc:grpChg chg="add mod">
          <ac:chgData name="昕 许" userId="a2975fcd840abfc3" providerId="LiveId" clId="{49CCD4F9-177C-4270-9A14-60236FF377E8}" dt="2026-05-01T11:04:37.453" v="11717" actId="164"/>
          <ac:grpSpMkLst>
            <pc:docMk/>
            <pc:sldMk cId="808934095" sldId="360"/>
            <ac:grpSpMk id="9" creationId="{0F0838E1-99FB-90D9-4898-9708C1E2ADF5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0" creationId="{4935980B-777E-C759-0E68-75938E18146E}"/>
          </ac:grpSpMkLst>
        </pc:grpChg>
        <pc:grpChg chg="add mod">
          <ac:chgData name="昕 许" userId="a2975fcd840abfc3" providerId="LiveId" clId="{49CCD4F9-177C-4270-9A14-60236FF377E8}" dt="2026-05-01T11:10:57.841" v="12057" actId="1036"/>
          <ac:grpSpMkLst>
            <pc:docMk/>
            <pc:sldMk cId="808934095" sldId="360"/>
            <ac:grpSpMk id="39" creationId="{6BB498A6-0AEB-12D9-EE11-40EB1E811A59}"/>
          </ac:grpSpMkLst>
        </pc:grpChg>
        <pc:cxnChg chg="mod">
          <ac:chgData name="昕 许" userId="a2975fcd840abfc3" providerId="LiveId" clId="{49CCD4F9-177C-4270-9A14-60236FF377E8}" dt="2026-05-01T12:11:30.074" v="12154" actId="208"/>
          <ac:cxnSpMkLst>
            <pc:docMk/>
            <pc:sldMk cId="808934095" sldId="360"/>
            <ac:cxnSpMk id="6" creationId="{4E1BD825-E777-59FE-A3F6-FEC786FE644A}"/>
          </ac:cxnSpMkLst>
        </pc:cxnChg>
        <pc:cxnChg chg="mod">
          <ac:chgData name="昕 许" userId="a2975fcd840abfc3" providerId="LiveId" clId="{49CCD4F9-177C-4270-9A14-60236FF377E8}" dt="2026-05-01T12:11:43.273" v="12158" actId="208"/>
          <ac:cxnSpMkLst>
            <pc:docMk/>
            <pc:sldMk cId="808934095" sldId="360"/>
            <ac:cxnSpMk id="10" creationId="{6D26227F-00B7-1B2B-1D5F-BF395317FCCB}"/>
          </ac:cxnSpMkLst>
        </pc:cxnChg>
        <pc:cxnChg chg="add mod">
          <ac:chgData name="昕 许" userId="a2975fcd840abfc3" providerId="LiveId" clId="{49CCD4F9-177C-4270-9A14-60236FF377E8}" dt="2026-05-01T11:11:09.174" v="12060" actId="14100"/>
          <ac:cxnSpMkLst>
            <pc:docMk/>
            <pc:sldMk cId="808934095" sldId="360"/>
            <ac:cxnSpMk id="13" creationId="{E1AAF292-5C8F-400F-CF7F-CB2C683B425D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29" creationId="{5DA51CE8-49BC-AA5E-C915-6AC8FAB1EA64}"/>
          </ac:cxnSpMkLst>
        </pc:cxnChg>
        <pc:cxnChg chg="mod">
          <ac:chgData name="昕 许" userId="a2975fcd840abfc3" providerId="LiveId" clId="{49CCD4F9-177C-4270-9A14-60236FF377E8}" dt="2026-05-01T12:11:57.221" v="12162" actId="208"/>
          <ac:cxnSpMkLst>
            <pc:docMk/>
            <pc:sldMk cId="808934095" sldId="360"/>
            <ac:cxnSpMk id="31" creationId="{EC008765-1F86-6D36-71C8-A4EAD03D0FCD}"/>
          </ac:cxnSpMkLst>
        </pc:cxnChg>
        <pc:cxnChg chg="mod">
          <ac:chgData name="昕 许" userId="a2975fcd840abfc3" providerId="LiveId" clId="{49CCD4F9-177C-4270-9A14-60236FF377E8}" dt="2026-05-01T12:11:49.803" v="12160" actId="208"/>
          <ac:cxnSpMkLst>
            <pc:docMk/>
            <pc:sldMk cId="808934095" sldId="360"/>
            <ac:cxnSpMk id="41" creationId="{140316D8-0C02-6415-E7BD-A5648075B019}"/>
          </ac:cxnSpMkLst>
        </pc:cxnChg>
        <pc:cxnChg chg="mod">
          <ac:chgData name="昕 许" userId="a2975fcd840abfc3" providerId="LiveId" clId="{49CCD4F9-177C-4270-9A14-60236FF377E8}" dt="2026-05-01T11:04:36.303" v="11716" actId="164"/>
          <ac:cxnSpMkLst>
            <pc:docMk/>
            <pc:sldMk cId="808934095" sldId="360"/>
            <ac:cxnSpMk id="70" creationId="{FA2CCDCF-81D9-2C23-ED42-5C207237DFD3}"/>
          </ac:cxnSpMkLst>
        </pc:cxnChg>
        <pc:cxnChg chg="add mod">
          <ac:chgData name="昕 许" userId="a2975fcd840abfc3" providerId="LiveId" clId="{49CCD4F9-177C-4270-9A14-60236FF377E8}" dt="2026-05-01T11:10:57.841" v="12057" actId="1036"/>
          <ac:cxnSpMkLst>
            <pc:docMk/>
            <pc:sldMk cId="808934095" sldId="360"/>
            <ac:cxnSpMk id="75" creationId="{79D54DF8-D2F3-0A15-AF19-396270E1DA4A}"/>
          </ac:cxnSpMkLst>
        </pc:cxnChg>
      </pc:sldChg>
      <pc:sldChg chg="addSp delSp modSp add mod">
        <pc:chgData name="昕 许" userId="a2975fcd840abfc3" providerId="LiveId" clId="{49CCD4F9-177C-4270-9A14-60236FF377E8}" dt="2026-05-01T12:18:08.395" v="12269" actId="1076"/>
        <pc:sldMkLst>
          <pc:docMk/>
          <pc:sldMk cId="3462558827" sldId="361"/>
        </pc:sldMkLst>
        <pc:spChg chg="mod">
          <ac:chgData name="昕 许" userId="a2975fcd840abfc3" providerId="LiveId" clId="{49CCD4F9-177C-4270-9A14-60236FF377E8}" dt="2026-05-01T12:13:36.972" v="12166" actId="20577"/>
          <ac:spMkLst>
            <pc:docMk/>
            <pc:sldMk cId="3462558827" sldId="361"/>
            <ac:spMk id="4" creationId="{C3FFAB98-1041-57A1-48F3-F269C761619C}"/>
          </ac:spMkLst>
        </pc:spChg>
        <pc:spChg chg="mod">
          <ac:chgData name="昕 许" userId="a2975fcd840abfc3" providerId="LiveId" clId="{49CCD4F9-177C-4270-9A14-60236FF377E8}" dt="2026-05-01T12:13:39.051" v="12167" actId="1076"/>
          <ac:spMkLst>
            <pc:docMk/>
            <pc:sldMk cId="3462558827" sldId="361"/>
            <ac:spMk id="5" creationId="{7F87E351-7D63-2746-54F8-8771420CBF12}"/>
          </ac:spMkLst>
        </pc:spChg>
        <pc:spChg chg="mod">
          <ac:chgData name="昕 许" userId="a2975fcd840abfc3" providerId="LiveId" clId="{49CCD4F9-177C-4270-9A14-60236FF377E8}" dt="2026-05-01T12:13:41.623" v="12169"/>
          <ac:spMkLst>
            <pc:docMk/>
            <pc:sldMk cId="3462558827" sldId="361"/>
            <ac:spMk id="40" creationId="{BE7DE193-1391-24B0-A754-86D0FD9E9A4E}"/>
          </ac:spMkLst>
        </pc:spChg>
        <pc:spChg chg="mod">
          <ac:chgData name="昕 许" userId="a2975fcd840abfc3" providerId="LiveId" clId="{49CCD4F9-177C-4270-9A14-60236FF377E8}" dt="2026-05-01T12:15:07.261" v="12173" actId="20577"/>
          <ac:spMkLst>
            <pc:docMk/>
            <pc:sldMk cId="3462558827" sldId="361"/>
            <ac:spMk id="42" creationId="{1A8F3662-1A0B-25E5-95F6-73D2E15EAF7E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5" creationId="{99EF0F8E-EA19-C501-7791-F406174E2464}"/>
          </ac:spMkLst>
        </pc:spChg>
        <pc:spChg chg="mod">
          <ac:chgData name="昕 许" userId="a2975fcd840abfc3" providerId="LiveId" clId="{49CCD4F9-177C-4270-9A14-60236FF377E8}" dt="2026-05-01T12:15:08.953" v="12174" actId="20577"/>
          <ac:spMkLst>
            <pc:docMk/>
            <pc:sldMk cId="3462558827" sldId="361"/>
            <ac:spMk id="46" creationId="{AF296AC8-8F18-A79C-F10C-6212F3E3CEC2}"/>
          </ac:spMkLst>
        </pc:spChg>
        <pc:spChg chg="mod">
          <ac:chgData name="昕 许" userId="a2975fcd840abfc3" providerId="LiveId" clId="{49CCD4F9-177C-4270-9A14-60236FF377E8}" dt="2026-05-01T12:13:49.188" v="12171"/>
          <ac:spMkLst>
            <pc:docMk/>
            <pc:sldMk cId="3462558827" sldId="361"/>
            <ac:spMk id="48" creationId="{084A7EAC-67EB-BA45-7BF2-4659E7DE17BF}"/>
          </ac:spMkLst>
        </pc:spChg>
        <pc:spChg chg="mod">
          <ac:chgData name="昕 许" userId="a2975fcd840abfc3" providerId="LiveId" clId="{49CCD4F9-177C-4270-9A14-60236FF377E8}" dt="2026-05-01T12:15:10.552" v="12175" actId="20577"/>
          <ac:spMkLst>
            <pc:docMk/>
            <pc:sldMk cId="3462558827" sldId="361"/>
            <ac:spMk id="49" creationId="{CE372A67-7A7F-5457-5219-35A975362C24}"/>
          </ac:spMkLst>
        </pc:spChg>
        <pc:spChg chg="mod">
          <ac:chgData name="昕 许" userId="a2975fcd840abfc3" providerId="LiveId" clId="{49CCD4F9-177C-4270-9A14-60236FF377E8}" dt="2026-05-01T12:15:11.890" v="12176"/>
          <ac:spMkLst>
            <pc:docMk/>
            <pc:sldMk cId="3462558827" sldId="361"/>
            <ac:spMk id="51" creationId="{6A92A542-348B-B0C2-47D3-A221A5753726}"/>
          </ac:spMkLst>
        </pc:spChg>
        <pc:spChg chg="mod">
          <ac:chgData name="昕 许" userId="a2975fcd840abfc3" providerId="LiveId" clId="{49CCD4F9-177C-4270-9A14-60236FF377E8}" dt="2026-05-01T12:15:16.181" v="12178" actId="20577"/>
          <ac:spMkLst>
            <pc:docMk/>
            <pc:sldMk cId="3462558827" sldId="361"/>
            <ac:spMk id="52" creationId="{68E8C64A-2D74-A96C-87EE-FF0E114A3D90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4" creationId="{7AC81318-29F4-E86E-D635-4E60A4668741}"/>
          </ac:spMkLst>
        </pc:spChg>
        <pc:spChg chg="mod">
          <ac:chgData name="昕 许" userId="a2975fcd840abfc3" providerId="LiveId" clId="{49CCD4F9-177C-4270-9A14-60236FF377E8}" dt="2026-05-01T12:15:20.309" v="12181" actId="20577"/>
          <ac:spMkLst>
            <pc:docMk/>
            <pc:sldMk cId="3462558827" sldId="361"/>
            <ac:spMk id="55" creationId="{301509A9-83DF-6276-B8CC-D32A42E90394}"/>
          </ac:spMkLst>
        </pc:spChg>
        <pc:spChg chg="add mod">
          <ac:chgData name="昕 许" userId="a2975fcd840abfc3" providerId="LiveId" clId="{49CCD4F9-177C-4270-9A14-60236FF377E8}" dt="2026-05-01T12:16:21.295" v="12210" actId="1076"/>
          <ac:spMkLst>
            <pc:docMk/>
            <pc:sldMk cId="3462558827" sldId="361"/>
            <ac:spMk id="56" creationId="{80A031DB-ADBD-F063-5568-7F27D9D95BCB}"/>
          </ac:spMkLst>
        </pc:spChg>
        <pc:spChg chg="add mod">
          <ac:chgData name="昕 许" userId="a2975fcd840abfc3" providerId="LiveId" clId="{49CCD4F9-177C-4270-9A14-60236FF377E8}" dt="2026-05-01T12:16:04.500" v="12203" actId="14100"/>
          <ac:spMkLst>
            <pc:docMk/>
            <pc:sldMk cId="3462558827" sldId="361"/>
            <ac:spMk id="58" creationId="{59741513-3245-E166-6C0B-64720E383CD0}"/>
          </ac:spMkLst>
        </pc:spChg>
        <pc:spChg chg="add mod">
          <ac:chgData name="昕 许" userId="a2975fcd840abfc3" providerId="LiveId" clId="{49CCD4F9-177C-4270-9A14-60236FF377E8}" dt="2026-05-01T12:16:14.218" v="12206" actId="14100"/>
          <ac:spMkLst>
            <pc:docMk/>
            <pc:sldMk cId="3462558827" sldId="361"/>
            <ac:spMk id="59" creationId="{03B2FB6D-A697-2C7E-F4AC-285DF0AB17E8}"/>
          </ac:spMkLst>
        </pc:spChg>
        <pc:spChg chg="add mod">
          <ac:chgData name="昕 许" userId="a2975fcd840abfc3" providerId="LiveId" clId="{49CCD4F9-177C-4270-9A14-60236FF377E8}" dt="2026-05-01T12:16:30.792" v="12229" actId="1076"/>
          <ac:spMkLst>
            <pc:docMk/>
            <pc:sldMk cId="3462558827" sldId="361"/>
            <ac:spMk id="61" creationId="{85A4F66C-692B-373E-98A3-2EE9AACD1029}"/>
          </ac:spMkLst>
        </pc:spChg>
        <pc:spChg chg="add mod">
          <ac:chgData name="昕 许" userId="a2975fcd840abfc3" providerId="LiveId" clId="{49CCD4F9-177C-4270-9A14-60236FF377E8}" dt="2026-05-01T12:16:41.774" v="12243" actId="20577"/>
          <ac:spMkLst>
            <pc:docMk/>
            <pc:sldMk cId="3462558827" sldId="361"/>
            <ac:spMk id="62" creationId="{B752ADD9-89CA-C16E-0B2C-C8CC2C20F0BE}"/>
          </ac:spMkLst>
        </pc:spChg>
        <pc:spChg chg="add mod">
          <ac:chgData name="昕 许" userId="a2975fcd840abfc3" providerId="LiveId" clId="{49CCD4F9-177C-4270-9A14-60236FF377E8}" dt="2026-05-01T12:17:15.859" v="12251" actId="14100"/>
          <ac:spMkLst>
            <pc:docMk/>
            <pc:sldMk cId="3462558827" sldId="361"/>
            <ac:spMk id="65" creationId="{4DEDE0C9-3DE0-630A-8FFF-E96D6CC02C4B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4" creationId="{B1584455-4324-F461-DD7B-0DA0496D7323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79" creationId="{D83D790C-2375-DE4A-7803-830086FB6D55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82" creationId="{4A5EC14C-39D5-4195-BA78-4139C533961B}"/>
          </ac:spMkLst>
        </pc:spChg>
        <pc:spChg chg="mod">
          <ac:chgData name="昕 许" userId="a2975fcd840abfc3" providerId="LiveId" clId="{49CCD4F9-177C-4270-9A14-60236FF377E8}" dt="2026-05-01T12:17:38.160" v="12257" actId="207"/>
          <ac:spMkLst>
            <pc:docMk/>
            <pc:sldMk cId="3462558827" sldId="361"/>
            <ac:spMk id="87" creationId="{7D3A2419-E72B-4F34-08C2-FDB5DC71B697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0" creationId="{EC1B9F5F-D29F-1CE9-1B4C-EA46447C001D}"/>
          </ac:spMkLst>
        </pc:spChg>
        <pc:spChg chg="mod">
          <ac:chgData name="昕 许" userId="a2975fcd840abfc3" providerId="LiveId" clId="{49CCD4F9-177C-4270-9A14-60236FF377E8}" dt="2026-05-01T12:17:17.508" v="12252"/>
          <ac:spMkLst>
            <pc:docMk/>
            <pc:sldMk cId="3462558827" sldId="361"/>
            <ac:spMk id="92" creationId="{68C82CEB-B8DD-5D72-2150-0DCFBAE8C3FE}"/>
          </ac:spMkLst>
        </pc:spChg>
        <pc:spChg chg="add mod">
          <ac:chgData name="昕 许" userId="a2975fcd840abfc3" providerId="LiveId" clId="{49CCD4F9-177C-4270-9A14-60236FF377E8}" dt="2026-05-01T12:17:27.801" v="12254" actId="20577"/>
          <ac:spMkLst>
            <pc:docMk/>
            <pc:sldMk cId="3462558827" sldId="361"/>
            <ac:spMk id="94" creationId="{D038BB45-67C0-7104-D6D5-DE9F9D14C3AC}"/>
          </ac:spMkLst>
        </pc:spChg>
        <pc:spChg chg="add mod">
          <ac:chgData name="昕 许" userId="a2975fcd840abfc3" providerId="LiveId" clId="{49CCD4F9-177C-4270-9A14-60236FF377E8}" dt="2026-05-01T12:17:42.201" v="12259" actId="14100"/>
          <ac:spMkLst>
            <pc:docMk/>
            <pc:sldMk cId="3462558827" sldId="361"/>
            <ac:spMk id="96" creationId="{EFA91221-4DDB-AFDD-F056-BDCFA6987498}"/>
          </ac:spMkLst>
        </pc:spChg>
        <pc:spChg chg="add mod">
          <ac:chgData name="昕 许" userId="a2975fcd840abfc3" providerId="LiveId" clId="{49CCD4F9-177C-4270-9A14-60236FF377E8}" dt="2026-05-01T12:17:44.438" v="12260" actId="14100"/>
          <ac:spMkLst>
            <pc:docMk/>
            <pc:sldMk cId="3462558827" sldId="361"/>
            <ac:spMk id="97" creationId="{3CB054F6-17E2-D205-4E33-3F6AB93C4D04}"/>
          </ac:spMkLst>
        </pc:spChg>
        <pc:spChg chg="mod">
          <ac:chgData name="昕 许" userId="a2975fcd840abfc3" providerId="LiveId" clId="{49CCD4F9-177C-4270-9A14-60236FF377E8}" dt="2026-05-01T12:17:56.138" v="12263" actId="20577"/>
          <ac:spMkLst>
            <pc:docMk/>
            <pc:sldMk cId="3462558827" sldId="361"/>
            <ac:spMk id="98" creationId="{3F492800-C1FD-55E6-767B-342F39314470}"/>
          </ac:spMkLst>
        </pc:spChg>
        <pc:spChg chg="add mod">
          <ac:chgData name="昕 许" userId="a2975fcd840abfc3" providerId="LiveId" clId="{49CCD4F9-177C-4270-9A14-60236FF377E8}" dt="2026-05-01T12:17:57.310" v="12264" actId="20577"/>
          <ac:spMkLst>
            <pc:docMk/>
            <pc:sldMk cId="3462558827" sldId="361"/>
            <ac:spMk id="99" creationId="{9896368C-8E51-8EBB-4DD9-F7025B261A52}"/>
          </ac:spMkLst>
        </pc:spChg>
        <pc:spChg chg="mod">
          <ac:chgData name="昕 许" userId="a2975fcd840abfc3" providerId="LiveId" clId="{49CCD4F9-177C-4270-9A14-60236FF377E8}" dt="2026-05-01T12:17:22.539" v="12253" actId="1076"/>
          <ac:spMkLst>
            <pc:docMk/>
            <pc:sldMk cId="3462558827" sldId="361"/>
            <ac:spMk id="101" creationId="{7F313933-7F0C-ABB2-F7FD-7341F11900DB}"/>
          </ac:spMkLst>
        </pc:spChg>
        <pc:grpChg chg="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" creationId="{7B55EE03-C182-A0F4-4B76-4B151DAE6505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38" creationId="{974B141E-2509-25FB-E3BD-0F757D8D85D0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3" creationId="{7B154009-76CF-C345-3574-508D70D09A23}"/>
          </ac:grpSpMkLst>
        </pc:grpChg>
        <pc:grpChg chg="add mod">
          <ac:chgData name="昕 许" userId="a2975fcd840abfc3" providerId="LiveId" clId="{49CCD4F9-177C-4270-9A14-60236FF377E8}" dt="2026-05-01T12:15:46.144" v="12197" actId="207"/>
          <ac:grpSpMkLst>
            <pc:docMk/>
            <pc:sldMk cId="3462558827" sldId="361"/>
            <ac:grpSpMk id="47" creationId="{7BEA06B9-DA66-9789-E0B8-3822B47EA395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0" creationId="{162BCDC0-1CC2-B8EE-5CDB-D3A72561E112}"/>
          </ac:grpSpMkLst>
        </pc:grpChg>
        <pc:grpChg chg="add mod">
          <ac:chgData name="昕 许" userId="a2975fcd840abfc3" providerId="LiveId" clId="{49CCD4F9-177C-4270-9A14-60236FF377E8}" dt="2026-05-01T12:15:50.851" v="12199" actId="207"/>
          <ac:grpSpMkLst>
            <pc:docMk/>
            <pc:sldMk cId="3462558827" sldId="361"/>
            <ac:grpSpMk id="53" creationId="{2D0ED8C4-379B-175B-7AC0-FA3FACDC337D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67" creationId="{4ADAB923-9D9D-27BC-110D-818C78CA2736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88" creationId="{1FBEB3FA-E03E-1FED-710C-2D3C1023D89B}"/>
          </ac:grpSpMkLst>
        </pc:grpChg>
        <pc:grpChg chg="mod">
          <ac:chgData name="昕 许" userId="a2975fcd840abfc3" providerId="LiveId" clId="{49CCD4F9-177C-4270-9A14-60236FF377E8}" dt="2026-05-01T12:17:22.539" v="12253" actId="1076"/>
          <ac:grpSpMkLst>
            <pc:docMk/>
            <pc:sldMk cId="3462558827" sldId="361"/>
            <ac:grpSpMk id="91" creationId="{FC048121-2F5D-2B16-1863-B4BD6C12FCE4}"/>
          </ac:grpSpMkLst>
        </pc:grpChg>
        <pc:picChg chg="add mod">
          <ac:chgData name="昕 许" userId="a2975fcd840abfc3" providerId="LiveId" clId="{49CCD4F9-177C-4270-9A14-60236FF377E8}" dt="2026-05-01T12:16:57.982" v="12247" actId="1076"/>
          <ac:picMkLst>
            <pc:docMk/>
            <pc:sldMk cId="3462558827" sldId="361"/>
            <ac:picMk id="63" creationId="{EC779979-D6DB-C784-E69E-FF2DE8CD5CD7}"/>
          </ac:picMkLst>
        </pc:picChg>
        <pc:picChg chg="add mod">
          <ac:chgData name="昕 许" userId="a2975fcd840abfc3" providerId="LiveId" clId="{49CCD4F9-177C-4270-9A14-60236FF377E8}" dt="2026-05-01T12:18:08.395" v="12269" actId="1076"/>
          <ac:picMkLst>
            <pc:docMk/>
            <pc:sldMk cId="3462558827" sldId="361"/>
            <ac:picMk id="102" creationId="{829B3067-AE42-6B86-01DB-3F7ECD156399}"/>
          </ac:picMkLst>
        </pc:picChg>
        <pc:cxnChg chg="add mod">
          <ac:chgData name="昕 许" userId="a2975fcd840abfc3" providerId="LiveId" clId="{49CCD4F9-177C-4270-9A14-60236FF377E8}" dt="2026-05-01T12:15:43.557" v="12196" actId="1076"/>
          <ac:cxnSpMkLst>
            <pc:docMk/>
            <pc:sldMk cId="3462558827" sldId="361"/>
            <ac:cxnSpMk id="57" creationId="{C08452AA-33EA-0609-3909-E67DEA707AEB}"/>
          </ac:cxnSpMkLst>
        </pc:cxnChg>
        <pc:cxnChg chg="mod">
          <ac:chgData name="昕 许" userId="a2975fcd840abfc3" providerId="LiveId" clId="{49CCD4F9-177C-4270-9A14-60236FF377E8}" dt="2026-05-01T12:17:35.992" v="12256" actId="1076"/>
          <ac:cxnSpMkLst>
            <pc:docMk/>
            <pc:sldMk cId="3462558827" sldId="361"/>
            <ac:cxnSpMk id="95" creationId="{0741794D-8376-1DB1-7F54-C99AFC4C0184}"/>
          </ac:cxnSpMkLst>
        </pc:cxnChg>
      </pc:sldChg>
      <pc:sldChg chg="addSp delSp modSp add mod">
        <pc:chgData name="昕 许" userId="a2975fcd840abfc3" providerId="LiveId" clId="{49CCD4F9-177C-4270-9A14-60236FF377E8}" dt="2026-05-05T11:24:39.919" v="14691" actId="207"/>
        <pc:sldMkLst>
          <pc:docMk/>
          <pc:sldMk cId="1011670407" sldId="362"/>
        </pc:sldMkLst>
        <pc:spChg chg="add mod">
          <ac:chgData name="昕 许" userId="a2975fcd840abfc3" providerId="LiveId" clId="{49CCD4F9-177C-4270-9A14-60236FF377E8}" dt="2026-05-05T05:45:25.666" v="13821" actId="1076"/>
          <ac:spMkLst>
            <pc:docMk/>
            <pc:sldMk cId="1011670407" sldId="362"/>
            <ac:spMk id="2" creationId="{21F313F3-4DEB-FD23-1659-182E804B1288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7" creationId="{ABEBA451-0E14-68D6-3B50-3E7246EAD59F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8" creationId="{FE9F0806-6D0B-D36F-0F2D-88E4C25E52CC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10" creationId="{6E07006A-46F2-733E-FF47-D74AF517755F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13" creationId="{324BA6F9-6D6C-70F0-9849-533695D219C5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14" creationId="{13B5316E-BD7B-ADDD-216E-E47324C9F6F1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16" creationId="{4AC85D6C-86C0-20D4-59D7-55D76274E902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19" creationId="{43271774-C2E4-C021-BB86-FB7C576EE555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22" creationId="{4667B637-BEDF-75AE-0F1D-91B5A73BA6CB}"/>
          </ac:spMkLst>
        </pc:spChg>
        <pc:spChg chg="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23" creationId="{C62C856E-FDF1-081B-8383-7D8A7028F5E3}"/>
          </ac:spMkLst>
        </pc:spChg>
        <pc:spChg chg="add mod">
          <ac:chgData name="昕 许" userId="a2975fcd840abfc3" providerId="LiveId" clId="{49CCD4F9-177C-4270-9A14-60236FF377E8}" dt="2026-05-05T05:29:20.605" v="13365"/>
          <ac:spMkLst>
            <pc:docMk/>
            <pc:sldMk cId="1011670407" sldId="362"/>
            <ac:spMk id="24" creationId="{7B674E13-E293-AF65-0D1A-A3ED3335EC9D}"/>
          </ac:spMkLst>
        </pc:spChg>
        <pc:spChg chg="mod">
          <ac:chgData name="昕 许" userId="a2975fcd840abfc3" providerId="LiveId" clId="{49CCD4F9-177C-4270-9A14-60236FF377E8}" dt="2026-05-05T05:29:54.230" v="13381" actId="20577"/>
          <ac:spMkLst>
            <pc:docMk/>
            <pc:sldMk cId="1011670407" sldId="362"/>
            <ac:spMk id="26" creationId="{A67A9A52-C8CF-3542-A5D6-0BE02E3E473D}"/>
          </ac:spMkLst>
        </pc:spChg>
        <pc:spChg chg="mod">
          <ac:chgData name="昕 许" userId="a2975fcd840abfc3" providerId="LiveId" clId="{49CCD4F9-177C-4270-9A14-60236FF377E8}" dt="2026-05-05T05:29:57.483" v="13382" actId="1076"/>
          <ac:spMkLst>
            <pc:docMk/>
            <pc:sldMk cId="1011670407" sldId="362"/>
            <ac:spMk id="27" creationId="{64C4B65C-D868-CED0-788C-5DCDAA6C4662}"/>
          </ac:spMkLst>
        </pc:spChg>
        <pc:spChg chg="mod">
          <ac:chgData name="昕 许" userId="a2975fcd840abfc3" providerId="LiveId" clId="{49CCD4F9-177C-4270-9A14-60236FF377E8}" dt="2026-05-05T05:29:59.269" v="13383"/>
          <ac:spMkLst>
            <pc:docMk/>
            <pc:sldMk cId="1011670407" sldId="362"/>
            <ac:spMk id="29" creationId="{A3F2E8DF-BF12-6674-D008-7DE4A35BAE83}"/>
          </ac:spMkLst>
        </pc:spChg>
        <pc:spChg chg="mod">
          <ac:chgData name="昕 许" userId="a2975fcd840abfc3" providerId="LiveId" clId="{49CCD4F9-177C-4270-9A14-60236FF377E8}" dt="2026-05-05T05:30:11.100" v="13386" actId="20577"/>
          <ac:spMkLst>
            <pc:docMk/>
            <pc:sldMk cId="1011670407" sldId="362"/>
            <ac:spMk id="30" creationId="{AABD939D-E082-FF42-159C-B845905B1278}"/>
          </ac:spMkLst>
        </pc:spChg>
        <pc:spChg chg="mod">
          <ac:chgData name="昕 许" userId="a2975fcd840abfc3" providerId="LiveId" clId="{49CCD4F9-177C-4270-9A14-60236FF377E8}" dt="2026-05-05T05:29:59.269" v="13383"/>
          <ac:spMkLst>
            <pc:docMk/>
            <pc:sldMk cId="1011670407" sldId="362"/>
            <ac:spMk id="33" creationId="{4299ACF6-AA0D-B150-6AB3-14D9C5B0D414}"/>
          </ac:spMkLst>
        </pc:spChg>
        <pc:spChg chg="mod">
          <ac:chgData name="昕 许" userId="a2975fcd840abfc3" providerId="LiveId" clId="{49CCD4F9-177C-4270-9A14-60236FF377E8}" dt="2026-05-05T05:30:15.566" v="13387" actId="20577"/>
          <ac:spMkLst>
            <pc:docMk/>
            <pc:sldMk cId="1011670407" sldId="362"/>
            <ac:spMk id="36" creationId="{D4446436-4EBD-D76A-A173-96B49E5356A1}"/>
          </ac:spMkLst>
        </pc:spChg>
        <pc:spChg chg="mod">
          <ac:chgData name="昕 许" userId="a2975fcd840abfc3" providerId="LiveId" clId="{49CCD4F9-177C-4270-9A14-60236FF377E8}" dt="2026-05-05T05:29:59.269" v="13383"/>
          <ac:spMkLst>
            <pc:docMk/>
            <pc:sldMk cId="1011670407" sldId="362"/>
            <ac:spMk id="39" creationId="{D99B8B8F-ECA4-792F-B185-EC667B200793}"/>
          </ac:spMkLst>
        </pc:spChg>
        <pc:spChg chg="mod">
          <ac:chgData name="昕 许" userId="a2975fcd840abfc3" providerId="LiveId" clId="{49CCD4F9-177C-4270-9A14-60236FF377E8}" dt="2026-05-05T05:30:17.155" v="13388" actId="20577"/>
          <ac:spMkLst>
            <pc:docMk/>
            <pc:sldMk cId="1011670407" sldId="362"/>
            <ac:spMk id="41" creationId="{76AA00C8-F24A-8D87-D8FF-6DF4539F438F}"/>
          </ac:spMkLst>
        </pc:spChg>
        <pc:spChg chg="mod">
          <ac:chgData name="昕 许" userId="a2975fcd840abfc3" providerId="LiveId" clId="{49CCD4F9-177C-4270-9A14-60236FF377E8}" dt="2026-05-05T05:29:25.745" v="13366" actId="20577"/>
          <ac:spMkLst>
            <pc:docMk/>
            <pc:sldMk cId="1011670407" sldId="362"/>
            <ac:spMk id="42" creationId="{F71382C5-04F6-92D9-48D4-583082943BE6}"/>
          </ac:spMkLst>
        </pc:spChg>
        <pc:spChg chg="mod">
          <ac:chgData name="昕 许" userId="a2975fcd840abfc3" providerId="LiveId" clId="{49CCD4F9-177C-4270-9A14-60236FF377E8}" dt="2026-05-05T05:29:28.288" v="13367" actId="20577"/>
          <ac:spMkLst>
            <pc:docMk/>
            <pc:sldMk cId="1011670407" sldId="362"/>
            <ac:spMk id="46" creationId="{D018C263-E906-49B3-89AE-2CAC3384FC3D}"/>
          </ac:spMkLst>
        </pc:spChg>
        <pc:spChg chg="mod">
          <ac:chgData name="昕 许" userId="a2975fcd840abfc3" providerId="LiveId" clId="{49CCD4F9-177C-4270-9A14-60236FF377E8}" dt="2026-05-05T05:29:30.235" v="13368" actId="20577"/>
          <ac:spMkLst>
            <pc:docMk/>
            <pc:sldMk cId="1011670407" sldId="362"/>
            <ac:spMk id="49" creationId="{DE494812-B295-463B-6089-F838A1C318AB}"/>
          </ac:spMkLst>
        </pc:spChg>
        <pc:spChg chg="mod">
          <ac:chgData name="昕 许" userId="a2975fcd840abfc3" providerId="LiveId" clId="{49CCD4F9-177C-4270-9A14-60236FF377E8}" dt="2026-05-05T05:29:33.966" v="13372" actId="20577"/>
          <ac:spMkLst>
            <pc:docMk/>
            <pc:sldMk cId="1011670407" sldId="362"/>
            <ac:spMk id="51" creationId="{AC6752FD-439C-2AB5-516F-B7628B62BA24}"/>
          </ac:spMkLst>
        </pc:spChg>
        <pc:spChg chg="mod">
          <ac:chgData name="昕 许" userId="a2975fcd840abfc3" providerId="LiveId" clId="{49CCD4F9-177C-4270-9A14-60236FF377E8}" dt="2026-05-05T05:29:37.744" v="13373" actId="1076"/>
          <ac:spMkLst>
            <pc:docMk/>
            <pc:sldMk cId="1011670407" sldId="362"/>
            <ac:spMk id="52" creationId="{F305C592-FB45-E6D1-991B-1FA14F0B7440}"/>
          </ac:spMkLst>
        </pc:spChg>
        <pc:spChg chg="mod">
          <ac:chgData name="昕 许" userId="a2975fcd840abfc3" providerId="LiveId" clId="{49CCD4F9-177C-4270-9A14-60236FF377E8}" dt="2026-05-05T05:29:45.275" v="13377" actId="20577"/>
          <ac:spMkLst>
            <pc:docMk/>
            <pc:sldMk cId="1011670407" sldId="362"/>
            <ac:spMk id="54" creationId="{C8EAC54A-7EAE-5410-CBD4-E095E8CFFADF}"/>
          </ac:spMkLst>
        </pc:spChg>
        <pc:spChg chg="mod">
          <ac:chgData name="昕 许" userId="a2975fcd840abfc3" providerId="LiveId" clId="{49CCD4F9-177C-4270-9A14-60236FF377E8}" dt="2026-05-05T05:29:51.592" v="13378" actId="1076"/>
          <ac:spMkLst>
            <pc:docMk/>
            <pc:sldMk cId="1011670407" sldId="362"/>
            <ac:spMk id="55" creationId="{F287FC4A-C51C-39F9-2C3E-7746D66D4631}"/>
          </ac:spMkLst>
        </pc:spChg>
        <pc:spChg chg="del">
          <ac:chgData name="昕 许" userId="a2975fcd840abfc3" providerId="LiveId" clId="{49CCD4F9-177C-4270-9A14-60236FF377E8}" dt="2026-05-05T05:28:31.857" v="13285" actId="478"/>
          <ac:spMkLst>
            <pc:docMk/>
            <pc:sldMk cId="1011670407" sldId="362"/>
            <ac:spMk id="56" creationId="{C307671D-D040-45FE-2030-DB9F6C744272}"/>
          </ac:spMkLst>
        </pc:spChg>
        <pc:spChg chg="del">
          <ac:chgData name="昕 许" userId="a2975fcd840abfc3" providerId="LiveId" clId="{49CCD4F9-177C-4270-9A14-60236FF377E8}" dt="2026-05-05T05:28:35.973" v="13289" actId="478"/>
          <ac:spMkLst>
            <pc:docMk/>
            <pc:sldMk cId="1011670407" sldId="362"/>
            <ac:spMk id="58" creationId="{1608C455-83FF-0C36-657D-BBD1E175B8F0}"/>
          </ac:spMkLst>
        </pc:spChg>
        <pc:spChg chg="del">
          <ac:chgData name="昕 许" userId="a2975fcd840abfc3" providerId="LiveId" clId="{49CCD4F9-177C-4270-9A14-60236FF377E8}" dt="2026-05-05T05:28:35.973" v="13289" actId="478"/>
          <ac:spMkLst>
            <pc:docMk/>
            <pc:sldMk cId="1011670407" sldId="362"/>
            <ac:spMk id="59" creationId="{B6E894BC-DCAB-3739-C609-36AEC8440B2F}"/>
          </ac:spMkLst>
        </pc:spChg>
        <pc:spChg chg="mod">
          <ac:chgData name="昕 许" userId="a2975fcd840abfc3" providerId="LiveId" clId="{49CCD4F9-177C-4270-9A14-60236FF377E8}" dt="2026-05-05T05:30:20.212" v="13389" actId="20577"/>
          <ac:spMkLst>
            <pc:docMk/>
            <pc:sldMk cId="1011670407" sldId="362"/>
            <ac:spMk id="60" creationId="{48463771-673B-01D7-03DD-DF3CFA82F681}"/>
          </ac:spMkLst>
        </pc:spChg>
        <pc:spChg chg="del">
          <ac:chgData name="昕 许" userId="a2975fcd840abfc3" providerId="LiveId" clId="{49CCD4F9-177C-4270-9A14-60236FF377E8}" dt="2026-05-05T05:28:35.973" v="13289" actId="478"/>
          <ac:spMkLst>
            <pc:docMk/>
            <pc:sldMk cId="1011670407" sldId="362"/>
            <ac:spMk id="61" creationId="{D0C69C56-E8E9-EBDE-07FD-1826AFBDA513}"/>
          </ac:spMkLst>
        </pc:spChg>
        <pc:spChg chg="del">
          <ac:chgData name="昕 许" userId="a2975fcd840abfc3" providerId="LiveId" clId="{49CCD4F9-177C-4270-9A14-60236FF377E8}" dt="2026-05-05T05:28:35.973" v="13289" actId="478"/>
          <ac:spMkLst>
            <pc:docMk/>
            <pc:sldMk cId="1011670407" sldId="362"/>
            <ac:spMk id="62" creationId="{2B262BBA-B278-680A-A603-8DAF74CF6A3A}"/>
          </ac:spMkLst>
        </pc:spChg>
        <pc:spChg chg="mod">
          <ac:chgData name="昕 许" userId="a2975fcd840abfc3" providerId="LiveId" clId="{49CCD4F9-177C-4270-9A14-60236FF377E8}" dt="2026-05-05T05:30:24.644" v="13391" actId="1076"/>
          <ac:spMkLst>
            <pc:docMk/>
            <pc:sldMk cId="1011670407" sldId="362"/>
            <ac:spMk id="64" creationId="{45820FFF-772F-0BD9-D63E-032C7CC66055}"/>
          </ac:spMkLst>
        </pc:spChg>
        <pc:spChg chg="del">
          <ac:chgData name="昕 许" userId="a2975fcd840abfc3" providerId="LiveId" clId="{49CCD4F9-177C-4270-9A14-60236FF377E8}" dt="2026-05-05T05:28:34.595" v="13288" actId="478"/>
          <ac:spMkLst>
            <pc:docMk/>
            <pc:sldMk cId="1011670407" sldId="362"/>
            <ac:spMk id="65" creationId="{2DAA32F7-49DA-0308-2095-B15352C22754}"/>
          </ac:spMkLst>
        </pc:spChg>
        <pc:spChg chg="mod">
          <ac:chgData name="昕 许" userId="a2975fcd840abfc3" providerId="LiveId" clId="{49CCD4F9-177C-4270-9A14-60236FF377E8}" dt="2026-05-05T05:30:21.863" v="13390" actId="20577"/>
          <ac:spMkLst>
            <pc:docMk/>
            <pc:sldMk cId="1011670407" sldId="362"/>
            <ac:spMk id="68" creationId="{45AC901F-DA4F-61D3-FC7B-1023DA40313E}"/>
          </ac:spMkLst>
        </pc:spChg>
        <pc:spChg chg="mod">
          <ac:chgData name="昕 许" userId="a2975fcd840abfc3" providerId="LiveId" clId="{49CCD4F9-177C-4270-9A14-60236FF377E8}" dt="2026-05-05T05:30:28.959" v="13392" actId="1076"/>
          <ac:spMkLst>
            <pc:docMk/>
            <pc:sldMk cId="1011670407" sldId="362"/>
            <ac:spMk id="69" creationId="{71F126B8-D0B9-F1AA-D64C-90D79087F8BB}"/>
          </ac:spMkLst>
        </pc:spChg>
        <pc:spChg chg="add mod">
          <ac:chgData name="昕 许" userId="a2975fcd840abfc3" providerId="LiveId" clId="{49CCD4F9-177C-4270-9A14-60236FF377E8}" dt="2026-05-05T05:45:22.733" v="13820" actId="1076"/>
          <ac:spMkLst>
            <pc:docMk/>
            <pc:sldMk cId="1011670407" sldId="362"/>
            <ac:spMk id="70" creationId="{D6ACB389-E197-EDB9-F6B3-0607DBCA7002}"/>
          </ac:spMkLst>
        </pc:spChg>
        <pc:spChg chg="mod">
          <ac:chgData name="昕 许" userId="a2975fcd840abfc3" providerId="LiveId" clId="{49CCD4F9-177C-4270-9A14-60236FF377E8}" dt="2026-05-05T05:30:33.090" v="13395" actId="20577"/>
          <ac:spMkLst>
            <pc:docMk/>
            <pc:sldMk cId="1011670407" sldId="362"/>
            <ac:spMk id="76" creationId="{39D9FE09-6CFE-0587-00FC-2B946A229AD5}"/>
          </ac:spMkLst>
        </pc:spChg>
        <pc:spChg chg="mod">
          <ac:chgData name="昕 许" userId="a2975fcd840abfc3" providerId="LiveId" clId="{49CCD4F9-177C-4270-9A14-60236FF377E8}" dt="2026-05-05T05:30:35.413" v="13396" actId="1076"/>
          <ac:spMkLst>
            <pc:docMk/>
            <pc:sldMk cId="1011670407" sldId="362"/>
            <ac:spMk id="77" creationId="{0922DCB2-531B-A3E9-61EC-698D1E168623}"/>
          </ac:spMkLst>
        </pc:spChg>
        <pc:spChg chg="add mod">
          <ac:chgData name="昕 许" userId="a2975fcd840abfc3" providerId="LiveId" clId="{49CCD4F9-177C-4270-9A14-60236FF377E8}" dt="2026-05-05T05:31:47.782" v="13444" actId="1076"/>
          <ac:spMkLst>
            <pc:docMk/>
            <pc:sldMk cId="1011670407" sldId="362"/>
            <ac:spMk id="78" creationId="{100F9406-6CE9-EDFC-F100-C211C1074C1E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84" creationId="{292A38AA-9808-4D2F-A871-053626881260}"/>
          </ac:spMkLst>
        </pc:spChg>
        <pc:spChg chg="del">
          <ac:chgData name="昕 许" userId="a2975fcd840abfc3" providerId="LiveId" clId="{49CCD4F9-177C-4270-9A14-60236FF377E8}" dt="2026-05-05T05:28:31.857" v="13285" actId="478"/>
          <ac:spMkLst>
            <pc:docMk/>
            <pc:sldMk cId="1011670407" sldId="362"/>
            <ac:spMk id="94" creationId="{481D9D19-B5ED-642A-F222-DC0C99C07F15}"/>
          </ac:spMkLst>
        </pc:spChg>
        <pc:spChg chg="del">
          <ac:chgData name="昕 许" userId="a2975fcd840abfc3" providerId="LiveId" clId="{49CCD4F9-177C-4270-9A14-60236FF377E8}" dt="2026-05-05T05:28:33.379" v="13287" actId="478"/>
          <ac:spMkLst>
            <pc:docMk/>
            <pc:sldMk cId="1011670407" sldId="362"/>
            <ac:spMk id="96" creationId="{E8D37415-3511-9C15-7BC0-0D9327C21DBD}"/>
          </ac:spMkLst>
        </pc:spChg>
        <pc:spChg chg="del">
          <ac:chgData name="昕 许" userId="a2975fcd840abfc3" providerId="LiveId" clId="{49CCD4F9-177C-4270-9A14-60236FF377E8}" dt="2026-05-05T05:28:33.379" v="13287" actId="478"/>
          <ac:spMkLst>
            <pc:docMk/>
            <pc:sldMk cId="1011670407" sldId="362"/>
            <ac:spMk id="97" creationId="{E528ACDD-12B8-E7A0-6D69-A686A41B1089}"/>
          </ac:spMkLst>
        </pc:spChg>
        <pc:spChg chg="del">
          <ac:chgData name="昕 许" userId="a2975fcd840abfc3" providerId="LiveId" clId="{49CCD4F9-177C-4270-9A14-60236FF377E8}" dt="2026-05-05T05:28:33.379" v="13287" actId="478"/>
          <ac:spMkLst>
            <pc:docMk/>
            <pc:sldMk cId="1011670407" sldId="362"/>
            <ac:spMk id="98" creationId="{0A51225A-6AF3-5B4A-3A8A-E1FC8892B7A7}"/>
          </ac:spMkLst>
        </pc:spChg>
        <pc:spChg chg="del">
          <ac:chgData name="昕 许" userId="a2975fcd840abfc3" providerId="LiveId" clId="{49CCD4F9-177C-4270-9A14-60236FF377E8}" dt="2026-05-05T05:28:33.379" v="13287" actId="478"/>
          <ac:spMkLst>
            <pc:docMk/>
            <pc:sldMk cId="1011670407" sldId="362"/>
            <ac:spMk id="99" creationId="{2356BB97-1856-E5C3-DE5C-E72857383F66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00" creationId="{08F1A326-17CB-3B81-2884-F3E0B8645834}"/>
          </ac:spMkLst>
        </pc:spChg>
        <pc:spChg chg="del">
          <ac:chgData name="昕 许" userId="a2975fcd840abfc3" providerId="LiveId" clId="{49CCD4F9-177C-4270-9A14-60236FF377E8}" dt="2026-05-05T05:28:32.734" v="13286" actId="478"/>
          <ac:spMkLst>
            <pc:docMk/>
            <pc:sldMk cId="1011670407" sldId="362"/>
            <ac:spMk id="101" creationId="{F5DF2277-493A-3020-6E8A-6446BCA7245C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04" creationId="{C6EDB385-F386-CD66-F244-8840D2CFEA98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05" creationId="{6878C575-DA1D-549B-8F0D-2D6376FE4241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07" creationId="{3CE7B7E5-7047-AABF-EDCF-20DD6AC1A7B5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08" creationId="{50468B98-4F23-FF7F-57CF-64450BC40A12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10" creationId="{E987FDE6-50C4-3FA4-A323-2F6F31B5D283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11" creationId="{2F746F1D-6E7B-BA53-05B8-9A6403F6F600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13" creationId="{A26EE91C-CCAB-7DA7-4744-C8D27611F2E2}"/>
          </ac:spMkLst>
        </pc:spChg>
        <pc:spChg chg="mod">
          <ac:chgData name="昕 许" userId="a2975fcd840abfc3" providerId="LiveId" clId="{49CCD4F9-177C-4270-9A14-60236FF377E8}" dt="2026-05-05T05:30:50.805" v="13406"/>
          <ac:spMkLst>
            <pc:docMk/>
            <pc:sldMk cId="1011670407" sldId="362"/>
            <ac:spMk id="114" creationId="{83FF63E6-7ECC-75B6-80F9-E75436583607}"/>
          </ac:spMkLst>
        </pc:spChg>
        <pc:spChg chg="mod">
          <ac:chgData name="昕 许" userId="a2975fcd840abfc3" providerId="LiveId" clId="{49CCD4F9-177C-4270-9A14-60236FF377E8}" dt="2026-05-05T05:31:52.599" v="13445"/>
          <ac:spMkLst>
            <pc:docMk/>
            <pc:sldMk cId="1011670407" sldId="362"/>
            <ac:spMk id="116" creationId="{3222F66C-73A5-02DE-6E3A-B73EAB33B445}"/>
          </ac:spMkLst>
        </pc:spChg>
        <pc:spChg chg="mod">
          <ac:chgData name="昕 许" userId="a2975fcd840abfc3" providerId="LiveId" clId="{49CCD4F9-177C-4270-9A14-60236FF377E8}" dt="2026-05-05T05:32:59.776" v="13524" actId="207"/>
          <ac:spMkLst>
            <pc:docMk/>
            <pc:sldMk cId="1011670407" sldId="362"/>
            <ac:spMk id="117" creationId="{7F6BA35E-A5A6-A7C3-AE7C-7CE089C4C727}"/>
          </ac:spMkLst>
        </pc:spChg>
        <pc:spChg chg="mod">
          <ac:chgData name="昕 许" userId="a2975fcd840abfc3" providerId="LiveId" clId="{49CCD4F9-177C-4270-9A14-60236FF377E8}" dt="2026-05-05T05:31:52.599" v="13445"/>
          <ac:spMkLst>
            <pc:docMk/>
            <pc:sldMk cId="1011670407" sldId="362"/>
            <ac:spMk id="119" creationId="{E6E69864-409E-22F4-2A0B-3F1F9D8753FE}"/>
          </ac:spMkLst>
        </pc:spChg>
        <pc:spChg chg="mod">
          <ac:chgData name="昕 许" userId="a2975fcd840abfc3" providerId="LiveId" clId="{49CCD4F9-177C-4270-9A14-60236FF377E8}" dt="2026-05-05T05:33:03.117" v="13525" actId="207"/>
          <ac:spMkLst>
            <pc:docMk/>
            <pc:sldMk cId="1011670407" sldId="362"/>
            <ac:spMk id="120" creationId="{E85128CC-8EF4-AA0C-D092-94450F3DFB69}"/>
          </ac:spMkLst>
        </pc:spChg>
        <pc:spChg chg="mod">
          <ac:chgData name="昕 许" userId="a2975fcd840abfc3" providerId="LiveId" clId="{49CCD4F9-177C-4270-9A14-60236FF377E8}" dt="2026-05-05T05:31:52.599" v="13445"/>
          <ac:spMkLst>
            <pc:docMk/>
            <pc:sldMk cId="1011670407" sldId="362"/>
            <ac:spMk id="122" creationId="{B435F841-397D-BDB1-B042-35AB8DF02E35}"/>
          </ac:spMkLst>
        </pc:spChg>
        <pc:spChg chg="mod">
          <ac:chgData name="昕 许" userId="a2975fcd840abfc3" providerId="LiveId" clId="{49CCD4F9-177C-4270-9A14-60236FF377E8}" dt="2026-05-05T05:31:52.599" v="13445"/>
          <ac:spMkLst>
            <pc:docMk/>
            <pc:sldMk cId="1011670407" sldId="362"/>
            <ac:spMk id="123" creationId="{32FC3643-534F-3AC8-C601-359A53E686DB}"/>
          </ac:spMkLst>
        </pc:spChg>
        <pc:spChg chg="add mod">
          <ac:chgData name="昕 许" userId="a2975fcd840abfc3" providerId="LiveId" clId="{49CCD4F9-177C-4270-9A14-60236FF377E8}" dt="2026-05-05T11:24:31.904" v="14686" actId="113"/>
          <ac:spMkLst>
            <pc:docMk/>
            <pc:sldMk cId="1011670407" sldId="362"/>
            <ac:spMk id="127" creationId="{9B7FB269-0E3D-FC7E-4885-3E753FF3E791}"/>
          </ac:spMkLst>
        </pc:spChg>
        <pc:spChg chg="add mod">
          <ac:chgData name="昕 许" userId="a2975fcd840abfc3" providerId="LiveId" clId="{49CCD4F9-177C-4270-9A14-60236FF377E8}" dt="2026-05-05T11:23:59.488" v="14677" actId="20577"/>
          <ac:spMkLst>
            <pc:docMk/>
            <pc:sldMk cId="1011670407" sldId="362"/>
            <ac:spMk id="134" creationId="{5FB0FDFD-3E7F-8508-1DD2-DCD0629A18D8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36" creationId="{FEFC63C6-E30A-D635-9529-444D6C85D5B4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37" creationId="{857ABE17-2FF7-AE76-2E2B-A3755093626D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39" creationId="{37BF5E31-CBCC-C5AE-1E12-64764731DBFC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40" creationId="{27E362DE-294B-0CE2-3C8D-593D9DCB3D58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42" creationId="{E13C73E4-4E73-A737-1DCF-AA7C1E7560BB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43" creationId="{DDD355E8-5CC5-5EDF-A41A-34DBD2D8168D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45" creationId="{F26012D7-7526-DCCF-913B-225CA1432893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46" creationId="{2B78E34B-C527-CE3F-CA63-9FF19561AEBD}"/>
          </ac:spMkLst>
        </pc:spChg>
        <pc:spChg chg="mod">
          <ac:chgData name="昕 许" userId="a2975fcd840abfc3" providerId="LiveId" clId="{49CCD4F9-177C-4270-9A14-60236FF377E8}" dt="2026-05-05T05:34:04.013" v="13542" actId="207"/>
          <ac:spMkLst>
            <pc:docMk/>
            <pc:sldMk cId="1011670407" sldId="362"/>
            <ac:spMk id="149" creationId="{43CE0DCE-C164-DE40-1C75-82FB836DB0AF}"/>
          </ac:spMkLst>
        </pc:spChg>
        <pc:spChg chg="mod">
          <ac:chgData name="昕 许" userId="a2975fcd840abfc3" providerId="LiveId" clId="{49CCD4F9-177C-4270-9A14-60236FF377E8}" dt="2026-05-05T05:33:31.858" v="13534"/>
          <ac:spMkLst>
            <pc:docMk/>
            <pc:sldMk cId="1011670407" sldId="362"/>
            <ac:spMk id="151" creationId="{73D86AC2-26DB-BAB6-2B8A-666EC5C07E0C}"/>
          </ac:spMkLst>
        </pc:spChg>
        <pc:spChg chg="mod">
          <ac:chgData name="昕 许" userId="a2975fcd840abfc3" providerId="LiveId" clId="{49CCD4F9-177C-4270-9A14-60236FF377E8}" dt="2026-05-05T11:24:39.919" v="14691" actId="207"/>
          <ac:spMkLst>
            <pc:docMk/>
            <pc:sldMk cId="1011670407" sldId="362"/>
            <ac:spMk id="154" creationId="{70EFAB48-CB5B-5859-D9ED-D13A9C4C4C4A}"/>
          </ac:spMkLst>
        </pc:spChg>
        <pc:grpChg chg="mod">
          <ac:chgData name="昕 许" userId="a2975fcd840abfc3" providerId="LiveId" clId="{49CCD4F9-177C-4270-9A14-60236FF377E8}" dt="2026-05-05T05:29:01.233" v="13353" actId="1076"/>
          <ac:grpSpMkLst>
            <pc:docMk/>
            <pc:sldMk cId="1011670407" sldId="362"/>
            <ac:grpSpMk id="3" creationId="{E7F5FFB0-001D-7B59-F9F4-20AB9E4C22C1}"/>
          </ac:grpSpMkLst>
        </pc:grpChg>
        <pc:grpChg chg="add del mod">
          <ac:chgData name="昕 许" userId="a2975fcd840abfc3" providerId="LiveId" clId="{49CCD4F9-177C-4270-9A14-60236FF377E8}" dt="2026-05-05T05:30:46.587" v="13404" actId="478"/>
          <ac:grpSpMkLst>
            <pc:docMk/>
            <pc:sldMk cId="1011670407" sldId="362"/>
            <ac:grpSpMk id="25" creationId="{4D52F366-48E4-AF21-D05B-1A214C9C2215}"/>
          </ac:grpSpMkLst>
        </pc:grpChg>
        <pc:grpChg chg="mod">
          <ac:chgData name="昕 许" userId="a2975fcd840abfc3" providerId="LiveId" clId="{49CCD4F9-177C-4270-9A14-60236FF377E8}" dt="2026-05-05T05:30:04.987" v="13384" actId="1076"/>
          <ac:grpSpMkLst>
            <pc:docMk/>
            <pc:sldMk cId="1011670407" sldId="362"/>
            <ac:grpSpMk id="28" creationId="{7CE7B5FF-3DFB-DA0A-6262-3F3AC46791E3}"/>
          </ac:grpSpMkLst>
        </pc:grpChg>
        <pc:grpChg chg="mod">
          <ac:chgData name="昕 许" userId="a2975fcd840abfc3" providerId="LiveId" clId="{49CCD4F9-177C-4270-9A14-60236FF377E8}" dt="2026-05-05T05:30:04.987" v="13384" actId="1076"/>
          <ac:grpSpMkLst>
            <pc:docMk/>
            <pc:sldMk cId="1011670407" sldId="362"/>
            <ac:grpSpMk id="31" creationId="{EF3B8804-12F9-1F9A-7A64-F91FAE45F8D8}"/>
          </ac:grpSpMkLst>
        </pc:grpChg>
        <pc:grpChg chg="mod">
          <ac:chgData name="昕 许" userId="a2975fcd840abfc3" providerId="LiveId" clId="{49CCD4F9-177C-4270-9A14-60236FF377E8}" dt="2026-05-05T05:30:04.987" v="13384" actId="1076"/>
          <ac:grpSpMkLst>
            <pc:docMk/>
            <pc:sldMk cId="1011670407" sldId="362"/>
            <ac:grpSpMk id="34" creationId="{75BA3105-908F-B406-76A3-9BB43D147002}"/>
          </ac:grpSpMkLst>
        </pc:grpChg>
        <pc:grpChg chg="mod">
          <ac:chgData name="昕 许" userId="a2975fcd840abfc3" providerId="LiveId" clId="{49CCD4F9-177C-4270-9A14-60236FF377E8}" dt="2026-05-05T05:30:04.987" v="13384" actId="1076"/>
          <ac:grpSpMkLst>
            <pc:docMk/>
            <pc:sldMk cId="1011670407" sldId="362"/>
            <ac:grpSpMk id="37" creationId="{9DA93F75-1F1D-0A9E-659D-9A3F8E6F4664}"/>
          </ac:grpSpMkLst>
        </pc:grpChg>
        <pc:grpChg chg="mod">
          <ac:chgData name="昕 许" userId="a2975fcd840abfc3" providerId="LiveId" clId="{49CCD4F9-177C-4270-9A14-60236FF377E8}" dt="2026-05-05T05:29:01.233" v="13353" actId="1076"/>
          <ac:grpSpMkLst>
            <pc:docMk/>
            <pc:sldMk cId="1011670407" sldId="362"/>
            <ac:grpSpMk id="38" creationId="{3AE35586-CFE8-E937-8C1C-70F4AEB4E688}"/>
          </ac:grpSpMkLst>
        </pc:grpChg>
        <pc:grpChg chg="mod">
          <ac:chgData name="昕 许" userId="a2975fcd840abfc3" providerId="LiveId" clId="{49CCD4F9-177C-4270-9A14-60236FF377E8}" dt="2026-05-05T05:29:01.233" v="13353" actId="1076"/>
          <ac:grpSpMkLst>
            <pc:docMk/>
            <pc:sldMk cId="1011670407" sldId="362"/>
            <ac:grpSpMk id="43" creationId="{A246C053-2D2D-4F6E-CEA3-11F3DB145361}"/>
          </ac:grpSpMkLst>
        </pc:grpChg>
        <pc:grpChg chg="mod">
          <ac:chgData name="昕 许" userId="a2975fcd840abfc3" providerId="LiveId" clId="{49CCD4F9-177C-4270-9A14-60236FF377E8}" dt="2026-05-05T05:30:20.212" v="13389" actId="20577"/>
          <ac:grpSpMkLst>
            <pc:docMk/>
            <pc:sldMk cId="1011670407" sldId="362"/>
            <ac:grpSpMk id="44" creationId="{8E5AD1B5-AB8C-B1B2-DA58-89F5136B5E06}"/>
          </ac:grpSpMkLst>
        </pc:grpChg>
        <pc:grpChg chg="mod">
          <ac:chgData name="昕 许" userId="a2975fcd840abfc3" providerId="LiveId" clId="{49CCD4F9-177C-4270-9A14-60236FF377E8}" dt="2026-05-05T05:29:01.233" v="13353" actId="1076"/>
          <ac:grpSpMkLst>
            <pc:docMk/>
            <pc:sldMk cId="1011670407" sldId="362"/>
            <ac:grpSpMk id="47" creationId="{271B051A-2EAA-0E2C-22E2-F0A4D573CA6E}"/>
          </ac:grpSpMkLst>
        </pc:grpChg>
        <pc:grpChg chg="mod">
          <ac:chgData name="昕 许" userId="a2975fcd840abfc3" providerId="LiveId" clId="{49CCD4F9-177C-4270-9A14-60236FF377E8}" dt="2026-05-05T05:29:33.966" v="13372" actId="20577"/>
          <ac:grpSpMkLst>
            <pc:docMk/>
            <pc:sldMk cId="1011670407" sldId="362"/>
            <ac:grpSpMk id="50" creationId="{E0BF1616-DD3A-5348-79D3-94A184B19328}"/>
          </ac:grpSpMkLst>
        </pc:grpChg>
        <pc:grpChg chg="del mod">
          <ac:chgData name="昕 许" userId="a2975fcd840abfc3" providerId="LiveId" clId="{49CCD4F9-177C-4270-9A14-60236FF377E8}" dt="2026-05-05T05:30:46.587" v="13404" actId="478"/>
          <ac:grpSpMkLst>
            <pc:docMk/>
            <pc:sldMk cId="1011670407" sldId="362"/>
            <ac:grpSpMk id="53" creationId="{7BF5DD7A-2D11-6CD3-6621-06235F473BA2}"/>
          </ac:grpSpMkLst>
        </pc:grpChg>
        <pc:grpChg chg="del mod">
          <ac:chgData name="昕 许" userId="a2975fcd840abfc3" providerId="LiveId" clId="{49CCD4F9-177C-4270-9A14-60236FF377E8}" dt="2026-05-05T05:30:47.519" v="13405" actId="478"/>
          <ac:grpSpMkLst>
            <pc:docMk/>
            <pc:sldMk cId="1011670407" sldId="362"/>
            <ac:grpSpMk id="66" creationId="{90AC3FF0-785F-C550-129A-75381C9B4A06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67" creationId="{A78780EC-820F-B193-4BC2-9DBC4EC96B42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73" creationId="{C8ECEB22-12E3-59A3-BB2B-9BAABF1CED79}"/>
          </ac:grpSpMkLst>
        </pc:grpChg>
        <pc:grpChg chg="del mod">
          <ac:chgData name="昕 许" userId="a2975fcd840abfc3" providerId="LiveId" clId="{49CCD4F9-177C-4270-9A14-60236FF377E8}" dt="2026-05-05T05:30:47.519" v="13405" actId="478"/>
          <ac:grpSpMkLst>
            <pc:docMk/>
            <pc:sldMk cId="1011670407" sldId="362"/>
            <ac:grpSpMk id="75" creationId="{CD46BF5C-939A-56D5-EECD-7AD46B3E276F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80" creationId="{D81061D7-9783-DCDC-698C-A9E702706EC8}"/>
          </ac:grpSpMkLst>
        </pc:grpChg>
        <pc:grpChg chg="mod">
          <ac:chgData name="昕 许" userId="a2975fcd840abfc3" providerId="LiveId" clId="{49CCD4F9-177C-4270-9A14-60236FF377E8}" dt="2026-05-05T05:30:54.087" v="13407" actId="1076"/>
          <ac:grpSpMkLst>
            <pc:docMk/>
            <pc:sldMk cId="1011670407" sldId="362"/>
            <ac:grpSpMk id="83" creationId="{5ECA3033-5168-5E08-CBCE-6C92A232E233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85" creationId="{918142BF-643F-D379-0F72-C83DF3680C40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88" creationId="{15E432C6-E32F-44AA-2358-84AF83A07D9C}"/>
          </ac:grpSpMkLst>
        </pc:grpChg>
        <pc:grpChg chg="del">
          <ac:chgData name="昕 许" userId="a2975fcd840abfc3" providerId="LiveId" clId="{49CCD4F9-177C-4270-9A14-60236FF377E8}" dt="2026-05-05T05:28:33.379" v="13287" actId="478"/>
          <ac:grpSpMkLst>
            <pc:docMk/>
            <pc:sldMk cId="1011670407" sldId="362"/>
            <ac:grpSpMk id="91" creationId="{E4688E6B-5A73-7578-33F2-9AEBDF410AFF}"/>
          </ac:grpSpMkLst>
        </pc:grpChg>
        <pc:grpChg chg="mod">
          <ac:chgData name="昕 许" userId="a2975fcd840abfc3" providerId="LiveId" clId="{49CCD4F9-177C-4270-9A14-60236FF377E8}" dt="2026-05-05T05:30:54.087" v="13407" actId="1076"/>
          <ac:grpSpMkLst>
            <pc:docMk/>
            <pc:sldMk cId="1011670407" sldId="362"/>
            <ac:grpSpMk id="103" creationId="{3641C83C-C2A4-9754-7399-FB2306C9EE36}"/>
          </ac:grpSpMkLst>
        </pc:grpChg>
        <pc:grpChg chg="del mod">
          <ac:chgData name="昕 许" userId="a2975fcd840abfc3" providerId="LiveId" clId="{49CCD4F9-177C-4270-9A14-60236FF377E8}" dt="2026-05-05T05:31:59.407" v="13447" actId="478"/>
          <ac:grpSpMkLst>
            <pc:docMk/>
            <pc:sldMk cId="1011670407" sldId="362"/>
            <ac:grpSpMk id="106" creationId="{5483E547-ACFE-F204-9DE5-34A95D2C51B1}"/>
          </ac:grpSpMkLst>
        </pc:grpChg>
        <pc:grpChg chg="mod">
          <ac:chgData name="昕 许" userId="a2975fcd840abfc3" providerId="LiveId" clId="{49CCD4F9-177C-4270-9A14-60236FF377E8}" dt="2026-05-05T05:32:12.346" v="13452" actId="1076"/>
          <ac:grpSpMkLst>
            <pc:docMk/>
            <pc:sldMk cId="1011670407" sldId="362"/>
            <ac:grpSpMk id="109" creationId="{DB18BFC2-B9DD-6D93-386B-FE54B9877280}"/>
          </ac:grpSpMkLst>
        </pc:grpChg>
        <pc:grpChg chg="del mod">
          <ac:chgData name="昕 许" userId="a2975fcd840abfc3" providerId="LiveId" clId="{49CCD4F9-177C-4270-9A14-60236FF377E8}" dt="2026-05-05T05:31:43.246" v="13443" actId="478"/>
          <ac:grpSpMkLst>
            <pc:docMk/>
            <pc:sldMk cId="1011670407" sldId="362"/>
            <ac:grpSpMk id="112" creationId="{5F958F81-1AE3-4522-D565-42E2177420B5}"/>
          </ac:grpSpMkLst>
        </pc:grpChg>
        <pc:grpChg chg="add mod">
          <ac:chgData name="昕 许" userId="a2975fcd840abfc3" providerId="LiveId" clId="{49CCD4F9-177C-4270-9A14-60236FF377E8}" dt="2026-05-05T05:32:08.519" v="13451" actId="1076"/>
          <ac:grpSpMkLst>
            <pc:docMk/>
            <pc:sldMk cId="1011670407" sldId="362"/>
            <ac:grpSpMk id="115" creationId="{3B5CBD57-2AA5-88A3-4DE1-2F06598F4765}"/>
          </ac:grpSpMkLst>
        </pc:grpChg>
        <pc:grpChg chg="add mod">
          <ac:chgData name="昕 许" userId="a2975fcd840abfc3" providerId="LiveId" clId="{49CCD4F9-177C-4270-9A14-60236FF377E8}" dt="2026-05-05T05:32:12.346" v="13452" actId="1076"/>
          <ac:grpSpMkLst>
            <pc:docMk/>
            <pc:sldMk cId="1011670407" sldId="362"/>
            <ac:grpSpMk id="118" creationId="{2E2FEA0E-25AB-31D9-E899-AA0DB1498FEB}"/>
          </ac:grpSpMkLst>
        </pc:grpChg>
        <pc:grpChg chg="add mod">
          <ac:chgData name="昕 许" userId="a2975fcd840abfc3" providerId="LiveId" clId="{49CCD4F9-177C-4270-9A14-60236FF377E8}" dt="2026-05-05T05:32:12.346" v="13452" actId="1076"/>
          <ac:grpSpMkLst>
            <pc:docMk/>
            <pc:sldMk cId="1011670407" sldId="362"/>
            <ac:grpSpMk id="121" creationId="{475A1E66-64BB-64AC-E4D3-03BC81A0C857}"/>
          </ac:grpSpMkLst>
        </pc:grpChg>
        <pc:grpChg chg="mod">
          <ac:chgData name="昕 许" userId="a2975fcd840abfc3" providerId="LiveId" clId="{49CCD4F9-177C-4270-9A14-60236FF377E8}" dt="2026-05-05T05:33:40.275" v="13535" actId="1076"/>
          <ac:grpSpMkLst>
            <pc:docMk/>
            <pc:sldMk cId="1011670407" sldId="362"/>
            <ac:grpSpMk id="135" creationId="{BF78CC5B-D6F0-EFFD-8D49-91E68583006F}"/>
          </ac:grpSpMkLst>
        </pc:grpChg>
        <pc:grpChg chg="mod">
          <ac:chgData name="昕 许" userId="a2975fcd840abfc3" providerId="LiveId" clId="{49CCD4F9-177C-4270-9A14-60236FF377E8}" dt="2026-05-05T05:33:40.275" v="13535" actId="1076"/>
          <ac:grpSpMkLst>
            <pc:docMk/>
            <pc:sldMk cId="1011670407" sldId="362"/>
            <ac:grpSpMk id="138" creationId="{E20C0981-93E9-DF1C-D3E9-1FC44F5538C9}"/>
          </ac:grpSpMkLst>
        </pc:grpChg>
        <pc:grpChg chg="del mod">
          <ac:chgData name="昕 许" userId="a2975fcd840abfc3" providerId="LiveId" clId="{49CCD4F9-177C-4270-9A14-60236FF377E8}" dt="2026-05-05T05:34:05.641" v="13543" actId="478"/>
          <ac:grpSpMkLst>
            <pc:docMk/>
            <pc:sldMk cId="1011670407" sldId="362"/>
            <ac:grpSpMk id="141" creationId="{60553BBB-5000-5AE1-C4D6-14834C751B94}"/>
          </ac:grpSpMkLst>
        </pc:grpChg>
        <pc:grpChg chg="mod">
          <ac:chgData name="昕 许" userId="a2975fcd840abfc3" providerId="LiveId" clId="{49CCD4F9-177C-4270-9A14-60236FF377E8}" dt="2026-05-05T05:33:40.275" v="13535" actId="1076"/>
          <ac:grpSpMkLst>
            <pc:docMk/>
            <pc:sldMk cId="1011670407" sldId="362"/>
            <ac:grpSpMk id="144" creationId="{229CA935-CF1E-656D-CF32-99AB39908F68}"/>
          </ac:grpSpMkLst>
        </pc:grpChg>
        <pc:grpChg chg="mod">
          <ac:chgData name="昕 许" userId="a2975fcd840abfc3" providerId="LiveId" clId="{49CCD4F9-177C-4270-9A14-60236FF377E8}" dt="2026-05-05T05:34:10.680" v="13545" actId="1076"/>
          <ac:grpSpMkLst>
            <pc:docMk/>
            <pc:sldMk cId="1011670407" sldId="362"/>
            <ac:grpSpMk id="147" creationId="{57924E01-3290-C9D3-91AF-B5D71F229EBD}"/>
          </ac:grpSpMkLst>
        </pc:grpChg>
        <pc:grpChg chg="mod">
          <ac:chgData name="昕 许" userId="a2975fcd840abfc3" providerId="LiveId" clId="{49CCD4F9-177C-4270-9A14-60236FF377E8}" dt="2026-05-05T05:34:10.680" v="13545" actId="1076"/>
          <ac:grpSpMkLst>
            <pc:docMk/>
            <pc:sldMk cId="1011670407" sldId="362"/>
            <ac:grpSpMk id="150" creationId="{44567F97-6891-73A9-77EC-FAE6C4A6891E}"/>
          </ac:grpSpMkLst>
        </pc:grpChg>
        <pc:picChg chg="del">
          <ac:chgData name="昕 许" userId="a2975fcd840abfc3" providerId="LiveId" clId="{49CCD4F9-177C-4270-9A14-60236FF377E8}" dt="2026-05-05T05:28:31.857" v="13285" actId="478"/>
          <ac:picMkLst>
            <pc:docMk/>
            <pc:sldMk cId="1011670407" sldId="362"/>
            <ac:picMk id="63" creationId="{A5AA63F0-E942-65C3-81C5-4181CB832D7B}"/>
          </ac:picMkLst>
        </pc:picChg>
        <pc:picChg chg="del">
          <ac:chgData name="昕 许" userId="a2975fcd840abfc3" providerId="LiveId" clId="{49CCD4F9-177C-4270-9A14-60236FF377E8}" dt="2026-05-05T05:28:31.857" v="13285" actId="478"/>
          <ac:picMkLst>
            <pc:docMk/>
            <pc:sldMk cId="1011670407" sldId="362"/>
            <ac:picMk id="102" creationId="{BC4C039A-7AC3-3A2C-C81B-E675FF84307D}"/>
          </ac:picMkLst>
        </pc:picChg>
        <pc:picChg chg="add del">
          <ac:chgData name="昕 许" userId="a2975fcd840abfc3" providerId="LiveId" clId="{49CCD4F9-177C-4270-9A14-60236FF377E8}" dt="2026-05-05T11:24:16.076" v="14680" actId="22"/>
          <ac:picMkLst>
            <pc:docMk/>
            <pc:sldMk cId="1011670407" sldId="362"/>
            <ac:picMk id="163" creationId="{1FE2EBB0-FC5F-D90E-36C5-5B9E24C68244}"/>
          </ac:picMkLst>
        </pc:picChg>
        <pc:cxnChg chg="del mod">
          <ac:chgData name="昕 许" userId="a2975fcd840abfc3" providerId="LiveId" clId="{49CCD4F9-177C-4270-9A14-60236FF377E8}" dt="2026-05-05T05:28:41.429" v="13291" actId="478"/>
          <ac:cxnSpMkLst>
            <pc:docMk/>
            <pc:sldMk cId="1011670407" sldId="362"/>
            <ac:cxnSpMk id="57" creationId="{FAE95CBB-CD12-5F2A-8A4C-D3E171EE0E41}"/>
          </ac:cxnSpMkLst>
        </pc:cxnChg>
        <pc:cxnChg chg="add mod">
          <ac:chgData name="昕 许" userId="a2975fcd840abfc3" providerId="LiveId" clId="{49CCD4F9-177C-4270-9A14-60236FF377E8}" dt="2026-05-05T05:32:29.735" v="13456" actId="14100"/>
          <ac:cxnSpMkLst>
            <pc:docMk/>
            <pc:sldMk cId="1011670407" sldId="362"/>
            <ac:cxnSpMk id="124" creationId="{BC0C948F-3212-FF78-593B-885628650188}"/>
          </ac:cxnSpMkLst>
        </pc:cxnChg>
        <pc:cxnChg chg="add mod">
          <ac:chgData name="昕 许" userId="a2975fcd840abfc3" providerId="LiveId" clId="{49CCD4F9-177C-4270-9A14-60236FF377E8}" dt="2026-05-05T05:33:15.489" v="13529" actId="14100"/>
          <ac:cxnSpMkLst>
            <pc:docMk/>
            <pc:sldMk cId="1011670407" sldId="362"/>
            <ac:cxnSpMk id="128" creationId="{1C2E0B9C-1FE0-0758-B6E8-2C9C4058B584}"/>
          </ac:cxnSpMkLst>
        </pc:cxnChg>
        <pc:cxnChg chg="add mod">
          <ac:chgData name="昕 许" userId="a2975fcd840abfc3" providerId="LiveId" clId="{49CCD4F9-177C-4270-9A14-60236FF377E8}" dt="2026-05-05T05:33:21.260" v="13533" actId="14100"/>
          <ac:cxnSpMkLst>
            <pc:docMk/>
            <pc:sldMk cId="1011670407" sldId="362"/>
            <ac:cxnSpMk id="131" creationId="{67EC8845-6DBA-53D2-E125-496074A96337}"/>
          </ac:cxnSpMkLst>
        </pc:cxnChg>
        <pc:cxnChg chg="add del mod">
          <ac:chgData name="昕 许" userId="a2975fcd840abfc3" providerId="LiveId" clId="{49CCD4F9-177C-4270-9A14-60236FF377E8}" dt="2026-05-05T05:34:15.754" v="13547" actId="1076"/>
          <ac:cxnSpMkLst>
            <pc:docMk/>
            <pc:sldMk cId="1011670407" sldId="362"/>
            <ac:cxnSpMk id="153" creationId="{4F7B7891-2117-9D71-0C71-04C5B13974EB}"/>
          </ac:cxnSpMkLst>
        </pc:cxnChg>
        <pc:cxnChg chg="del mod">
          <ac:chgData name="昕 许" userId="a2975fcd840abfc3" providerId="LiveId" clId="{49CCD4F9-177C-4270-9A14-60236FF377E8}" dt="2026-05-05T05:34:17.029" v="13548" actId="478"/>
          <ac:cxnSpMkLst>
            <pc:docMk/>
            <pc:sldMk cId="1011670407" sldId="362"/>
            <ac:cxnSpMk id="155" creationId="{EF806550-4EEB-9687-C426-F45A04ABB42B}"/>
          </ac:cxnSpMkLst>
        </pc:cxnChg>
        <pc:cxnChg chg="del mod">
          <ac:chgData name="昕 许" userId="a2975fcd840abfc3" providerId="LiveId" clId="{49CCD4F9-177C-4270-9A14-60236FF377E8}" dt="2026-05-05T05:34:12.772" v="13546" actId="478"/>
          <ac:cxnSpMkLst>
            <pc:docMk/>
            <pc:sldMk cId="1011670407" sldId="362"/>
            <ac:cxnSpMk id="156" creationId="{6B8B4724-5C10-AB1B-7C8E-46E0BB342617}"/>
          </ac:cxnSpMkLst>
        </pc:cxnChg>
        <pc:cxnChg chg="add mod">
          <ac:chgData name="昕 许" userId="a2975fcd840abfc3" providerId="LiveId" clId="{49CCD4F9-177C-4270-9A14-60236FF377E8}" dt="2026-05-05T05:33:47.965" v="13539" actId="1076"/>
          <ac:cxnSpMkLst>
            <pc:docMk/>
            <pc:sldMk cId="1011670407" sldId="362"/>
            <ac:cxnSpMk id="157" creationId="{9225BB47-D71F-4F59-AA94-69DE22837043}"/>
          </ac:cxnSpMkLst>
        </pc:cxnChg>
        <pc:cxnChg chg="add mod">
          <ac:chgData name="昕 许" userId="a2975fcd840abfc3" providerId="LiveId" clId="{49CCD4F9-177C-4270-9A14-60236FF377E8}" dt="2026-05-05T05:34:57.208" v="13607" actId="14100"/>
          <ac:cxnSpMkLst>
            <pc:docMk/>
            <pc:sldMk cId="1011670407" sldId="362"/>
            <ac:cxnSpMk id="159" creationId="{C9B952F2-E0DF-3F5F-B66C-E3F2418B4D8F}"/>
          </ac:cxnSpMkLst>
        </pc:cxnChg>
      </pc:sldChg>
      <pc:sldChg chg="addSp delSp modSp add del mod">
        <pc:chgData name="昕 许" userId="a2975fcd840abfc3" providerId="LiveId" clId="{49CCD4F9-177C-4270-9A14-60236FF377E8}" dt="2026-05-05T05:28:28.066" v="13283" actId="47"/>
        <pc:sldMkLst>
          <pc:docMk/>
          <pc:sldMk cId="2835866755" sldId="362"/>
        </pc:sldMkLst>
      </pc:sldChg>
      <pc:sldChg chg="addSp delSp modSp add mod">
        <pc:chgData name="昕 许" userId="a2975fcd840abfc3" providerId="LiveId" clId="{49CCD4F9-177C-4270-9A14-60236FF377E8}" dt="2026-05-05T05:46:41.989" v="13895" actId="1076"/>
        <pc:sldMkLst>
          <pc:docMk/>
          <pc:sldMk cId="1142237274" sldId="363"/>
        </pc:sldMkLst>
        <pc:spChg chg="add del mod">
          <ac:chgData name="昕 许" userId="a2975fcd840abfc3" providerId="LiveId" clId="{49CCD4F9-177C-4270-9A14-60236FF377E8}" dt="2026-05-05T05:45:56.359" v="13842" actId="1076"/>
          <ac:spMkLst>
            <pc:docMk/>
            <pc:sldMk cId="1142237274" sldId="363"/>
            <ac:spMk id="2" creationId="{A4A35F82-3658-AD2E-EDE8-01B980B4DF46}"/>
          </ac:spMkLst>
        </pc:spChg>
        <pc:spChg chg="add mod">
          <ac:chgData name="昕 许" userId="a2975fcd840abfc3" providerId="LiveId" clId="{49CCD4F9-177C-4270-9A14-60236FF377E8}" dt="2026-05-05T05:41:36.849" v="13727" actId="1076"/>
          <ac:spMkLst>
            <pc:docMk/>
            <pc:sldMk cId="1142237274" sldId="363"/>
            <ac:spMk id="6" creationId="{7C2B309A-A325-B7A1-ABFA-7E45332D55C9}"/>
          </ac:spMkLst>
        </pc:spChg>
        <pc:spChg chg="mod">
          <ac:chgData name="昕 许" userId="a2975fcd840abfc3" providerId="LiveId" clId="{49CCD4F9-177C-4270-9A14-60236FF377E8}" dt="2026-05-05T05:36:11.852" v="13620"/>
          <ac:spMkLst>
            <pc:docMk/>
            <pc:sldMk cId="1142237274" sldId="363"/>
            <ac:spMk id="8" creationId="{EC51ADD5-926B-4EAE-09EB-7E0A0A4820B7}"/>
          </ac:spMkLst>
        </pc:spChg>
        <pc:spChg chg="mod">
          <ac:chgData name="昕 许" userId="a2975fcd840abfc3" providerId="LiveId" clId="{49CCD4F9-177C-4270-9A14-60236FF377E8}" dt="2026-05-05T05:36:11.852" v="13620"/>
          <ac:spMkLst>
            <pc:docMk/>
            <pc:sldMk cId="1142237274" sldId="363"/>
            <ac:spMk id="9" creationId="{30BDABD6-6D04-942D-F10C-2154D6683315}"/>
          </ac:spMkLst>
        </pc:spChg>
        <pc:spChg chg="mod">
          <ac:chgData name="昕 许" userId="a2975fcd840abfc3" providerId="LiveId" clId="{49CCD4F9-177C-4270-9A14-60236FF377E8}" dt="2026-05-05T05:36:11.852" v="13620"/>
          <ac:spMkLst>
            <pc:docMk/>
            <pc:sldMk cId="1142237274" sldId="363"/>
            <ac:spMk id="11" creationId="{7DBC91AD-2EDA-12B1-64F2-2F087CD106B1}"/>
          </ac:spMkLst>
        </pc:spChg>
        <pc:spChg chg="mod">
          <ac:chgData name="昕 许" userId="a2975fcd840abfc3" providerId="LiveId" clId="{49CCD4F9-177C-4270-9A14-60236FF377E8}" dt="2026-05-05T05:36:25.525" v="13625" actId="20577"/>
          <ac:spMkLst>
            <pc:docMk/>
            <pc:sldMk cId="1142237274" sldId="363"/>
            <ac:spMk id="12" creationId="{B3F24BA7-2DAA-8B1A-867F-BC1B6D129D61}"/>
          </ac:spMkLst>
        </pc:spChg>
        <pc:spChg chg="mod">
          <ac:chgData name="昕 许" userId="a2975fcd840abfc3" providerId="LiveId" clId="{49CCD4F9-177C-4270-9A14-60236FF377E8}" dt="2026-05-05T05:36:11.852" v="13620"/>
          <ac:spMkLst>
            <pc:docMk/>
            <pc:sldMk cId="1142237274" sldId="363"/>
            <ac:spMk id="14" creationId="{93C3EFCC-406A-626F-617E-760CA44B6006}"/>
          </ac:spMkLst>
        </pc:spChg>
        <pc:spChg chg="mod">
          <ac:chgData name="昕 许" userId="a2975fcd840abfc3" providerId="LiveId" clId="{49CCD4F9-177C-4270-9A14-60236FF377E8}" dt="2026-05-05T05:36:27.366" v="13626" actId="20577"/>
          <ac:spMkLst>
            <pc:docMk/>
            <pc:sldMk cId="1142237274" sldId="363"/>
            <ac:spMk id="15" creationId="{9B190A83-1A89-2961-6C23-79A9738DA314}"/>
          </ac:spMkLst>
        </pc:spChg>
        <pc:spChg chg="mod">
          <ac:chgData name="昕 许" userId="a2975fcd840abfc3" providerId="LiveId" clId="{49CCD4F9-177C-4270-9A14-60236FF377E8}" dt="2026-05-05T05:36:11.852" v="13620"/>
          <ac:spMkLst>
            <pc:docMk/>
            <pc:sldMk cId="1142237274" sldId="363"/>
            <ac:spMk id="17" creationId="{6EE28AF4-FB67-2C9B-658B-FBF51D7FF67F}"/>
          </ac:spMkLst>
        </pc:spChg>
        <pc:spChg chg="mod">
          <ac:chgData name="昕 许" userId="a2975fcd840abfc3" providerId="LiveId" clId="{49CCD4F9-177C-4270-9A14-60236FF377E8}" dt="2026-05-05T05:36:28.613" v="13627" actId="20577"/>
          <ac:spMkLst>
            <pc:docMk/>
            <pc:sldMk cId="1142237274" sldId="363"/>
            <ac:spMk id="18" creationId="{1C01AE26-D75D-09F7-4753-3ED7B4F44597}"/>
          </ac:spMkLst>
        </pc:spChg>
        <pc:spChg chg="mod">
          <ac:chgData name="昕 许" userId="a2975fcd840abfc3" providerId="LiveId" clId="{49CCD4F9-177C-4270-9A14-60236FF377E8}" dt="2026-05-05T05:36:18.856" v="13623"/>
          <ac:spMkLst>
            <pc:docMk/>
            <pc:sldMk cId="1142237274" sldId="363"/>
            <ac:spMk id="20" creationId="{D611F195-DD05-2069-BF23-9861445518DB}"/>
          </ac:spMkLst>
        </pc:spChg>
        <pc:spChg chg="mod">
          <ac:chgData name="昕 许" userId="a2975fcd840abfc3" providerId="LiveId" clId="{49CCD4F9-177C-4270-9A14-60236FF377E8}" dt="2026-05-05T05:36:31.974" v="13628" actId="20577"/>
          <ac:spMkLst>
            <pc:docMk/>
            <pc:sldMk cId="1142237274" sldId="363"/>
            <ac:spMk id="21" creationId="{C405BB74-EBD4-D7A6-1C4E-3E25E771330B}"/>
          </ac:spMkLst>
        </pc:spChg>
        <pc:spChg chg="mod">
          <ac:chgData name="昕 许" userId="a2975fcd840abfc3" providerId="LiveId" clId="{49CCD4F9-177C-4270-9A14-60236FF377E8}" dt="2026-05-05T05:36:18.856" v="13623"/>
          <ac:spMkLst>
            <pc:docMk/>
            <pc:sldMk cId="1142237274" sldId="363"/>
            <ac:spMk id="23" creationId="{513C0C02-5B09-7B6A-3A2E-71E643E23F5E}"/>
          </ac:spMkLst>
        </pc:spChg>
        <pc:spChg chg="mod">
          <ac:chgData name="昕 许" userId="a2975fcd840abfc3" providerId="LiveId" clId="{49CCD4F9-177C-4270-9A14-60236FF377E8}" dt="2026-05-05T05:36:34.621" v="13631" actId="20577"/>
          <ac:spMkLst>
            <pc:docMk/>
            <pc:sldMk cId="1142237274" sldId="363"/>
            <ac:spMk id="24" creationId="{A5951014-A60C-9CFB-ABC1-B27703D5A560}"/>
          </ac:spMkLst>
        </pc:spChg>
        <pc:spChg chg="mod">
          <ac:chgData name="昕 许" userId="a2975fcd840abfc3" providerId="LiveId" clId="{49CCD4F9-177C-4270-9A14-60236FF377E8}" dt="2026-05-05T05:36:18.856" v="13623"/>
          <ac:spMkLst>
            <pc:docMk/>
            <pc:sldMk cId="1142237274" sldId="363"/>
            <ac:spMk id="26" creationId="{53E47BCF-E67E-56EA-30B9-D8F5463767BF}"/>
          </ac:spMkLst>
        </pc:spChg>
        <pc:spChg chg="mod">
          <ac:chgData name="昕 许" userId="a2975fcd840abfc3" providerId="LiveId" clId="{49CCD4F9-177C-4270-9A14-60236FF377E8}" dt="2026-05-05T05:36:36.208" v="13632" actId="20577"/>
          <ac:spMkLst>
            <pc:docMk/>
            <pc:sldMk cId="1142237274" sldId="363"/>
            <ac:spMk id="27" creationId="{B28C2A52-5E32-6894-A556-88CF589E0B23}"/>
          </ac:spMkLst>
        </pc:spChg>
        <pc:spChg chg="mod">
          <ac:chgData name="昕 许" userId="a2975fcd840abfc3" providerId="LiveId" clId="{49CCD4F9-177C-4270-9A14-60236FF377E8}" dt="2026-05-05T05:36:18.856" v="13623"/>
          <ac:spMkLst>
            <pc:docMk/>
            <pc:sldMk cId="1142237274" sldId="363"/>
            <ac:spMk id="54" creationId="{F4997101-31CF-6434-4E30-C2E677DC8207}"/>
          </ac:spMkLst>
        </pc:spChg>
        <pc:spChg chg="mod">
          <ac:chgData name="昕 许" userId="a2975fcd840abfc3" providerId="LiveId" clId="{49CCD4F9-177C-4270-9A14-60236FF377E8}" dt="2026-05-05T05:36:38.060" v="13633" actId="20577"/>
          <ac:spMkLst>
            <pc:docMk/>
            <pc:sldMk cId="1142237274" sldId="363"/>
            <ac:spMk id="55" creationId="{911F35BE-78A6-9474-33D7-FAF4CF2219B0}"/>
          </ac:spMkLst>
        </pc:spChg>
        <pc:spChg chg="add mod">
          <ac:chgData name="昕 许" userId="a2975fcd840abfc3" providerId="LiveId" clId="{49CCD4F9-177C-4270-9A14-60236FF377E8}" dt="2026-05-05T05:45:56.359" v="13842" actId="1076"/>
          <ac:spMkLst>
            <pc:docMk/>
            <pc:sldMk cId="1142237274" sldId="363"/>
            <ac:spMk id="57" creationId="{02FF487B-EB38-63CA-7809-AB78F15AC206}"/>
          </ac:spMkLst>
        </pc:spChg>
        <pc:spChg chg="add mod">
          <ac:chgData name="昕 许" userId="a2975fcd840abfc3" providerId="LiveId" clId="{49CCD4F9-177C-4270-9A14-60236FF377E8}" dt="2026-05-05T05:45:56.359" v="13842" actId="1076"/>
          <ac:spMkLst>
            <pc:docMk/>
            <pc:sldMk cId="1142237274" sldId="363"/>
            <ac:spMk id="58" creationId="{63E8FCEC-D15D-2C26-A1B8-93502D801199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67" creationId="{37C3223D-950E-585A-835A-573A50F94418}"/>
          </ac:spMkLst>
        </pc:spChg>
        <pc:spChg chg="add del mod">
          <ac:chgData name="昕 许" userId="a2975fcd840abfc3" providerId="LiveId" clId="{49CCD4F9-177C-4270-9A14-60236FF377E8}" dt="2026-05-05T05:45:56.359" v="13842" actId="1076"/>
          <ac:spMkLst>
            <pc:docMk/>
            <pc:sldMk cId="1142237274" sldId="363"/>
            <ac:spMk id="70" creationId="{D6BC9EAD-52A3-84E4-2944-BEBD702BAE7B}"/>
          </ac:spMkLst>
        </pc:spChg>
        <pc:spChg chg="mod">
          <ac:chgData name="昕 许" userId="a2975fcd840abfc3" providerId="LiveId" clId="{49CCD4F9-177C-4270-9A14-60236FF377E8}" dt="2026-05-05T05:39:34.775" v="13708" actId="207"/>
          <ac:spMkLst>
            <pc:docMk/>
            <pc:sldMk cId="1142237274" sldId="363"/>
            <ac:spMk id="72" creationId="{B829E323-49D9-8922-5B4A-B1B5E1DFF28B}"/>
          </ac:spMkLst>
        </pc:spChg>
        <pc:spChg chg="del">
          <ac:chgData name="昕 许" userId="a2975fcd840abfc3" providerId="LiveId" clId="{49CCD4F9-177C-4270-9A14-60236FF377E8}" dt="2026-05-05T05:35:54.532" v="13611" actId="478"/>
          <ac:spMkLst>
            <pc:docMk/>
            <pc:sldMk cId="1142237274" sldId="363"/>
            <ac:spMk id="78" creationId="{A034D76D-EA72-955D-AD3C-00A069561261}"/>
          </ac:spMkLst>
        </pc:spChg>
        <pc:spChg chg="mod">
          <ac:chgData name="昕 许" userId="a2975fcd840abfc3" providerId="LiveId" clId="{49CCD4F9-177C-4270-9A14-60236FF377E8}" dt="2026-05-05T05:46:08.583" v="13850" actId="1076"/>
          <ac:spMkLst>
            <pc:docMk/>
            <pc:sldMk cId="1142237274" sldId="363"/>
            <ac:spMk id="80" creationId="{5939756D-9824-EC8E-06BB-E850A0EA1159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85" creationId="{2F285759-179E-AC6E-6EA7-2382DC4E59ED}"/>
          </ac:spMkLst>
        </pc:spChg>
        <pc:spChg chg="mod">
          <ac:chgData name="昕 许" userId="a2975fcd840abfc3" providerId="LiveId" clId="{49CCD4F9-177C-4270-9A14-60236FF377E8}" dt="2026-05-05T05:39:40.049" v="13709" actId="207"/>
          <ac:spMkLst>
            <pc:docMk/>
            <pc:sldMk cId="1142237274" sldId="363"/>
            <ac:spMk id="91" creationId="{BA1BD2BE-D37C-973E-3B68-A3F47DC812A9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93" creationId="{E5FA9658-F4E1-1A00-5F52-19E78D8A5463}"/>
          </ac:spMkLst>
        </pc:spChg>
        <pc:spChg chg="mod">
          <ac:chgData name="昕 许" userId="a2975fcd840abfc3" providerId="LiveId" clId="{49CCD4F9-177C-4270-9A14-60236FF377E8}" dt="2026-05-05T05:39:45.257" v="13710" actId="20577"/>
          <ac:spMkLst>
            <pc:docMk/>
            <pc:sldMk cId="1142237274" sldId="363"/>
            <ac:spMk id="94" creationId="{53ABC02D-8442-3850-4BDD-78C64E7F6322}"/>
          </ac:spMkLst>
        </pc:spChg>
        <pc:spChg chg="mod">
          <ac:chgData name="昕 许" userId="a2975fcd840abfc3" providerId="LiveId" clId="{49CCD4F9-177C-4270-9A14-60236FF377E8}" dt="2026-05-05T05:46:16.167" v="13866" actId="1076"/>
          <ac:spMkLst>
            <pc:docMk/>
            <pc:sldMk cId="1142237274" sldId="363"/>
            <ac:spMk id="95" creationId="{1BB7D0ED-B308-F2E3-E2D3-5FF0AC302363}"/>
          </ac:spMkLst>
        </pc:spChg>
        <pc:spChg chg="add mod">
          <ac:chgData name="昕 许" userId="a2975fcd840abfc3" providerId="LiveId" clId="{49CCD4F9-177C-4270-9A14-60236FF377E8}" dt="2026-05-05T05:41:43.193" v="13729" actId="1076"/>
          <ac:spMkLst>
            <pc:docMk/>
            <pc:sldMk cId="1142237274" sldId="363"/>
            <ac:spMk id="96" creationId="{77077B7E-8396-4BAB-63F1-487804C1B0C5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112" creationId="{222F9987-5208-A5EE-F6DF-6CFB53412260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114" creationId="{47B99F41-7739-6178-D78B-B5D26B0A0ED8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125" creationId="{4BEC700D-A090-D12D-EC73-DB2D04320CA3}"/>
          </ac:spMkLst>
        </pc:spChg>
        <pc:spChg chg="del">
          <ac:chgData name="昕 许" userId="a2975fcd840abfc3" providerId="LiveId" clId="{49CCD4F9-177C-4270-9A14-60236FF377E8}" dt="2026-05-05T05:35:54.532" v="13611" actId="478"/>
          <ac:spMkLst>
            <pc:docMk/>
            <pc:sldMk cId="1142237274" sldId="363"/>
            <ac:spMk id="127" creationId="{24C100E7-D130-E3C2-D51F-96D24D79DC43}"/>
          </ac:spMkLst>
        </pc:spChg>
        <pc:spChg chg="del">
          <ac:chgData name="昕 许" userId="a2975fcd840abfc3" providerId="LiveId" clId="{49CCD4F9-177C-4270-9A14-60236FF377E8}" dt="2026-05-05T05:35:54.532" v="13611" actId="478"/>
          <ac:spMkLst>
            <pc:docMk/>
            <pc:sldMk cId="1142237274" sldId="363"/>
            <ac:spMk id="134" creationId="{ADAE86CF-A370-1B02-BE63-3A495EAC239F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141" creationId="{A7420A73-4A01-0EA0-62C7-331ADF309057}"/>
          </ac:spMkLst>
        </pc:spChg>
        <pc:spChg chg="del">
          <ac:chgData name="昕 许" userId="a2975fcd840abfc3" providerId="LiveId" clId="{49CCD4F9-177C-4270-9A14-60236FF377E8}" dt="2026-05-05T05:35:54.532" v="13611" actId="478"/>
          <ac:spMkLst>
            <pc:docMk/>
            <pc:sldMk cId="1142237274" sldId="363"/>
            <ac:spMk id="154" creationId="{F002697B-4346-C4F3-9AAB-3DC1680CBBBA}"/>
          </ac:spMkLst>
        </pc:spChg>
        <pc:spChg chg="mod">
          <ac:chgData name="昕 许" userId="a2975fcd840abfc3" providerId="LiveId" clId="{49CCD4F9-177C-4270-9A14-60236FF377E8}" dt="2026-05-05T05:38:42.699" v="13668"/>
          <ac:spMkLst>
            <pc:docMk/>
            <pc:sldMk cId="1142237274" sldId="363"/>
            <ac:spMk id="155" creationId="{7428DE67-6AD0-8615-2828-CC754DEB93A9}"/>
          </ac:spMkLst>
        </pc:spChg>
        <pc:spChg chg="add mod">
          <ac:chgData name="昕 许" userId="a2975fcd840abfc3" providerId="LiveId" clId="{49CCD4F9-177C-4270-9A14-60236FF377E8}" dt="2026-05-05T05:46:00.437" v="13843" actId="1076"/>
          <ac:spMkLst>
            <pc:docMk/>
            <pc:sldMk cId="1142237274" sldId="363"/>
            <ac:spMk id="162" creationId="{48004DFE-BD6C-347F-2A05-1C7DFC58B4DE}"/>
          </ac:spMkLst>
        </pc:spChg>
        <pc:spChg chg="mod">
          <ac:chgData name="昕 许" userId="a2975fcd840abfc3" providerId="LiveId" clId="{49CCD4F9-177C-4270-9A14-60236FF377E8}" dt="2026-05-05T05:46:00.437" v="13843" actId="1076"/>
          <ac:spMkLst>
            <pc:docMk/>
            <pc:sldMk cId="1142237274" sldId="363"/>
            <ac:spMk id="163" creationId="{553B75A0-AAB5-9262-F94C-1DD19EA878D5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166" creationId="{7A8C7EAA-0E9C-4D50-912C-CEFBB5ED48BC}"/>
          </ac:spMkLst>
        </pc:spChg>
        <pc:spChg chg="mod">
          <ac:chgData name="昕 许" userId="a2975fcd840abfc3" providerId="LiveId" clId="{49CCD4F9-177C-4270-9A14-60236FF377E8}" dt="2026-05-05T05:41:02.644" v="13722" actId="207"/>
          <ac:spMkLst>
            <pc:docMk/>
            <pc:sldMk cId="1142237274" sldId="363"/>
            <ac:spMk id="167" creationId="{406321C3-BF26-7656-6D41-639FF42513CF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169" creationId="{774973E3-5018-61A7-4A01-FB0FA3776101}"/>
          </ac:spMkLst>
        </pc:spChg>
        <pc:spChg chg="mod">
          <ac:chgData name="昕 许" userId="a2975fcd840abfc3" providerId="LiveId" clId="{49CCD4F9-177C-4270-9A14-60236FF377E8}" dt="2026-05-05T05:46:32.843" v="13876" actId="1076"/>
          <ac:spMkLst>
            <pc:docMk/>
            <pc:sldMk cId="1142237274" sldId="363"/>
            <ac:spMk id="177" creationId="{0468C560-4215-C714-4749-836C4B718DD5}"/>
          </ac:spMkLst>
        </pc:spChg>
        <pc:spChg chg="mod">
          <ac:chgData name="昕 许" userId="a2975fcd840abfc3" providerId="LiveId" clId="{49CCD4F9-177C-4270-9A14-60236FF377E8}" dt="2026-05-05T05:40:45.173" v="13715" actId="20577"/>
          <ac:spMkLst>
            <pc:docMk/>
            <pc:sldMk cId="1142237274" sldId="363"/>
            <ac:spMk id="180" creationId="{11EC13D5-98DF-76A3-3306-A3C7915C8CC2}"/>
          </ac:spMkLst>
        </pc:spChg>
        <pc:spChg chg="mod">
          <ac:chgData name="昕 许" userId="a2975fcd840abfc3" providerId="LiveId" clId="{49CCD4F9-177C-4270-9A14-60236FF377E8}" dt="2026-05-05T05:40:46.786" v="13716" actId="20577"/>
          <ac:spMkLst>
            <pc:docMk/>
            <pc:sldMk cId="1142237274" sldId="363"/>
            <ac:spMk id="183" creationId="{DA8A2890-6C7E-3AEC-D040-7F57B25DEC7F}"/>
          </ac:spMkLst>
        </pc:spChg>
        <pc:spChg chg="mod">
          <ac:chgData name="昕 许" userId="a2975fcd840abfc3" providerId="LiveId" clId="{49CCD4F9-177C-4270-9A14-60236FF377E8}" dt="2026-05-05T05:40:48.258" v="13717" actId="20577"/>
          <ac:spMkLst>
            <pc:docMk/>
            <pc:sldMk cId="1142237274" sldId="363"/>
            <ac:spMk id="186" creationId="{8F2FB91A-F16F-E47B-0AD0-7BAD52ACFDD5}"/>
          </ac:spMkLst>
        </pc:spChg>
        <pc:spChg chg="mod">
          <ac:chgData name="昕 许" userId="a2975fcd840abfc3" providerId="LiveId" clId="{49CCD4F9-177C-4270-9A14-60236FF377E8}" dt="2026-05-05T05:41:09.296" v="13724" actId="207"/>
          <ac:spMkLst>
            <pc:docMk/>
            <pc:sldMk cId="1142237274" sldId="363"/>
            <ac:spMk id="189" creationId="{33115F9A-54E1-1872-0711-110E97310C7B}"/>
          </ac:spMkLst>
        </pc:spChg>
        <pc:spChg chg="mod">
          <ac:chgData name="昕 许" userId="a2975fcd840abfc3" providerId="LiveId" clId="{49CCD4F9-177C-4270-9A14-60236FF377E8}" dt="2026-05-05T05:46:41.989" v="13895" actId="1076"/>
          <ac:spMkLst>
            <pc:docMk/>
            <pc:sldMk cId="1142237274" sldId="363"/>
            <ac:spMk id="190" creationId="{19775C0C-DE96-E104-3A43-7B622FE2B795}"/>
          </ac:spMkLst>
        </pc:spChg>
        <pc:spChg chg="mod">
          <ac:chgData name="昕 许" userId="a2975fcd840abfc3" providerId="LiveId" clId="{49CCD4F9-177C-4270-9A14-60236FF377E8}" dt="2026-05-05T05:41:55.743" v="13733" actId="1076"/>
          <ac:spMkLst>
            <pc:docMk/>
            <pc:sldMk cId="1142237274" sldId="363"/>
            <ac:spMk id="191" creationId="{C1EBF288-8CA5-4284-8CA1-1ED81E700DEB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197" creationId="{B95BED8E-4404-132D-9D1B-12C60584DE5B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205" creationId="{DAD7A818-46B4-57D2-94EE-0A3301D07B39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209" creationId="{171FABD9-7CBB-10F6-D8DF-1343CDA5DFDA}"/>
          </ac:spMkLst>
        </pc:spChg>
        <pc:spChg chg="mod">
          <ac:chgData name="昕 许" userId="a2975fcd840abfc3" providerId="LiveId" clId="{49CCD4F9-177C-4270-9A14-60236FF377E8}" dt="2026-05-05T05:40:36.547" v="13711"/>
          <ac:spMkLst>
            <pc:docMk/>
            <pc:sldMk cId="1142237274" sldId="363"/>
            <ac:spMk id="214" creationId="{CF0C6E35-FE24-2196-94E9-1475E92D660D}"/>
          </ac:spMkLst>
        </pc:spChg>
        <pc:spChg chg="add mod">
          <ac:chgData name="昕 许" userId="a2975fcd840abfc3" providerId="LiveId" clId="{49CCD4F9-177C-4270-9A14-60236FF377E8}" dt="2026-05-05T05:46:27.876" v="13874" actId="1076"/>
          <ac:spMkLst>
            <pc:docMk/>
            <pc:sldMk cId="1142237274" sldId="363"/>
            <ac:spMk id="217" creationId="{AB7323AC-5919-FC61-E2B2-50D75D152614}"/>
          </ac:spMkLst>
        </pc:spChg>
        <pc:spChg chg="add mod">
          <ac:chgData name="昕 许" userId="a2975fcd840abfc3" providerId="LiveId" clId="{49CCD4F9-177C-4270-9A14-60236FF377E8}" dt="2026-05-05T05:46:27.876" v="13874" actId="1076"/>
          <ac:spMkLst>
            <pc:docMk/>
            <pc:sldMk cId="1142237274" sldId="363"/>
            <ac:spMk id="218" creationId="{886B2D82-6C92-18B8-9988-F21DDD5BD464}"/>
          </ac:spMkLst>
        </pc:spChg>
        <pc:spChg chg="add mod">
          <ac:chgData name="昕 许" userId="a2975fcd840abfc3" providerId="LiveId" clId="{49CCD4F9-177C-4270-9A14-60236FF377E8}" dt="2026-05-05T05:43:02.562" v="13783" actId="113"/>
          <ac:spMkLst>
            <pc:docMk/>
            <pc:sldMk cId="1142237274" sldId="363"/>
            <ac:spMk id="220" creationId="{30D7BCC4-D1F2-20E7-6EC0-2BABAA04B6FA}"/>
          </ac:spMkLst>
        </pc:spChg>
        <pc:spChg chg="add mod">
          <ac:chgData name="昕 许" userId="a2975fcd840abfc3" providerId="LiveId" clId="{49CCD4F9-177C-4270-9A14-60236FF377E8}" dt="2026-05-05T05:43:05.557" v="13785" actId="113"/>
          <ac:spMkLst>
            <pc:docMk/>
            <pc:sldMk cId="1142237274" sldId="363"/>
            <ac:spMk id="221" creationId="{EBB607EB-6B62-8AE8-3B7A-DE52F4BC30B9}"/>
          </ac:spMkLst>
        </pc:spChg>
        <pc:spChg chg="add mod">
          <ac:chgData name="昕 许" userId="a2975fcd840abfc3" providerId="LiveId" clId="{49CCD4F9-177C-4270-9A14-60236FF377E8}" dt="2026-05-05T05:43:15.576" v="13792" actId="113"/>
          <ac:spMkLst>
            <pc:docMk/>
            <pc:sldMk cId="1142237274" sldId="363"/>
            <ac:spMk id="222" creationId="{63373CCB-384B-509B-AC5B-44DC78D92AE3}"/>
          </ac:spMkLst>
        </pc:spChg>
        <pc:spChg chg="add mod">
          <ac:chgData name="昕 许" userId="a2975fcd840abfc3" providerId="LiveId" clId="{49CCD4F9-177C-4270-9A14-60236FF377E8}" dt="2026-05-05T05:43:12.822" v="13791"/>
          <ac:spMkLst>
            <pc:docMk/>
            <pc:sldMk cId="1142237274" sldId="363"/>
            <ac:spMk id="223" creationId="{DA20F04D-C828-7175-CBFA-A64368F7FA3B}"/>
          </ac:spMkLst>
        </pc:spChg>
        <pc:grpChg chg="del mod">
          <ac:chgData name="昕 许" userId="a2975fcd840abfc3" providerId="LiveId" clId="{49CCD4F9-177C-4270-9A14-60236FF377E8}" dt="2026-05-05T05:38:14.246" v="13661" actId="207"/>
          <ac:grpSpMkLst>
            <pc:docMk/>
            <pc:sldMk cId="1142237274" sldId="363"/>
            <ac:grpSpMk id="3" creationId="{725A9C1C-A290-9F82-AB6F-E7E14A827B88}"/>
          </ac:grpSpMkLst>
        </pc:grpChg>
        <pc:grpChg chg="mod">
          <ac:chgData name="昕 许" userId="a2975fcd840abfc3" providerId="LiveId" clId="{49CCD4F9-177C-4270-9A14-60236FF377E8}" dt="2026-05-05T05:38:33.279" v="13664" actId="1076"/>
          <ac:grpSpMkLst>
            <pc:docMk/>
            <pc:sldMk cId="1142237274" sldId="363"/>
            <ac:grpSpMk id="7" creationId="{BADCB2EA-E98E-3112-662C-7AF181CFFB51}"/>
          </ac:grpSpMkLst>
        </pc:grpChg>
        <pc:grpChg chg="mod">
          <ac:chgData name="昕 许" userId="a2975fcd840abfc3" providerId="LiveId" clId="{49CCD4F9-177C-4270-9A14-60236FF377E8}" dt="2026-05-05T05:38:14.246" v="13661" actId="207"/>
          <ac:grpSpMkLst>
            <pc:docMk/>
            <pc:sldMk cId="1142237274" sldId="363"/>
            <ac:grpSpMk id="10" creationId="{B70D546A-1B40-CE7B-ECD8-8B31EBC2938D}"/>
          </ac:grpSpMkLst>
        </pc:grpChg>
        <pc:grpChg chg="add mod">
          <ac:chgData name="昕 许" userId="a2975fcd840abfc3" providerId="LiveId" clId="{49CCD4F9-177C-4270-9A14-60236FF377E8}" dt="2026-05-05T05:38:14.246" v="13661" actId="207"/>
          <ac:grpSpMkLst>
            <pc:docMk/>
            <pc:sldMk cId="1142237274" sldId="363"/>
            <ac:grpSpMk id="13" creationId="{837C13B4-2A2D-5937-4DA9-6D05597C4C43}"/>
          </ac:grpSpMkLst>
        </pc:grpChg>
        <pc:grpChg chg="add mod">
          <ac:chgData name="昕 许" userId="a2975fcd840abfc3" providerId="LiveId" clId="{49CCD4F9-177C-4270-9A14-60236FF377E8}" dt="2026-05-05T05:38:14.246" v="13661" actId="207"/>
          <ac:grpSpMkLst>
            <pc:docMk/>
            <pc:sldMk cId="1142237274" sldId="363"/>
            <ac:grpSpMk id="16" creationId="{887B78A3-C5B7-5C76-98B7-DD575229B961}"/>
          </ac:grpSpMkLst>
        </pc:grpChg>
        <pc:grpChg chg="mod">
          <ac:chgData name="昕 许" userId="a2975fcd840abfc3" providerId="LiveId" clId="{49CCD4F9-177C-4270-9A14-60236FF377E8}" dt="2026-05-05T05:36:44.165" v="13635" actId="1076"/>
          <ac:grpSpMkLst>
            <pc:docMk/>
            <pc:sldMk cId="1142237274" sldId="363"/>
            <ac:grpSpMk id="19" creationId="{F9C60AEC-CF35-5C97-0D35-CEFAD7ADD5B2}"/>
          </ac:grpSpMkLst>
        </pc:grpChg>
        <pc:grpChg chg="mod">
          <ac:chgData name="昕 许" userId="a2975fcd840abfc3" providerId="LiveId" clId="{49CCD4F9-177C-4270-9A14-60236FF377E8}" dt="2026-05-05T05:38:33.279" v="13664" actId="1076"/>
          <ac:grpSpMkLst>
            <pc:docMk/>
            <pc:sldMk cId="1142237274" sldId="363"/>
            <ac:grpSpMk id="22" creationId="{824D5761-3D90-3887-5D1B-483295207D8D}"/>
          </ac:grpSpMkLst>
        </pc:grpChg>
        <pc:grpChg chg="add mod">
          <ac:chgData name="昕 许" userId="a2975fcd840abfc3" providerId="LiveId" clId="{49CCD4F9-177C-4270-9A14-60236FF377E8}" dt="2026-05-05T05:38:33.279" v="13664" actId="1076"/>
          <ac:grpSpMkLst>
            <pc:docMk/>
            <pc:sldMk cId="1142237274" sldId="363"/>
            <ac:grpSpMk id="25" creationId="{644D0C45-9CAD-BA5C-95EA-3A11C1A6ECFA}"/>
          </ac:grpSpMkLst>
        </pc:grpChg>
        <pc:grpChg chg="add mod">
          <ac:chgData name="昕 许" userId="a2975fcd840abfc3" providerId="LiveId" clId="{49CCD4F9-177C-4270-9A14-60236FF377E8}" dt="2026-05-05T05:38:14.246" v="13661" actId="207"/>
          <ac:grpSpMkLst>
            <pc:docMk/>
            <pc:sldMk cId="1142237274" sldId="363"/>
            <ac:grpSpMk id="28" creationId="{5036330D-BBDB-90DC-A794-362250AA3F8D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31" creationId="{80A0E2B4-AEDE-537C-B4B1-55618EEE2F20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34" creationId="{13F7ED56-122C-3FD5-EF4B-C5EDF0518705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37" creationId="{9C25308D-6777-81FA-4094-56A02425D6DB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38" creationId="{16EEA5D6-2D2D-22D8-D948-B1F6A07AF9DB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43" creationId="{D5FFC285-113C-B565-F6E0-894BF750F229}"/>
          </ac:grpSpMkLst>
        </pc:grpChg>
        <pc:grpChg chg="add del">
          <ac:chgData name="昕 许" userId="a2975fcd840abfc3" providerId="LiveId" clId="{49CCD4F9-177C-4270-9A14-60236FF377E8}" dt="2026-05-05T05:36:09.842" v="13619" actId="478"/>
          <ac:grpSpMkLst>
            <pc:docMk/>
            <pc:sldMk cId="1142237274" sldId="363"/>
            <ac:grpSpMk id="44" creationId="{C4B101E7-C2BF-3647-C39B-55135BA0D1B5}"/>
          </ac:grpSpMkLst>
        </pc:grpChg>
        <pc:grpChg chg="add del mod">
          <ac:chgData name="昕 许" userId="a2975fcd840abfc3" providerId="LiveId" clId="{49CCD4F9-177C-4270-9A14-60236FF377E8}" dt="2026-05-05T05:45:56.359" v="13842" actId="1076"/>
          <ac:grpSpMkLst>
            <pc:docMk/>
            <pc:sldMk cId="1142237274" sldId="363"/>
            <ac:grpSpMk id="47" creationId="{EC38DA33-B327-82CB-6912-71014575B0E6}"/>
          </ac:grpSpMkLst>
        </pc:grpChg>
        <pc:grpChg chg="del">
          <ac:chgData name="昕 许" userId="a2975fcd840abfc3" providerId="LiveId" clId="{49CCD4F9-177C-4270-9A14-60236FF377E8}" dt="2026-05-05T05:36:09.842" v="13619" actId="478"/>
          <ac:grpSpMkLst>
            <pc:docMk/>
            <pc:sldMk cId="1142237274" sldId="363"/>
            <ac:grpSpMk id="50" creationId="{99401E68-EE2A-E265-CF08-D11A64AD9F7B}"/>
          </ac:grpSpMkLst>
        </pc:grpChg>
        <pc:grpChg chg="add mod">
          <ac:chgData name="昕 许" userId="a2975fcd840abfc3" providerId="LiveId" clId="{49CCD4F9-177C-4270-9A14-60236FF377E8}" dt="2026-05-05T05:36:44.165" v="13635" actId="1076"/>
          <ac:grpSpMkLst>
            <pc:docMk/>
            <pc:sldMk cId="1142237274" sldId="363"/>
            <ac:grpSpMk id="53" creationId="{E23D9717-51AC-088E-98C4-5A338B35BC96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66" creationId="{4DD7B704-FAD7-E3E1-0775-D7A9DD5ABFCF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69" creationId="{C277299E-5C8C-A1ED-99CA-53A7E0F66317}"/>
          </ac:grpSpMkLst>
        </pc:grpChg>
        <pc:grpChg chg="mod">
          <ac:chgData name="昕 许" userId="a2975fcd840abfc3" providerId="LiveId" clId="{49CCD4F9-177C-4270-9A14-60236FF377E8}" dt="2026-05-05T05:39:30.358" v="13707" actId="1037"/>
          <ac:grpSpMkLst>
            <pc:docMk/>
            <pc:sldMk cId="1142237274" sldId="363"/>
            <ac:grpSpMk id="73" creationId="{72137445-09FA-1E10-230E-DDF777B7E0EA}"/>
          </ac:grpSpMkLst>
        </pc:grpChg>
        <pc:grpChg chg="mod">
          <ac:chgData name="昕 许" userId="a2975fcd840abfc3" providerId="LiveId" clId="{49CCD4F9-177C-4270-9A14-60236FF377E8}" dt="2026-05-05T05:41:43.193" v="13729" actId="1076"/>
          <ac:grpSpMkLst>
            <pc:docMk/>
            <pc:sldMk cId="1142237274" sldId="363"/>
            <ac:grpSpMk id="76" creationId="{842D661D-D19A-A0DD-70A3-26C4ABDF02E2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81" creationId="{6BBB7C82-F52E-5EA5-DF1A-12272D491ECC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83" creationId="{73BA19A9-B30D-13F0-EDFF-41BEE39123F3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86" creationId="{F5A0C9EE-8B4B-7AA1-5822-662438F3EF5A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89" creationId="{7CC764B9-0B76-5906-34D1-9EF57A418427}"/>
          </ac:grpSpMkLst>
        </pc:grpChg>
        <pc:grpChg chg="mod">
          <ac:chgData name="昕 许" userId="a2975fcd840abfc3" providerId="LiveId" clId="{49CCD4F9-177C-4270-9A14-60236FF377E8}" dt="2026-05-05T05:46:00.437" v="13843" actId="1076"/>
          <ac:grpSpMkLst>
            <pc:docMk/>
            <pc:sldMk cId="1142237274" sldId="363"/>
            <ac:grpSpMk id="92" creationId="{41F53DE3-2F42-F8B9-C66C-2FB57B822E73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103" creationId="{3377924D-4F4D-B076-5DE4-D9FD93B44E8F}"/>
          </ac:grpSpMkLst>
        </pc:grpChg>
        <pc:grpChg chg="mod">
          <ac:chgData name="昕 许" userId="a2975fcd840abfc3" providerId="LiveId" clId="{49CCD4F9-177C-4270-9A14-60236FF377E8}" dt="2026-05-05T05:41:43.193" v="13729" actId="1076"/>
          <ac:grpSpMkLst>
            <pc:docMk/>
            <pc:sldMk cId="1142237274" sldId="363"/>
            <ac:grpSpMk id="107" creationId="{2287524C-B8DC-723E-20B5-437F354C2AE5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115" creationId="{D3894611-BB5B-4D54-BAE4-88A68D7B5CBC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118" creationId="{7D644240-EC2E-9482-4657-3DFC029F1851}"/>
          </ac:grpSpMkLst>
        </pc:grpChg>
        <pc:grpChg chg="mod">
          <ac:chgData name="昕 许" userId="a2975fcd840abfc3" providerId="LiveId" clId="{49CCD4F9-177C-4270-9A14-60236FF377E8}" dt="2026-05-05T05:41:47.178" v="13730" actId="1076"/>
          <ac:grpSpMkLst>
            <pc:docMk/>
            <pc:sldMk cId="1142237274" sldId="363"/>
            <ac:grpSpMk id="126" creationId="{A6983026-CFD1-1AB8-90EE-E4CEB259E0C8}"/>
          </ac:grpSpMkLst>
        </pc:grpChg>
        <pc:grpChg chg="mod">
          <ac:chgData name="昕 许" userId="a2975fcd840abfc3" providerId="LiveId" clId="{49CCD4F9-177C-4270-9A14-60236FF377E8}" dt="2026-05-05T05:41:47.178" v="13730" actId="1076"/>
          <ac:grpSpMkLst>
            <pc:docMk/>
            <pc:sldMk cId="1142237274" sldId="363"/>
            <ac:grpSpMk id="132" creationId="{2D049ED4-4C3E-AC9F-16C0-F5412C07E752}"/>
          </ac:grpSpMkLst>
        </pc:grpChg>
        <pc:grpChg chg="mod">
          <ac:chgData name="昕 许" userId="a2975fcd840abfc3" providerId="LiveId" clId="{49CCD4F9-177C-4270-9A14-60236FF377E8}" dt="2026-05-05T05:41:47.178" v="13730" actId="1076"/>
          <ac:grpSpMkLst>
            <pc:docMk/>
            <pc:sldMk cId="1142237274" sldId="363"/>
            <ac:grpSpMk id="142" creationId="{451E3713-1E02-7559-8399-37830A7D2FB2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147" creationId="{8075ED26-EA3C-29AD-4AB2-54795AE73977}"/>
          </ac:grpSpMkLst>
        </pc:grpChg>
        <pc:grpChg chg="del">
          <ac:chgData name="昕 许" userId="a2975fcd840abfc3" providerId="LiveId" clId="{49CCD4F9-177C-4270-9A14-60236FF377E8}" dt="2026-05-05T05:35:54.532" v="13611" actId="478"/>
          <ac:grpSpMkLst>
            <pc:docMk/>
            <pc:sldMk cId="1142237274" sldId="363"/>
            <ac:grpSpMk id="150" creationId="{82BBCC2B-3738-D262-5249-72FC2568AFA0}"/>
          </ac:grpSpMkLst>
        </pc:grpChg>
        <pc:grpChg chg="mod">
          <ac:chgData name="昕 许" userId="a2975fcd840abfc3" providerId="LiveId" clId="{49CCD4F9-177C-4270-9A14-60236FF377E8}" dt="2026-05-05T05:41:47.178" v="13730" actId="1076"/>
          <ac:grpSpMkLst>
            <pc:docMk/>
            <pc:sldMk cId="1142237274" sldId="363"/>
            <ac:grpSpMk id="156" creationId="{B9F440C1-7354-FAA4-9313-244C2FD758E3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65" creationId="{9903D290-6161-1936-E34B-C2BB6B1DFEAB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68" creationId="{DCE51DD4-38DC-DA88-5464-15373A58E87A}"/>
          </ac:grpSpMkLst>
        </pc:grpChg>
        <pc:grpChg chg="mod">
          <ac:chgData name="昕 许" userId="a2975fcd840abfc3" providerId="LiveId" clId="{49CCD4F9-177C-4270-9A14-60236FF377E8}" dt="2026-05-05T05:41:55.743" v="13733" actId="1076"/>
          <ac:grpSpMkLst>
            <pc:docMk/>
            <pc:sldMk cId="1142237274" sldId="363"/>
            <ac:grpSpMk id="171" creationId="{3ACF1349-3DA3-4C3E-A48D-FD9DA43A5038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74" creationId="{EEF948D3-DF28-E042-10D2-05D4483818F2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78" creationId="{9A1DAAFD-6F37-32D7-C067-E06BF8D5A3EA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81" creationId="{1F333276-62B6-0526-7341-7FE7F2E5DCAC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84" creationId="{165DD7E0-02E1-982E-4481-CC69B516D43B}"/>
          </ac:grpSpMkLst>
        </pc:grpChg>
        <pc:grpChg chg="mod">
          <ac:chgData name="昕 许" userId="a2975fcd840abfc3" providerId="LiveId" clId="{49CCD4F9-177C-4270-9A14-60236FF377E8}" dt="2026-05-05T05:46:27.876" v="13874" actId="1076"/>
          <ac:grpSpMkLst>
            <pc:docMk/>
            <pc:sldMk cId="1142237274" sldId="363"/>
            <ac:grpSpMk id="187" creationId="{DE63BBFA-6179-6F4B-A5F6-8BB600E90534}"/>
          </ac:grpSpMkLst>
        </pc:grpChg>
        <pc:grpChg chg="mod">
          <ac:chgData name="昕 许" userId="a2975fcd840abfc3" providerId="LiveId" clId="{49CCD4F9-177C-4270-9A14-60236FF377E8}" dt="2026-05-05T05:41:55.743" v="13733" actId="1076"/>
          <ac:grpSpMkLst>
            <pc:docMk/>
            <pc:sldMk cId="1142237274" sldId="363"/>
            <ac:grpSpMk id="195" creationId="{58201514-EB8C-D576-988A-292B5288E83A}"/>
          </ac:grpSpMkLst>
        </pc:grpChg>
        <pc:grpChg chg="mod">
          <ac:chgData name="昕 许" userId="a2975fcd840abfc3" providerId="LiveId" clId="{49CCD4F9-177C-4270-9A14-60236FF377E8}" dt="2026-05-05T05:41:55.743" v="13733" actId="1076"/>
          <ac:grpSpMkLst>
            <pc:docMk/>
            <pc:sldMk cId="1142237274" sldId="363"/>
            <ac:grpSpMk id="204" creationId="{0A4AB4CE-9238-6A18-6716-172E0937E8D5}"/>
          </ac:grpSpMkLst>
        </pc:grpChg>
        <pc:grpChg chg="mod">
          <ac:chgData name="昕 许" userId="a2975fcd840abfc3" providerId="LiveId" clId="{49CCD4F9-177C-4270-9A14-60236FF377E8}" dt="2026-05-05T05:41:55.743" v="13733" actId="1076"/>
          <ac:grpSpMkLst>
            <pc:docMk/>
            <pc:sldMk cId="1142237274" sldId="363"/>
            <ac:grpSpMk id="207" creationId="{18AABDD2-4DCC-A8F0-4F96-677AFADB88CE}"/>
          </ac:grpSpMkLst>
        </pc:grpChg>
        <pc:cxnChg chg="add mod">
          <ac:chgData name="昕 许" userId="a2975fcd840abfc3" providerId="LiveId" clId="{49CCD4F9-177C-4270-9A14-60236FF377E8}" dt="2026-05-05T05:36:47.204" v="13636" actId="1076"/>
          <ac:cxnSpMkLst>
            <pc:docMk/>
            <pc:sldMk cId="1142237274" sldId="363"/>
            <ac:cxnSpMk id="56" creationId="{CDB3FABB-4C1F-DE06-C8A8-F16EFA4A005D}"/>
          </ac:cxnSpMkLst>
        </pc:cxnChg>
        <pc:cxnChg chg="add del mod">
          <ac:chgData name="昕 许" userId="a2975fcd840abfc3" providerId="LiveId" clId="{49CCD4F9-177C-4270-9A14-60236FF377E8}" dt="2026-05-05T05:38:00.476" v="13660" actId="478"/>
          <ac:cxnSpMkLst>
            <pc:docMk/>
            <pc:sldMk cId="1142237274" sldId="363"/>
            <ac:cxnSpMk id="59" creationId="{F737FBD6-6B85-6ADF-9F89-D8A236DA14DD}"/>
          </ac:cxnSpMkLst>
        </pc:cxnChg>
        <pc:cxnChg chg="add mod">
          <ac:chgData name="昕 许" userId="a2975fcd840abfc3" providerId="LiveId" clId="{49CCD4F9-177C-4270-9A14-60236FF377E8}" dt="2026-05-05T05:42:13.100" v="13736" actId="693"/>
          <ac:cxnSpMkLst>
            <pc:docMk/>
            <pc:sldMk cId="1142237274" sldId="363"/>
            <ac:cxnSpMk id="63" creationId="{AC83B4E7-05C3-813D-48A1-418560C858E0}"/>
          </ac:cxnSpMkLst>
        </pc:cxnChg>
        <pc:cxnChg chg="del">
          <ac:chgData name="昕 许" userId="a2975fcd840abfc3" providerId="LiveId" clId="{49CCD4F9-177C-4270-9A14-60236FF377E8}" dt="2026-05-05T05:40:41.338" v="13713" actId="478"/>
          <ac:cxnSpMkLst>
            <pc:docMk/>
            <pc:sldMk cId="1142237274" sldId="363"/>
            <ac:cxnSpMk id="164" creationId="{6582EAAC-B27D-CB72-6E8C-B672D8E13B0D}"/>
          </ac:cxnSpMkLst>
        </pc:cxnChg>
        <pc:cxnChg chg="add mod">
          <ac:chgData name="昕 许" userId="a2975fcd840abfc3" providerId="LiveId" clId="{49CCD4F9-177C-4270-9A14-60236FF377E8}" dt="2026-05-05T05:42:18.463" v="13737" actId="693"/>
          <ac:cxnSpMkLst>
            <pc:docMk/>
            <pc:sldMk cId="1142237274" sldId="363"/>
            <ac:cxnSpMk id="219" creationId="{7FE8774E-0F10-FFD2-DD43-68A625394843}"/>
          </ac:cxnSpMkLst>
        </pc:cxnChg>
      </pc:sldChg>
      <pc:sldChg chg="addSp delSp modSp add del mod">
        <pc:chgData name="昕 许" userId="a2975fcd840abfc3" providerId="LiveId" clId="{49CCD4F9-177C-4270-9A14-60236FF377E8}" dt="2026-05-05T05:28:26.603" v="13278" actId="47"/>
        <pc:sldMkLst>
          <pc:docMk/>
          <pc:sldMk cId="1169496355" sldId="363"/>
        </pc:sldMkLst>
      </pc:sldChg>
      <pc:sldChg chg="addSp delSp modSp add del mod">
        <pc:chgData name="昕 许" userId="a2975fcd840abfc3" providerId="LiveId" clId="{49CCD4F9-177C-4270-9A14-60236FF377E8}" dt="2026-05-05T05:28:26.808" v="13279" actId="47"/>
        <pc:sldMkLst>
          <pc:docMk/>
          <pc:sldMk cId="2448408737" sldId="364"/>
        </pc:sldMkLst>
      </pc:sldChg>
      <pc:sldChg chg="addSp delSp modSp add mod">
        <pc:chgData name="昕 许" userId="a2975fcd840abfc3" providerId="LiveId" clId="{49CCD4F9-177C-4270-9A14-60236FF377E8}" dt="2026-05-05T11:41:26.734" v="14721" actId="207"/>
        <pc:sldMkLst>
          <pc:docMk/>
          <pc:sldMk cId="2873010493" sldId="364"/>
        </pc:sldMkLst>
        <pc:spChg chg="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2" creationId="{2FAAA507-9A03-71A3-A6BF-AEDB75143448}"/>
          </ac:spMkLst>
        </pc:spChg>
        <pc:spChg chg="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6" creationId="{0DA43D35-F84D-B1FC-B7A2-48B7BF01D247}"/>
          </ac:spMkLst>
        </pc:spChg>
        <pc:spChg chg="mod">
          <ac:chgData name="昕 许" userId="a2975fcd840abfc3" providerId="LiveId" clId="{49CCD4F9-177C-4270-9A14-60236FF377E8}" dt="2026-05-05T06:08:30.160" v="14010" actId="113"/>
          <ac:spMkLst>
            <pc:docMk/>
            <pc:sldMk cId="2873010493" sldId="364"/>
            <ac:spMk id="32" creationId="{F900E4C3-5F51-EC3A-5A77-61D8F8157A00}"/>
          </ac:spMkLst>
        </pc:spChg>
        <pc:spChg chg="mod">
          <ac:chgData name="昕 许" userId="a2975fcd840abfc3" providerId="LiveId" clId="{49CCD4F9-177C-4270-9A14-60236FF377E8}" dt="2026-05-05T11:40:02.089" v="14697" actId="207"/>
          <ac:spMkLst>
            <pc:docMk/>
            <pc:sldMk cId="2873010493" sldId="364"/>
            <ac:spMk id="33" creationId="{02FBD4CA-5830-0A37-6485-338D624F085D}"/>
          </ac:spMkLst>
        </pc:spChg>
        <pc:spChg chg="mod">
          <ac:chgData name="昕 许" userId="a2975fcd840abfc3" providerId="LiveId" clId="{49CCD4F9-177C-4270-9A14-60236FF377E8}" dt="2026-05-05T06:08:26.855" v="14008" actId="113"/>
          <ac:spMkLst>
            <pc:docMk/>
            <pc:sldMk cId="2873010493" sldId="364"/>
            <ac:spMk id="35" creationId="{2AA9D3F0-9621-6A0B-9D0B-4E30D869FA92}"/>
          </ac:spMkLst>
        </pc:spChg>
        <pc:spChg chg="mod">
          <ac:chgData name="昕 许" userId="a2975fcd840abfc3" providerId="LiveId" clId="{49CCD4F9-177C-4270-9A14-60236FF377E8}" dt="2026-05-05T11:40:19.203" v="14703" actId="207"/>
          <ac:spMkLst>
            <pc:docMk/>
            <pc:sldMk cId="2873010493" sldId="364"/>
            <ac:spMk id="36" creationId="{B919D79F-BBE3-F5C4-CF44-6370521909A7}"/>
          </ac:spMkLst>
        </pc:spChg>
        <pc:spChg chg="mod">
          <ac:chgData name="昕 许" userId="a2975fcd840abfc3" providerId="LiveId" clId="{49CCD4F9-177C-4270-9A14-60236FF377E8}" dt="2026-05-05T06:08:28.054" v="14009" actId="113"/>
          <ac:spMkLst>
            <pc:docMk/>
            <pc:sldMk cId="2873010493" sldId="364"/>
            <ac:spMk id="40" creationId="{CB48F6A5-A113-BB26-7ECA-E17C1313DECD}"/>
          </ac:spMkLst>
        </pc:spChg>
        <pc:spChg chg="mod">
          <ac:chgData name="昕 许" userId="a2975fcd840abfc3" providerId="LiveId" clId="{49CCD4F9-177C-4270-9A14-60236FF377E8}" dt="2026-05-05T11:39:58.724" v="14696" actId="207"/>
          <ac:spMkLst>
            <pc:docMk/>
            <pc:sldMk cId="2873010493" sldId="364"/>
            <ac:spMk id="42" creationId="{A3CB419C-8B98-BD27-1A71-4220C0405C55}"/>
          </ac:spMkLst>
        </pc:spChg>
        <pc:spChg chg="mod">
          <ac:chgData name="昕 许" userId="a2975fcd840abfc3" providerId="LiveId" clId="{49CCD4F9-177C-4270-9A14-60236FF377E8}" dt="2026-05-05T06:08:25.792" v="14007" actId="113"/>
          <ac:spMkLst>
            <pc:docMk/>
            <pc:sldMk cId="2873010493" sldId="364"/>
            <ac:spMk id="45" creationId="{E35378B4-6367-23C3-7319-055F5FEE15F9}"/>
          </ac:spMkLst>
        </pc:spChg>
        <pc:spChg chg="mod">
          <ac:chgData name="昕 许" userId="a2975fcd840abfc3" providerId="LiveId" clId="{49CCD4F9-177C-4270-9A14-60236FF377E8}" dt="2026-05-05T11:40:15.665" v="14700" actId="207"/>
          <ac:spMkLst>
            <pc:docMk/>
            <pc:sldMk cId="2873010493" sldId="364"/>
            <ac:spMk id="46" creationId="{253A1A70-E417-BB4A-0EFA-6E74BD610F41}"/>
          </ac:spMkLst>
        </pc:spChg>
        <pc:spChg chg="add mod">
          <ac:chgData name="昕 许" userId="a2975fcd840abfc3" providerId="LiveId" clId="{49CCD4F9-177C-4270-9A14-60236FF377E8}" dt="2026-05-05T11:40:32.650" v="14707" actId="207"/>
          <ac:spMkLst>
            <pc:docMk/>
            <pc:sldMk cId="2873010493" sldId="364"/>
            <ac:spMk id="52" creationId="{9C5B4537-88AB-23E1-8D80-AFCF1499C982}"/>
          </ac:spMkLst>
        </pc:spChg>
        <pc:spChg chg="del mod">
          <ac:chgData name="昕 许" userId="a2975fcd840abfc3" providerId="LiveId" clId="{49CCD4F9-177C-4270-9A14-60236FF377E8}" dt="2026-05-05T06:05:34.369" v="13900" actId="478"/>
          <ac:spMkLst>
            <pc:docMk/>
            <pc:sldMk cId="2873010493" sldId="364"/>
            <ac:spMk id="57" creationId="{9AD8A3FA-6640-1AE2-6552-EE69A6D4A58C}"/>
          </ac:spMkLst>
        </pc:spChg>
        <pc:spChg chg="del mod">
          <ac:chgData name="昕 许" userId="a2975fcd840abfc3" providerId="LiveId" clId="{49CCD4F9-177C-4270-9A14-60236FF377E8}" dt="2026-05-05T06:05:35.474" v="13901" actId="478"/>
          <ac:spMkLst>
            <pc:docMk/>
            <pc:sldMk cId="2873010493" sldId="364"/>
            <ac:spMk id="58" creationId="{320823D7-F842-694D-0ED9-A8AE1907AF96}"/>
          </ac:spMkLst>
        </pc:spChg>
        <pc:spChg chg="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70" creationId="{E81F68C6-B4F3-6B6B-AF7E-195954A9FFE3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80" creationId="{47A5BDD7-7646-2D57-BEE2-B872090B8271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95" creationId="{F7051D03-9210-6A0C-1D55-3C4C193AD9B9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96" creationId="{D7D82769-EC7D-B6C5-E297-F123CA8417EA}"/>
          </ac:spMkLst>
        </pc:spChg>
        <pc:spChg chg="mod">
          <ac:chgData name="昕 许" userId="a2975fcd840abfc3" providerId="LiveId" clId="{49CCD4F9-177C-4270-9A14-60236FF377E8}" dt="2026-05-05T06:08:31.806" v="14011" actId="113"/>
          <ac:spMkLst>
            <pc:docMk/>
            <pc:sldMk cId="2873010493" sldId="364"/>
            <ac:spMk id="103" creationId="{F4407BA4-30BF-20A6-9E74-48CF586310FC}"/>
          </ac:spMkLst>
        </pc:spChg>
        <pc:spChg chg="mod">
          <ac:chgData name="昕 许" userId="a2975fcd840abfc3" providerId="LiveId" clId="{49CCD4F9-177C-4270-9A14-60236FF377E8}" dt="2026-05-05T11:40:38.262" v="14710" actId="207"/>
          <ac:spMkLst>
            <pc:docMk/>
            <pc:sldMk cId="2873010493" sldId="364"/>
            <ac:spMk id="104" creationId="{EFE49307-E29C-C971-8B02-C6C23E5005A5}"/>
          </ac:spMkLst>
        </pc:spChg>
        <pc:spChg chg="mod">
          <ac:chgData name="昕 许" userId="a2975fcd840abfc3" providerId="LiveId" clId="{49CCD4F9-177C-4270-9A14-60236FF377E8}" dt="2026-05-05T06:08:22.901" v="14005" actId="113"/>
          <ac:spMkLst>
            <pc:docMk/>
            <pc:sldMk cId="2873010493" sldId="364"/>
            <ac:spMk id="109" creationId="{ECC988F8-A028-7C11-9C36-82321739BDB6}"/>
          </ac:spMkLst>
        </pc:spChg>
        <pc:spChg chg="mod">
          <ac:chgData name="昕 许" userId="a2975fcd840abfc3" providerId="LiveId" clId="{49CCD4F9-177C-4270-9A14-60236FF377E8}" dt="2026-05-05T11:40:45.391" v="14713" actId="207"/>
          <ac:spMkLst>
            <pc:docMk/>
            <pc:sldMk cId="2873010493" sldId="364"/>
            <ac:spMk id="110" creationId="{FD218C23-3183-39A0-67C2-F19E5C2E3E94}"/>
          </ac:spMkLst>
        </pc:spChg>
        <pc:spChg chg="mod">
          <ac:chgData name="昕 许" userId="a2975fcd840abfc3" providerId="LiveId" clId="{49CCD4F9-177C-4270-9A14-60236FF377E8}" dt="2026-05-05T06:07:20.295" v="13978" actId="1076"/>
          <ac:spMkLst>
            <pc:docMk/>
            <pc:sldMk cId="2873010493" sldId="364"/>
            <ac:spMk id="111" creationId="{A67BDAFB-C3AF-F53F-5ED5-AE9440DDE55F}"/>
          </ac:spMkLst>
        </pc:spChg>
        <pc:spChg chg="mod">
          <ac:chgData name="昕 许" userId="a2975fcd840abfc3" providerId="LiveId" clId="{49CCD4F9-177C-4270-9A14-60236FF377E8}" dt="2026-05-05T06:08:33.102" v="14012" actId="113"/>
          <ac:spMkLst>
            <pc:docMk/>
            <pc:sldMk cId="2873010493" sldId="364"/>
            <ac:spMk id="116" creationId="{E286C382-F0E2-AA56-ED69-BB057D973801}"/>
          </ac:spMkLst>
        </pc:spChg>
        <pc:spChg chg="mod">
          <ac:chgData name="昕 许" userId="a2975fcd840abfc3" providerId="LiveId" clId="{49CCD4F9-177C-4270-9A14-60236FF377E8}" dt="2026-05-05T11:40:40.757" v="14711" actId="207"/>
          <ac:spMkLst>
            <pc:docMk/>
            <pc:sldMk cId="2873010493" sldId="364"/>
            <ac:spMk id="117" creationId="{6C46E790-973F-DE49-75AB-0DC596B4C59C}"/>
          </ac:spMkLst>
        </pc:spChg>
        <pc:spChg chg="mod">
          <ac:chgData name="昕 许" userId="a2975fcd840abfc3" providerId="LiveId" clId="{49CCD4F9-177C-4270-9A14-60236FF377E8}" dt="2026-05-05T06:08:24.388" v="14006" actId="113"/>
          <ac:spMkLst>
            <pc:docMk/>
            <pc:sldMk cId="2873010493" sldId="364"/>
            <ac:spMk id="119" creationId="{42DEA2F5-296D-C9B8-3A75-00A2E432ED1A}"/>
          </ac:spMkLst>
        </pc:spChg>
        <pc:spChg chg="mod">
          <ac:chgData name="昕 许" userId="a2975fcd840abfc3" providerId="LiveId" clId="{49CCD4F9-177C-4270-9A14-60236FF377E8}" dt="2026-05-05T11:40:47.961" v="14714" actId="207"/>
          <ac:spMkLst>
            <pc:docMk/>
            <pc:sldMk cId="2873010493" sldId="364"/>
            <ac:spMk id="120" creationId="{5F3892E9-EE5C-5F68-5C85-75AFD1DDEB89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22" creationId="{11EF52BC-D4D0-1F0D-FA36-2C206E51945F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23" creationId="{3101D3FB-17CE-EE95-712B-8AC375073175}"/>
          </ac:spMkLst>
        </pc:spChg>
        <pc:spChg chg="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131" creationId="{4F663AB3-57D7-6FEF-844A-0CA293D7AC31}"/>
          </ac:spMkLst>
        </pc:spChg>
        <pc:spChg chg="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134" creationId="{75A6C71E-4CC5-8E60-B151-5DE6757AEBA4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36" creationId="{35844D41-A523-41D1-2782-F098FDA94A08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46" creationId="{F9784866-6031-3470-F544-5B52E12431F6}"/>
          </ac:spMkLst>
        </pc:spChg>
        <pc:spChg chg="mod">
          <ac:chgData name="昕 许" userId="a2975fcd840abfc3" providerId="LiveId" clId="{49CCD4F9-177C-4270-9A14-60236FF377E8}" dt="2026-05-05T06:07:46.370" v="13987" actId="207"/>
          <ac:spMkLst>
            <pc:docMk/>
            <pc:sldMk cId="2873010493" sldId="364"/>
            <ac:spMk id="149" creationId="{7E618684-3659-5235-2193-C73605AE3306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52" creationId="{17855D0A-C1FF-D9FA-B7D4-BDB85BCAE911}"/>
          </ac:spMkLst>
        </pc:spChg>
        <pc:spChg chg="mod">
          <ac:chgData name="昕 许" userId="a2975fcd840abfc3" providerId="LiveId" clId="{49CCD4F9-177C-4270-9A14-60236FF377E8}" dt="2026-05-05T06:07:57.439" v="13988" actId="207"/>
          <ac:spMkLst>
            <pc:docMk/>
            <pc:sldMk cId="2873010493" sldId="364"/>
            <ac:spMk id="157" creationId="{2E4435E3-473E-E83C-C5EE-A16B2F64222F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162" creationId="{1B6B2525-C5EA-D757-D29E-2A3B0FDC51E1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163" creationId="{89EB8D46-00E0-A696-575D-739EBDF146BD}"/>
          </ac:spMkLst>
        </pc:spChg>
        <pc:spChg chg="mod">
          <ac:chgData name="昕 许" userId="a2975fcd840abfc3" providerId="LiveId" clId="{49CCD4F9-177C-4270-9A14-60236FF377E8}" dt="2026-05-05T06:07:16.932" v="13977"/>
          <ac:spMkLst>
            <pc:docMk/>
            <pc:sldMk cId="2873010493" sldId="364"/>
            <ac:spMk id="164" creationId="{035990FF-2602-1F8C-2E61-89CA9EA64658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177" creationId="{BB0269BC-7ED9-9FA2-62D5-E0E5C6ED4151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190" creationId="{B1DF3D20-8DE6-427D-6FF9-09E835E57D55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191" creationId="{067C69FE-10C8-1294-1409-DFC2D09338C2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217" creationId="{20D8E9FA-145D-E3AA-59D6-FE3835410B4D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218" creationId="{69D6C0F6-EEB6-56ED-7FBD-3E024ADCD64A}"/>
          </ac:spMkLst>
        </pc:spChg>
        <pc:spChg chg="del mod">
          <ac:chgData name="昕 许" userId="a2975fcd840abfc3" providerId="LiveId" clId="{49CCD4F9-177C-4270-9A14-60236FF377E8}" dt="2026-05-05T06:06:53.783" v="13969" actId="478"/>
          <ac:spMkLst>
            <pc:docMk/>
            <pc:sldMk cId="2873010493" sldId="364"/>
            <ac:spMk id="220" creationId="{223D1BC7-B657-33CE-7211-003DBB308D36}"/>
          </ac:spMkLst>
        </pc:spChg>
        <pc:spChg chg="del">
          <ac:chgData name="昕 许" userId="a2975fcd840abfc3" providerId="LiveId" clId="{49CCD4F9-177C-4270-9A14-60236FF377E8}" dt="2026-05-05T06:05:25.692" v="13898" actId="478"/>
          <ac:spMkLst>
            <pc:docMk/>
            <pc:sldMk cId="2873010493" sldId="364"/>
            <ac:spMk id="221" creationId="{7C2F75FD-FB93-D3E7-321B-FB6E458E4C0E}"/>
          </ac:spMkLst>
        </pc:spChg>
        <pc:spChg chg="del">
          <ac:chgData name="昕 许" userId="a2975fcd840abfc3" providerId="LiveId" clId="{49CCD4F9-177C-4270-9A14-60236FF377E8}" dt="2026-05-05T06:05:23.868" v="13897" actId="478"/>
          <ac:spMkLst>
            <pc:docMk/>
            <pc:sldMk cId="2873010493" sldId="364"/>
            <ac:spMk id="222" creationId="{E5B2827B-6965-7C7C-A7D1-61C0239E2D70}"/>
          </ac:spMkLst>
        </pc:spChg>
        <pc:spChg chg="mod">
          <ac:chgData name="昕 许" userId="a2975fcd840abfc3" providerId="LiveId" clId="{49CCD4F9-177C-4270-9A14-60236FF377E8}" dt="2026-05-05T11:41:14.876" v="14718" actId="207"/>
          <ac:spMkLst>
            <pc:docMk/>
            <pc:sldMk cId="2873010493" sldId="364"/>
            <ac:spMk id="229" creationId="{CBF31E64-C4B8-ABF0-90CD-AD652B52F3CC}"/>
          </ac:spMkLst>
        </pc:spChg>
        <pc:spChg chg="mod">
          <ac:chgData name="昕 许" userId="a2975fcd840abfc3" providerId="LiveId" clId="{49CCD4F9-177C-4270-9A14-60236FF377E8}" dt="2026-05-05T06:10:17.121" v="14048" actId="113"/>
          <ac:spMkLst>
            <pc:docMk/>
            <pc:sldMk cId="2873010493" sldId="364"/>
            <ac:spMk id="233" creationId="{4A876CE9-E071-B11E-E141-262850FE4691}"/>
          </ac:spMkLst>
        </pc:spChg>
        <pc:spChg chg="mod">
          <ac:chgData name="昕 许" userId="a2975fcd840abfc3" providerId="LiveId" clId="{49CCD4F9-177C-4270-9A14-60236FF377E8}" dt="2026-05-05T11:40:53.552" v="14715" actId="207"/>
          <ac:spMkLst>
            <pc:docMk/>
            <pc:sldMk cId="2873010493" sldId="364"/>
            <ac:spMk id="234" creationId="{66F5D346-C75C-B166-D564-EE91DD7CE84A}"/>
          </ac:spMkLst>
        </pc:spChg>
        <pc:spChg chg="mod">
          <ac:chgData name="昕 许" userId="a2975fcd840abfc3" providerId="LiveId" clId="{49CCD4F9-177C-4270-9A14-60236FF377E8}" dt="2026-05-05T06:10:16.161" v="14047" actId="113"/>
          <ac:spMkLst>
            <pc:docMk/>
            <pc:sldMk cId="2873010493" sldId="364"/>
            <ac:spMk id="237" creationId="{ACF5315B-FAF7-F95A-2566-30159D3B05AB}"/>
          </ac:spMkLst>
        </pc:spChg>
        <pc:spChg chg="mod">
          <ac:chgData name="昕 许" userId="a2975fcd840abfc3" providerId="LiveId" clId="{49CCD4F9-177C-4270-9A14-60236FF377E8}" dt="2026-05-05T06:10:14.578" v="14046" actId="113"/>
          <ac:spMkLst>
            <pc:docMk/>
            <pc:sldMk cId="2873010493" sldId="364"/>
            <ac:spMk id="240" creationId="{120215AA-81EF-66AD-FED4-2B8B56FFC03F}"/>
          </ac:spMkLst>
        </pc:spChg>
        <pc:spChg chg="add 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244" creationId="{96A90D4F-D16A-75AF-EB5D-292BB2DDAEB8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46" creationId="{0881E890-6275-72DA-8A04-E8E707A3523E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49" creationId="{FA0E53AC-9685-F37A-7D1D-77B48CE92C17}"/>
          </ac:spMkLst>
        </pc:spChg>
        <pc:spChg chg="mod">
          <ac:chgData name="昕 许" userId="a2975fcd840abfc3" providerId="LiveId" clId="{49CCD4F9-177C-4270-9A14-60236FF377E8}" dt="2026-05-05T06:10:36.459" v="14056" actId="113"/>
          <ac:spMkLst>
            <pc:docMk/>
            <pc:sldMk cId="2873010493" sldId="364"/>
            <ac:spMk id="250" creationId="{C07ABABF-F6E2-7BD3-1CB5-4C106C85D49B}"/>
          </ac:spMkLst>
        </pc:spChg>
        <pc:spChg chg="mod">
          <ac:chgData name="昕 许" userId="a2975fcd840abfc3" providerId="LiveId" clId="{49CCD4F9-177C-4270-9A14-60236FF377E8}" dt="2026-05-05T06:10:35.511" v="14055" actId="113"/>
          <ac:spMkLst>
            <pc:docMk/>
            <pc:sldMk cId="2873010493" sldId="364"/>
            <ac:spMk id="253" creationId="{B913A0F9-26EE-5CF2-E9DA-2B3FEDA02DE4}"/>
          </ac:spMkLst>
        </pc:spChg>
        <pc:spChg chg="mod">
          <ac:chgData name="昕 许" userId="a2975fcd840abfc3" providerId="LiveId" clId="{49CCD4F9-177C-4270-9A14-60236FF377E8}" dt="2026-05-05T06:10:34.211" v="14054" actId="113"/>
          <ac:spMkLst>
            <pc:docMk/>
            <pc:sldMk cId="2873010493" sldId="364"/>
            <ac:spMk id="255" creationId="{73869914-B0D8-D13B-5237-F883C3AAE8DD}"/>
          </ac:spMkLst>
        </pc:spChg>
        <pc:spChg chg="mod">
          <ac:chgData name="昕 许" userId="a2975fcd840abfc3" providerId="LiveId" clId="{49CCD4F9-177C-4270-9A14-60236FF377E8}" dt="2026-05-05T11:41:00.027" v="14716" actId="207"/>
          <ac:spMkLst>
            <pc:docMk/>
            <pc:sldMk cId="2873010493" sldId="364"/>
            <ac:spMk id="256" creationId="{F1DCDF12-A984-6086-50AB-63982B484A59}"/>
          </ac:spMkLst>
        </pc:spChg>
        <pc:spChg chg="add mod">
          <ac:chgData name="昕 许" userId="a2975fcd840abfc3" providerId="LiveId" clId="{49CCD4F9-177C-4270-9A14-60236FF377E8}" dt="2026-05-05T11:39:50.432" v="14693" actId="207"/>
          <ac:spMkLst>
            <pc:docMk/>
            <pc:sldMk cId="2873010493" sldId="364"/>
            <ac:spMk id="257" creationId="{C6BE6015-871B-7C7B-5852-61069BFA15CF}"/>
          </ac:spMkLst>
        </pc:spChg>
        <pc:spChg chg="mod">
          <ac:chgData name="昕 许" userId="a2975fcd840abfc3" providerId="LiveId" clId="{49CCD4F9-177C-4270-9A14-60236FF377E8}" dt="2026-05-05T06:09:20.461" v="14025" actId="1076"/>
          <ac:spMkLst>
            <pc:docMk/>
            <pc:sldMk cId="2873010493" sldId="364"/>
            <ac:spMk id="258" creationId="{822ADF86-449A-212B-26B3-0E8199AC434D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60" creationId="{8AE5B9F1-3459-CBC9-CC2E-EE56AC357293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64" creationId="{DCD2116C-5C9A-77D9-89B5-1B9C6DFF1098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79" creationId="{4000B609-48B9-5E29-6DF6-87A2C2396A35}"/>
          </ac:spMkLst>
        </pc:spChg>
        <pc:spChg chg="mod">
          <ac:chgData name="昕 许" userId="a2975fcd840abfc3" providerId="LiveId" clId="{49CCD4F9-177C-4270-9A14-60236FF377E8}" dt="2026-05-05T06:09:16.618" v="14024"/>
          <ac:spMkLst>
            <pc:docMk/>
            <pc:sldMk cId="2873010493" sldId="364"/>
            <ac:spMk id="282" creationId="{7EB6B73F-335A-07BB-8667-9455450A4548}"/>
          </ac:spMkLst>
        </pc:spChg>
        <pc:spChg chg="mod">
          <ac:chgData name="昕 许" userId="a2975fcd840abfc3" providerId="LiveId" clId="{49CCD4F9-177C-4270-9A14-60236FF377E8}" dt="2026-05-05T11:41:26.734" v="14721" actId="207"/>
          <ac:spMkLst>
            <pc:docMk/>
            <pc:sldMk cId="2873010493" sldId="364"/>
            <ac:spMk id="285" creationId="{C865FE69-6A5E-5986-B09C-2833EFD9153A}"/>
          </ac:spMkLst>
        </pc:spChg>
        <pc:grpChg chg="mod">
          <ac:chgData name="昕 许" userId="a2975fcd840abfc3" providerId="LiveId" clId="{49CCD4F9-177C-4270-9A14-60236FF377E8}" dt="2026-05-05T06:07:05.538" v="13973" actId="14100"/>
          <ac:grpSpMkLst>
            <pc:docMk/>
            <pc:sldMk cId="2873010493" sldId="364"/>
            <ac:grpSpMk id="3" creationId="{F6EBADD2-519D-7153-D5F7-74CCEC525146}"/>
          </ac:grpSpMkLst>
        </pc:grpChg>
        <pc:grpChg chg="mod">
          <ac:chgData name="昕 许" userId="a2975fcd840abfc3" providerId="LiveId" clId="{49CCD4F9-177C-4270-9A14-60236FF377E8}" dt="2026-05-05T06:07:05.538" v="13973" actId="14100"/>
          <ac:grpSpMkLst>
            <pc:docMk/>
            <pc:sldMk cId="2873010493" sldId="364"/>
            <ac:grpSpMk id="7" creationId="{B1E50D10-EDCE-21A7-DFC6-A2A7046D0C67}"/>
          </ac:grpSpMkLst>
        </pc:grpChg>
        <pc:grpChg chg="mod">
          <ac:chgData name="昕 许" userId="a2975fcd840abfc3" providerId="LiveId" clId="{49CCD4F9-177C-4270-9A14-60236FF377E8}" dt="2026-05-05T06:07:02.122" v="13971" actId="1076"/>
          <ac:grpSpMkLst>
            <pc:docMk/>
            <pc:sldMk cId="2873010493" sldId="364"/>
            <ac:grpSpMk id="10" creationId="{02453E3F-A541-3CBA-73EA-6485BFF92269}"/>
          </ac:grpSpMkLst>
        </pc:grpChg>
        <pc:grpChg chg="mod">
          <ac:chgData name="昕 许" userId="a2975fcd840abfc3" providerId="LiveId" clId="{49CCD4F9-177C-4270-9A14-60236FF377E8}" dt="2026-05-05T06:07:02.122" v="13971" actId="1076"/>
          <ac:grpSpMkLst>
            <pc:docMk/>
            <pc:sldMk cId="2873010493" sldId="364"/>
            <ac:grpSpMk id="13" creationId="{68E39557-0D20-6EE5-66A7-62BB7438B998}"/>
          </ac:grpSpMkLst>
        </pc:grpChg>
        <pc:grpChg chg="mod">
          <ac:chgData name="昕 许" userId="a2975fcd840abfc3" providerId="LiveId" clId="{49CCD4F9-177C-4270-9A14-60236FF377E8}" dt="2026-05-05T06:07:06.754" v="13974" actId="1076"/>
          <ac:grpSpMkLst>
            <pc:docMk/>
            <pc:sldMk cId="2873010493" sldId="364"/>
            <ac:grpSpMk id="16" creationId="{F620FB26-07C3-C4B0-538A-FEE97B3653D8}"/>
          </ac:grpSpMkLst>
        </pc:grpChg>
        <pc:grpChg chg="mod">
          <ac:chgData name="昕 许" userId="a2975fcd840abfc3" providerId="LiveId" clId="{49CCD4F9-177C-4270-9A14-60236FF377E8}" dt="2026-05-05T06:07:02.122" v="13971" actId="1076"/>
          <ac:grpSpMkLst>
            <pc:docMk/>
            <pc:sldMk cId="2873010493" sldId="364"/>
            <ac:grpSpMk id="19" creationId="{1A999A99-1E3D-65B8-1D26-BD4B04AB4E2A}"/>
          </ac:grpSpMkLst>
        </pc:grpChg>
        <pc:grpChg chg="mod">
          <ac:chgData name="昕 许" userId="a2975fcd840abfc3" providerId="LiveId" clId="{49CCD4F9-177C-4270-9A14-60236FF377E8}" dt="2026-05-05T06:07:02.122" v="13971" actId="1076"/>
          <ac:grpSpMkLst>
            <pc:docMk/>
            <pc:sldMk cId="2873010493" sldId="364"/>
            <ac:grpSpMk id="22" creationId="{19B53CE0-C204-A716-7D70-BD0ABB46BE94}"/>
          </ac:grpSpMkLst>
        </pc:grpChg>
        <pc:grpChg chg="mod">
          <ac:chgData name="昕 许" userId="a2975fcd840abfc3" providerId="LiveId" clId="{49CCD4F9-177C-4270-9A14-60236FF377E8}" dt="2026-05-05T06:07:02.122" v="13971" actId="1076"/>
          <ac:grpSpMkLst>
            <pc:docMk/>
            <pc:sldMk cId="2873010493" sldId="364"/>
            <ac:grpSpMk id="25" creationId="{E86C544B-7B6A-9234-89F7-9127C8D3F9F2}"/>
          </ac:grpSpMkLst>
        </pc:grpChg>
        <pc:grpChg chg="mod">
          <ac:chgData name="昕 许" userId="a2975fcd840abfc3" providerId="LiveId" clId="{49CCD4F9-177C-4270-9A14-60236FF377E8}" dt="2026-05-05T06:07:05.538" v="13973" actId="14100"/>
          <ac:grpSpMkLst>
            <pc:docMk/>
            <pc:sldMk cId="2873010493" sldId="364"/>
            <ac:grpSpMk id="28" creationId="{525E25F1-F880-98C1-8F8D-BCE44FCE93D6}"/>
          </ac:grpSpMkLst>
        </pc:grpChg>
        <pc:grpChg chg="mod">
          <ac:chgData name="昕 许" userId="a2975fcd840abfc3" providerId="LiveId" clId="{49CCD4F9-177C-4270-9A14-60236FF377E8}" dt="2026-05-05T06:08:30.160" v="14010" actId="113"/>
          <ac:grpSpMkLst>
            <pc:docMk/>
            <pc:sldMk cId="2873010493" sldId="364"/>
            <ac:grpSpMk id="31" creationId="{DA3DB9A8-78B4-B07C-0571-493475C43AE2}"/>
          </ac:grpSpMkLst>
        </pc:grpChg>
        <pc:grpChg chg="mod">
          <ac:chgData name="昕 许" userId="a2975fcd840abfc3" providerId="LiveId" clId="{49CCD4F9-177C-4270-9A14-60236FF377E8}" dt="2026-05-05T11:40:17.609" v="14702" actId="1076"/>
          <ac:grpSpMkLst>
            <pc:docMk/>
            <pc:sldMk cId="2873010493" sldId="364"/>
            <ac:grpSpMk id="34" creationId="{C5FECE55-A339-12D9-55C2-526149BC4E45}"/>
          </ac:grpSpMkLst>
        </pc:grpChg>
        <pc:grpChg chg="mod">
          <ac:chgData name="昕 许" userId="a2975fcd840abfc3" providerId="LiveId" clId="{49CCD4F9-177C-4270-9A14-60236FF377E8}" dt="2026-05-05T06:07:05.538" v="13973" actId="14100"/>
          <ac:grpSpMkLst>
            <pc:docMk/>
            <pc:sldMk cId="2873010493" sldId="364"/>
            <ac:grpSpMk id="37" creationId="{1E05703D-F5A8-1506-DB04-BE58809EA818}"/>
          </ac:grpSpMkLst>
        </pc:grpChg>
        <pc:grpChg chg="mod">
          <ac:chgData name="昕 许" userId="a2975fcd840abfc3" providerId="LiveId" clId="{49CCD4F9-177C-4270-9A14-60236FF377E8}" dt="2026-05-05T06:08:28.054" v="14009" actId="113"/>
          <ac:grpSpMkLst>
            <pc:docMk/>
            <pc:sldMk cId="2873010493" sldId="364"/>
            <ac:grpSpMk id="38" creationId="{AF85C11E-343D-ADDB-143B-3D03AC6153B2}"/>
          </ac:grpSpMkLst>
        </pc:grpChg>
        <pc:grpChg chg="mod">
          <ac:chgData name="昕 许" userId="a2975fcd840abfc3" providerId="LiveId" clId="{49CCD4F9-177C-4270-9A14-60236FF377E8}" dt="2026-05-05T06:08:25.792" v="14007" actId="113"/>
          <ac:grpSpMkLst>
            <pc:docMk/>
            <pc:sldMk cId="2873010493" sldId="364"/>
            <ac:grpSpMk id="43" creationId="{D9CFBAA2-0884-6096-73C6-C167A5FF2F19}"/>
          </ac:grpSpMkLst>
        </pc:grpChg>
        <pc:grpChg chg="mod">
          <ac:chgData name="昕 许" userId="a2975fcd840abfc3" providerId="LiveId" clId="{49CCD4F9-177C-4270-9A14-60236FF377E8}" dt="2026-05-05T06:07:06.754" v="13974" actId="1076"/>
          <ac:grpSpMkLst>
            <pc:docMk/>
            <pc:sldMk cId="2873010493" sldId="364"/>
            <ac:grpSpMk id="47" creationId="{54296C47-298F-458E-E463-0E420B4D9993}"/>
          </ac:grpSpMkLst>
        </pc:grpChg>
        <pc:grpChg chg="mod">
          <ac:chgData name="昕 许" userId="a2975fcd840abfc3" providerId="LiveId" clId="{49CCD4F9-177C-4270-9A14-60236FF377E8}" dt="2026-05-05T06:07:06.754" v="13974" actId="1076"/>
          <ac:grpSpMkLst>
            <pc:docMk/>
            <pc:sldMk cId="2873010493" sldId="364"/>
            <ac:grpSpMk id="53" creationId="{84E03BAB-2E1C-8A90-3086-E0172EAD5D88}"/>
          </ac:grpSpMkLst>
        </pc:grpChg>
        <pc:grpChg chg="del">
          <ac:chgData name="昕 许" userId="a2975fcd840abfc3" providerId="LiveId" clId="{49CCD4F9-177C-4270-9A14-60236FF377E8}" dt="2026-05-05T06:05:25.692" v="13898" actId="478"/>
          <ac:grpSpMkLst>
            <pc:docMk/>
            <pc:sldMk cId="2873010493" sldId="364"/>
            <ac:grpSpMk id="66" creationId="{0EFF0A37-D69B-CEE8-D5DD-47846D7D15B6}"/>
          </ac:grpSpMkLst>
        </pc:grpChg>
        <pc:grpChg chg="mod">
          <ac:chgData name="昕 许" userId="a2975fcd840abfc3" providerId="LiveId" clId="{49CCD4F9-177C-4270-9A14-60236FF377E8}" dt="2026-05-05T06:07:20.295" v="13978" actId="1076"/>
          <ac:grpSpMkLst>
            <pc:docMk/>
            <pc:sldMk cId="2873010493" sldId="364"/>
            <ac:grpSpMk id="78" creationId="{7C523907-BE13-4D21-0AAA-D17549B7F281}"/>
          </ac:grpSpMkLst>
        </pc:grpChg>
        <pc:grpChg chg="del">
          <ac:chgData name="昕 许" userId="a2975fcd840abfc3" providerId="LiveId" clId="{49CCD4F9-177C-4270-9A14-60236FF377E8}" dt="2026-05-05T06:05:25.692" v="13898" actId="478"/>
          <ac:grpSpMkLst>
            <pc:docMk/>
            <pc:sldMk cId="2873010493" sldId="364"/>
            <ac:grpSpMk id="81" creationId="{334931BE-AE83-1DC6-47A0-DC65844AFBA3}"/>
          </ac:grpSpMkLst>
        </pc:grpChg>
        <pc:grpChg chg="mod">
          <ac:chgData name="昕 许" userId="a2975fcd840abfc3" providerId="LiveId" clId="{49CCD4F9-177C-4270-9A14-60236FF377E8}" dt="2026-05-05T11:40:34.884" v="14709" actId="1076"/>
          <ac:grpSpMkLst>
            <pc:docMk/>
            <pc:sldMk cId="2873010493" sldId="364"/>
            <ac:grpSpMk id="100" creationId="{B00A6505-EA27-6102-26E8-54D17BE9E7F7}"/>
          </ac:grpSpMkLst>
        </pc:grpChg>
        <pc:grpChg chg="del">
          <ac:chgData name="昕 许" userId="a2975fcd840abfc3" providerId="LiveId" clId="{49CCD4F9-177C-4270-9A14-60236FF377E8}" dt="2026-05-05T06:05:25.692" v="13898" actId="478"/>
          <ac:grpSpMkLst>
            <pc:docMk/>
            <pc:sldMk cId="2873010493" sldId="364"/>
            <ac:grpSpMk id="101" creationId="{174BB049-CD85-BC8D-379D-8EC6C2406056}"/>
          </ac:grpSpMkLst>
        </pc:grpChg>
        <pc:grpChg chg="mod">
          <ac:chgData name="昕 许" userId="a2975fcd840abfc3" providerId="LiveId" clId="{49CCD4F9-177C-4270-9A14-60236FF377E8}" dt="2026-05-05T06:08:22.901" v="14005" actId="113"/>
          <ac:grpSpMkLst>
            <pc:docMk/>
            <pc:sldMk cId="2873010493" sldId="364"/>
            <ac:grpSpMk id="105" creationId="{D5AF7A11-35A6-C705-C465-5E3E5429C9E4}"/>
          </ac:grpSpMkLst>
        </pc:grpChg>
        <pc:grpChg chg="del">
          <ac:chgData name="昕 许" userId="a2975fcd840abfc3" providerId="LiveId" clId="{49CCD4F9-177C-4270-9A14-60236FF377E8}" dt="2026-05-05T06:05:25.692" v="13898" actId="478"/>
          <ac:grpSpMkLst>
            <pc:docMk/>
            <pc:sldMk cId="2873010493" sldId="364"/>
            <ac:grpSpMk id="107" creationId="{905959E9-2F48-1695-C134-86CED3422FA7}"/>
          </ac:grpSpMkLst>
        </pc:grpChg>
        <pc:grpChg chg="mod">
          <ac:chgData name="昕 许" userId="a2975fcd840abfc3" providerId="LiveId" clId="{49CCD4F9-177C-4270-9A14-60236FF377E8}" dt="2026-05-05T06:08:33.102" v="14012" actId="113"/>
          <ac:grpSpMkLst>
            <pc:docMk/>
            <pc:sldMk cId="2873010493" sldId="364"/>
            <ac:grpSpMk id="115" creationId="{B0992E7C-3BF9-88E0-048D-536EB7BB6708}"/>
          </ac:grpSpMkLst>
        </pc:grpChg>
        <pc:grpChg chg="mod">
          <ac:chgData name="昕 许" userId="a2975fcd840abfc3" providerId="LiveId" clId="{49CCD4F9-177C-4270-9A14-60236FF377E8}" dt="2026-05-05T06:08:24.388" v="14006" actId="113"/>
          <ac:grpSpMkLst>
            <pc:docMk/>
            <pc:sldMk cId="2873010493" sldId="364"/>
            <ac:grpSpMk id="118" creationId="{6C47854F-D55D-7DE3-5E75-2E5E120489CF}"/>
          </ac:grpSpMkLst>
        </pc:grpChg>
        <pc:grpChg chg="mod">
          <ac:chgData name="昕 许" userId="a2975fcd840abfc3" providerId="LiveId" clId="{49CCD4F9-177C-4270-9A14-60236FF377E8}" dt="2026-05-05T06:07:20.295" v="13978" actId="1076"/>
          <ac:grpSpMkLst>
            <pc:docMk/>
            <pc:sldMk cId="2873010493" sldId="364"/>
            <ac:grpSpMk id="135" creationId="{600EAFB3-F4BF-9688-67CB-420C74ED9231}"/>
          </ac:grpSpMkLst>
        </pc:grpChg>
        <pc:grpChg chg="mod">
          <ac:chgData name="昕 许" userId="a2975fcd840abfc3" providerId="LiveId" clId="{49CCD4F9-177C-4270-9A14-60236FF377E8}" dt="2026-05-05T06:07:20.295" v="13978" actId="1076"/>
          <ac:grpSpMkLst>
            <pc:docMk/>
            <pc:sldMk cId="2873010493" sldId="364"/>
            <ac:grpSpMk id="150" creationId="{9542D0DA-B3B6-A6B2-4029-01F6273E68BD}"/>
          </ac:grpSpMkLst>
        </pc:grpChg>
        <pc:grpChg chg="del">
          <ac:chgData name="昕 许" userId="a2975fcd840abfc3" providerId="LiveId" clId="{49CCD4F9-177C-4270-9A14-60236FF377E8}" dt="2026-05-05T06:05:23.868" v="13897" actId="478"/>
          <ac:grpSpMkLst>
            <pc:docMk/>
            <pc:sldMk cId="2873010493" sldId="364"/>
            <ac:grpSpMk id="165" creationId="{026AF6A0-C0F9-3615-0960-D487A6CDD1F1}"/>
          </ac:grpSpMkLst>
        </pc:grpChg>
        <pc:grpChg chg="del">
          <ac:chgData name="昕 许" userId="a2975fcd840abfc3" providerId="LiveId" clId="{49CCD4F9-177C-4270-9A14-60236FF377E8}" dt="2026-05-05T06:05:23.868" v="13897" actId="478"/>
          <ac:grpSpMkLst>
            <pc:docMk/>
            <pc:sldMk cId="2873010493" sldId="364"/>
            <ac:grpSpMk id="174" creationId="{0D692DFC-AB3F-361B-9645-BE480F0A0598}"/>
          </ac:grpSpMkLst>
        </pc:grpChg>
        <pc:grpChg chg="del">
          <ac:chgData name="昕 许" userId="a2975fcd840abfc3" providerId="LiveId" clId="{49CCD4F9-177C-4270-9A14-60236FF377E8}" dt="2026-05-05T06:05:23.868" v="13897" actId="478"/>
          <ac:grpSpMkLst>
            <pc:docMk/>
            <pc:sldMk cId="2873010493" sldId="364"/>
            <ac:grpSpMk id="184" creationId="{166345B5-52BF-5994-952E-866BBBC96F05}"/>
          </ac:grpSpMkLst>
        </pc:grpChg>
        <pc:grpChg chg="del">
          <ac:chgData name="昕 许" userId="a2975fcd840abfc3" providerId="LiveId" clId="{49CCD4F9-177C-4270-9A14-60236FF377E8}" dt="2026-05-05T06:05:23.868" v="13897" actId="478"/>
          <ac:grpSpMkLst>
            <pc:docMk/>
            <pc:sldMk cId="2873010493" sldId="364"/>
            <ac:grpSpMk id="198" creationId="{07B7B4B5-EA6E-7CF8-2801-9FB0AAFACE13}"/>
          </ac:grpSpMkLst>
        </pc:grpChg>
        <pc:grpChg chg="mod">
          <ac:chgData name="昕 许" userId="a2975fcd840abfc3" providerId="LiveId" clId="{49CCD4F9-177C-4270-9A14-60236FF377E8}" dt="2026-05-05T06:07:20.295" v="13978" actId="1076"/>
          <ac:grpSpMkLst>
            <pc:docMk/>
            <pc:sldMk cId="2873010493" sldId="364"/>
            <ac:grpSpMk id="224" creationId="{FBDF509A-AD98-D232-5BED-E3CD6CDDDABC}"/>
          </ac:grpSpMkLst>
        </pc:grpChg>
        <pc:grpChg chg="mod">
          <ac:chgData name="昕 许" userId="a2975fcd840abfc3" providerId="LiveId" clId="{49CCD4F9-177C-4270-9A14-60236FF377E8}" dt="2026-05-05T06:10:17.121" v="14048" actId="113"/>
          <ac:grpSpMkLst>
            <pc:docMk/>
            <pc:sldMk cId="2873010493" sldId="364"/>
            <ac:grpSpMk id="232" creationId="{9F72A535-5A6E-63A3-4651-778408FEF76F}"/>
          </ac:grpSpMkLst>
        </pc:grpChg>
        <pc:grpChg chg="mod">
          <ac:chgData name="昕 许" userId="a2975fcd840abfc3" providerId="LiveId" clId="{49CCD4F9-177C-4270-9A14-60236FF377E8}" dt="2026-05-05T06:10:12.678" v="14045" actId="207"/>
          <ac:grpSpMkLst>
            <pc:docMk/>
            <pc:sldMk cId="2873010493" sldId="364"/>
            <ac:grpSpMk id="235" creationId="{983D424B-CC71-A950-1AA0-DEEF28388E73}"/>
          </ac:grpSpMkLst>
        </pc:grpChg>
        <pc:grpChg chg="mod">
          <ac:chgData name="昕 许" userId="a2975fcd840abfc3" providerId="LiveId" clId="{49CCD4F9-177C-4270-9A14-60236FF377E8}" dt="2026-05-05T06:10:06.433" v="14044" actId="1076"/>
          <ac:grpSpMkLst>
            <pc:docMk/>
            <pc:sldMk cId="2873010493" sldId="364"/>
            <ac:grpSpMk id="238" creationId="{FEEB4C23-8724-E1E9-A7D9-53E32B982D5D}"/>
          </ac:grpSpMkLst>
        </pc:grpChg>
        <pc:grpChg chg="mod">
          <ac:chgData name="昕 许" userId="a2975fcd840abfc3" providerId="LiveId" clId="{49CCD4F9-177C-4270-9A14-60236FF377E8}" dt="2026-05-05T06:10:06.433" v="14044" actId="1076"/>
          <ac:grpSpMkLst>
            <pc:docMk/>
            <pc:sldMk cId="2873010493" sldId="364"/>
            <ac:grpSpMk id="241" creationId="{7573E1AD-84C0-7269-6638-C8E9B079E56C}"/>
          </ac:grpSpMkLst>
        </pc:grpChg>
        <pc:grpChg chg="mod">
          <ac:chgData name="昕 许" userId="a2975fcd840abfc3" providerId="LiveId" clId="{49CCD4F9-177C-4270-9A14-60236FF377E8}" dt="2026-05-05T06:09:20.461" v="14025" actId="1076"/>
          <ac:grpSpMkLst>
            <pc:docMk/>
            <pc:sldMk cId="2873010493" sldId="364"/>
            <ac:grpSpMk id="245" creationId="{D9623ADB-B98F-C4C9-5B0D-385B7EC8CC03}"/>
          </ac:grpSpMkLst>
        </pc:grpChg>
        <pc:grpChg chg="mod">
          <ac:chgData name="昕 许" userId="a2975fcd840abfc3" providerId="LiveId" clId="{49CCD4F9-177C-4270-9A14-60236FF377E8}" dt="2026-05-05T06:10:23.108" v="14050" actId="1076"/>
          <ac:grpSpMkLst>
            <pc:docMk/>
            <pc:sldMk cId="2873010493" sldId="364"/>
            <ac:grpSpMk id="251" creationId="{FE7B0789-614B-CED6-F5FA-6E7E0C826148}"/>
          </ac:grpSpMkLst>
        </pc:grpChg>
        <pc:grpChg chg="mod">
          <ac:chgData name="昕 许" userId="a2975fcd840abfc3" providerId="LiveId" clId="{49CCD4F9-177C-4270-9A14-60236FF377E8}" dt="2026-05-05T06:10:34.211" v="14054" actId="113"/>
          <ac:grpSpMkLst>
            <pc:docMk/>
            <pc:sldMk cId="2873010493" sldId="364"/>
            <ac:grpSpMk id="254" creationId="{88FAFE6A-D91E-3B1F-E2F5-2B75E22DF10A}"/>
          </ac:grpSpMkLst>
        </pc:grpChg>
        <pc:grpChg chg="mod">
          <ac:chgData name="昕 许" userId="a2975fcd840abfc3" providerId="LiveId" clId="{49CCD4F9-177C-4270-9A14-60236FF377E8}" dt="2026-05-05T06:10:52.148" v="14063" actId="207"/>
          <ac:grpSpMkLst>
            <pc:docMk/>
            <pc:sldMk cId="2873010493" sldId="364"/>
            <ac:grpSpMk id="259" creationId="{12A102AB-8430-1AED-E756-9736F8C45E75}"/>
          </ac:grpSpMkLst>
        </pc:grpChg>
        <pc:grpChg chg="mod">
          <ac:chgData name="昕 许" userId="a2975fcd840abfc3" providerId="LiveId" clId="{49CCD4F9-177C-4270-9A14-60236FF377E8}" dt="2026-05-05T06:11:07.009" v="14066" actId="207"/>
          <ac:grpSpMkLst>
            <pc:docMk/>
            <pc:sldMk cId="2873010493" sldId="364"/>
            <ac:grpSpMk id="262" creationId="{8367C8ED-47B4-2959-28E3-6319BBC2684B}"/>
          </ac:grpSpMkLst>
        </pc:grpChg>
        <pc:grpChg chg="mod">
          <ac:chgData name="昕 许" userId="a2975fcd840abfc3" providerId="LiveId" clId="{49CCD4F9-177C-4270-9A14-60236FF377E8}" dt="2026-05-05T06:10:52.148" v="14063" actId="207"/>
          <ac:grpSpMkLst>
            <pc:docMk/>
            <pc:sldMk cId="2873010493" sldId="364"/>
            <ac:grpSpMk id="265" creationId="{9432B7AF-6A7D-AEFB-B307-2F2B8E962888}"/>
          </ac:grpSpMkLst>
        </pc:grpChg>
        <pc:grpChg chg="mod">
          <ac:chgData name="昕 许" userId="a2975fcd840abfc3" providerId="LiveId" clId="{49CCD4F9-177C-4270-9A14-60236FF377E8}" dt="2026-05-05T06:11:07.009" v="14066" actId="207"/>
          <ac:grpSpMkLst>
            <pc:docMk/>
            <pc:sldMk cId="2873010493" sldId="364"/>
            <ac:grpSpMk id="268" creationId="{572498D3-1E93-D0DF-58A0-53496D704BE8}"/>
          </ac:grpSpMkLst>
        </pc:grpChg>
        <pc:grpChg chg="mod">
          <ac:chgData name="昕 许" userId="a2975fcd840abfc3" providerId="LiveId" clId="{49CCD4F9-177C-4270-9A14-60236FF377E8}" dt="2026-05-05T06:11:07.009" v="14066" actId="207"/>
          <ac:grpSpMkLst>
            <pc:docMk/>
            <pc:sldMk cId="2873010493" sldId="364"/>
            <ac:grpSpMk id="271" creationId="{ED4B57EE-54CC-7841-D418-3850D90139AA}"/>
          </ac:grpSpMkLst>
        </pc:grpChg>
        <pc:grpChg chg="mod">
          <ac:chgData name="昕 许" userId="a2975fcd840abfc3" providerId="LiveId" clId="{49CCD4F9-177C-4270-9A14-60236FF377E8}" dt="2026-05-05T06:11:07.009" v="14066" actId="207"/>
          <ac:grpSpMkLst>
            <pc:docMk/>
            <pc:sldMk cId="2873010493" sldId="364"/>
            <ac:grpSpMk id="274" creationId="{A441684F-D855-BD77-46F0-21412E0BBC7C}"/>
          </ac:grpSpMkLst>
        </pc:grpChg>
        <pc:grpChg chg="mod">
          <ac:chgData name="昕 许" userId="a2975fcd840abfc3" providerId="LiveId" clId="{49CCD4F9-177C-4270-9A14-60236FF377E8}" dt="2026-05-05T06:10:55.620" v="14064" actId="1076"/>
          <ac:grpSpMkLst>
            <pc:docMk/>
            <pc:sldMk cId="2873010493" sldId="364"/>
            <ac:grpSpMk id="277" creationId="{EAD1D74B-D9E3-95B4-1ABE-06B030B4FF0A}"/>
          </ac:grpSpMkLst>
        </pc:grpChg>
        <pc:grpChg chg="mod">
          <ac:chgData name="昕 许" userId="a2975fcd840abfc3" providerId="LiveId" clId="{49CCD4F9-177C-4270-9A14-60236FF377E8}" dt="2026-05-05T06:10:55.620" v="14064" actId="1076"/>
          <ac:grpSpMkLst>
            <pc:docMk/>
            <pc:sldMk cId="2873010493" sldId="364"/>
            <ac:grpSpMk id="280" creationId="{7C0B9385-AE50-A656-3EBC-7621182295EB}"/>
          </ac:grpSpMkLst>
        </pc:grpChg>
        <pc:picChg chg="add mod">
          <ac:chgData name="昕 许" userId="a2975fcd840abfc3" providerId="LiveId" clId="{49CCD4F9-177C-4270-9A14-60236FF377E8}" dt="2026-05-05T06:07:14.282" v="13976" actId="1076"/>
          <ac:picMkLst>
            <pc:docMk/>
            <pc:sldMk cId="2873010493" sldId="364"/>
            <ac:picMk id="61" creationId="{E40C8CAB-9E60-30CC-1BA4-87FFDFF54C3C}"/>
          </ac:picMkLst>
        </pc:picChg>
        <pc:picChg chg="del mod">
          <ac:chgData name="昕 许" userId="a2975fcd840abfc3" providerId="LiveId" clId="{49CCD4F9-177C-4270-9A14-60236FF377E8}" dt="2026-05-05T06:08:43.969" v="14019" actId="478"/>
          <ac:picMkLst>
            <pc:docMk/>
            <pc:sldMk cId="2873010493" sldId="364"/>
            <ac:picMk id="230" creationId="{FC7FA98B-5280-6807-0321-354E787876B7}"/>
          </ac:picMkLst>
        </pc:picChg>
        <pc:picChg chg="add del mod">
          <ac:chgData name="昕 许" userId="a2975fcd840abfc3" providerId="LiveId" clId="{49CCD4F9-177C-4270-9A14-60236FF377E8}" dt="2026-05-05T06:10:40.077" v="14058" actId="478"/>
          <ac:picMkLst>
            <pc:docMk/>
            <pc:sldMk cId="2873010493" sldId="364"/>
            <ac:picMk id="231" creationId="{EF3E84F9-7AB3-E089-41B7-21E9E1C189DA}"/>
          </ac:picMkLst>
        </pc:picChg>
        <pc:picChg chg="del mod">
          <ac:chgData name="昕 许" userId="a2975fcd840abfc3" providerId="LiveId" clId="{49CCD4F9-177C-4270-9A14-60236FF377E8}" dt="2026-05-05T06:10:45.137" v="14061" actId="478"/>
          <ac:picMkLst>
            <pc:docMk/>
            <pc:sldMk cId="2873010493" sldId="364"/>
            <ac:picMk id="286" creationId="{D6BB7B95-D2E1-BABD-0156-D745B85BE50B}"/>
          </ac:picMkLst>
        </pc:picChg>
        <pc:picChg chg="add mod">
          <ac:chgData name="昕 许" userId="a2975fcd840abfc3" providerId="LiveId" clId="{49CCD4F9-177C-4270-9A14-60236FF377E8}" dt="2026-05-05T06:10:47.968" v="14062" actId="1076"/>
          <ac:picMkLst>
            <pc:docMk/>
            <pc:sldMk cId="2873010493" sldId="364"/>
            <ac:picMk id="287" creationId="{A5000345-BAE7-989B-FE2F-BBBF874BF869}"/>
          </ac:picMkLst>
        </pc:picChg>
        <pc:picChg chg="add del mod">
          <ac:chgData name="昕 许" userId="a2975fcd840abfc3" providerId="LiveId" clId="{49CCD4F9-177C-4270-9A14-60236FF377E8}" dt="2026-05-05T10:05:34.837" v="14090" actId="931"/>
          <ac:picMkLst>
            <pc:docMk/>
            <pc:sldMk cId="2873010493" sldId="364"/>
            <ac:picMk id="290" creationId="{95396C90-0EDA-6009-E624-517EA7BA4BF0}"/>
          </ac:picMkLst>
        </pc:picChg>
        <pc:cxnChg chg="add mod">
          <ac:chgData name="昕 许" userId="a2975fcd840abfc3" providerId="LiveId" clId="{49CCD4F9-177C-4270-9A14-60236FF377E8}" dt="2026-05-05T06:05:56.300" v="13906" actId="208"/>
          <ac:cxnSpMkLst>
            <pc:docMk/>
            <pc:sldMk cId="2873010493" sldId="364"/>
            <ac:cxnSpMk id="50" creationId="{FE681F3E-90B2-29D6-FB3F-400356974AF4}"/>
          </ac:cxnSpMkLst>
        </pc:cxnChg>
        <pc:cxnChg chg="add mod">
          <ac:chgData name="昕 许" userId="a2975fcd840abfc3" providerId="LiveId" clId="{49CCD4F9-177C-4270-9A14-60236FF377E8}" dt="2026-05-05T06:06:12.125" v="13911" actId="1076"/>
          <ac:cxnSpMkLst>
            <pc:docMk/>
            <pc:sldMk cId="2873010493" sldId="364"/>
            <ac:cxnSpMk id="51" creationId="{37832416-9523-0C53-336C-0C049FB4CB5B}"/>
          </ac:cxnSpMkLst>
        </pc:cxnChg>
        <pc:cxnChg chg="del">
          <ac:chgData name="昕 许" userId="a2975fcd840abfc3" providerId="LiveId" clId="{49CCD4F9-177C-4270-9A14-60236FF377E8}" dt="2026-05-05T06:06:03.673" v="13909" actId="478"/>
          <ac:cxnSpMkLst>
            <pc:docMk/>
            <pc:sldMk cId="2873010493" sldId="364"/>
            <ac:cxnSpMk id="56" creationId="{C4716317-3C89-B96E-1A33-9D545D98378A}"/>
          </ac:cxnSpMkLst>
        </pc:cxnChg>
        <pc:cxnChg chg="mod">
          <ac:chgData name="昕 许" userId="a2975fcd840abfc3" providerId="LiveId" clId="{49CCD4F9-177C-4270-9A14-60236FF377E8}" dt="2026-05-05T06:07:29.571" v="13981" actId="1076"/>
          <ac:cxnSpMkLst>
            <pc:docMk/>
            <pc:sldMk cId="2873010493" sldId="364"/>
            <ac:cxnSpMk id="227" creationId="{AB3D166D-0860-3572-F43A-AD0DE72C99BF}"/>
          </ac:cxnSpMkLst>
        </pc:cxnChg>
        <pc:cxnChg chg="mod">
          <ac:chgData name="昕 许" userId="a2975fcd840abfc3" providerId="LiveId" clId="{49CCD4F9-177C-4270-9A14-60236FF377E8}" dt="2026-05-05T06:07:36.823" v="13984" actId="1076"/>
          <ac:cxnSpMkLst>
            <pc:docMk/>
            <pc:sldMk cId="2873010493" sldId="364"/>
            <ac:cxnSpMk id="228" creationId="{725228B3-0CF2-B14A-96CB-1267EFF13676}"/>
          </ac:cxnSpMkLst>
        </pc:cxnChg>
        <pc:cxnChg chg="mod">
          <ac:chgData name="昕 许" userId="a2975fcd840abfc3" providerId="LiveId" clId="{49CCD4F9-177C-4270-9A14-60236FF377E8}" dt="2026-05-05T06:10:01.495" v="14043" actId="1076"/>
          <ac:cxnSpMkLst>
            <pc:docMk/>
            <pc:sldMk cId="2873010493" sldId="364"/>
            <ac:cxnSpMk id="283" creationId="{88246BE2-375E-3348-B075-A38253923EE7}"/>
          </ac:cxnSpMkLst>
        </pc:cxnChg>
        <pc:cxnChg chg="add del mod">
          <ac:chgData name="昕 许" userId="a2975fcd840abfc3" providerId="LiveId" clId="{49CCD4F9-177C-4270-9A14-60236FF377E8}" dt="2026-05-05T06:10:26.627" v="14051" actId="1076"/>
          <ac:cxnSpMkLst>
            <pc:docMk/>
            <pc:sldMk cId="2873010493" sldId="364"/>
            <ac:cxnSpMk id="284" creationId="{B52A5762-82B7-B1FC-40E7-3685BBD3295C}"/>
          </ac:cxnSpMkLst>
        </pc:cxnChg>
        <pc:cxnChg chg="add mod">
          <ac:chgData name="昕 许" userId="a2975fcd840abfc3" providerId="LiveId" clId="{49CCD4F9-177C-4270-9A14-60236FF377E8}" dt="2026-05-05T06:11:30.416" v="14080" actId="1076"/>
          <ac:cxnSpMkLst>
            <pc:docMk/>
            <pc:sldMk cId="2873010493" sldId="364"/>
            <ac:cxnSpMk id="288" creationId="{4C9EB6C8-75A0-63D5-16A0-0637BE042DAC}"/>
          </ac:cxnSpMkLst>
        </pc:cxnChg>
      </pc:sldChg>
      <pc:sldChg chg="addSp delSp modSp add mod">
        <pc:chgData name="昕 许" userId="a2975fcd840abfc3" providerId="LiveId" clId="{49CCD4F9-177C-4270-9A14-60236FF377E8}" dt="2026-05-05T10:27:03.353" v="14667" actId="1076"/>
        <pc:sldMkLst>
          <pc:docMk/>
          <pc:sldMk cId="1050263612" sldId="365"/>
        </pc:sldMkLst>
        <pc:spChg chg="mod">
          <ac:chgData name="昕 许" userId="a2975fcd840abfc3" providerId="LiveId" clId="{49CCD4F9-177C-4270-9A14-60236FF377E8}" dt="2026-05-05T10:20:19.331" v="14296" actId="1076"/>
          <ac:spMkLst>
            <pc:docMk/>
            <pc:sldMk cId="1050263612" sldId="365"/>
            <ac:spMk id="2" creationId="{1D63CCEC-A9F6-E365-F410-9D30CFE30399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4" creationId="{5404D593-3EFD-1239-3D0C-F3F809AA62A6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5" creationId="{3BDDC1C4-3850-6C02-7E31-2DFF8D0C00D4}"/>
          </ac:spMkLst>
        </pc:spChg>
        <pc:spChg chg="del mod">
          <ac:chgData name="昕 许" userId="a2975fcd840abfc3" providerId="LiveId" clId="{49CCD4F9-177C-4270-9A14-60236FF377E8}" dt="2026-05-05T10:05:57.811" v="14101" actId="478"/>
          <ac:spMkLst>
            <pc:docMk/>
            <pc:sldMk cId="1050263612" sldId="365"/>
            <ac:spMk id="6" creationId="{5CEF7EE4-6A00-1E2A-5AA3-F7ACD9B7FF36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29" creationId="{C80335FD-CC07-1BAE-C103-575EA335E9C9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30" creationId="{022B80C4-8364-533F-D71B-331A3A65A730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39" creationId="{9BA75F0B-B4CF-676E-F939-A2B9BF674820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41" creationId="{530323DF-7AFF-4CC1-48E8-0AA3B242776C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48" creationId="{F7788839-309F-5854-9B97-2E46115A2DA1}"/>
          </ac:spMkLst>
        </pc:spChg>
        <pc:spChg chg="mod">
          <ac:chgData name="昕 许" userId="a2975fcd840abfc3" providerId="LiveId" clId="{49CCD4F9-177C-4270-9A14-60236FF377E8}" dt="2026-05-05T10:22:05.372" v="14425" actId="113"/>
          <ac:spMkLst>
            <pc:docMk/>
            <pc:sldMk cId="1050263612" sldId="365"/>
            <ac:spMk id="49" creationId="{F9156EB3-4F39-4AEC-2354-41BD99158BD9}"/>
          </ac:spMkLst>
        </pc:spChg>
        <pc:spChg chg="del mod">
          <ac:chgData name="昕 许" userId="a2975fcd840abfc3" providerId="LiveId" clId="{49CCD4F9-177C-4270-9A14-60236FF377E8}" dt="2026-05-05T10:05:50.182" v="14097" actId="478"/>
          <ac:spMkLst>
            <pc:docMk/>
            <pc:sldMk cId="1050263612" sldId="365"/>
            <ac:spMk id="52" creationId="{9B98529E-01F5-D94D-877B-227F7FBB38F5}"/>
          </ac:spMkLst>
        </pc:spChg>
        <pc:spChg chg="add mod">
          <ac:chgData name="昕 许" userId="a2975fcd840abfc3" providerId="LiveId" clId="{49CCD4F9-177C-4270-9A14-60236FF377E8}" dt="2026-05-05T10:26:29.714" v="14638" actId="1076"/>
          <ac:spMkLst>
            <pc:docMk/>
            <pc:sldMk cId="1050263612" sldId="365"/>
            <ac:spMk id="56" creationId="{BB82F055-8616-BE69-833B-A5C822DF3985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68" creationId="{26089671-4DC4-F883-365F-425A31104B17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69" creationId="{E642C7D7-A991-3482-B853-BBE742786653}"/>
          </ac:spMkLst>
        </pc:spChg>
        <pc:spChg chg="mod">
          <ac:chgData name="昕 许" userId="a2975fcd840abfc3" providerId="LiveId" clId="{49CCD4F9-177C-4270-9A14-60236FF377E8}" dt="2026-05-05T10:20:19.331" v="14296" actId="1076"/>
          <ac:spMkLst>
            <pc:docMk/>
            <pc:sldMk cId="1050263612" sldId="365"/>
            <ac:spMk id="70" creationId="{5DB80D0D-4304-C647-0857-655F71D4F792}"/>
          </ac:spMkLst>
        </pc:spChg>
        <pc:spChg chg="mod">
          <ac:chgData name="昕 许" userId="a2975fcd840abfc3" providerId="LiveId" clId="{49CCD4F9-177C-4270-9A14-60236FF377E8}" dt="2026-05-05T10:14:58.947" v="14155" actId="207"/>
          <ac:spMkLst>
            <pc:docMk/>
            <pc:sldMk cId="1050263612" sldId="365"/>
            <ac:spMk id="73" creationId="{EA4EA17B-1EA5-ECCE-0EB1-E1D9C91807C9}"/>
          </ac:spMkLst>
        </pc:spChg>
        <pc:spChg chg="mod">
          <ac:chgData name="昕 许" userId="a2975fcd840abfc3" providerId="LiveId" clId="{49CCD4F9-177C-4270-9A14-60236FF377E8}" dt="2026-05-05T10:14:35.690" v="14145"/>
          <ac:spMkLst>
            <pc:docMk/>
            <pc:sldMk cId="1050263612" sldId="365"/>
            <ac:spMk id="75" creationId="{7E6D5464-8508-1B31-019B-D552DBD0B3E0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79" creationId="{B3E4E1E8-5BA1-A8C4-7E79-57B61058FB63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80" creationId="{18C23B7F-19BA-EAE9-E2D5-CE05AE918991}"/>
          </ac:spMkLst>
        </pc:spChg>
        <pc:spChg chg="mod">
          <ac:chgData name="昕 许" userId="a2975fcd840abfc3" providerId="LiveId" clId="{49CCD4F9-177C-4270-9A14-60236FF377E8}" dt="2026-05-05T10:26:04.174" v="14601" actId="1076"/>
          <ac:spMkLst>
            <pc:docMk/>
            <pc:sldMk cId="1050263612" sldId="365"/>
            <ac:spMk id="81" creationId="{10956556-CCD3-56FA-1827-7532338BA025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85" creationId="{6E7738EB-3B84-0BDC-C038-B697D85E6709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86" creationId="{B74D5D00-B69F-0193-FB89-0A7456C6E2D4}"/>
          </ac:spMkLst>
        </pc:spChg>
        <pc:spChg chg="mod">
          <ac:chgData name="昕 许" userId="a2975fcd840abfc3" providerId="LiveId" clId="{49CCD4F9-177C-4270-9A14-60236FF377E8}" dt="2026-05-05T10:14:35.690" v="14145"/>
          <ac:spMkLst>
            <pc:docMk/>
            <pc:sldMk cId="1050263612" sldId="365"/>
            <ac:spMk id="91" creationId="{5A2B59EC-78BC-0BCF-A3DD-1FB240B789DD}"/>
          </ac:spMkLst>
        </pc:spChg>
        <pc:spChg chg="mod">
          <ac:chgData name="昕 许" userId="a2975fcd840abfc3" providerId="LiveId" clId="{49CCD4F9-177C-4270-9A14-60236FF377E8}" dt="2026-05-05T10:14:35.690" v="14145"/>
          <ac:spMkLst>
            <pc:docMk/>
            <pc:sldMk cId="1050263612" sldId="365"/>
            <ac:spMk id="92" creationId="{464B528D-67F4-335A-D2A5-B250CF7E251B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94" creationId="{10F55BF4-85BA-33AB-1728-B46421A8859A}"/>
          </ac:spMkLst>
        </pc:spChg>
        <pc:spChg chg="mod">
          <ac:chgData name="昕 许" userId="a2975fcd840abfc3" providerId="LiveId" clId="{49CCD4F9-177C-4270-9A14-60236FF377E8}" dt="2026-05-05T10:15:04.631" v="14158" actId="113"/>
          <ac:spMkLst>
            <pc:docMk/>
            <pc:sldMk cId="1050263612" sldId="365"/>
            <ac:spMk id="95" creationId="{C0559F34-ED23-6FE3-22B8-7E7969834191}"/>
          </ac:spMkLst>
        </pc:spChg>
        <pc:spChg chg="add mod">
          <ac:chgData name="昕 许" userId="a2975fcd840abfc3" providerId="LiveId" clId="{49CCD4F9-177C-4270-9A14-60236FF377E8}" dt="2026-05-05T10:26:04.174" v="14601" actId="1076"/>
          <ac:spMkLst>
            <pc:docMk/>
            <pc:sldMk cId="1050263612" sldId="365"/>
            <ac:spMk id="96" creationId="{FA3C03E1-4950-66C9-2B80-9216656192F2}"/>
          </ac:spMkLst>
        </pc:spChg>
        <pc:spChg chg="add mod">
          <ac:chgData name="昕 许" userId="a2975fcd840abfc3" providerId="LiveId" clId="{49CCD4F9-177C-4270-9A14-60236FF377E8}" dt="2026-05-05T10:26:32.041" v="14640" actId="113"/>
          <ac:spMkLst>
            <pc:docMk/>
            <pc:sldMk cId="1050263612" sldId="365"/>
            <ac:spMk id="102" creationId="{CC2F86ED-E575-843A-B771-35F4CC22081D}"/>
          </ac:spMkLst>
        </pc:spChg>
        <pc:spChg chg="mod">
          <ac:chgData name="昕 许" userId="a2975fcd840abfc3" providerId="LiveId" clId="{49CCD4F9-177C-4270-9A14-60236FF377E8}" dt="2026-05-05T10:16:35.210" v="14220" actId="20577"/>
          <ac:spMkLst>
            <pc:docMk/>
            <pc:sldMk cId="1050263612" sldId="365"/>
            <ac:spMk id="107" creationId="{1A0F436E-0067-781A-BEE9-99637A1A5F09}"/>
          </ac:spMkLst>
        </pc:spChg>
        <pc:spChg chg="mod">
          <ac:chgData name="昕 许" userId="a2975fcd840abfc3" providerId="LiveId" clId="{49CCD4F9-177C-4270-9A14-60236FF377E8}" dt="2026-05-05T10:16:37.964" v="14221" actId="1076"/>
          <ac:spMkLst>
            <pc:docMk/>
            <pc:sldMk cId="1050263612" sldId="365"/>
            <ac:spMk id="108" creationId="{CE72F7F5-5231-B425-9C72-00FF05B4610F}"/>
          </ac:spMkLst>
        </pc:spChg>
        <pc:spChg chg="del mod">
          <ac:chgData name="昕 许" userId="a2975fcd840abfc3" providerId="LiveId" clId="{49CCD4F9-177C-4270-9A14-60236FF377E8}" dt="2026-05-05T10:05:45.294" v="14094" actId="478"/>
          <ac:spMkLst>
            <pc:docMk/>
            <pc:sldMk cId="1050263612" sldId="365"/>
            <ac:spMk id="111" creationId="{CEB9C1C0-3A52-59DD-E28C-D88C297E5151}"/>
          </ac:spMkLst>
        </pc:spChg>
        <pc:spChg chg="add del mod">
          <ac:chgData name="昕 许" userId="a2975fcd840abfc3" providerId="LiveId" clId="{49CCD4F9-177C-4270-9A14-60236FF377E8}" dt="2026-05-05T10:16:52.930" v="14229" actId="478"/>
          <ac:spMkLst>
            <pc:docMk/>
            <pc:sldMk cId="1050263612" sldId="365"/>
            <ac:spMk id="112" creationId="{6F377755-2FFC-0769-ED8D-E7E15AB19838}"/>
          </ac:spMkLst>
        </pc:spChg>
        <pc:spChg chg="add del mod">
          <ac:chgData name="昕 许" userId="a2975fcd840abfc3" providerId="LiveId" clId="{49CCD4F9-177C-4270-9A14-60236FF377E8}" dt="2026-05-05T10:22:44.749" v="14468" actId="478"/>
          <ac:spMkLst>
            <pc:docMk/>
            <pc:sldMk cId="1050263612" sldId="365"/>
            <ac:spMk id="130" creationId="{6AB99FAD-73FA-AA54-F92D-6995EC892FC7}"/>
          </ac:spMkLst>
        </pc:spChg>
        <pc:spChg chg="del mod">
          <ac:chgData name="昕 许" userId="a2975fcd840abfc3" providerId="LiveId" clId="{49CCD4F9-177C-4270-9A14-60236FF377E8}" dt="2026-05-05T10:05:45.294" v="14094" actId="478"/>
          <ac:spMkLst>
            <pc:docMk/>
            <pc:sldMk cId="1050263612" sldId="365"/>
            <ac:spMk id="131" creationId="{C1A380D3-9BA7-2854-59AF-5D3351CC7E45}"/>
          </ac:spMkLst>
        </pc:spChg>
        <pc:spChg chg="del mod">
          <ac:chgData name="昕 许" userId="a2975fcd840abfc3" providerId="LiveId" clId="{49CCD4F9-177C-4270-9A14-60236FF377E8}" dt="2026-05-05T10:05:45.294" v="14094" actId="478"/>
          <ac:spMkLst>
            <pc:docMk/>
            <pc:sldMk cId="1050263612" sldId="365"/>
            <ac:spMk id="134" creationId="{D9042F43-A0CC-1385-68A7-16EEB014F2E5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43" creationId="{BEAC624D-6D46-FA82-6466-35FD01EA25AB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55" creationId="{AEE8E963-1447-572F-055F-A0008A190C58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60" creationId="{090C9E2B-523A-3EB4-FEBD-C0308D14EA52}"/>
          </ac:spMkLst>
        </pc:spChg>
        <pc:spChg chg="add mod">
          <ac:chgData name="昕 许" userId="a2975fcd840abfc3" providerId="LiveId" clId="{49CCD4F9-177C-4270-9A14-60236FF377E8}" dt="2026-05-05T10:26:04.174" v="14601" actId="1076"/>
          <ac:spMkLst>
            <pc:docMk/>
            <pc:sldMk cId="1050263612" sldId="365"/>
            <ac:spMk id="165" creationId="{4ECCDFFD-E3BB-B7DD-6E59-2346916DE782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68" creationId="{64C2CA47-753C-AA11-52FE-2120248A2D69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70" creationId="{A45E687E-BB7B-F11F-77A6-D687E002A068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71" creationId="{FAD47232-3356-D269-176F-AEC6E980B441}"/>
          </ac:spMkLst>
        </pc:spChg>
        <pc:spChg chg="mod">
          <ac:chgData name="昕 许" userId="a2975fcd840abfc3" providerId="LiveId" clId="{49CCD4F9-177C-4270-9A14-60236FF377E8}" dt="2026-05-05T10:17:40.340" v="14249"/>
          <ac:spMkLst>
            <pc:docMk/>
            <pc:sldMk cId="1050263612" sldId="365"/>
            <ac:spMk id="176" creationId="{6DA3F25E-98F1-3DA5-5ACF-EA4055932F6A}"/>
          </ac:spMkLst>
        </pc:spChg>
        <pc:spChg chg="add mod">
          <ac:chgData name="昕 许" userId="a2975fcd840abfc3" providerId="LiveId" clId="{49CCD4F9-177C-4270-9A14-60236FF377E8}" dt="2026-05-05T10:26:04.174" v="14601" actId="1076"/>
          <ac:spMkLst>
            <pc:docMk/>
            <pc:sldMk cId="1050263612" sldId="365"/>
            <ac:spMk id="178" creationId="{CAF7B6EA-4C7D-2EC3-1242-6D341AF385FE}"/>
          </ac:spMkLst>
        </pc:spChg>
        <pc:spChg chg="mod">
          <ac:chgData name="昕 许" userId="a2975fcd840abfc3" providerId="LiveId" clId="{49CCD4F9-177C-4270-9A14-60236FF377E8}" dt="2026-05-05T10:26:34.668" v="14642" actId="113"/>
          <ac:spMkLst>
            <pc:docMk/>
            <pc:sldMk cId="1050263612" sldId="365"/>
            <ac:spMk id="181" creationId="{A324EFAD-A572-2EEF-D5D5-893DFA7E4F97}"/>
          </ac:spMkLst>
        </pc:spChg>
        <pc:spChg chg="add del mod">
          <ac:chgData name="昕 许" userId="a2975fcd840abfc3" providerId="LiveId" clId="{49CCD4F9-177C-4270-9A14-60236FF377E8}" dt="2026-05-05T10:24:09.124" v="14487" actId="478"/>
          <ac:spMkLst>
            <pc:docMk/>
            <pc:sldMk cId="1050263612" sldId="365"/>
            <ac:spMk id="182" creationId="{4AE36A63-3885-8673-9F59-AC32AFEFF857}"/>
          </ac:spMkLst>
        </pc:spChg>
        <pc:spChg chg="add del">
          <ac:chgData name="昕 许" userId="a2975fcd840abfc3" providerId="LiveId" clId="{49CCD4F9-177C-4270-9A14-60236FF377E8}" dt="2026-05-05T10:21:23.871" v="14415" actId="22"/>
          <ac:spMkLst>
            <pc:docMk/>
            <pc:sldMk cId="1050263612" sldId="365"/>
            <ac:spMk id="186" creationId="{922AD44D-F5D1-35D5-0801-A980996934BF}"/>
          </ac:spMkLst>
        </pc:spChg>
        <pc:spChg chg="add mod">
          <ac:chgData name="昕 许" userId="a2975fcd840abfc3" providerId="LiveId" clId="{49CCD4F9-177C-4270-9A14-60236FF377E8}" dt="2026-05-05T10:21:45.555" v="14423" actId="1076"/>
          <ac:spMkLst>
            <pc:docMk/>
            <pc:sldMk cId="1050263612" sldId="365"/>
            <ac:spMk id="188" creationId="{89A39CF6-8D39-4629-374A-E3A55C943132}"/>
          </ac:spMkLst>
        </pc:spChg>
        <pc:spChg chg="add mod">
          <ac:chgData name="昕 许" userId="a2975fcd840abfc3" providerId="LiveId" clId="{49CCD4F9-177C-4270-9A14-60236FF377E8}" dt="2026-05-05T10:26:05.837" v="14602" actId="113"/>
          <ac:spMkLst>
            <pc:docMk/>
            <pc:sldMk cId="1050263612" sldId="365"/>
            <ac:spMk id="189" creationId="{3CA2FCDB-E0BF-8E25-2B7D-A849AD402EE8}"/>
          </ac:spMkLst>
        </pc:spChg>
        <pc:spChg chg="add mod">
          <ac:chgData name="昕 许" userId="a2975fcd840abfc3" providerId="LiveId" clId="{49CCD4F9-177C-4270-9A14-60236FF377E8}" dt="2026-05-05T10:26:16.995" v="14605" actId="113"/>
          <ac:spMkLst>
            <pc:docMk/>
            <pc:sldMk cId="1050263612" sldId="365"/>
            <ac:spMk id="190" creationId="{D405ED70-4B43-166D-8DDE-99D95FE37FC8}"/>
          </ac:spMkLst>
        </pc:spChg>
        <pc:spChg chg="add mod">
          <ac:chgData name="昕 许" userId="a2975fcd840abfc3" providerId="LiveId" clId="{49CCD4F9-177C-4270-9A14-60236FF377E8}" dt="2026-05-05T10:22:40.197" v="14467" actId="1076"/>
          <ac:spMkLst>
            <pc:docMk/>
            <pc:sldMk cId="1050263612" sldId="365"/>
            <ac:spMk id="191" creationId="{EEA48128-0396-2DC6-8538-453AB39D6E16}"/>
          </ac:spMkLst>
        </pc:spChg>
        <pc:spChg chg="add del mod">
          <ac:chgData name="昕 许" userId="a2975fcd840abfc3" providerId="LiveId" clId="{49CCD4F9-177C-4270-9A14-60236FF377E8}" dt="2026-05-05T10:23:02.484" v="14476" actId="478"/>
          <ac:spMkLst>
            <pc:docMk/>
            <pc:sldMk cId="1050263612" sldId="365"/>
            <ac:spMk id="194" creationId="{62635EEE-A830-7218-5436-58DC85D38E41}"/>
          </ac:spMkLst>
        </pc:spChg>
        <pc:spChg chg="add mod">
          <ac:chgData name="昕 许" userId="a2975fcd840abfc3" providerId="LiveId" clId="{49CCD4F9-177C-4270-9A14-60236FF377E8}" dt="2026-05-05T10:26:57.734" v="14666" actId="20577"/>
          <ac:spMkLst>
            <pc:docMk/>
            <pc:sldMk cId="1050263612" sldId="365"/>
            <ac:spMk id="205" creationId="{CA6FB36A-B9E4-3A0F-9747-40F5802A201F}"/>
          </ac:spMkLst>
        </pc:spChg>
        <pc:spChg chg="add mod">
          <ac:chgData name="昕 许" userId="a2975fcd840abfc3" providerId="LiveId" clId="{49CCD4F9-177C-4270-9A14-60236FF377E8}" dt="2026-05-05T10:27:03.353" v="14667" actId="1076"/>
          <ac:spMkLst>
            <pc:docMk/>
            <pc:sldMk cId="1050263612" sldId="365"/>
            <ac:spMk id="206" creationId="{2901BE99-835E-47B7-57B2-6E4216C01BC8}"/>
          </ac:spMkLst>
        </pc:spChg>
        <pc:spChg chg="del mod">
          <ac:chgData name="昕 许" userId="a2975fcd840abfc3" providerId="LiveId" clId="{49CCD4F9-177C-4270-9A14-60236FF377E8}" dt="2026-05-05T10:05:45.294" v="14094" actId="478"/>
          <ac:spMkLst>
            <pc:docMk/>
            <pc:sldMk cId="1050263612" sldId="365"/>
            <ac:spMk id="229" creationId="{D59EF6F3-20B7-9DA5-6300-BE51CF340F19}"/>
          </ac:spMkLst>
        </pc:spChg>
        <pc:spChg chg="del">
          <ac:chgData name="昕 许" userId="a2975fcd840abfc3" providerId="LiveId" clId="{49CCD4F9-177C-4270-9A14-60236FF377E8}" dt="2026-05-05T10:05:38.246" v="14092" actId="478"/>
          <ac:spMkLst>
            <pc:docMk/>
            <pc:sldMk cId="1050263612" sldId="365"/>
            <ac:spMk id="244" creationId="{FC28465B-D674-6477-7B9C-287D66ADE79C}"/>
          </ac:spMkLst>
        </pc:spChg>
        <pc:spChg chg="del">
          <ac:chgData name="昕 许" userId="a2975fcd840abfc3" providerId="LiveId" clId="{49CCD4F9-177C-4270-9A14-60236FF377E8}" dt="2026-05-05T10:05:38.246" v="14092" actId="478"/>
          <ac:spMkLst>
            <pc:docMk/>
            <pc:sldMk cId="1050263612" sldId="365"/>
            <ac:spMk id="257" creationId="{569B3352-1FBE-59FC-999A-85CB88D6112F}"/>
          </ac:spMkLst>
        </pc:spChg>
        <pc:spChg chg="del">
          <ac:chgData name="昕 许" userId="a2975fcd840abfc3" providerId="LiveId" clId="{49CCD4F9-177C-4270-9A14-60236FF377E8}" dt="2026-05-05T10:05:38.246" v="14092" actId="478"/>
          <ac:spMkLst>
            <pc:docMk/>
            <pc:sldMk cId="1050263612" sldId="365"/>
            <ac:spMk id="258" creationId="{962CA1D1-EA82-9770-25D7-D3B296874D2F}"/>
          </ac:spMkLst>
        </pc:spChg>
        <pc:spChg chg="del">
          <ac:chgData name="昕 许" userId="a2975fcd840abfc3" providerId="LiveId" clId="{49CCD4F9-177C-4270-9A14-60236FF377E8}" dt="2026-05-05T10:05:38.246" v="14092" actId="478"/>
          <ac:spMkLst>
            <pc:docMk/>
            <pc:sldMk cId="1050263612" sldId="365"/>
            <ac:spMk id="285" creationId="{B207CE54-B448-6091-D810-C2BA2185083F}"/>
          </ac:spMkLst>
        </pc:s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3" creationId="{4C80DEC5-7016-639F-A49C-2478CC836318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7" creationId="{04FF3352-86EC-B369-2D15-9B654659681C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10" creationId="{6311ED65-CC1A-B737-DCEF-9D89367533A7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13" creationId="{3840FD51-E032-2D7B-2713-ECADD576B76D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16" creationId="{4D61FE7F-9D65-30B1-3B30-9E10AB69C64E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19" creationId="{490C5DF0-97D7-52B5-1382-3A37BFAB162E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22" creationId="{543254AB-B261-6158-3880-20AE171919B8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25" creationId="{7773B1C3-3B3C-C26E-398D-CBE97371AC37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28" creationId="{77EFEB82-738B-D72E-9D7D-17D2A0A37D11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31" creationId="{A03AB617-8CD2-37D3-5B66-EF815357F88A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34" creationId="{64E26489-E139-64DC-FEC9-E6BBDE0C40B0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37" creationId="{FCCBEF9D-FD54-0A11-9BD8-88AC69312C28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38" creationId="{8174C42E-35F5-9207-CD23-66FB8FB08750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43" creationId="{FA141910-3DEA-261E-63B4-3E9D6CCE2E8A}"/>
          </ac:grpSpMkLst>
        </pc:grpChg>
        <pc:grpChg chg="mod">
          <ac:chgData name="昕 许" userId="a2975fcd840abfc3" providerId="LiveId" clId="{49CCD4F9-177C-4270-9A14-60236FF377E8}" dt="2026-05-05T10:22:05.736" v="14426" actId="113"/>
          <ac:grpSpMkLst>
            <pc:docMk/>
            <pc:sldMk cId="1050263612" sldId="365"/>
            <ac:grpSpMk id="47" creationId="{C814E249-3195-ABA5-278C-775F1D224A88}"/>
          </ac:grpSpMkLst>
        </pc:grpChg>
        <pc:grpChg chg="del">
          <ac:chgData name="昕 许" userId="a2975fcd840abfc3" providerId="LiveId" clId="{49CCD4F9-177C-4270-9A14-60236FF377E8}" dt="2026-05-05T10:05:57.811" v="14101" actId="478"/>
          <ac:grpSpMkLst>
            <pc:docMk/>
            <pc:sldMk cId="1050263612" sldId="365"/>
            <ac:grpSpMk id="53" creationId="{5E59E453-753F-9839-7CE0-C6564EBA7D15}"/>
          </ac:grpSpMkLst>
        </pc:grpChg>
        <pc:grpChg chg="mod">
          <ac:chgData name="昕 许" userId="a2975fcd840abfc3" providerId="LiveId" clId="{49CCD4F9-177C-4270-9A14-60236FF377E8}" dt="2026-05-05T10:25:27.533" v="14567" actId="1076"/>
          <ac:grpSpMkLst>
            <pc:docMk/>
            <pc:sldMk cId="1050263612" sldId="365"/>
            <ac:grpSpMk id="67" creationId="{FCE94FBB-6B86-FDFD-D742-8AD4C62E4947}"/>
          </ac:grpSpMkLst>
        </pc:grpChg>
        <pc:grpChg chg="mod">
          <ac:chgData name="昕 许" userId="a2975fcd840abfc3" providerId="LiveId" clId="{49CCD4F9-177C-4270-9A14-60236FF377E8}" dt="2026-05-05T10:19:55.040" v="14288" actId="1076"/>
          <ac:grpSpMkLst>
            <pc:docMk/>
            <pc:sldMk cId="1050263612" sldId="365"/>
            <ac:grpSpMk id="71" creationId="{08DCE445-C06B-FEA7-3895-D2BD0D64EE11}"/>
          </ac:grpSpMkLst>
        </pc:grpChg>
        <pc:grpChg chg="mod">
          <ac:chgData name="昕 许" userId="a2975fcd840abfc3" providerId="LiveId" clId="{49CCD4F9-177C-4270-9A14-60236FF377E8}" dt="2026-05-05T10:25:27.533" v="14567" actId="1076"/>
          <ac:grpSpMkLst>
            <pc:docMk/>
            <pc:sldMk cId="1050263612" sldId="365"/>
            <ac:grpSpMk id="74" creationId="{84EC346F-D28D-3FB3-146C-E33B161D7580}"/>
          </ac:grpSpMkLst>
        </pc:grpChg>
        <pc:grpChg chg="mod">
          <ac:chgData name="昕 许" userId="a2975fcd840abfc3" providerId="LiveId" clId="{49CCD4F9-177C-4270-9A14-60236FF377E8}" dt="2026-05-05T10:19:55.040" v="14288" actId="1076"/>
          <ac:grpSpMkLst>
            <pc:docMk/>
            <pc:sldMk cId="1050263612" sldId="365"/>
            <ac:grpSpMk id="77" creationId="{DCBAFC0A-990A-1C48-AD8E-CC0441A000ED}"/>
          </ac:grpSpMkLst>
        </pc:grpChg>
        <pc:grpChg chg="mod">
          <ac:chgData name="昕 许" userId="a2975fcd840abfc3" providerId="LiveId" clId="{49CCD4F9-177C-4270-9A14-60236FF377E8}" dt="2026-05-05T10:19:55.040" v="14288" actId="1076"/>
          <ac:grpSpMkLst>
            <pc:docMk/>
            <pc:sldMk cId="1050263612" sldId="365"/>
            <ac:grpSpMk id="82" creationId="{8432EA91-99E7-C490-9053-AB0C5C4FAA15}"/>
          </ac:grpSpMkLst>
        </pc:grpChg>
        <pc:grpChg chg="mod">
          <ac:chgData name="昕 许" userId="a2975fcd840abfc3" providerId="LiveId" clId="{49CCD4F9-177C-4270-9A14-60236FF377E8}" dt="2026-05-05T10:19:55.040" v="14288" actId="1076"/>
          <ac:grpSpMkLst>
            <pc:docMk/>
            <pc:sldMk cId="1050263612" sldId="365"/>
            <ac:grpSpMk id="87" creationId="{BD5486DE-5094-3C40-0DA2-FC03FF6C30D1}"/>
          </ac:grpSpMkLst>
        </pc:grpChg>
        <pc:grpChg chg="mod">
          <ac:chgData name="昕 许" userId="a2975fcd840abfc3" providerId="LiveId" clId="{49CCD4F9-177C-4270-9A14-60236FF377E8}" dt="2026-05-05T10:19:55.040" v="14288" actId="1076"/>
          <ac:grpSpMkLst>
            <pc:docMk/>
            <pc:sldMk cId="1050263612" sldId="365"/>
            <ac:grpSpMk id="90" creationId="{E354919A-E87E-18E5-E625-5E924C4D9A92}"/>
          </ac:grpSpMkLst>
        </pc:grpChg>
        <pc:grpChg chg="mod">
          <ac:chgData name="昕 许" userId="a2975fcd840abfc3" providerId="LiveId" clId="{49CCD4F9-177C-4270-9A14-60236FF377E8}" dt="2026-05-05T10:15:11.796" v="14162" actId="1076"/>
          <ac:grpSpMkLst>
            <pc:docMk/>
            <pc:sldMk cId="1050263612" sldId="365"/>
            <ac:grpSpMk id="93" creationId="{D6875A72-E82F-042B-387D-9821BC51058D}"/>
          </ac:grpSpMkLst>
        </pc:grpChg>
        <pc:grpChg chg="add del mod">
          <ac:chgData name="昕 许" userId="a2975fcd840abfc3" providerId="LiveId" clId="{49CCD4F9-177C-4270-9A14-60236FF377E8}" dt="2026-05-05T10:16:52.930" v="14229" actId="478"/>
          <ac:grpSpMkLst>
            <pc:docMk/>
            <pc:sldMk cId="1050263612" sldId="365"/>
            <ac:grpSpMk id="106" creationId="{DADE7D9D-55C9-735D-4AD2-275CD33B4F94}"/>
          </ac:grpSpMkLst>
        </pc:grpChg>
        <pc:grpChg chg="del">
          <ac:chgData name="昕 许" userId="a2975fcd840abfc3" providerId="LiveId" clId="{49CCD4F9-177C-4270-9A14-60236FF377E8}" dt="2026-05-05T10:05:45.294" v="14094" actId="478"/>
          <ac:grpSpMkLst>
            <pc:docMk/>
            <pc:sldMk cId="1050263612" sldId="365"/>
            <ac:grpSpMk id="115" creationId="{D4D5A3ED-4B75-D636-C6F8-2F3782FA6FEC}"/>
          </ac:grpSpMkLst>
        </pc:grpChg>
        <pc:grpChg chg="del">
          <ac:chgData name="昕 许" userId="a2975fcd840abfc3" providerId="LiveId" clId="{49CCD4F9-177C-4270-9A14-60236FF377E8}" dt="2026-05-05T10:05:45.294" v="14094" actId="478"/>
          <ac:grpSpMkLst>
            <pc:docMk/>
            <pc:sldMk cId="1050263612" sldId="365"/>
            <ac:grpSpMk id="118" creationId="{04D9699E-D199-524F-9C79-E8498181553E}"/>
          </ac:grpSpMkLst>
        </pc:grpChg>
        <pc:grpChg chg="mod">
          <ac:chgData name="昕 许" userId="a2975fcd840abfc3" providerId="LiveId" clId="{49CCD4F9-177C-4270-9A14-60236FF377E8}" dt="2026-05-05T10:25:23.766" v="14566" actId="1076"/>
          <ac:grpSpMkLst>
            <pc:docMk/>
            <pc:sldMk cId="1050263612" sldId="365"/>
            <ac:grpSpMk id="132" creationId="{6DE6C36F-400F-2C5D-5B7A-67A8AB103042}"/>
          </ac:grpSpMkLst>
        </pc:grpChg>
        <pc:grpChg chg="mod">
          <ac:chgData name="昕 许" userId="a2975fcd840abfc3" providerId="LiveId" clId="{49CCD4F9-177C-4270-9A14-60236FF377E8}" dt="2026-05-05T10:25:23.766" v="14566" actId="1076"/>
          <ac:grpSpMkLst>
            <pc:docMk/>
            <pc:sldMk cId="1050263612" sldId="365"/>
            <ac:grpSpMk id="142" creationId="{F46DABA2-FE60-81BB-23A4-BB47AA5A2BF8}"/>
          </ac:grpSpMkLst>
        </pc:grpChg>
        <pc:grpChg chg="del">
          <ac:chgData name="昕 许" userId="a2975fcd840abfc3" providerId="LiveId" clId="{49CCD4F9-177C-4270-9A14-60236FF377E8}" dt="2026-05-05T10:05:45.294" v="14094" actId="478"/>
          <ac:grpSpMkLst>
            <pc:docMk/>
            <pc:sldMk cId="1050263612" sldId="365"/>
            <ac:grpSpMk id="153" creationId="{C8227974-67B6-CFE1-E8D2-006208606B3B}"/>
          </ac:grpSpMkLst>
        </pc:grpChg>
        <pc:grpChg chg="mod">
          <ac:chgData name="昕 许" userId="a2975fcd840abfc3" providerId="LiveId" clId="{49CCD4F9-177C-4270-9A14-60236FF377E8}" dt="2026-05-05T10:18:45.773" v="14273" actId="1076"/>
          <ac:grpSpMkLst>
            <pc:docMk/>
            <pc:sldMk cId="1050263612" sldId="365"/>
            <ac:grpSpMk id="156" creationId="{A5FEB908-A0C3-F6E5-F785-54FA253A0ECA}"/>
          </ac:grpSpMkLst>
        </pc:grpChg>
        <pc:grpChg chg="del">
          <ac:chgData name="昕 许" userId="a2975fcd840abfc3" providerId="LiveId" clId="{49CCD4F9-177C-4270-9A14-60236FF377E8}" dt="2026-05-05T10:05:45.294" v="14094" actId="478"/>
          <ac:grpSpMkLst>
            <pc:docMk/>
            <pc:sldMk cId="1050263612" sldId="365"/>
            <ac:grpSpMk id="159" creationId="{1987045A-F86A-C62F-9AC5-DF6886A44585}"/>
          </ac:grpSpMkLst>
        </pc:grpChg>
        <pc:grpChg chg="mod">
          <ac:chgData name="昕 许" userId="a2975fcd840abfc3" providerId="LiveId" clId="{49CCD4F9-177C-4270-9A14-60236FF377E8}" dt="2026-05-05T10:25:27.533" v="14567" actId="1076"/>
          <ac:grpSpMkLst>
            <pc:docMk/>
            <pc:sldMk cId="1050263612" sldId="365"/>
            <ac:grpSpMk id="161" creationId="{876B94B6-A709-6AFD-8E8A-C8288411FB92}"/>
          </ac:grpSpMkLst>
        </pc:grpChg>
        <pc:grpChg chg="mod">
          <ac:chgData name="昕 许" userId="a2975fcd840abfc3" providerId="LiveId" clId="{49CCD4F9-177C-4270-9A14-60236FF377E8}" dt="2026-05-05T10:25:23.766" v="14566" actId="1076"/>
          <ac:grpSpMkLst>
            <pc:docMk/>
            <pc:sldMk cId="1050263612" sldId="365"/>
            <ac:grpSpMk id="166" creationId="{581C21DF-C099-A292-2FCA-EAE3391F3E2A}"/>
          </ac:grpSpMkLst>
        </pc:grpChg>
        <pc:grpChg chg="mod">
          <ac:chgData name="昕 许" userId="a2975fcd840abfc3" providerId="LiveId" clId="{49CCD4F9-177C-4270-9A14-60236FF377E8}" dt="2026-05-05T10:25:23.766" v="14566" actId="1076"/>
          <ac:grpSpMkLst>
            <pc:docMk/>
            <pc:sldMk cId="1050263612" sldId="365"/>
            <ac:grpSpMk id="169" creationId="{1D183AA0-048E-B454-4FE4-05B66D5F4309}"/>
          </ac:grpSpMkLst>
        </pc:grpChg>
        <pc:grpChg chg="mod">
          <ac:chgData name="昕 许" userId="a2975fcd840abfc3" providerId="LiveId" clId="{49CCD4F9-177C-4270-9A14-60236FF377E8}" dt="2026-05-05T10:25:27.533" v="14567" actId="1076"/>
          <ac:grpSpMkLst>
            <pc:docMk/>
            <pc:sldMk cId="1050263612" sldId="365"/>
            <ac:grpSpMk id="172" creationId="{236C42FA-D41E-7A42-AD19-4E06AF9B02C6}"/>
          </ac:grpSpMkLst>
        </pc:grpChg>
        <pc:grpChg chg="mod">
          <ac:chgData name="昕 许" userId="a2975fcd840abfc3" providerId="LiveId" clId="{49CCD4F9-177C-4270-9A14-60236FF377E8}" dt="2026-05-05T10:25:23.766" v="14566" actId="1076"/>
          <ac:grpSpMkLst>
            <pc:docMk/>
            <pc:sldMk cId="1050263612" sldId="365"/>
            <ac:grpSpMk id="175" creationId="{492246B4-D840-E0FD-CF56-FD1F933AB119}"/>
          </ac:grpSpMkLst>
        </pc:grpChg>
        <pc:grpChg chg="del">
          <ac:chgData name="昕 许" userId="a2975fcd840abfc3" providerId="LiveId" clId="{49CCD4F9-177C-4270-9A14-60236FF377E8}" dt="2026-05-05T10:05:45.294" v="14094" actId="478"/>
          <ac:grpSpMkLst>
            <pc:docMk/>
            <pc:sldMk cId="1050263612" sldId="365"/>
            <ac:grpSpMk id="224" creationId="{FD4A05B3-440A-411D-4B57-BAC0849B5EAA}"/>
          </ac:grpSpMkLst>
        </pc:grpChg>
        <pc:grpChg chg="del">
          <ac:chgData name="昕 许" userId="a2975fcd840abfc3" providerId="LiveId" clId="{49CCD4F9-177C-4270-9A14-60236FF377E8}" dt="2026-05-05T10:05:38.246" v="14092" actId="478"/>
          <ac:grpSpMkLst>
            <pc:docMk/>
            <pc:sldMk cId="1050263612" sldId="365"/>
            <ac:grpSpMk id="232" creationId="{0160D162-540F-E0D7-C151-60CBA7B30CCB}"/>
          </ac:grpSpMkLst>
        </pc:grpChg>
        <pc:grpChg chg="del">
          <ac:chgData name="昕 许" userId="a2975fcd840abfc3" providerId="LiveId" clId="{49CCD4F9-177C-4270-9A14-60236FF377E8}" dt="2026-05-05T10:05:38.246" v="14092" actId="478"/>
          <ac:grpSpMkLst>
            <pc:docMk/>
            <pc:sldMk cId="1050263612" sldId="365"/>
            <ac:grpSpMk id="238" creationId="{30C728EB-81B4-713C-F098-E91399EC7717}"/>
          </ac:grpSpMkLst>
        </pc:grpChg>
        <pc:grpChg chg="del">
          <ac:chgData name="昕 许" userId="a2975fcd840abfc3" providerId="LiveId" clId="{49CCD4F9-177C-4270-9A14-60236FF377E8}" dt="2026-05-05T10:05:38.246" v="14092" actId="478"/>
          <ac:grpSpMkLst>
            <pc:docMk/>
            <pc:sldMk cId="1050263612" sldId="365"/>
            <ac:grpSpMk id="251" creationId="{68890E65-0D97-BED6-8779-A27E9B8EC902}"/>
          </ac:grpSpMkLst>
        </pc:grpChg>
        <pc:grpChg chg="del">
          <ac:chgData name="昕 许" userId="a2975fcd840abfc3" providerId="LiveId" clId="{49CCD4F9-177C-4270-9A14-60236FF377E8}" dt="2026-05-05T10:05:38.246" v="14092" actId="478"/>
          <ac:grpSpMkLst>
            <pc:docMk/>
            <pc:sldMk cId="1050263612" sldId="365"/>
            <ac:grpSpMk id="265" creationId="{6306CFC7-8932-9384-13FF-6CF15B3A9437}"/>
          </ac:grpSpMkLst>
        </pc:grpChg>
        <pc:grpChg chg="del">
          <ac:chgData name="昕 许" userId="a2975fcd840abfc3" providerId="LiveId" clId="{49CCD4F9-177C-4270-9A14-60236FF377E8}" dt="2026-05-05T10:05:38.246" v="14092" actId="478"/>
          <ac:grpSpMkLst>
            <pc:docMk/>
            <pc:sldMk cId="1050263612" sldId="365"/>
            <ac:grpSpMk id="268" creationId="{F7B4D919-B542-04A5-22E0-1AFD4742848E}"/>
          </ac:grpSpMkLst>
        </pc:grpChg>
        <pc:picChg chg="del mod">
          <ac:chgData name="昕 许" userId="a2975fcd840abfc3" providerId="LiveId" clId="{49CCD4F9-177C-4270-9A14-60236FF377E8}" dt="2026-05-05T10:05:49.118" v="14096" actId="478"/>
          <ac:picMkLst>
            <pc:docMk/>
            <pc:sldMk cId="1050263612" sldId="365"/>
            <ac:picMk id="61" creationId="{2A49A4EC-09C0-D8B7-3763-10CFA82EE301}"/>
          </ac:picMkLst>
        </pc:picChg>
        <pc:picChg chg="add mod">
          <ac:chgData name="昕 许" userId="a2975fcd840abfc3" providerId="LiveId" clId="{49CCD4F9-177C-4270-9A14-60236FF377E8}" dt="2026-05-05T10:26:04.174" v="14601" actId="1076"/>
          <ac:picMkLst>
            <pc:docMk/>
            <pc:sldMk cId="1050263612" sldId="365"/>
            <ac:picMk id="198" creationId="{7498CC6F-8909-07BF-7244-AF2462DD4E14}"/>
          </ac:picMkLst>
        </pc:picChg>
        <pc:picChg chg="add mod">
          <ac:chgData name="昕 许" userId="a2975fcd840abfc3" providerId="LiveId" clId="{49CCD4F9-177C-4270-9A14-60236FF377E8}" dt="2026-05-05T10:26:04.174" v="14601" actId="1076"/>
          <ac:picMkLst>
            <pc:docMk/>
            <pc:sldMk cId="1050263612" sldId="365"/>
            <ac:picMk id="204" creationId="{42E7A9B1-C2A1-ABC1-9E4E-F3EC920DD2AD}"/>
          </ac:picMkLst>
        </pc:picChg>
        <pc:picChg chg="del mod">
          <ac:chgData name="昕 许" userId="a2975fcd840abfc3" providerId="LiveId" clId="{49CCD4F9-177C-4270-9A14-60236FF377E8}" dt="2026-05-05T10:05:45.294" v="14094" actId="478"/>
          <ac:picMkLst>
            <pc:docMk/>
            <pc:sldMk cId="1050263612" sldId="365"/>
            <ac:picMk id="231" creationId="{D050387B-18C1-494F-1FAD-A151E0B69BF0}"/>
          </ac:picMkLst>
        </pc:picChg>
        <pc:picChg chg="del">
          <ac:chgData name="昕 许" userId="a2975fcd840abfc3" providerId="LiveId" clId="{49CCD4F9-177C-4270-9A14-60236FF377E8}" dt="2026-05-05T10:05:38.246" v="14092" actId="478"/>
          <ac:picMkLst>
            <pc:docMk/>
            <pc:sldMk cId="1050263612" sldId="365"/>
            <ac:picMk id="287" creationId="{B888DC7C-6841-1FD5-EF79-BEA8E267F510}"/>
          </ac:picMkLst>
        </pc:picChg>
        <pc:cxnChg chg="del">
          <ac:chgData name="昕 许" userId="a2975fcd840abfc3" providerId="LiveId" clId="{49CCD4F9-177C-4270-9A14-60236FF377E8}" dt="2026-05-05T10:05:48.308" v="14095" actId="478"/>
          <ac:cxnSpMkLst>
            <pc:docMk/>
            <pc:sldMk cId="1050263612" sldId="365"/>
            <ac:cxnSpMk id="50" creationId="{945D633B-FE10-4A1D-582E-C50F25192A19}"/>
          </ac:cxnSpMkLst>
        </pc:cxnChg>
        <pc:cxnChg chg="del">
          <ac:chgData name="昕 许" userId="a2975fcd840abfc3" providerId="LiveId" clId="{49CCD4F9-177C-4270-9A14-60236FF377E8}" dt="2026-05-05T10:05:51.094" v="14098" actId="478"/>
          <ac:cxnSpMkLst>
            <pc:docMk/>
            <pc:sldMk cId="1050263612" sldId="365"/>
            <ac:cxnSpMk id="51" creationId="{A2EBBF2A-64F0-BC0F-F85D-60E4A39A7D05}"/>
          </ac:cxnSpMkLst>
        </pc:cxnChg>
        <pc:cxnChg chg="add del mod">
          <ac:chgData name="昕 许" userId="a2975fcd840abfc3" providerId="LiveId" clId="{49CCD4F9-177C-4270-9A14-60236FF377E8}" dt="2026-05-05T10:20:21.318" v="14297" actId="478"/>
          <ac:cxnSpMkLst>
            <pc:docMk/>
            <pc:sldMk cId="1050263612" sldId="365"/>
            <ac:cxnSpMk id="57" creationId="{8834841D-1A43-1FE7-E6BB-5397A65245F9}"/>
          </ac:cxnSpMkLst>
        </pc:cxnChg>
        <pc:cxnChg chg="del">
          <ac:chgData name="昕 许" userId="a2975fcd840abfc3" providerId="LiveId" clId="{49CCD4F9-177C-4270-9A14-60236FF377E8}" dt="2026-05-05T10:14:40.414" v="14147" actId="478"/>
          <ac:cxnSpMkLst>
            <pc:docMk/>
            <pc:sldMk cId="1050263612" sldId="365"/>
            <ac:cxnSpMk id="97" creationId="{6BB75188-3B37-8AB4-29A1-16D4A035FB96}"/>
          </ac:cxnSpMkLst>
        </pc:cxnChg>
        <pc:cxnChg chg="add mod">
          <ac:chgData name="昕 许" userId="a2975fcd840abfc3" providerId="LiveId" clId="{49CCD4F9-177C-4270-9A14-60236FF377E8}" dt="2026-05-05T10:15:05.149" v="14159" actId="113"/>
          <ac:cxnSpMkLst>
            <pc:docMk/>
            <pc:sldMk cId="1050263612" sldId="365"/>
            <ac:cxnSpMk id="98" creationId="{C4D00210-DA91-D737-8538-514CE8521051}"/>
          </ac:cxnSpMkLst>
        </pc:cxnChg>
        <pc:cxnChg chg="add mod">
          <ac:chgData name="昕 许" userId="a2975fcd840abfc3" providerId="LiveId" clId="{49CCD4F9-177C-4270-9A14-60236FF377E8}" dt="2026-05-05T10:15:09.826" v="14161" actId="1076"/>
          <ac:cxnSpMkLst>
            <pc:docMk/>
            <pc:sldMk cId="1050263612" sldId="365"/>
            <ac:cxnSpMk id="101" creationId="{475F5C20-4876-802F-CA55-53776CAB460F}"/>
          </ac:cxnSpMkLst>
        </pc:cxnChg>
        <pc:cxnChg chg="add del mod">
          <ac:chgData name="昕 许" userId="a2975fcd840abfc3" providerId="LiveId" clId="{49CCD4F9-177C-4270-9A14-60236FF377E8}" dt="2026-05-05T10:17:09.721" v="14237" actId="478"/>
          <ac:cxnSpMkLst>
            <pc:docMk/>
            <pc:sldMk cId="1050263612" sldId="365"/>
            <ac:cxnSpMk id="113" creationId="{9392A1B5-8DC8-33B9-BD19-755EFF4D40BE}"/>
          </ac:cxnSpMkLst>
        </pc:cxnChg>
        <pc:cxnChg chg="mod">
          <ac:chgData name="昕 许" userId="a2975fcd840abfc3" providerId="LiveId" clId="{49CCD4F9-177C-4270-9A14-60236FF377E8}" dt="2026-05-05T10:19:25.313" v="14281" actId="1076"/>
          <ac:cxnSpMkLst>
            <pc:docMk/>
            <pc:sldMk cId="1050263612" sldId="365"/>
            <ac:cxnSpMk id="179" creationId="{8A6ACBA2-A78B-6B59-15F3-7DC791064E62}"/>
          </ac:cxnSpMkLst>
        </pc:cxnChg>
        <pc:cxnChg chg="mod">
          <ac:chgData name="昕 许" userId="a2975fcd840abfc3" providerId="LiveId" clId="{49CCD4F9-177C-4270-9A14-60236FF377E8}" dt="2026-05-05T10:18:59.710" v="14278" actId="1076"/>
          <ac:cxnSpMkLst>
            <pc:docMk/>
            <pc:sldMk cId="1050263612" sldId="365"/>
            <ac:cxnSpMk id="180" creationId="{30F3034D-54FA-3B8E-18AE-80EA817A169E}"/>
          </ac:cxnSpMkLst>
        </pc:cxnChg>
        <pc:cxnChg chg="add mod">
          <ac:chgData name="昕 许" userId="a2975fcd840abfc3" providerId="LiveId" clId="{49CCD4F9-177C-4270-9A14-60236FF377E8}" dt="2026-05-05T10:20:14.647" v="14295" actId="1076"/>
          <ac:cxnSpMkLst>
            <pc:docMk/>
            <pc:sldMk cId="1050263612" sldId="365"/>
            <ac:cxnSpMk id="183" creationId="{D125768C-49B6-FCA6-579C-41FF3FA56AC8}"/>
          </ac:cxnSpMkLst>
        </pc:cxnChg>
        <pc:cxnChg chg="add mod">
          <ac:chgData name="昕 许" userId="a2975fcd840abfc3" providerId="LiveId" clId="{49CCD4F9-177C-4270-9A14-60236FF377E8}" dt="2026-05-05T10:22:50.454" v="14470" actId="1076"/>
          <ac:cxnSpMkLst>
            <pc:docMk/>
            <pc:sldMk cId="1050263612" sldId="365"/>
            <ac:cxnSpMk id="192" creationId="{4D425EC4-15E1-A458-FD38-A447763539AE}"/>
          </ac:cxnSpMkLst>
        </pc:cxnChg>
        <pc:cxnChg chg="add mod">
          <ac:chgData name="昕 许" userId="a2975fcd840abfc3" providerId="LiveId" clId="{49CCD4F9-177C-4270-9A14-60236FF377E8}" dt="2026-05-05T10:22:53.960" v="14472" actId="1076"/>
          <ac:cxnSpMkLst>
            <pc:docMk/>
            <pc:sldMk cId="1050263612" sldId="365"/>
            <ac:cxnSpMk id="193" creationId="{35B75895-27C8-9067-82A5-41B72185AF47}"/>
          </ac:cxnSpMkLst>
        </pc:cxnChg>
        <pc:cxnChg chg="add del mod">
          <ac:chgData name="昕 许" userId="a2975fcd840abfc3" providerId="LiveId" clId="{49CCD4F9-177C-4270-9A14-60236FF377E8}" dt="2026-05-05T10:23:19.652" v="14479" actId="478"/>
          <ac:cxnSpMkLst>
            <pc:docMk/>
            <pc:sldMk cId="1050263612" sldId="365"/>
            <ac:cxnSpMk id="195" creationId="{30D2A76F-74B2-B27D-3D05-67EFCF369882}"/>
          </ac:cxnSpMkLst>
        </pc:cxnChg>
        <pc:cxnChg chg="add mod">
          <ac:chgData name="昕 许" userId="a2975fcd840abfc3" providerId="LiveId" clId="{49CCD4F9-177C-4270-9A14-60236FF377E8}" dt="2026-05-05T10:23:52.482" v="14482" actId="208"/>
          <ac:cxnSpMkLst>
            <pc:docMk/>
            <pc:sldMk cId="1050263612" sldId="365"/>
            <ac:cxnSpMk id="197" creationId="{0A0D13F2-03FC-48B2-FB6F-1639CBCA82AB}"/>
          </ac:cxnSpMkLst>
        </pc:cxnChg>
        <pc:cxnChg chg="add mod">
          <ac:chgData name="昕 许" userId="a2975fcd840abfc3" providerId="LiveId" clId="{49CCD4F9-177C-4270-9A14-60236FF377E8}" dt="2026-05-05T10:24:24.344" v="14492" actId="14100"/>
          <ac:cxnSpMkLst>
            <pc:docMk/>
            <pc:sldMk cId="1050263612" sldId="365"/>
            <ac:cxnSpMk id="199" creationId="{F647B8BD-0B2A-429F-1A92-C416787F7442}"/>
          </ac:cxnSpMkLst>
        </pc:cxnChg>
        <pc:cxnChg chg="del mod">
          <ac:chgData name="昕 许" userId="a2975fcd840abfc3" providerId="LiveId" clId="{49CCD4F9-177C-4270-9A14-60236FF377E8}" dt="2026-05-05T10:22:33.983" v="14459" actId="478"/>
          <ac:cxnSpMkLst>
            <pc:docMk/>
            <pc:sldMk cId="1050263612" sldId="365"/>
            <ac:cxnSpMk id="288" creationId="{A920132C-8777-45CE-B490-EB4D0690D8B9}"/>
          </ac:cxnSpMkLst>
        </pc:cxnChg>
      </pc:sldChg>
      <pc:sldChg chg="addSp delSp modSp add del mod">
        <pc:chgData name="昕 许" userId="a2975fcd840abfc3" providerId="LiveId" clId="{49CCD4F9-177C-4270-9A14-60236FF377E8}" dt="2026-05-05T05:28:27.008" v="13280" actId="47"/>
        <pc:sldMkLst>
          <pc:docMk/>
          <pc:sldMk cId="1231500971" sldId="365"/>
        </pc:sldMkLst>
      </pc:sldChg>
      <pc:sldChg chg="addSp delSp modSp add del mod">
        <pc:chgData name="昕 许" userId="a2975fcd840abfc3" providerId="LiveId" clId="{49CCD4F9-177C-4270-9A14-60236FF377E8}" dt="2026-05-05T05:28:27.186" v="13281" actId="47"/>
        <pc:sldMkLst>
          <pc:docMk/>
          <pc:sldMk cId="2436870121" sldId="366"/>
        </pc:sldMkLst>
      </pc:sldChg>
      <pc:sldChg chg="addSp delSp modSp add del mod">
        <pc:chgData name="昕 许" userId="a2975fcd840abfc3" providerId="LiveId" clId="{49CCD4F9-177C-4270-9A14-60236FF377E8}" dt="2026-05-05T05:28:27.671" v="13282" actId="47"/>
        <pc:sldMkLst>
          <pc:docMk/>
          <pc:sldMk cId="4012592637" sldId="367"/>
        </pc:sldMkLst>
      </pc:sldChg>
    </pc:docChg>
  </pc:docChgLst>
  <pc:docChgLst>
    <pc:chgData name="昕 许" userId="a2975fcd840abfc3" providerId="LiveId" clId="{499F0DC1-E14A-440B-BB65-742EF527F893}"/>
    <pc:docChg chg="undo custSel modSld">
      <pc:chgData name="昕 许" userId="a2975fcd840abfc3" providerId="LiveId" clId="{499F0DC1-E14A-440B-BB65-742EF527F893}" dt="2026-04-27T01:42:43.692" v="16" actId="1076"/>
      <pc:docMkLst>
        <pc:docMk/>
      </pc:docMkLst>
      <pc:sldChg chg="delSp modSp mod">
        <pc:chgData name="昕 许" userId="a2975fcd840abfc3" providerId="LiveId" clId="{499F0DC1-E14A-440B-BB65-742EF527F893}" dt="2026-04-27T01:42:43.692" v="16" actId="1076"/>
        <pc:sldMkLst>
          <pc:docMk/>
          <pc:sldMk cId="1671019689" sldId="3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.pn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00.png"/><Relationship Id="rId10" Type="http://schemas.openxmlformats.org/officeDocument/2006/relationships/image" Target="../media/image2.svg"/><Relationship Id="rId9" Type="http://schemas.openxmlformats.org/officeDocument/2006/relationships/image" Target="../media/image1.svg"/><Relationship Id="rId1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2.svg"/><Relationship Id="rId2" Type="http://schemas.openxmlformats.org/officeDocument/2006/relationships/image" Target="../media/image28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.sv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image" Target="../media/image28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6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63.png"/><Relationship Id="rId21" Type="http://schemas.openxmlformats.org/officeDocument/2006/relationships/image" Target="../media/image79.png"/><Relationship Id="rId7" Type="http://schemas.openxmlformats.org/officeDocument/2006/relationships/image" Target="../media/image67.png"/><Relationship Id="rId12" Type="http://schemas.openxmlformats.org/officeDocument/2006/relationships/image" Target="../media/image45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image" Target="../media/image28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24" Type="http://schemas.openxmlformats.org/officeDocument/2006/relationships/image" Target="../media/image82.png"/><Relationship Id="rId5" Type="http://schemas.openxmlformats.org/officeDocument/2006/relationships/image" Target="../media/image65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10" Type="http://schemas.openxmlformats.org/officeDocument/2006/relationships/image" Target="../media/image70.png"/><Relationship Id="rId19" Type="http://schemas.openxmlformats.org/officeDocument/2006/relationships/image" Target="../media/image77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18" Type="http://schemas.openxmlformats.org/officeDocument/2006/relationships/image" Target="../media/image97.png"/><Relationship Id="rId26" Type="http://schemas.openxmlformats.org/officeDocument/2006/relationships/image" Target="../media/image104.png"/><Relationship Id="rId39" Type="http://schemas.openxmlformats.org/officeDocument/2006/relationships/image" Target="../media/image112.png"/><Relationship Id="rId21" Type="http://schemas.openxmlformats.org/officeDocument/2006/relationships/image" Target="../media/image100.png"/><Relationship Id="rId34" Type="http://schemas.openxmlformats.org/officeDocument/2006/relationships/image" Target="../media/image107.png"/><Relationship Id="rId7" Type="http://schemas.openxmlformats.org/officeDocument/2006/relationships/image" Target="../media/image89.png"/><Relationship Id="rId2" Type="http://schemas.openxmlformats.org/officeDocument/2006/relationships/image" Target="../media/image28.png"/><Relationship Id="rId16" Type="http://schemas.openxmlformats.org/officeDocument/2006/relationships/image" Target="../media/image1.svg"/><Relationship Id="rId20" Type="http://schemas.openxmlformats.org/officeDocument/2006/relationships/image" Target="../media/image99.png"/><Relationship Id="rId29" Type="http://schemas.openxmlformats.org/officeDocument/2006/relationships/image" Target="../media/image65.png"/><Relationship Id="rId41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2.png"/><Relationship Id="rId24" Type="http://schemas.openxmlformats.org/officeDocument/2006/relationships/image" Target="../media/image102.png"/><Relationship Id="rId32" Type="http://schemas.openxmlformats.org/officeDocument/2006/relationships/image" Target="../media/image106.png"/><Relationship Id="rId37" Type="http://schemas.openxmlformats.org/officeDocument/2006/relationships/image" Target="../media/image110.png"/><Relationship Id="rId40" Type="http://schemas.openxmlformats.org/officeDocument/2006/relationships/image" Target="../media/image113.png"/><Relationship Id="rId5" Type="http://schemas.openxmlformats.org/officeDocument/2006/relationships/image" Target="../media/image46.png"/><Relationship Id="rId15" Type="http://schemas.openxmlformats.org/officeDocument/2006/relationships/image" Target="../media/image95.png"/><Relationship Id="rId23" Type="http://schemas.openxmlformats.org/officeDocument/2006/relationships/image" Target="../media/image68.png"/><Relationship Id="rId28" Type="http://schemas.openxmlformats.org/officeDocument/2006/relationships/image" Target="../media/image64.png"/><Relationship Id="rId36" Type="http://schemas.openxmlformats.org/officeDocument/2006/relationships/image" Target="../media/image109.png"/><Relationship Id="rId10" Type="http://schemas.openxmlformats.org/officeDocument/2006/relationships/image" Target="../media/image91.png"/><Relationship Id="rId19" Type="http://schemas.openxmlformats.org/officeDocument/2006/relationships/image" Target="../media/image98.png"/><Relationship Id="rId31" Type="http://schemas.openxmlformats.org/officeDocument/2006/relationships/image" Target="../media/image2.svg"/><Relationship Id="rId4" Type="http://schemas.openxmlformats.org/officeDocument/2006/relationships/image" Target="../media/image87.png"/><Relationship Id="rId9" Type="http://schemas.openxmlformats.org/officeDocument/2006/relationships/image" Target="../media/image45.png"/><Relationship Id="rId14" Type="http://schemas.openxmlformats.org/officeDocument/2006/relationships/image" Target="../media/image71.png"/><Relationship Id="rId22" Type="http://schemas.openxmlformats.org/officeDocument/2006/relationships/image" Target="../media/image101.png"/><Relationship Id="rId27" Type="http://schemas.openxmlformats.org/officeDocument/2006/relationships/image" Target="../media/image61.png"/><Relationship Id="rId30" Type="http://schemas.openxmlformats.org/officeDocument/2006/relationships/image" Target="../media/image105.png"/><Relationship Id="rId35" Type="http://schemas.openxmlformats.org/officeDocument/2006/relationships/image" Target="../media/image108.png"/><Relationship Id="rId8" Type="http://schemas.openxmlformats.org/officeDocument/2006/relationships/image" Target="../media/image90.png"/><Relationship Id="rId3" Type="http://schemas.openxmlformats.org/officeDocument/2006/relationships/image" Target="../media/image86.png"/><Relationship Id="rId12" Type="http://schemas.openxmlformats.org/officeDocument/2006/relationships/image" Target="../media/image93.png"/><Relationship Id="rId17" Type="http://schemas.openxmlformats.org/officeDocument/2006/relationships/image" Target="../media/image96.png"/><Relationship Id="rId25" Type="http://schemas.openxmlformats.org/officeDocument/2006/relationships/image" Target="../media/image103.png"/><Relationship Id="rId33" Type="http://schemas.openxmlformats.org/officeDocument/2006/relationships/image" Target="../media/image44.png"/><Relationship Id="rId38" Type="http://schemas.openxmlformats.org/officeDocument/2006/relationships/image" Target="../media/image1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22.png"/><Relationship Id="rId18" Type="http://schemas.openxmlformats.org/officeDocument/2006/relationships/image" Target="../media/image127.png"/><Relationship Id="rId3" Type="http://schemas.openxmlformats.org/officeDocument/2006/relationships/image" Target="../media/image44.png"/><Relationship Id="rId21" Type="http://schemas.openxmlformats.org/officeDocument/2006/relationships/image" Target="../media/image130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26.png"/><Relationship Id="rId2" Type="http://schemas.openxmlformats.org/officeDocument/2006/relationships/image" Target="../media/image115.png"/><Relationship Id="rId16" Type="http://schemas.openxmlformats.org/officeDocument/2006/relationships/image" Target="../media/image125.png"/><Relationship Id="rId20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24" Type="http://schemas.openxmlformats.org/officeDocument/2006/relationships/image" Target="../media/image132.png"/><Relationship Id="rId5" Type="http://schemas.openxmlformats.org/officeDocument/2006/relationships/image" Target="../media/image113.png"/><Relationship Id="rId15" Type="http://schemas.openxmlformats.org/officeDocument/2006/relationships/image" Target="../media/image124.png"/><Relationship Id="rId23" Type="http://schemas.openxmlformats.org/officeDocument/2006/relationships/image" Target="../media/image131.png"/><Relationship Id="rId10" Type="http://schemas.openxmlformats.org/officeDocument/2006/relationships/image" Target="../media/image119.png"/><Relationship Id="rId19" Type="http://schemas.openxmlformats.org/officeDocument/2006/relationships/image" Target="../media/image128.png"/><Relationship Id="rId4" Type="http://schemas.openxmlformats.org/officeDocument/2006/relationships/image" Target="../media/image107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Relationship Id="rId22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433DE-A778-CC55-6116-01889B8E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a16:creationId xmlns:a16="http://schemas.microsoft.com/office/drawing/2014/main" id="{899E46FC-E153-9D04-8209-2D5FD9644545}"/>
              </a:ext>
            </a:extLst>
          </p:cNvPr>
          <p:cNvSpPr/>
          <p:nvPr/>
        </p:nvSpPr>
        <p:spPr>
          <a:xfrm>
            <a:off x="7681800" y="2838980"/>
            <a:ext cx="1735671" cy="11841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7FA35952-9169-5503-F283-BD3B25518BBE}"/>
              </a:ext>
            </a:extLst>
          </p:cNvPr>
          <p:cNvSpPr txBox="1"/>
          <p:nvPr/>
        </p:nvSpPr>
        <p:spPr>
          <a:xfrm>
            <a:off x="367742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基本元素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4607356-D595-4D59-8717-862C43282FBA}"/>
              </a:ext>
            </a:extLst>
          </p:cNvPr>
          <p:cNvGrpSpPr/>
          <p:nvPr/>
        </p:nvGrpSpPr>
        <p:grpSpPr>
          <a:xfrm>
            <a:off x="881048" y="690930"/>
            <a:ext cx="508000" cy="512233"/>
            <a:chOff x="7035800" y="3716866"/>
            <a:chExt cx="508000" cy="512233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7C14FE1-0BF2-6CB8-01FC-BAACDEF30026}"/>
                </a:ext>
              </a:extLst>
            </p:cNvPr>
            <p:cNvSpPr/>
            <p:nvPr/>
          </p:nvSpPr>
          <p:spPr>
            <a:xfrm>
              <a:off x="7035800" y="3716866"/>
              <a:ext cx="508000" cy="5122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7C0AD0C2-11D1-CF83-1FFF-B05CE82DE40D}"/>
                    </a:ext>
                  </a:extLst>
                </p:cNvPr>
                <p:cNvSpPr txBox="1"/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34DAC62-D23F-501A-C6DF-5697ACCA88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6816" y="3788316"/>
                  <a:ext cx="32596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2C18DD4C-38A6-CEE1-16C8-E0D13F0E54DF}"/>
              </a:ext>
            </a:extLst>
          </p:cNvPr>
          <p:cNvSpPr/>
          <p:nvPr/>
        </p:nvSpPr>
        <p:spPr>
          <a:xfrm>
            <a:off x="934054" y="2412165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E71D419-5EA2-73AD-E3B3-721E715C82E2}"/>
              </a:ext>
            </a:extLst>
          </p:cNvPr>
          <p:cNvSpPr/>
          <p:nvPr/>
        </p:nvSpPr>
        <p:spPr>
          <a:xfrm>
            <a:off x="547441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ED470E-1554-6EAA-002D-CF83DD52FC86}"/>
              </a:ext>
            </a:extLst>
          </p:cNvPr>
          <p:cNvSpPr/>
          <p:nvPr/>
        </p:nvSpPr>
        <p:spPr>
          <a:xfrm>
            <a:off x="1419715" y="3011437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FC9C754-0EAA-5B48-CF99-2E01497691AF}"/>
              </a:ext>
            </a:extLst>
          </p:cNvPr>
          <p:cNvCxnSpPr>
            <a:cxnSpLocks/>
            <a:stCxn id="10" idx="4"/>
            <a:endCxn id="13" idx="0"/>
          </p:cNvCxnSpPr>
          <p:nvPr/>
        </p:nvCxnSpPr>
        <p:spPr>
          <a:xfrm>
            <a:off x="1112250" y="2768557"/>
            <a:ext cx="485661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AF57065-32F9-323B-4A9E-F73642DEA443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725637" y="2768557"/>
            <a:ext cx="386613" cy="242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0A933E2-3AC4-DD95-6BAC-A563601BC4D2}"/>
              </a:ext>
            </a:extLst>
          </p:cNvPr>
          <p:cNvCxnSpPr>
            <a:cxnSpLocks/>
            <a:stCxn id="11" idx="4"/>
            <a:endCxn id="39" idx="0"/>
          </p:cNvCxnSpPr>
          <p:nvPr/>
        </p:nvCxnSpPr>
        <p:spPr>
          <a:xfrm>
            <a:off x="725637" y="3367829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7602F69-E5E0-30BB-7074-718185AB15DE}"/>
              </a:ext>
            </a:extLst>
          </p:cNvPr>
          <p:cNvCxnSpPr>
            <a:cxnSpLocks/>
            <a:stCxn id="11" idx="4"/>
            <a:endCxn id="30" idx="0"/>
          </p:cNvCxnSpPr>
          <p:nvPr/>
        </p:nvCxnSpPr>
        <p:spPr>
          <a:xfrm flipH="1">
            <a:off x="465898" y="3367829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69FB7E6-CDCE-D92A-19E9-928C122003C9}"/>
              </a:ext>
            </a:extLst>
          </p:cNvPr>
          <p:cNvSpPr txBox="1"/>
          <p:nvPr/>
        </p:nvSpPr>
        <p:spPr>
          <a:xfrm>
            <a:off x="973540" y="2430416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377E75-618A-5811-D644-860041E733FB}"/>
              </a:ext>
            </a:extLst>
          </p:cNvPr>
          <p:cNvSpPr txBox="1"/>
          <p:nvPr/>
        </p:nvSpPr>
        <p:spPr>
          <a:xfrm>
            <a:off x="581396" y="3035744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666C1DF-8DE9-E045-5124-5216961A4271}"/>
              </a:ext>
            </a:extLst>
          </p:cNvPr>
          <p:cNvSpPr txBox="1"/>
          <p:nvPr/>
        </p:nvSpPr>
        <p:spPr>
          <a:xfrm>
            <a:off x="1459201" y="3031615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5954BFF-687A-FDB1-7FC5-C7E3349D2E9A}"/>
              </a:ext>
            </a:extLst>
          </p:cNvPr>
          <p:cNvGrpSpPr/>
          <p:nvPr/>
        </p:nvGrpSpPr>
        <p:grpSpPr>
          <a:xfrm>
            <a:off x="287702" y="3711644"/>
            <a:ext cx="356392" cy="356392"/>
            <a:chOff x="4885871" y="2832091"/>
            <a:chExt cx="356392" cy="35639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0FB5786-7E05-DA08-62BE-F6F2079D7DD7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C58903B-1296-62A9-0B6F-2B243D4AD34B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3</a:t>
              </a:r>
              <a:endParaRPr lang="zh-CN" altLang="en-US" sz="1400" b="1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A549A68-5DDF-F4AA-58BF-6B8A992397D7}"/>
              </a:ext>
            </a:extLst>
          </p:cNvPr>
          <p:cNvGrpSpPr/>
          <p:nvPr/>
        </p:nvGrpSpPr>
        <p:grpSpPr>
          <a:xfrm>
            <a:off x="772686" y="3711644"/>
            <a:ext cx="356392" cy="356392"/>
            <a:chOff x="5559105" y="2844436"/>
            <a:chExt cx="356392" cy="356392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BC00DA0-8D64-DDBA-BACD-AC21A390BFE2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89A550D-F3EC-3764-8689-6B92EE396725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4</a:t>
              </a:r>
              <a:endParaRPr lang="zh-CN" altLang="en-US" sz="1400" b="1" dirty="0"/>
            </a:p>
          </p:txBody>
        </p:sp>
      </p:grp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5893C66-EECC-A91A-914E-6B8697DB9A1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1614062" y="3359570"/>
            <a:ext cx="225245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E876536-649C-46BA-FB08-D4913B871EE4}"/>
              </a:ext>
            </a:extLst>
          </p:cNvPr>
          <p:cNvCxnSpPr>
            <a:cxnSpLocks/>
            <a:endCxn id="48" idx="0"/>
          </p:cNvCxnSpPr>
          <p:nvPr/>
        </p:nvCxnSpPr>
        <p:spPr>
          <a:xfrm flipH="1">
            <a:off x="1354323" y="3359570"/>
            <a:ext cx="259739" cy="3438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3E098EA-FC28-0A00-FFB0-65B9923CA9DC}"/>
              </a:ext>
            </a:extLst>
          </p:cNvPr>
          <p:cNvGrpSpPr/>
          <p:nvPr/>
        </p:nvGrpSpPr>
        <p:grpSpPr>
          <a:xfrm>
            <a:off x="1176127" y="3703385"/>
            <a:ext cx="356392" cy="356392"/>
            <a:chOff x="4885871" y="2832091"/>
            <a:chExt cx="356392" cy="356392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E1D7854-E5A6-0C9D-223B-CDA29784A7C8}"/>
                </a:ext>
              </a:extLst>
            </p:cNvPr>
            <p:cNvSpPr/>
            <p:nvPr/>
          </p:nvSpPr>
          <p:spPr>
            <a:xfrm>
              <a:off x="4885871" y="2832091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1C7B4E9-6F8C-B7AC-D2E6-F1FD265D8374}"/>
                </a:ext>
              </a:extLst>
            </p:cNvPr>
            <p:cNvSpPr txBox="1"/>
            <p:nvPr/>
          </p:nvSpPr>
          <p:spPr>
            <a:xfrm>
              <a:off x="4925357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5</a:t>
              </a:r>
              <a:endParaRPr lang="zh-CN" altLang="en-US" sz="1400" b="1" dirty="0"/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652C50E-7A9D-61A3-73E7-CCFBF67453D9}"/>
              </a:ext>
            </a:extLst>
          </p:cNvPr>
          <p:cNvGrpSpPr/>
          <p:nvPr/>
        </p:nvGrpSpPr>
        <p:grpSpPr>
          <a:xfrm>
            <a:off x="1661111" y="3703385"/>
            <a:ext cx="356392" cy="356392"/>
            <a:chOff x="5559105" y="2844436"/>
            <a:chExt cx="356392" cy="356392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CDBFC98-504A-0760-A226-170FE1823E9A}"/>
                </a:ext>
              </a:extLst>
            </p:cNvPr>
            <p:cNvSpPr/>
            <p:nvPr/>
          </p:nvSpPr>
          <p:spPr>
            <a:xfrm>
              <a:off x="5559105" y="2844436"/>
              <a:ext cx="356392" cy="3563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72C51"/>
                </a:solidFill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EA9BE367-2263-8798-3D8F-F391D5B9437C}"/>
                </a:ext>
              </a:extLst>
            </p:cNvPr>
            <p:cNvSpPr txBox="1"/>
            <p:nvPr/>
          </p:nvSpPr>
          <p:spPr>
            <a:xfrm>
              <a:off x="5599606" y="2856398"/>
              <a:ext cx="2774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6</a:t>
              </a:r>
              <a:endParaRPr lang="zh-CN" altLang="en-US" sz="1400" b="1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3216342-1650-F035-E56C-FCAB98270533}"/>
              </a:ext>
            </a:extLst>
          </p:cNvPr>
          <p:cNvSpPr txBox="1"/>
          <p:nvPr/>
        </p:nvSpPr>
        <p:spPr>
          <a:xfrm>
            <a:off x="397865" y="1938563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EBB8493-D883-0D5A-362D-968EE2569C43}"/>
              </a:ext>
            </a:extLst>
          </p:cNvPr>
          <p:cNvSpPr txBox="1"/>
          <p:nvPr/>
        </p:nvSpPr>
        <p:spPr>
          <a:xfrm>
            <a:off x="7758109" y="205717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图标</a:t>
            </a:r>
          </a:p>
        </p:txBody>
      </p:sp>
      <p:pic>
        <p:nvPicPr>
          <p:cNvPr id="56" name="图形 55" descr="复选标记 纯色填充">
            <a:extLst>
              <a:ext uri="{FF2B5EF4-FFF2-40B4-BE49-F238E27FC236}">
                <a16:creationId xmlns:a16="http://schemas.microsoft.com/office/drawing/2014/main" id="{34C5E03A-BAC9-B6EC-142C-925480762B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9878" y="694709"/>
            <a:ext cx="322879" cy="322879"/>
          </a:xfrm>
          <a:prstGeom prst="rect">
            <a:avLst/>
          </a:prstGeom>
        </p:spPr>
      </p:pic>
      <p:pic>
        <p:nvPicPr>
          <p:cNvPr id="57" name="图形 56" descr="关闭 纯色填充">
            <a:extLst>
              <a:ext uri="{FF2B5EF4-FFF2-40B4-BE49-F238E27FC236}">
                <a16:creationId xmlns:a16="http://schemas.microsoft.com/office/drawing/2014/main" id="{F0E00CFC-3FEA-6112-F230-E9D55B51F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5415" y="653733"/>
            <a:ext cx="356392" cy="356392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17E02EBB-9C5F-3C5B-0061-56EF500D71CC}"/>
              </a:ext>
            </a:extLst>
          </p:cNvPr>
          <p:cNvSpPr txBox="1"/>
          <p:nvPr/>
        </p:nvSpPr>
        <p:spPr>
          <a:xfrm>
            <a:off x="7551629" y="2092451"/>
            <a:ext cx="15346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边框与连线</a:t>
            </a:r>
          </a:p>
        </p:txBody>
      </p:sp>
      <p:cxnSp>
        <p:nvCxnSpPr>
          <p:cNvPr id="59" name="连接符: 曲线 58">
            <a:extLst>
              <a:ext uri="{FF2B5EF4-FFF2-40B4-BE49-F238E27FC236}">
                <a16:creationId xmlns:a16="http://schemas.microsoft.com/office/drawing/2014/main" id="{09266E40-9619-F0E2-380B-A028FAFBF240}"/>
              </a:ext>
            </a:extLst>
          </p:cNvPr>
          <p:cNvCxnSpPr>
            <a:cxnSpLocks/>
          </p:cNvCxnSpPr>
          <p:nvPr/>
        </p:nvCxnSpPr>
        <p:spPr>
          <a:xfrm flipV="1">
            <a:off x="10293354" y="2826190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800B6638-B5F3-CDEC-6873-14030015022A}"/>
              </a:ext>
            </a:extLst>
          </p:cNvPr>
          <p:cNvSpPr/>
          <p:nvPr/>
        </p:nvSpPr>
        <p:spPr>
          <a:xfrm>
            <a:off x="2114627" y="768850"/>
            <a:ext cx="356392" cy="356392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rgbClr val="172C5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D3E6FF-745B-DD08-4A1E-A77DE318C0D1}"/>
              </a:ext>
            </a:extLst>
          </p:cNvPr>
          <p:cNvSpPr txBox="1"/>
          <p:nvPr/>
        </p:nvSpPr>
        <p:spPr>
          <a:xfrm>
            <a:off x="2154113" y="793157"/>
            <a:ext cx="277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AE2DFBC-5FC4-6FD2-6661-315FC284315F}"/>
              </a:ext>
            </a:extLst>
          </p:cNvPr>
          <p:cNvSpPr/>
          <p:nvPr/>
        </p:nvSpPr>
        <p:spPr>
          <a:xfrm>
            <a:off x="7681800" y="4360873"/>
            <a:ext cx="1735671" cy="11841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连接符: 曲线 64">
            <a:extLst>
              <a:ext uri="{FF2B5EF4-FFF2-40B4-BE49-F238E27FC236}">
                <a16:creationId xmlns:a16="http://schemas.microsoft.com/office/drawing/2014/main" id="{3DFD5F8D-F941-08B0-5505-7F32521CFC76}"/>
              </a:ext>
            </a:extLst>
          </p:cNvPr>
          <p:cNvCxnSpPr>
            <a:cxnSpLocks/>
          </p:cNvCxnSpPr>
          <p:nvPr/>
        </p:nvCxnSpPr>
        <p:spPr>
          <a:xfrm flipV="1">
            <a:off x="10406781" y="3100982"/>
            <a:ext cx="1173009" cy="476819"/>
          </a:xfrm>
          <a:prstGeom prst="curvedConnector3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FBFAAA1D-28EB-6ECC-4A91-69531F76E8C6}"/>
              </a:ext>
            </a:extLst>
          </p:cNvPr>
          <p:cNvCxnSpPr>
            <a:cxnSpLocks/>
          </p:cNvCxnSpPr>
          <p:nvPr/>
        </p:nvCxnSpPr>
        <p:spPr>
          <a:xfrm>
            <a:off x="10601119" y="3803837"/>
            <a:ext cx="1012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D3B082E5-684D-3B0F-E5EF-284DF0DF1743}"/>
              </a:ext>
            </a:extLst>
          </p:cNvPr>
          <p:cNvSpPr/>
          <p:nvPr/>
        </p:nvSpPr>
        <p:spPr>
          <a:xfrm>
            <a:off x="9922696" y="4632137"/>
            <a:ext cx="1914323" cy="507018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D6A6A725-3441-EDF1-3270-587E1A5A1C61}"/>
              </a:ext>
            </a:extLst>
          </p:cNvPr>
          <p:cNvGrpSpPr/>
          <p:nvPr/>
        </p:nvGrpSpPr>
        <p:grpSpPr>
          <a:xfrm>
            <a:off x="3006674" y="793157"/>
            <a:ext cx="379848" cy="317132"/>
            <a:chOff x="2958207" y="3499218"/>
            <a:chExt cx="379848" cy="317132"/>
          </a:xfrm>
        </p:grpSpPr>
        <p:sp>
          <p:nvSpPr>
            <p:cNvPr id="131" name="矩形: 圆角 130">
              <a:extLst>
                <a:ext uri="{FF2B5EF4-FFF2-40B4-BE49-F238E27FC236}">
                  <a16:creationId xmlns:a16="http://schemas.microsoft.com/office/drawing/2014/main" id="{2E379F70-DD0D-2693-8DEB-0AF132B866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FE77B135-53E4-ADEE-50A0-D206652650A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D9993A80-7F3A-B004-2D55-BC41AA289280}"/>
              </a:ext>
            </a:extLst>
          </p:cNvPr>
          <p:cNvCxnSpPr>
            <a:cxnSpLocks/>
          </p:cNvCxnSpPr>
          <p:nvPr/>
        </p:nvCxnSpPr>
        <p:spPr>
          <a:xfrm>
            <a:off x="10756858" y="4078236"/>
            <a:ext cx="700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7013DA9-9E5A-9A29-E73C-1E342C0AF8AD}"/>
              </a:ext>
            </a:extLst>
          </p:cNvPr>
          <p:cNvGrpSpPr/>
          <p:nvPr/>
        </p:nvGrpSpPr>
        <p:grpSpPr>
          <a:xfrm>
            <a:off x="3932820" y="549405"/>
            <a:ext cx="285078" cy="582307"/>
            <a:chOff x="3991660" y="1251256"/>
            <a:chExt cx="285078" cy="582307"/>
          </a:xfrm>
        </p:grpSpPr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2394D616-DC08-7820-244B-E681C1041052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B992C2C7-A88F-08D1-3D73-B2248783068C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A5A5BC0B-3A4C-89E3-BD5E-81E31D1C2D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285078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21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E5FB9DF7-ECAA-2C28-41FE-BC99F5ED9C23}"/>
              </a:ext>
            </a:extLst>
          </p:cNvPr>
          <p:cNvGrpSpPr/>
          <p:nvPr/>
        </p:nvGrpSpPr>
        <p:grpSpPr>
          <a:xfrm>
            <a:off x="4423389" y="648610"/>
            <a:ext cx="279307" cy="554553"/>
            <a:chOff x="3976472" y="1260734"/>
            <a:chExt cx="279307" cy="554553"/>
          </a:xfrm>
        </p:grpSpPr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044A2344-DA70-D54C-272B-2417DB52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21150" y="1260734"/>
              <a:ext cx="0" cy="2775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CDC70A2C-0382-2EAB-0C3D-FD5614797485}"/>
                    </a:ext>
                  </a:extLst>
                </p:cNvPr>
                <p:cNvSpPr txBox="1"/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A17A775-2FE0-D3C6-1F60-F18433EEB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472" y="1538288"/>
                  <a:ext cx="279307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44F9D69B-C320-2648-7410-BD61973317DB}"/>
              </a:ext>
            </a:extLst>
          </p:cNvPr>
          <p:cNvCxnSpPr>
            <a:cxnSpLocks/>
          </p:cNvCxnSpPr>
          <p:nvPr/>
        </p:nvCxnSpPr>
        <p:spPr>
          <a:xfrm>
            <a:off x="9824521" y="2835030"/>
            <a:ext cx="891" cy="118343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/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[1,2,3,4,5]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2DE16D1-50B4-332A-4889-89149D149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791" y="710179"/>
                <a:ext cx="1622226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00C4CD3-C206-C1F5-2C29-03D2052B5022}"/>
              </a:ext>
            </a:extLst>
          </p:cNvPr>
          <p:cNvGrpSpPr/>
          <p:nvPr/>
        </p:nvGrpSpPr>
        <p:grpSpPr>
          <a:xfrm>
            <a:off x="362815" y="4452622"/>
            <a:ext cx="3023707" cy="1180267"/>
            <a:chOff x="6396566" y="4559200"/>
            <a:chExt cx="3023707" cy="1180267"/>
          </a:xfrm>
        </p:grpSpPr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D4BEB32B-0E15-81B9-DA51-0F2C424BA0B9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60" y="4957893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E8D3DA2C-1511-A8DE-AFE1-D03027EFFB73}"/>
                </a:ext>
              </a:extLst>
            </p:cNvPr>
            <p:cNvCxnSpPr>
              <a:cxnSpLocks/>
            </p:cNvCxnSpPr>
            <p:nvPr/>
          </p:nvCxnSpPr>
          <p:spPr>
            <a:xfrm>
              <a:off x="6458959" y="5739467"/>
              <a:ext cx="2961313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C0AD7318-6251-33A1-5EEA-9DE39B470253}"/>
                </a:ext>
              </a:extLst>
            </p:cNvPr>
            <p:cNvSpPr txBox="1"/>
            <p:nvPr/>
          </p:nvSpPr>
          <p:spPr>
            <a:xfrm>
              <a:off x="6396566" y="4559200"/>
              <a:ext cx="749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i="0" dirty="0">
                  <a:latin typeface="+mj-lt"/>
                </a:rPr>
                <a:t>队列</a:t>
              </a:r>
              <a:endParaRPr lang="zh-CN" altLang="en-US" b="1" dirty="0"/>
            </a:p>
          </p:txBody>
        </p:sp>
      </p:grp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C27CF97B-4323-135D-7EAA-2BFC05482A38}"/>
              </a:ext>
            </a:extLst>
          </p:cNvPr>
          <p:cNvSpPr/>
          <p:nvPr/>
        </p:nvSpPr>
        <p:spPr>
          <a:xfrm>
            <a:off x="6735573" y="513494"/>
            <a:ext cx="269127" cy="780340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/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AC2C913-2ABE-0713-4F4A-15DE1F58B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407" y="621764"/>
                <a:ext cx="34176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左大括号 1">
            <a:extLst>
              <a:ext uri="{FF2B5EF4-FFF2-40B4-BE49-F238E27FC236}">
                <a16:creationId xmlns:a16="http://schemas.microsoft.com/office/drawing/2014/main" id="{017EE9DF-BFAD-E09A-F7CB-4AD280319D91}"/>
              </a:ext>
            </a:extLst>
          </p:cNvPr>
          <p:cNvSpPr/>
          <p:nvPr/>
        </p:nvSpPr>
        <p:spPr>
          <a:xfrm rot="16200000">
            <a:off x="8509399" y="5296195"/>
            <a:ext cx="274595" cy="1541549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01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7457F-415E-12F5-2AFD-F3A5C7C5B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66D4FD5-0FC1-2149-9830-E0C2695576C2}"/>
              </a:ext>
            </a:extLst>
          </p:cNvPr>
          <p:cNvGrpSpPr/>
          <p:nvPr/>
        </p:nvGrpSpPr>
        <p:grpSpPr>
          <a:xfrm>
            <a:off x="2689174" y="958257"/>
            <a:ext cx="379848" cy="317132"/>
            <a:chOff x="2958207" y="3499218"/>
            <a:chExt cx="379848" cy="317132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4379AC5-CC7F-5FB4-B6BE-285D80AE802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D4592E2-223E-29FC-459F-54A36ED47687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F82CAAF-05A1-CF22-BE3A-94D52D1EF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79848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210437-5979-9765-1B99-6DF6E78EF904}"/>
              </a:ext>
            </a:extLst>
          </p:cNvPr>
          <p:cNvGrpSpPr/>
          <p:nvPr/>
        </p:nvGrpSpPr>
        <p:grpSpPr>
          <a:xfrm>
            <a:off x="3079665" y="958257"/>
            <a:ext cx="383438" cy="317132"/>
            <a:chOff x="2958207" y="3499218"/>
            <a:chExt cx="383438" cy="317132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53FBF3F-297B-14CD-A6E0-A1A4F774D95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7ECB9FC-ADD7-189F-299D-8A8FCB92B508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7ECB9FC-ADD7-189F-299D-8A8FCB92B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6C068D-0A98-CD77-7759-4C8F059BBB0C}"/>
              </a:ext>
            </a:extLst>
          </p:cNvPr>
          <p:cNvGrpSpPr/>
          <p:nvPr/>
        </p:nvGrpSpPr>
        <p:grpSpPr>
          <a:xfrm>
            <a:off x="3463103" y="958257"/>
            <a:ext cx="383438" cy="317132"/>
            <a:chOff x="2958207" y="3499218"/>
            <a:chExt cx="383438" cy="317132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68F39DA-D05A-931D-397D-515839E1B7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3556FA6-B659-8FD6-31D9-9D2403AFC6F6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3556FA6-B659-8FD6-31D9-9D2403AFC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A7CA678-7AEC-A344-6560-08ECA952F3F5}"/>
              </a:ext>
            </a:extLst>
          </p:cNvPr>
          <p:cNvGrpSpPr/>
          <p:nvPr/>
        </p:nvGrpSpPr>
        <p:grpSpPr>
          <a:xfrm>
            <a:off x="3853594" y="958257"/>
            <a:ext cx="383438" cy="317132"/>
            <a:chOff x="2958207" y="3499218"/>
            <a:chExt cx="383438" cy="317132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A5803F0-F0ED-C7C1-2F93-BA06BE26C0F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3FF0F14-4AC8-8DDA-AE2F-E28F48117B1F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3FF0F14-4AC8-8DDA-AE2F-E28F48117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83438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C91057C-651D-9474-262D-697885AA0BFD}"/>
                  </a:ext>
                </a:extLst>
              </p:cNvPr>
              <p:cNvSpPr txBox="1"/>
              <p:nvPr/>
            </p:nvSpPr>
            <p:spPr>
              <a:xfrm>
                <a:off x="4211908" y="95825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C91057C-651D-9474-262D-697885AA0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08" y="958256"/>
                <a:ext cx="34176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C0D32E-CD2C-D2FD-093A-25E1E4E87C32}"/>
              </a:ext>
            </a:extLst>
          </p:cNvPr>
          <p:cNvGrpSpPr/>
          <p:nvPr/>
        </p:nvGrpSpPr>
        <p:grpSpPr>
          <a:xfrm>
            <a:off x="4559579" y="954487"/>
            <a:ext cx="490840" cy="320901"/>
            <a:chOff x="2915387" y="3495449"/>
            <a:chExt cx="490840" cy="32090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EACFE8B9-D172-650F-6080-007C1BFF770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F42C672-B451-0C5F-4662-3FC93E15E713}"/>
                    </a:ext>
                  </a:extLst>
                </p:cNvPr>
                <p:cNvSpPr txBox="1"/>
                <p:nvPr/>
              </p:nvSpPr>
              <p:spPr>
                <a:xfrm>
                  <a:off x="2915387" y="3495449"/>
                  <a:ext cx="49084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2F42C672-B451-0C5F-4662-3FC93E15E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5387" y="3495449"/>
                  <a:ext cx="490840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5789DC9-2F7C-B68E-9E40-7EFDC40A3AC4}"/>
              </a:ext>
            </a:extLst>
          </p:cNvPr>
          <p:cNvGrpSpPr/>
          <p:nvPr/>
        </p:nvGrpSpPr>
        <p:grpSpPr>
          <a:xfrm>
            <a:off x="4992890" y="958256"/>
            <a:ext cx="393376" cy="317132"/>
            <a:chOff x="2958207" y="3499218"/>
            <a:chExt cx="393376" cy="317132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BA0203C8-F03B-9AF9-59AE-F01C61B7661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EE076F4-3B80-C6D7-0B29-E2BCE0785110}"/>
                    </a:ext>
                  </a:extLst>
                </p:cNvPr>
                <p:cNvSpPr txBox="1"/>
                <p:nvPr/>
              </p:nvSpPr>
              <p:spPr>
                <a:xfrm>
                  <a:off x="2958207" y="3499218"/>
                  <a:ext cx="3933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5EE076F4-3B80-C6D7-0B29-E2BCE07851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207" y="3499218"/>
                  <a:ext cx="393376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63F78F3-7F04-B03C-AF58-231AE36D7339}"/>
              </a:ext>
            </a:extLst>
          </p:cNvPr>
          <p:cNvCxnSpPr>
            <a:cxnSpLocks/>
          </p:cNvCxnSpPr>
          <p:nvPr/>
        </p:nvCxnSpPr>
        <p:spPr>
          <a:xfrm>
            <a:off x="3946319" y="1413062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432ED262-2BCD-B1E9-B066-111146607076}"/>
              </a:ext>
            </a:extLst>
          </p:cNvPr>
          <p:cNvSpPr/>
          <p:nvPr/>
        </p:nvSpPr>
        <p:spPr>
          <a:xfrm rot="16200000">
            <a:off x="3876275" y="777971"/>
            <a:ext cx="269127" cy="2645334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7D39B4-6A8D-80EC-4BD2-1837850CD4E8}"/>
                  </a:ext>
                </a:extLst>
              </p:cNvPr>
              <p:cNvSpPr txBox="1"/>
              <p:nvPr/>
            </p:nvSpPr>
            <p:spPr>
              <a:xfrm>
                <a:off x="4117119" y="1966822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617D39B4-6A8D-80EC-4BD2-1837850CD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19" y="1966822"/>
                <a:ext cx="32111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99E4D05-1080-7FB6-14F4-4ED04DD6BFE8}"/>
              </a:ext>
            </a:extLst>
          </p:cNvPr>
          <p:cNvCxnSpPr>
            <a:cxnSpLocks/>
          </p:cNvCxnSpPr>
          <p:nvPr/>
        </p:nvCxnSpPr>
        <p:spPr>
          <a:xfrm>
            <a:off x="3946319" y="2305237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E2F26F9C-6027-EC1D-B059-BEF01CF52609}"/>
              </a:ext>
            </a:extLst>
          </p:cNvPr>
          <p:cNvSpPr/>
          <p:nvPr/>
        </p:nvSpPr>
        <p:spPr>
          <a:xfrm rot="16200000">
            <a:off x="3416144" y="2103484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EA2106D-25A4-CB1A-588E-48B6AC263F21}"/>
                  </a:ext>
                </a:extLst>
              </p:cNvPr>
              <p:cNvSpPr txBox="1"/>
              <p:nvPr/>
            </p:nvSpPr>
            <p:spPr>
              <a:xfrm>
                <a:off x="4117119" y="2832204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EA2106D-25A4-CB1A-588E-48B6AC263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119" y="2832204"/>
                <a:ext cx="321114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8136CDE-DAEC-95C5-B8EB-C29E2F73586B}"/>
                  </a:ext>
                </a:extLst>
              </p:cNvPr>
              <p:cNvSpPr txBox="1"/>
              <p:nvPr/>
            </p:nvSpPr>
            <p:spPr>
              <a:xfrm>
                <a:off x="3169232" y="3152001"/>
                <a:ext cx="7952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38136CDE-DAEC-95C5-B8EB-C29E2F735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232" y="3152001"/>
                <a:ext cx="79528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5D0F630-0D92-C6D0-1146-9C3AB7B37DF6}"/>
              </a:ext>
            </a:extLst>
          </p:cNvPr>
          <p:cNvSpPr/>
          <p:nvPr/>
        </p:nvSpPr>
        <p:spPr>
          <a:xfrm rot="16200000">
            <a:off x="4773740" y="2540816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C80A313-4469-F8ED-5A91-CAE5A91E4206}"/>
                  </a:ext>
                </a:extLst>
              </p:cNvPr>
              <p:cNvSpPr txBox="1"/>
              <p:nvPr/>
            </p:nvSpPr>
            <p:spPr>
              <a:xfrm>
                <a:off x="4529192" y="3152000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EC80A313-4469-F8ED-5A91-CAE5A91E4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192" y="3152000"/>
                <a:ext cx="758221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3BB61FAA-4EB6-169F-400F-32B6AABE5858}"/>
              </a:ext>
            </a:extLst>
          </p:cNvPr>
          <p:cNvCxnSpPr>
            <a:cxnSpLocks/>
          </p:cNvCxnSpPr>
          <p:nvPr/>
        </p:nvCxnSpPr>
        <p:spPr>
          <a:xfrm>
            <a:off x="4445295" y="2734444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C258EBD-6F73-0E0E-8AEE-C7DAA9F7E9D6}"/>
                  </a:ext>
                </a:extLst>
              </p:cNvPr>
              <p:cNvSpPr txBox="1"/>
              <p:nvPr/>
            </p:nvSpPr>
            <p:spPr>
              <a:xfrm>
                <a:off x="2601854" y="421230"/>
                <a:ext cx="15488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i="0" dirty="0">
                    <a:solidFill>
                      <a:schemeClr val="tx1"/>
                    </a:solidFill>
                    <a:latin typeface="+mj-lt"/>
                  </a:rPr>
                  <a:t>目标</a:t>
                </a:r>
                <a:r>
                  <a:rPr lang="en-US" altLang="zh-CN" sz="1200" b="1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1200" b="1" dirty="0">
                    <a:solidFill>
                      <a:schemeClr val="tx1"/>
                    </a:solidFill>
                  </a:rPr>
                  <a:t>在数组中寻找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5C258EBD-6F73-0E0E-8AEE-C7DAA9F7E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1854" y="421230"/>
                <a:ext cx="1548822" cy="276999"/>
              </a:xfrm>
              <a:prstGeom prst="rect">
                <a:avLst/>
              </a:prstGeom>
              <a:blipFill>
                <a:blip r:embed="rId12"/>
                <a:stretch>
                  <a:fillRect l="-394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本框 74">
            <a:extLst>
              <a:ext uri="{FF2B5EF4-FFF2-40B4-BE49-F238E27FC236}">
                <a16:creationId xmlns:a16="http://schemas.microsoft.com/office/drawing/2014/main" id="{BAED1F41-4FD8-51EA-3906-06B62C8637E2}"/>
              </a:ext>
            </a:extLst>
          </p:cNvPr>
          <p:cNvSpPr txBox="1"/>
          <p:nvPr/>
        </p:nvSpPr>
        <p:spPr>
          <a:xfrm>
            <a:off x="4331863" y="1421726"/>
            <a:ext cx="1152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tx1"/>
                </a:solidFill>
              </a:rPr>
              <a:t>假设</a:t>
            </a:r>
            <a:r>
              <a:rPr lang="en-US" altLang="zh-CN" sz="1000" b="1" dirty="0">
                <a:solidFill>
                  <a:schemeClr val="tx1"/>
                </a:solidFill>
              </a:rPr>
              <a:t>T</a:t>
            </a:r>
            <a:r>
              <a:rPr lang="zh-CN" altLang="en-US" sz="1000" b="1" dirty="0">
                <a:solidFill>
                  <a:schemeClr val="tx1"/>
                </a:solidFill>
              </a:rPr>
              <a:t>在这个位置</a:t>
            </a:r>
          </a:p>
        </p:txBody>
      </p:sp>
      <p:cxnSp>
        <p:nvCxnSpPr>
          <p:cNvPr id="76" name="连接符: 曲线 75">
            <a:extLst>
              <a:ext uri="{FF2B5EF4-FFF2-40B4-BE49-F238E27FC236}">
                <a16:creationId xmlns:a16="http://schemas.microsoft.com/office/drawing/2014/main" id="{B114A4E0-FE07-8C7D-36AB-EEF460A82C91}"/>
              </a:ext>
            </a:extLst>
          </p:cNvPr>
          <p:cNvCxnSpPr>
            <a:cxnSpLocks/>
            <a:stCxn id="75" idx="2"/>
            <a:endCxn id="43" idx="0"/>
          </p:cNvCxnSpPr>
          <p:nvPr/>
        </p:nvCxnSpPr>
        <p:spPr>
          <a:xfrm rot="5400000">
            <a:off x="4443553" y="1502071"/>
            <a:ext cx="298875" cy="63062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2F1A9BA-6F08-1037-6FDC-AD2708684A08}"/>
                  </a:ext>
                </a:extLst>
              </p:cNvPr>
              <p:cNvSpPr txBox="1"/>
              <p:nvPr/>
            </p:nvSpPr>
            <p:spPr>
              <a:xfrm>
                <a:off x="4024814" y="2394995"/>
                <a:ext cx="12811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/>
                  <a:t>按</a:t>
                </a:r>
                <a14:m>
                  <m:oMath xmlns:m="http://schemas.openxmlformats.org/officeDocument/2006/math">
                    <m:r>
                      <a:rPr lang="en-US" altLang="zh-CN" sz="1000" b="1" i="1" dirty="0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sz="1000" b="1" dirty="0"/>
                  <a:t>的位置切分数组</a:t>
                </a:r>
                <a:endParaRPr lang="zh-CN" altLang="en-US" sz="1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D2F1A9BA-6F08-1037-6FDC-AD2708684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814" y="2394995"/>
                <a:ext cx="1281120" cy="246221"/>
              </a:xfrm>
              <a:prstGeom prst="rect">
                <a:avLst/>
              </a:prstGeom>
              <a:blipFill>
                <a:blip r:embed="rId1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76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E5CD0-4154-FACA-1A49-0C6F33DC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80ADED4-067D-C76C-4696-172DD697E211}"/>
              </a:ext>
            </a:extLst>
          </p:cNvPr>
          <p:cNvSpPr/>
          <p:nvPr/>
        </p:nvSpPr>
        <p:spPr>
          <a:xfrm rot="16200000">
            <a:off x="3698720" y="1039859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EF2394A-1C24-D51F-C4F9-23940A284104}"/>
                  </a:ext>
                </a:extLst>
              </p:cNvPr>
              <p:cNvSpPr txBox="1"/>
              <p:nvPr/>
            </p:nvSpPr>
            <p:spPr>
              <a:xfrm>
                <a:off x="4399695" y="1768579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EF2394A-1C24-D51F-C4F9-23940A284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95" y="1768579"/>
                <a:ext cx="321114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369F4C5-7957-B67E-419D-B13C6ADBA39F}"/>
                  </a:ext>
                </a:extLst>
              </p:cNvPr>
              <p:cNvSpPr txBox="1"/>
              <p:nvPr/>
            </p:nvSpPr>
            <p:spPr>
              <a:xfrm>
                <a:off x="3719452" y="2088376"/>
                <a:ext cx="479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369F4C5-7957-B67E-419D-B13C6ADBA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452" y="2088376"/>
                <a:ext cx="479298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FE8F7347-E23B-846F-6AFD-0413348E280F}"/>
              </a:ext>
            </a:extLst>
          </p:cNvPr>
          <p:cNvSpPr/>
          <p:nvPr/>
        </p:nvSpPr>
        <p:spPr>
          <a:xfrm rot="16200000">
            <a:off x="5056316" y="1477191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476A0A-6B4C-980F-5BD3-D48E6274502B}"/>
                  </a:ext>
                </a:extLst>
              </p:cNvPr>
              <p:cNvSpPr txBox="1"/>
              <p:nvPr/>
            </p:nvSpPr>
            <p:spPr>
              <a:xfrm>
                <a:off x="4928797" y="2088375"/>
                <a:ext cx="4792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A2476A0A-6B4C-980F-5BD3-D48E62745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797" y="2088375"/>
                <a:ext cx="479298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FA2CCDCF-81D9-2C23-ED42-5C207237DFD3}"/>
              </a:ext>
            </a:extLst>
          </p:cNvPr>
          <p:cNvCxnSpPr>
            <a:cxnSpLocks/>
          </p:cNvCxnSpPr>
          <p:nvPr/>
        </p:nvCxnSpPr>
        <p:spPr>
          <a:xfrm>
            <a:off x="4727871" y="16708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BF141D8C-4CBD-BB23-F1F6-C5EBBFD7FBA1}"/>
              </a:ext>
            </a:extLst>
          </p:cNvPr>
          <p:cNvGrpSpPr/>
          <p:nvPr/>
        </p:nvGrpSpPr>
        <p:grpSpPr>
          <a:xfrm>
            <a:off x="2923171" y="1047880"/>
            <a:ext cx="311239" cy="582307"/>
            <a:chOff x="3991660" y="1251256"/>
            <a:chExt cx="311239" cy="582307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4E1BD825-E777-59FE-A3F6-FEC786FE644A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93CFA71-FD3C-21CC-200B-43D52F848697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D93CFA71-FD3C-21CC-200B-43D52F848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0F0838E1-99FB-90D9-4898-9708C1E2ADF5}"/>
              </a:ext>
            </a:extLst>
          </p:cNvPr>
          <p:cNvGrpSpPr/>
          <p:nvPr/>
        </p:nvGrpSpPr>
        <p:grpSpPr>
          <a:xfrm>
            <a:off x="5408095" y="1088512"/>
            <a:ext cx="328616" cy="582307"/>
            <a:chOff x="3991660" y="1251256"/>
            <a:chExt cx="328616" cy="582307"/>
          </a:xfrm>
        </p:grpSpPr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D26227F-00B7-1B2B-1D5F-BF395317FCCB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0BE015-EFB7-0E75-45B5-8B68AFF11652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30BE015-EFB7-0E75-45B5-8B68AFF11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1AAF292-5C8F-400F-CF7F-CB2C683B425D}"/>
              </a:ext>
            </a:extLst>
          </p:cNvPr>
          <p:cNvCxnSpPr>
            <a:cxnSpLocks/>
          </p:cNvCxnSpPr>
          <p:nvPr/>
        </p:nvCxnSpPr>
        <p:spPr>
          <a:xfrm>
            <a:off x="4336844" y="2305050"/>
            <a:ext cx="0" cy="7213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9E3FD68-7F44-5D6B-9009-E894088600B1}"/>
              </a:ext>
            </a:extLst>
          </p:cNvPr>
          <p:cNvSpPr txBox="1"/>
          <p:nvPr/>
        </p:nvSpPr>
        <p:spPr>
          <a:xfrm>
            <a:off x="3917916" y="2570711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>
                <a:solidFill>
                  <a:schemeClr val="tx1"/>
                </a:solidFill>
              </a:rPr>
              <a:t>二分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14B0064-D1EE-5CDE-C340-C43C812824E5}"/>
              </a:ext>
            </a:extLst>
          </p:cNvPr>
          <p:cNvSpPr/>
          <p:nvPr/>
        </p:nvSpPr>
        <p:spPr>
          <a:xfrm rot="16200000">
            <a:off x="3698720" y="2977726"/>
            <a:ext cx="269127" cy="1725072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F330002-ECEE-A2D5-8E6B-619E88D257BD}"/>
                  </a:ext>
                </a:extLst>
              </p:cNvPr>
              <p:cNvSpPr txBox="1"/>
              <p:nvPr/>
            </p:nvSpPr>
            <p:spPr>
              <a:xfrm>
                <a:off x="4399695" y="3706446"/>
                <a:ext cx="3211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F330002-ECEE-A2D5-8E6B-619E88D25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695" y="3706446"/>
                <a:ext cx="321114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7FA846C-2723-33E8-0D87-AB18366B8C64}"/>
                  </a:ext>
                </a:extLst>
              </p:cNvPr>
              <p:cNvSpPr txBox="1"/>
              <p:nvPr/>
            </p:nvSpPr>
            <p:spPr>
              <a:xfrm>
                <a:off x="3461623" y="4026243"/>
                <a:ext cx="7952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7FA846C-2723-33E8-0D87-AB18366B8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623" y="4026243"/>
                <a:ext cx="795281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7255E61-2AE4-F134-C32D-6D6DE3025030}"/>
              </a:ext>
            </a:extLst>
          </p:cNvPr>
          <p:cNvSpPr/>
          <p:nvPr/>
        </p:nvSpPr>
        <p:spPr>
          <a:xfrm rot="16200000">
            <a:off x="5056316" y="3415058"/>
            <a:ext cx="269127" cy="850408"/>
          </a:xfrm>
          <a:prstGeom prst="roundRect">
            <a:avLst/>
          </a:prstGeom>
          <a:noFill/>
          <a:ln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BC5651-246C-23B8-9AEF-90F06001F329}"/>
                  </a:ext>
                </a:extLst>
              </p:cNvPr>
              <p:cNvSpPr txBox="1"/>
              <p:nvPr/>
            </p:nvSpPr>
            <p:spPr>
              <a:xfrm>
                <a:off x="4811392" y="4026242"/>
                <a:ext cx="7582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</a:rPr>
                        <m:t>uf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CN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BC5651-246C-23B8-9AEF-90F06001F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392" y="4026242"/>
                <a:ext cx="75822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DA51CE8-49BC-AA5E-C915-6AC8FAB1EA64}"/>
              </a:ext>
            </a:extLst>
          </p:cNvPr>
          <p:cNvCxnSpPr>
            <a:cxnSpLocks/>
          </p:cNvCxnSpPr>
          <p:nvPr/>
        </p:nvCxnSpPr>
        <p:spPr>
          <a:xfrm>
            <a:off x="4727871" y="3608686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35980B-777E-C759-0E68-75938E18146E}"/>
              </a:ext>
            </a:extLst>
          </p:cNvPr>
          <p:cNvGrpSpPr/>
          <p:nvPr/>
        </p:nvGrpSpPr>
        <p:grpSpPr>
          <a:xfrm>
            <a:off x="4740849" y="3026379"/>
            <a:ext cx="311239" cy="582307"/>
            <a:chOff x="3991660" y="1251256"/>
            <a:chExt cx="311239" cy="582307"/>
          </a:xfrm>
        </p:grpSpPr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EC008765-1F86-6D36-71C8-A4EAD03D0FCD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7F95377-E142-3925-EA80-A1D793C46B91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7F95377-E142-3925-EA80-A1D793C46B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11239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BB498A6-0AEB-12D9-EE11-40EB1E811A59}"/>
              </a:ext>
            </a:extLst>
          </p:cNvPr>
          <p:cNvGrpSpPr/>
          <p:nvPr/>
        </p:nvGrpSpPr>
        <p:grpSpPr>
          <a:xfrm>
            <a:off x="4437059" y="3026379"/>
            <a:ext cx="328616" cy="582307"/>
            <a:chOff x="3991660" y="1251256"/>
            <a:chExt cx="328616" cy="582307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140316D8-0C02-6415-E7BD-A5648075B019}"/>
                </a:ext>
              </a:extLst>
            </p:cNvPr>
            <p:cNvCxnSpPr/>
            <p:nvPr/>
          </p:nvCxnSpPr>
          <p:spPr>
            <a:xfrm>
              <a:off x="4121150" y="1538288"/>
              <a:ext cx="0" cy="295275"/>
            </a:xfrm>
            <a:prstGeom prst="straightConnector1">
              <a:avLst/>
            </a:prstGeom>
            <a:ln w="127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76CA0B-37EC-6C31-B302-6377D50F8E98}"/>
                    </a:ext>
                  </a:extLst>
                </p:cNvPr>
                <p:cNvSpPr txBox="1"/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4E76CA0B-37EC-6C31-B302-6377D50F8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1660" y="1251256"/>
                  <a:ext cx="328616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79D54DF8-D2F3-0A15-AF19-396270E1DA4A}"/>
              </a:ext>
            </a:extLst>
          </p:cNvPr>
          <p:cNvCxnSpPr>
            <a:cxnSpLocks/>
          </p:cNvCxnSpPr>
          <p:nvPr/>
        </p:nvCxnSpPr>
        <p:spPr>
          <a:xfrm>
            <a:off x="4336844" y="4442970"/>
            <a:ext cx="0" cy="409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D1E6401-01DF-7742-FDB8-637D74A93B73}"/>
                  </a:ext>
                </a:extLst>
              </p:cNvPr>
              <p:cNvSpPr txBox="1"/>
              <p:nvPr/>
            </p:nvSpPr>
            <p:spPr>
              <a:xfrm>
                <a:off x="4044630" y="4866037"/>
                <a:ext cx="801823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800" b="1" dirty="0">
                    <a:solidFill>
                      <a:schemeClr val="tx1"/>
                    </a:solidFill>
                  </a:rPr>
                  <a:t>查询</a:t>
                </a:r>
                <a14:m>
                  <m:oMath xmlns:m="http://schemas.openxmlformats.org/officeDocument/2006/math"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800" b="1" dirty="0">
                    <a:solidFill>
                      <a:schemeClr val="tx1"/>
                    </a:solidFill>
                  </a:rPr>
                  <a:t>即可</a:t>
                </a:r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6D1E6401-01DF-7742-FDB8-637D74A9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630" y="4866037"/>
                <a:ext cx="801823" cy="215444"/>
              </a:xfrm>
              <a:prstGeom prst="rect">
                <a:avLst/>
              </a:prstGeom>
              <a:blipFill>
                <a:blip r:embed="rId12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本框 76">
            <a:extLst>
              <a:ext uri="{FF2B5EF4-FFF2-40B4-BE49-F238E27FC236}">
                <a16:creationId xmlns:a16="http://schemas.microsoft.com/office/drawing/2014/main" id="{8A62CB36-DA57-50EB-778C-45E411CF112A}"/>
              </a:ext>
            </a:extLst>
          </p:cNvPr>
          <p:cNvSpPr txBox="1"/>
          <p:nvPr/>
        </p:nvSpPr>
        <p:spPr>
          <a:xfrm>
            <a:off x="4704490" y="2572074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二分规则</a:t>
            </a:r>
            <a:r>
              <a:rPr lang="en-US" altLang="zh-CN" sz="800" b="1" dirty="0"/>
              <a:t>:</a:t>
            </a:r>
            <a:endParaRPr lang="zh-CN" altLang="en-US" sz="800" b="1" dirty="0">
              <a:solidFill>
                <a:schemeClr val="tx1"/>
              </a:solidFill>
            </a:endParaRPr>
          </a:p>
        </p:txBody>
      </p:sp>
      <p:sp>
        <p:nvSpPr>
          <p:cNvPr id="78" name="左大括号 77">
            <a:extLst>
              <a:ext uri="{FF2B5EF4-FFF2-40B4-BE49-F238E27FC236}">
                <a16:creationId xmlns:a16="http://schemas.microsoft.com/office/drawing/2014/main" id="{1D28AAE1-DD6E-3269-E0A8-A238F7A8CD8F}"/>
              </a:ext>
            </a:extLst>
          </p:cNvPr>
          <p:cNvSpPr/>
          <p:nvPr/>
        </p:nvSpPr>
        <p:spPr>
          <a:xfrm>
            <a:off x="5363505" y="2405157"/>
            <a:ext cx="89179" cy="549277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5E8B4D8-73A6-BC6C-C22B-627D2F72E821}"/>
                  </a:ext>
                </a:extLst>
              </p:cNvPr>
              <p:cNvSpPr txBox="1"/>
              <p:nvPr/>
            </p:nvSpPr>
            <p:spPr>
              <a:xfrm>
                <a:off x="5421159" y="2331557"/>
                <a:ext cx="16934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] &lt;=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800" b="1" i="1" dirty="0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800" b="1" dirty="0"/>
              </a:p>
            </p:txBody>
          </p:sp>
        </mc:Choice>
        <mc:Fallback xmlns="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25E8B4D8-73A6-BC6C-C22B-627D2F72E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59" y="2331557"/>
                <a:ext cx="1693412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8FCA4CA0-DA1C-1B0B-91E6-EFCA44E6E500}"/>
                  </a:ext>
                </a:extLst>
              </p:cNvPr>
              <p:cNvSpPr txBox="1"/>
              <p:nvPr/>
            </p:nvSpPr>
            <p:spPr>
              <a:xfrm>
                <a:off x="5421159" y="2712370"/>
                <a:ext cx="163089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] &gt;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800" b="1" i="1" dirty="0" smtClean="0"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𝒎𝒊𝒅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altLang="zh-CN" sz="8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sz="800" b="1" dirty="0"/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8FCA4CA0-DA1C-1B0B-91E6-EFCA44E6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159" y="2712370"/>
                <a:ext cx="1630896" cy="215444"/>
              </a:xfrm>
              <a:prstGeom prst="rect">
                <a:avLst/>
              </a:prstGeom>
              <a:blipFill>
                <a:blip r:embed="rId1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934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69BE-75E8-0815-1B34-D8E4DDA2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B55EE03-C182-A0F4-4B76-4B151DAE6505}"/>
              </a:ext>
            </a:extLst>
          </p:cNvPr>
          <p:cNvGrpSpPr/>
          <p:nvPr/>
        </p:nvGrpSpPr>
        <p:grpSpPr>
          <a:xfrm>
            <a:off x="2601392" y="2672758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3FFAB98-1041-57A1-48F3-F269C761619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74B141E-2509-25FB-E3BD-0F757D8D85D0}"/>
              </a:ext>
            </a:extLst>
          </p:cNvPr>
          <p:cNvGrpSpPr/>
          <p:nvPr/>
        </p:nvGrpSpPr>
        <p:grpSpPr>
          <a:xfrm>
            <a:off x="3010967" y="2672758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BE7DE193-1391-24B0-A754-86D0FD9E9A4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A8F3662-1A0B-25E5-95F6-73D2E15EAF7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A8F3662-1A0B-25E5-95F6-73D2E15EAF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B154009-76CF-C345-3574-508D70D09A23}"/>
              </a:ext>
            </a:extLst>
          </p:cNvPr>
          <p:cNvGrpSpPr/>
          <p:nvPr/>
        </p:nvGrpSpPr>
        <p:grpSpPr>
          <a:xfrm>
            <a:off x="3420542" y="2672758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99EF0F8E-EA19-C501-7791-F406174E246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F296AC8-8F18-A79C-F10C-6212F3E3CEC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F296AC8-8F18-A79C-F10C-6212F3E3CE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7BEA06B9-DA66-9789-E0B8-3822B47EA395}"/>
              </a:ext>
            </a:extLst>
          </p:cNvPr>
          <p:cNvGrpSpPr/>
          <p:nvPr/>
        </p:nvGrpSpPr>
        <p:grpSpPr>
          <a:xfrm>
            <a:off x="3830117" y="2672758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084A7EAC-67EB-BA45-7BF2-4659E7DE17B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E372A67-7A7F-5457-5219-35A975362C2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E372A67-7A7F-5457-5219-35A975362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62BCDC0-1CC2-B8EE-5CDB-D3A72561E112}"/>
              </a:ext>
            </a:extLst>
          </p:cNvPr>
          <p:cNvGrpSpPr/>
          <p:nvPr/>
        </p:nvGrpSpPr>
        <p:grpSpPr>
          <a:xfrm>
            <a:off x="4239692" y="2672758"/>
            <a:ext cx="329975" cy="317131"/>
            <a:chOff x="2968850" y="3499219"/>
            <a:chExt cx="329975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A92A542-348B-B0C2-47D3-A221A575372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8E8C64A-2D74-A96C-87EE-FF0E114A3D9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8E8C64A-2D74-A96C-87EE-FF0E114A3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D0ED8C4-379B-175B-7AC0-FA3FACDC337D}"/>
              </a:ext>
            </a:extLst>
          </p:cNvPr>
          <p:cNvGrpSpPr/>
          <p:nvPr/>
        </p:nvGrpSpPr>
        <p:grpSpPr>
          <a:xfrm>
            <a:off x="4649267" y="2672758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AC81318-29F4-E86E-D635-4E60A466874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01509A9-83DF-6276-B8CC-D32A42E9039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01509A9-83DF-6276-B8CC-D32A42E90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0A031DB-ADBD-F063-5568-7F27D9D95BCB}"/>
                  </a:ext>
                </a:extLst>
              </p:cNvPr>
              <p:cNvSpPr txBox="1"/>
              <p:nvPr/>
            </p:nvSpPr>
            <p:spPr>
              <a:xfrm>
                <a:off x="2511689" y="2102193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0A031DB-ADBD-F063-5568-7F27D9D95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689" y="2102193"/>
                <a:ext cx="607026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08452AA-33EA-0609-3909-E67DEA707AEB}"/>
              </a:ext>
            </a:extLst>
          </p:cNvPr>
          <p:cNvCxnSpPr>
            <a:cxnSpLocks/>
          </p:cNvCxnSpPr>
          <p:nvPr/>
        </p:nvCxnSpPr>
        <p:spPr>
          <a:xfrm>
            <a:off x="4191296" y="26106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59741513-3245-E166-6C0B-64720E383CD0}"/>
              </a:ext>
            </a:extLst>
          </p:cNvPr>
          <p:cNvSpPr/>
          <p:nvPr/>
        </p:nvSpPr>
        <p:spPr>
          <a:xfrm rot="16200000">
            <a:off x="3270526" y="2485270"/>
            <a:ext cx="211095" cy="1549363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03B2FB6D-A697-2C7E-F4AC-285DF0AB17E8}"/>
              </a:ext>
            </a:extLst>
          </p:cNvPr>
          <p:cNvSpPr/>
          <p:nvPr/>
        </p:nvSpPr>
        <p:spPr>
          <a:xfrm rot="16200000">
            <a:off x="4506022" y="2901614"/>
            <a:ext cx="211095" cy="716674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5A4F66C-692B-373E-98A3-2EE9AACD1029}"/>
                  </a:ext>
                </a:extLst>
              </p:cNvPr>
              <p:cNvSpPr txBox="1"/>
              <p:nvPr/>
            </p:nvSpPr>
            <p:spPr>
              <a:xfrm>
                <a:off x="2965046" y="3429000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5A4F66C-692B-373E-98A3-2EE9AACD1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046" y="3429000"/>
                <a:ext cx="785471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752ADD9-89CA-C16E-0B2C-C8CC2C20F0BE}"/>
                  </a:ext>
                </a:extLst>
              </p:cNvPr>
              <p:cNvSpPr txBox="1"/>
              <p:nvPr/>
            </p:nvSpPr>
            <p:spPr>
              <a:xfrm>
                <a:off x="4239692" y="3429000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:&gt;6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B752ADD9-89CA-C16E-0B2C-C8CC2C20F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692" y="3429000"/>
                <a:ext cx="794576" cy="276999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3" name="图形 62" descr="复选标记 纯色填充">
            <a:extLst>
              <a:ext uri="{FF2B5EF4-FFF2-40B4-BE49-F238E27FC236}">
                <a16:creationId xmlns:a16="http://schemas.microsoft.com/office/drawing/2014/main" id="{EC779979-D6DB-C784-E69E-FF2DE8CD5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96519" y="2409312"/>
            <a:ext cx="246382" cy="246382"/>
          </a:xfrm>
          <a:prstGeom prst="rect">
            <a:avLst/>
          </a:prstGeom>
        </p:spPr>
      </p:pic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4DEDE0C9-3DE0-630A-8FFF-E96D6CC02C4B}"/>
              </a:ext>
            </a:extLst>
          </p:cNvPr>
          <p:cNvSpPr/>
          <p:nvPr/>
        </p:nvSpPr>
        <p:spPr>
          <a:xfrm>
            <a:off x="2418911" y="2025485"/>
            <a:ext cx="2721414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ADAB923-9D9D-27BC-110D-818C78CA2736}"/>
              </a:ext>
            </a:extLst>
          </p:cNvPr>
          <p:cNvGrpSpPr/>
          <p:nvPr/>
        </p:nvGrpSpPr>
        <p:grpSpPr>
          <a:xfrm>
            <a:off x="6030392" y="2672758"/>
            <a:ext cx="329975" cy="317131"/>
            <a:chOff x="2968850" y="3499219"/>
            <a:chExt cx="329975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DBDB219F-787E-09CB-14C8-BE7625696F7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4E0CED5-BF55-5CC1-7CD6-EB9FABD6CE4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4E0CED5-BF55-5CC1-7CD6-EB9FABD6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9545F781-FE35-44FA-FD49-FEDFE4F26B37}"/>
              </a:ext>
            </a:extLst>
          </p:cNvPr>
          <p:cNvGrpSpPr/>
          <p:nvPr/>
        </p:nvGrpSpPr>
        <p:grpSpPr>
          <a:xfrm>
            <a:off x="6439967" y="2672758"/>
            <a:ext cx="329975" cy="317131"/>
            <a:chOff x="2968850" y="3499219"/>
            <a:chExt cx="329975" cy="31713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B1584455-4324-F461-DD7B-0DA0496D732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83D790C-2375-DE4A-7803-830086FB6D5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D83D790C-2375-DE4A-7803-830086FB6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6F6C9F82-1126-BFA3-1F49-E91002C1E20F}"/>
              </a:ext>
            </a:extLst>
          </p:cNvPr>
          <p:cNvGrpSpPr/>
          <p:nvPr/>
        </p:nvGrpSpPr>
        <p:grpSpPr>
          <a:xfrm>
            <a:off x="6849542" y="2672758"/>
            <a:ext cx="329975" cy="317131"/>
            <a:chOff x="2968850" y="3499219"/>
            <a:chExt cx="329975" cy="317131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F9F55DFF-5E1C-2ABD-362C-7EAE4670C6A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A5EC14C-39D5-4195-BA78-4139C533961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A5EC14C-39D5-4195-BA78-4139C5339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07453EFF-AF09-403E-7223-51EB334D9089}"/>
              </a:ext>
            </a:extLst>
          </p:cNvPr>
          <p:cNvGrpSpPr/>
          <p:nvPr/>
        </p:nvGrpSpPr>
        <p:grpSpPr>
          <a:xfrm>
            <a:off x="7259117" y="2672758"/>
            <a:ext cx="329975" cy="317131"/>
            <a:chOff x="2968850" y="3499219"/>
            <a:chExt cx="329975" cy="317131"/>
          </a:xfrm>
        </p:grpSpPr>
        <p:sp>
          <p:nvSpPr>
            <p:cNvPr id="86" name="矩形: 圆角 85">
              <a:extLst>
                <a:ext uri="{FF2B5EF4-FFF2-40B4-BE49-F238E27FC236}">
                  <a16:creationId xmlns:a16="http://schemas.microsoft.com/office/drawing/2014/main" id="{B88C753C-F516-EC7F-1B58-FD92D2B8EF0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7D3A2419-E72B-4F34-08C2-FDB5DC71B69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7D3A2419-E72B-4F34-08C2-FDB5DC71B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1FBEB3FA-E03E-1FED-710C-2D3C1023D89B}"/>
              </a:ext>
            </a:extLst>
          </p:cNvPr>
          <p:cNvGrpSpPr/>
          <p:nvPr/>
        </p:nvGrpSpPr>
        <p:grpSpPr>
          <a:xfrm>
            <a:off x="7668692" y="2672758"/>
            <a:ext cx="329975" cy="317131"/>
            <a:chOff x="2968850" y="3499219"/>
            <a:chExt cx="329975" cy="317131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A0604FEA-EDDF-5B94-0E0E-DF2FCCB1DF6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C1B9F5F-D29F-1CE9-1B4C-EA46447C001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C1B9F5F-D29F-1CE9-1B4C-EA46447C0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FC048121-2F5D-2B16-1863-B4BD6C12FCE4}"/>
              </a:ext>
            </a:extLst>
          </p:cNvPr>
          <p:cNvGrpSpPr/>
          <p:nvPr/>
        </p:nvGrpSpPr>
        <p:grpSpPr>
          <a:xfrm>
            <a:off x="8078267" y="2672758"/>
            <a:ext cx="329975" cy="317131"/>
            <a:chOff x="2968850" y="3499219"/>
            <a:chExt cx="329975" cy="317131"/>
          </a:xfrm>
        </p:grpSpPr>
        <p:sp>
          <p:nvSpPr>
            <p:cNvPr id="92" name="矩形: 圆角 91">
              <a:extLst>
                <a:ext uri="{FF2B5EF4-FFF2-40B4-BE49-F238E27FC236}">
                  <a16:creationId xmlns:a16="http://schemas.microsoft.com/office/drawing/2014/main" id="{68C82CEB-B8DD-5D72-2150-0DCFBAE8C3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943551C-186C-55D8-9CBB-59F624A45D9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943551C-186C-55D8-9CBB-59F624A45D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4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038BB45-67C0-7104-D6D5-DE9F9D14C3AC}"/>
                  </a:ext>
                </a:extLst>
              </p:cNvPr>
              <p:cNvSpPr txBox="1"/>
              <p:nvPr/>
            </p:nvSpPr>
            <p:spPr>
              <a:xfrm>
                <a:off x="5940689" y="2102193"/>
                <a:ext cx="6070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D038BB45-67C0-7104-D6D5-DE9F9D14C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689" y="2102193"/>
                <a:ext cx="60702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741794D-8376-1DB1-7F54-C99AFC4C0184}"/>
              </a:ext>
            </a:extLst>
          </p:cNvPr>
          <p:cNvCxnSpPr>
            <a:cxnSpLocks/>
          </p:cNvCxnSpPr>
          <p:nvPr/>
        </p:nvCxnSpPr>
        <p:spPr>
          <a:xfrm>
            <a:off x="7217071" y="2610619"/>
            <a:ext cx="0" cy="46315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左大括号 95">
            <a:extLst>
              <a:ext uri="{FF2B5EF4-FFF2-40B4-BE49-F238E27FC236}">
                <a16:creationId xmlns:a16="http://schemas.microsoft.com/office/drawing/2014/main" id="{EFA91221-4DDB-AFDD-F056-BDCFA6987498}"/>
              </a:ext>
            </a:extLst>
          </p:cNvPr>
          <p:cNvSpPr/>
          <p:nvPr/>
        </p:nvSpPr>
        <p:spPr>
          <a:xfrm rot="16200000">
            <a:off x="6453483" y="2639464"/>
            <a:ext cx="211095" cy="1240973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左大括号 96">
            <a:extLst>
              <a:ext uri="{FF2B5EF4-FFF2-40B4-BE49-F238E27FC236}">
                <a16:creationId xmlns:a16="http://schemas.microsoft.com/office/drawing/2014/main" id="{3CB054F6-17E2-D205-4E33-3F6AB93C4D04}"/>
              </a:ext>
            </a:extLst>
          </p:cNvPr>
          <p:cNvSpPr/>
          <p:nvPr/>
        </p:nvSpPr>
        <p:spPr>
          <a:xfrm rot="16200000">
            <a:off x="7723465" y="2690057"/>
            <a:ext cx="211095" cy="1139788"/>
          </a:xfrm>
          <a:prstGeom prst="leftBrace">
            <a:avLst>
              <a:gd name="adj1" fmla="val 76111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F492800-C1FD-55E6-767B-342F39314470}"/>
                  </a:ext>
                </a:extLst>
              </p:cNvPr>
              <p:cNvSpPr txBox="1"/>
              <p:nvPr/>
            </p:nvSpPr>
            <p:spPr>
              <a:xfrm>
                <a:off x="6212217" y="3429000"/>
                <a:ext cx="785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𝑃𝑟𝑒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:≤5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3F492800-C1FD-55E6-767B-342F39314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217" y="3429000"/>
                <a:ext cx="785471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896368C-8E51-8EBB-4DD9-F7025B261A52}"/>
                  </a:ext>
                </a:extLst>
              </p:cNvPr>
              <p:cNvSpPr txBox="1"/>
              <p:nvPr/>
            </p:nvSpPr>
            <p:spPr>
              <a:xfrm>
                <a:off x="7424103" y="3419475"/>
                <a:ext cx="7945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𝑆𝑢𝑓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:&gt;5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9896368C-8E51-8EBB-4DD9-F7025B261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4103" y="3419475"/>
                <a:ext cx="794576" cy="276999"/>
              </a:xfrm>
              <a:prstGeom prst="rect">
                <a:avLst/>
              </a:prstGeom>
              <a:blipFill>
                <a:blip r:embed="rId16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7F313933-7F0C-ABB2-F7FD-7341F11900DB}"/>
              </a:ext>
            </a:extLst>
          </p:cNvPr>
          <p:cNvSpPr/>
          <p:nvPr/>
        </p:nvSpPr>
        <p:spPr>
          <a:xfrm>
            <a:off x="5847911" y="2025485"/>
            <a:ext cx="2721414" cy="1774990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/>
          </a:p>
        </p:txBody>
      </p:sp>
      <p:pic>
        <p:nvPicPr>
          <p:cNvPr id="102" name="图形 101" descr="关闭 纯色填充">
            <a:extLst>
              <a:ext uri="{FF2B5EF4-FFF2-40B4-BE49-F238E27FC236}">
                <a16:creationId xmlns:a16="http://schemas.microsoft.com/office/drawing/2014/main" id="{829B3067-AE42-6B86-01DB-3F7ECD156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24355" y="2451979"/>
            <a:ext cx="180345" cy="18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5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D552-C8FD-8298-45D2-8770A88A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7F5FFB0-001D-7B59-F9F4-20AB9E4C22C1}"/>
              </a:ext>
            </a:extLst>
          </p:cNvPr>
          <p:cNvGrpSpPr/>
          <p:nvPr/>
        </p:nvGrpSpPr>
        <p:grpSpPr>
          <a:xfrm>
            <a:off x="3487217" y="1161458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DDA35D8-EEE1-DFB2-BF46-D88FBC18727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0C4BB8F-FA4C-D561-1191-44D4D98D5FA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3AE35586-CFE8-E937-8C1C-70F4AEB4E688}"/>
              </a:ext>
            </a:extLst>
          </p:cNvPr>
          <p:cNvGrpSpPr/>
          <p:nvPr/>
        </p:nvGrpSpPr>
        <p:grpSpPr>
          <a:xfrm>
            <a:off x="3845992" y="1161458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3AF92422-7DDA-88C6-3AB0-2174B3AA264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F71382C5-04F6-92D9-48D4-583082943BE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F71382C5-04F6-92D9-48D4-583082943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246C053-2D2D-4F6E-CEA3-11F3DB145361}"/>
              </a:ext>
            </a:extLst>
          </p:cNvPr>
          <p:cNvGrpSpPr/>
          <p:nvPr/>
        </p:nvGrpSpPr>
        <p:grpSpPr>
          <a:xfrm>
            <a:off x="4204767" y="1161458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C0A2011E-2C9C-56B1-A129-A5B2384B8A6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018C263-E906-49B3-89AE-2CAC3384FC3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018C263-E906-49B3-89AE-2CAC3384F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71B051A-2EAA-0E2C-22E2-F0A4D573CA6E}"/>
              </a:ext>
            </a:extLst>
          </p:cNvPr>
          <p:cNvGrpSpPr/>
          <p:nvPr/>
        </p:nvGrpSpPr>
        <p:grpSpPr>
          <a:xfrm>
            <a:off x="4560367" y="1161458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543E9131-8AD9-3E37-35EF-4A4ED968A39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E494812-B295-463B-6089-F838A1C318A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E494812-B295-463B-6089-F838A1C31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0BF1616-DD3A-5348-79D3-94A184B19328}"/>
              </a:ext>
            </a:extLst>
          </p:cNvPr>
          <p:cNvGrpSpPr/>
          <p:nvPr/>
        </p:nvGrpSpPr>
        <p:grpSpPr>
          <a:xfrm>
            <a:off x="4894165" y="1161458"/>
            <a:ext cx="396262" cy="317131"/>
            <a:chOff x="2943873" y="3499219"/>
            <a:chExt cx="396262" cy="317131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AC6752FD-439C-2AB5-516F-B7628B62BA2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05C592-FB45-E6D1-991B-1FA14F0B7440}"/>
                    </a:ext>
                  </a:extLst>
                </p:cNvPr>
                <p:cNvSpPr txBox="1"/>
                <p:nvPr/>
              </p:nvSpPr>
              <p:spPr>
                <a:xfrm>
                  <a:off x="2943873" y="3522538"/>
                  <a:ext cx="39626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305C592-FB45-E6D1-991B-1FA14F0B74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3873" y="3522538"/>
                  <a:ext cx="396262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1F313F3-4DEB-FD23-1659-182E804B1288}"/>
                  </a:ext>
                </a:extLst>
              </p:cNvPr>
              <p:cNvSpPr txBox="1"/>
              <p:nvPr/>
            </p:nvSpPr>
            <p:spPr>
              <a:xfrm>
                <a:off x="2591186" y="1122971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1F313F3-4DEB-FD23-1659-182E804B1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186" y="1122971"/>
                <a:ext cx="85472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7CE7B5FF-3DFB-DA0A-6262-3F3AC46791E3}"/>
              </a:ext>
            </a:extLst>
          </p:cNvPr>
          <p:cNvGrpSpPr/>
          <p:nvPr/>
        </p:nvGrpSpPr>
        <p:grpSpPr>
          <a:xfrm>
            <a:off x="3477880" y="1799633"/>
            <a:ext cx="329975" cy="317131"/>
            <a:chOff x="2968850" y="3499219"/>
            <a:chExt cx="329975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A3F2E8DF-BF12-6674-D008-7DE4A35BAE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ABD939D-E082-FF42-159C-B845905B127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ABD939D-E082-FF42-159C-B845905B12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F3B8804-12F9-1F9A-7A64-F91FAE45F8D8}"/>
              </a:ext>
            </a:extLst>
          </p:cNvPr>
          <p:cNvGrpSpPr/>
          <p:nvPr/>
        </p:nvGrpSpPr>
        <p:grpSpPr>
          <a:xfrm>
            <a:off x="3836655" y="1799633"/>
            <a:ext cx="329975" cy="317131"/>
            <a:chOff x="2968850" y="3499219"/>
            <a:chExt cx="329975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302FF17-17D5-2F01-02F2-DFA6471798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4299ACF6-AA0D-B150-6AB3-14D9C5B0D41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4299ACF6-AA0D-B150-6AB3-14D9C5B0D4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75BA3105-908F-B406-76A3-9BB43D147002}"/>
              </a:ext>
            </a:extLst>
          </p:cNvPr>
          <p:cNvGrpSpPr/>
          <p:nvPr/>
        </p:nvGrpSpPr>
        <p:grpSpPr>
          <a:xfrm>
            <a:off x="4195430" y="179963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C02A8E2-9849-E7FB-D3A2-5E4FB26144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4446436-4EBD-D76A-A173-96B49E5356A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4446436-4EBD-D76A-A173-96B49E5356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DA93F75-1F1D-0A9E-659D-9A3F8E6F4664}"/>
              </a:ext>
            </a:extLst>
          </p:cNvPr>
          <p:cNvGrpSpPr/>
          <p:nvPr/>
        </p:nvGrpSpPr>
        <p:grpSpPr>
          <a:xfrm>
            <a:off x="4551030" y="1799633"/>
            <a:ext cx="329975" cy="317131"/>
            <a:chOff x="2968850" y="3499219"/>
            <a:chExt cx="329975" cy="31713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99B8B8F-ECA4-792F-B185-EC667B20079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6AA00C8-F24A-8D87-D8FF-6DF4539F438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6AA00C8-F24A-8D87-D8FF-6DF4539F4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E5AD1B5-AB8C-B1B2-DA58-89F5136B5E06}"/>
              </a:ext>
            </a:extLst>
          </p:cNvPr>
          <p:cNvGrpSpPr/>
          <p:nvPr/>
        </p:nvGrpSpPr>
        <p:grpSpPr>
          <a:xfrm>
            <a:off x="4909805" y="1799633"/>
            <a:ext cx="329975" cy="317131"/>
            <a:chOff x="2968850" y="3499219"/>
            <a:chExt cx="329975" cy="317131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48463771-673B-01D7-03DD-DF3CFA82F68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5820FFF-772F-0BD9-D63E-032C7CC66055}"/>
                    </a:ext>
                  </a:extLst>
                </p:cNvPr>
                <p:cNvSpPr txBox="1"/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45820FFF-772F-0BD9-D63E-032C7CC66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6ACB389-E197-EDB9-F6B3-0607DBCA7002}"/>
                  </a:ext>
                </a:extLst>
              </p:cNvPr>
              <p:cNvSpPr txBox="1"/>
              <p:nvPr/>
            </p:nvSpPr>
            <p:spPr>
              <a:xfrm>
                <a:off x="2594359" y="1761146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6ACB389-E197-EDB9-F6B3-0607DBCA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359" y="1761146"/>
                <a:ext cx="854721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100F9406-6CE9-EDFC-F100-C211C1074C1E}"/>
                  </a:ext>
                </a:extLst>
              </p:cNvPr>
              <p:cNvSpPr txBox="1"/>
              <p:nvPr/>
            </p:nvSpPr>
            <p:spPr>
              <a:xfrm>
                <a:off x="1907511" y="2618609"/>
                <a:ext cx="12059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𝑎𝑟𝑟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偶数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长度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100F9406-6CE9-EDFC-F100-C211C1074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511" y="2618609"/>
                <a:ext cx="1205971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5ECA3033-5168-5E08-CBCE-6C92A232E233}"/>
              </a:ext>
            </a:extLst>
          </p:cNvPr>
          <p:cNvGrpSpPr/>
          <p:nvPr/>
        </p:nvGrpSpPr>
        <p:grpSpPr>
          <a:xfrm>
            <a:off x="3255442" y="2598544"/>
            <a:ext cx="329975" cy="317131"/>
            <a:chOff x="2968850" y="3499219"/>
            <a:chExt cx="329975" cy="317131"/>
          </a:xfrm>
        </p:grpSpPr>
        <p:sp>
          <p:nvSpPr>
            <p:cNvPr id="84" name="矩形: 圆角 83">
              <a:extLst>
                <a:ext uri="{FF2B5EF4-FFF2-40B4-BE49-F238E27FC236}">
                  <a16:creationId xmlns:a16="http://schemas.microsoft.com/office/drawing/2014/main" id="{292A38AA-9808-4D2F-A871-05362688126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08F1A326-17CB-3B81-2884-F3E0B864583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3641C83C-C2A4-9754-7399-FB2306C9EE36}"/>
              </a:ext>
            </a:extLst>
          </p:cNvPr>
          <p:cNvGrpSpPr/>
          <p:nvPr/>
        </p:nvGrpSpPr>
        <p:grpSpPr>
          <a:xfrm>
            <a:off x="3614217" y="2598544"/>
            <a:ext cx="329975" cy="317131"/>
            <a:chOff x="2968850" y="3499219"/>
            <a:chExt cx="329975" cy="317131"/>
          </a:xfrm>
        </p:grpSpPr>
        <p:sp>
          <p:nvSpPr>
            <p:cNvPr id="104" name="矩形: 圆角 103">
              <a:extLst>
                <a:ext uri="{FF2B5EF4-FFF2-40B4-BE49-F238E27FC236}">
                  <a16:creationId xmlns:a16="http://schemas.microsoft.com/office/drawing/2014/main" id="{C6EDB385-F386-CD66-F244-8840D2CFEA9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6878C575-DA1D-549B-8F0D-2D6376FE424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6878C575-DA1D-549B-8F0D-2D6376FE4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DB18BFC2-B9DD-6D93-386B-FE54B9877280}"/>
              </a:ext>
            </a:extLst>
          </p:cNvPr>
          <p:cNvGrpSpPr/>
          <p:nvPr/>
        </p:nvGrpSpPr>
        <p:grpSpPr>
          <a:xfrm>
            <a:off x="5290427" y="2598544"/>
            <a:ext cx="329975" cy="317131"/>
            <a:chOff x="2968850" y="3499219"/>
            <a:chExt cx="329975" cy="317131"/>
          </a:xfrm>
        </p:grpSpPr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E987FDE6-50C4-3FA4-A323-2F6F31B5D2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2F746F1D-6E7B-BA53-05B8-9A6403F6F60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1" name="文本框 110">
                  <a:extLst>
                    <a:ext uri="{FF2B5EF4-FFF2-40B4-BE49-F238E27FC236}">
                      <a16:creationId xmlns:a16="http://schemas.microsoft.com/office/drawing/2014/main" id="{2F746F1D-6E7B-BA53-05B8-9A6403F6F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3B5CBD57-2AA5-88A3-4DE1-2F06598F4765}"/>
              </a:ext>
            </a:extLst>
          </p:cNvPr>
          <p:cNvGrpSpPr/>
          <p:nvPr/>
        </p:nvGrpSpPr>
        <p:grpSpPr>
          <a:xfrm>
            <a:off x="3989321" y="2598544"/>
            <a:ext cx="329975" cy="317131"/>
            <a:chOff x="2968850" y="3499219"/>
            <a:chExt cx="329975" cy="317131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3222F66C-73A5-02DE-6E3A-B73EAB33B4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F6BA35E-A5A6-A7C3-AE7C-7CE089C4C72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F6BA35E-A5A6-A7C3-AE7C-7CE089C4C7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2E2FEA0E-25AB-31D9-E899-AA0DB1498FEB}"/>
              </a:ext>
            </a:extLst>
          </p:cNvPr>
          <p:cNvGrpSpPr/>
          <p:nvPr/>
        </p:nvGrpSpPr>
        <p:grpSpPr>
          <a:xfrm>
            <a:off x="4572877" y="2598544"/>
            <a:ext cx="329975" cy="317131"/>
            <a:chOff x="2968850" y="3499219"/>
            <a:chExt cx="329975" cy="317131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E6E69864-409E-22F4-2A0B-3F1F9D8753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E85128CC-8EF4-AA0C-D092-94450F3DFB6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E85128CC-8EF4-AA0C-D092-94450F3DF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475A1E66-64BB-64AC-E4D3-03BC81A0C857}"/>
              </a:ext>
            </a:extLst>
          </p:cNvPr>
          <p:cNvGrpSpPr/>
          <p:nvPr/>
        </p:nvGrpSpPr>
        <p:grpSpPr>
          <a:xfrm>
            <a:off x="4931652" y="2598544"/>
            <a:ext cx="329975" cy="317131"/>
            <a:chOff x="2968850" y="3499219"/>
            <a:chExt cx="329975" cy="317131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B435F841-397D-BDB1-B042-35AB8DF02E3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2FC3643-534F-3AC8-C601-359A53E686DB}"/>
                    </a:ext>
                  </a:extLst>
                </p:cNvPr>
                <p:cNvSpPr txBox="1"/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2FC3643-534F-3AC8-C601-359A53E68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BC0C948F-3212-FF78-593B-885628650188}"/>
              </a:ext>
            </a:extLst>
          </p:cNvPr>
          <p:cNvCxnSpPr>
            <a:cxnSpLocks/>
          </p:cNvCxnSpPr>
          <p:nvPr/>
        </p:nvCxnSpPr>
        <p:spPr>
          <a:xfrm>
            <a:off x="4453312" y="2487419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>
            <a:extLst>
              <a:ext uri="{FF2B5EF4-FFF2-40B4-BE49-F238E27FC236}">
                <a16:creationId xmlns:a16="http://schemas.microsoft.com/office/drawing/2014/main" id="{9B7FB269-0E3D-FC7E-4885-3E753FF3E791}"/>
              </a:ext>
            </a:extLst>
          </p:cNvPr>
          <p:cNvSpPr txBox="1"/>
          <p:nvPr/>
        </p:nvSpPr>
        <p:spPr>
          <a:xfrm>
            <a:off x="2864373" y="3600819"/>
            <a:ext cx="28392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i="0" dirty="0">
                <a:solidFill>
                  <a:srgbClr val="FF0000"/>
                </a:solidFill>
                <a:latin typeface="+mj-lt"/>
              </a:rPr>
              <a:t>中位数：</a:t>
            </a:r>
            <a:r>
              <a:rPr lang="en-US" altLang="zh-CN" sz="1200" b="1" i="0" dirty="0">
                <a:solidFill>
                  <a:srgbClr val="FF0000"/>
                </a:solidFill>
                <a:latin typeface="+mj-lt"/>
              </a:rPr>
              <a:t>(</a:t>
            </a:r>
            <a:r>
              <a:rPr lang="zh-CN" altLang="en-US" sz="1200" b="1" i="0" dirty="0">
                <a:solidFill>
                  <a:srgbClr val="FF0000"/>
                </a:solidFill>
                <a:latin typeface="+mj-lt"/>
              </a:rPr>
              <a:t>左侧最大值 </a:t>
            </a:r>
            <a:r>
              <a:rPr lang="en-US" altLang="zh-CN" sz="1200" b="1" i="0" dirty="0">
                <a:solidFill>
                  <a:srgbClr val="FF0000"/>
                </a:solidFill>
                <a:latin typeface="+mj-lt"/>
              </a:rPr>
              <a:t>+ </a:t>
            </a:r>
            <a:r>
              <a:rPr lang="zh-CN" altLang="en-US" sz="1200" b="1" i="0" dirty="0">
                <a:solidFill>
                  <a:srgbClr val="FF0000"/>
                </a:solidFill>
                <a:latin typeface="+mj-lt"/>
              </a:rPr>
              <a:t>右侧最小值</a:t>
            </a:r>
            <a:r>
              <a:rPr lang="en-US" altLang="zh-CN" sz="1200" b="1" i="0" dirty="0">
                <a:solidFill>
                  <a:srgbClr val="FF0000"/>
                </a:solidFill>
                <a:latin typeface="+mj-lt"/>
              </a:rPr>
              <a:t>)</a:t>
            </a:r>
            <a:r>
              <a:rPr lang="zh-CN" altLang="en-US" sz="1200" b="1" i="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CN" sz="1200" b="1" i="0" dirty="0">
                <a:solidFill>
                  <a:srgbClr val="FF0000"/>
                </a:solidFill>
                <a:latin typeface="+mj-lt"/>
              </a:rPr>
              <a:t>/ 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28" name="连接符: 曲线 127">
            <a:extLst>
              <a:ext uri="{FF2B5EF4-FFF2-40B4-BE49-F238E27FC236}">
                <a16:creationId xmlns:a16="http://schemas.microsoft.com/office/drawing/2014/main" id="{1C2E0B9C-1FE0-0758-B6E8-2C9C4058B584}"/>
              </a:ext>
            </a:extLst>
          </p:cNvPr>
          <p:cNvCxnSpPr>
            <a:cxnSpLocks/>
            <a:endCxn id="116" idx="2"/>
          </p:cNvCxnSpPr>
          <p:nvPr/>
        </p:nvCxnSpPr>
        <p:spPr>
          <a:xfrm rot="5400000" flipH="1" flipV="1">
            <a:off x="3713662" y="3176986"/>
            <a:ext cx="701958" cy="17933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连接符: 曲线 130">
            <a:extLst>
              <a:ext uri="{FF2B5EF4-FFF2-40B4-BE49-F238E27FC236}">
                <a16:creationId xmlns:a16="http://schemas.microsoft.com/office/drawing/2014/main" id="{67EC8845-6DBA-53D2-E125-496074A96337}"/>
              </a:ext>
            </a:extLst>
          </p:cNvPr>
          <p:cNvCxnSpPr>
            <a:cxnSpLocks/>
            <a:endCxn id="119" idx="2"/>
          </p:cNvCxnSpPr>
          <p:nvPr/>
        </p:nvCxnSpPr>
        <p:spPr>
          <a:xfrm rot="16200000" flipV="1">
            <a:off x="4476033" y="3177508"/>
            <a:ext cx="701957" cy="178291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FB0FDFD-3E7F-8508-1DD2-DCD0629A18D8}"/>
                  </a:ext>
                </a:extLst>
              </p:cNvPr>
              <p:cNvSpPr txBox="1"/>
              <p:nvPr/>
            </p:nvSpPr>
            <p:spPr>
              <a:xfrm>
                <a:off x="1907511" y="4350466"/>
                <a:ext cx="12059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𝑎𝑟𝑟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latin typeface="Cambria Math" panose="02040503050406030204" pitchFamily="18" charset="0"/>
                        </a:rPr>
                        <m:t>奇数</m:t>
                      </m:r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长度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5FB0FDFD-3E7F-8508-1DD2-DCD0629A1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511" y="4350466"/>
                <a:ext cx="1205971" cy="276999"/>
              </a:xfrm>
              <a:prstGeom prst="rect">
                <a:avLst/>
              </a:prstGeom>
              <a:blipFill>
                <a:blip r:embed="rId19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BF78CC5B-D6F0-EFFD-8D49-91E68583006F}"/>
              </a:ext>
            </a:extLst>
          </p:cNvPr>
          <p:cNvGrpSpPr/>
          <p:nvPr/>
        </p:nvGrpSpPr>
        <p:grpSpPr>
          <a:xfrm>
            <a:off x="3255442" y="4330401"/>
            <a:ext cx="329975" cy="317131"/>
            <a:chOff x="2968850" y="3499219"/>
            <a:chExt cx="329975" cy="317131"/>
          </a:xfrm>
        </p:grpSpPr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FEFC63C6-E30A-D635-9529-444D6C85D5B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857ABE17-2FF7-AE76-2E2B-A3755093626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E20C0981-93E9-DF1C-D3E9-1FC44F5538C9}"/>
              </a:ext>
            </a:extLst>
          </p:cNvPr>
          <p:cNvGrpSpPr/>
          <p:nvPr/>
        </p:nvGrpSpPr>
        <p:grpSpPr>
          <a:xfrm>
            <a:off x="3614217" y="4330401"/>
            <a:ext cx="329975" cy="317131"/>
            <a:chOff x="2968850" y="3499219"/>
            <a:chExt cx="329975" cy="31713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37BF5E31-CBCC-C5AE-1E12-64764731DBF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7E362DE-294B-0CE2-3C8D-593D9DCB3D5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7E362DE-294B-0CE2-3C8D-593D9DCB3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229CA935-CF1E-656D-CF32-99AB39908F68}"/>
              </a:ext>
            </a:extLst>
          </p:cNvPr>
          <p:cNvGrpSpPr/>
          <p:nvPr/>
        </p:nvGrpSpPr>
        <p:grpSpPr>
          <a:xfrm>
            <a:off x="3989321" y="4330401"/>
            <a:ext cx="329975" cy="317131"/>
            <a:chOff x="2968850" y="3499219"/>
            <a:chExt cx="329975" cy="317131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F26012D7-7526-DCCF-913B-225CA143289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2B78E34B-C527-CE3F-CA63-9FF19561AEB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2B78E34B-C527-CE3F-CA63-9FF19561AE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7924E01-3290-C9D3-91AF-B5D71F229EBD}"/>
              </a:ext>
            </a:extLst>
          </p:cNvPr>
          <p:cNvGrpSpPr/>
          <p:nvPr/>
        </p:nvGrpSpPr>
        <p:grpSpPr>
          <a:xfrm>
            <a:off x="4386042" y="4330401"/>
            <a:ext cx="329975" cy="317131"/>
            <a:chOff x="2968850" y="3499219"/>
            <a:chExt cx="329975" cy="317131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83692D64-4B43-E1F4-0F01-4033F5E1916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3CE0DCE-C164-DE40-1C75-82FB836DB0A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3CE0DCE-C164-DE40-1C75-82FB836DB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44567F97-6891-73A9-77EC-FAE6C4A6891E}"/>
              </a:ext>
            </a:extLst>
          </p:cNvPr>
          <p:cNvGrpSpPr/>
          <p:nvPr/>
        </p:nvGrpSpPr>
        <p:grpSpPr>
          <a:xfrm>
            <a:off x="4744817" y="4330401"/>
            <a:ext cx="329975" cy="317131"/>
            <a:chOff x="2968850" y="3499219"/>
            <a:chExt cx="329975" cy="317131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73D86AC2-26DB-BAB6-2B8A-666EC5C07E0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66519A0-27B4-1757-BC21-5E514F6C39C8}"/>
                    </a:ext>
                  </a:extLst>
                </p:cNvPr>
                <p:cNvSpPr txBox="1"/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366519A0-27B4-1757-BC21-5E514F6C39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5200" y="3519284"/>
                  <a:ext cx="311304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4F7B7891-2117-9D71-0C71-04C5B13974EB}"/>
              </a:ext>
            </a:extLst>
          </p:cNvPr>
          <p:cNvCxnSpPr>
            <a:cxnSpLocks/>
          </p:cNvCxnSpPr>
          <p:nvPr/>
        </p:nvCxnSpPr>
        <p:spPr>
          <a:xfrm>
            <a:off x="4355539" y="4187526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>
            <a:extLst>
              <a:ext uri="{FF2B5EF4-FFF2-40B4-BE49-F238E27FC236}">
                <a16:creationId xmlns:a16="http://schemas.microsoft.com/office/drawing/2014/main" id="{70EFAB48-CB5B-5859-D9ED-D13A9C4C4C4A}"/>
              </a:ext>
            </a:extLst>
          </p:cNvPr>
          <p:cNvSpPr txBox="1"/>
          <p:nvPr/>
        </p:nvSpPr>
        <p:spPr>
          <a:xfrm>
            <a:off x="2864373" y="5172455"/>
            <a:ext cx="1611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i="0" dirty="0">
                <a:solidFill>
                  <a:srgbClr val="FF0000"/>
                </a:solidFill>
                <a:latin typeface="+mj-lt"/>
              </a:rPr>
              <a:t>中位数：左侧最大值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9225BB47-D71F-4F59-AA94-69DE22837043}"/>
              </a:ext>
            </a:extLst>
          </p:cNvPr>
          <p:cNvCxnSpPr>
            <a:cxnSpLocks/>
          </p:cNvCxnSpPr>
          <p:nvPr/>
        </p:nvCxnSpPr>
        <p:spPr>
          <a:xfrm flipH="1">
            <a:off x="1859337" y="4034031"/>
            <a:ext cx="449701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曲线 158">
            <a:extLst>
              <a:ext uri="{FF2B5EF4-FFF2-40B4-BE49-F238E27FC236}">
                <a16:creationId xmlns:a16="http://schemas.microsoft.com/office/drawing/2014/main" id="{C9B952F2-E0DF-3F5F-B66C-E3F2418B4D8F}"/>
              </a:ext>
            </a:extLst>
          </p:cNvPr>
          <p:cNvCxnSpPr>
            <a:cxnSpLocks/>
            <a:endCxn id="145" idx="2"/>
          </p:cNvCxnSpPr>
          <p:nvPr/>
        </p:nvCxnSpPr>
        <p:spPr>
          <a:xfrm rot="5400000" flipH="1" flipV="1">
            <a:off x="3704294" y="4722441"/>
            <a:ext cx="524924" cy="37510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70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5C580-DD7B-973E-C8C8-97B9BC397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5A9C1C-A290-9F82-AB6F-E7E14A827B88}"/>
              </a:ext>
            </a:extLst>
          </p:cNvPr>
          <p:cNvGrpSpPr/>
          <p:nvPr/>
        </p:nvGrpSpPr>
        <p:grpSpPr>
          <a:xfrm>
            <a:off x="1628704" y="1097958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2B50016-C6D3-D629-A13F-5C97014BC7B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71388CD-F35F-3263-9042-ADE7567F9B0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6EEA5D6-2D2D-22D8-D948-B1F6A07AF9DB}"/>
              </a:ext>
            </a:extLst>
          </p:cNvPr>
          <p:cNvGrpSpPr/>
          <p:nvPr/>
        </p:nvGrpSpPr>
        <p:grpSpPr>
          <a:xfrm>
            <a:off x="1987479" y="1097958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3D4B1985-03F9-CFEC-5665-D20D1A41D80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56F2F819-6D58-3C62-6F60-75F39E7DD19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56F2F819-6D58-3C62-6F60-75F39E7DD1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5FFC285-113C-B565-F6E0-894BF750F229}"/>
              </a:ext>
            </a:extLst>
          </p:cNvPr>
          <p:cNvGrpSpPr/>
          <p:nvPr/>
        </p:nvGrpSpPr>
        <p:grpSpPr>
          <a:xfrm>
            <a:off x="2508479" y="1097958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32656332-5BA4-FC77-5C19-F7514F0582A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1F8B24C-BDE3-FF3F-D1AB-EDC98F3F76E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D1F8B24C-BDE3-FF3F-D1AB-EDC98F3F7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C38DA33-B327-82CB-6912-71014575B0E6}"/>
              </a:ext>
            </a:extLst>
          </p:cNvPr>
          <p:cNvGrpSpPr/>
          <p:nvPr/>
        </p:nvGrpSpPr>
        <p:grpSpPr>
          <a:xfrm>
            <a:off x="2864079" y="1097958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A717D22F-84FC-DBCA-889A-DA42CE37D58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61854570-90F1-398B-5358-4BEB3B03F36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61854570-90F1-398B-5358-4BEB3B03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A35F82-3658-AD2E-EDE8-01B980B4DF46}"/>
                  </a:ext>
                </a:extLst>
              </p:cNvPr>
              <p:cNvSpPr txBox="1"/>
              <p:nvPr/>
            </p:nvSpPr>
            <p:spPr>
              <a:xfrm>
                <a:off x="746778" y="1059471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A35F82-3658-AD2E-EDE8-01B980B4D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78" y="1059471"/>
                <a:ext cx="85472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5036330D-BBDB-90DC-A794-362250AA3F8D}"/>
              </a:ext>
            </a:extLst>
          </p:cNvPr>
          <p:cNvGrpSpPr/>
          <p:nvPr/>
        </p:nvGrpSpPr>
        <p:grpSpPr>
          <a:xfrm>
            <a:off x="1619367" y="1736133"/>
            <a:ext cx="329975" cy="317131"/>
            <a:chOff x="2968850" y="3499219"/>
            <a:chExt cx="329975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61335B1-E2EA-973B-F99F-1CB0008117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F6706F7-7ADB-0792-AF74-371D23DF658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F6706F7-7ADB-0792-AF74-371D23DF6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0A0E2B4-AEDE-537C-B4B1-55618EEE2F20}"/>
              </a:ext>
            </a:extLst>
          </p:cNvPr>
          <p:cNvGrpSpPr/>
          <p:nvPr/>
        </p:nvGrpSpPr>
        <p:grpSpPr>
          <a:xfrm>
            <a:off x="1978142" y="1736133"/>
            <a:ext cx="329975" cy="317131"/>
            <a:chOff x="2968850" y="3499219"/>
            <a:chExt cx="329975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8ED048EF-C100-D79B-313D-258B45A70D7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FDDE6FE-2174-398C-F4C3-13C70B874BC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FDDE6FE-2174-398C-F4C3-13C70B874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3F7ED56-122C-3FD5-EF4B-C5EDF0518705}"/>
              </a:ext>
            </a:extLst>
          </p:cNvPr>
          <p:cNvGrpSpPr/>
          <p:nvPr/>
        </p:nvGrpSpPr>
        <p:grpSpPr>
          <a:xfrm>
            <a:off x="2514451" y="1736133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249AE00-A618-9916-D7A2-6F2220245B8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79471B27-AAF1-49D8-3C23-D5E659DF35E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79471B27-AAF1-49D8-3C23-D5E659DF3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C25308D-6777-81FA-4094-56A02425D6DB}"/>
              </a:ext>
            </a:extLst>
          </p:cNvPr>
          <p:cNvGrpSpPr/>
          <p:nvPr/>
        </p:nvGrpSpPr>
        <p:grpSpPr>
          <a:xfrm>
            <a:off x="2870051" y="1736133"/>
            <a:ext cx="329975" cy="317131"/>
            <a:chOff x="2968850" y="3499219"/>
            <a:chExt cx="329975" cy="31713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6A104CE-88F3-930C-597C-EA1A938A7AD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4A01F90-8280-2427-1173-8544A95D47C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4A01F90-8280-2427-1173-8544A95D4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6BC9EAD-52A3-84E4-2944-BEBD702BAE7B}"/>
                  </a:ext>
                </a:extLst>
              </p:cNvPr>
              <p:cNvSpPr txBox="1"/>
              <p:nvPr/>
            </p:nvSpPr>
            <p:spPr>
              <a:xfrm>
                <a:off x="729819" y="1697646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D6BC9EAD-52A3-84E4-2944-BEBD702BA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19" y="1697646"/>
                <a:ext cx="85472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C2B309A-A325-B7A1-ABFA-7E45332D55C9}"/>
                  </a:ext>
                </a:extLst>
              </p:cNvPr>
              <p:cNvSpPr txBox="1"/>
              <p:nvPr/>
            </p:nvSpPr>
            <p:spPr>
              <a:xfrm>
                <a:off x="174053" y="2787860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C2B309A-A325-B7A1-ABFA-7E45332D5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53" y="2787860"/>
                <a:ext cx="513282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ADCB2EA-E98E-3112-662C-7AF181CFFB51}"/>
              </a:ext>
            </a:extLst>
          </p:cNvPr>
          <p:cNvGrpSpPr/>
          <p:nvPr/>
        </p:nvGrpSpPr>
        <p:grpSpPr>
          <a:xfrm>
            <a:off x="898885" y="2809283"/>
            <a:ext cx="329975" cy="317131"/>
            <a:chOff x="2968850" y="3499219"/>
            <a:chExt cx="329975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EC51ADD5-926B-4EAE-09EB-7E0A0A4820B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0BDABD6-6D04-942D-F10C-2154D668331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70D546A-1B40-CE7B-ECD8-8B31EBC2938D}"/>
              </a:ext>
            </a:extLst>
          </p:cNvPr>
          <p:cNvGrpSpPr/>
          <p:nvPr/>
        </p:nvGrpSpPr>
        <p:grpSpPr>
          <a:xfrm>
            <a:off x="1257660" y="2809283"/>
            <a:ext cx="329975" cy="317131"/>
            <a:chOff x="2968850" y="3499219"/>
            <a:chExt cx="329975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7DBC91AD-2EDA-12B1-64F2-2F087CD106B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3F24BA7-2DAA-8B1A-867F-BC1B6D129D6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3F24BA7-2DAA-8B1A-867F-BC1B6D129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37C13B4-2A2D-5937-4DA9-6D05597C4C43}"/>
              </a:ext>
            </a:extLst>
          </p:cNvPr>
          <p:cNvGrpSpPr/>
          <p:nvPr/>
        </p:nvGrpSpPr>
        <p:grpSpPr>
          <a:xfrm>
            <a:off x="1616435" y="2809283"/>
            <a:ext cx="329975" cy="317131"/>
            <a:chOff x="2968850" y="3499219"/>
            <a:chExt cx="329975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3C3EFCC-406A-626F-617E-760CA44B600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B190A83-1A89-2961-6C23-79A9738DA31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B190A83-1A89-2961-6C23-79A9738DA3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87B78A3-C5B7-5C76-98B7-DD575229B961}"/>
              </a:ext>
            </a:extLst>
          </p:cNvPr>
          <p:cNvGrpSpPr/>
          <p:nvPr/>
        </p:nvGrpSpPr>
        <p:grpSpPr>
          <a:xfrm>
            <a:off x="1972035" y="2809283"/>
            <a:ext cx="329975" cy="317131"/>
            <a:chOff x="2968850" y="3499219"/>
            <a:chExt cx="329975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EE28AF4-FB67-2C9B-658B-FBF51D7FF67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C01AE26-D75D-09F7-4753-3ED7B4F4459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1C01AE26-D75D-09F7-4753-3ED7B4F44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9C60AEC-CF35-5C97-0D35-CEFAD7ADD5B2}"/>
              </a:ext>
            </a:extLst>
          </p:cNvPr>
          <p:cNvGrpSpPr/>
          <p:nvPr/>
        </p:nvGrpSpPr>
        <p:grpSpPr>
          <a:xfrm>
            <a:off x="2527660" y="2812524"/>
            <a:ext cx="329975" cy="317131"/>
            <a:chOff x="2968850" y="3499219"/>
            <a:chExt cx="329975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D611F195-DD05-2069-BF23-9861445518D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05BB74-EBD4-D7A6-1C4E-3E25E771330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05BB74-EBD4-D7A6-1C4E-3E25E7713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24D5761-3D90-3887-5D1B-483295207D8D}"/>
              </a:ext>
            </a:extLst>
          </p:cNvPr>
          <p:cNvGrpSpPr/>
          <p:nvPr/>
        </p:nvGrpSpPr>
        <p:grpSpPr>
          <a:xfrm>
            <a:off x="2886435" y="2812524"/>
            <a:ext cx="329975" cy="317131"/>
            <a:chOff x="2968850" y="3499219"/>
            <a:chExt cx="329975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13C0C02-5B09-7B6A-3A2E-71E643E23F5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5951014-A60C-9CFB-ABC1-B27703D5A56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5951014-A60C-9CFB-ABC1-B27703D5A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644D0C45-9CAD-BA5C-95EA-3A11C1A6ECFA}"/>
              </a:ext>
            </a:extLst>
          </p:cNvPr>
          <p:cNvGrpSpPr/>
          <p:nvPr/>
        </p:nvGrpSpPr>
        <p:grpSpPr>
          <a:xfrm>
            <a:off x="3245210" y="2812524"/>
            <a:ext cx="329975" cy="317131"/>
            <a:chOff x="2968850" y="3499219"/>
            <a:chExt cx="329975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3E47BCF-E67E-56EA-30B9-D8F5463767B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28C2A52-5E32-6894-A556-88CF589E0B2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B28C2A52-5E32-6894-A556-88CF589E0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23D9717-51AC-088E-98C4-5A338B35BC96}"/>
              </a:ext>
            </a:extLst>
          </p:cNvPr>
          <p:cNvGrpSpPr/>
          <p:nvPr/>
        </p:nvGrpSpPr>
        <p:grpSpPr>
          <a:xfrm>
            <a:off x="3600810" y="2812524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F4997101-31CF-6434-4E30-C2E677DC820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11F35BE-78A6-9474-33D7-FAF4CF2219B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911F35BE-78A6-9474-33D7-FAF4CF221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DB3FABB-4C1F-DE06-C8A8-F16EFA4A005D}"/>
              </a:ext>
            </a:extLst>
          </p:cNvPr>
          <p:cNvCxnSpPr>
            <a:cxnSpLocks/>
          </p:cNvCxnSpPr>
          <p:nvPr/>
        </p:nvCxnSpPr>
        <p:spPr>
          <a:xfrm>
            <a:off x="2395205" y="2706494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2FF487B-EB38-63CA-7809-AB78F15AC206}"/>
              </a:ext>
            </a:extLst>
          </p:cNvPr>
          <p:cNvSpPr/>
          <p:nvPr/>
        </p:nvSpPr>
        <p:spPr>
          <a:xfrm>
            <a:off x="1508143" y="1003014"/>
            <a:ext cx="884670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3E8FCEC-D15D-2C26-A1B8-93502D801199}"/>
              </a:ext>
            </a:extLst>
          </p:cNvPr>
          <p:cNvSpPr/>
          <p:nvPr/>
        </p:nvSpPr>
        <p:spPr>
          <a:xfrm>
            <a:off x="1507007" y="1641189"/>
            <a:ext cx="884670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C83B4E7-05C3-813D-48A1-418560C858E0}"/>
              </a:ext>
            </a:extLst>
          </p:cNvPr>
          <p:cNvCxnSpPr>
            <a:cxnSpLocks/>
          </p:cNvCxnSpPr>
          <p:nvPr/>
        </p:nvCxnSpPr>
        <p:spPr>
          <a:xfrm>
            <a:off x="4112880" y="1083090"/>
            <a:ext cx="0" cy="234591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4DD7B704-FAD7-E3E1-0775-D7A9DD5ABFCF}"/>
              </a:ext>
            </a:extLst>
          </p:cNvPr>
          <p:cNvGrpSpPr/>
          <p:nvPr/>
        </p:nvGrpSpPr>
        <p:grpSpPr>
          <a:xfrm>
            <a:off x="5419965" y="1083090"/>
            <a:ext cx="329975" cy="317131"/>
            <a:chOff x="2968850" y="3499219"/>
            <a:chExt cx="329975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37C3223D-950E-585A-835A-573A50F944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DD7C691B-A32F-B3FF-50B1-6710CE15D13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277299E-5C8C-A1ED-99CA-53A7E0F66317}"/>
              </a:ext>
            </a:extLst>
          </p:cNvPr>
          <p:cNvGrpSpPr/>
          <p:nvPr/>
        </p:nvGrpSpPr>
        <p:grpSpPr>
          <a:xfrm>
            <a:off x="5899390" y="1078134"/>
            <a:ext cx="329975" cy="317131"/>
            <a:chOff x="2968850" y="3499219"/>
            <a:chExt cx="329975" cy="317131"/>
          </a:xfrm>
        </p:grpSpPr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9256D06D-1E1D-28BA-FD1E-2A69DC5255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829E323-49D9-8922-5B4A-B1B5E1DFF28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B829E323-49D9-8922-5B4A-B1B5E1DFF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72137445-09FA-1E10-230E-DDF777B7E0EA}"/>
              </a:ext>
            </a:extLst>
          </p:cNvPr>
          <p:cNvGrpSpPr/>
          <p:nvPr/>
        </p:nvGrpSpPr>
        <p:grpSpPr>
          <a:xfrm>
            <a:off x="6255290" y="1083090"/>
            <a:ext cx="329975" cy="317131"/>
            <a:chOff x="2968850" y="3499219"/>
            <a:chExt cx="329975" cy="317131"/>
          </a:xfrm>
        </p:grpSpPr>
        <p:sp>
          <p:nvSpPr>
            <p:cNvPr id="74" name="矩形: 圆角 73">
              <a:extLst>
                <a:ext uri="{FF2B5EF4-FFF2-40B4-BE49-F238E27FC236}">
                  <a16:creationId xmlns:a16="http://schemas.microsoft.com/office/drawing/2014/main" id="{26DA29F1-EED3-D84A-112A-DC3437DB6E1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DE06095D-8365-4E2E-5299-D68E0DC0C23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DE06095D-8365-4E2E-5299-D68E0DC0C2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842D661D-D19A-A0DD-70A3-26C4ABDF02E2}"/>
              </a:ext>
            </a:extLst>
          </p:cNvPr>
          <p:cNvGrpSpPr/>
          <p:nvPr/>
        </p:nvGrpSpPr>
        <p:grpSpPr>
          <a:xfrm>
            <a:off x="6610890" y="1083090"/>
            <a:ext cx="329975" cy="317131"/>
            <a:chOff x="2968850" y="3499219"/>
            <a:chExt cx="329975" cy="31713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15DB68C4-4B83-D2BD-2C74-0FBAF63719F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DDB78EF-B9F5-57D7-66EC-623281816E9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7DDB78EF-B9F5-57D7-66EC-623281816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939756D-9824-EC8E-06BB-E850A0EA1159}"/>
                  </a:ext>
                </a:extLst>
              </p:cNvPr>
              <p:cNvSpPr txBox="1"/>
              <p:nvPr/>
            </p:nvSpPr>
            <p:spPr>
              <a:xfrm>
                <a:off x="4476689" y="1075486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5939756D-9824-EC8E-06BB-E850A0EA1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689" y="1075486"/>
                <a:ext cx="854721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6BBB7C82-F52E-5EA5-DF1A-12272D491ECC}"/>
              </a:ext>
            </a:extLst>
          </p:cNvPr>
          <p:cNvGrpSpPr/>
          <p:nvPr/>
        </p:nvGrpSpPr>
        <p:grpSpPr>
          <a:xfrm>
            <a:off x="5410628" y="1721265"/>
            <a:ext cx="329975" cy="317131"/>
            <a:chOff x="2968850" y="3499219"/>
            <a:chExt cx="329975" cy="317131"/>
          </a:xfrm>
        </p:grpSpPr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B9FA7289-A7A1-1270-3B90-57AC2FF436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F285759-179E-AC6E-6EA7-2382DC4E59E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2F285759-179E-AC6E-6EA7-2382DC4E5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F5A0C9EE-8B4B-7AA1-5822-662438F3EF5A}"/>
              </a:ext>
            </a:extLst>
          </p:cNvPr>
          <p:cNvGrpSpPr/>
          <p:nvPr/>
        </p:nvGrpSpPr>
        <p:grpSpPr>
          <a:xfrm>
            <a:off x="5769403" y="1721265"/>
            <a:ext cx="329975" cy="317131"/>
            <a:chOff x="2968850" y="3499219"/>
            <a:chExt cx="329975" cy="317131"/>
          </a:xfrm>
        </p:grpSpPr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E7ACE9CB-0613-D941-C484-715105B534D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5F9A17B-9792-4B59-3544-313A96CEC14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5F9A17B-9792-4B59-3544-313A96CEC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CC764B9-0B76-5906-34D1-9EF57A418427}"/>
              </a:ext>
            </a:extLst>
          </p:cNvPr>
          <p:cNvGrpSpPr/>
          <p:nvPr/>
        </p:nvGrpSpPr>
        <p:grpSpPr>
          <a:xfrm>
            <a:off x="6144087" y="1719069"/>
            <a:ext cx="329975" cy="317131"/>
            <a:chOff x="2968850" y="3499219"/>
            <a:chExt cx="329975" cy="317131"/>
          </a:xfrm>
        </p:grpSpPr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F5FFAE4F-FC4F-0B11-09B3-6C0FC6A6C04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BA1BD2BE-D37C-973E-3B68-A3F47DC812A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BA1BD2BE-D37C-973E-3B68-A3F47DC81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1F53DE3-2F42-F8B9-C66C-2FB57B822E73}"/>
              </a:ext>
            </a:extLst>
          </p:cNvPr>
          <p:cNvGrpSpPr/>
          <p:nvPr/>
        </p:nvGrpSpPr>
        <p:grpSpPr>
          <a:xfrm>
            <a:off x="6655338" y="1719068"/>
            <a:ext cx="329975" cy="317131"/>
            <a:chOff x="2968850" y="3499219"/>
            <a:chExt cx="329975" cy="317131"/>
          </a:xfrm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E5FA9658-F4E1-1A00-5F52-19E78D8A546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53ABC02D-8442-3850-4BDD-78C64E7F632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53ABC02D-8442-3850-4BDD-78C64E7F63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BB7D0ED-B308-F2E3-E2D3-5FF0AC302363}"/>
                  </a:ext>
                </a:extLst>
              </p:cNvPr>
              <p:cNvSpPr txBox="1"/>
              <p:nvPr/>
            </p:nvSpPr>
            <p:spPr>
              <a:xfrm>
                <a:off x="4476688" y="1722180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1BB7D0ED-B308-F2E3-E2D3-5FF0AC302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688" y="1722180"/>
                <a:ext cx="854721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077B7E-8396-4BAB-63F1-487804C1B0C5}"/>
                  </a:ext>
                </a:extLst>
              </p:cNvPr>
              <p:cNvSpPr txBox="1"/>
              <p:nvPr/>
            </p:nvSpPr>
            <p:spPr>
              <a:xfrm>
                <a:off x="4097571" y="2772992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77077B7E-8396-4BAB-63F1-487804C1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571" y="2772992"/>
                <a:ext cx="513282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5612D402-B292-F5F3-74F4-CB7117A888AC}"/>
              </a:ext>
            </a:extLst>
          </p:cNvPr>
          <p:cNvGrpSpPr/>
          <p:nvPr/>
        </p:nvGrpSpPr>
        <p:grpSpPr>
          <a:xfrm>
            <a:off x="4822403" y="2794415"/>
            <a:ext cx="329975" cy="317131"/>
            <a:chOff x="2968850" y="3499219"/>
            <a:chExt cx="329975" cy="317131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2F23CD5E-E895-5BD7-9101-063BA5E2907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351EFAF7-E21B-6B12-39AA-60056755AB8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BA92C10-4494-0354-8D7A-011983740AD5}"/>
              </a:ext>
            </a:extLst>
          </p:cNvPr>
          <p:cNvGrpSpPr/>
          <p:nvPr/>
        </p:nvGrpSpPr>
        <p:grpSpPr>
          <a:xfrm>
            <a:off x="5181178" y="2794415"/>
            <a:ext cx="329975" cy="317131"/>
            <a:chOff x="2968850" y="3499219"/>
            <a:chExt cx="329975" cy="317131"/>
          </a:xfrm>
        </p:grpSpPr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82F73D6E-11AE-D7F1-5932-A932C57289D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A1601FE-DA64-0244-8C03-5525EFB73EE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FA1601FE-DA64-0244-8C03-5525EFB73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2287524C-B8DC-723E-20B5-437F354C2AE5}"/>
              </a:ext>
            </a:extLst>
          </p:cNvPr>
          <p:cNvGrpSpPr/>
          <p:nvPr/>
        </p:nvGrpSpPr>
        <p:grpSpPr>
          <a:xfrm>
            <a:off x="5539953" y="2794415"/>
            <a:ext cx="329975" cy="317131"/>
            <a:chOff x="2968850" y="3499219"/>
            <a:chExt cx="329975" cy="317131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E85A1B69-A112-54F7-7497-028F2504283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22F9987-5208-A5EE-F6DF-6CFB5341226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22F9987-5208-A5EE-F6DF-6CFB53412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CDF32822-A3D4-08EB-E92C-3023DF77B3F3}"/>
              </a:ext>
            </a:extLst>
          </p:cNvPr>
          <p:cNvGrpSpPr/>
          <p:nvPr/>
        </p:nvGrpSpPr>
        <p:grpSpPr>
          <a:xfrm>
            <a:off x="5895553" y="2794415"/>
            <a:ext cx="329975" cy="317131"/>
            <a:chOff x="2968850" y="3499219"/>
            <a:chExt cx="329975" cy="317131"/>
          </a:xfrm>
        </p:grpSpPr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47B99F41-7739-6178-D78B-B5D26B0A0ED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BEC700D-A090-D12D-EC73-DB2D04320CA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4BEC700D-A090-D12D-EC73-DB2D04320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A6983026-CFD1-1AB8-90EE-E4CEB259E0C8}"/>
              </a:ext>
            </a:extLst>
          </p:cNvPr>
          <p:cNvGrpSpPr/>
          <p:nvPr/>
        </p:nvGrpSpPr>
        <p:grpSpPr>
          <a:xfrm>
            <a:off x="6397779" y="2797656"/>
            <a:ext cx="329975" cy="317131"/>
            <a:chOff x="2968850" y="3499219"/>
            <a:chExt cx="329975" cy="317131"/>
          </a:xfrm>
        </p:grpSpPr>
        <p:sp>
          <p:nvSpPr>
            <p:cNvPr id="129" name="矩形: 圆角 128">
              <a:extLst>
                <a:ext uri="{FF2B5EF4-FFF2-40B4-BE49-F238E27FC236}">
                  <a16:creationId xmlns:a16="http://schemas.microsoft.com/office/drawing/2014/main" id="{76A8A9C5-204F-2D0F-CEB1-19A8C0CB181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08A287F-868F-ABD4-B6B4-2DB43837A75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08A287F-868F-ABD4-B6B4-2DB43837A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2D049ED4-4C3E-AC9F-16C0-F5412C07E752}"/>
              </a:ext>
            </a:extLst>
          </p:cNvPr>
          <p:cNvGrpSpPr/>
          <p:nvPr/>
        </p:nvGrpSpPr>
        <p:grpSpPr>
          <a:xfrm>
            <a:off x="6756554" y="2797656"/>
            <a:ext cx="329975" cy="317131"/>
            <a:chOff x="2968850" y="3499219"/>
            <a:chExt cx="329975" cy="317131"/>
          </a:xfrm>
        </p:grpSpPr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F57D14E7-1B88-E031-B1E4-56DD527D468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7420A73-4A01-0EA0-62C7-331ADF30905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7420A73-4A01-0EA0-62C7-331ADF3090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451E3713-1E02-7559-8399-37830A7D2FB2}"/>
              </a:ext>
            </a:extLst>
          </p:cNvPr>
          <p:cNvGrpSpPr/>
          <p:nvPr/>
        </p:nvGrpSpPr>
        <p:grpSpPr>
          <a:xfrm>
            <a:off x="7115329" y="2797656"/>
            <a:ext cx="329975" cy="317131"/>
            <a:chOff x="2968850" y="3499219"/>
            <a:chExt cx="329975" cy="317131"/>
          </a:xfrm>
        </p:grpSpPr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8F61C7DE-EA91-30BE-4232-54699BC08F7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428DE67-6AD0-8615-2828-CC754DEB93A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428DE67-6AD0-8615-2828-CC754DEB93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B9F440C1-7354-FAA4-9313-244C2FD758E3}"/>
              </a:ext>
            </a:extLst>
          </p:cNvPr>
          <p:cNvGrpSpPr/>
          <p:nvPr/>
        </p:nvGrpSpPr>
        <p:grpSpPr>
          <a:xfrm>
            <a:off x="7470929" y="2797656"/>
            <a:ext cx="329975" cy="317131"/>
            <a:chOff x="2968850" y="3499219"/>
            <a:chExt cx="329975" cy="317131"/>
          </a:xfrm>
        </p:grpSpPr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45D675E5-FA62-18EA-CB90-68C36A3BFD7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C9847EB5-0981-0AA9-63D0-5DE992F567E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C9847EB5-0981-0AA9-63D0-5DE992F56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381DDC13-8F18-2293-5C81-7B87D5CC0809}"/>
              </a:ext>
            </a:extLst>
          </p:cNvPr>
          <p:cNvCxnSpPr>
            <a:cxnSpLocks/>
          </p:cNvCxnSpPr>
          <p:nvPr/>
        </p:nvCxnSpPr>
        <p:spPr>
          <a:xfrm>
            <a:off x="6318723" y="2691626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48004DFE-BD6C-347F-2A05-1C7DFC58B4DE}"/>
              </a:ext>
            </a:extLst>
          </p:cNvPr>
          <p:cNvSpPr/>
          <p:nvPr/>
        </p:nvSpPr>
        <p:spPr>
          <a:xfrm>
            <a:off x="5299404" y="988146"/>
            <a:ext cx="548067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553B75A0-AAB5-9262-F94C-1DD19EA878D5}"/>
              </a:ext>
            </a:extLst>
          </p:cNvPr>
          <p:cNvSpPr/>
          <p:nvPr/>
        </p:nvSpPr>
        <p:spPr>
          <a:xfrm>
            <a:off x="5298268" y="1626321"/>
            <a:ext cx="1231806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grpSp>
        <p:nvGrpSpPr>
          <p:cNvPr id="165" name="组合 164">
            <a:extLst>
              <a:ext uri="{FF2B5EF4-FFF2-40B4-BE49-F238E27FC236}">
                <a16:creationId xmlns:a16="http://schemas.microsoft.com/office/drawing/2014/main" id="{9903D290-6161-1936-E34B-C2BB6B1DFEAB}"/>
              </a:ext>
            </a:extLst>
          </p:cNvPr>
          <p:cNvGrpSpPr/>
          <p:nvPr/>
        </p:nvGrpSpPr>
        <p:grpSpPr>
          <a:xfrm>
            <a:off x="9378983" y="1094717"/>
            <a:ext cx="329975" cy="317131"/>
            <a:chOff x="2968850" y="3499219"/>
            <a:chExt cx="329975" cy="317131"/>
          </a:xfrm>
        </p:grpSpPr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7A8C7EAA-0E9C-4D50-912C-CEFBB5ED48B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406321C3-BF26-7656-6D41-639FF42513C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406321C3-BF26-7656-6D41-639FF42513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DCE51DD4-38DC-DA88-5464-15373A58E87A}"/>
              </a:ext>
            </a:extLst>
          </p:cNvPr>
          <p:cNvGrpSpPr/>
          <p:nvPr/>
        </p:nvGrpSpPr>
        <p:grpSpPr>
          <a:xfrm>
            <a:off x="9736687" y="1089761"/>
            <a:ext cx="329975" cy="317131"/>
            <a:chOff x="2968850" y="3499219"/>
            <a:chExt cx="329975" cy="317131"/>
          </a:xfrm>
        </p:grpSpPr>
        <p:sp>
          <p:nvSpPr>
            <p:cNvPr id="169" name="矩形: 圆角 168">
              <a:extLst>
                <a:ext uri="{FF2B5EF4-FFF2-40B4-BE49-F238E27FC236}">
                  <a16:creationId xmlns:a16="http://schemas.microsoft.com/office/drawing/2014/main" id="{774973E3-5018-61A7-4A01-FB0FA377610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0234400-D22A-3B42-45F9-5B12E372BB0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40234400-D22A-3B42-45F9-5B12E372B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3ACF1349-3DA3-4C3E-A48D-FD9DA43A5038}"/>
              </a:ext>
            </a:extLst>
          </p:cNvPr>
          <p:cNvGrpSpPr/>
          <p:nvPr/>
        </p:nvGrpSpPr>
        <p:grpSpPr>
          <a:xfrm>
            <a:off x="10092587" y="1094717"/>
            <a:ext cx="329975" cy="317131"/>
            <a:chOff x="2968850" y="3499219"/>
            <a:chExt cx="329975" cy="317131"/>
          </a:xfrm>
        </p:grpSpPr>
        <p:sp>
          <p:nvSpPr>
            <p:cNvPr id="172" name="矩形: 圆角 171">
              <a:extLst>
                <a:ext uri="{FF2B5EF4-FFF2-40B4-BE49-F238E27FC236}">
                  <a16:creationId xmlns:a16="http://schemas.microsoft.com/office/drawing/2014/main" id="{9A6CC474-E5AC-B1FF-2CDF-18B906595EB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9CE3E99C-880C-0D00-1B62-7BB10C98F39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9CE3E99C-880C-0D00-1B62-7BB10C98F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EF948D3-DF28-E042-10D2-05D4483818F2}"/>
              </a:ext>
            </a:extLst>
          </p:cNvPr>
          <p:cNvGrpSpPr/>
          <p:nvPr/>
        </p:nvGrpSpPr>
        <p:grpSpPr>
          <a:xfrm>
            <a:off x="10448187" y="1094717"/>
            <a:ext cx="329975" cy="317131"/>
            <a:chOff x="2968850" y="3499219"/>
            <a:chExt cx="329975" cy="317131"/>
          </a:xfrm>
        </p:grpSpPr>
        <p:sp>
          <p:nvSpPr>
            <p:cNvPr id="175" name="矩形: 圆角 174">
              <a:extLst>
                <a:ext uri="{FF2B5EF4-FFF2-40B4-BE49-F238E27FC236}">
                  <a16:creationId xmlns:a16="http://schemas.microsoft.com/office/drawing/2014/main" id="{2D924845-FB50-A322-F781-62CB965C36F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717BEA97-FB42-E1F2-743D-17F5116AB72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717BEA97-FB42-E1F2-743D-17F5116AB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0468C560-4215-C714-4749-836C4B718DD5}"/>
                  </a:ext>
                </a:extLst>
              </p:cNvPr>
              <p:cNvSpPr txBox="1"/>
              <p:nvPr/>
            </p:nvSpPr>
            <p:spPr>
              <a:xfrm>
                <a:off x="8333064" y="1107516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0468C560-4215-C714-4749-836C4B718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064" y="1107516"/>
                <a:ext cx="854721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9A1DAAFD-6F37-32D7-C067-E06BF8D5A3EA}"/>
              </a:ext>
            </a:extLst>
          </p:cNvPr>
          <p:cNvGrpSpPr/>
          <p:nvPr/>
        </p:nvGrpSpPr>
        <p:grpSpPr>
          <a:xfrm>
            <a:off x="9369646" y="1732892"/>
            <a:ext cx="329975" cy="317131"/>
            <a:chOff x="2968850" y="3499219"/>
            <a:chExt cx="329975" cy="317131"/>
          </a:xfrm>
        </p:grpSpPr>
        <p:sp>
          <p:nvSpPr>
            <p:cNvPr id="179" name="矩形: 圆角 178">
              <a:extLst>
                <a:ext uri="{FF2B5EF4-FFF2-40B4-BE49-F238E27FC236}">
                  <a16:creationId xmlns:a16="http://schemas.microsoft.com/office/drawing/2014/main" id="{F1A3C231-E358-40AF-5B68-DBAC54B48B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11EC13D5-98DF-76A3-3306-A3C7915C8CC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11EC13D5-98DF-76A3-3306-A3C7915C8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1F333276-62B6-0526-7341-7FE7F2E5DCAC}"/>
              </a:ext>
            </a:extLst>
          </p:cNvPr>
          <p:cNvGrpSpPr/>
          <p:nvPr/>
        </p:nvGrpSpPr>
        <p:grpSpPr>
          <a:xfrm>
            <a:off x="9728421" y="1732892"/>
            <a:ext cx="329975" cy="317131"/>
            <a:chOff x="2968850" y="3499219"/>
            <a:chExt cx="329975" cy="317131"/>
          </a:xfrm>
        </p:grpSpPr>
        <p:sp>
          <p:nvSpPr>
            <p:cNvPr id="182" name="矩形: 圆角 181">
              <a:extLst>
                <a:ext uri="{FF2B5EF4-FFF2-40B4-BE49-F238E27FC236}">
                  <a16:creationId xmlns:a16="http://schemas.microsoft.com/office/drawing/2014/main" id="{A155FA32-746E-60A6-8D35-5FAB8827B50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8A2890-6C7E-3AEC-D040-7F57B25DEC7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A8A2890-6C7E-3AEC-D040-7F57B25DE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165DD7E0-02E1-982E-4481-CC69B516D43B}"/>
              </a:ext>
            </a:extLst>
          </p:cNvPr>
          <p:cNvGrpSpPr/>
          <p:nvPr/>
        </p:nvGrpSpPr>
        <p:grpSpPr>
          <a:xfrm>
            <a:off x="10103105" y="1730696"/>
            <a:ext cx="329975" cy="317131"/>
            <a:chOff x="2968850" y="3499219"/>
            <a:chExt cx="329975" cy="317131"/>
          </a:xfrm>
        </p:grpSpPr>
        <p:sp>
          <p:nvSpPr>
            <p:cNvPr id="185" name="矩形: 圆角 184">
              <a:extLst>
                <a:ext uri="{FF2B5EF4-FFF2-40B4-BE49-F238E27FC236}">
                  <a16:creationId xmlns:a16="http://schemas.microsoft.com/office/drawing/2014/main" id="{B85C390D-12DA-43A3-9485-9683C313909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8F2FB91A-F16F-E47B-0AD0-7BAD52ACFDD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8F2FB91A-F16F-E47B-0AD0-7BAD52ACFD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DE63BBFA-6179-6F4B-A5F6-8BB600E90534}"/>
              </a:ext>
            </a:extLst>
          </p:cNvPr>
          <p:cNvGrpSpPr/>
          <p:nvPr/>
        </p:nvGrpSpPr>
        <p:grpSpPr>
          <a:xfrm>
            <a:off x="10530791" y="1730695"/>
            <a:ext cx="329975" cy="317131"/>
            <a:chOff x="2968850" y="3499219"/>
            <a:chExt cx="329975" cy="317131"/>
          </a:xfrm>
        </p:grpSpPr>
        <p:sp>
          <p:nvSpPr>
            <p:cNvPr id="188" name="矩形: 圆角 187">
              <a:extLst>
                <a:ext uri="{FF2B5EF4-FFF2-40B4-BE49-F238E27FC236}">
                  <a16:creationId xmlns:a16="http://schemas.microsoft.com/office/drawing/2014/main" id="{21281153-0F45-A01C-AAB0-4688EC91A94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33115F9A-54E1-1872-0711-110E97310C7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33115F9A-54E1-1872-0711-110E97310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19775C0C-DE96-E104-3A43-7B622FE2B795}"/>
                  </a:ext>
                </a:extLst>
              </p:cNvPr>
              <p:cNvSpPr txBox="1"/>
              <p:nvPr/>
            </p:nvSpPr>
            <p:spPr>
              <a:xfrm>
                <a:off x="8333063" y="1710553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19775C0C-DE96-E104-3A43-7B622FE2B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063" y="1710553"/>
                <a:ext cx="854721" cy="33855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C1EBF288-8CA5-4284-8CA1-1ED81E700DEB}"/>
                  </a:ext>
                </a:extLst>
              </p:cNvPr>
              <p:cNvSpPr txBox="1"/>
              <p:nvPr/>
            </p:nvSpPr>
            <p:spPr>
              <a:xfrm>
                <a:off x="8026594" y="2784619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C1EBF288-8CA5-4284-8CA1-1ED81E700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594" y="2784619"/>
                <a:ext cx="513282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82623EF2-6B30-671B-FE46-7CF94A84832D}"/>
              </a:ext>
            </a:extLst>
          </p:cNvPr>
          <p:cNvGrpSpPr/>
          <p:nvPr/>
        </p:nvGrpSpPr>
        <p:grpSpPr>
          <a:xfrm>
            <a:off x="8746035" y="2806042"/>
            <a:ext cx="329975" cy="317131"/>
            <a:chOff x="2968850" y="3499219"/>
            <a:chExt cx="329975" cy="317131"/>
          </a:xfrm>
        </p:grpSpPr>
        <p:sp>
          <p:nvSpPr>
            <p:cNvPr id="193" name="矩形: 圆角 192">
              <a:extLst>
                <a:ext uri="{FF2B5EF4-FFF2-40B4-BE49-F238E27FC236}">
                  <a16:creationId xmlns:a16="http://schemas.microsoft.com/office/drawing/2014/main" id="{8523DDB6-0FC0-6ED6-8890-8D5CD3AC0BB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18BAC328-13B5-5B37-DD9A-2C832B7E745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58201514-EB8C-D576-988A-292B5288E83A}"/>
              </a:ext>
            </a:extLst>
          </p:cNvPr>
          <p:cNvGrpSpPr/>
          <p:nvPr/>
        </p:nvGrpSpPr>
        <p:grpSpPr>
          <a:xfrm>
            <a:off x="9104810" y="2806042"/>
            <a:ext cx="329975" cy="317131"/>
            <a:chOff x="2968850" y="3499219"/>
            <a:chExt cx="329975" cy="317131"/>
          </a:xfrm>
        </p:grpSpPr>
        <p:sp>
          <p:nvSpPr>
            <p:cNvPr id="196" name="矩形: 圆角 195">
              <a:extLst>
                <a:ext uri="{FF2B5EF4-FFF2-40B4-BE49-F238E27FC236}">
                  <a16:creationId xmlns:a16="http://schemas.microsoft.com/office/drawing/2014/main" id="{DACE8C4E-D44A-7634-CB3B-EC516233749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B95BED8E-4404-132D-9D1B-12C60584DE5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B95BED8E-4404-132D-9D1B-12C60584D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3B7D8097-AE02-E5B2-1715-469FC83E7758}"/>
              </a:ext>
            </a:extLst>
          </p:cNvPr>
          <p:cNvGrpSpPr/>
          <p:nvPr/>
        </p:nvGrpSpPr>
        <p:grpSpPr>
          <a:xfrm>
            <a:off x="9463585" y="2806042"/>
            <a:ext cx="329975" cy="317131"/>
            <a:chOff x="2968850" y="3499219"/>
            <a:chExt cx="329975" cy="317131"/>
          </a:xfrm>
        </p:grpSpPr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56E2952C-7D07-3A49-F7AD-E9B5EFE6BA9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FD35BFEE-5ECD-A977-D0A2-C49AE3EF31B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200" name="文本框 199">
                  <a:extLst>
                    <a:ext uri="{FF2B5EF4-FFF2-40B4-BE49-F238E27FC236}">
                      <a16:creationId xmlns:a16="http://schemas.microsoft.com/office/drawing/2014/main" id="{FD35BFEE-5ECD-A977-D0A2-C49AE3EF3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42016906-FF6E-1907-5D27-98EFA2BB798A}"/>
              </a:ext>
            </a:extLst>
          </p:cNvPr>
          <p:cNvGrpSpPr/>
          <p:nvPr/>
        </p:nvGrpSpPr>
        <p:grpSpPr>
          <a:xfrm>
            <a:off x="9819185" y="2806042"/>
            <a:ext cx="329975" cy="317131"/>
            <a:chOff x="2968850" y="3499219"/>
            <a:chExt cx="329975" cy="317131"/>
          </a:xfrm>
        </p:grpSpPr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805405FC-76A1-BF86-BE5C-66CC27B864C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89E6B285-CAA5-887C-2D59-206BD4104C2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89E6B285-CAA5-887C-2D59-206BD4104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0A4AB4CE-9238-6A18-6716-172E0937E8D5}"/>
              </a:ext>
            </a:extLst>
          </p:cNvPr>
          <p:cNvGrpSpPr/>
          <p:nvPr/>
        </p:nvGrpSpPr>
        <p:grpSpPr>
          <a:xfrm>
            <a:off x="10374810" y="2809283"/>
            <a:ext cx="329975" cy="317131"/>
            <a:chOff x="2968850" y="3499219"/>
            <a:chExt cx="329975" cy="317131"/>
          </a:xfrm>
        </p:grpSpPr>
        <p:sp>
          <p:nvSpPr>
            <p:cNvPr id="205" name="矩形: 圆角 204">
              <a:extLst>
                <a:ext uri="{FF2B5EF4-FFF2-40B4-BE49-F238E27FC236}">
                  <a16:creationId xmlns:a16="http://schemas.microsoft.com/office/drawing/2014/main" id="{DAD7A818-46B4-57D2-94EE-0A3301D07B3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58E79968-8624-27B7-7F7C-459C1561721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58E79968-8624-27B7-7F7C-459C156172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18AABDD2-4DCC-A8F0-4F96-677AFADB88CE}"/>
              </a:ext>
            </a:extLst>
          </p:cNvPr>
          <p:cNvGrpSpPr/>
          <p:nvPr/>
        </p:nvGrpSpPr>
        <p:grpSpPr>
          <a:xfrm>
            <a:off x="10733585" y="2809283"/>
            <a:ext cx="329975" cy="317131"/>
            <a:chOff x="2968850" y="3499219"/>
            <a:chExt cx="329975" cy="317131"/>
          </a:xfrm>
        </p:grpSpPr>
        <p:sp>
          <p:nvSpPr>
            <p:cNvPr id="208" name="矩形: 圆角 207">
              <a:extLst>
                <a:ext uri="{FF2B5EF4-FFF2-40B4-BE49-F238E27FC236}">
                  <a16:creationId xmlns:a16="http://schemas.microsoft.com/office/drawing/2014/main" id="{FCDBA1AC-E382-1E47-B6AD-A7F318B716C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171FABD9-7CBB-10F6-D8DF-1343CDA5DFD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09" name="文本框 208">
                  <a:extLst>
                    <a:ext uri="{FF2B5EF4-FFF2-40B4-BE49-F238E27FC236}">
                      <a16:creationId xmlns:a16="http://schemas.microsoft.com/office/drawing/2014/main" id="{171FABD9-7CBB-10F6-D8DF-1343CDA5DF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5A932B88-F17B-5349-FA37-97DAA560B3B7}"/>
              </a:ext>
            </a:extLst>
          </p:cNvPr>
          <p:cNvGrpSpPr/>
          <p:nvPr/>
        </p:nvGrpSpPr>
        <p:grpSpPr>
          <a:xfrm>
            <a:off x="11092360" y="2809283"/>
            <a:ext cx="329975" cy="317131"/>
            <a:chOff x="2968850" y="3499219"/>
            <a:chExt cx="329975" cy="317131"/>
          </a:xfrm>
        </p:grpSpPr>
        <p:sp>
          <p:nvSpPr>
            <p:cNvPr id="211" name="矩形: 圆角 210">
              <a:extLst>
                <a:ext uri="{FF2B5EF4-FFF2-40B4-BE49-F238E27FC236}">
                  <a16:creationId xmlns:a16="http://schemas.microsoft.com/office/drawing/2014/main" id="{CE083B58-84F4-D181-E9BC-AC86A2EC030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5D4A586-B2AD-89E7-822F-ECCD966A309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2" name="文本框 211">
                  <a:extLst>
                    <a:ext uri="{FF2B5EF4-FFF2-40B4-BE49-F238E27FC236}">
                      <a16:creationId xmlns:a16="http://schemas.microsoft.com/office/drawing/2014/main" id="{55D4A586-B2AD-89E7-822F-ECCD966A3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31063DFA-34A6-ABE3-B174-A450328A4159}"/>
              </a:ext>
            </a:extLst>
          </p:cNvPr>
          <p:cNvGrpSpPr/>
          <p:nvPr/>
        </p:nvGrpSpPr>
        <p:grpSpPr>
          <a:xfrm>
            <a:off x="11447960" y="2809283"/>
            <a:ext cx="329975" cy="317131"/>
            <a:chOff x="2968850" y="3499219"/>
            <a:chExt cx="329975" cy="317131"/>
          </a:xfrm>
        </p:grpSpPr>
        <p:sp>
          <p:nvSpPr>
            <p:cNvPr id="214" name="矩形: 圆角 213">
              <a:extLst>
                <a:ext uri="{FF2B5EF4-FFF2-40B4-BE49-F238E27FC236}">
                  <a16:creationId xmlns:a16="http://schemas.microsoft.com/office/drawing/2014/main" id="{CF0C6E35-FE24-2196-94E9-1475E92D660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128B9064-9BB7-6047-32AA-55803A21956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128B9064-9BB7-6047-32AA-55803A219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CD680EA7-3C00-1814-E2B6-17920135CC95}"/>
              </a:ext>
            </a:extLst>
          </p:cNvPr>
          <p:cNvCxnSpPr>
            <a:cxnSpLocks/>
          </p:cNvCxnSpPr>
          <p:nvPr/>
        </p:nvCxnSpPr>
        <p:spPr>
          <a:xfrm>
            <a:off x="10242355" y="2703253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AB7323AC-5919-FC61-E2B2-50D75D152614}"/>
              </a:ext>
            </a:extLst>
          </p:cNvPr>
          <p:cNvSpPr/>
          <p:nvPr/>
        </p:nvSpPr>
        <p:spPr>
          <a:xfrm>
            <a:off x="9258422" y="1018923"/>
            <a:ext cx="88586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886B2D82-6C92-18B8-9988-F21DDD5BD464}"/>
              </a:ext>
            </a:extLst>
          </p:cNvPr>
          <p:cNvSpPr/>
          <p:nvPr/>
        </p:nvSpPr>
        <p:spPr>
          <a:xfrm>
            <a:off x="9257285" y="1637948"/>
            <a:ext cx="1693327" cy="50701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accent6"/>
              </a:solidFill>
            </a:endParaRPr>
          </a:p>
        </p:txBody>
      </p: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7FE8774E-0F10-FFD2-DD43-68A625394843}"/>
              </a:ext>
            </a:extLst>
          </p:cNvPr>
          <p:cNvCxnSpPr>
            <a:cxnSpLocks/>
          </p:cNvCxnSpPr>
          <p:nvPr/>
        </p:nvCxnSpPr>
        <p:spPr>
          <a:xfrm>
            <a:off x="7931347" y="1083090"/>
            <a:ext cx="0" cy="234591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文本框 219">
            <a:extLst>
              <a:ext uri="{FF2B5EF4-FFF2-40B4-BE49-F238E27FC236}">
                <a16:creationId xmlns:a16="http://schemas.microsoft.com/office/drawing/2014/main" id="{30D7BCC4-D1F2-20E7-6EC0-2BABAA04B6FA}"/>
              </a:ext>
            </a:extLst>
          </p:cNvPr>
          <p:cNvSpPr txBox="1"/>
          <p:nvPr/>
        </p:nvSpPr>
        <p:spPr>
          <a:xfrm>
            <a:off x="1661858" y="34290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600" b="1" i="0" dirty="0">
                <a:latin typeface="+mj-lt"/>
              </a:rPr>
              <a:t>①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EBB607EB-6B62-8AE8-3B7A-DE52F4BC30B9}"/>
              </a:ext>
            </a:extLst>
          </p:cNvPr>
          <p:cNvSpPr txBox="1"/>
          <p:nvPr/>
        </p:nvSpPr>
        <p:spPr>
          <a:xfrm>
            <a:off x="5703301" y="34290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600" b="1" i="0" dirty="0">
                <a:latin typeface="+mj-lt"/>
              </a:rPr>
              <a:t>②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63373CCB-384B-509B-AC5B-44DC78D92AE3}"/>
              </a:ext>
            </a:extLst>
          </p:cNvPr>
          <p:cNvSpPr txBox="1"/>
          <p:nvPr/>
        </p:nvSpPr>
        <p:spPr>
          <a:xfrm>
            <a:off x="9589501" y="34290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600" b="1" i="0" dirty="0">
                <a:latin typeface="+mj-lt"/>
              </a:rPr>
              <a:t>③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237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691D-21AD-9CE7-63C4-5A98E3B3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6EBADD2-519D-7153-D5F7-74CCEC525146}"/>
              </a:ext>
            </a:extLst>
          </p:cNvPr>
          <p:cNvGrpSpPr/>
          <p:nvPr/>
        </p:nvGrpSpPr>
        <p:grpSpPr>
          <a:xfrm>
            <a:off x="2925128" y="1282269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CEBD9CA2-2640-A2B7-4F90-989AD385202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F177BC15-BDCF-88B5-0347-42AE3182707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F85C11E-343D-ADDB-143B-3D03AC6153B2}"/>
              </a:ext>
            </a:extLst>
          </p:cNvPr>
          <p:cNvGrpSpPr/>
          <p:nvPr/>
        </p:nvGrpSpPr>
        <p:grpSpPr>
          <a:xfrm>
            <a:off x="3283903" y="1282269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CB48F6A5-A113-BB26-7ECA-E17C1313DEC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3CB419C-8B98-BD27-1A71-4220C0405C5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A3CB419C-8B98-BD27-1A71-4220C0405C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9CFBAA2-0884-6096-73C6-C167A5FF2F19}"/>
              </a:ext>
            </a:extLst>
          </p:cNvPr>
          <p:cNvGrpSpPr/>
          <p:nvPr/>
        </p:nvGrpSpPr>
        <p:grpSpPr>
          <a:xfrm>
            <a:off x="4001487" y="1282269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E35378B4-6367-23C3-7319-055F5FEE15F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253A1A70-E417-BB4A-0EFA-6E74BD610F4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253A1A70-E417-BB4A-0EFA-6E74BD610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4296C47-298F-458E-E463-0E420B4D9993}"/>
              </a:ext>
            </a:extLst>
          </p:cNvPr>
          <p:cNvGrpSpPr/>
          <p:nvPr/>
        </p:nvGrpSpPr>
        <p:grpSpPr>
          <a:xfrm>
            <a:off x="4357087" y="1282269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9976E911-5995-C259-ECA0-D6A2B50521B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A6D2AAC-315F-0775-BA0F-F72B51AEE35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A6D2AAC-315F-0775-BA0F-F72B51AEE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AAA507-9A03-71A3-A6BF-AEDB75143448}"/>
                  </a:ext>
                </a:extLst>
              </p:cNvPr>
              <p:cNvSpPr txBox="1"/>
              <p:nvPr/>
            </p:nvSpPr>
            <p:spPr>
              <a:xfrm>
                <a:off x="2043202" y="1243782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FAAA507-9A03-71A3-A6BF-AEDB75143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202" y="1243782"/>
                <a:ext cx="85472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525E25F1-F880-98C1-8F8D-BCE44FCE93D6}"/>
              </a:ext>
            </a:extLst>
          </p:cNvPr>
          <p:cNvGrpSpPr/>
          <p:nvPr/>
        </p:nvGrpSpPr>
        <p:grpSpPr>
          <a:xfrm>
            <a:off x="2915791" y="2190614"/>
            <a:ext cx="329975" cy="317131"/>
            <a:chOff x="2968850" y="3499219"/>
            <a:chExt cx="329975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59A084F-0250-1439-6957-16C06B35B3F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886E36F-DD80-882B-E7F0-A1F6961CCB1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886E36F-DD80-882B-E7F0-A1F6961CCB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A3DB9A8-78B4-B07C-0571-493475C43AE2}"/>
              </a:ext>
            </a:extLst>
          </p:cNvPr>
          <p:cNvGrpSpPr/>
          <p:nvPr/>
        </p:nvGrpSpPr>
        <p:grpSpPr>
          <a:xfrm>
            <a:off x="3274566" y="2190614"/>
            <a:ext cx="329975" cy="317131"/>
            <a:chOff x="2968850" y="3499219"/>
            <a:chExt cx="329975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F900E4C3-5F51-EC3A-5A77-61D8F8157A0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02FBD4CA-5830-0A37-6485-338D624F085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02FBD4CA-5830-0A37-6485-338D624F0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C5FECE55-A339-12D9-55C2-526149BC4E45}"/>
              </a:ext>
            </a:extLst>
          </p:cNvPr>
          <p:cNvGrpSpPr/>
          <p:nvPr/>
        </p:nvGrpSpPr>
        <p:grpSpPr>
          <a:xfrm>
            <a:off x="3989071" y="2190614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AA9D3F0-9621-6A0B-9D0B-4E30D869FA9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919D79F-BBE3-F5C4-CF44-6370521909A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B919D79F-BBE3-F5C4-CF44-637052190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E05703D-F5A8-1506-DB04-BE58809EA818}"/>
              </a:ext>
            </a:extLst>
          </p:cNvPr>
          <p:cNvGrpSpPr/>
          <p:nvPr/>
        </p:nvGrpSpPr>
        <p:grpSpPr>
          <a:xfrm>
            <a:off x="4344671" y="2190614"/>
            <a:ext cx="329975" cy="317131"/>
            <a:chOff x="2968850" y="3499219"/>
            <a:chExt cx="329975" cy="31713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6858C09C-60E8-BFA5-DF2E-AC9A5345CE9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3257237-6FD3-788B-0B77-83C6F7137B9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03257237-6FD3-788B-0B77-83C6F7137B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81F68C6-B4F3-6B6B-AF7E-195954A9FFE3}"/>
                  </a:ext>
                </a:extLst>
              </p:cNvPr>
              <p:cNvSpPr txBox="1"/>
              <p:nvPr/>
            </p:nvSpPr>
            <p:spPr>
              <a:xfrm>
                <a:off x="2026243" y="2152127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E81F68C6-B4F3-6B6B-AF7E-195954A9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243" y="2152127"/>
                <a:ext cx="85472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A43D35-F84D-B1FC-B7A2-48B7BF01D247}"/>
                  </a:ext>
                </a:extLst>
              </p:cNvPr>
              <p:cNvSpPr txBox="1"/>
              <p:nvPr/>
            </p:nvSpPr>
            <p:spPr>
              <a:xfrm>
                <a:off x="1746646" y="2891195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A43D35-F84D-B1FC-B7A2-48B7BF01D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646" y="2891195"/>
                <a:ext cx="513282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B1E50D10-EDCE-21A7-DFC6-A2A7046D0C67}"/>
              </a:ext>
            </a:extLst>
          </p:cNvPr>
          <p:cNvGrpSpPr/>
          <p:nvPr/>
        </p:nvGrpSpPr>
        <p:grpSpPr>
          <a:xfrm>
            <a:off x="2471478" y="2912618"/>
            <a:ext cx="329975" cy="317131"/>
            <a:chOff x="2968850" y="3499219"/>
            <a:chExt cx="329975" cy="317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47D8955-D00C-9FD7-9499-EACA49F22C0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5D63A408-E947-6CD8-C962-0A8424B9588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2453E3F-A541-3CBA-73EA-6485BFF92269}"/>
              </a:ext>
            </a:extLst>
          </p:cNvPr>
          <p:cNvGrpSpPr/>
          <p:nvPr/>
        </p:nvGrpSpPr>
        <p:grpSpPr>
          <a:xfrm>
            <a:off x="2830253" y="2912618"/>
            <a:ext cx="329975" cy="317131"/>
            <a:chOff x="2968850" y="3499219"/>
            <a:chExt cx="329975" cy="317131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C88FA1A-5EBC-C264-09EA-9D943141706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199E77F-E463-43B8-13BA-881931675F7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A199E77F-E463-43B8-13BA-881931675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8E39557-0D20-6EE5-66A7-62BB7438B998}"/>
              </a:ext>
            </a:extLst>
          </p:cNvPr>
          <p:cNvGrpSpPr/>
          <p:nvPr/>
        </p:nvGrpSpPr>
        <p:grpSpPr>
          <a:xfrm>
            <a:off x="3189028" y="2912618"/>
            <a:ext cx="329975" cy="317131"/>
            <a:chOff x="2968850" y="3499219"/>
            <a:chExt cx="329975" cy="31713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A9C79B6-9D69-07C0-1DAB-54798FCF776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8285FC3-ADEA-9E25-D2B6-E07FA0E7781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8285FC3-ADEA-9E25-D2B6-E07FA0E77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620FB26-07C3-C4B0-538A-FEE97B3653D8}"/>
              </a:ext>
            </a:extLst>
          </p:cNvPr>
          <p:cNvGrpSpPr/>
          <p:nvPr/>
        </p:nvGrpSpPr>
        <p:grpSpPr>
          <a:xfrm>
            <a:off x="3544628" y="2912618"/>
            <a:ext cx="329975" cy="317131"/>
            <a:chOff x="2968850" y="3499219"/>
            <a:chExt cx="329975" cy="31713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1AD20CB-E4B8-08AB-476D-B29F0356ADF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6E031E1-81D2-41CF-1137-E778C9B2DE3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96E031E1-81D2-41CF-1137-E778C9B2D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A999A99-1E3D-65B8-1D26-BD4B04AB4E2A}"/>
              </a:ext>
            </a:extLst>
          </p:cNvPr>
          <p:cNvGrpSpPr/>
          <p:nvPr/>
        </p:nvGrpSpPr>
        <p:grpSpPr>
          <a:xfrm>
            <a:off x="3957016" y="2915859"/>
            <a:ext cx="329975" cy="317131"/>
            <a:chOff x="2968850" y="3499219"/>
            <a:chExt cx="329975" cy="317131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EC5EA8E7-86A1-5245-A444-AA1726BE3BC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B799BB-92FA-9E15-A5FB-E32C7941360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B799BB-92FA-9E15-A5FB-E32C79413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9B53CE0-C204-A716-7D70-BD0ABB46BE94}"/>
              </a:ext>
            </a:extLst>
          </p:cNvPr>
          <p:cNvGrpSpPr/>
          <p:nvPr/>
        </p:nvGrpSpPr>
        <p:grpSpPr>
          <a:xfrm>
            <a:off x="4315791" y="2915859"/>
            <a:ext cx="329975" cy="317131"/>
            <a:chOff x="2968850" y="3499219"/>
            <a:chExt cx="329975" cy="317131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BDC98B2-508D-A7AC-65E8-F5B3DB182A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ADAA8A4-7CE9-5627-7C71-8C7CFDB4563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FADAA8A4-7CE9-5627-7C71-8C7CFDB456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86C544B-7B6A-9234-89F7-9127C8D3F9F2}"/>
              </a:ext>
            </a:extLst>
          </p:cNvPr>
          <p:cNvGrpSpPr/>
          <p:nvPr/>
        </p:nvGrpSpPr>
        <p:grpSpPr>
          <a:xfrm>
            <a:off x="4674566" y="2915859"/>
            <a:ext cx="329975" cy="317131"/>
            <a:chOff x="2968850" y="3499219"/>
            <a:chExt cx="329975" cy="31713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51D7EEE-CA26-668B-41DC-2977AB22AF5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7109543-1321-4838-0F6D-56336BBD0C0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77109543-1321-4838-0F6D-56336BBD0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4E03BAB-2E1C-8A90-3086-E0172EAD5D88}"/>
              </a:ext>
            </a:extLst>
          </p:cNvPr>
          <p:cNvGrpSpPr/>
          <p:nvPr/>
        </p:nvGrpSpPr>
        <p:grpSpPr>
          <a:xfrm>
            <a:off x="5030166" y="2915859"/>
            <a:ext cx="329975" cy="317131"/>
            <a:chOff x="2968850" y="3499219"/>
            <a:chExt cx="329975" cy="317131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FC970B65-7B3A-973B-FA94-2A0F24C511A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B68FE99C-E8B3-19DA-1DD2-F4B11A9669B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B68FE99C-E8B3-19DA-1DD2-F4B11A9669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FE681F3E-90B2-29D6-FB3F-400356974AF4}"/>
              </a:ext>
            </a:extLst>
          </p:cNvPr>
          <p:cNvCxnSpPr>
            <a:cxnSpLocks/>
          </p:cNvCxnSpPr>
          <p:nvPr/>
        </p:nvCxnSpPr>
        <p:spPr>
          <a:xfrm>
            <a:off x="3613878" y="1171575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7832416-9523-0C53-336C-0C049FB4CB5B}"/>
              </a:ext>
            </a:extLst>
          </p:cNvPr>
          <p:cNvCxnSpPr>
            <a:cxnSpLocks/>
          </p:cNvCxnSpPr>
          <p:nvPr/>
        </p:nvCxnSpPr>
        <p:spPr>
          <a:xfrm>
            <a:off x="3599876" y="2064229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C5B4537-88AB-23E1-8D80-AFCF1499C982}"/>
                  </a:ext>
                </a:extLst>
              </p:cNvPr>
              <p:cNvSpPr txBox="1"/>
              <p:nvPr/>
            </p:nvSpPr>
            <p:spPr>
              <a:xfrm>
                <a:off x="2748609" y="1746422"/>
                <a:ext cx="21944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3,3</m:t>
                              </m:r>
                            </m:e>
                          </m:d>
                        </m:e>
                      </m:func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=3&lt;</m:t>
                      </m:r>
                      <m:r>
                        <m:rPr>
                          <m:sty m:val="p"/>
                        </m:rP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5,4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)=4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C5B4537-88AB-23E1-8D80-AFCF1499C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8609" y="1746422"/>
                <a:ext cx="2194447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图形 60" descr="复选标记 纯色填充">
            <a:extLst>
              <a:ext uri="{FF2B5EF4-FFF2-40B4-BE49-F238E27FC236}">
                <a16:creationId xmlns:a16="http://schemas.microsoft.com/office/drawing/2014/main" id="{E40C8CAB-9E60-30CC-1BA4-87FFDFF54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43056" y="1723481"/>
            <a:ext cx="322879" cy="322879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4492C1B3-4E39-58AB-4BC4-79979FE33699}"/>
              </a:ext>
            </a:extLst>
          </p:cNvPr>
          <p:cNvGrpSpPr/>
          <p:nvPr/>
        </p:nvGrpSpPr>
        <p:grpSpPr>
          <a:xfrm>
            <a:off x="7339952" y="1261964"/>
            <a:ext cx="329975" cy="317131"/>
            <a:chOff x="2968850" y="3499219"/>
            <a:chExt cx="329975" cy="317131"/>
          </a:xfrm>
        </p:grpSpPr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227C3B57-9544-1A57-6842-95C25592BE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F26219FF-6057-9ECE-7861-EB05CE2A87C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7C523907-BE13-4D21-0AAA-D17549B7F281}"/>
              </a:ext>
            </a:extLst>
          </p:cNvPr>
          <p:cNvGrpSpPr/>
          <p:nvPr/>
        </p:nvGrpSpPr>
        <p:grpSpPr>
          <a:xfrm>
            <a:off x="7698727" y="1261964"/>
            <a:ext cx="329975" cy="317131"/>
            <a:chOff x="2968850" y="3499219"/>
            <a:chExt cx="329975" cy="317131"/>
          </a:xfrm>
        </p:grpSpPr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9BC2152D-8BFF-635A-9A1F-12366ABB8D7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129C8B3-7879-E494-425B-EA1CFC2797D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129C8B3-7879-E494-425B-EA1CFC279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B00A6505-EA27-6102-26E8-54D17BE9E7F7}"/>
              </a:ext>
            </a:extLst>
          </p:cNvPr>
          <p:cNvGrpSpPr/>
          <p:nvPr/>
        </p:nvGrpSpPr>
        <p:grpSpPr>
          <a:xfrm>
            <a:off x="8071756" y="1261964"/>
            <a:ext cx="329975" cy="317131"/>
            <a:chOff x="2968850" y="3499219"/>
            <a:chExt cx="329975" cy="317131"/>
          </a:xfrm>
        </p:grpSpPr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F4407BA4-30BF-20A6-9E74-48CF586310F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EFE49307-E29C-C971-8B02-C6C23E5005A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EFE49307-E29C-C971-8B02-C6C23E500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5AF7A11-35A6-C705-C465-5E3E5429C9E4}"/>
              </a:ext>
            </a:extLst>
          </p:cNvPr>
          <p:cNvGrpSpPr/>
          <p:nvPr/>
        </p:nvGrpSpPr>
        <p:grpSpPr>
          <a:xfrm>
            <a:off x="8771911" y="1261964"/>
            <a:ext cx="329975" cy="317131"/>
            <a:chOff x="2968850" y="3499219"/>
            <a:chExt cx="329975" cy="317131"/>
          </a:xfrm>
        </p:grpSpPr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ECC988F8-A028-7C11-9C36-82321739BDB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FD218C23-3183-39A0-67C2-F19E5C2E3E9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10" name="文本框 109">
                  <a:extLst>
                    <a:ext uri="{FF2B5EF4-FFF2-40B4-BE49-F238E27FC236}">
                      <a16:creationId xmlns:a16="http://schemas.microsoft.com/office/drawing/2014/main" id="{FD218C23-3183-39A0-67C2-F19E5C2E3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67BDAFB-C3AF-F53F-5ED5-AE9440DDE55F}"/>
                  </a:ext>
                </a:extLst>
              </p:cNvPr>
              <p:cNvSpPr txBox="1"/>
              <p:nvPr/>
            </p:nvSpPr>
            <p:spPr>
              <a:xfrm>
                <a:off x="6458026" y="1223477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67BDAFB-C3AF-F53F-5ED5-AE9440DDE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026" y="1223477"/>
                <a:ext cx="854721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B0992E7C-3BF9-88E0-048D-536EB7BB6708}"/>
              </a:ext>
            </a:extLst>
          </p:cNvPr>
          <p:cNvGrpSpPr/>
          <p:nvPr/>
        </p:nvGrpSpPr>
        <p:grpSpPr>
          <a:xfrm>
            <a:off x="7330615" y="2170309"/>
            <a:ext cx="329975" cy="317131"/>
            <a:chOff x="2968850" y="3499219"/>
            <a:chExt cx="329975" cy="317131"/>
          </a:xfrm>
        </p:grpSpPr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E286C382-F0E2-AA56-ED69-BB057D97380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C46E790-973F-DE49-75AB-0DC596B4C59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6C46E790-973F-DE49-75AB-0DC596B4C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C47854F-D55D-7DE3-5E75-2E5E120489CF}"/>
              </a:ext>
            </a:extLst>
          </p:cNvPr>
          <p:cNvGrpSpPr/>
          <p:nvPr/>
        </p:nvGrpSpPr>
        <p:grpSpPr>
          <a:xfrm>
            <a:off x="7993596" y="2170309"/>
            <a:ext cx="329975" cy="317131"/>
            <a:chOff x="2968850" y="3499219"/>
            <a:chExt cx="329975" cy="317131"/>
          </a:xfrm>
        </p:grpSpPr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42DEA2F5-296D-C9B8-3A75-00A2E432ED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3892E9-EE5C-5F68-5C85-75AFD1DDEB8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3892E9-EE5C-5F68-5C85-75AFD1DDE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68A19091-968E-2BC1-FFB6-6C9E658CD638}"/>
              </a:ext>
            </a:extLst>
          </p:cNvPr>
          <p:cNvGrpSpPr/>
          <p:nvPr/>
        </p:nvGrpSpPr>
        <p:grpSpPr>
          <a:xfrm>
            <a:off x="8403895" y="2170309"/>
            <a:ext cx="329975" cy="317131"/>
            <a:chOff x="2968850" y="3499219"/>
            <a:chExt cx="329975" cy="317131"/>
          </a:xfrm>
        </p:grpSpPr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11EF52BC-D4D0-1F0D-FA36-2C206E51945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101D3FB-17CE-EE95-712B-8AC37507317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3101D3FB-17CE-EE95-712B-8AC3750731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3DA5ABF2-E642-FC2D-03C5-C47A3A6E59CB}"/>
              </a:ext>
            </a:extLst>
          </p:cNvPr>
          <p:cNvGrpSpPr/>
          <p:nvPr/>
        </p:nvGrpSpPr>
        <p:grpSpPr>
          <a:xfrm>
            <a:off x="8759495" y="2170309"/>
            <a:ext cx="329975" cy="317131"/>
            <a:chOff x="2968850" y="3499219"/>
            <a:chExt cx="329975" cy="317131"/>
          </a:xfrm>
        </p:grpSpPr>
        <p:sp>
          <p:nvSpPr>
            <p:cNvPr id="127" name="矩形: 圆角 126">
              <a:extLst>
                <a:ext uri="{FF2B5EF4-FFF2-40B4-BE49-F238E27FC236}">
                  <a16:creationId xmlns:a16="http://schemas.microsoft.com/office/drawing/2014/main" id="{AE2AD061-59F4-D432-0AFC-D3F51A4DCBA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085C11-AD7A-FA56-B28A-8D0D42FD8EF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085C11-AD7A-FA56-B28A-8D0D42FD8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4F663AB3-57D7-6FEF-844A-0CA293D7AC31}"/>
                  </a:ext>
                </a:extLst>
              </p:cNvPr>
              <p:cNvSpPr txBox="1"/>
              <p:nvPr/>
            </p:nvSpPr>
            <p:spPr>
              <a:xfrm>
                <a:off x="6441067" y="2131822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4F663AB3-57D7-6FEF-844A-0CA293D7A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1067" y="2131822"/>
                <a:ext cx="854721" cy="33855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5A6C71E-4CC5-8E60-B151-5DE6757AEBA4}"/>
                  </a:ext>
                </a:extLst>
              </p:cNvPr>
              <p:cNvSpPr txBox="1"/>
              <p:nvPr/>
            </p:nvSpPr>
            <p:spPr>
              <a:xfrm>
                <a:off x="6161470" y="2870890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75A6C71E-4CC5-8E60-B151-5DE6757AE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1470" y="2870890"/>
                <a:ext cx="513282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600EAFB3-F4BF-9688-67CB-420C74ED9231}"/>
              </a:ext>
            </a:extLst>
          </p:cNvPr>
          <p:cNvGrpSpPr/>
          <p:nvPr/>
        </p:nvGrpSpPr>
        <p:grpSpPr>
          <a:xfrm>
            <a:off x="6886302" y="2892313"/>
            <a:ext cx="329975" cy="317131"/>
            <a:chOff x="2968850" y="3499219"/>
            <a:chExt cx="329975" cy="317131"/>
          </a:xfrm>
        </p:grpSpPr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35844D41-A523-41D1-2782-F098FDA94A0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BE1D6AE-7F5C-35D7-8754-0AFCF53ED7BE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D7DB0003-7067-A76E-9863-46EF2214B088}"/>
              </a:ext>
            </a:extLst>
          </p:cNvPr>
          <p:cNvGrpSpPr/>
          <p:nvPr/>
        </p:nvGrpSpPr>
        <p:grpSpPr>
          <a:xfrm>
            <a:off x="7245077" y="2892313"/>
            <a:ext cx="329975" cy="317131"/>
            <a:chOff x="2968850" y="3499219"/>
            <a:chExt cx="329975" cy="317131"/>
          </a:xfrm>
        </p:grpSpPr>
        <p:sp>
          <p:nvSpPr>
            <p:cNvPr id="139" name="矩形: 圆角 138">
              <a:extLst>
                <a:ext uri="{FF2B5EF4-FFF2-40B4-BE49-F238E27FC236}">
                  <a16:creationId xmlns:a16="http://schemas.microsoft.com/office/drawing/2014/main" id="{5D505EFC-B097-4B3A-EF8D-DA211A95862C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D7E691B3-1158-8433-34E0-AEC540AB67E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D7E691B3-1158-8433-34E0-AEC540AB6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FE625F98-D9E1-7812-A9AD-DA568CBE6A8F}"/>
              </a:ext>
            </a:extLst>
          </p:cNvPr>
          <p:cNvGrpSpPr/>
          <p:nvPr/>
        </p:nvGrpSpPr>
        <p:grpSpPr>
          <a:xfrm>
            <a:off x="7603852" y="2892313"/>
            <a:ext cx="329975" cy="317131"/>
            <a:chOff x="2968850" y="3499219"/>
            <a:chExt cx="329975" cy="317131"/>
          </a:xfrm>
        </p:grpSpPr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D579701E-141E-609E-74BF-C73BCEF0C0A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F9784866-6031-3470-F544-5B52E12431F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F9784866-6031-3470-F544-5B52E12431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242A6FD-A979-F882-6DA8-410851BD28DD}"/>
              </a:ext>
            </a:extLst>
          </p:cNvPr>
          <p:cNvGrpSpPr/>
          <p:nvPr/>
        </p:nvGrpSpPr>
        <p:grpSpPr>
          <a:xfrm>
            <a:off x="7959452" y="2892313"/>
            <a:ext cx="329975" cy="317131"/>
            <a:chOff x="2968850" y="3499219"/>
            <a:chExt cx="329975" cy="317131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F745ED4E-2525-677D-6EFE-08F6C4A2B05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7E618684-3659-5235-2193-C73605AE330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7E618684-3659-5235-2193-C73605AE3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9542D0DA-B3B6-A6B2-4029-01F6273E68BD}"/>
              </a:ext>
            </a:extLst>
          </p:cNvPr>
          <p:cNvGrpSpPr/>
          <p:nvPr/>
        </p:nvGrpSpPr>
        <p:grpSpPr>
          <a:xfrm>
            <a:off x="8371840" y="2895554"/>
            <a:ext cx="329975" cy="317131"/>
            <a:chOff x="2968850" y="3499219"/>
            <a:chExt cx="329975" cy="317131"/>
          </a:xfrm>
        </p:grpSpPr>
        <p:sp>
          <p:nvSpPr>
            <p:cNvPr id="151" name="矩形: 圆角 150">
              <a:extLst>
                <a:ext uri="{FF2B5EF4-FFF2-40B4-BE49-F238E27FC236}">
                  <a16:creationId xmlns:a16="http://schemas.microsoft.com/office/drawing/2014/main" id="{799E2C36-F206-3B66-8CE2-83339C1C8A8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7855D0A-C1FF-D9FA-B7D4-BDB85BCAE91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17855D0A-C1FF-D9FA-B7D4-BDB85BCAE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8E0E42E-0D51-89D9-625A-2963A831FD53}"/>
              </a:ext>
            </a:extLst>
          </p:cNvPr>
          <p:cNvGrpSpPr/>
          <p:nvPr/>
        </p:nvGrpSpPr>
        <p:grpSpPr>
          <a:xfrm>
            <a:off x="8730615" y="2895554"/>
            <a:ext cx="329975" cy="317131"/>
            <a:chOff x="2968850" y="3499219"/>
            <a:chExt cx="329975" cy="317131"/>
          </a:xfrm>
        </p:grpSpPr>
        <p:sp>
          <p:nvSpPr>
            <p:cNvPr id="154" name="矩形: 圆角 153">
              <a:extLst>
                <a:ext uri="{FF2B5EF4-FFF2-40B4-BE49-F238E27FC236}">
                  <a16:creationId xmlns:a16="http://schemas.microsoft.com/office/drawing/2014/main" id="{2A60CFF3-7CDA-2ABF-ED19-7EFFC1BF907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2E4435E3-473E-E83C-C5EE-A16B2F64222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7" name="文本框 156">
                  <a:extLst>
                    <a:ext uri="{FF2B5EF4-FFF2-40B4-BE49-F238E27FC236}">
                      <a16:creationId xmlns:a16="http://schemas.microsoft.com/office/drawing/2014/main" id="{2E4435E3-473E-E83C-C5EE-A16B2F642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4687C4FB-56E4-5C1D-F7AD-FD01B50EEC1E}"/>
              </a:ext>
            </a:extLst>
          </p:cNvPr>
          <p:cNvGrpSpPr/>
          <p:nvPr/>
        </p:nvGrpSpPr>
        <p:grpSpPr>
          <a:xfrm>
            <a:off x="9089390" y="2895554"/>
            <a:ext cx="329975" cy="317131"/>
            <a:chOff x="2968850" y="3499219"/>
            <a:chExt cx="329975" cy="317131"/>
          </a:xfrm>
        </p:grpSpPr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035990FF-2602-1F8C-2E61-89CA9EA6465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A4B24A7B-416E-5C62-571D-CCA3FFC7215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3" name="文本框 222">
                  <a:extLst>
                    <a:ext uri="{FF2B5EF4-FFF2-40B4-BE49-F238E27FC236}">
                      <a16:creationId xmlns:a16="http://schemas.microsoft.com/office/drawing/2014/main" id="{A4B24A7B-416E-5C62-571D-CCA3FFC721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4" name="组合 223">
            <a:extLst>
              <a:ext uri="{FF2B5EF4-FFF2-40B4-BE49-F238E27FC236}">
                <a16:creationId xmlns:a16="http://schemas.microsoft.com/office/drawing/2014/main" id="{FBDF509A-AD98-D232-5BED-E3CD6CDDDABC}"/>
              </a:ext>
            </a:extLst>
          </p:cNvPr>
          <p:cNvGrpSpPr/>
          <p:nvPr/>
        </p:nvGrpSpPr>
        <p:grpSpPr>
          <a:xfrm>
            <a:off x="9444990" y="2895554"/>
            <a:ext cx="329975" cy="317131"/>
            <a:chOff x="2968850" y="3499219"/>
            <a:chExt cx="329975" cy="317131"/>
          </a:xfrm>
        </p:grpSpPr>
        <p:sp>
          <p:nvSpPr>
            <p:cNvPr id="225" name="矩形: 圆角 224">
              <a:extLst>
                <a:ext uri="{FF2B5EF4-FFF2-40B4-BE49-F238E27FC236}">
                  <a16:creationId xmlns:a16="http://schemas.microsoft.com/office/drawing/2014/main" id="{A6F3CFD9-EC0E-A9CF-2ACC-EAF9B4AB47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A28728AD-2994-BF26-473B-E93EBD0DE80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6" name="文本框 225">
                  <a:extLst>
                    <a:ext uri="{FF2B5EF4-FFF2-40B4-BE49-F238E27FC236}">
                      <a16:creationId xmlns:a16="http://schemas.microsoft.com/office/drawing/2014/main" id="{A28728AD-2994-BF26-473B-E93EBD0DE8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AB3D166D-0860-3572-F43A-AD0DE72C99BF}"/>
              </a:ext>
            </a:extLst>
          </p:cNvPr>
          <p:cNvCxnSpPr>
            <a:cxnSpLocks/>
          </p:cNvCxnSpPr>
          <p:nvPr/>
        </p:nvCxnSpPr>
        <p:spPr>
          <a:xfrm>
            <a:off x="8367757" y="1140933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725228B3-0CF2-B14A-96CB-1267EFF13676}"/>
              </a:ext>
            </a:extLst>
          </p:cNvPr>
          <p:cNvCxnSpPr>
            <a:cxnSpLocks/>
          </p:cNvCxnSpPr>
          <p:nvPr/>
        </p:nvCxnSpPr>
        <p:spPr>
          <a:xfrm>
            <a:off x="7644174" y="2073950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CBF31E64-C4B8-ABF0-90CD-AD652B52F3CC}"/>
                  </a:ext>
                </a:extLst>
              </p:cNvPr>
              <p:cNvSpPr txBox="1"/>
              <p:nvPr/>
            </p:nvSpPr>
            <p:spPr>
              <a:xfrm>
                <a:off x="7163433" y="1726117"/>
                <a:ext cx="21944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2,5</m:t>
                              </m:r>
                            </m:e>
                          </m:d>
                        </m:e>
                      </m:func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sz="1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3,7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)=3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9" name="文本框 228">
                <a:extLst>
                  <a:ext uri="{FF2B5EF4-FFF2-40B4-BE49-F238E27FC236}">
                    <a16:creationId xmlns:a16="http://schemas.microsoft.com/office/drawing/2014/main" id="{CBF31E64-C4B8-ABF0-90CD-AD652B52F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3433" y="1726117"/>
                <a:ext cx="2194447" cy="276999"/>
              </a:xfrm>
              <a:prstGeom prst="rect">
                <a:avLst/>
              </a:prstGeom>
              <a:blipFill>
                <a:blip r:embed="rId30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1" name="图形 230" descr="关闭 纯色填充">
            <a:extLst>
              <a:ext uri="{FF2B5EF4-FFF2-40B4-BE49-F238E27FC236}">
                <a16:creationId xmlns:a16="http://schemas.microsoft.com/office/drawing/2014/main" id="{EF3E84F9-7AB3-E089-41B7-21E9E1C18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360195" y="1685925"/>
            <a:ext cx="356392" cy="356392"/>
          </a:xfrm>
          <a:prstGeom prst="rect">
            <a:avLst/>
          </a:prstGeom>
        </p:spPr>
      </p:pic>
      <p:grpSp>
        <p:nvGrpSpPr>
          <p:cNvPr id="232" name="组合 231">
            <a:extLst>
              <a:ext uri="{FF2B5EF4-FFF2-40B4-BE49-F238E27FC236}">
                <a16:creationId xmlns:a16="http://schemas.microsoft.com/office/drawing/2014/main" id="{9F72A535-5A6E-63A3-4651-778408FEF76F}"/>
              </a:ext>
            </a:extLst>
          </p:cNvPr>
          <p:cNvGrpSpPr/>
          <p:nvPr/>
        </p:nvGrpSpPr>
        <p:grpSpPr>
          <a:xfrm>
            <a:off x="5769276" y="3771469"/>
            <a:ext cx="329975" cy="317131"/>
            <a:chOff x="2968850" y="3499219"/>
            <a:chExt cx="329975" cy="317131"/>
          </a:xfrm>
        </p:grpSpPr>
        <p:sp>
          <p:nvSpPr>
            <p:cNvPr id="233" name="矩形: 圆角 232">
              <a:extLst>
                <a:ext uri="{FF2B5EF4-FFF2-40B4-BE49-F238E27FC236}">
                  <a16:creationId xmlns:a16="http://schemas.microsoft.com/office/drawing/2014/main" id="{4A876CE9-E071-B11E-E141-262850FE469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66F5D346-C75C-B166-D564-EE91DD7CE84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34" name="文本框 233">
                  <a:extLst>
                    <a:ext uri="{FF2B5EF4-FFF2-40B4-BE49-F238E27FC236}">
                      <a16:creationId xmlns:a16="http://schemas.microsoft.com/office/drawing/2014/main" id="{66F5D346-C75C-B166-D564-EE91DD7CE8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983D424B-CC71-A950-1AA0-DEEF28388E73}"/>
              </a:ext>
            </a:extLst>
          </p:cNvPr>
          <p:cNvGrpSpPr/>
          <p:nvPr/>
        </p:nvGrpSpPr>
        <p:grpSpPr>
          <a:xfrm>
            <a:off x="6128051" y="3771469"/>
            <a:ext cx="329975" cy="317131"/>
            <a:chOff x="2968850" y="3499219"/>
            <a:chExt cx="329975" cy="317131"/>
          </a:xfrm>
        </p:grpSpPr>
        <p:sp>
          <p:nvSpPr>
            <p:cNvPr id="236" name="矩形: 圆角 235">
              <a:extLst>
                <a:ext uri="{FF2B5EF4-FFF2-40B4-BE49-F238E27FC236}">
                  <a16:creationId xmlns:a16="http://schemas.microsoft.com/office/drawing/2014/main" id="{1CE72FB5-BF9D-8D8B-A05D-F7DF1FD5AEF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ACF5315B-FAF7-F95A-2566-30159D3B05A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ACF5315B-FAF7-F95A-2566-30159D3B05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FEEB4C23-8724-E1E9-A7D9-53E32B982D5D}"/>
              </a:ext>
            </a:extLst>
          </p:cNvPr>
          <p:cNvGrpSpPr/>
          <p:nvPr/>
        </p:nvGrpSpPr>
        <p:grpSpPr>
          <a:xfrm>
            <a:off x="6477858" y="3771469"/>
            <a:ext cx="329975" cy="317131"/>
            <a:chOff x="2968850" y="3499219"/>
            <a:chExt cx="329975" cy="317131"/>
          </a:xfrm>
        </p:grpSpPr>
        <p:sp>
          <p:nvSpPr>
            <p:cNvPr id="239" name="矩形: 圆角 238">
              <a:extLst>
                <a:ext uri="{FF2B5EF4-FFF2-40B4-BE49-F238E27FC236}">
                  <a16:creationId xmlns:a16="http://schemas.microsoft.com/office/drawing/2014/main" id="{43CEF5E6-5C7C-AAE3-D5C8-8293CC7930C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20215AA-81EF-66AD-FED4-2B8B56FFC03F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120215AA-81EF-66AD-FED4-2B8B56FFC0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7573E1AD-84C0-7269-6638-C8E9B079E56C}"/>
              </a:ext>
            </a:extLst>
          </p:cNvPr>
          <p:cNvGrpSpPr/>
          <p:nvPr/>
        </p:nvGrpSpPr>
        <p:grpSpPr>
          <a:xfrm>
            <a:off x="6833458" y="3771469"/>
            <a:ext cx="329975" cy="317131"/>
            <a:chOff x="2968850" y="3499219"/>
            <a:chExt cx="329975" cy="317131"/>
          </a:xfrm>
        </p:grpSpPr>
        <p:sp>
          <p:nvSpPr>
            <p:cNvPr id="242" name="矩形: 圆角 241">
              <a:extLst>
                <a:ext uri="{FF2B5EF4-FFF2-40B4-BE49-F238E27FC236}">
                  <a16:creationId xmlns:a16="http://schemas.microsoft.com/office/drawing/2014/main" id="{9E015B8F-CEB3-FC89-1220-778180FAFA1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06ADFC67-0204-C599-5479-14A054EEE98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3" name="文本框 242">
                  <a:extLst>
                    <a:ext uri="{FF2B5EF4-FFF2-40B4-BE49-F238E27FC236}">
                      <a16:creationId xmlns:a16="http://schemas.microsoft.com/office/drawing/2014/main" id="{06ADFC67-0204-C599-5479-14A054EEE9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96A90D4F-D16A-75AF-EB5D-292BB2DDAEB8}"/>
                  </a:ext>
                </a:extLst>
              </p:cNvPr>
              <p:cNvSpPr txBox="1"/>
              <p:nvPr/>
            </p:nvSpPr>
            <p:spPr>
              <a:xfrm>
                <a:off x="4646702" y="3732982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96A90D4F-D16A-75AF-EB5D-292BB2DDA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702" y="3732982"/>
                <a:ext cx="854721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D9623ADB-B98F-C4C9-5B0D-385B7EC8CC03}"/>
              </a:ext>
            </a:extLst>
          </p:cNvPr>
          <p:cNvGrpSpPr/>
          <p:nvPr/>
        </p:nvGrpSpPr>
        <p:grpSpPr>
          <a:xfrm>
            <a:off x="5519291" y="4679814"/>
            <a:ext cx="329975" cy="317131"/>
            <a:chOff x="2968850" y="3499219"/>
            <a:chExt cx="329975" cy="317131"/>
          </a:xfrm>
        </p:grpSpPr>
        <p:sp>
          <p:nvSpPr>
            <p:cNvPr id="246" name="矩形: 圆角 245">
              <a:extLst>
                <a:ext uri="{FF2B5EF4-FFF2-40B4-BE49-F238E27FC236}">
                  <a16:creationId xmlns:a16="http://schemas.microsoft.com/office/drawing/2014/main" id="{0881E890-6275-72DA-8A04-E8E707A3523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8261F165-B00B-83A8-DA68-29558EFE558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8261F165-B00B-83A8-DA68-29558EFE5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D4C8689C-72A7-A744-BDCE-32D5A59CF9C1}"/>
              </a:ext>
            </a:extLst>
          </p:cNvPr>
          <p:cNvGrpSpPr/>
          <p:nvPr/>
        </p:nvGrpSpPr>
        <p:grpSpPr>
          <a:xfrm>
            <a:off x="5878066" y="4679814"/>
            <a:ext cx="329975" cy="317131"/>
            <a:chOff x="2968850" y="3499219"/>
            <a:chExt cx="329975" cy="317131"/>
          </a:xfrm>
        </p:grpSpPr>
        <p:sp>
          <p:nvSpPr>
            <p:cNvPr id="249" name="矩形: 圆角 248">
              <a:extLst>
                <a:ext uri="{FF2B5EF4-FFF2-40B4-BE49-F238E27FC236}">
                  <a16:creationId xmlns:a16="http://schemas.microsoft.com/office/drawing/2014/main" id="{FA0E53AC-9685-F37A-7D1D-77B48CE92C1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C07ABABF-F6E2-7BD3-1CB5-4C106C85D49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C07ABABF-F6E2-7BD3-1CB5-4C106C85D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FE7B0789-614B-CED6-F5FA-6E7E0C826148}"/>
              </a:ext>
            </a:extLst>
          </p:cNvPr>
          <p:cNvGrpSpPr/>
          <p:nvPr/>
        </p:nvGrpSpPr>
        <p:grpSpPr>
          <a:xfrm>
            <a:off x="6246496" y="4679814"/>
            <a:ext cx="329975" cy="317131"/>
            <a:chOff x="2968850" y="3499219"/>
            <a:chExt cx="329975" cy="317131"/>
          </a:xfrm>
        </p:grpSpPr>
        <p:sp>
          <p:nvSpPr>
            <p:cNvPr id="252" name="矩形: 圆角 251">
              <a:extLst>
                <a:ext uri="{FF2B5EF4-FFF2-40B4-BE49-F238E27FC236}">
                  <a16:creationId xmlns:a16="http://schemas.microsoft.com/office/drawing/2014/main" id="{49D9DE24-7C72-3FA7-03C8-B134CAA273E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B913A0F9-26EE-5CF2-E9DA-2B3FEDA02DE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B913A0F9-26EE-5CF2-E9DA-2B3FEDA02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组合 253">
            <a:extLst>
              <a:ext uri="{FF2B5EF4-FFF2-40B4-BE49-F238E27FC236}">
                <a16:creationId xmlns:a16="http://schemas.microsoft.com/office/drawing/2014/main" id="{88FAFE6A-D91E-3B1F-E2F5-2B75E22DF10A}"/>
              </a:ext>
            </a:extLst>
          </p:cNvPr>
          <p:cNvGrpSpPr/>
          <p:nvPr/>
        </p:nvGrpSpPr>
        <p:grpSpPr>
          <a:xfrm>
            <a:off x="6602096" y="4679814"/>
            <a:ext cx="329975" cy="317131"/>
            <a:chOff x="2968850" y="3499219"/>
            <a:chExt cx="329975" cy="317131"/>
          </a:xfrm>
        </p:grpSpPr>
        <p:sp>
          <p:nvSpPr>
            <p:cNvPr id="255" name="矩形: 圆角 254">
              <a:extLst>
                <a:ext uri="{FF2B5EF4-FFF2-40B4-BE49-F238E27FC236}">
                  <a16:creationId xmlns:a16="http://schemas.microsoft.com/office/drawing/2014/main" id="{73869914-B0D8-D13B-5237-F883C3AAE8D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1DCDF12-A984-6086-50AB-63982B484A5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oMath>
                    </m:oMathPara>
                  </a14:m>
                  <a:endParaRPr lang="zh-CN" altLang="en-US" sz="12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F1DCDF12-A984-6086-50AB-63982B484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C6BE6015-871B-7C7B-5852-61069BFA15CF}"/>
                  </a:ext>
                </a:extLst>
              </p:cNvPr>
              <p:cNvSpPr txBox="1"/>
              <p:nvPr/>
            </p:nvSpPr>
            <p:spPr>
              <a:xfrm>
                <a:off x="4629743" y="4641327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C6BE6015-871B-7C7B-5852-61069BFA1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743" y="4641327"/>
                <a:ext cx="854721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822ADF86-449A-212B-26B3-0E8199AC434D}"/>
                  </a:ext>
                </a:extLst>
              </p:cNvPr>
              <p:cNvSpPr txBox="1"/>
              <p:nvPr/>
            </p:nvSpPr>
            <p:spPr>
              <a:xfrm>
                <a:off x="4350146" y="5380395"/>
                <a:ext cx="51328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res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8" name="文本框 257">
                <a:extLst>
                  <a:ext uri="{FF2B5EF4-FFF2-40B4-BE49-F238E27FC236}">
                    <a16:creationId xmlns:a16="http://schemas.microsoft.com/office/drawing/2014/main" id="{822ADF86-449A-212B-26B3-0E8199AC4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146" y="5380395"/>
                <a:ext cx="513282" cy="33855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12A102AB-8430-1AED-E756-9736F8C45E75}"/>
              </a:ext>
            </a:extLst>
          </p:cNvPr>
          <p:cNvGrpSpPr/>
          <p:nvPr/>
        </p:nvGrpSpPr>
        <p:grpSpPr>
          <a:xfrm>
            <a:off x="5074978" y="5401818"/>
            <a:ext cx="329975" cy="317131"/>
            <a:chOff x="2968850" y="3499219"/>
            <a:chExt cx="329975" cy="317131"/>
          </a:xfrm>
        </p:grpSpPr>
        <p:sp>
          <p:nvSpPr>
            <p:cNvPr id="260" name="矩形: 圆角 259">
              <a:extLst>
                <a:ext uri="{FF2B5EF4-FFF2-40B4-BE49-F238E27FC236}">
                  <a16:creationId xmlns:a16="http://schemas.microsoft.com/office/drawing/2014/main" id="{8AE5B9F1-3459-CBC9-CC2E-EE56AC35729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8DFD77F9-1924-6792-4D4D-39FE1FC9D80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7F87E351-7D63-2746-54F8-8771420CBF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2" name="组合 261">
            <a:extLst>
              <a:ext uri="{FF2B5EF4-FFF2-40B4-BE49-F238E27FC236}">
                <a16:creationId xmlns:a16="http://schemas.microsoft.com/office/drawing/2014/main" id="{8367C8ED-47B4-2959-28E3-6319BBC2684B}"/>
              </a:ext>
            </a:extLst>
          </p:cNvPr>
          <p:cNvGrpSpPr/>
          <p:nvPr/>
        </p:nvGrpSpPr>
        <p:grpSpPr>
          <a:xfrm>
            <a:off x="5433753" y="5401818"/>
            <a:ext cx="329975" cy="317131"/>
            <a:chOff x="2968850" y="3499219"/>
            <a:chExt cx="329975" cy="317131"/>
          </a:xfrm>
        </p:grpSpPr>
        <p:sp>
          <p:nvSpPr>
            <p:cNvPr id="263" name="矩形: 圆角 262">
              <a:extLst>
                <a:ext uri="{FF2B5EF4-FFF2-40B4-BE49-F238E27FC236}">
                  <a16:creationId xmlns:a16="http://schemas.microsoft.com/office/drawing/2014/main" id="{E1BF5D11-0CF7-1C9E-A75E-892C9D77854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DCD2116C-5C9A-77D9-89B5-1B9C6DFF109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DCD2116C-5C9A-77D9-89B5-1B9C6DFF1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9432B7AF-6A7D-AEFB-B307-2F2B8E962888}"/>
              </a:ext>
            </a:extLst>
          </p:cNvPr>
          <p:cNvGrpSpPr/>
          <p:nvPr/>
        </p:nvGrpSpPr>
        <p:grpSpPr>
          <a:xfrm>
            <a:off x="5792528" y="5401818"/>
            <a:ext cx="329975" cy="317131"/>
            <a:chOff x="2968850" y="3499219"/>
            <a:chExt cx="329975" cy="317131"/>
          </a:xfrm>
        </p:grpSpPr>
        <p:sp>
          <p:nvSpPr>
            <p:cNvPr id="266" name="矩形: 圆角 265">
              <a:extLst>
                <a:ext uri="{FF2B5EF4-FFF2-40B4-BE49-F238E27FC236}">
                  <a16:creationId xmlns:a16="http://schemas.microsoft.com/office/drawing/2014/main" id="{0FC2F183-5BB3-4285-8A21-18F34D4595DE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AF1F59AF-B410-E184-ED2E-9DDC6EC5E53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67" name="文本框 266">
                  <a:extLst>
                    <a:ext uri="{FF2B5EF4-FFF2-40B4-BE49-F238E27FC236}">
                      <a16:creationId xmlns:a16="http://schemas.microsoft.com/office/drawing/2014/main" id="{AF1F59AF-B410-E184-ED2E-9DDC6EC5E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572498D3-1E93-D0DF-58A0-53496D704BE8}"/>
              </a:ext>
            </a:extLst>
          </p:cNvPr>
          <p:cNvGrpSpPr/>
          <p:nvPr/>
        </p:nvGrpSpPr>
        <p:grpSpPr>
          <a:xfrm>
            <a:off x="6148128" y="5401818"/>
            <a:ext cx="329975" cy="317131"/>
            <a:chOff x="2968850" y="3499219"/>
            <a:chExt cx="329975" cy="317131"/>
          </a:xfrm>
        </p:grpSpPr>
        <p:sp>
          <p:nvSpPr>
            <p:cNvPr id="269" name="矩形: 圆角 268">
              <a:extLst>
                <a:ext uri="{FF2B5EF4-FFF2-40B4-BE49-F238E27FC236}">
                  <a16:creationId xmlns:a16="http://schemas.microsoft.com/office/drawing/2014/main" id="{F800683E-849F-77AA-EB0B-39F7C348C9B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D05E287E-817A-4C1D-E476-84432177023D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D05E287E-817A-4C1D-E476-8443217702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ED4B57EE-54CC-7841-D418-3850D90139AA}"/>
              </a:ext>
            </a:extLst>
          </p:cNvPr>
          <p:cNvGrpSpPr/>
          <p:nvPr/>
        </p:nvGrpSpPr>
        <p:grpSpPr>
          <a:xfrm>
            <a:off x="6509764" y="5405059"/>
            <a:ext cx="329975" cy="317131"/>
            <a:chOff x="2968850" y="3499219"/>
            <a:chExt cx="329975" cy="317131"/>
          </a:xfrm>
        </p:grpSpPr>
        <p:sp>
          <p:nvSpPr>
            <p:cNvPr id="272" name="矩形: 圆角 271">
              <a:extLst>
                <a:ext uri="{FF2B5EF4-FFF2-40B4-BE49-F238E27FC236}">
                  <a16:creationId xmlns:a16="http://schemas.microsoft.com/office/drawing/2014/main" id="{826E34B7-B2B2-F28F-3199-F5336F9CDD9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387824A-D3ED-0A2A-9E4C-56408D350B5A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3" name="文本框 272">
                  <a:extLst>
                    <a:ext uri="{FF2B5EF4-FFF2-40B4-BE49-F238E27FC236}">
                      <a16:creationId xmlns:a16="http://schemas.microsoft.com/office/drawing/2014/main" id="{3387824A-D3ED-0A2A-9E4C-56408D350B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4" name="组合 273">
            <a:extLst>
              <a:ext uri="{FF2B5EF4-FFF2-40B4-BE49-F238E27FC236}">
                <a16:creationId xmlns:a16="http://schemas.microsoft.com/office/drawing/2014/main" id="{A441684F-D855-BD77-46F0-21412E0BBC7C}"/>
              </a:ext>
            </a:extLst>
          </p:cNvPr>
          <p:cNvGrpSpPr/>
          <p:nvPr/>
        </p:nvGrpSpPr>
        <p:grpSpPr>
          <a:xfrm>
            <a:off x="6868539" y="5405059"/>
            <a:ext cx="329975" cy="317131"/>
            <a:chOff x="2968850" y="3499219"/>
            <a:chExt cx="329975" cy="317131"/>
          </a:xfrm>
        </p:grpSpPr>
        <p:sp>
          <p:nvSpPr>
            <p:cNvPr id="275" name="矩形: 圆角 274">
              <a:extLst>
                <a:ext uri="{FF2B5EF4-FFF2-40B4-BE49-F238E27FC236}">
                  <a16:creationId xmlns:a16="http://schemas.microsoft.com/office/drawing/2014/main" id="{855C7D57-755C-E77A-8A7E-85625055F44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73D0ABDD-4F1C-863A-D579-DEE70A006236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6" name="文本框 275">
                  <a:extLst>
                    <a:ext uri="{FF2B5EF4-FFF2-40B4-BE49-F238E27FC236}">
                      <a16:creationId xmlns:a16="http://schemas.microsoft.com/office/drawing/2014/main" id="{73D0ABDD-4F1C-863A-D579-DEE70A006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EAD1D74B-D9E3-95B4-1ABE-06B030B4FF0A}"/>
              </a:ext>
            </a:extLst>
          </p:cNvPr>
          <p:cNvGrpSpPr/>
          <p:nvPr/>
        </p:nvGrpSpPr>
        <p:grpSpPr>
          <a:xfrm>
            <a:off x="7227314" y="5405059"/>
            <a:ext cx="329975" cy="317131"/>
            <a:chOff x="2968850" y="3499219"/>
            <a:chExt cx="329975" cy="317131"/>
          </a:xfrm>
        </p:grpSpPr>
        <p:sp>
          <p:nvSpPr>
            <p:cNvPr id="278" name="矩形: 圆角 277">
              <a:extLst>
                <a:ext uri="{FF2B5EF4-FFF2-40B4-BE49-F238E27FC236}">
                  <a16:creationId xmlns:a16="http://schemas.microsoft.com/office/drawing/2014/main" id="{22A17C86-3A8A-A9CA-1B33-B6FF672D9F6F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4000B609-48B9-5E29-6DF6-87A2C2396A35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9" name="文本框 278">
                  <a:extLst>
                    <a:ext uri="{FF2B5EF4-FFF2-40B4-BE49-F238E27FC236}">
                      <a16:creationId xmlns:a16="http://schemas.microsoft.com/office/drawing/2014/main" id="{4000B609-48B9-5E29-6DF6-87A2C2396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7C0B9385-AE50-A656-3EBC-7621182295EB}"/>
              </a:ext>
            </a:extLst>
          </p:cNvPr>
          <p:cNvGrpSpPr/>
          <p:nvPr/>
        </p:nvGrpSpPr>
        <p:grpSpPr>
          <a:xfrm>
            <a:off x="7582914" y="5405059"/>
            <a:ext cx="329975" cy="317131"/>
            <a:chOff x="2968850" y="3499219"/>
            <a:chExt cx="329975" cy="317131"/>
          </a:xfrm>
        </p:grpSpPr>
        <p:sp>
          <p:nvSpPr>
            <p:cNvPr id="281" name="矩形: 圆角 280">
              <a:extLst>
                <a:ext uri="{FF2B5EF4-FFF2-40B4-BE49-F238E27FC236}">
                  <a16:creationId xmlns:a16="http://schemas.microsoft.com/office/drawing/2014/main" id="{B0472E3E-5B11-6C1D-8A87-B44E1123F4E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7EB6B73F-335A-07BB-8667-9455450A454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82" name="文本框 281">
                  <a:extLst>
                    <a:ext uri="{FF2B5EF4-FFF2-40B4-BE49-F238E27FC236}">
                      <a16:creationId xmlns:a16="http://schemas.microsoft.com/office/drawing/2014/main" id="{7EB6B73F-335A-07BB-8667-9455450A4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1303" cy="27699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88246BE2-375E-3348-B075-A38253923EE7}"/>
              </a:ext>
            </a:extLst>
          </p:cNvPr>
          <p:cNvCxnSpPr>
            <a:cxnSpLocks/>
          </p:cNvCxnSpPr>
          <p:nvPr/>
        </p:nvCxnSpPr>
        <p:spPr>
          <a:xfrm>
            <a:off x="5416626" y="3698331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B52A5762-82B7-B1FC-40E7-3685BBD3295C}"/>
              </a:ext>
            </a:extLst>
          </p:cNvPr>
          <p:cNvCxnSpPr>
            <a:cxnSpLocks/>
          </p:cNvCxnSpPr>
          <p:nvPr/>
        </p:nvCxnSpPr>
        <p:spPr>
          <a:xfrm>
            <a:off x="6928219" y="4553429"/>
            <a:ext cx="384528" cy="51435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C865FE69-6A5E-5986-B09C-2833EFD9153A}"/>
                  </a:ext>
                </a:extLst>
              </p:cNvPr>
              <p:cNvSpPr txBox="1"/>
              <p:nvPr/>
            </p:nvSpPr>
            <p:spPr>
              <a:xfrm>
                <a:off x="5352109" y="4235622"/>
                <a:ext cx="19604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func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  <m: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lang="en-US" altLang="zh-CN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5" name="文本框 284">
                <a:extLst>
                  <a:ext uri="{FF2B5EF4-FFF2-40B4-BE49-F238E27FC236}">
                    <a16:creationId xmlns:a16="http://schemas.microsoft.com/office/drawing/2014/main" id="{C865FE69-6A5E-5986-B09C-2833EFD9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109" y="4235622"/>
                <a:ext cx="1960408" cy="276999"/>
              </a:xfrm>
              <a:prstGeom prst="rect">
                <a:avLst/>
              </a:prstGeom>
              <a:blipFill>
                <a:blip r:embed="rId41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7" name="图形 286" descr="关闭 纯色填充">
            <a:extLst>
              <a:ext uri="{FF2B5EF4-FFF2-40B4-BE49-F238E27FC236}">
                <a16:creationId xmlns:a16="http://schemas.microsoft.com/office/drawing/2014/main" id="{A5000345-BAE7-989B-FE2F-BBBF874BF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412139" y="4197037"/>
            <a:ext cx="356392" cy="356392"/>
          </a:xfrm>
          <a:prstGeom prst="rect">
            <a:avLst/>
          </a:prstGeom>
        </p:spPr>
      </p:pic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4C9EB6C8-75A0-63D5-16A0-0637BE042DAC}"/>
              </a:ext>
            </a:extLst>
          </p:cNvPr>
          <p:cNvCxnSpPr>
            <a:cxnSpLocks/>
          </p:cNvCxnSpPr>
          <p:nvPr/>
        </p:nvCxnSpPr>
        <p:spPr>
          <a:xfrm>
            <a:off x="3912855" y="2814444"/>
            <a:ext cx="0" cy="61455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01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6E64A-4095-1150-5A25-C662A0D2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C80DEC5-7016-639F-A49C-2478CC836318}"/>
              </a:ext>
            </a:extLst>
          </p:cNvPr>
          <p:cNvGrpSpPr/>
          <p:nvPr/>
        </p:nvGrpSpPr>
        <p:grpSpPr>
          <a:xfrm>
            <a:off x="4561252" y="1800461"/>
            <a:ext cx="329975" cy="317131"/>
            <a:chOff x="2968850" y="3499219"/>
            <a:chExt cx="329975" cy="31713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404D593-3EFD-1239-3D0C-F3F809AA62A6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BDDC1C4-3850-6C02-7E31-2DFF8D0C00D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3BDDC1C4-3850-6C02-7E31-2DFF8D0C0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174C42E-35F5-9207-CD23-66FB8FB08750}"/>
              </a:ext>
            </a:extLst>
          </p:cNvPr>
          <p:cNvGrpSpPr/>
          <p:nvPr/>
        </p:nvGrpSpPr>
        <p:grpSpPr>
          <a:xfrm>
            <a:off x="4920027" y="1800461"/>
            <a:ext cx="329975" cy="317131"/>
            <a:chOff x="2968850" y="3499219"/>
            <a:chExt cx="329975" cy="317131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9385A66C-3386-EC94-E3DD-61263161D04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DD38BB0-2CD8-AE11-AB5D-FAA81B1E2A17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DD38BB0-2CD8-AE11-AB5D-FAA81B1E2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A141910-3DEA-261E-63B4-3E9D6CCE2E8A}"/>
              </a:ext>
            </a:extLst>
          </p:cNvPr>
          <p:cNvGrpSpPr/>
          <p:nvPr/>
        </p:nvGrpSpPr>
        <p:grpSpPr>
          <a:xfrm>
            <a:off x="5637611" y="1800461"/>
            <a:ext cx="329975" cy="317131"/>
            <a:chOff x="2968850" y="3499219"/>
            <a:chExt cx="329975" cy="31713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BD03D328-4A48-FAC8-C6D8-E0369EA570F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4AC8F9-FCD4-D66C-3A2C-DCE943B1B52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C34AC8F9-FCD4-D66C-3A2C-DCE943B1B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814E249-3195-ABA5-278C-775F1D224A88}"/>
              </a:ext>
            </a:extLst>
          </p:cNvPr>
          <p:cNvGrpSpPr/>
          <p:nvPr/>
        </p:nvGrpSpPr>
        <p:grpSpPr>
          <a:xfrm>
            <a:off x="5993211" y="1800461"/>
            <a:ext cx="329975" cy="317131"/>
            <a:chOff x="2968850" y="3499219"/>
            <a:chExt cx="329975" cy="317131"/>
          </a:xfrm>
        </p:grpSpPr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F7788839-309F-5854-9B97-2E46115A2DA1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9156EB3-4F39-4AEC-2354-41BD99158BD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F9156EB3-4F39-4AEC-2354-41BD99158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63CCEC-A9F6-E365-F410-9D30CFE30399}"/>
                  </a:ext>
                </a:extLst>
              </p:cNvPr>
              <p:cNvSpPr txBox="1"/>
              <p:nvPr/>
            </p:nvSpPr>
            <p:spPr>
              <a:xfrm>
                <a:off x="3679326" y="1761974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D63CCEC-A9F6-E365-F410-9D30CFE30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326" y="1761974"/>
                <a:ext cx="854721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77EFEB82-738B-D72E-9D7D-17D2A0A37D11}"/>
              </a:ext>
            </a:extLst>
          </p:cNvPr>
          <p:cNvGrpSpPr/>
          <p:nvPr/>
        </p:nvGrpSpPr>
        <p:grpSpPr>
          <a:xfrm>
            <a:off x="4551915" y="2708806"/>
            <a:ext cx="329975" cy="317131"/>
            <a:chOff x="2968850" y="3499219"/>
            <a:chExt cx="329975" cy="317131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80335FD-CC07-1BAE-C103-575EA335E9C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22B80C4-8364-533F-D71B-331A3A65A73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22B80C4-8364-533F-D71B-331A3A65A7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03AB617-8CD2-37D3-5B66-EF815357F88A}"/>
              </a:ext>
            </a:extLst>
          </p:cNvPr>
          <p:cNvGrpSpPr/>
          <p:nvPr/>
        </p:nvGrpSpPr>
        <p:grpSpPr>
          <a:xfrm>
            <a:off x="4910690" y="2708806"/>
            <a:ext cx="329975" cy="317131"/>
            <a:chOff x="2968850" y="3499219"/>
            <a:chExt cx="329975" cy="317131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65AA881-14E8-246A-0652-1CC4435B9065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E9B8962-955D-03C1-565B-A3BEEFB7D5D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1E9B8962-955D-03C1-565B-A3BEEFB7D5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64E26489-E139-64DC-FEC9-E6BBDE0C40B0}"/>
              </a:ext>
            </a:extLst>
          </p:cNvPr>
          <p:cNvGrpSpPr/>
          <p:nvPr/>
        </p:nvGrpSpPr>
        <p:grpSpPr>
          <a:xfrm>
            <a:off x="5625195" y="2708806"/>
            <a:ext cx="329975" cy="317131"/>
            <a:chOff x="2968850" y="3499219"/>
            <a:chExt cx="329975" cy="317131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FEC03F7E-B305-115B-60BE-9C1CF79E83B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0D863A0-EF02-E207-B90F-91868E0E94D0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00D863A0-EF02-E207-B90F-91868E0E9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CCBEF9D-FD54-0A11-9BD8-88AC69312C28}"/>
              </a:ext>
            </a:extLst>
          </p:cNvPr>
          <p:cNvGrpSpPr/>
          <p:nvPr/>
        </p:nvGrpSpPr>
        <p:grpSpPr>
          <a:xfrm>
            <a:off x="5980795" y="2708806"/>
            <a:ext cx="329975" cy="317131"/>
            <a:chOff x="2968850" y="3499219"/>
            <a:chExt cx="329975" cy="31713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9BA75F0B-B4CF-676E-F939-A2B9BF67482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30323DF-7AFF-4CC1-48E8-0AA3B242776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530323DF-7AFF-4CC1-48E8-0AA3B2427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DB80D0D-4304-C647-0857-655F71D4F792}"/>
                  </a:ext>
                </a:extLst>
              </p:cNvPr>
              <p:cNvSpPr txBox="1"/>
              <p:nvPr/>
            </p:nvSpPr>
            <p:spPr>
              <a:xfrm>
                <a:off x="3662367" y="2670319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5DB80D0D-4304-C647-0857-655F71D4F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2367" y="2670319"/>
                <a:ext cx="85472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本框 55">
            <a:extLst>
              <a:ext uri="{FF2B5EF4-FFF2-40B4-BE49-F238E27FC236}">
                <a16:creationId xmlns:a16="http://schemas.microsoft.com/office/drawing/2014/main" id="{BB82F055-8616-BE69-833B-A5C822DF3985}"/>
              </a:ext>
            </a:extLst>
          </p:cNvPr>
          <p:cNvSpPr txBox="1"/>
          <p:nvPr/>
        </p:nvSpPr>
        <p:spPr>
          <a:xfrm>
            <a:off x="4898934" y="1362271"/>
            <a:ext cx="1223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/>
            <a:r>
              <a:rPr lang="zh-CN" altLang="en-US" sz="1200" b="1" dirty="0">
                <a:solidFill>
                  <a:schemeClr val="tx1"/>
                </a:solidFill>
              </a:rPr>
              <a:t>情况</a:t>
            </a:r>
            <a:r>
              <a:rPr lang="en-US" altLang="zh-CN" sz="1200" b="1" dirty="0">
                <a:solidFill>
                  <a:schemeClr val="tx1"/>
                </a:solidFill>
              </a:rPr>
              <a:t>1:</a:t>
            </a:r>
            <a:r>
              <a:rPr lang="zh-CN" altLang="en-US" sz="1200" b="1" dirty="0">
                <a:solidFill>
                  <a:schemeClr val="tx1"/>
                </a:solidFill>
              </a:rPr>
              <a:t>正确分割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FCE94FBB-6B86-FDFD-D742-8AD4C62E4947}"/>
              </a:ext>
            </a:extLst>
          </p:cNvPr>
          <p:cNvGrpSpPr/>
          <p:nvPr/>
        </p:nvGrpSpPr>
        <p:grpSpPr>
          <a:xfrm>
            <a:off x="3228066" y="4563287"/>
            <a:ext cx="329975" cy="317131"/>
            <a:chOff x="2968850" y="3499219"/>
            <a:chExt cx="329975" cy="317131"/>
          </a:xfrm>
        </p:grpSpPr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26089671-4DC4-F883-365F-425A31104B1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E642C7D7-A991-3482-B853-BBE742786653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E642C7D7-A991-3482-B853-BBE7427866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08DCE445-C06B-FEA7-3895-D2BD0D64EE11}"/>
              </a:ext>
            </a:extLst>
          </p:cNvPr>
          <p:cNvGrpSpPr/>
          <p:nvPr/>
        </p:nvGrpSpPr>
        <p:grpSpPr>
          <a:xfrm>
            <a:off x="3903451" y="4563287"/>
            <a:ext cx="329975" cy="317131"/>
            <a:chOff x="2968850" y="3499219"/>
            <a:chExt cx="329975" cy="317131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EFDE9AE7-140D-BAF7-FC42-31B34BDB45E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A4EA17B-1EA5-ECCE-0EB1-E1D9C91807C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A4EA17B-1EA5-ECCE-0EB1-E1D9C91807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84EC346F-D28D-3FB3-146C-E33B161D7580}"/>
              </a:ext>
            </a:extLst>
          </p:cNvPr>
          <p:cNvGrpSpPr/>
          <p:nvPr/>
        </p:nvGrpSpPr>
        <p:grpSpPr>
          <a:xfrm>
            <a:off x="4276572" y="4563287"/>
            <a:ext cx="329975" cy="317131"/>
            <a:chOff x="2968850" y="3499219"/>
            <a:chExt cx="329975" cy="317131"/>
          </a:xfrm>
        </p:grpSpPr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7E6D5464-8508-1B31-019B-D552DBD0B3E0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92B6E39-3F00-C4DD-D001-066C47F43F0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092B6E39-3F00-C4DD-D001-066C47F43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CBAFC0A-990A-1C48-AD8E-CC0441A000ED}"/>
              </a:ext>
            </a:extLst>
          </p:cNvPr>
          <p:cNvGrpSpPr/>
          <p:nvPr/>
        </p:nvGrpSpPr>
        <p:grpSpPr>
          <a:xfrm>
            <a:off x="4660025" y="4563287"/>
            <a:ext cx="329975" cy="317131"/>
            <a:chOff x="2968850" y="3499219"/>
            <a:chExt cx="329975" cy="317131"/>
          </a:xfrm>
        </p:grpSpPr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B3E4E1E8-5BA1-A8C4-7E79-57B61058FB6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8C23B7F-19BA-EAE9-E2D5-CE05AE91899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18C23B7F-19BA-EAE9-E2D5-CE05AE918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956556-CCD3-56FA-1827-7532338BA025}"/>
                  </a:ext>
                </a:extLst>
              </p:cNvPr>
              <p:cNvSpPr txBox="1"/>
              <p:nvPr/>
            </p:nvSpPr>
            <p:spPr>
              <a:xfrm>
                <a:off x="2346140" y="4524800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10956556-CCD3-56FA-1827-7532338BA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140" y="4524800"/>
                <a:ext cx="854721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组合 81">
            <a:extLst>
              <a:ext uri="{FF2B5EF4-FFF2-40B4-BE49-F238E27FC236}">
                <a16:creationId xmlns:a16="http://schemas.microsoft.com/office/drawing/2014/main" id="{8432EA91-99E7-C490-9053-AB0C5C4FAA15}"/>
              </a:ext>
            </a:extLst>
          </p:cNvPr>
          <p:cNvGrpSpPr/>
          <p:nvPr/>
        </p:nvGrpSpPr>
        <p:grpSpPr>
          <a:xfrm>
            <a:off x="3218729" y="5471632"/>
            <a:ext cx="329975" cy="317131"/>
            <a:chOff x="2968850" y="3499219"/>
            <a:chExt cx="329975" cy="317131"/>
          </a:xfrm>
        </p:grpSpPr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6E7738EB-3B84-0BDC-C038-B697D85E6709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B74D5D00-B69F-0193-FB89-0A7456C6E2D4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B74D5D00-B69F-0193-FB89-0A7456C6E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BD5486DE-5094-3C40-0DA2-FC03FF6C30D1}"/>
              </a:ext>
            </a:extLst>
          </p:cNvPr>
          <p:cNvGrpSpPr/>
          <p:nvPr/>
        </p:nvGrpSpPr>
        <p:grpSpPr>
          <a:xfrm>
            <a:off x="3577504" y="5471632"/>
            <a:ext cx="329975" cy="317131"/>
            <a:chOff x="2968850" y="3499219"/>
            <a:chExt cx="329975" cy="317131"/>
          </a:xfrm>
        </p:grpSpPr>
        <p:sp>
          <p:nvSpPr>
            <p:cNvPr id="88" name="矩形: 圆角 87">
              <a:extLst>
                <a:ext uri="{FF2B5EF4-FFF2-40B4-BE49-F238E27FC236}">
                  <a16:creationId xmlns:a16="http://schemas.microsoft.com/office/drawing/2014/main" id="{958D5FD6-A1A7-DD17-78DC-F0ADBF97C71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DD78F968-94C0-5551-7202-55AB53A12B2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DD78F968-94C0-5551-7202-55AB53A12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E354919A-E87E-18E5-E625-5E924C4D9A92}"/>
              </a:ext>
            </a:extLst>
          </p:cNvPr>
          <p:cNvGrpSpPr/>
          <p:nvPr/>
        </p:nvGrpSpPr>
        <p:grpSpPr>
          <a:xfrm>
            <a:off x="3949522" y="5471632"/>
            <a:ext cx="329975" cy="317131"/>
            <a:chOff x="2968850" y="3499219"/>
            <a:chExt cx="329975" cy="317131"/>
          </a:xfrm>
        </p:grpSpPr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5A2B59EC-78BC-0BCF-A3DD-1FB240B789DD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464B528D-67F4-335A-D2A5-B250CF7E251B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464B528D-67F4-335A-D2A5-B250CF7E25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D6875A72-E82F-042B-387D-9821BC51058D}"/>
              </a:ext>
            </a:extLst>
          </p:cNvPr>
          <p:cNvGrpSpPr/>
          <p:nvPr/>
        </p:nvGrpSpPr>
        <p:grpSpPr>
          <a:xfrm>
            <a:off x="4571884" y="5471632"/>
            <a:ext cx="329975" cy="317131"/>
            <a:chOff x="2968850" y="3499219"/>
            <a:chExt cx="329975" cy="317131"/>
          </a:xfrm>
        </p:grpSpPr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10F55BF4-85BA-33AB-1728-B46421A8859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0559F34-ED23-6FE3-22B8-7E796983419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0559F34-ED23-6FE3-22B8-7E7969834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A3C03E1-4950-66C9-2B80-9216656192F2}"/>
                  </a:ext>
                </a:extLst>
              </p:cNvPr>
              <p:cNvSpPr txBox="1"/>
              <p:nvPr/>
            </p:nvSpPr>
            <p:spPr>
              <a:xfrm>
                <a:off x="2329181" y="5433145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FA3C03E1-4950-66C9-2B80-921665619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181" y="5433145"/>
                <a:ext cx="854721" cy="3385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4D00210-DA91-D737-8538-514CE8521051}"/>
              </a:ext>
            </a:extLst>
          </p:cNvPr>
          <p:cNvCxnSpPr>
            <a:cxnSpLocks/>
          </p:cNvCxnSpPr>
          <p:nvPr/>
        </p:nvCxnSpPr>
        <p:spPr>
          <a:xfrm>
            <a:off x="3636917" y="4596345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475F5C20-4876-802F-CA55-53776CAB460F}"/>
              </a:ext>
            </a:extLst>
          </p:cNvPr>
          <p:cNvCxnSpPr>
            <a:cxnSpLocks/>
          </p:cNvCxnSpPr>
          <p:nvPr/>
        </p:nvCxnSpPr>
        <p:spPr>
          <a:xfrm>
            <a:off x="4322661" y="5502151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C2F86ED-E575-843A-B771-35F4CC22081D}"/>
                  </a:ext>
                </a:extLst>
              </p:cNvPr>
              <p:cNvSpPr txBox="1"/>
              <p:nvPr/>
            </p:nvSpPr>
            <p:spPr>
              <a:xfrm>
                <a:off x="3057007" y="4119433"/>
                <a:ext cx="18565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dirty="0"/>
                  <a:t>情况</a:t>
                </a:r>
                <a:r>
                  <a:rPr lang="en-US" altLang="zh-CN" sz="1200" b="1" dirty="0"/>
                  <a:t>2</a:t>
                </a:r>
                <a:r>
                  <a:rPr lang="zh-CN" altLang="en-US" sz="1200" b="1" dirty="0"/>
                  <a:t>：给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𝒏𝒖𝒎𝒔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 dirty="0">
                    <a:solidFill>
                      <a:schemeClr val="tx1"/>
                    </a:solidFill>
                  </a:rPr>
                  <a:t>分少了</a:t>
                </a:r>
              </a:p>
            </p:txBody>
          </p:sp>
        </mc:Choice>
        <mc:Fallback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CC2F86ED-E575-843A-B771-35F4CC220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007" y="4119433"/>
                <a:ext cx="1856598" cy="276999"/>
              </a:xfrm>
              <a:prstGeom prst="rect">
                <a:avLst/>
              </a:prstGeom>
              <a:blipFill>
                <a:blip r:embed="rId14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6DE6C36F-400F-2C5D-5B7A-67A8AB103042}"/>
              </a:ext>
            </a:extLst>
          </p:cNvPr>
          <p:cNvGrpSpPr/>
          <p:nvPr/>
        </p:nvGrpSpPr>
        <p:grpSpPr>
          <a:xfrm>
            <a:off x="6698462" y="4576051"/>
            <a:ext cx="329975" cy="317131"/>
            <a:chOff x="2968850" y="3499219"/>
            <a:chExt cx="329975" cy="317131"/>
          </a:xfrm>
        </p:grpSpPr>
        <p:sp>
          <p:nvSpPr>
            <p:cNvPr id="133" name="矩形: 圆角 132">
              <a:extLst>
                <a:ext uri="{FF2B5EF4-FFF2-40B4-BE49-F238E27FC236}">
                  <a16:creationId xmlns:a16="http://schemas.microsoft.com/office/drawing/2014/main" id="{A0D15AE9-D06C-963D-E64F-042679EAB92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8FDAB2DC-DF76-FA7D-CBAA-244CEF5EB89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8FDAB2DC-DF76-FA7D-CBAA-244CEF5EB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F46DABA2-FE60-81BB-23A4-BB47AA5A2BF8}"/>
              </a:ext>
            </a:extLst>
          </p:cNvPr>
          <p:cNvGrpSpPr/>
          <p:nvPr/>
        </p:nvGrpSpPr>
        <p:grpSpPr>
          <a:xfrm>
            <a:off x="7076055" y="4576051"/>
            <a:ext cx="329975" cy="317131"/>
            <a:chOff x="2968850" y="3499219"/>
            <a:chExt cx="329975" cy="317131"/>
          </a:xfrm>
        </p:grpSpPr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BEAC624D-6D46-FA82-6466-35FD01EA25AB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accent6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AEE8E963-1447-572F-055F-A0008A190C5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AEE8E963-1447-572F-055F-A0008A190C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A5FEB908-A0C3-F6E5-F785-54FA253A0ECA}"/>
              </a:ext>
            </a:extLst>
          </p:cNvPr>
          <p:cNvGrpSpPr/>
          <p:nvPr/>
        </p:nvGrpSpPr>
        <p:grpSpPr>
          <a:xfrm>
            <a:off x="7446405" y="4576051"/>
            <a:ext cx="329975" cy="317131"/>
            <a:chOff x="2968850" y="3499219"/>
            <a:chExt cx="329975" cy="317131"/>
          </a:xfrm>
        </p:grpSpPr>
        <p:sp>
          <p:nvSpPr>
            <p:cNvPr id="158" name="矩形: 圆角 157">
              <a:extLst>
                <a:ext uri="{FF2B5EF4-FFF2-40B4-BE49-F238E27FC236}">
                  <a16:creationId xmlns:a16="http://schemas.microsoft.com/office/drawing/2014/main" id="{85EA2D9F-9168-B337-562E-807EA83B29C3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90C9E2B-523A-3EB4-FEBD-C0308D14EA52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090C9E2B-523A-3EB4-FEBD-C0308D14E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876B94B6-A709-6AFD-8E8A-C8288411FB92}"/>
              </a:ext>
            </a:extLst>
          </p:cNvPr>
          <p:cNvGrpSpPr/>
          <p:nvPr/>
        </p:nvGrpSpPr>
        <p:grpSpPr>
          <a:xfrm>
            <a:off x="8039355" y="4576051"/>
            <a:ext cx="329975" cy="317131"/>
            <a:chOff x="2968850" y="3499219"/>
            <a:chExt cx="329975" cy="317131"/>
          </a:xfrm>
        </p:grpSpPr>
        <p:sp>
          <p:nvSpPr>
            <p:cNvPr id="162" name="矩形: 圆角 161">
              <a:extLst>
                <a:ext uri="{FF2B5EF4-FFF2-40B4-BE49-F238E27FC236}">
                  <a16:creationId xmlns:a16="http://schemas.microsoft.com/office/drawing/2014/main" id="{DB217DCB-CFA5-DA08-D15B-D1DC69BCCD77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5C9807F7-F5A4-1304-6C35-219E92727688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5C9807F7-F5A4-1304-6C35-219E92727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4ECCDFFD-E3BB-B7DD-6E59-2346916DE782}"/>
                  </a:ext>
                </a:extLst>
              </p:cNvPr>
              <p:cNvSpPr txBox="1"/>
              <p:nvPr/>
            </p:nvSpPr>
            <p:spPr>
              <a:xfrm>
                <a:off x="5816536" y="4537564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4ECCDFFD-E3BB-B7DD-6E59-2346916DE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536" y="4537564"/>
                <a:ext cx="854721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6" name="组合 165">
            <a:extLst>
              <a:ext uri="{FF2B5EF4-FFF2-40B4-BE49-F238E27FC236}">
                <a16:creationId xmlns:a16="http://schemas.microsoft.com/office/drawing/2014/main" id="{581C21DF-C099-A292-2FCA-EAE3391F3E2A}"/>
              </a:ext>
            </a:extLst>
          </p:cNvPr>
          <p:cNvGrpSpPr/>
          <p:nvPr/>
        </p:nvGrpSpPr>
        <p:grpSpPr>
          <a:xfrm>
            <a:off x="6689125" y="5484396"/>
            <a:ext cx="329975" cy="317131"/>
            <a:chOff x="2968850" y="3499219"/>
            <a:chExt cx="329975" cy="317131"/>
          </a:xfrm>
        </p:grpSpPr>
        <p:sp>
          <p:nvSpPr>
            <p:cNvPr id="167" name="矩形: 圆角 166">
              <a:extLst>
                <a:ext uri="{FF2B5EF4-FFF2-40B4-BE49-F238E27FC236}">
                  <a16:creationId xmlns:a16="http://schemas.microsoft.com/office/drawing/2014/main" id="{588CFE25-0832-166F-8582-68DC6EE65D6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64C2CA47-753C-AA11-52FE-2120248A2D69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64C2CA47-753C-AA11-52FE-2120248A2D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1D183AA0-048E-B454-4FE4-05B66D5F4309}"/>
              </a:ext>
            </a:extLst>
          </p:cNvPr>
          <p:cNvGrpSpPr/>
          <p:nvPr/>
        </p:nvGrpSpPr>
        <p:grpSpPr>
          <a:xfrm>
            <a:off x="7281417" y="5484396"/>
            <a:ext cx="329975" cy="317131"/>
            <a:chOff x="2968850" y="3499219"/>
            <a:chExt cx="329975" cy="317131"/>
          </a:xfrm>
        </p:grpSpPr>
        <p:sp>
          <p:nvSpPr>
            <p:cNvPr id="170" name="矩形: 圆角 169">
              <a:extLst>
                <a:ext uri="{FF2B5EF4-FFF2-40B4-BE49-F238E27FC236}">
                  <a16:creationId xmlns:a16="http://schemas.microsoft.com/office/drawing/2014/main" id="{A45E687E-BB7B-F11F-77A6-D687E002A068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FAD47232-3356-D269-176F-AEC6E980B44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FAD47232-3356-D269-176F-AEC6E980B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236C42FA-D41E-7A42-AD19-4E06AF9B02C6}"/>
              </a:ext>
            </a:extLst>
          </p:cNvPr>
          <p:cNvGrpSpPr/>
          <p:nvPr/>
        </p:nvGrpSpPr>
        <p:grpSpPr>
          <a:xfrm>
            <a:off x="7653435" y="5484396"/>
            <a:ext cx="329975" cy="317131"/>
            <a:chOff x="2968850" y="3499219"/>
            <a:chExt cx="329975" cy="317131"/>
          </a:xfrm>
        </p:grpSpPr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68F29DBF-1E8A-4780-3F18-DDB5DBBBFC32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064E849-6507-5792-8C66-0BD3699EBDB1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064E849-6507-5792-8C66-0BD3699EB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92246B4-D840-E0FD-CF56-FD1F933AB119}"/>
              </a:ext>
            </a:extLst>
          </p:cNvPr>
          <p:cNvGrpSpPr/>
          <p:nvPr/>
        </p:nvGrpSpPr>
        <p:grpSpPr>
          <a:xfrm>
            <a:off x="8042280" y="5484396"/>
            <a:ext cx="329975" cy="317131"/>
            <a:chOff x="2968850" y="3499219"/>
            <a:chExt cx="329975" cy="317131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6DA3F25E-98F1-3DA5-5ACF-EA4055932F6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7FE7B6D-AB59-BD07-1EDB-8BC8BCFB856C}"/>
                    </a:ext>
                  </a:extLst>
                </p:cNvPr>
                <p:cNvSpPr txBox="1"/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7FE7B6D-AB59-BD07-1EDB-8BC8BCFB8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8185" y="3522287"/>
                  <a:ext cx="317715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CAF7B6EA-4C7D-2EC3-1242-6D341AF385FE}"/>
                  </a:ext>
                </a:extLst>
              </p:cNvPr>
              <p:cNvSpPr txBox="1"/>
              <p:nvPr/>
            </p:nvSpPr>
            <p:spPr>
              <a:xfrm>
                <a:off x="5799577" y="5445909"/>
                <a:ext cx="8547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</a:rPr>
                        <m:t>𝑛𝑢𝑚𝑠</m:t>
                      </m:r>
                      <m:r>
                        <a:rPr lang="en-US" altLang="zh-CN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CAF7B6EA-4C7D-2EC3-1242-6D341AF38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9577" y="5445909"/>
                <a:ext cx="854721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直接连接符 178">
            <a:extLst>
              <a:ext uri="{FF2B5EF4-FFF2-40B4-BE49-F238E27FC236}">
                <a16:creationId xmlns:a16="http://schemas.microsoft.com/office/drawing/2014/main" id="{8A6ACBA2-A78B-6B59-15F3-7DC791064E62}"/>
              </a:ext>
            </a:extLst>
          </p:cNvPr>
          <p:cNvCxnSpPr>
            <a:cxnSpLocks/>
          </p:cNvCxnSpPr>
          <p:nvPr/>
        </p:nvCxnSpPr>
        <p:spPr>
          <a:xfrm>
            <a:off x="7814039" y="4610313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30F3034D-54FA-3B8E-18AE-80EA817A169E}"/>
              </a:ext>
            </a:extLst>
          </p:cNvPr>
          <p:cNvCxnSpPr>
            <a:cxnSpLocks/>
          </p:cNvCxnSpPr>
          <p:nvPr/>
        </p:nvCxnSpPr>
        <p:spPr>
          <a:xfrm>
            <a:off x="7066803" y="5517454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324EFAD-A572-2EEF-D5D5-893DFA7E4F97}"/>
                  </a:ext>
                </a:extLst>
              </p:cNvPr>
              <p:cNvSpPr txBox="1"/>
              <p:nvPr/>
            </p:nvSpPr>
            <p:spPr>
              <a:xfrm>
                <a:off x="6193683" y="4124739"/>
                <a:ext cx="18565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zh-CN" altLang="en-US" sz="1200" b="1" dirty="0"/>
                  <a:t>情况</a:t>
                </a:r>
                <a:r>
                  <a:rPr lang="en-US" altLang="zh-CN" sz="1200" b="1" dirty="0"/>
                  <a:t>3</a:t>
                </a:r>
                <a:r>
                  <a:rPr lang="zh-CN" altLang="en-US" sz="1200" b="1" dirty="0"/>
                  <a:t>：给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𝒏𝒖𝒎𝒔</m:t>
                    </m:r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 dirty="0">
                    <a:solidFill>
                      <a:schemeClr val="tx1"/>
                    </a:solidFill>
                  </a:rPr>
                  <a:t>分多了</a:t>
                </a:r>
              </a:p>
            </p:txBody>
          </p:sp>
        </mc:Choice>
        <mc:Fallback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324EFAD-A572-2EEF-D5D5-893DFA7E4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683" y="4124739"/>
                <a:ext cx="1856598" cy="276999"/>
              </a:xfrm>
              <a:prstGeom prst="rect">
                <a:avLst/>
              </a:prstGeom>
              <a:blipFill>
                <a:blip r:embed="rId17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D125768C-49B6-FCA6-579C-41FF3FA56AC8}"/>
              </a:ext>
            </a:extLst>
          </p:cNvPr>
          <p:cNvCxnSpPr>
            <a:cxnSpLocks/>
          </p:cNvCxnSpPr>
          <p:nvPr/>
        </p:nvCxnSpPr>
        <p:spPr>
          <a:xfrm>
            <a:off x="2593114" y="3905547"/>
            <a:ext cx="53079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89A39CF6-8D39-4629-374A-E3A55C943132}"/>
                  </a:ext>
                </a:extLst>
              </p:cNvPr>
              <p:cNvSpPr txBox="1"/>
              <p:nvPr/>
            </p:nvSpPr>
            <p:spPr>
              <a:xfrm>
                <a:off x="2865666" y="3363082"/>
                <a:ext cx="563073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/>
                  <a:t>满足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20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𝑛𝑢𝑚𝑠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𝑛𝑢𝑚𝑠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h𝑎𝑙𝑓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sz="12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20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𝑛𝑢𝑚𝑠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𝑛𝑢𝑚𝑠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h𝑎𝑙𝑓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89A39CF6-8D39-4629-374A-E3A55C943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666" y="3363082"/>
                <a:ext cx="5630738" cy="276999"/>
              </a:xfrm>
              <a:prstGeom prst="rect">
                <a:avLst/>
              </a:prstGeom>
              <a:blipFill>
                <a:blip r:embed="rId18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3CA2FCDB-E0BF-8E25-2B7D-A849AD402EE8}"/>
                  </a:ext>
                </a:extLst>
              </p:cNvPr>
              <p:cNvSpPr txBox="1"/>
              <p:nvPr/>
            </p:nvSpPr>
            <p:spPr>
              <a:xfrm>
                <a:off x="4512420" y="2281774"/>
                <a:ext cx="8996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3CA2FCDB-E0BF-8E25-2B7D-A849AD402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420" y="2281774"/>
                <a:ext cx="899605" cy="276999"/>
              </a:xfrm>
              <a:prstGeom prst="rect">
                <a:avLst/>
              </a:prstGeom>
              <a:blipFill>
                <a:blip r:embed="rId19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D405ED70-4B43-166D-8DDE-99D95FE37FC8}"/>
                  </a:ext>
                </a:extLst>
              </p:cNvPr>
              <p:cNvSpPr txBox="1"/>
              <p:nvPr/>
            </p:nvSpPr>
            <p:spPr>
              <a:xfrm>
                <a:off x="5535303" y="2297351"/>
                <a:ext cx="89159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𝐦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𝒊𝒏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D405ED70-4B43-166D-8DDE-99D95FE37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303" y="2297351"/>
                <a:ext cx="891591" cy="276999"/>
              </a:xfrm>
              <a:prstGeom prst="rect">
                <a:avLst/>
              </a:prstGeom>
              <a:blipFill>
                <a:blip r:embed="rId20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EEA48128-0396-2DC6-8538-453AB39D6E16}"/>
                  </a:ext>
                </a:extLst>
              </p:cNvPr>
              <p:cNvSpPr txBox="1"/>
              <p:nvPr/>
            </p:nvSpPr>
            <p:spPr>
              <a:xfrm>
                <a:off x="5222784" y="2303259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EEA48128-0396-2DC6-8538-453AB39D6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784" y="2303259"/>
                <a:ext cx="341760" cy="2769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4D425EC4-15E1-A458-FD38-A447763539AE}"/>
              </a:ext>
            </a:extLst>
          </p:cNvPr>
          <p:cNvCxnSpPr>
            <a:cxnSpLocks/>
          </p:cNvCxnSpPr>
          <p:nvPr/>
        </p:nvCxnSpPr>
        <p:spPr>
          <a:xfrm>
            <a:off x="5351458" y="1833519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35B75895-27C8-9067-82A5-41B72185AF47}"/>
              </a:ext>
            </a:extLst>
          </p:cNvPr>
          <p:cNvCxnSpPr>
            <a:cxnSpLocks/>
          </p:cNvCxnSpPr>
          <p:nvPr/>
        </p:nvCxnSpPr>
        <p:spPr>
          <a:xfrm>
            <a:off x="5346303" y="2774507"/>
            <a:ext cx="187657" cy="251013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连接符: 曲线 196">
            <a:extLst>
              <a:ext uri="{FF2B5EF4-FFF2-40B4-BE49-F238E27FC236}">
                <a16:creationId xmlns:a16="http://schemas.microsoft.com/office/drawing/2014/main" id="{0A0D13F2-03FC-48B2-FB6F-1639CBCA82AB}"/>
              </a:ext>
            </a:extLst>
          </p:cNvPr>
          <p:cNvCxnSpPr>
            <a:stCxn id="72" idx="2"/>
            <a:endCxn id="92" idx="0"/>
          </p:cNvCxnSpPr>
          <p:nvPr/>
        </p:nvCxnSpPr>
        <p:spPr>
          <a:xfrm rot="16200000" flipH="1">
            <a:off x="3785936" y="5162921"/>
            <a:ext cx="614282" cy="49276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8" name="图形 197" descr="关闭 纯色填充">
            <a:extLst>
              <a:ext uri="{FF2B5EF4-FFF2-40B4-BE49-F238E27FC236}">
                <a16:creationId xmlns:a16="http://schemas.microsoft.com/office/drawing/2014/main" id="{7498CC6F-8909-07BF-7244-AF2462DD4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03451" y="4994776"/>
            <a:ext cx="356392" cy="356392"/>
          </a:xfrm>
          <a:prstGeom prst="rect">
            <a:avLst/>
          </a:prstGeom>
        </p:spPr>
      </p:pic>
      <p:cxnSp>
        <p:nvCxnSpPr>
          <p:cNvPr id="199" name="连接符: 曲线 198">
            <a:extLst>
              <a:ext uri="{FF2B5EF4-FFF2-40B4-BE49-F238E27FC236}">
                <a16:creationId xmlns:a16="http://schemas.microsoft.com/office/drawing/2014/main" id="{F647B8BD-0B2A-429F-1A92-C416787F7442}"/>
              </a:ext>
            </a:extLst>
          </p:cNvPr>
          <p:cNvCxnSpPr>
            <a:cxnSpLocks/>
            <a:stCxn id="158" idx="2"/>
            <a:endCxn id="171" idx="0"/>
          </p:cNvCxnSpPr>
          <p:nvPr/>
        </p:nvCxnSpPr>
        <p:spPr>
          <a:xfrm rot="5400000">
            <a:off x="7223361" y="5119432"/>
            <a:ext cx="614282" cy="161783"/>
          </a:xfrm>
          <a:prstGeom prst="curved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图形 203" descr="关闭 纯色填充">
            <a:extLst>
              <a:ext uri="{FF2B5EF4-FFF2-40B4-BE49-F238E27FC236}">
                <a16:creationId xmlns:a16="http://schemas.microsoft.com/office/drawing/2014/main" id="{42E7A9B1-C2A1-ABC1-9E4E-F3EC920D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403105" y="4992507"/>
            <a:ext cx="356392" cy="3563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A6FB36A-B9E4-3A0F-9747-40F5802A201F}"/>
                  </a:ext>
                </a:extLst>
              </p:cNvPr>
              <p:cNvSpPr txBox="1"/>
              <p:nvPr/>
            </p:nvSpPr>
            <p:spPr>
              <a:xfrm>
                <a:off x="2721477" y="6064490"/>
                <a:ext cx="251626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𝒏𝒖𝒎𝒔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𝒏𝒖𝒎𝒔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𝒉𝒂𝒍𝒇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CA6FB36A-B9E4-3A0F-9747-40F5802A2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477" y="6064490"/>
                <a:ext cx="2516263" cy="276999"/>
              </a:xfrm>
              <a:prstGeom prst="rect">
                <a:avLst/>
              </a:prstGeom>
              <a:blipFill>
                <a:blip r:embed="rId2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2901BE99-835E-47B7-57B2-6E4216C01BC8}"/>
                  </a:ext>
                </a:extLst>
              </p:cNvPr>
              <p:cNvSpPr txBox="1"/>
              <p:nvPr/>
            </p:nvSpPr>
            <p:spPr>
              <a:xfrm>
                <a:off x="6122346" y="6058380"/>
                <a:ext cx="251626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𝒏𝒖𝒎𝒔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𝒏𝒖𝒎𝒔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𝒉𝒂𝒍𝒇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2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2901BE99-835E-47B7-57B2-6E4216C01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346" y="6058380"/>
                <a:ext cx="2516263" cy="276999"/>
              </a:xfrm>
              <a:prstGeom prst="rect">
                <a:avLst/>
              </a:prstGeom>
              <a:blipFill>
                <a:blip r:embed="rId2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0263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7455</TotalTime>
  <Words>455</Words>
  <Application>Microsoft Office PowerPoint</Application>
  <PresentationFormat>宽屏</PresentationFormat>
  <Paragraphs>252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2026-05-05T11:41:34Z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