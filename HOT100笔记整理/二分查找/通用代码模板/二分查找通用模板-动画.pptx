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61" r:id="rId2"/>
    <p:sldId id="362" r:id="rId3"/>
    <p:sldId id="363" r:id="rId4"/>
    <p:sldId id="36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32111-4DE3-4EAF-9E05-5A4BA61AF0BC}" v="444" dt="2026-05-02T11:52:54.041"/>
    <p1510:client id="{D403C023-E61D-4A69-9C97-37D190762399}" v="723" dt="2026-05-02T09:03:30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4" autoAdjust="0"/>
    <p:restoredTop sz="93655" autoAdjust="0"/>
  </p:normalViewPr>
  <p:slideViewPr>
    <p:cSldViewPr snapToGrid="0">
      <p:cViewPr>
        <p:scale>
          <a:sx n="150" d="100"/>
          <a:sy n="150" d="100"/>
        </p:scale>
        <p:origin x="20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 modMainMaster modNotesMaster">
      <pc:chgData name="昕 许" userId="a2975fcd840abfc3" providerId="LiveId" clId="{49CCD4F9-177C-4270-9A14-60236FF377E8}" dt="2026-05-02T11:53:00.512" v="14144" actId="14100"/>
      <pc:docMkLst>
        <pc:docMk/>
      </pc:docMkLst>
      <pc:sldChg chg="addSp delSp modSp add del mod ord">
        <pc:chgData name="昕 许" userId="a2975fcd840abfc3" providerId="LiveId" clId="{49CCD4F9-177C-4270-9A14-60236FF377E8}" dt="2026-05-02T11:33:24.294" v="13389" actId="47"/>
        <pc:sldMkLst>
          <pc:docMk/>
          <pc:sldMk cId="1671019689" sldId="358"/>
        </pc:sldMkLst>
        <pc:spChg chg="add mod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2" creationId="{017EE9DF-BFAD-E09A-F7CB-4AD280319D91}"/>
          </ac:spMkLst>
        </pc:spChg>
        <pc:spChg chg="add mod topLvl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27" creationId="{AC377E75-618A-5811-D644-860041E733FB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48" creationId="{0E1D7854-E5A6-0C9D-223B-CDA29784A7C8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49" creationId="{21C7B4E9-6F8C-B7AC-D2E6-F1FD265D8374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52" creationId="{EA9BE367-2263-8798-3D8F-F391D5B9437C}"/>
          </ac:spMkLst>
        </pc:spChg>
        <pc:spChg chg="add mod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62" creationId="{BAD3E6FF-745B-DD08-4A1E-A77DE318C0D1}"/>
          </ac:spMkLst>
        </pc:spChg>
        <pc:spChg chg="add mod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63" creationId="{9AE2DFBC-5FC4-6FD2-6661-315FC284315F}"/>
          </ac:spMkLst>
        </pc:spChg>
        <pc:spChg chg="mod topLvl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78" creationId="{D3B082E5-684D-3B0F-E5EF-284DF0DF1743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132" creationId="{FE77B135-53E4-ADEE-50A0-D206652650A8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k cId="1671019689" sldId="358"/>
            <ac:spMk id="154" creationId="{CDC70A2C-0382-2EAB-0C3D-FD5614797485}"/>
          </ac:spMkLst>
        </pc:spChg>
      </pc:sldChg>
      <pc:sldChg chg="addSp delSp modSp add del mod">
        <pc:chgData name="昕 许" userId="a2975fcd840abfc3" providerId="LiveId" clId="{49CCD4F9-177C-4270-9A14-60236FF377E8}" dt="2026-05-02T11:23:10.452" v="13278" actId="47"/>
        <pc:sldMkLst>
          <pc:docMk/>
          <pc:sldMk cId="2143576003" sldId="359"/>
        </pc:sldMkLst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2" creationId="{113FE6E8-153E-1A48-05BC-4A8A46E92378}"/>
          </ac:spMkLst>
        </pc:spChg>
        <pc:spChg chg="mod">
          <ac:chgData name="昕 许" userId="a2975fcd840abfc3" providerId="LiveId" clId="{49CCD4F9-177C-4270-9A14-60236FF377E8}" dt="2026-05-01T11:00:13.774" v="11612"/>
          <ac:spMkLst>
            <pc:docMk/>
            <pc:sldMk cId="2143576003" sldId="359"/>
            <ac:spMk id="4" creationId="{34379AC5-CC7F-5FB4-B6BE-285D80AE802C}"/>
          </ac:spMkLst>
        </pc:spChg>
        <pc:spChg chg="mod">
          <ac:chgData name="昕 许" userId="a2975fcd840abfc3" providerId="LiveId" clId="{49CCD4F9-177C-4270-9A14-60236FF377E8}" dt="2026-05-01T11:00:13.774" v="11612"/>
          <ac:spMkLst>
            <pc:docMk/>
            <pc:sldMk cId="2143576003" sldId="359"/>
            <ac:spMk id="5" creationId="{3D4592E2-223E-29FC-459F-54A36ED47687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10" creationId="{D5C5E5C3-2C9F-E7FA-E874-E0D07F5E928B}"/>
          </ac:spMkLst>
        </pc:spChg>
        <pc:spChg chg="mod">
          <ac:chgData name="昕 许" userId="a2975fcd840abfc3" providerId="LiveId" clId="{49CCD4F9-177C-4270-9A14-60236FF377E8}" dt="2026-05-01T11:00:23.108" v="11617" actId="20577"/>
          <ac:spMkLst>
            <pc:docMk/>
            <pc:sldMk cId="2143576003" sldId="359"/>
            <ac:spMk id="12" creationId="{353FBF3F-297B-14CD-A6E0-A1A4F774D956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13" creationId="{FB58B281-9157-770D-6993-17661839806E}"/>
          </ac:spMkLst>
        </pc:spChg>
        <pc:spChg chg="mod">
          <ac:chgData name="昕 许" userId="a2975fcd840abfc3" providerId="LiveId" clId="{49CCD4F9-177C-4270-9A14-60236FF377E8}" dt="2026-05-01T11:00:23.108" v="11617" actId="20577"/>
          <ac:spMkLst>
            <pc:docMk/>
            <pc:sldMk cId="2143576003" sldId="359"/>
            <ac:spMk id="14" creationId="{87ECB9FC-ADD7-189F-299D-8A8FCB92B508}"/>
          </ac:spMkLst>
        </pc:spChg>
        <pc:spChg chg="mod">
          <ac:chgData name="昕 许" userId="a2975fcd840abfc3" providerId="LiveId" clId="{49CCD4F9-177C-4270-9A14-60236FF377E8}" dt="2026-05-01T11:00:39.987" v="11622" actId="20577"/>
          <ac:spMkLst>
            <pc:docMk/>
            <pc:sldMk cId="2143576003" sldId="359"/>
            <ac:spMk id="16" creationId="{C68F39DA-D05A-931D-397D-515839E1B79D}"/>
          </ac:spMkLst>
        </pc:spChg>
        <pc:spChg chg="mod">
          <ac:chgData name="昕 许" userId="a2975fcd840abfc3" providerId="LiveId" clId="{49CCD4F9-177C-4270-9A14-60236FF377E8}" dt="2026-05-01T11:00:39.987" v="11622" actId="20577"/>
          <ac:spMkLst>
            <pc:docMk/>
            <pc:sldMk cId="2143576003" sldId="359"/>
            <ac:spMk id="20" creationId="{33556FA6-B659-8FD6-31D9-9D2403AFC6F6}"/>
          </ac:spMkLst>
        </pc:spChg>
        <pc:spChg chg="mod">
          <ac:chgData name="昕 许" userId="a2975fcd840abfc3" providerId="LiveId" clId="{49CCD4F9-177C-4270-9A14-60236FF377E8}" dt="2026-05-01T11:00:41.965" v="11624" actId="20577"/>
          <ac:spMkLst>
            <pc:docMk/>
            <pc:sldMk cId="2143576003" sldId="359"/>
            <ac:spMk id="22" creationId="{DA5803F0-F0ED-C7C1-2F93-BA06BE26C0FA}"/>
          </ac:spMkLst>
        </pc:spChg>
        <pc:spChg chg="mod">
          <ac:chgData name="昕 许" userId="a2975fcd840abfc3" providerId="LiveId" clId="{49CCD4F9-177C-4270-9A14-60236FF377E8}" dt="2026-05-01T11:00:41.965" v="11624" actId="20577"/>
          <ac:spMkLst>
            <pc:docMk/>
            <pc:sldMk cId="2143576003" sldId="359"/>
            <ac:spMk id="23" creationId="{D3FF0F14-4AC8-8DDA-AE2F-E28F48117B1F}"/>
          </ac:spMkLst>
        </pc:spChg>
        <pc:spChg chg="add mod">
          <ac:chgData name="昕 许" userId="a2975fcd840abfc3" providerId="LiveId" clId="{49CCD4F9-177C-4270-9A14-60236FF377E8}" dt="2026-05-01T11:01:18.854" v="11639" actId="1076"/>
          <ac:spMkLst>
            <pc:docMk/>
            <pc:sldMk cId="2143576003" sldId="359"/>
            <ac:spMk id="24" creationId="{1C91057C-651D-9474-262D-697885AA0BFD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28" creationId="{222B1D37-A6A9-D4C0-1869-24C9A819FBB8}"/>
          </ac:spMkLst>
        </pc:spChg>
        <pc:spChg chg="mod">
          <ac:chgData name="昕 许" userId="a2975fcd840abfc3" providerId="LiveId" clId="{49CCD4F9-177C-4270-9A14-60236FF377E8}" dt="2026-05-01T11:01:08.901" v="11633" actId="20577"/>
          <ac:spMkLst>
            <pc:docMk/>
            <pc:sldMk cId="2143576003" sldId="359"/>
            <ac:spMk id="33" creationId="{EACFE8B9-D172-650F-6080-007C1BFF770E}"/>
          </ac:spMkLst>
        </pc:spChg>
        <pc:spChg chg="mod">
          <ac:chgData name="昕 许" userId="a2975fcd840abfc3" providerId="LiveId" clId="{49CCD4F9-177C-4270-9A14-60236FF377E8}" dt="2026-05-01T11:01:12.216" v="11634" actId="1076"/>
          <ac:spMkLst>
            <pc:docMk/>
            <pc:sldMk cId="2143576003" sldId="359"/>
            <ac:spMk id="34" creationId="{2F42C672-B451-0C5F-4662-3FC93E15E713}"/>
          </ac:spMkLst>
        </pc:spChg>
        <pc:spChg chg="mod">
          <ac:chgData name="昕 许" userId="a2975fcd840abfc3" providerId="LiveId" clId="{49CCD4F9-177C-4270-9A14-60236FF377E8}" dt="2026-05-01T11:01:15.911" v="11638" actId="20577"/>
          <ac:spMkLst>
            <pc:docMk/>
            <pc:sldMk cId="2143576003" sldId="359"/>
            <ac:spMk id="37" creationId="{BA0203C8-F03B-9AF9-59AE-F01C61B7661E}"/>
          </ac:spMkLst>
        </pc:spChg>
        <pc:spChg chg="mod">
          <ac:chgData name="昕 许" userId="a2975fcd840abfc3" providerId="LiveId" clId="{49CCD4F9-177C-4270-9A14-60236FF377E8}" dt="2026-05-01T11:01:15.911" v="11638" actId="20577"/>
          <ac:spMkLst>
            <pc:docMk/>
            <pc:sldMk cId="2143576003" sldId="359"/>
            <ac:spMk id="38" creationId="{5EE076F4-3B80-C6D7-0B29-E2BCE0785110}"/>
          </ac:spMkLst>
        </pc:spChg>
        <pc:spChg chg="add mod">
          <ac:chgData name="昕 许" userId="a2975fcd840abfc3" providerId="LiveId" clId="{49CCD4F9-177C-4270-9A14-60236FF377E8}" dt="2026-05-01T11:01:51.019" v="11648" actId="14100"/>
          <ac:spMkLst>
            <pc:docMk/>
            <pc:sldMk cId="2143576003" sldId="359"/>
            <ac:spMk id="42" creationId="{432ED262-2BCD-B1E9-B066-111146607076}"/>
          </ac:spMkLst>
        </pc:spChg>
        <pc:spChg chg="add mod">
          <ac:chgData name="昕 许" userId="a2975fcd840abfc3" providerId="LiveId" clId="{49CCD4F9-177C-4270-9A14-60236FF377E8}" dt="2026-05-01T11:02:01.210" v="11653" actId="1076"/>
          <ac:spMkLst>
            <pc:docMk/>
            <pc:sldMk cId="2143576003" sldId="359"/>
            <ac:spMk id="43" creationId="{617D39B4-6A8D-80EC-4BD2-1837850CD4E8}"/>
          </ac:spMkLst>
        </pc:spChg>
        <pc:spChg chg="add mod">
          <ac:chgData name="昕 许" userId="a2975fcd840abfc3" providerId="LiveId" clId="{49CCD4F9-177C-4270-9A14-60236FF377E8}" dt="2026-05-01T11:02:18.428" v="11658" actId="14100"/>
          <ac:spMkLst>
            <pc:docMk/>
            <pc:sldMk cId="2143576003" sldId="359"/>
            <ac:spMk id="60" creationId="{E2F26F9C-6027-EC1D-B059-BEF01CF52609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61" creationId="{069251A5-DABD-8C67-8FB3-303DC877DD58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63" creationId="{4063A74B-7C32-4F3D-5267-656A8DD047E3}"/>
          </ac:spMkLst>
        </pc:spChg>
        <pc:spChg chg="add mod">
          <ac:chgData name="昕 许" userId="a2975fcd840abfc3" providerId="LiveId" clId="{49CCD4F9-177C-4270-9A14-60236FF377E8}" dt="2026-05-01T11:02:12.678" v="11657" actId="1076"/>
          <ac:spMkLst>
            <pc:docMk/>
            <pc:sldMk cId="2143576003" sldId="359"/>
            <ac:spMk id="64" creationId="{AEA2106D-25A4-CB1A-588E-48B6AC263F21}"/>
          </ac:spMkLst>
        </pc:spChg>
        <pc:spChg chg="add mod">
          <ac:chgData name="昕 许" userId="a2975fcd840abfc3" providerId="LiveId" clId="{49CCD4F9-177C-4270-9A14-60236FF377E8}" dt="2026-05-01T12:20:50.821" v="12274" actId="1076"/>
          <ac:spMkLst>
            <pc:docMk/>
            <pc:sldMk cId="2143576003" sldId="359"/>
            <ac:spMk id="66" creationId="{38136CDE-DAEC-95C5-B8EB-C29E2F73586B}"/>
          </ac:spMkLst>
        </pc:spChg>
        <pc:spChg chg="add mod">
          <ac:chgData name="昕 许" userId="a2975fcd840abfc3" providerId="LiveId" clId="{49CCD4F9-177C-4270-9A14-60236FF377E8}" dt="2026-05-01T11:03:14.310" v="11677" actId="14100"/>
          <ac:spMkLst>
            <pc:docMk/>
            <pc:sldMk cId="2143576003" sldId="359"/>
            <ac:spMk id="68" creationId="{D5D0F630-0D92-C6D0-1146-9C3AB7B37DF6}"/>
          </ac:spMkLst>
        </pc:spChg>
        <pc:spChg chg="add mod">
          <ac:chgData name="昕 许" userId="a2975fcd840abfc3" providerId="LiveId" clId="{49CCD4F9-177C-4270-9A14-60236FF377E8}" dt="2026-05-01T12:20:57.225" v="12280" actId="1076"/>
          <ac:spMkLst>
            <pc:docMk/>
            <pc:sldMk cId="2143576003" sldId="359"/>
            <ac:spMk id="69" creationId="{EC80A313-4469-F8ED-5A91-CAE5A91E4206}"/>
          </ac:spMkLst>
        </pc:spChg>
        <pc:spChg chg="add mod">
          <ac:chgData name="昕 许" userId="a2975fcd840abfc3" providerId="LiveId" clId="{49CCD4F9-177C-4270-9A14-60236FF377E8}" dt="2026-05-01T11:07:24.030" v="11861" actId="1076"/>
          <ac:spMkLst>
            <pc:docMk/>
            <pc:sldMk cId="2143576003" sldId="359"/>
            <ac:spMk id="74" creationId="{5C258EBD-6F73-0E0E-8AEE-C7DAA9F7E9D6}"/>
          </ac:spMkLst>
        </pc:spChg>
        <pc:spChg chg="add mod">
          <ac:chgData name="昕 许" userId="a2975fcd840abfc3" providerId="LiveId" clId="{49CCD4F9-177C-4270-9A14-60236FF377E8}" dt="2026-05-01T11:07:40.527" v="11897" actId="1076"/>
          <ac:spMkLst>
            <pc:docMk/>
            <pc:sldMk cId="2143576003" sldId="359"/>
            <ac:spMk id="75" creationId="{BAED1F41-4FD8-51EA-3906-06B62C8637E2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78" creationId="{4806AA3F-E1C1-8BE5-4920-7878D18DB97E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79" creationId="{95315381-209B-A8F1-EECA-2D2793520805}"/>
          </ac:spMkLst>
        </pc:spChg>
        <pc:spChg chg="add mod">
          <ac:chgData name="昕 许" userId="a2975fcd840abfc3" providerId="LiveId" clId="{49CCD4F9-177C-4270-9A14-60236FF377E8}" dt="2026-05-01T11:08:16.434" v="11936" actId="1076"/>
          <ac:spMkLst>
            <pc:docMk/>
            <pc:sldMk cId="2143576003" sldId="359"/>
            <ac:spMk id="81" creationId="{D2F1A9BA-6F08-1037-6FDC-AD2708684A08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185" creationId="{4AC8A578-6401-8D48-7DD0-BC814016F628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269" creationId="{782547BA-7E28-356C-033C-B8517F0694AD}"/>
          </ac:spMkLst>
        </pc:s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" creationId="{C66D4FD5-0FC1-2149-9830-E0C2695576C2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7" creationId="{0E210437-5979-9765-1B99-6DF6E78EF904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15" creationId="{9E6C068D-0A98-CD77-7759-4C8F059BBB0C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21" creationId="{4A7CA678-7AEC-A344-6560-08ECA952F3F5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2" creationId="{FAC0D32E-CD2C-D2FD-093A-25E1E4E87C32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6" creationId="{75789DC9-2F7C-B68E-9E40-7EFDC40A3AC4}"/>
          </ac:grpSpMkLst>
        </pc:grpChg>
        <pc:cxnChg chg="add mod">
          <ac:chgData name="昕 许" userId="a2975fcd840abfc3" providerId="LiveId" clId="{49CCD4F9-177C-4270-9A14-60236FF377E8}" dt="2026-05-01T11:01:36.149" v="11643" actId="1076"/>
          <ac:cxnSpMkLst>
            <pc:docMk/>
            <pc:sldMk cId="2143576003" sldId="359"/>
            <ac:cxnSpMk id="40" creationId="{663F78F3-7F04-B03C-AF58-231AE36D7339}"/>
          </ac:cxnSpMkLst>
        </pc:cxnChg>
        <pc:cxnChg chg="add mod">
          <ac:chgData name="昕 许" userId="a2975fcd840abfc3" providerId="LiveId" clId="{49CCD4F9-177C-4270-9A14-60236FF377E8}" dt="2026-05-01T11:02:06.360" v="11655" actId="1076"/>
          <ac:cxnSpMkLst>
            <pc:docMk/>
            <pc:sldMk cId="2143576003" sldId="359"/>
            <ac:cxnSpMk id="53" creationId="{D99E4D05-1080-7FB6-14F4-4ED04DD6BFE8}"/>
          </ac:cxnSpMkLst>
        </pc:cxnChg>
        <pc:cxnChg chg="add mod">
          <ac:chgData name="昕 许" userId="a2975fcd840abfc3" providerId="LiveId" clId="{49CCD4F9-177C-4270-9A14-60236FF377E8}" dt="2026-05-01T11:03:37.386" v="11688" actId="1038"/>
          <ac:cxnSpMkLst>
            <pc:docMk/>
            <pc:sldMk cId="2143576003" sldId="359"/>
            <ac:cxnSpMk id="70" creationId="{3BB61FAA-4EB6-169F-400F-32B6AABE5858}"/>
          </ac:cxnSpMkLst>
        </pc:cxnChg>
        <pc:cxnChg chg="add mod">
          <ac:chgData name="昕 许" userId="a2975fcd840abfc3" providerId="LiveId" clId="{49CCD4F9-177C-4270-9A14-60236FF377E8}" dt="2026-05-01T11:07:56.086" v="11901" actId="14100"/>
          <ac:cxnSpMkLst>
            <pc:docMk/>
            <pc:sldMk cId="2143576003" sldId="359"/>
            <ac:cxnSpMk id="76" creationId="{B114A4E0-FE07-8C7D-36AB-EEF460A82C91}"/>
          </ac:cxnSpMkLst>
        </pc:cxnChg>
      </pc:sldChg>
      <pc:sldChg chg="delSp modSp add del mod setBg modAnim">
        <pc:chgData name="昕 许" userId="a2975fcd840abfc3" providerId="LiveId" clId="{49CCD4F9-177C-4270-9A14-60236FF377E8}" dt="2026-05-02T11:31:59.296" v="13379" actId="47"/>
        <pc:sldMkLst>
          <pc:docMk/>
          <pc:sldMk cId="2183881375" sldId="359"/>
        </pc:sldMkLst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2" creationId="{051FDDA0-1161-1B43-808D-713F539E7E21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13" creationId="{4C0F125D-155D-A843-26E8-34466A6F9208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28" creationId="{F4E9B517-56A6-83A2-627D-F388BDC4C33A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54" creationId="{BA4A1694-9608-EC0D-F8D1-A9818C1ED0BD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55" creationId="{1B6E6B18-C25B-6E48-1219-6349ADC1DFB2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58" creationId="{6017F895-BB36-1FB6-B985-3EC26DE7ACC9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62" creationId="{88E726E5-E841-FABF-C7FC-11E99CC8D9B7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79" creationId="{A7381E59-C842-9777-BD31-9A69CB047966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158" creationId="{F1554152-BA8B-AE09-E217-00DE43100450}"/>
          </ac:spMkLst>
        </pc:spChg>
        <pc:spChg chg="del">
          <ac:chgData name="昕 许" userId="a2975fcd840abfc3" providerId="LiveId" clId="{49CCD4F9-177C-4270-9A14-60236FF377E8}" dt="2026-05-02T11:23:53.116" v="13293" actId="478"/>
          <ac:spMkLst>
            <pc:docMk/>
            <pc:sldMk cId="2183881375" sldId="359"/>
            <ac:spMk id="184" creationId="{0C77E69A-306E-B1B4-4419-80573038655C}"/>
          </ac:spMkLst>
        </pc:spChg>
        <pc:spChg chg="mod">
          <ac:chgData name="昕 许" userId="a2975fcd840abfc3" providerId="LiveId" clId="{49CCD4F9-177C-4270-9A14-60236FF377E8}" dt="2026-05-02T11:29:47.683" v="13366" actId="1076"/>
          <ac:spMkLst>
            <pc:docMk/>
            <pc:sldMk cId="2183881375" sldId="359"/>
            <ac:spMk id="269" creationId="{2B67C709-E7A1-7D49-C866-386B44B0D579}"/>
          </ac:spMkLst>
        </pc:spChg>
      </pc:sldChg>
      <pc:sldChg chg="addSp delSp modSp add del mod">
        <pc:chgData name="昕 许" userId="a2975fcd840abfc3" providerId="LiveId" clId="{49CCD4F9-177C-4270-9A14-60236FF377E8}" dt="2026-05-02T11:23:10.664" v="13279" actId="47"/>
        <pc:sldMkLst>
          <pc:docMk/>
          <pc:sldMk cId="808934095" sldId="360"/>
        </pc:sldMkLst>
        <pc:spChg chg="mod">
          <ac:chgData name="昕 许" userId="a2975fcd840abfc3" providerId="LiveId" clId="{49CCD4F9-177C-4270-9A14-60236FF377E8}" dt="2026-05-01T12:11:23.320" v="12153" actId="207"/>
          <ac:spMkLst>
            <pc:docMk/>
            <pc:sldMk cId="808934095" sldId="360"/>
            <ac:spMk id="8" creationId="{D93CFA71-FD3C-21CC-200B-43D52F848697}"/>
          </ac:spMkLst>
        </pc:spChg>
        <pc:spChg chg="mod">
          <ac:chgData name="昕 许" userId="a2975fcd840abfc3" providerId="LiveId" clId="{49CCD4F9-177C-4270-9A14-60236FF377E8}" dt="2026-05-01T12:11:38.159" v="12157" actId="207"/>
          <ac:spMkLst>
            <pc:docMk/>
            <pc:sldMk cId="808934095" sldId="360"/>
            <ac:spMk id="11" creationId="{730BE015-EFB7-0E75-45B5-8B68AFF11652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17" creationId="{A9E3FD68-7F44-5D6B-9009-E894088600B1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19" creationId="{914B0064-D1EE-5CDE-C340-C43C812824E5}"/>
          </ac:spMkLst>
        </pc:spChg>
        <pc:spChg chg="del">
          <ac:chgData name="昕 许" userId="a2975fcd840abfc3" providerId="LiveId" clId="{49CCD4F9-177C-4270-9A14-60236FF377E8}" dt="2026-05-01T11:03:54.718" v="11690" actId="478"/>
          <ac:spMkLst>
            <pc:docMk/>
            <pc:sldMk cId="808934095" sldId="360"/>
            <ac:spMk id="24" creationId="{964E16A7-BB4B-B7B5-2B30-FC848F4BBE2B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5" creationId="{3F330002-ECEE-A2D5-8E6B-619E88D257BD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6" creationId="{27FA846C-2723-33E8-0D87-AB18366B8C64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7" creationId="{E7255E61-2AE4-F134-C32D-6D6DE3025030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8" creationId="{2ABC5651-246C-23B8-9AEF-90F06001F329}"/>
          </ac:spMkLst>
        </pc:spChg>
        <pc:spChg chg="mod">
          <ac:chgData name="昕 许" userId="a2975fcd840abfc3" providerId="LiveId" clId="{49CCD4F9-177C-4270-9A14-60236FF377E8}" dt="2026-05-01T12:11:52.900" v="12161" actId="207"/>
          <ac:spMkLst>
            <pc:docMk/>
            <pc:sldMk cId="808934095" sldId="360"/>
            <ac:spMk id="35" creationId="{87F95377-E142-3925-EA80-A1D793C46B91}"/>
          </ac:spMkLst>
        </pc:spChg>
        <pc:spChg chg="del">
          <ac:chgData name="昕 许" userId="a2975fcd840abfc3" providerId="LiveId" clId="{49CCD4F9-177C-4270-9A14-60236FF377E8}" dt="2026-05-01T11:03:54.718" v="11690" actId="478"/>
          <ac:spMkLst>
            <pc:docMk/>
            <pc:sldMk cId="808934095" sldId="360"/>
            <ac:spMk id="42" creationId="{A467B631-A53B-21EB-0C46-E0B43041E593}"/>
          </ac:spMkLst>
        </pc:spChg>
        <pc:spChg chg="del">
          <ac:chgData name="昕 许" userId="a2975fcd840abfc3" providerId="LiveId" clId="{49CCD4F9-177C-4270-9A14-60236FF377E8}" dt="2026-05-01T11:03:54.718" v="11690" actId="478"/>
          <ac:spMkLst>
            <pc:docMk/>
            <pc:sldMk cId="808934095" sldId="360"/>
            <ac:spMk id="43" creationId="{1069F622-C19A-2B74-DF88-6043E51492CF}"/>
          </ac:spMkLst>
        </pc:spChg>
        <pc:spChg chg="mod">
          <ac:chgData name="昕 许" userId="a2975fcd840abfc3" providerId="LiveId" clId="{49CCD4F9-177C-4270-9A14-60236FF377E8}" dt="2026-05-01T12:11:45.926" v="12159" actId="207"/>
          <ac:spMkLst>
            <pc:docMk/>
            <pc:sldMk cId="808934095" sldId="360"/>
            <ac:spMk id="44" creationId="{4E76CA0B-37EC-6C31-B302-6377D50F8E98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0" creationId="{B80ADED4-067D-C76C-4696-172DD697E211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4" creationId="{BEF2394A-1C24-D51F-C4F9-23940A284104}"/>
          </ac:spMkLst>
        </pc:spChg>
        <pc:spChg chg="mod">
          <ac:chgData name="昕 许" userId="a2975fcd840abfc3" providerId="LiveId" clId="{49CCD4F9-177C-4270-9A14-60236FF377E8}" dt="2026-05-01T11:05:44.495" v="11740" actId="1076"/>
          <ac:spMkLst>
            <pc:docMk/>
            <pc:sldMk cId="808934095" sldId="360"/>
            <ac:spMk id="66" creationId="{C369F4C5-7957-B67E-419D-B13C6ADBA39F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8" creationId="{FE8F7347-E23B-846F-6AFD-0413348E280F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9" creationId="{A2476A0A-6B4C-980F-5BD3-D48E6274502B}"/>
          </ac:spMkLst>
        </pc:spChg>
        <pc:spChg chg="add mod">
          <ac:chgData name="昕 许" userId="a2975fcd840abfc3" providerId="LiveId" clId="{49CCD4F9-177C-4270-9A14-60236FF377E8}" dt="2026-05-01T11:12:31.168" v="12152" actId="20577"/>
          <ac:spMkLst>
            <pc:docMk/>
            <pc:sldMk cId="808934095" sldId="360"/>
            <ac:spMk id="76" creationId="{6D1E6401-01DF-7742-FDB8-637D74A93B73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77" creationId="{8A62CB36-DA57-50EB-778C-45E411CF112A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78" creationId="{1D28AAE1-DD6E-3269-E0A8-A238F7A8CD8F}"/>
          </ac:spMkLst>
        </pc:spChg>
        <pc:spChg chg="add mod">
          <ac:chgData name="昕 许" userId="a2975fcd840abfc3" providerId="LiveId" clId="{49CCD4F9-177C-4270-9A14-60236FF377E8}" dt="2026-05-01T11:11:10.422" v="12061"/>
          <ac:spMkLst>
            <pc:docMk/>
            <pc:sldMk cId="808934095" sldId="360"/>
            <ac:spMk id="82" creationId="{7ABEC84A-7FF6-C488-2006-7EEE1CEF758A}"/>
          </ac:spMkLst>
        </pc:spChg>
        <pc:spChg chg="add mod">
          <ac:chgData name="昕 许" userId="a2975fcd840abfc3" providerId="LiveId" clId="{49CCD4F9-177C-4270-9A14-60236FF377E8}" dt="2026-05-01T11:12:03.908" v="12139"/>
          <ac:spMkLst>
            <pc:docMk/>
            <pc:sldMk cId="808934095" sldId="360"/>
            <ac:spMk id="83" creationId="{25E8B4D8-73A6-BC6C-C22B-627D2F72E821}"/>
          </ac:spMkLst>
        </pc:spChg>
        <pc:spChg chg="add mod">
          <ac:chgData name="昕 许" userId="a2975fcd840abfc3" providerId="LiveId" clId="{49CCD4F9-177C-4270-9A14-60236FF377E8}" dt="2026-05-01T11:12:06.117" v="12140"/>
          <ac:spMkLst>
            <pc:docMk/>
            <pc:sldMk cId="808934095" sldId="360"/>
            <ac:spMk id="84" creationId="{8FCA4CA0-DA1C-1B0B-91E6-EFCA44E6E500}"/>
          </ac:spMkLst>
        </pc:spChg>
        <pc:grpChg chg="add mod">
          <ac:chgData name="昕 许" userId="a2975fcd840abfc3" providerId="LiveId" clId="{49CCD4F9-177C-4270-9A14-60236FF377E8}" dt="2026-05-01T11:04:37.453" v="11717" actId="164"/>
          <ac:grpSpMkLst>
            <pc:docMk/>
            <pc:sldMk cId="808934095" sldId="360"/>
            <ac:grpSpMk id="2" creationId="{BF141D8C-4CBD-BB23-F1F6-C5EBBFD7FBA1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3" creationId="{7014950D-EE7A-CD8E-0C9E-0493F250B083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7" creationId="{E062EC99-1B48-DBF2-7B44-165651C8BD95}"/>
          </ac:grpSpMkLst>
        </pc:grpChg>
        <pc:grpChg chg="add mod">
          <ac:chgData name="昕 许" userId="a2975fcd840abfc3" providerId="LiveId" clId="{49CCD4F9-177C-4270-9A14-60236FF377E8}" dt="2026-05-01T11:04:37.453" v="11717" actId="164"/>
          <ac:grpSpMkLst>
            <pc:docMk/>
            <pc:sldMk cId="808934095" sldId="360"/>
            <ac:grpSpMk id="9" creationId="{0F0838E1-99FB-90D9-4898-9708C1E2ADF5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15" creationId="{EA9E0257-0FC5-D1A6-972D-C33088392548}"/>
          </ac:grpSpMkLst>
        </pc:grpChg>
        <pc:grpChg chg="add mod">
          <ac:chgData name="昕 许" userId="a2975fcd840abfc3" providerId="LiveId" clId="{49CCD4F9-177C-4270-9A14-60236FF377E8}" dt="2026-05-01T11:04:37.453" v="11717" actId="164"/>
          <ac:grpSpMkLst>
            <pc:docMk/>
            <pc:sldMk cId="808934095" sldId="360"/>
            <ac:grpSpMk id="18" creationId="{1A49D332-AE50-8155-C365-EF7F41C8D187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21" creationId="{959DEA76-67D1-EB30-D3FB-7DF36536C26E}"/>
          </ac:grpSpMkLst>
        </pc:grpChg>
        <pc:grpChg chg="add mod">
          <ac:chgData name="昕 许" userId="a2975fcd840abfc3" providerId="LiveId" clId="{49CCD4F9-177C-4270-9A14-60236FF377E8}" dt="2026-05-01T11:10:57.841" v="12057" actId="1036"/>
          <ac:grpSpMkLst>
            <pc:docMk/>
            <pc:sldMk cId="808934095" sldId="360"/>
            <ac:grpSpMk id="30" creationId="{4935980B-777E-C759-0E68-75938E18146E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32" creationId="{57D4FBCD-D3F6-C42F-C447-327D5330FD92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36" creationId="{968247C0-851D-9199-0142-C9767B8AAF05}"/>
          </ac:grpSpMkLst>
        </pc:grpChg>
        <pc:grpChg chg="add mod">
          <ac:chgData name="昕 许" userId="a2975fcd840abfc3" providerId="LiveId" clId="{49CCD4F9-177C-4270-9A14-60236FF377E8}" dt="2026-05-01T11:10:57.841" v="12057" actId="1036"/>
          <ac:grpSpMkLst>
            <pc:docMk/>
            <pc:sldMk cId="808934095" sldId="360"/>
            <ac:grpSpMk id="39" creationId="{6BB498A6-0AEB-12D9-EE11-40EB1E811A59}"/>
          </ac:grpSpMkLst>
        </pc:grpChg>
        <pc:cxnChg chg="mod">
          <ac:chgData name="昕 许" userId="a2975fcd840abfc3" providerId="LiveId" clId="{49CCD4F9-177C-4270-9A14-60236FF377E8}" dt="2026-05-01T12:11:30.074" v="12154" actId="208"/>
          <ac:cxnSpMkLst>
            <pc:docMk/>
            <pc:sldMk cId="808934095" sldId="360"/>
            <ac:cxnSpMk id="6" creationId="{4E1BD825-E777-59FE-A3F6-FEC786FE644A}"/>
          </ac:cxnSpMkLst>
        </pc:cxnChg>
        <pc:cxnChg chg="mod">
          <ac:chgData name="昕 许" userId="a2975fcd840abfc3" providerId="LiveId" clId="{49CCD4F9-177C-4270-9A14-60236FF377E8}" dt="2026-05-01T12:11:43.273" v="12158" actId="208"/>
          <ac:cxnSpMkLst>
            <pc:docMk/>
            <pc:sldMk cId="808934095" sldId="360"/>
            <ac:cxnSpMk id="10" creationId="{6D26227F-00B7-1B2B-1D5F-BF395317FCCB}"/>
          </ac:cxnSpMkLst>
        </pc:cxnChg>
        <pc:cxnChg chg="add mod">
          <ac:chgData name="昕 许" userId="a2975fcd840abfc3" providerId="LiveId" clId="{49CCD4F9-177C-4270-9A14-60236FF377E8}" dt="2026-05-01T11:11:09.174" v="12060" actId="14100"/>
          <ac:cxnSpMkLst>
            <pc:docMk/>
            <pc:sldMk cId="808934095" sldId="360"/>
            <ac:cxnSpMk id="13" creationId="{E1AAF292-5C8F-400F-CF7F-CB2C683B425D}"/>
          </ac:cxnSpMkLst>
        </pc:cxnChg>
        <pc:cxnChg chg="add mod">
          <ac:chgData name="昕 许" userId="a2975fcd840abfc3" providerId="LiveId" clId="{49CCD4F9-177C-4270-9A14-60236FF377E8}" dt="2026-05-01T11:10:57.841" v="12057" actId="1036"/>
          <ac:cxnSpMkLst>
            <pc:docMk/>
            <pc:sldMk cId="808934095" sldId="360"/>
            <ac:cxnSpMk id="29" creationId="{5DA51CE8-49BC-AA5E-C915-6AC8FAB1EA64}"/>
          </ac:cxnSpMkLst>
        </pc:cxnChg>
        <pc:cxnChg chg="mod">
          <ac:chgData name="昕 许" userId="a2975fcd840abfc3" providerId="LiveId" clId="{49CCD4F9-177C-4270-9A14-60236FF377E8}" dt="2026-05-01T12:11:57.221" v="12162" actId="208"/>
          <ac:cxnSpMkLst>
            <pc:docMk/>
            <pc:sldMk cId="808934095" sldId="360"/>
            <ac:cxnSpMk id="31" creationId="{EC008765-1F86-6D36-71C8-A4EAD03D0FCD}"/>
          </ac:cxnSpMkLst>
        </pc:cxnChg>
        <pc:cxnChg chg="mod">
          <ac:chgData name="昕 许" userId="a2975fcd840abfc3" providerId="LiveId" clId="{49CCD4F9-177C-4270-9A14-60236FF377E8}" dt="2026-05-01T12:11:49.803" v="12160" actId="208"/>
          <ac:cxnSpMkLst>
            <pc:docMk/>
            <pc:sldMk cId="808934095" sldId="360"/>
            <ac:cxnSpMk id="41" creationId="{140316D8-0C02-6415-E7BD-A5648075B019}"/>
          </ac:cxnSpMkLst>
        </pc:cxnChg>
        <pc:cxnChg chg="add del mod">
          <ac:chgData name="昕 许" userId="a2975fcd840abfc3" providerId="LiveId" clId="{49CCD4F9-177C-4270-9A14-60236FF377E8}" dt="2026-05-01T11:06:20.997" v="11754" actId="478"/>
          <ac:cxnSpMkLst>
            <pc:docMk/>
            <pc:sldMk cId="808934095" sldId="360"/>
            <ac:cxnSpMk id="45" creationId="{5A81BEC1-EE1B-64D6-9F0E-8E655045B692}"/>
          </ac:cxnSpMkLst>
        </pc:cxnChg>
        <pc:cxnChg chg="del">
          <ac:chgData name="昕 许" userId="a2975fcd840abfc3" providerId="LiveId" clId="{49CCD4F9-177C-4270-9A14-60236FF377E8}" dt="2026-05-01T11:03:54.718" v="11690" actId="478"/>
          <ac:cxnSpMkLst>
            <pc:docMk/>
            <pc:sldMk cId="808934095" sldId="360"/>
            <ac:cxnSpMk id="53" creationId="{E8BF66F3-D213-BD41-2D4E-7A354DBD152C}"/>
          </ac:cxnSpMkLst>
        </pc:cxnChg>
        <pc:cxnChg chg="add del mod">
          <ac:chgData name="昕 许" userId="a2975fcd840abfc3" providerId="LiveId" clId="{49CCD4F9-177C-4270-9A14-60236FF377E8}" dt="2026-05-01T11:06:19.710" v="11753" actId="478"/>
          <ac:cxnSpMkLst>
            <pc:docMk/>
            <pc:sldMk cId="808934095" sldId="360"/>
            <ac:cxnSpMk id="54" creationId="{63EAA88F-38CF-128A-EFC5-15262F125D96}"/>
          </ac:cxnSpMkLst>
        </pc:cxnChg>
        <pc:cxnChg chg="mod">
          <ac:chgData name="昕 许" userId="a2975fcd840abfc3" providerId="LiveId" clId="{49CCD4F9-177C-4270-9A14-60236FF377E8}" dt="2026-05-01T11:04:36.303" v="11716" actId="164"/>
          <ac:cxnSpMkLst>
            <pc:docMk/>
            <pc:sldMk cId="808934095" sldId="360"/>
            <ac:cxnSpMk id="70" creationId="{FA2CCDCF-81D9-2C23-ED42-5C207237DFD3}"/>
          </ac:cxnSpMkLst>
        </pc:cxnChg>
        <pc:cxnChg chg="add mod">
          <ac:chgData name="昕 许" userId="a2975fcd840abfc3" providerId="LiveId" clId="{49CCD4F9-177C-4270-9A14-60236FF377E8}" dt="2026-05-01T11:10:57.841" v="12057" actId="1036"/>
          <ac:cxnSpMkLst>
            <pc:docMk/>
            <pc:sldMk cId="808934095" sldId="360"/>
            <ac:cxnSpMk id="75" creationId="{79D54DF8-D2F3-0A15-AF19-396270E1DA4A}"/>
          </ac:cxnSpMkLst>
        </pc:cxnChg>
      </pc:sldChg>
      <pc:sldChg chg="add del setBg">
        <pc:chgData name="昕 许" userId="a2975fcd840abfc3" providerId="LiveId" clId="{49CCD4F9-177C-4270-9A14-60236FF377E8}" dt="2026-05-02T11:32:00.088" v="13380" actId="47"/>
        <pc:sldMkLst>
          <pc:docMk/>
          <pc:sldMk cId="1162902850" sldId="360"/>
        </pc:sldMkLst>
      </pc:sldChg>
      <pc:sldChg chg="add del setBg">
        <pc:chgData name="昕 许" userId="a2975fcd840abfc3" providerId="LiveId" clId="{49CCD4F9-177C-4270-9A14-60236FF377E8}" dt="2026-05-02T11:29:52.613" v="13368"/>
        <pc:sldMkLst>
          <pc:docMk/>
          <pc:sldMk cId="3869103413" sldId="360"/>
        </pc:sldMkLst>
      </pc:sldChg>
      <pc:sldChg chg="add del setBg">
        <pc:chgData name="昕 许" userId="a2975fcd840abfc3" providerId="LiveId" clId="{49CCD4F9-177C-4270-9A14-60236FF377E8}" dt="2026-05-02T11:29:55.889" v="13370"/>
        <pc:sldMkLst>
          <pc:docMk/>
          <pc:sldMk cId="4086966160" sldId="360"/>
        </pc:sldMkLst>
      </pc:sldChg>
      <pc:sldChg chg="add del setBg">
        <pc:chgData name="昕 许" userId="a2975fcd840abfc3" providerId="LiveId" clId="{49CCD4F9-177C-4270-9A14-60236FF377E8}" dt="2026-05-02T11:30:32.379" v="13375"/>
        <pc:sldMkLst>
          <pc:docMk/>
          <pc:sldMk cId="1157180110" sldId="361"/>
        </pc:sldMkLst>
      </pc:sldChg>
      <pc:sldChg chg="modSp add setBg">
        <pc:chgData name="昕 许" userId="a2975fcd840abfc3" providerId="LiveId" clId="{49CCD4F9-177C-4270-9A14-60236FF377E8}" dt="2026-05-02T11:31:57.474" v="13378" actId="207"/>
        <pc:sldMkLst>
          <pc:docMk/>
          <pc:sldMk cId="3035682659" sldId="361"/>
        </pc:sldMkLst>
        <pc:spChg chg="mod">
          <ac:chgData name="昕 许" userId="a2975fcd840abfc3" providerId="LiveId" clId="{49CCD4F9-177C-4270-9A14-60236FF377E8}" dt="2026-05-02T11:31:57.474" v="13378" actId="207"/>
          <ac:spMkLst>
            <pc:docMk/>
            <pc:sldMk cId="3035682659" sldId="361"/>
            <ac:spMk id="269" creationId="{915BFFE1-15B7-B263-EB22-CDF9D4FC6922}"/>
          </ac:spMkLst>
        </pc:spChg>
      </pc:sldChg>
      <pc:sldChg chg="addSp delSp modSp add del mod">
        <pc:chgData name="昕 许" userId="a2975fcd840abfc3" providerId="LiveId" clId="{49CCD4F9-177C-4270-9A14-60236FF377E8}" dt="2026-05-02T11:23:10.806" v="13280" actId="47"/>
        <pc:sldMkLst>
          <pc:docMk/>
          <pc:sldMk cId="3462558827" sldId="361"/>
        </pc:sldMkLst>
        <pc:spChg chg="mod">
          <ac:chgData name="昕 许" userId="a2975fcd840abfc3" providerId="LiveId" clId="{49CCD4F9-177C-4270-9A14-60236FF377E8}" dt="2026-05-01T12:13:36.972" v="12166" actId="20577"/>
          <ac:spMkLst>
            <pc:docMk/>
            <pc:sldMk cId="3462558827" sldId="361"/>
            <ac:spMk id="4" creationId="{C3FFAB98-1041-57A1-48F3-F269C761619C}"/>
          </ac:spMkLst>
        </pc:spChg>
        <pc:spChg chg="mod">
          <ac:chgData name="昕 许" userId="a2975fcd840abfc3" providerId="LiveId" clId="{49CCD4F9-177C-4270-9A14-60236FF377E8}" dt="2026-05-01T12:13:39.051" v="12167" actId="1076"/>
          <ac:spMkLst>
            <pc:docMk/>
            <pc:sldMk cId="3462558827" sldId="361"/>
            <ac:spMk id="5" creationId="{7F87E351-7D63-2746-54F8-8771420CBF12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12" creationId="{4FAD59BE-80DE-03A7-0131-4A825C5368F9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18" creationId="{4D5C6195-16F8-C38E-BCD6-1EF1F3DE2314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19" creationId="{8E17DCB8-5087-CDA8-A9B8-8A6A8C328759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21" creationId="{F4B44276-6B02-40C9-F5ED-46BBCEC76375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22" creationId="{E8EB3925-ED5D-640B-17C7-470FE7068C31}"/>
          </ac:spMkLst>
        </pc:spChg>
        <pc:spChg chg="add del mod">
          <ac:chgData name="昕 许" userId="a2975fcd840abfc3" providerId="LiveId" clId="{49CCD4F9-177C-4270-9A14-60236FF377E8}" dt="2026-05-01T12:13:40.463" v="12168" actId="478"/>
          <ac:spMkLst>
            <pc:docMk/>
            <pc:sldMk cId="3462558827" sldId="361"/>
            <ac:spMk id="23" creationId="{7B05AD7D-3750-DB97-9C4C-0A9FA10F6CFC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25" creationId="{C13E9206-4ECC-441E-996D-2D5CBC02799D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26" creationId="{B5620764-F521-ED0E-01D6-D0258D0BF7F1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27" creationId="{0EAF8A9C-6E07-3B4A-4F17-506CD7B502B8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28" creationId="{98173521-1F22-AB23-DB04-334D10527600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32" creationId="{496C39BE-8B7C-852B-20EF-DA0EF426D11D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33" creationId="{8FA045E8-B26E-E21B-E841-777D249F642E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36" creationId="{6D018933-24F6-6A85-3AC3-5210A6F4635C}"/>
          </ac:spMkLst>
        </pc:spChg>
        <pc:spChg chg="mod">
          <ac:chgData name="昕 许" userId="a2975fcd840abfc3" providerId="LiveId" clId="{49CCD4F9-177C-4270-9A14-60236FF377E8}" dt="2026-05-01T12:13:41.623" v="12169"/>
          <ac:spMkLst>
            <pc:docMk/>
            <pc:sldMk cId="3462558827" sldId="361"/>
            <ac:spMk id="40" creationId="{BE7DE193-1391-24B0-A754-86D0FD9E9A4E}"/>
          </ac:spMkLst>
        </pc:spChg>
        <pc:spChg chg="mod">
          <ac:chgData name="昕 许" userId="a2975fcd840abfc3" providerId="LiveId" clId="{49CCD4F9-177C-4270-9A14-60236FF377E8}" dt="2026-05-01T12:15:07.261" v="12173" actId="20577"/>
          <ac:spMkLst>
            <pc:docMk/>
            <pc:sldMk cId="3462558827" sldId="361"/>
            <ac:spMk id="42" creationId="{1A8F3662-1A0B-25E5-95F6-73D2E15EAF7E}"/>
          </ac:spMkLst>
        </pc:spChg>
        <pc:spChg chg="mod">
          <ac:chgData name="昕 许" userId="a2975fcd840abfc3" providerId="LiveId" clId="{49CCD4F9-177C-4270-9A14-60236FF377E8}" dt="2026-05-01T12:13:49.188" v="12171"/>
          <ac:spMkLst>
            <pc:docMk/>
            <pc:sldMk cId="3462558827" sldId="361"/>
            <ac:spMk id="45" creationId="{99EF0F8E-EA19-C501-7791-F406174E2464}"/>
          </ac:spMkLst>
        </pc:spChg>
        <pc:spChg chg="mod">
          <ac:chgData name="昕 许" userId="a2975fcd840abfc3" providerId="LiveId" clId="{49CCD4F9-177C-4270-9A14-60236FF377E8}" dt="2026-05-01T12:15:08.953" v="12174" actId="20577"/>
          <ac:spMkLst>
            <pc:docMk/>
            <pc:sldMk cId="3462558827" sldId="361"/>
            <ac:spMk id="46" creationId="{AF296AC8-8F18-A79C-F10C-6212F3E3CEC2}"/>
          </ac:spMkLst>
        </pc:spChg>
        <pc:spChg chg="mod">
          <ac:chgData name="昕 许" userId="a2975fcd840abfc3" providerId="LiveId" clId="{49CCD4F9-177C-4270-9A14-60236FF377E8}" dt="2026-05-01T12:13:49.188" v="12171"/>
          <ac:spMkLst>
            <pc:docMk/>
            <pc:sldMk cId="3462558827" sldId="361"/>
            <ac:spMk id="48" creationId="{084A7EAC-67EB-BA45-7BF2-4659E7DE17BF}"/>
          </ac:spMkLst>
        </pc:spChg>
        <pc:spChg chg="mod">
          <ac:chgData name="昕 许" userId="a2975fcd840abfc3" providerId="LiveId" clId="{49CCD4F9-177C-4270-9A14-60236FF377E8}" dt="2026-05-01T12:15:10.552" v="12175" actId="20577"/>
          <ac:spMkLst>
            <pc:docMk/>
            <pc:sldMk cId="3462558827" sldId="361"/>
            <ac:spMk id="49" creationId="{CE372A67-7A7F-5457-5219-35A975362C24}"/>
          </ac:spMkLst>
        </pc:spChg>
        <pc:spChg chg="mod">
          <ac:chgData name="昕 许" userId="a2975fcd840abfc3" providerId="LiveId" clId="{49CCD4F9-177C-4270-9A14-60236FF377E8}" dt="2026-05-01T12:15:11.890" v="12176"/>
          <ac:spMkLst>
            <pc:docMk/>
            <pc:sldMk cId="3462558827" sldId="361"/>
            <ac:spMk id="51" creationId="{6A92A542-348B-B0C2-47D3-A221A5753726}"/>
          </ac:spMkLst>
        </pc:spChg>
        <pc:spChg chg="mod">
          <ac:chgData name="昕 许" userId="a2975fcd840abfc3" providerId="LiveId" clId="{49CCD4F9-177C-4270-9A14-60236FF377E8}" dt="2026-05-01T12:15:16.181" v="12178" actId="20577"/>
          <ac:spMkLst>
            <pc:docMk/>
            <pc:sldMk cId="3462558827" sldId="361"/>
            <ac:spMk id="52" creationId="{68E8C64A-2D74-A96C-87EE-FF0E114A3D90}"/>
          </ac:spMkLst>
        </pc:spChg>
        <pc:spChg chg="mod">
          <ac:chgData name="昕 许" userId="a2975fcd840abfc3" providerId="LiveId" clId="{49CCD4F9-177C-4270-9A14-60236FF377E8}" dt="2026-05-01T12:15:20.309" v="12181" actId="20577"/>
          <ac:spMkLst>
            <pc:docMk/>
            <pc:sldMk cId="3462558827" sldId="361"/>
            <ac:spMk id="54" creationId="{7AC81318-29F4-E86E-D635-4E60A4668741}"/>
          </ac:spMkLst>
        </pc:spChg>
        <pc:spChg chg="mod">
          <ac:chgData name="昕 许" userId="a2975fcd840abfc3" providerId="LiveId" clId="{49CCD4F9-177C-4270-9A14-60236FF377E8}" dt="2026-05-01T12:15:20.309" v="12181" actId="20577"/>
          <ac:spMkLst>
            <pc:docMk/>
            <pc:sldMk cId="3462558827" sldId="361"/>
            <ac:spMk id="55" creationId="{301509A9-83DF-6276-B8CC-D32A42E90394}"/>
          </ac:spMkLst>
        </pc:spChg>
        <pc:spChg chg="add mod">
          <ac:chgData name="昕 许" userId="a2975fcd840abfc3" providerId="LiveId" clId="{49CCD4F9-177C-4270-9A14-60236FF377E8}" dt="2026-05-01T12:16:21.295" v="12210" actId="1076"/>
          <ac:spMkLst>
            <pc:docMk/>
            <pc:sldMk cId="3462558827" sldId="361"/>
            <ac:spMk id="56" creationId="{80A031DB-ADBD-F063-5568-7F27D9D95BCB}"/>
          </ac:spMkLst>
        </pc:spChg>
        <pc:spChg chg="add mod">
          <ac:chgData name="昕 许" userId="a2975fcd840abfc3" providerId="LiveId" clId="{49CCD4F9-177C-4270-9A14-60236FF377E8}" dt="2026-05-01T12:16:04.500" v="12203" actId="14100"/>
          <ac:spMkLst>
            <pc:docMk/>
            <pc:sldMk cId="3462558827" sldId="361"/>
            <ac:spMk id="58" creationId="{59741513-3245-E166-6C0B-64720E383CD0}"/>
          </ac:spMkLst>
        </pc:spChg>
        <pc:spChg chg="add mod">
          <ac:chgData name="昕 许" userId="a2975fcd840abfc3" providerId="LiveId" clId="{49CCD4F9-177C-4270-9A14-60236FF377E8}" dt="2026-05-01T12:16:14.218" v="12206" actId="14100"/>
          <ac:spMkLst>
            <pc:docMk/>
            <pc:sldMk cId="3462558827" sldId="361"/>
            <ac:spMk id="59" creationId="{03B2FB6D-A697-2C7E-F4AC-285DF0AB17E8}"/>
          </ac:spMkLst>
        </pc:spChg>
        <pc:spChg chg="add mod">
          <ac:chgData name="昕 许" userId="a2975fcd840abfc3" providerId="LiveId" clId="{49CCD4F9-177C-4270-9A14-60236FF377E8}" dt="2026-05-01T12:16:30.792" v="12229" actId="1076"/>
          <ac:spMkLst>
            <pc:docMk/>
            <pc:sldMk cId="3462558827" sldId="361"/>
            <ac:spMk id="61" creationId="{85A4F66C-692B-373E-98A3-2EE9AACD1029}"/>
          </ac:spMkLst>
        </pc:spChg>
        <pc:spChg chg="add mod">
          <ac:chgData name="昕 许" userId="a2975fcd840abfc3" providerId="LiveId" clId="{49CCD4F9-177C-4270-9A14-60236FF377E8}" dt="2026-05-01T12:16:41.774" v="12243" actId="20577"/>
          <ac:spMkLst>
            <pc:docMk/>
            <pc:sldMk cId="3462558827" sldId="361"/>
            <ac:spMk id="62" creationId="{B752ADD9-89CA-C16E-0B2C-C8CC2C20F0BE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64" creationId="{00F30556-9A7F-7417-6318-21E656B0A674}"/>
          </ac:spMkLst>
        </pc:spChg>
        <pc:spChg chg="add mod">
          <ac:chgData name="昕 许" userId="a2975fcd840abfc3" providerId="LiveId" clId="{49CCD4F9-177C-4270-9A14-60236FF377E8}" dt="2026-05-01T12:17:15.859" v="12251" actId="14100"/>
          <ac:spMkLst>
            <pc:docMk/>
            <pc:sldMk cId="3462558827" sldId="361"/>
            <ac:spMk id="65" creationId="{4DEDE0C9-3DE0-630A-8FFF-E96D6CC02C4B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68" creationId="{31B4D79C-A353-83A9-7DA2-5926BE1A1A7D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69" creationId="{C4D7B8D0-A1CF-8186-1D5F-25440D1C1006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74" creationId="{B1584455-4324-F461-DD7B-0DA0496D7323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78" creationId="{F06667DD-3C90-938D-A00E-B7B26FF12C1C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79" creationId="{D83D790C-2375-DE4A-7803-830086FB6D55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82" creationId="{4A5EC14C-39D5-4195-BA78-4139C533961B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84" creationId="{CAE0F4F3-AC60-D063-78F9-35D6BCB0B154}"/>
          </ac:spMkLst>
        </pc:spChg>
        <pc:spChg chg="mod">
          <ac:chgData name="昕 许" userId="a2975fcd840abfc3" providerId="LiveId" clId="{49CCD4F9-177C-4270-9A14-60236FF377E8}" dt="2026-05-01T12:17:38.160" v="12257" actId="207"/>
          <ac:spMkLst>
            <pc:docMk/>
            <pc:sldMk cId="3462558827" sldId="361"/>
            <ac:spMk id="87" creationId="{7D3A2419-E72B-4F34-08C2-FDB5DC71B697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90" creationId="{EC1B9F5F-D29F-1CE9-1B4C-EA46447C001D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92" creationId="{68C82CEB-B8DD-5D72-2150-0DCFBAE8C3FE}"/>
          </ac:spMkLst>
        </pc:spChg>
        <pc:spChg chg="add mod">
          <ac:chgData name="昕 许" userId="a2975fcd840abfc3" providerId="LiveId" clId="{49CCD4F9-177C-4270-9A14-60236FF377E8}" dt="2026-05-01T12:17:27.801" v="12254" actId="20577"/>
          <ac:spMkLst>
            <pc:docMk/>
            <pc:sldMk cId="3462558827" sldId="361"/>
            <ac:spMk id="94" creationId="{D038BB45-67C0-7104-D6D5-DE9F9D14C3AC}"/>
          </ac:spMkLst>
        </pc:spChg>
        <pc:spChg chg="add mod">
          <ac:chgData name="昕 许" userId="a2975fcd840abfc3" providerId="LiveId" clId="{49CCD4F9-177C-4270-9A14-60236FF377E8}" dt="2026-05-01T12:17:42.201" v="12259" actId="14100"/>
          <ac:spMkLst>
            <pc:docMk/>
            <pc:sldMk cId="3462558827" sldId="361"/>
            <ac:spMk id="96" creationId="{EFA91221-4DDB-AFDD-F056-BDCFA6987498}"/>
          </ac:spMkLst>
        </pc:spChg>
        <pc:spChg chg="add mod">
          <ac:chgData name="昕 许" userId="a2975fcd840abfc3" providerId="LiveId" clId="{49CCD4F9-177C-4270-9A14-60236FF377E8}" dt="2026-05-01T12:17:44.438" v="12260" actId="14100"/>
          <ac:spMkLst>
            <pc:docMk/>
            <pc:sldMk cId="3462558827" sldId="361"/>
            <ac:spMk id="97" creationId="{3CB054F6-17E2-D205-4E33-3F6AB93C4D04}"/>
          </ac:spMkLst>
        </pc:spChg>
        <pc:spChg chg="mod">
          <ac:chgData name="昕 许" userId="a2975fcd840abfc3" providerId="LiveId" clId="{49CCD4F9-177C-4270-9A14-60236FF377E8}" dt="2026-05-01T12:17:56.138" v="12263" actId="20577"/>
          <ac:spMkLst>
            <pc:docMk/>
            <pc:sldMk cId="3462558827" sldId="361"/>
            <ac:spMk id="98" creationId="{3F492800-C1FD-55E6-767B-342F39314470}"/>
          </ac:spMkLst>
        </pc:spChg>
        <pc:spChg chg="add mod">
          <ac:chgData name="昕 许" userId="a2975fcd840abfc3" providerId="LiveId" clId="{49CCD4F9-177C-4270-9A14-60236FF377E8}" dt="2026-05-01T12:17:57.310" v="12264" actId="20577"/>
          <ac:spMkLst>
            <pc:docMk/>
            <pc:sldMk cId="3462558827" sldId="361"/>
            <ac:spMk id="99" creationId="{9896368C-8E51-8EBB-4DD9-F7025B261A52}"/>
          </ac:spMkLst>
        </pc:spChg>
        <pc:spChg chg="mod">
          <ac:chgData name="昕 许" userId="a2975fcd840abfc3" providerId="LiveId" clId="{49CCD4F9-177C-4270-9A14-60236FF377E8}" dt="2026-05-01T12:17:22.539" v="12253" actId="1076"/>
          <ac:spMkLst>
            <pc:docMk/>
            <pc:sldMk cId="3462558827" sldId="361"/>
            <ac:spMk id="101" creationId="{7F313933-7F0C-ABB2-F7FD-7341F11900DB}"/>
          </ac:spMkLst>
        </pc:spChg>
        <pc:grpChg chg="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3" creationId="{7B55EE03-C182-A0F4-4B76-4B151DAE6505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7" creationId="{C1100283-1EE4-FD57-A98E-7BFD1D23879E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15" creationId="{DF60A96A-E040-3A91-9C6B-1EDB1D3B1FEB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20" creationId="{DCDF0519-2B26-E1F3-6585-09AB163665FC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24" creationId="{1DC37A35-8F13-6FF7-329B-BC825B6A08A8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34" creationId="{A4D9C6C5-64C8-0079-79CF-F1A11C722104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38" creationId="{974B141E-2509-25FB-E3BD-0F757D8D85D0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43" creationId="{7B154009-76CF-C345-3574-508D70D09A23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47" creationId="{7BEA06B9-DA66-9789-E0B8-3822B47EA395}"/>
          </ac:grpSpMkLst>
        </pc:grpChg>
        <pc:grpChg chg="add mod">
          <ac:chgData name="昕 许" userId="a2975fcd840abfc3" providerId="LiveId" clId="{49CCD4F9-177C-4270-9A14-60236FF377E8}" dt="2026-05-01T12:15:50.851" v="12199" actId="207"/>
          <ac:grpSpMkLst>
            <pc:docMk/>
            <pc:sldMk cId="3462558827" sldId="361"/>
            <ac:grpSpMk id="50" creationId="{162BCDC0-1CC2-B8EE-5CDB-D3A72561E112}"/>
          </ac:grpSpMkLst>
        </pc:grpChg>
        <pc:grpChg chg="add mod">
          <ac:chgData name="昕 许" userId="a2975fcd840abfc3" providerId="LiveId" clId="{49CCD4F9-177C-4270-9A14-60236FF377E8}" dt="2026-05-01T12:15:50.851" v="12199" actId="207"/>
          <ac:grpSpMkLst>
            <pc:docMk/>
            <pc:sldMk cId="3462558827" sldId="361"/>
            <ac:grpSpMk id="53" creationId="{2D0ED8C4-379B-175B-7AC0-FA3FACDC337D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67" creationId="{4ADAB923-9D9D-27BC-110D-818C78CA2736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88" creationId="{1FBEB3FA-E03E-1FED-710C-2D3C1023D89B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91" creationId="{FC048121-2F5D-2B16-1863-B4BD6C12FCE4}"/>
          </ac:grpSpMkLst>
        </pc:grpChg>
        <pc:picChg chg="add mod">
          <ac:chgData name="昕 许" userId="a2975fcd840abfc3" providerId="LiveId" clId="{49CCD4F9-177C-4270-9A14-60236FF377E8}" dt="2026-05-01T12:16:57.982" v="12247" actId="1076"/>
          <ac:picMkLst>
            <pc:docMk/>
            <pc:sldMk cId="3462558827" sldId="361"/>
            <ac:picMk id="63" creationId="{EC779979-D6DB-C784-E69E-FF2DE8CD5CD7}"/>
          </ac:picMkLst>
        </pc:picChg>
        <pc:picChg chg="del mod">
          <ac:chgData name="昕 许" userId="a2975fcd840abfc3" providerId="LiveId" clId="{49CCD4F9-177C-4270-9A14-60236FF377E8}" dt="2026-05-01T12:17:32.673" v="12255" actId="478"/>
          <ac:picMkLst>
            <pc:docMk/>
            <pc:sldMk cId="3462558827" sldId="361"/>
            <ac:picMk id="100" creationId="{8BC8DB02-EC42-299E-D9A1-5248CEB361C0}"/>
          </ac:picMkLst>
        </pc:picChg>
        <pc:picChg chg="add mod">
          <ac:chgData name="昕 许" userId="a2975fcd840abfc3" providerId="LiveId" clId="{49CCD4F9-177C-4270-9A14-60236FF377E8}" dt="2026-05-01T12:18:08.395" v="12269" actId="1076"/>
          <ac:picMkLst>
            <pc:docMk/>
            <pc:sldMk cId="3462558827" sldId="361"/>
            <ac:picMk id="102" creationId="{829B3067-AE42-6B86-01DB-3F7ECD156399}"/>
          </ac:picMkLst>
        </pc:picChg>
        <pc:cxnChg chg="add mod">
          <ac:chgData name="昕 许" userId="a2975fcd840abfc3" providerId="LiveId" clId="{49CCD4F9-177C-4270-9A14-60236FF377E8}" dt="2026-05-01T12:15:43.557" v="12196" actId="1076"/>
          <ac:cxnSpMkLst>
            <pc:docMk/>
            <pc:sldMk cId="3462558827" sldId="361"/>
            <ac:cxnSpMk id="57" creationId="{C08452AA-33EA-0609-3909-E67DEA707AEB}"/>
          </ac:cxnSpMkLst>
        </pc:cxnChg>
        <pc:cxnChg chg="mod">
          <ac:chgData name="昕 许" userId="a2975fcd840abfc3" providerId="LiveId" clId="{49CCD4F9-177C-4270-9A14-60236FF377E8}" dt="2026-05-01T12:17:35.992" v="12256" actId="1076"/>
          <ac:cxnSpMkLst>
            <pc:docMk/>
            <pc:sldMk cId="3462558827" sldId="361"/>
            <ac:cxnSpMk id="95" creationId="{0741794D-8376-1DB1-7F54-C99AFC4C0184}"/>
          </ac:cxnSpMkLst>
        </pc:cxnChg>
      </pc:sldChg>
      <pc:sldChg chg="addSp modSp add mod modAnim">
        <pc:chgData name="昕 许" userId="a2975fcd840abfc3" providerId="LiveId" clId="{49CCD4F9-177C-4270-9A14-60236FF377E8}" dt="2026-05-02T11:47:58.197" v="13855" actId="1076"/>
        <pc:sldMkLst>
          <pc:docMk/>
          <pc:sldMk cId="2129370846" sldId="362"/>
        </pc:sldMkLst>
        <pc:spChg chg="add mod">
          <ac:chgData name="昕 许" userId="a2975fcd840abfc3" providerId="LiveId" clId="{49CCD4F9-177C-4270-9A14-60236FF377E8}" dt="2026-05-02T11:47:37.154" v="13853" actId="14100"/>
          <ac:spMkLst>
            <pc:docMk/>
            <pc:sldMk cId="2129370846" sldId="362"/>
            <ac:spMk id="2" creationId="{58BCC641-CA12-0DCD-279D-20137F494D6A}"/>
          </ac:spMkLst>
        </pc:spChg>
        <pc:spChg chg="add mod">
          <ac:chgData name="昕 许" userId="a2975fcd840abfc3" providerId="LiveId" clId="{49CCD4F9-177C-4270-9A14-60236FF377E8}" dt="2026-05-02T11:47:43.286" v="13854" actId="1076"/>
          <ac:spMkLst>
            <pc:docMk/>
            <pc:sldMk cId="2129370846" sldId="362"/>
            <ac:spMk id="3" creationId="{6F4B8162-E7E8-3081-074C-FDF27AA2CE3A}"/>
          </ac:spMkLst>
        </pc:spChg>
        <pc:spChg chg="add mod">
          <ac:chgData name="昕 许" userId="a2975fcd840abfc3" providerId="LiveId" clId="{49CCD4F9-177C-4270-9A14-60236FF377E8}" dt="2026-05-02T11:47:43.286" v="13854" actId="1076"/>
          <ac:spMkLst>
            <pc:docMk/>
            <pc:sldMk cId="2129370846" sldId="362"/>
            <ac:spMk id="4" creationId="{1AD87D22-A4DE-3EEB-112C-B34FC1DD9976}"/>
          </ac:spMkLst>
        </pc:spChg>
        <pc:spChg chg="add mod">
          <ac:chgData name="昕 许" userId="a2975fcd840abfc3" providerId="LiveId" clId="{49CCD4F9-177C-4270-9A14-60236FF377E8}" dt="2026-05-02T11:47:43.286" v="13854" actId="1076"/>
          <ac:spMkLst>
            <pc:docMk/>
            <pc:sldMk cId="2129370846" sldId="362"/>
            <ac:spMk id="5" creationId="{7FCF8AB6-9ACD-A209-17D7-CE3A09A5F0F5}"/>
          </ac:spMkLst>
        </pc:spChg>
        <pc:spChg chg="add mod">
          <ac:chgData name="昕 许" userId="a2975fcd840abfc3" providerId="LiveId" clId="{49CCD4F9-177C-4270-9A14-60236FF377E8}" dt="2026-05-02T11:47:43.286" v="13854" actId="1076"/>
          <ac:spMkLst>
            <pc:docMk/>
            <pc:sldMk cId="2129370846" sldId="362"/>
            <ac:spMk id="6" creationId="{E2644070-C6AB-F4CE-E1A2-8C5BC9B0B3C7}"/>
          </ac:spMkLst>
        </pc:spChg>
        <pc:spChg chg="add mod">
          <ac:chgData name="昕 许" userId="a2975fcd840abfc3" providerId="LiveId" clId="{49CCD4F9-177C-4270-9A14-60236FF377E8}" dt="2026-05-02T11:47:43.286" v="13854" actId="1076"/>
          <ac:spMkLst>
            <pc:docMk/>
            <pc:sldMk cId="2129370846" sldId="362"/>
            <ac:spMk id="7" creationId="{4F590349-9C96-438E-57CA-58C53CD28F96}"/>
          </ac:spMkLst>
        </pc:spChg>
        <pc:spChg chg="add mod">
          <ac:chgData name="昕 许" userId="a2975fcd840abfc3" providerId="LiveId" clId="{49CCD4F9-177C-4270-9A14-60236FF377E8}" dt="2026-05-02T11:47:43.286" v="13854" actId="1076"/>
          <ac:spMkLst>
            <pc:docMk/>
            <pc:sldMk cId="2129370846" sldId="362"/>
            <ac:spMk id="8" creationId="{906FA6CD-D27F-474C-EDFD-595CD6A8FB9D}"/>
          </ac:spMkLst>
        </pc:spChg>
        <pc:spChg chg="add mod">
          <ac:chgData name="昕 许" userId="a2975fcd840abfc3" providerId="LiveId" clId="{49CCD4F9-177C-4270-9A14-60236FF377E8}" dt="2026-05-02T11:47:58.197" v="13855" actId="1076"/>
          <ac:spMkLst>
            <pc:docMk/>
            <pc:sldMk cId="2129370846" sldId="362"/>
            <ac:spMk id="9" creationId="{79CB6401-CD7C-C655-D42C-0ACA5234313A}"/>
          </ac:spMkLst>
        </pc:spChg>
        <pc:spChg chg="add mod">
          <ac:chgData name="昕 许" userId="a2975fcd840abfc3" providerId="LiveId" clId="{49CCD4F9-177C-4270-9A14-60236FF377E8}" dt="2026-05-02T11:47:43.286" v="13854" actId="1076"/>
          <ac:spMkLst>
            <pc:docMk/>
            <pc:sldMk cId="2129370846" sldId="362"/>
            <ac:spMk id="10" creationId="{512DCCA8-B031-A40F-970C-08BA752493D5}"/>
          </ac:spMkLst>
        </pc:spChg>
        <pc:spChg chg="add mod">
          <ac:chgData name="昕 许" userId="a2975fcd840abfc3" providerId="LiveId" clId="{49CCD4F9-177C-4270-9A14-60236FF377E8}" dt="2026-05-02T11:47:43.286" v="13854" actId="1076"/>
          <ac:spMkLst>
            <pc:docMk/>
            <pc:sldMk cId="2129370846" sldId="362"/>
            <ac:spMk id="11" creationId="{4BCA33CE-8365-4EEB-F99E-E3A7A7282D1B}"/>
          </ac:spMkLst>
        </pc:spChg>
        <pc:spChg chg="add mod">
          <ac:chgData name="昕 许" userId="a2975fcd840abfc3" providerId="LiveId" clId="{49CCD4F9-177C-4270-9A14-60236FF377E8}" dt="2026-05-02T11:47:58.197" v="13855" actId="1076"/>
          <ac:spMkLst>
            <pc:docMk/>
            <pc:sldMk cId="2129370846" sldId="362"/>
            <ac:spMk id="12" creationId="{914D4074-7C54-4DE7-B74D-3DA3003E3DA7}"/>
          </ac:spMkLst>
        </pc:spChg>
        <pc:spChg chg="add mod">
          <ac:chgData name="昕 许" userId="a2975fcd840abfc3" providerId="LiveId" clId="{49CCD4F9-177C-4270-9A14-60236FF377E8}" dt="2026-05-02T11:47:58.197" v="13855" actId="1076"/>
          <ac:spMkLst>
            <pc:docMk/>
            <pc:sldMk cId="2129370846" sldId="362"/>
            <ac:spMk id="13" creationId="{00136102-04D6-7439-1D4A-B2A1C1CA4DA7}"/>
          </ac:spMkLst>
        </pc:spChg>
        <pc:spChg chg="add mod">
          <ac:chgData name="昕 许" userId="a2975fcd840abfc3" providerId="LiveId" clId="{49CCD4F9-177C-4270-9A14-60236FF377E8}" dt="2026-05-02T11:47:58.197" v="13855" actId="1076"/>
          <ac:spMkLst>
            <pc:docMk/>
            <pc:sldMk cId="2129370846" sldId="362"/>
            <ac:spMk id="14" creationId="{922F5C17-035F-A009-9AB2-AC67EF2167A9}"/>
          </ac:spMkLst>
        </pc:spChg>
        <pc:spChg chg="add mod">
          <ac:chgData name="昕 许" userId="a2975fcd840abfc3" providerId="LiveId" clId="{49CCD4F9-177C-4270-9A14-60236FF377E8}" dt="2026-05-02T11:47:58.197" v="13855" actId="1076"/>
          <ac:spMkLst>
            <pc:docMk/>
            <pc:sldMk cId="2129370846" sldId="362"/>
            <ac:spMk id="15" creationId="{CED0EEE0-8087-9ED6-FC9E-5DB3B2148892}"/>
          </ac:spMkLst>
        </pc:spChg>
        <pc:spChg chg="add mod">
          <ac:chgData name="昕 许" userId="a2975fcd840abfc3" providerId="LiveId" clId="{49CCD4F9-177C-4270-9A14-60236FF377E8}" dt="2026-05-02T11:47:58.197" v="13855" actId="1076"/>
          <ac:spMkLst>
            <pc:docMk/>
            <pc:sldMk cId="2129370846" sldId="362"/>
            <ac:spMk id="16" creationId="{7A77EDB1-AB98-ED29-B727-E5C76EEAA4AC}"/>
          </ac:spMkLst>
        </pc:spChg>
        <pc:spChg chg="add mod">
          <ac:chgData name="昕 许" userId="a2975fcd840abfc3" providerId="LiveId" clId="{49CCD4F9-177C-4270-9A14-60236FF377E8}" dt="2026-05-02T11:46:47.022" v="13842" actId="164"/>
          <ac:spMkLst>
            <pc:docMk/>
            <pc:sldMk cId="2129370846" sldId="362"/>
            <ac:spMk id="19" creationId="{19682001-34BE-CF92-3AD4-D583ED3AC7A3}"/>
          </ac:spMkLst>
        </pc:spChg>
        <pc:spChg chg="mod">
          <ac:chgData name="昕 许" userId="a2975fcd840abfc3" providerId="LiveId" clId="{49CCD4F9-177C-4270-9A14-60236FF377E8}" dt="2026-05-02T11:46:52.801" v="13846" actId="20577"/>
          <ac:spMkLst>
            <pc:docMk/>
            <pc:sldMk cId="2129370846" sldId="362"/>
            <ac:spMk id="23" creationId="{AC466670-D96E-4FE3-B6A7-35CFF61F8151}"/>
          </ac:spMkLst>
        </pc:spChg>
        <pc:spChg chg="mod">
          <ac:chgData name="昕 许" userId="a2975fcd840abfc3" providerId="LiveId" clId="{49CCD4F9-177C-4270-9A14-60236FF377E8}" dt="2026-05-02T11:47:33.598" v="13852" actId="1076"/>
          <ac:spMkLst>
            <pc:docMk/>
            <pc:sldMk cId="2129370846" sldId="362"/>
            <ac:spMk id="269" creationId="{84DED28C-B594-6199-EB7F-FE9AC890B9CC}"/>
          </ac:spMkLst>
        </pc:spChg>
        <pc:grpChg chg="add mod">
          <ac:chgData name="昕 许" userId="a2975fcd840abfc3" providerId="LiveId" clId="{49CCD4F9-177C-4270-9A14-60236FF377E8}" dt="2026-05-02T11:47:58.197" v="13855" actId="1076"/>
          <ac:grpSpMkLst>
            <pc:docMk/>
            <pc:sldMk cId="2129370846" sldId="362"/>
            <ac:grpSpMk id="20" creationId="{B8714148-9150-0F8D-EAD8-060E3C2D97EB}"/>
          </ac:grpSpMkLst>
        </pc:grpChg>
        <pc:grpChg chg="add mod">
          <ac:chgData name="昕 许" userId="a2975fcd840abfc3" providerId="LiveId" clId="{49CCD4F9-177C-4270-9A14-60236FF377E8}" dt="2026-05-02T11:47:58.197" v="13855" actId="1076"/>
          <ac:grpSpMkLst>
            <pc:docMk/>
            <pc:sldMk cId="2129370846" sldId="362"/>
            <ac:grpSpMk id="21" creationId="{D0C25724-8A98-9FF2-CBD6-81F8BC4E8509}"/>
          </ac:grpSpMkLst>
        </pc:grpChg>
        <pc:cxnChg chg="add mod">
          <ac:chgData name="昕 许" userId="a2975fcd840abfc3" providerId="LiveId" clId="{49CCD4F9-177C-4270-9A14-60236FF377E8}" dt="2026-05-02T11:46:47.022" v="13842" actId="164"/>
          <ac:cxnSpMkLst>
            <pc:docMk/>
            <pc:sldMk cId="2129370846" sldId="362"/>
            <ac:cxnSpMk id="18" creationId="{FECD4559-5832-B86E-A678-D3D4CDBBD8BA}"/>
          </ac:cxnSpMkLst>
        </pc:cxnChg>
        <pc:cxnChg chg="mod">
          <ac:chgData name="昕 许" userId="a2975fcd840abfc3" providerId="LiveId" clId="{49CCD4F9-177C-4270-9A14-60236FF377E8}" dt="2026-05-02T11:46:52.731" v="13845" actId="20577"/>
          <ac:cxnSpMkLst>
            <pc:docMk/>
            <pc:sldMk cId="2129370846" sldId="362"/>
            <ac:cxnSpMk id="22" creationId="{4849194B-89C5-E662-96EE-D209F498B6B0}"/>
          </ac:cxnSpMkLst>
        </pc:cxnChg>
      </pc:sldChg>
      <pc:sldChg chg="addSp delSp modSp add del mod">
        <pc:chgData name="昕 许" userId="a2975fcd840abfc3" providerId="LiveId" clId="{49CCD4F9-177C-4270-9A14-60236FF377E8}" dt="2026-05-02T11:23:11.014" v="13281" actId="47"/>
        <pc:sldMkLst>
          <pc:docMk/>
          <pc:sldMk cId="2835866755" sldId="362"/>
        </pc:sldMkLst>
        <pc:spChg chg="add mod">
          <ac:chgData name="昕 许" userId="a2975fcd840abfc3" providerId="LiveId" clId="{49CCD4F9-177C-4270-9A14-60236FF377E8}" dt="2026-05-01T12:41:17.892" v="12368" actId="1076"/>
          <ac:spMkLst>
            <pc:docMk/>
            <pc:sldMk cId="2835866755" sldId="362"/>
            <ac:spMk id="2" creationId="{8A349DED-2EF1-EEA0-C29A-EC6547369234}"/>
          </ac:spMkLst>
        </pc:spChg>
        <pc:spChg chg="mod">
          <ac:chgData name="昕 许" userId="a2975fcd840abfc3" providerId="LiveId" clId="{49CCD4F9-177C-4270-9A14-60236FF377E8}" dt="2026-05-01T12:39:15.497" v="12349" actId="20577"/>
          <ac:spMkLst>
            <pc:docMk/>
            <pc:sldMk cId="2835866755" sldId="362"/>
            <ac:spMk id="5" creationId="{4E1F7FDD-E179-7517-C9FE-08582F353676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8" creationId="{F4D7E276-7CA2-7DBC-BB56-A1DBE8DD7C34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9" creationId="{F2409B9A-5A3C-C0EE-8761-7FBB21ED2AC3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11" creationId="{F3019D26-6456-5F5E-D0A8-FA3A58ADD89F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12" creationId="{C8E8E9A4-2879-A3F6-24D3-8183CA662B94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20" creationId="{6DE50FF2-36FD-9088-69BE-67B8C960B220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21" creationId="{7D84ED88-0CD4-F946-9EA0-CF718E0C7F87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23" creationId="{9393D488-9845-30FB-74B2-7CA97E2FBA23}"/>
          </ac:spMkLst>
        </pc:spChg>
        <pc:spChg chg="mod">
          <ac:chgData name="昕 许" userId="a2975fcd840abfc3" providerId="LiveId" clId="{49CCD4F9-177C-4270-9A14-60236FF377E8}" dt="2026-05-01T12:43:22.422" v="12443" actId="20577"/>
          <ac:spMkLst>
            <pc:docMk/>
            <pc:sldMk cId="2835866755" sldId="362"/>
            <ac:spMk id="24" creationId="{3ECE421E-407C-90BE-5E8E-69AE98609AEB}"/>
          </ac:spMkLst>
        </pc:spChg>
        <pc:spChg chg="add 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25" creationId="{38D782AF-2083-EE2E-A5A8-1469AFCACCF5}"/>
          </ac:spMkLst>
        </pc:spChg>
        <pc:spChg chg="add 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27" creationId="{E43A736A-9BAC-ACB4-41FC-E94B68D6445C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28" creationId="{0EAB6A39-8656-43F0-DC08-E817F5E3B46D}"/>
          </ac:spMkLst>
        </pc:spChg>
        <pc:spChg chg="mod">
          <ac:chgData name="昕 许" userId="a2975fcd840abfc3" providerId="LiveId" clId="{49CCD4F9-177C-4270-9A14-60236FF377E8}" dt="2026-05-01T12:43:28.707" v="12445" actId="1076"/>
          <ac:spMkLst>
            <pc:docMk/>
            <pc:sldMk cId="2835866755" sldId="362"/>
            <ac:spMk id="29" creationId="{781D8855-C4C3-7DC9-6FC8-9B605CE8BAFD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30" creationId="{75952277-5E7D-90E6-BBF9-412FD8869A03}"/>
          </ac:spMkLst>
        </pc:spChg>
        <pc:spChg chg="add 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31" creationId="{5DC68991-4FE5-719A-A9E2-5FB61BA7FB5A}"/>
          </ac:spMkLst>
        </pc:spChg>
        <pc:spChg chg="mod">
          <ac:chgData name="昕 许" userId="a2975fcd840abfc3" providerId="LiveId" clId="{49CCD4F9-177C-4270-9A14-60236FF377E8}" dt="2026-05-01T12:27:16.597" v="12342" actId="20577"/>
          <ac:spMkLst>
            <pc:docMk/>
            <pc:sldMk cId="2835866755" sldId="362"/>
            <ac:spMk id="40" creationId="{85AA93E5-EEAB-B16B-0CDB-B5DD9288D261}"/>
          </ac:spMkLst>
        </pc:spChg>
        <pc:spChg chg="mod">
          <ac:chgData name="昕 许" userId="a2975fcd840abfc3" providerId="LiveId" clId="{49CCD4F9-177C-4270-9A14-60236FF377E8}" dt="2026-05-01T12:27:16.597" v="12342" actId="20577"/>
          <ac:spMkLst>
            <pc:docMk/>
            <pc:sldMk cId="2835866755" sldId="362"/>
            <ac:spMk id="42" creationId="{E350382F-703F-567F-9EC6-6EF6F97CA150}"/>
          </ac:spMkLst>
        </pc:spChg>
        <pc:spChg chg="mod">
          <ac:chgData name="昕 许" userId="a2975fcd840abfc3" providerId="LiveId" clId="{49CCD4F9-177C-4270-9A14-60236FF377E8}" dt="2026-05-01T12:39:16.769" v="12350" actId="20577"/>
          <ac:spMkLst>
            <pc:docMk/>
            <pc:sldMk cId="2835866755" sldId="362"/>
            <ac:spMk id="46" creationId="{130134C6-F507-A1F3-EC89-A4716C1E401D}"/>
          </ac:spMkLst>
        </pc:spChg>
        <pc:spChg chg="mod">
          <ac:chgData name="昕 许" userId="a2975fcd840abfc3" providerId="LiveId" clId="{49CCD4F9-177C-4270-9A14-60236FF377E8}" dt="2026-05-01T12:27:21.637" v="12344" actId="20577"/>
          <ac:spMkLst>
            <pc:docMk/>
            <pc:sldMk cId="2835866755" sldId="362"/>
            <ac:spMk id="49" creationId="{48F55125-9842-A7F4-FAE4-FBF6CBE3874A}"/>
          </ac:spMkLst>
        </pc:spChg>
        <pc:spChg chg="mod">
          <ac:chgData name="昕 许" userId="a2975fcd840abfc3" providerId="LiveId" clId="{49CCD4F9-177C-4270-9A14-60236FF377E8}" dt="2026-05-01T12:41:26.978" v="12369" actId="20577"/>
          <ac:spMkLst>
            <pc:docMk/>
            <pc:sldMk cId="2835866755" sldId="362"/>
            <ac:spMk id="52" creationId="{2FBB61AD-95BB-9D6F-0136-6183C139CA9B}"/>
          </ac:spMkLst>
        </pc:spChg>
        <pc:spChg chg="mod">
          <ac:chgData name="昕 许" userId="a2975fcd840abfc3" providerId="LiveId" clId="{49CCD4F9-177C-4270-9A14-60236FF377E8}" dt="2026-05-01T12:43:20.735" v="12442" actId="20577"/>
          <ac:spMkLst>
            <pc:docMk/>
            <pc:sldMk cId="2835866755" sldId="362"/>
            <ac:spMk id="55" creationId="{5DD5EA1B-0344-001F-8B76-54C011B9DCE3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56" creationId="{0D5D4BEC-A824-4F12-D7A3-B9FD0CFEC40F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58" creationId="{F715BB13-44A9-0C8A-D6D5-A0959A69A7F5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59" creationId="{72BFF23D-98B6-81DF-F029-16528C33A46D}"/>
          </ac:spMkLst>
        </pc:spChg>
        <pc:spChg chg="mod">
          <ac:chgData name="昕 许" userId="a2975fcd840abfc3" providerId="LiveId" clId="{49CCD4F9-177C-4270-9A14-60236FF377E8}" dt="2026-05-01T12:42:05.751" v="12391" actId="20577"/>
          <ac:spMkLst>
            <pc:docMk/>
            <pc:sldMk cId="2835866755" sldId="362"/>
            <ac:spMk id="61" creationId="{DB73B661-FB63-302C-B470-515CBD9206A0}"/>
          </ac:spMkLst>
        </pc:spChg>
        <pc:spChg chg="mod">
          <ac:chgData name="昕 许" userId="a2975fcd840abfc3" providerId="LiveId" clId="{49CCD4F9-177C-4270-9A14-60236FF377E8}" dt="2026-05-02T09:03:30.990" v="13277" actId="20577"/>
          <ac:spMkLst>
            <pc:docMk/>
            <pc:sldMk cId="2835866755" sldId="362"/>
            <ac:spMk id="62" creationId="{7CA260A5-E2C9-AA01-405A-2377E2B5565B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65" creationId="{D4FCF89C-824A-E220-49BE-A34D8170D179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66" creationId="{5DA7560F-07C9-A46B-4067-A81CA3A10687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84" creationId="{80800F0B-62C0-678E-F4CF-94EE09DE0028}"/>
          </ac:spMkLst>
        </pc:spChg>
        <pc:spChg chg="del mod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4" creationId="{3C44C048-E3F8-F357-E6F2-1CA713F23DA6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6" creationId="{7A257596-DBDD-4FFF-ED31-0AA645944412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7" creationId="{68804493-4121-5A18-38A7-42BE0ED9FC27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8" creationId="{EC44793A-D34E-2CDD-2A92-64A7D10D7EC1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9" creationId="{87F8B4F1-E028-9996-A861-FCD43EFF86AA}"/>
          </ac:spMkLst>
        </pc:spChg>
        <pc:spChg chg="mod">
          <ac:chgData name="昕 许" userId="a2975fcd840abfc3" providerId="LiveId" clId="{49CCD4F9-177C-4270-9A14-60236FF377E8}" dt="2026-05-01T12:43:59.034" v="12453" actId="20577"/>
          <ac:spMkLst>
            <pc:docMk/>
            <pc:sldMk cId="2835866755" sldId="362"/>
            <ac:spMk id="100" creationId="{E9F9BC26-A0F1-CA1F-A753-FB0E5C0FD49A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101" creationId="{A007E9C7-EEA5-4DED-35C9-836435B5DF1F}"/>
          </ac:spMkLst>
        </pc:spChg>
        <pc:spChg chg="mod">
          <ac:chgData name="昕 许" userId="a2975fcd840abfc3" providerId="LiveId" clId="{49CCD4F9-177C-4270-9A14-60236FF377E8}" dt="2026-05-01T12:44:07.968" v="12467" actId="1037"/>
          <ac:spMkLst>
            <pc:docMk/>
            <pc:sldMk cId="2835866755" sldId="362"/>
            <ac:spMk id="104" creationId="{45500C7C-C996-3819-B569-9ED277AB82AA}"/>
          </ac:spMkLst>
        </pc:spChg>
        <pc:spChg chg="mod">
          <ac:chgData name="昕 许" userId="a2975fcd840abfc3" providerId="LiveId" clId="{49CCD4F9-177C-4270-9A14-60236FF377E8}" dt="2026-05-01T12:44:26.814" v="12473" actId="14100"/>
          <ac:spMkLst>
            <pc:docMk/>
            <pc:sldMk cId="2835866755" sldId="362"/>
            <ac:spMk id="105" creationId="{79F2ABCD-97D9-7E12-7118-BAA2CE15741A}"/>
          </ac:spMkLst>
        </pc:spChg>
        <pc:spChg chg="mod">
          <ac:chgData name="昕 许" userId="a2975fcd840abfc3" providerId="LiveId" clId="{49CCD4F9-177C-4270-9A14-60236FF377E8}" dt="2026-05-01T12:44:13.094" v="12470" actId="20577"/>
          <ac:spMkLst>
            <pc:docMk/>
            <pc:sldMk cId="2835866755" sldId="362"/>
            <ac:spMk id="106" creationId="{F0A27CC1-1BBD-E27F-B96F-EA79F3C8AF7B}"/>
          </ac:spMkLst>
        </pc:spChg>
        <pc:spChg chg="mod">
          <ac:chgData name="昕 许" userId="a2975fcd840abfc3" providerId="LiveId" clId="{49CCD4F9-177C-4270-9A14-60236FF377E8}" dt="2026-05-01T12:44:37.198" v="12481" actId="20577"/>
          <ac:spMkLst>
            <pc:docMk/>
            <pc:sldMk cId="2835866755" sldId="362"/>
            <ac:spMk id="107" creationId="{0D5BDEBE-B8C2-E535-6860-B74E0F3108E8}"/>
          </ac:spMkLst>
        </pc:spChg>
        <pc:spChg chg="add mod">
          <ac:chgData name="昕 许" userId="a2975fcd840abfc3" providerId="LiveId" clId="{49CCD4F9-177C-4270-9A14-60236FF377E8}" dt="2026-05-01T12:43:55.200" v="12452" actId="1076"/>
          <ac:spMkLst>
            <pc:docMk/>
            <pc:sldMk cId="2835866755" sldId="362"/>
            <ac:spMk id="108" creationId="{8EDD0DF2-2B8F-F7D2-EB7D-0565EF37E3C4}"/>
          </ac:spMkLst>
        </pc:spChg>
        <pc:spChg chg="add mod">
          <ac:chgData name="昕 许" userId="a2975fcd840abfc3" providerId="LiveId" clId="{49CCD4F9-177C-4270-9A14-60236FF377E8}" dt="2026-05-01T12:43:55.200" v="12452" actId="1076"/>
          <ac:spMkLst>
            <pc:docMk/>
            <pc:sldMk cId="2835866755" sldId="362"/>
            <ac:spMk id="109" creationId="{C57DBF3D-93E6-A058-9C84-FA28A2821497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12" creationId="{96E4465A-9851-256C-56BD-93242B582F51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15" creationId="{F97B23C7-6088-923B-F978-C0B1B3229029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16" creationId="{8C4415A8-A4ED-929B-1A20-D5165EFEA526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22" creationId="{56842266-9A40-A1F0-A6AF-D3664A875BCF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27" creationId="{370BAE79-11B8-8137-6C1F-92EE0C97F3EC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28" creationId="{1809E292-B8C0-83EE-5CBF-E89F22CC73FC}"/>
          </ac:spMkLst>
        </pc:spChg>
        <pc:spChg chg="mod">
          <ac:chgData name="昕 许" userId="a2975fcd840abfc3" providerId="LiveId" clId="{49CCD4F9-177C-4270-9A14-60236FF377E8}" dt="2026-05-01T12:44:40.509" v="12483" actId="20577"/>
          <ac:spMkLst>
            <pc:docMk/>
            <pc:sldMk cId="2835866755" sldId="362"/>
            <ac:spMk id="129" creationId="{6E320B37-399B-89A5-1D8C-B27E1A20E724}"/>
          </ac:spMkLst>
        </pc:spChg>
        <pc:spChg chg="del mod">
          <ac:chgData name="昕 许" userId="a2975fcd840abfc3" providerId="LiveId" clId="{49CCD4F9-177C-4270-9A14-60236FF377E8}" dt="2026-05-01T12:44:46.352" v="12484" actId="478"/>
          <ac:spMkLst>
            <pc:docMk/>
            <pc:sldMk cId="2835866755" sldId="362"/>
            <ac:spMk id="131" creationId="{EB4ABA9D-3326-9FE7-3850-79F50B1879D6}"/>
          </ac:spMkLst>
        </pc:spChg>
        <pc:spChg chg="del">
          <ac:chgData name="昕 许" userId="a2975fcd840abfc3" providerId="LiveId" clId="{49CCD4F9-177C-4270-9A14-60236FF377E8}" dt="2026-05-01T12:44:46.352" v="12484" actId="478"/>
          <ac:spMkLst>
            <pc:docMk/>
            <pc:sldMk cId="2835866755" sldId="362"/>
            <ac:spMk id="132" creationId="{306C5272-0216-1CB3-614F-D239D628729B}"/>
          </ac:spMkLst>
        </pc:spChg>
        <pc:spChg chg="del">
          <ac:chgData name="昕 许" userId="a2975fcd840abfc3" providerId="LiveId" clId="{49CCD4F9-177C-4270-9A14-60236FF377E8}" dt="2026-05-01T12:44:46.352" v="12484" actId="478"/>
          <ac:spMkLst>
            <pc:docMk/>
            <pc:sldMk cId="2835866755" sldId="362"/>
            <ac:spMk id="133" creationId="{A23D6E91-A6A3-C545-B678-37A9D41FE3BF}"/>
          </ac:spMkLst>
        </pc:spChg>
        <pc:spChg chg="del mod">
          <ac:chgData name="昕 许" userId="a2975fcd840abfc3" providerId="LiveId" clId="{49CCD4F9-177C-4270-9A14-60236FF377E8}" dt="2026-05-01T12:44:46.352" v="12484" actId="478"/>
          <ac:spMkLst>
            <pc:docMk/>
            <pc:sldMk cId="2835866755" sldId="362"/>
            <ac:spMk id="134" creationId="{F1CAA57B-9D1D-E05F-ED19-A189474E0CB7}"/>
          </ac:spMkLst>
        </pc:spChg>
        <pc:spChg chg="mod">
          <ac:chgData name="昕 许" userId="a2975fcd840abfc3" providerId="LiveId" clId="{49CCD4F9-177C-4270-9A14-60236FF377E8}" dt="2026-05-01T12:43:55.200" v="12452" actId="1076"/>
          <ac:spMkLst>
            <pc:docMk/>
            <pc:sldMk cId="2835866755" sldId="362"/>
            <ac:spMk id="135" creationId="{59DDE6E0-A18A-FE8F-F01E-34AAA960621A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2" creationId="{0E504889-5AC8-2D3E-0F47-4BD86120F501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3" creationId="{CA35F0F2-DE77-FC5D-95DC-34E7090601F8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5" creationId="{FC6AAC5A-3332-70BF-863C-C8975E6F433B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6" creationId="{D2BDA796-310B-4041-CBEF-E6D2CAA2A759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9" creationId="{38829072-02C4-92FE-9AC2-3EE488B7AA41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54" creationId="{7C776762-6CE1-703F-1339-60A534AC4CDF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55" creationId="{4DD2F5D6-F8B4-B5EB-BD4B-60767EF90557}"/>
          </ac:spMkLst>
        </pc:spChg>
        <pc:spChg chg="mod">
          <ac:chgData name="昕 许" userId="a2975fcd840abfc3" providerId="LiveId" clId="{49CCD4F9-177C-4270-9A14-60236FF377E8}" dt="2026-05-01T12:45:06.848" v="12490" actId="14100"/>
          <ac:spMkLst>
            <pc:docMk/>
            <pc:sldMk cId="2835866755" sldId="362"/>
            <ac:spMk id="157" creationId="{8E631F2A-84BB-E05F-E9A3-5BB1EB794005}"/>
          </ac:spMkLst>
        </pc:spChg>
        <pc:spChg chg="add mod">
          <ac:chgData name="昕 许" userId="a2975fcd840abfc3" providerId="LiveId" clId="{49CCD4F9-177C-4270-9A14-60236FF377E8}" dt="2026-05-01T12:45:01.071" v="12488" actId="14100"/>
          <ac:spMkLst>
            <pc:docMk/>
            <pc:sldMk cId="2835866755" sldId="362"/>
            <ac:spMk id="158" creationId="{064834EF-4946-320A-C068-68B028953799}"/>
          </ac:spMkLst>
        </pc:spChg>
        <pc:spChg chg="add mod">
          <ac:chgData name="昕 许" userId="a2975fcd840abfc3" providerId="LiveId" clId="{49CCD4F9-177C-4270-9A14-60236FF377E8}" dt="2026-05-01T12:45:29.256" v="12496" actId="20577"/>
          <ac:spMkLst>
            <pc:docMk/>
            <pc:sldMk cId="2835866755" sldId="362"/>
            <ac:spMk id="159" creationId="{395FB350-A7D1-C554-7CE1-8080CAC1DF9A}"/>
          </ac:spMkLst>
        </pc:spChg>
        <pc:spChg chg="add mod">
          <ac:chgData name="昕 许" userId="a2975fcd840abfc3" providerId="LiveId" clId="{49CCD4F9-177C-4270-9A14-60236FF377E8}" dt="2026-05-01T12:45:33.026" v="12500" actId="20577"/>
          <ac:spMkLst>
            <pc:docMk/>
            <pc:sldMk cId="2835866755" sldId="362"/>
            <ac:spMk id="160" creationId="{FF6E81B7-7E48-7689-6352-EBE6276A2C80}"/>
          </ac:spMkLst>
        </pc:spChg>
        <pc:grpChg chg="mod">
          <ac:chgData name="昕 许" userId="a2975fcd840abfc3" providerId="LiveId" clId="{49CCD4F9-177C-4270-9A14-60236FF377E8}" dt="2026-05-01T12:42:36.747" v="12402" actId="1076"/>
          <ac:grpSpMkLst>
            <pc:docMk/>
            <pc:sldMk cId="2835866755" sldId="362"/>
            <ac:grpSpMk id="10" creationId="{F8E56D54-6C83-2CBC-21AC-8EA5C3BB0501}"/>
          </ac:grpSpMkLst>
        </pc:grpChg>
        <pc:grpChg chg="mod">
          <ac:chgData name="昕 许" userId="a2975fcd840abfc3" providerId="LiveId" clId="{49CCD4F9-177C-4270-9A14-60236FF377E8}" dt="2026-05-01T12:43:35.678" v="12446" actId="207"/>
          <ac:grpSpMkLst>
            <pc:docMk/>
            <pc:sldMk cId="2835866755" sldId="362"/>
            <ac:grpSpMk id="13" creationId="{81B57749-62E5-EF07-660C-19A24C66BEDD}"/>
          </ac:grpSpMkLst>
        </pc:grpChg>
        <pc:grpChg chg="mod">
          <ac:chgData name="昕 许" userId="a2975fcd840abfc3" providerId="LiveId" clId="{49CCD4F9-177C-4270-9A14-60236FF377E8}" dt="2026-05-01T12:43:35.678" v="12446" actId="207"/>
          <ac:grpSpMkLst>
            <pc:docMk/>
            <pc:sldMk cId="2835866755" sldId="362"/>
            <ac:grpSpMk id="16" creationId="{849924BA-4A00-5DA5-6BCD-475287918F7F}"/>
          </ac:grpSpMkLst>
        </pc:grpChg>
        <pc:grpChg chg="mod">
          <ac:chgData name="昕 许" userId="a2975fcd840abfc3" providerId="LiveId" clId="{49CCD4F9-177C-4270-9A14-60236FF377E8}" dt="2026-05-01T12:43:35.678" v="12446" actId="207"/>
          <ac:grpSpMkLst>
            <pc:docMk/>
            <pc:sldMk cId="2835866755" sldId="362"/>
            <ac:grpSpMk id="19" creationId="{89C994E9-4DFE-F56D-20AC-9B4DA021BEBF}"/>
          </ac:grpSpMkLst>
        </pc:grpChg>
        <pc:grpChg chg="mod">
          <ac:chgData name="昕 许" userId="a2975fcd840abfc3" providerId="LiveId" clId="{49CCD4F9-177C-4270-9A14-60236FF377E8}" dt="2026-05-01T12:44:22.370" v="12472" actId="207"/>
          <ac:grpSpMkLst>
            <pc:docMk/>
            <pc:sldMk cId="2835866755" sldId="362"/>
            <ac:grpSpMk id="35" creationId="{FE7DEA58-3BAE-8B64-5AEE-141EA69E6B87}"/>
          </ac:grpSpMkLst>
        </pc:grpChg>
        <pc:grpChg chg="mod">
          <ac:chgData name="昕 许" userId="a2975fcd840abfc3" providerId="LiveId" clId="{49CCD4F9-177C-4270-9A14-60236FF377E8}" dt="2026-05-01T12:27:16.597" v="12342" actId="20577"/>
          <ac:grpSpMkLst>
            <pc:docMk/>
            <pc:sldMk cId="2835866755" sldId="362"/>
            <ac:grpSpMk id="38" creationId="{47F5565C-3D0B-756E-A3D2-882421EA2A70}"/>
          </ac:grpSpMkLst>
        </pc:grpChg>
        <pc:grpChg chg="mod">
          <ac:chgData name="昕 许" userId="a2975fcd840abfc3" providerId="LiveId" clId="{49CCD4F9-177C-4270-9A14-60236FF377E8}" dt="2026-05-01T12:44:22.370" v="12472" actId="207"/>
          <ac:grpSpMkLst>
            <pc:docMk/>
            <pc:sldMk cId="2835866755" sldId="362"/>
            <ac:grpSpMk id="39" creationId="{C0440CCC-B493-33BF-6975-3DAA2CD3BD7D}"/>
          </ac:grpSpMkLst>
        </pc:grpChg>
        <pc:grpChg chg="mod">
          <ac:chgData name="昕 许" userId="a2975fcd840abfc3" providerId="LiveId" clId="{49CCD4F9-177C-4270-9A14-60236FF377E8}" dt="2026-05-01T12:42:12.585" v="12394" actId="207"/>
          <ac:grpSpMkLst>
            <pc:docMk/>
            <pc:sldMk cId="2835866755" sldId="362"/>
            <ac:grpSpMk id="43" creationId="{39F829F0-867F-B8ED-5327-3E86E5003705}"/>
          </ac:grpSpMkLst>
        </pc:grpChg>
        <pc:grpChg chg="mod">
          <ac:chgData name="昕 许" userId="a2975fcd840abfc3" providerId="LiveId" clId="{49CCD4F9-177C-4270-9A14-60236FF377E8}" dt="2026-05-01T12:42:12.585" v="12394" actId="207"/>
          <ac:grpSpMkLst>
            <pc:docMk/>
            <pc:sldMk cId="2835866755" sldId="362"/>
            <ac:grpSpMk id="47" creationId="{C77EB9D1-8DA1-7DA3-83B6-597E8471AFE6}"/>
          </ac:grpSpMkLst>
        </pc:grpChg>
        <pc:grpChg chg="del">
          <ac:chgData name="昕 许" userId="a2975fcd840abfc3" providerId="LiveId" clId="{49CCD4F9-177C-4270-9A14-60236FF377E8}" dt="2026-05-01T12:39:46.815" v="12359" actId="478"/>
          <ac:grpSpMkLst>
            <pc:docMk/>
            <pc:sldMk cId="2835866755" sldId="362"/>
            <ac:grpSpMk id="73" creationId="{6B1DB64D-C83F-8474-EAB1-2F2E08B7BA08}"/>
          </ac:grpSpMkLst>
        </pc:grpChg>
        <pc:grpChg chg="del">
          <ac:chgData name="昕 许" userId="a2975fcd840abfc3" providerId="LiveId" clId="{49CCD4F9-177C-4270-9A14-60236FF377E8}" dt="2026-05-01T12:39:46.815" v="12359" actId="478"/>
          <ac:grpSpMkLst>
            <pc:docMk/>
            <pc:sldMk cId="2835866755" sldId="362"/>
            <ac:grpSpMk id="80" creationId="{F8748E21-440D-CDD9-87A1-C97718A04F3B}"/>
          </ac:grpSpMkLst>
        </pc:grpChg>
        <pc:grpChg chg="del">
          <ac:chgData name="昕 许" userId="a2975fcd840abfc3" providerId="LiveId" clId="{49CCD4F9-177C-4270-9A14-60236FF377E8}" dt="2026-05-01T12:39:46.815" v="12359" actId="478"/>
          <ac:grpSpMkLst>
            <pc:docMk/>
            <pc:sldMk cId="2835866755" sldId="362"/>
            <ac:grpSpMk id="91" creationId="{3BBECCDA-62DE-E109-3F97-1D3A0CAD47D1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11" creationId="{BBE49D9D-39A1-78CC-1EA3-00C2F6F65320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17" creationId="{B2B10943-9B69-D6F0-B3BC-173B626C284B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20" creationId="{CEA65F70-9816-6F5A-694C-E08841665317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23" creationId="{01EF6B4E-074B-E38A-BCAF-FF811AB3E81F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26" creationId="{7CBA326D-1A35-B5B3-B6F0-A4D56C4795D1}"/>
          </ac:grpSpMkLst>
        </pc:grpChg>
        <pc:grpChg chg="mod">
          <ac:chgData name="昕 许" userId="a2975fcd840abfc3" providerId="LiveId" clId="{49CCD4F9-177C-4270-9A14-60236FF377E8}" dt="2026-05-01T12:45:16.563" v="12493" actId="207"/>
          <ac:grpSpMkLst>
            <pc:docMk/>
            <pc:sldMk cId="2835866755" sldId="362"/>
            <ac:grpSpMk id="138" creationId="{3CE52F78-92EC-7D52-9BAD-C74A5E652806}"/>
          </ac:grpSpMkLst>
        </pc:grpChg>
        <pc:grpChg chg="mod">
          <ac:chgData name="昕 许" userId="a2975fcd840abfc3" providerId="LiveId" clId="{49CCD4F9-177C-4270-9A14-60236FF377E8}" dt="2026-05-01T12:45:16.563" v="12493" actId="207"/>
          <ac:grpSpMkLst>
            <pc:docMk/>
            <pc:sldMk cId="2835866755" sldId="362"/>
            <ac:grpSpMk id="141" creationId="{F44FCEFE-8F27-0F71-11FA-3FAF5723FBA1}"/>
          </ac:grpSpMkLst>
        </pc:grpChg>
        <pc:grpChg chg="mod">
          <ac:chgData name="昕 许" userId="a2975fcd840abfc3" providerId="LiveId" clId="{49CCD4F9-177C-4270-9A14-60236FF377E8}" dt="2026-05-01T12:44:53.702" v="12486" actId="1076"/>
          <ac:grpSpMkLst>
            <pc:docMk/>
            <pc:sldMk cId="2835866755" sldId="362"/>
            <ac:grpSpMk id="147" creationId="{76785F2E-6508-2BF1-7EC7-B6AA82D495DF}"/>
          </ac:grpSpMkLst>
        </pc:grpChg>
        <pc:grpChg chg="mod">
          <ac:chgData name="昕 许" userId="a2975fcd840abfc3" providerId="LiveId" clId="{49CCD4F9-177C-4270-9A14-60236FF377E8}" dt="2026-05-01T12:44:53.702" v="12486" actId="1076"/>
          <ac:grpSpMkLst>
            <pc:docMk/>
            <pc:sldMk cId="2835866755" sldId="362"/>
            <ac:grpSpMk id="150" creationId="{A53BB319-7DF9-AA8D-E982-B8E83ABBEA5B}"/>
          </ac:grpSpMkLst>
        </pc:grpChg>
        <pc:grpChg chg="mod">
          <ac:chgData name="昕 许" userId="a2975fcd840abfc3" providerId="LiveId" clId="{49CCD4F9-177C-4270-9A14-60236FF377E8}" dt="2026-05-01T12:44:53.702" v="12486" actId="1076"/>
          <ac:grpSpMkLst>
            <pc:docMk/>
            <pc:sldMk cId="2835866755" sldId="362"/>
            <ac:grpSpMk id="153" creationId="{2ABFB5D1-76BE-528C-EB06-4F3D89CCCD81}"/>
          </ac:grpSpMkLst>
        </pc:grpChg>
        <pc:picChg chg="add mod">
          <ac:chgData name="昕 许" userId="a2975fcd840abfc3" providerId="LiveId" clId="{49CCD4F9-177C-4270-9A14-60236FF377E8}" dt="2026-05-01T12:42:27.117" v="12400" actId="1076"/>
          <ac:picMkLst>
            <pc:docMk/>
            <pc:sldMk cId="2835866755" sldId="362"/>
            <ac:picMk id="6" creationId="{ABCC630D-0AF2-69BB-CB9B-ECD9251852CD}"/>
          </ac:picMkLst>
        </pc:picChg>
        <pc:picChg chg="mod">
          <ac:chgData name="昕 许" userId="a2975fcd840abfc3" providerId="LiveId" clId="{49CCD4F9-177C-4270-9A14-60236FF377E8}" dt="2026-05-01T12:43:43.075" v="12449" actId="1076"/>
          <ac:picMkLst>
            <pc:docMk/>
            <pc:sldMk cId="2835866755" sldId="362"/>
            <ac:picMk id="32" creationId="{50821E2C-B00C-B6BB-8702-BDEE022D1702}"/>
          </ac:picMkLst>
        </pc:picChg>
        <pc:picChg chg="del">
          <ac:chgData name="昕 许" userId="a2975fcd840abfc3" providerId="LiveId" clId="{49CCD4F9-177C-4270-9A14-60236FF377E8}" dt="2026-05-01T12:40:06.866" v="12367" actId="478"/>
          <ac:picMkLst>
            <pc:docMk/>
            <pc:sldMk cId="2835866755" sldId="362"/>
            <ac:picMk id="63" creationId="{DAD250BE-6BD9-7040-29B4-ECC1BF402E16}"/>
          </ac:picMkLst>
        </pc:picChg>
        <pc:picChg chg="del">
          <ac:chgData name="昕 许" userId="a2975fcd840abfc3" providerId="LiveId" clId="{49CCD4F9-177C-4270-9A14-60236FF377E8}" dt="2026-05-01T12:39:46.815" v="12359" actId="478"/>
          <ac:picMkLst>
            <pc:docMk/>
            <pc:sldMk cId="2835866755" sldId="362"/>
            <ac:picMk id="102" creationId="{FD581722-3D08-95A9-7517-38450B777105}"/>
          </ac:picMkLst>
        </pc:picChg>
        <pc:picChg chg="mod">
          <ac:chgData name="昕 许" userId="a2975fcd840abfc3" providerId="LiveId" clId="{49CCD4F9-177C-4270-9A14-60236FF377E8}" dt="2026-05-01T12:44:16.496" v="12471" actId="1076"/>
          <ac:picMkLst>
            <pc:docMk/>
            <pc:sldMk cId="2835866755" sldId="362"/>
            <ac:picMk id="110" creationId="{BD4261FE-4FB8-1500-58AC-A678B68C6D2F}"/>
          </ac:picMkLst>
        </pc:picChg>
        <pc:picChg chg="del">
          <ac:chgData name="昕 许" userId="a2975fcd840abfc3" providerId="LiveId" clId="{49CCD4F9-177C-4270-9A14-60236FF377E8}" dt="2026-05-01T12:44:46.352" v="12484" actId="478"/>
          <ac:picMkLst>
            <pc:docMk/>
            <pc:sldMk cId="2835866755" sldId="362"/>
            <ac:picMk id="136" creationId="{2E356754-D45A-24A9-DD08-FB7645FEC143}"/>
          </ac:picMkLst>
        </pc:picChg>
        <pc:picChg chg="mod">
          <ac:chgData name="昕 许" userId="a2975fcd840abfc3" providerId="LiveId" clId="{49CCD4F9-177C-4270-9A14-60236FF377E8}" dt="2026-05-01T12:45:12.940" v="12492" actId="1076"/>
          <ac:picMkLst>
            <pc:docMk/>
            <pc:sldMk cId="2835866755" sldId="362"/>
            <ac:picMk id="161" creationId="{E459422F-A238-5130-1D01-50A981085BB5}"/>
          </ac:picMkLst>
        </pc:picChg>
        <pc:cxnChg chg="mod">
          <ac:chgData name="昕 许" userId="a2975fcd840abfc3" providerId="LiveId" clId="{49CCD4F9-177C-4270-9A14-60236FF377E8}" dt="2026-05-01T12:43:11.241" v="12439" actId="1076"/>
          <ac:cxnSpMkLst>
            <pc:docMk/>
            <pc:sldMk cId="2835866755" sldId="362"/>
            <ac:cxnSpMk id="26" creationId="{412F1E4C-4746-E733-44D4-83586BB971F7}"/>
          </ac:cxnSpMkLst>
        </pc:cxnChg>
        <pc:cxnChg chg="add mod">
          <ac:chgData name="昕 许" userId="a2975fcd840abfc3" providerId="LiveId" clId="{49CCD4F9-177C-4270-9A14-60236FF377E8}" dt="2026-05-01T12:42:51.336" v="12406" actId="14100"/>
          <ac:cxnSpMkLst>
            <pc:docMk/>
            <pc:sldMk cId="2835866755" sldId="362"/>
            <ac:cxnSpMk id="33" creationId="{412A2FFC-EF37-E578-4EC4-266F9DAC40D1}"/>
          </ac:cxnSpMkLst>
        </pc:cxnChg>
        <pc:cxnChg chg="mod">
          <ac:chgData name="昕 许" userId="a2975fcd840abfc3" providerId="LiveId" clId="{49CCD4F9-177C-4270-9A14-60236FF377E8}" dt="2026-05-01T12:41:30.161" v="12370" actId="1076"/>
          <ac:cxnSpMkLst>
            <pc:docMk/>
            <pc:sldMk cId="2835866755" sldId="362"/>
            <ac:cxnSpMk id="57" creationId="{90C6952B-8847-7C41-66A6-82E79A4A3D95}"/>
          </ac:cxnSpMkLst>
        </pc:cxnChg>
        <pc:cxnChg chg="mod">
          <ac:chgData name="昕 许" userId="a2975fcd840abfc3" providerId="LiveId" clId="{49CCD4F9-177C-4270-9A14-60236FF377E8}" dt="2026-05-01T12:44:03.074" v="12454" actId="1076"/>
          <ac:cxnSpMkLst>
            <pc:docMk/>
            <pc:sldMk cId="2835866755" sldId="362"/>
            <ac:cxnSpMk id="103" creationId="{43B87E36-E2A8-3C52-046C-C8F85F0DF621}"/>
          </ac:cxnSpMkLst>
        </pc:cxnChg>
        <pc:cxnChg chg="mod">
          <ac:chgData name="昕 许" userId="a2975fcd840abfc3" providerId="LiveId" clId="{49CCD4F9-177C-4270-9A14-60236FF377E8}" dt="2026-05-01T12:44:57.834" v="12487" actId="1076"/>
          <ac:cxnSpMkLst>
            <pc:docMk/>
            <pc:sldMk cId="2835866755" sldId="362"/>
            <ac:cxnSpMk id="156" creationId="{FBA0CE71-4619-F5D5-7834-18BAD2C0EACF}"/>
          </ac:cxnSpMkLst>
        </pc:cxnChg>
      </pc:sldChg>
      <pc:sldChg chg="addSp modSp add mod">
        <pc:chgData name="昕 许" userId="a2975fcd840abfc3" providerId="LiveId" clId="{49CCD4F9-177C-4270-9A14-60236FF377E8}" dt="2026-05-02T11:49:23.630" v="13942" actId="1076"/>
        <pc:sldMkLst>
          <pc:docMk/>
          <pc:sldMk cId="486552074" sldId="363"/>
        </pc:sldMkLst>
        <pc:spChg chg="add mod">
          <ac:chgData name="昕 许" userId="a2975fcd840abfc3" providerId="LiveId" clId="{49CCD4F9-177C-4270-9A14-60236FF377E8}" dt="2026-05-02T11:49:23.630" v="13942" actId="1076"/>
          <ac:spMkLst>
            <pc:docMk/>
            <pc:sldMk cId="486552074" sldId="363"/>
            <ac:spMk id="17" creationId="{05A25F70-6824-DA93-54B5-473194DA1048}"/>
          </ac:spMkLst>
        </pc:spChg>
        <pc:grpChg chg="mod">
          <ac:chgData name="昕 许" userId="a2975fcd840abfc3" providerId="LiveId" clId="{49CCD4F9-177C-4270-9A14-60236FF377E8}" dt="2026-05-02T11:49:07.395" v="13940" actId="1076"/>
          <ac:grpSpMkLst>
            <pc:docMk/>
            <pc:sldMk cId="486552074" sldId="363"/>
            <ac:grpSpMk id="20" creationId="{A0AC7276-DFBC-939B-7EEA-22E014421349}"/>
          </ac:grpSpMkLst>
        </pc:grpChg>
        <pc:grpChg chg="mod">
          <ac:chgData name="昕 许" userId="a2975fcd840abfc3" providerId="LiveId" clId="{49CCD4F9-177C-4270-9A14-60236FF377E8}" dt="2026-05-02T11:49:13.226" v="13941" actId="1076"/>
          <ac:grpSpMkLst>
            <pc:docMk/>
            <pc:sldMk cId="486552074" sldId="363"/>
            <ac:grpSpMk id="21" creationId="{3C54DF53-397B-6650-475B-6791A262AE27}"/>
          </ac:grpSpMkLst>
        </pc:grpChg>
      </pc:sldChg>
      <pc:sldChg chg="modSp add del mod">
        <pc:chgData name="昕 许" userId="a2975fcd840abfc3" providerId="LiveId" clId="{49CCD4F9-177C-4270-9A14-60236FF377E8}" dt="2026-05-02T11:48:02.916" v="13856" actId="47"/>
        <pc:sldMkLst>
          <pc:docMk/>
          <pc:sldMk cId="490414464" sldId="363"/>
        </pc:sldMkLst>
        <pc:spChg chg="mod">
          <ac:chgData name="昕 许" userId="a2975fcd840abfc3" providerId="LiveId" clId="{49CCD4F9-177C-4270-9A14-60236FF377E8}" dt="2026-05-02T11:47:27.250" v="13851" actId="1076"/>
          <ac:spMkLst>
            <pc:docMk/>
            <pc:sldMk cId="490414464" sldId="363"/>
            <ac:spMk id="269" creationId="{0D4AD29D-2463-3CE3-C831-44783234745C}"/>
          </ac:spMkLst>
        </pc:spChg>
        <pc:grpChg chg="mod">
          <ac:chgData name="昕 许" userId="a2975fcd840abfc3" providerId="LiveId" clId="{49CCD4F9-177C-4270-9A14-60236FF377E8}" dt="2026-05-02T11:47:07.217" v="13850" actId="1076"/>
          <ac:grpSpMkLst>
            <pc:docMk/>
            <pc:sldMk cId="490414464" sldId="363"/>
            <ac:grpSpMk id="20" creationId="{1ACBF249-CA8F-2C61-639F-66B1CF94F6DE}"/>
          </ac:grpSpMkLst>
        </pc:grpChg>
        <pc:grpChg chg="mod">
          <ac:chgData name="昕 许" userId="a2975fcd840abfc3" providerId="LiveId" clId="{49CCD4F9-177C-4270-9A14-60236FF377E8}" dt="2026-05-02T11:47:04.434" v="13849" actId="1076"/>
          <ac:grpSpMkLst>
            <pc:docMk/>
            <pc:sldMk cId="490414464" sldId="363"/>
            <ac:grpSpMk id="21" creationId="{F0E3572D-D759-1667-F378-C8DB3633ABD2}"/>
          </ac:grpSpMkLst>
        </pc:grpChg>
      </pc:sldChg>
      <pc:sldChg chg="addSp delSp modSp add del mod">
        <pc:chgData name="昕 许" userId="a2975fcd840abfc3" providerId="LiveId" clId="{49CCD4F9-177C-4270-9A14-60236FF377E8}" dt="2026-05-02T11:23:11.287" v="13283" actId="47"/>
        <pc:sldMkLst>
          <pc:docMk/>
          <pc:sldMk cId="1169496355" sldId="363"/>
        </pc:sldMkLst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29" creationId="{4F80576F-1ABF-623E-CA00-4D56FC3A5A74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56" creationId="{5EB7E0E3-0D0C-BFFE-3EA3-F1080673F0C8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61" creationId="{42397165-53A6-8D32-ACB2-E86BC9276012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62" creationId="{D8CCBB1E-AEC3-7B2E-0E80-0C1113544F55}"/>
          </ac:spMkLst>
        </pc:spChg>
        <pc:spChg chg="add mod">
          <ac:chgData name="昕 许" userId="a2975fcd840abfc3" providerId="LiveId" clId="{49CCD4F9-177C-4270-9A14-60236FF377E8}" dt="2026-05-02T02:16:09.488" v="12624" actId="1076"/>
          <ac:spMkLst>
            <pc:docMk/>
            <pc:sldMk cId="1169496355" sldId="363"/>
            <ac:spMk id="74" creationId="{D37804F7-EE5D-EB0F-CC63-6E1F543E0BFF}"/>
          </ac:spMkLst>
        </pc:spChg>
        <pc:spChg chg="add mod">
          <ac:chgData name="昕 许" userId="a2975fcd840abfc3" providerId="LiveId" clId="{49CCD4F9-177C-4270-9A14-60236FF377E8}" dt="2026-05-02T02:12:10.483" v="12540" actId="1076"/>
          <ac:spMkLst>
            <pc:docMk/>
            <pc:sldMk cId="1169496355" sldId="363"/>
            <ac:spMk id="79" creationId="{5610EF9A-E6CF-68B2-C07E-C96714A776D2}"/>
          </ac:spMkLst>
        </pc:spChg>
        <pc:spChg chg="add mod">
          <ac:chgData name="昕 许" userId="a2975fcd840abfc3" providerId="LiveId" clId="{49CCD4F9-177C-4270-9A14-60236FF377E8}" dt="2026-05-02T02:12:15.015" v="12542" actId="1076"/>
          <ac:spMkLst>
            <pc:docMk/>
            <pc:sldMk cId="1169496355" sldId="363"/>
            <ac:spMk id="80" creationId="{475CCB4B-2A11-DDE6-6330-9B1F4DEC10F5}"/>
          </ac:spMkLst>
        </pc:spChg>
        <pc:spChg chg="add del mod">
          <ac:chgData name="昕 许" userId="a2975fcd840abfc3" providerId="LiveId" clId="{49CCD4F9-177C-4270-9A14-60236FF377E8}" dt="2026-05-02T02:13:12.756" v="12568" actId="478"/>
          <ac:spMkLst>
            <pc:docMk/>
            <pc:sldMk cId="1169496355" sldId="363"/>
            <ac:spMk id="81" creationId="{3CC3F201-2D02-E5B3-75C1-231A5617EEB9}"/>
          </ac:spMkLst>
        </pc:spChg>
        <pc:spChg chg="add del mod">
          <ac:chgData name="昕 许" userId="a2975fcd840abfc3" providerId="LiveId" clId="{49CCD4F9-177C-4270-9A14-60236FF377E8}" dt="2026-05-02T02:13:12.756" v="12568" actId="478"/>
          <ac:spMkLst>
            <pc:docMk/>
            <pc:sldMk cId="1169496355" sldId="363"/>
            <ac:spMk id="82" creationId="{FBABE9A5-1772-BFF5-1008-573FCA7994B3}"/>
          </ac:spMkLst>
        </pc:spChg>
        <pc:spChg chg="add mod">
          <ac:chgData name="昕 许" userId="a2975fcd840abfc3" providerId="LiveId" clId="{49CCD4F9-177C-4270-9A14-60236FF377E8}" dt="2026-05-02T02:12:28.411" v="12548" actId="1076"/>
          <ac:spMkLst>
            <pc:docMk/>
            <pc:sldMk cId="1169496355" sldId="363"/>
            <ac:spMk id="85" creationId="{111EAB11-1599-3AE4-BBB1-BDF0F2653AC9}"/>
          </ac:spMkLst>
        </pc:spChg>
        <pc:spChg chg="add mod">
          <ac:chgData name="昕 许" userId="a2975fcd840abfc3" providerId="LiveId" clId="{49CCD4F9-177C-4270-9A14-60236FF377E8}" dt="2026-05-02T02:13:47.001" v="12600" actId="1035"/>
          <ac:spMkLst>
            <pc:docMk/>
            <pc:sldMk cId="1169496355" sldId="363"/>
            <ac:spMk id="86" creationId="{56B2C4C4-D680-CC06-57CA-63A61AFFE6E5}"/>
          </ac:spMkLst>
        </pc:spChg>
        <pc:spChg chg="add del mod">
          <ac:chgData name="昕 许" userId="a2975fcd840abfc3" providerId="LiveId" clId="{49CCD4F9-177C-4270-9A14-60236FF377E8}" dt="2026-05-02T02:13:48.659" v="12601" actId="478"/>
          <ac:spMkLst>
            <pc:docMk/>
            <pc:sldMk cId="1169496355" sldId="363"/>
            <ac:spMk id="87" creationId="{5572CF56-8D96-A75F-665A-BB0E154C84E7}"/>
          </ac:spMkLst>
        </pc:spChg>
        <pc:spChg chg="add mod">
          <ac:chgData name="昕 许" userId="a2975fcd840abfc3" providerId="LiveId" clId="{49CCD4F9-177C-4270-9A14-60236FF377E8}" dt="2026-05-02T02:13:21.394" v="12570" actId="1076"/>
          <ac:spMkLst>
            <pc:docMk/>
            <pc:sldMk cId="1169496355" sldId="363"/>
            <ac:spMk id="96" creationId="{32BCFBE8-1AC4-296C-4DC9-D04FD89E20CF}"/>
          </ac:spMkLst>
        </pc:spChg>
        <pc:spChg chg="add mod">
          <ac:chgData name="昕 许" userId="a2975fcd840abfc3" providerId="LiveId" clId="{49CCD4F9-177C-4270-9A14-60236FF377E8}" dt="2026-05-02T02:13:21.394" v="12570" actId="1076"/>
          <ac:spMkLst>
            <pc:docMk/>
            <pc:sldMk cId="1169496355" sldId="363"/>
            <ac:spMk id="97" creationId="{8FD041AF-1225-7B03-3545-CC80B12D2103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06" creationId="{F83ECBFE-3207-5521-DE31-11D5C1E71D83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08" creationId="{1D8811EC-9B01-1684-0FBA-0646DC8DCF1E}"/>
          </ac:spMkLst>
        </pc:spChg>
        <pc:spChg chg="add mod">
          <ac:chgData name="昕 许" userId="a2975fcd840abfc3" providerId="LiveId" clId="{49CCD4F9-177C-4270-9A14-60236FF377E8}" dt="2026-05-02T02:14:04.498" v="12607" actId="1076"/>
          <ac:spMkLst>
            <pc:docMk/>
            <pc:sldMk cId="1169496355" sldId="363"/>
            <ac:spMk id="116" creationId="{4366B0B8-F1CA-791E-E488-7C7B1A71C28D}"/>
          </ac:spMkLst>
        </pc:spChg>
        <pc:spChg chg="add mod">
          <ac:chgData name="昕 许" userId="a2975fcd840abfc3" providerId="LiveId" clId="{49CCD4F9-177C-4270-9A14-60236FF377E8}" dt="2026-05-02T02:16:09.488" v="12624" actId="1076"/>
          <ac:spMkLst>
            <pc:docMk/>
            <pc:sldMk cId="1169496355" sldId="363"/>
            <ac:spMk id="122" creationId="{C54039DC-1DAD-361E-7354-596FC35F80B6}"/>
          </ac:spMkLst>
        </pc:spChg>
        <pc:spChg chg="add mod">
          <ac:chgData name="昕 许" userId="a2975fcd840abfc3" providerId="LiveId" clId="{49CCD4F9-177C-4270-9A14-60236FF377E8}" dt="2026-05-02T02:39:21.800" v="12633" actId="1076"/>
          <ac:spMkLst>
            <pc:docMk/>
            <pc:sldMk cId="1169496355" sldId="363"/>
            <ac:spMk id="123" creationId="{13278C54-ED79-741D-37B7-A51CEA7FF4B8}"/>
          </ac:spMkLst>
        </pc:spChg>
        <pc:spChg chg="add mod">
          <ac:chgData name="昕 许" userId="a2975fcd840abfc3" providerId="LiveId" clId="{49CCD4F9-177C-4270-9A14-60236FF377E8}" dt="2026-05-02T04:24:25.877" v="12907" actId="1076"/>
          <ac:spMkLst>
            <pc:docMk/>
            <pc:sldMk cId="1169496355" sldId="363"/>
            <ac:spMk id="124" creationId="{B68FB53B-254D-60D6-54A3-A1B66F56C43B}"/>
          </ac:spMkLst>
        </pc:spChg>
        <pc:spChg chg="add mod">
          <ac:chgData name="昕 许" userId="a2975fcd840abfc3" providerId="LiveId" clId="{49CCD4F9-177C-4270-9A14-60236FF377E8}" dt="2026-05-02T02:39:48.074" v="12645" actId="14100"/>
          <ac:spMkLst>
            <pc:docMk/>
            <pc:sldMk cId="1169496355" sldId="363"/>
            <ac:spMk id="125" creationId="{B0173BC0-063E-AB56-555E-A63555EC44B4}"/>
          </ac:spMkLst>
        </pc:spChg>
        <pc:spChg chg="add mod">
          <ac:chgData name="昕 许" userId="a2975fcd840abfc3" providerId="LiveId" clId="{49CCD4F9-177C-4270-9A14-60236FF377E8}" dt="2026-05-02T04:24:33.806" v="12921" actId="1076"/>
          <ac:spMkLst>
            <pc:docMk/>
            <pc:sldMk cId="1169496355" sldId="363"/>
            <ac:spMk id="126" creationId="{1BB188FD-B666-9E3E-10BA-EA1631628A2F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35" creationId="{BC31AA51-50EF-806F-A03B-FDC36224EE3B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58" creationId="{FDBB9EA1-3B1B-31A2-EF83-053C3E9C43EF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59" creationId="{B0113614-2CEE-3AF3-064B-4E5D99637440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60" creationId="{B0149D69-8E32-B692-FD75-AFB3BE7AC3B5}"/>
          </ac:spMkLst>
        </pc:spChg>
        <pc:cxnChg chg="add mod">
          <ac:chgData name="昕 许" userId="a2975fcd840abfc3" providerId="LiveId" clId="{49CCD4F9-177C-4270-9A14-60236FF377E8}" dt="2026-05-02T02:14:23.682" v="12613" actId="14100"/>
          <ac:cxnSpMkLst>
            <pc:docMk/>
            <pc:sldMk cId="1169496355" sldId="363"/>
            <ac:cxnSpMk id="63" creationId="{AB70392D-5F60-7E55-A572-48D8C79C3F31}"/>
          </ac:cxnSpMkLst>
        </pc:cxnChg>
        <pc:cxnChg chg="add mod">
          <ac:chgData name="昕 许" userId="a2975fcd840abfc3" providerId="LiveId" clId="{49CCD4F9-177C-4270-9A14-60236FF377E8}" dt="2026-05-02T02:14:21.930" v="12612" actId="14100"/>
          <ac:cxnSpMkLst>
            <pc:docMk/>
            <pc:sldMk cId="1169496355" sldId="363"/>
            <ac:cxnSpMk id="67" creationId="{44B0D812-4472-1B2B-1E5D-47039ABE2C3E}"/>
          </ac:cxnSpMkLst>
        </pc:cxnChg>
        <pc:cxnChg chg="add mod">
          <ac:chgData name="昕 许" userId="a2975fcd840abfc3" providerId="LiveId" clId="{49CCD4F9-177C-4270-9A14-60236FF377E8}" dt="2026-05-02T02:12:50.579" v="12556" actId="208"/>
          <ac:cxnSpMkLst>
            <pc:docMk/>
            <pc:sldMk cId="1169496355" sldId="363"/>
            <ac:cxnSpMk id="88" creationId="{E86BB82C-7DFC-E275-CE54-3F2DE77D1516}"/>
          </ac:cxnSpMkLst>
        </pc:cxnChg>
        <pc:cxnChg chg="add del mod">
          <ac:chgData name="昕 许" userId="a2975fcd840abfc3" providerId="LiveId" clId="{49CCD4F9-177C-4270-9A14-60236FF377E8}" dt="2026-05-02T02:13:12.756" v="12568" actId="478"/>
          <ac:cxnSpMkLst>
            <pc:docMk/>
            <pc:sldMk cId="1169496355" sldId="363"/>
            <ac:cxnSpMk id="91" creationId="{F7A9F7AE-E505-81B8-CC9C-1AA80FCA43B1}"/>
          </ac:cxnSpMkLst>
        </pc:cxnChg>
        <pc:cxnChg chg="add del mod">
          <ac:chgData name="昕 许" userId="a2975fcd840abfc3" providerId="LiveId" clId="{49CCD4F9-177C-4270-9A14-60236FF377E8}" dt="2026-05-02T02:13:11.459" v="12567" actId="478"/>
          <ac:cxnSpMkLst>
            <pc:docMk/>
            <pc:sldMk cId="1169496355" sldId="363"/>
            <ac:cxnSpMk id="95" creationId="{5BECD393-FB67-69C7-92A7-028163D98FCE}"/>
          </ac:cxnSpMkLst>
        </pc:cxnChg>
        <pc:cxnChg chg="add mod">
          <ac:chgData name="昕 许" userId="a2975fcd840abfc3" providerId="LiveId" clId="{49CCD4F9-177C-4270-9A14-60236FF377E8}" dt="2026-05-02T02:13:21.394" v="12570" actId="1076"/>
          <ac:cxnSpMkLst>
            <pc:docMk/>
            <pc:sldMk cId="1169496355" sldId="363"/>
            <ac:cxnSpMk id="98" creationId="{0A74C239-4FD1-54B7-03A8-43FCDA479744}"/>
          </ac:cxnSpMkLst>
        </pc:cxnChg>
        <pc:cxnChg chg="add mod">
          <ac:chgData name="昕 许" userId="a2975fcd840abfc3" providerId="LiveId" clId="{49CCD4F9-177C-4270-9A14-60236FF377E8}" dt="2026-05-02T02:13:28.617" v="12574" actId="14100"/>
          <ac:cxnSpMkLst>
            <pc:docMk/>
            <pc:sldMk cId="1169496355" sldId="363"/>
            <ac:cxnSpMk id="99" creationId="{343EF6E9-2258-1D67-DB3D-4596A4F83730}"/>
          </ac:cxnSpMkLst>
        </pc:cxnChg>
        <pc:cxnChg chg="add mod">
          <ac:chgData name="昕 许" userId="a2975fcd840abfc3" providerId="LiveId" clId="{49CCD4F9-177C-4270-9A14-60236FF377E8}" dt="2026-05-02T02:13:47.001" v="12600" actId="1035"/>
          <ac:cxnSpMkLst>
            <pc:docMk/>
            <pc:sldMk cId="1169496355" sldId="363"/>
            <ac:cxnSpMk id="111" creationId="{303EC302-74AA-7EC1-F84D-11B3D7BD4924}"/>
          </ac:cxnSpMkLst>
        </pc:cxnChg>
        <pc:cxnChg chg="add mod">
          <ac:chgData name="昕 许" userId="a2975fcd840abfc3" providerId="LiveId" clId="{49CCD4F9-177C-4270-9A14-60236FF377E8}" dt="2026-05-02T02:13:55.298" v="12604" actId="1076"/>
          <ac:cxnSpMkLst>
            <pc:docMk/>
            <pc:sldMk cId="1169496355" sldId="363"/>
            <ac:cxnSpMk id="115" creationId="{AADC7533-7A08-3D0A-F311-87D3057F3BA2}"/>
          </ac:cxnSpMkLst>
        </pc:cxnChg>
        <pc:cxnChg chg="add mod">
          <ac:chgData name="昕 许" userId="a2975fcd840abfc3" providerId="LiveId" clId="{49CCD4F9-177C-4270-9A14-60236FF377E8}" dt="2026-05-02T02:14:15.431" v="12611" actId="208"/>
          <ac:cxnSpMkLst>
            <pc:docMk/>
            <pc:sldMk cId="1169496355" sldId="363"/>
            <ac:cxnSpMk id="117" creationId="{1000DEC7-31A1-0150-389D-E13B6D5B81FA}"/>
          </ac:cxnSpMkLst>
        </pc:cxnChg>
      </pc:sldChg>
      <pc:sldChg chg="delSp modSp add mod">
        <pc:chgData name="昕 许" userId="a2975fcd840abfc3" providerId="LiveId" clId="{49CCD4F9-177C-4270-9A14-60236FF377E8}" dt="2026-05-02T11:53:00.512" v="14144" actId="14100"/>
        <pc:sldMkLst>
          <pc:docMk/>
          <pc:sldMk cId="402007859" sldId="364"/>
        </pc:sldMkLst>
        <pc:spChg chg="mod">
          <ac:chgData name="昕 许" userId="a2975fcd840abfc3" providerId="LiveId" clId="{49CCD4F9-177C-4270-9A14-60236FF377E8}" dt="2026-05-02T11:53:00.512" v="14144" actId="14100"/>
          <ac:spMkLst>
            <pc:docMk/>
            <pc:sldMk cId="402007859" sldId="364"/>
            <ac:spMk id="2" creationId="{8D12B38A-B31E-D910-DF50-312E0A7B7D9E}"/>
          </ac:spMkLst>
        </pc:spChg>
        <pc:spChg chg="mod">
          <ac:chgData name="昕 许" userId="a2975fcd840abfc3" providerId="LiveId" clId="{49CCD4F9-177C-4270-9A14-60236FF377E8}" dt="2026-05-02T11:52:56.675" v="14143" actId="14100"/>
          <ac:spMkLst>
            <pc:docMk/>
            <pc:sldMk cId="402007859" sldId="364"/>
            <ac:spMk id="3" creationId="{A571DB79-8069-9EA0-5810-B45B2C400C5D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4" creationId="{5CD86FCC-3CF9-B9ED-8D5F-EF7815C449D3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5" creationId="{035A03AF-A74C-FACE-FE32-951F62E46ED2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6" creationId="{525688A3-3AD7-E909-E12F-6196D41CF2EC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7" creationId="{D975C4E9-BFC2-37B5-531E-BD02C4C15D55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8" creationId="{DB7B80CF-A03D-6149-D894-8B61A913FE69}"/>
          </ac:spMkLst>
        </pc:spChg>
        <pc:spChg chg="del">
          <ac:chgData name="昕 许" userId="a2975fcd840abfc3" providerId="LiveId" clId="{49CCD4F9-177C-4270-9A14-60236FF377E8}" dt="2026-05-02T11:50:24.011" v="13948" actId="478"/>
          <ac:spMkLst>
            <pc:docMk/>
            <pc:sldMk cId="402007859" sldId="364"/>
            <ac:spMk id="9" creationId="{2FAC8B69-B240-29A2-3051-4D37B3381107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10" creationId="{FE4A1D38-2370-4DB6-25D3-4A8C3005061F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11" creationId="{D6C98070-AEED-D1CB-2127-3D9435BFFF48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15" creationId="{4FE6067E-AE13-413A-3A28-D8AD735F04DA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16" creationId="{62C098B7-52EF-FA0E-E62F-BBA119B387A5}"/>
          </ac:spMkLst>
        </pc:spChg>
        <pc:spChg chg="del">
          <ac:chgData name="昕 许" userId="a2975fcd840abfc3" providerId="LiveId" clId="{49CCD4F9-177C-4270-9A14-60236FF377E8}" dt="2026-05-02T11:50:21.934" v="13947" actId="478"/>
          <ac:spMkLst>
            <pc:docMk/>
            <pc:sldMk cId="402007859" sldId="364"/>
            <ac:spMk id="17" creationId="{84F44D2E-4FA6-6866-04E5-E89639533CDC}"/>
          </ac:spMkLst>
        </pc:spChg>
        <pc:spChg chg="del">
          <ac:chgData name="昕 许" userId="a2975fcd840abfc3" providerId="LiveId" clId="{49CCD4F9-177C-4270-9A14-60236FF377E8}" dt="2026-05-02T11:50:13.193" v="13944" actId="478"/>
          <ac:spMkLst>
            <pc:docMk/>
            <pc:sldMk cId="402007859" sldId="364"/>
            <ac:spMk id="269" creationId="{65E4A406-9F5B-FAB5-0DF0-4655831FBBA8}"/>
          </ac:spMkLst>
        </pc:spChg>
      </pc:sldChg>
      <pc:sldChg chg="addSp delSp modSp add del mod">
        <pc:chgData name="昕 许" userId="a2975fcd840abfc3" providerId="LiveId" clId="{49CCD4F9-177C-4270-9A14-60236FF377E8}" dt="2026-05-02T11:23:11.828" v="13284" actId="47"/>
        <pc:sldMkLst>
          <pc:docMk/>
          <pc:sldMk cId="2448408737" sldId="364"/>
        </pc:sldMkLst>
        <pc:spChg chg="add del mod">
          <ac:chgData name="昕 许" userId="a2975fcd840abfc3" providerId="LiveId" clId="{49CCD4F9-177C-4270-9A14-60236FF377E8}" dt="2026-05-02T02:44:27.434" v="12726" actId="478"/>
          <ac:spMkLst>
            <pc:docMk/>
            <pc:sldMk cId="2448408737" sldId="364"/>
            <ac:spMk id="2" creationId="{96844F59-E8C1-CC70-E0C3-E94810F6E85C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3" creationId="{4D5008D6-5739-D02C-C94B-083464DE30D1}"/>
          </ac:spMkLst>
        </pc:spChg>
        <pc:spChg chg="add del">
          <ac:chgData name="昕 许" userId="a2975fcd840abfc3" providerId="LiveId" clId="{49CCD4F9-177C-4270-9A14-60236FF377E8}" dt="2026-05-02T02:45:38.815" v="12747" actId="22"/>
          <ac:spMkLst>
            <pc:docMk/>
            <pc:sldMk cId="2448408737" sldId="364"/>
            <ac:spMk id="21" creationId="{F66F1834-CC3B-F1AF-55B2-BD362D3025D2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25" creationId="{B8F71C90-8950-266D-DB58-45B750FA7482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27" creationId="{FF621559-3806-DF57-3F8D-26180463CD21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28" creationId="{772F4A6A-DD4A-AF62-578F-D4CA2A968300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32" creationId="{0E293FF2-674E-DB60-D44C-DBA0CA5400FD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33" creationId="{7F389E02-7F7D-A55E-544A-A37BCB875B74}"/>
          </ac:spMkLst>
        </pc:spChg>
        <pc:spChg chg="add del mod">
          <ac:chgData name="昕 许" userId="a2975fcd840abfc3" providerId="LiveId" clId="{49CCD4F9-177C-4270-9A14-60236FF377E8}" dt="2026-05-02T02:47:54.923" v="12828" actId="478"/>
          <ac:spMkLst>
            <pc:docMk/>
            <pc:sldMk cId="2448408737" sldId="364"/>
            <ac:spMk id="42" creationId="{51ED514D-22BA-7A5B-52AA-B8C8E84CDC4B}"/>
          </ac:spMkLst>
        </pc:spChg>
        <pc:spChg chg="add del mod">
          <ac:chgData name="昕 许" userId="a2975fcd840abfc3" providerId="LiveId" clId="{49CCD4F9-177C-4270-9A14-60236FF377E8}" dt="2026-05-02T02:47:56.939" v="12830" actId="478"/>
          <ac:spMkLst>
            <pc:docMk/>
            <pc:sldMk cId="2448408737" sldId="364"/>
            <ac:spMk id="44" creationId="{9C50B77A-B370-CD10-575F-ED1605947043}"/>
          </ac:spMkLst>
        </pc:spChg>
        <pc:spChg chg="add del mod">
          <ac:chgData name="昕 许" userId="a2975fcd840abfc3" providerId="LiveId" clId="{49CCD4F9-177C-4270-9A14-60236FF377E8}" dt="2026-05-02T02:47:54.094" v="12827" actId="478"/>
          <ac:spMkLst>
            <pc:docMk/>
            <pc:sldMk cId="2448408737" sldId="364"/>
            <ac:spMk id="45" creationId="{AD89B1A4-5632-BC40-91C5-A68AD8D3B9D5}"/>
          </ac:spMkLst>
        </pc:spChg>
        <pc:spChg chg="add mod">
          <ac:chgData name="昕 许" userId="a2975fcd840abfc3" providerId="LiveId" clId="{49CCD4F9-177C-4270-9A14-60236FF377E8}" dt="2026-05-02T02:49:46.999" v="12892" actId="207"/>
          <ac:spMkLst>
            <pc:docMk/>
            <pc:sldMk cId="2448408737" sldId="364"/>
            <ac:spMk id="47" creationId="{B7F9088A-B5CE-8EA8-05E5-741C6F143B8A}"/>
          </ac:spMkLst>
        </pc:spChg>
        <pc:spChg chg="add mod">
          <ac:chgData name="昕 许" userId="a2975fcd840abfc3" providerId="LiveId" clId="{49CCD4F9-177C-4270-9A14-60236FF377E8}" dt="2026-05-02T02:49:29.105" v="12888" actId="20577"/>
          <ac:spMkLst>
            <pc:docMk/>
            <pc:sldMk cId="2448408737" sldId="364"/>
            <ac:spMk id="48" creationId="{C660C27C-A6FA-BFA6-5B39-A25373C61423}"/>
          </ac:spMkLst>
        </pc:spChg>
        <pc:spChg chg="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74" creationId="{1C7AE89A-6238-1D2F-F3C6-46BA7C9E089A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79" creationId="{CF085985-6934-1C7D-6B32-0E7F69DDD8FC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80" creationId="{A73A802D-5E50-62EA-3BA6-A7A2D9270304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85" creationId="{C0994A07-37F3-3867-DCB9-58F0207B1119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86" creationId="{855ED0D9-342D-FCFC-7978-790BF8C6928E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16" creationId="{328BD50B-30C3-029B-E250-33BD3BEB3162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2" creationId="{E4F073C7-599B-DC14-2AB5-6E186413B133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3" creationId="{21B70DE7-7986-5480-9F3A-C73616184915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4" creationId="{65BA522F-78C4-38F8-6598-291E59114919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5" creationId="{E6379978-7FFC-1683-543A-8ACE6C65411D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6" creationId="{939521B5-DC8E-999A-5A5F-3715B6DD22FD}"/>
          </ac:spMkLst>
        </pc:spChg>
        <pc:cxnChg chg="add del mod">
          <ac:chgData name="昕 许" userId="a2975fcd840abfc3" providerId="LiveId" clId="{49CCD4F9-177C-4270-9A14-60236FF377E8}" dt="2026-05-02T02:44:24.382" v="12724" actId="478"/>
          <ac:cxnSpMkLst>
            <pc:docMk/>
            <pc:sldMk cId="2448408737" sldId="364"/>
            <ac:cxnSpMk id="4" creationId="{43810212-3696-C257-2FB9-9431D20B4F95}"/>
          </ac:cxnSpMkLst>
        </pc:cxnChg>
        <pc:cxnChg chg="add del mod">
          <ac:chgData name="昕 许" userId="a2975fcd840abfc3" providerId="LiveId" clId="{49CCD4F9-177C-4270-9A14-60236FF377E8}" dt="2026-05-02T02:44:23.605" v="12723" actId="478"/>
          <ac:cxnSpMkLst>
            <pc:docMk/>
            <pc:sldMk cId="2448408737" sldId="364"/>
            <ac:cxnSpMk id="8" creationId="{48F83CEE-72EE-7480-AE02-BCC6C9255FDF}"/>
          </ac:cxnSpMkLst>
        </pc:cxnChg>
        <pc:cxnChg chg="add mod">
          <ac:chgData name="昕 许" userId="a2975fcd840abfc3" providerId="LiveId" clId="{49CCD4F9-177C-4270-9A14-60236FF377E8}" dt="2026-05-02T02:44:40.512" v="12731" actId="14100"/>
          <ac:cxnSpMkLst>
            <pc:docMk/>
            <pc:sldMk cId="2448408737" sldId="364"/>
            <ac:cxnSpMk id="11" creationId="{0300D054-CA56-04BA-E11A-6EDB5678961D}"/>
          </ac:cxnSpMkLst>
        </pc:cxnChg>
        <pc:cxnChg chg="add mod">
          <ac:chgData name="昕 许" userId="a2975fcd840abfc3" providerId="LiveId" clId="{49CCD4F9-177C-4270-9A14-60236FF377E8}" dt="2026-05-02T02:47:29" v="12822" actId="1076"/>
          <ac:cxnSpMkLst>
            <pc:docMk/>
            <pc:sldMk cId="2448408737" sldId="364"/>
            <ac:cxnSpMk id="14" creationId="{7CDD8174-2E7A-60BF-8D3F-ADE737C55C3E}"/>
          </ac:cxnSpMkLst>
        </pc:cxnChg>
        <pc:cxnChg chg="add mod">
          <ac:chgData name="昕 许" userId="a2975fcd840abfc3" providerId="LiveId" clId="{49CCD4F9-177C-4270-9A14-60236FF377E8}" dt="2026-05-02T02:44:58.681" v="12737" actId="1076"/>
          <ac:cxnSpMkLst>
            <pc:docMk/>
            <pc:sldMk cId="2448408737" sldId="364"/>
            <ac:cxnSpMk id="15" creationId="{852F9641-D0DE-305F-DF26-20741D29475E}"/>
          </ac:cxnSpMkLst>
        </pc:cxnChg>
        <pc:cxnChg chg="add mod">
          <ac:chgData name="昕 许" userId="a2975fcd840abfc3" providerId="LiveId" clId="{49CCD4F9-177C-4270-9A14-60236FF377E8}" dt="2026-05-02T02:47:29" v="12822" actId="1076"/>
          <ac:cxnSpMkLst>
            <pc:docMk/>
            <pc:sldMk cId="2448408737" sldId="364"/>
            <ac:cxnSpMk id="16" creationId="{6E1D9F07-6832-2AD3-B28B-A50BD95AB86A}"/>
          </ac:cxnSpMkLst>
        </pc:cxnChg>
        <pc:cxnChg chg="add mod">
          <ac:chgData name="昕 许" userId="a2975fcd840abfc3" providerId="LiveId" clId="{49CCD4F9-177C-4270-9A14-60236FF377E8}" dt="2026-05-02T02:49:07.797" v="12866" actId="1076"/>
          <ac:cxnSpMkLst>
            <pc:docMk/>
            <pc:sldMk cId="2448408737" sldId="364"/>
            <ac:cxnSpMk id="17" creationId="{71918BA1-FEA9-D1B7-33E5-252B5FC7C063}"/>
          </ac:cxnSpMkLst>
        </pc:cxnChg>
        <pc:cxnChg chg="add mod">
          <ac:chgData name="昕 许" userId="a2975fcd840abfc3" providerId="LiveId" clId="{49CCD4F9-177C-4270-9A14-60236FF377E8}" dt="2026-05-02T02:49:07.797" v="12866" actId="1076"/>
          <ac:cxnSpMkLst>
            <pc:docMk/>
            <pc:sldMk cId="2448408737" sldId="364"/>
            <ac:cxnSpMk id="18" creationId="{3A26CD23-6485-E7CE-C756-18A9F6A3FC25}"/>
          </ac:cxnSpMkLst>
        </pc:cxnChg>
        <pc:cxnChg chg="add mod">
          <ac:chgData name="昕 许" userId="a2975fcd840abfc3" providerId="LiveId" clId="{49CCD4F9-177C-4270-9A14-60236FF377E8}" dt="2026-05-02T02:45:32.846" v="12745" actId="208"/>
          <ac:cxnSpMkLst>
            <pc:docMk/>
            <pc:sldMk cId="2448408737" sldId="364"/>
            <ac:cxnSpMk id="19" creationId="{DE139261-B962-D23A-F33C-37CAA12F83FB}"/>
          </ac:cxnSpMkLst>
        </pc:cxnChg>
        <pc:cxnChg chg="add mod">
          <ac:chgData name="昕 许" userId="a2975fcd840abfc3" providerId="LiveId" clId="{49CCD4F9-177C-4270-9A14-60236FF377E8}" dt="2026-05-02T02:47:06.045" v="12818" actId="1076"/>
          <ac:cxnSpMkLst>
            <pc:docMk/>
            <pc:sldMk cId="2448408737" sldId="364"/>
            <ac:cxnSpMk id="22" creationId="{B2E315BD-3021-5233-5D95-034F0F2F74D4}"/>
          </ac:cxnSpMkLst>
        </pc:cxnChg>
        <pc:cxnChg chg="add mod">
          <ac:chgData name="昕 许" userId="a2975fcd840abfc3" providerId="LiveId" clId="{49CCD4F9-177C-4270-9A14-60236FF377E8}" dt="2026-05-02T02:47:29" v="12822" actId="1076"/>
          <ac:cxnSpMkLst>
            <pc:docMk/>
            <pc:sldMk cId="2448408737" sldId="364"/>
            <ac:cxnSpMk id="26" creationId="{CBA6B43F-485B-2170-CBA9-C4B7B464F447}"/>
          </ac:cxnSpMkLst>
        </pc:cxnChg>
        <pc:cxnChg chg="add mod">
          <ac:chgData name="昕 许" userId="a2975fcd840abfc3" providerId="LiveId" clId="{49CCD4F9-177C-4270-9A14-60236FF377E8}" dt="2026-05-02T02:47:29" v="12822" actId="1076"/>
          <ac:cxnSpMkLst>
            <pc:docMk/>
            <pc:sldMk cId="2448408737" sldId="364"/>
            <ac:cxnSpMk id="29" creationId="{58CF7029-D216-31ED-D851-89E85A3E9BD6}"/>
          </ac:cxnSpMkLst>
        </pc:cxnChg>
        <pc:cxnChg chg="mod">
          <ac:chgData name="昕 许" userId="a2975fcd840abfc3" providerId="LiveId" clId="{49CCD4F9-177C-4270-9A14-60236FF377E8}" dt="2026-05-02T02:47:59.446" v="12833" actId="1035"/>
          <ac:cxnSpMkLst>
            <pc:docMk/>
            <pc:sldMk cId="2448408737" sldId="364"/>
            <ac:cxnSpMk id="34" creationId="{606223C9-3032-7D93-4F5B-DB0B91E8970D}"/>
          </ac:cxnSpMkLst>
        </pc:cxnChg>
        <pc:cxnChg chg="add mod">
          <ac:chgData name="昕 许" userId="a2975fcd840abfc3" providerId="LiveId" clId="{49CCD4F9-177C-4270-9A14-60236FF377E8}" dt="2026-05-02T02:47:59.446" v="12833" actId="1035"/>
          <ac:cxnSpMkLst>
            <pc:docMk/>
            <pc:sldMk cId="2448408737" sldId="364"/>
            <ac:cxnSpMk id="35" creationId="{1E4D3CDC-E210-52AB-2BD1-9228348C8BB6}"/>
          </ac:cxnSpMkLst>
        </pc:cxnChg>
        <pc:cxnChg chg="add mod">
          <ac:chgData name="昕 许" userId="a2975fcd840abfc3" providerId="LiveId" clId="{49CCD4F9-177C-4270-9A14-60236FF377E8}" dt="2026-05-02T02:48:43.536" v="12859" actId="208"/>
          <ac:cxnSpMkLst>
            <pc:docMk/>
            <pc:sldMk cId="2448408737" sldId="364"/>
            <ac:cxnSpMk id="36" creationId="{6ACFCFB3-292E-F3AD-219E-CD4AD0343F50}"/>
          </ac:cxnSpMkLst>
        </pc:cxnChg>
        <pc:cxnChg chg="add mod">
          <ac:chgData name="昕 许" userId="a2975fcd840abfc3" providerId="LiveId" clId="{49CCD4F9-177C-4270-9A14-60236FF377E8}" dt="2026-05-02T02:48:46.648" v="12860" actId="208"/>
          <ac:cxnSpMkLst>
            <pc:docMk/>
            <pc:sldMk cId="2448408737" sldId="364"/>
            <ac:cxnSpMk id="37" creationId="{CD1A13FA-EC30-4567-53B6-DBE32A334BB4}"/>
          </ac:cxnSpMkLst>
        </pc:cxnChg>
        <pc:cxnChg chg="mod">
          <ac:chgData name="昕 许" userId="a2975fcd840abfc3" providerId="LiveId" clId="{49CCD4F9-177C-4270-9A14-60236FF377E8}" dt="2026-05-02T02:49:07.797" v="12866" actId="1076"/>
          <ac:cxnSpMkLst>
            <pc:docMk/>
            <pc:sldMk cId="2448408737" sldId="364"/>
            <ac:cxnSpMk id="38" creationId="{2BF00956-B944-714C-3BA6-EA0A7F55B256}"/>
          </ac:cxnSpMkLst>
        </pc:cxnChg>
        <pc:cxnChg chg="add mod">
          <ac:chgData name="昕 许" userId="a2975fcd840abfc3" providerId="LiveId" clId="{49CCD4F9-177C-4270-9A14-60236FF377E8}" dt="2026-05-02T02:47:59.446" v="12833" actId="1035"/>
          <ac:cxnSpMkLst>
            <pc:docMk/>
            <pc:sldMk cId="2448408737" sldId="364"/>
            <ac:cxnSpMk id="39" creationId="{59632FC4-BFB9-87AF-735E-0F98924D7342}"/>
          </ac:cxnSpMkLst>
        </pc:cxnChg>
        <pc:cxnChg chg="mod">
          <ac:chgData name="昕 许" userId="a2975fcd840abfc3" providerId="LiveId" clId="{49CCD4F9-177C-4270-9A14-60236FF377E8}" dt="2026-05-02T02:47:59.446" v="12833" actId="1035"/>
          <ac:cxnSpMkLst>
            <pc:docMk/>
            <pc:sldMk cId="2448408737" sldId="364"/>
            <ac:cxnSpMk id="40" creationId="{E436656C-A921-BC57-3E7B-C90F923DD364}"/>
          </ac:cxnSpMkLst>
        </pc:cxnChg>
        <pc:cxnChg chg="del">
          <ac:chgData name="昕 许" userId="a2975fcd840abfc3" providerId="LiveId" clId="{49CCD4F9-177C-4270-9A14-60236FF377E8}" dt="2026-05-02T02:47:56.140" v="12829" actId="478"/>
          <ac:cxnSpMkLst>
            <pc:docMk/>
            <pc:sldMk cId="2448408737" sldId="364"/>
            <ac:cxnSpMk id="41" creationId="{6ADFFDE1-EA11-12E0-E76E-E71C85A8FCC5}"/>
          </ac:cxnSpMkLst>
        </pc:cxnChg>
        <pc:cxnChg chg="del">
          <ac:chgData name="昕 许" userId="a2975fcd840abfc3" providerId="LiveId" clId="{49CCD4F9-177C-4270-9A14-60236FF377E8}" dt="2026-05-02T02:47:58.088" v="12832" actId="478"/>
          <ac:cxnSpMkLst>
            <pc:docMk/>
            <pc:sldMk cId="2448408737" sldId="364"/>
            <ac:cxnSpMk id="43" creationId="{CEDB81BB-FE33-3554-F635-E52F60E9B2DA}"/>
          </ac:cxnSpMkLst>
        </pc:cxnChg>
        <pc:cxnChg chg="add del mod">
          <ac:chgData name="昕 许" userId="a2975fcd840abfc3" providerId="LiveId" clId="{49CCD4F9-177C-4270-9A14-60236FF377E8}" dt="2026-05-02T02:47:57.275" v="12831" actId="478"/>
          <ac:cxnSpMkLst>
            <pc:docMk/>
            <pc:sldMk cId="2448408737" sldId="364"/>
            <ac:cxnSpMk id="46" creationId="{2017BCDB-1707-F817-2ADE-4BC5DD1E7260}"/>
          </ac:cxnSpMkLst>
        </pc:cxnChg>
        <pc:cxnChg chg="add mod">
          <ac:chgData name="昕 许" userId="a2975fcd840abfc3" providerId="LiveId" clId="{49CCD4F9-177C-4270-9A14-60236FF377E8}" dt="2026-05-02T02:49:38.107" v="12890" actId="208"/>
          <ac:cxnSpMkLst>
            <pc:docMk/>
            <pc:sldMk cId="2448408737" sldId="364"/>
            <ac:cxnSpMk id="49" creationId="{47A558B5-F6BE-0DAA-4E72-ED81E85D1FE5}"/>
          </ac:cxnSpMkLst>
        </pc:cxnChg>
        <pc:cxnChg chg="add mod">
          <ac:chgData name="昕 许" userId="a2975fcd840abfc3" providerId="LiveId" clId="{49CCD4F9-177C-4270-9A14-60236FF377E8}" dt="2026-05-02T02:49:34.851" v="12889" actId="208"/>
          <ac:cxnSpMkLst>
            <pc:docMk/>
            <pc:sldMk cId="2448408737" sldId="364"/>
            <ac:cxnSpMk id="50" creationId="{E531E327-E9C7-AC35-114E-D172A906791F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1" creationId="{A31D827B-C337-D254-2224-7BFE5AEB153C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2" creationId="{784420A8-AAB2-F1E2-42B2-3DE94A76821C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3" creationId="{66D57B22-0389-04BE-C1D8-AC0C990F1D8F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4" creationId="{9C2FD57F-1D27-56F9-FED3-223EABDBC9A5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5" creationId="{A230F188-78FF-115E-92FF-EF60EDCA3CF2}"/>
          </ac:cxnSpMkLst>
        </pc:cxnChg>
      </pc:sldChg>
      <pc:sldChg chg="addSp delSp modSp add del mod">
        <pc:chgData name="昕 许" userId="a2975fcd840abfc3" providerId="LiveId" clId="{49CCD4F9-177C-4270-9A14-60236FF377E8}" dt="2026-05-02T11:23:11.914" v="13285" actId="47"/>
        <pc:sldMkLst>
          <pc:docMk/>
          <pc:sldMk cId="1231500971" sldId="365"/>
        </pc:sldMkLst>
        <pc:spChg chg="add mod">
          <ac:chgData name="昕 许" userId="a2975fcd840abfc3" providerId="LiveId" clId="{49CCD4F9-177C-4270-9A14-60236FF377E8}" dt="2026-05-02T04:26:00.497" v="12954" actId="164"/>
          <ac:spMkLst>
            <pc:docMk/>
            <pc:sldMk cId="1231500971" sldId="365"/>
            <ac:spMk id="2" creationId="{BC98904D-6E43-C0F3-9917-C8E3DC978A26}"/>
          </ac:spMkLst>
        </pc:spChg>
        <pc:spChg chg="add mod">
          <ac:chgData name="昕 许" userId="a2975fcd840abfc3" providerId="LiveId" clId="{49CCD4F9-177C-4270-9A14-60236FF377E8}" dt="2026-05-02T04:26:00.497" v="12954" actId="164"/>
          <ac:spMkLst>
            <pc:docMk/>
            <pc:sldMk cId="1231500971" sldId="365"/>
            <ac:spMk id="3" creationId="{0BC5778C-F2F7-1BDF-A399-853B937D4B9A}"/>
          </ac:spMkLst>
        </pc:spChg>
        <pc:spChg chg="add mod">
          <ac:chgData name="昕 许" userId="a2975fcd840abfc3" providerId="LiveId" clId="{49CCD4F9-177C-4270-9A14-60236FF377E8}" dt="2026-05-02T04:25:32.090" v="12947" actId="1076"/>
          <ac:spMkLst>
            <pc:docMk/>
            <pc:sldMk cId="1231500971" sldId="365"/>
            <ac:spMk id="4" creationId="{444DC161-5969-D4ED-8344-F0A25B9CB6DC}"/>
          </ac:spMkLst>
        </pc:spChg>
        <pc:spChg chg="add mod">
          <ac:chgData name="昕 许" userId="a2975fcd840abfc3" providerId="LiveId" clId="{49CCD4F9-177C-4270-9A14-60236FF377E8}" dt="2026-05-02T04:25:32.090" v="12947" actId="1076"/>
          <ac:spMkLst>
            <pc:docMk/>
            <pc:sldMk cId="1231500971" sldId="365"/>
            <ac:spMk id="5" creationId="{11C28B76-9BC9-4F09-1C2F-34F74466BF7C}"/>
          </ac:spMkLst>
        </pc:spChg>
        <pc:spChg chg="add mod">
          <ac:chgData name="昕 许" userId="a2975fcd840abfc3" providerId="LiveId" clId="{49CCD4F9-177C-4270-9A14-60236FF377E8}" dt="2026-05-02T04:25:57.980" v="12953" actId="1076"/>
          <ac:spMkLst>
            <pc:docMk/>
            <pc:sldMk cId="1231500971" sldId="365"/>
            <ac:spMk id="6" creationId="{B978FE73-8A75-C395-074C-E7F16830FC72}"/>
          </ac:spMkLst>
        </pc:spChg>
        <pc:spChg chg="add mod">
          <ac:chgData name="昕 许" userId="a2975fcd840abfc3" providerId="LiveId" clId="{49CCD4F9-177C-4270-9A14-60236FF377E8}" dt="2026-05-02T04:25:57.980" v="12953" actId="1076"/>
          <ac:spMkLst>
            <pc:docMk/>
            <pc:sldMk cId="1231500971" sldId="365"/>
            <ac:spMk id="7" creationId="{3095487F-0E09-ACCA-2317-02621A47C9C9}"/>
          </ac:spMkLst>
        </pc:spChg>
        <pc:spChg chg="mod">
          <ac:chgData name="昕 许" userId="a2975fcd840abfc3" providerId="LiveId" clId="{49CCD4F9-177C-4270-9A14-60236FF377E8}" dt="2026-05-02T04:28:55.891" v="13020" actId="207"/>
          <ac:spMkLst>
            <pc:docMk/>
            <pc:sldMk cId="1231500971" sldId="365"/>
            <ac:spMk id="10" creationId="{AA6A96DC-EA98-AEC1-AD63-2B55B054B860}"/>
          </ac:spMkLst>
        </pc:spChg>
        <pc:spChg chg="mod">
          <ac:chgData name="昕 许" userId="a2975fcd840abfc3" providerId="LiveId" clId="{49CCD4F9-177C-4270-9A14-60236FF377E8}" dt="2026-05-02T04:28:49.161" v="13018" actId="207"/>
          <ac:spMkLst>
            <pc:docMk/>
            <pc:sldMk cId="1231500971" sldId="365"/>
            <ac:spMk id="11" creationId="{90D141B0-AF30-F325-810B-F034AD0CB1F8}"/>
          </ac:spMkLst>
        </pc:spChg>
        <pc:spChg chg="mod">
          <ac:chgData name="昕 许" userId="a2975fcd840abfc3" providerId="LiveId" clId="{49CCD4F9-177C-4270-9A14-60236FF377E8}" dt="2026-05-02T04:26:56.503" v="12968" actId="1076"/>
          <ac:spMkLst>
            <pc:docMk/>
            <pc:sldMk cId="1231500971" sldId="365"/>
            <ac:spMk id="14" creationId="{CC174213-9753-5506-FE9B-2C76179C7756}"/>
          </ac:spMkLst>
        </pc:spChg>
        <pc:spChg chg="mod">
          <ac:chgData name="昕 许" userId="a2975fcd840abfc3" providerId="LiveId" clId="{49CCD4F9-177C-4270-9A14-60236FF377E8}" dt="2026-05-02T04:27:44.500" v="12993" actId="207"/>
          <ac:spMkLst>
            <pc:docMk/>
            <pc:sldMk cId="1231500971" sldId="365"/>
            <ac:spMk id="15" creationId="{29A340DE-5CD3-746C-1128-951371CBBDD0}"/>
          </ac:spMkLst>
        </pc:spChg>
        <pc:spChg chg="mod">
          <ac:chgData name="昕 许" userId="a2975fcd840abfc3" providerId="LiveId" clId="{49CCD4F9-177C-4270-9A14-60236FF377E8}" dt="2026-05-02T04:27:02.132" v="12972" actId="20577"/>
          <ac:spMkLst>
            <pc:docMk/>
            <pc:sldMk cId="1231500971" sldId="365"/>
            <ac:spMk id="17" creationId="{1D3A557A-D2EA-C26C-BB7A-4D82E4B7DAD5}"/>
          </ac:spMkLst>
        </pc:spChg>
        <pc:spChg chg="mod">
          <ac:chgData name="昕 许" userId="a2975fcd840abfc3" providerId="LiveId" clId="{49CCD4F9-177C-4270-9A14-60236FF377E8}" dt="2026-05-02T04:27:02.132" v="12972" actId="20577"/>
          <ac:spMkLst>
            <pc:docMk/>
            <pc:sldMk cId="1231500971" sldId="365"/>
            <ac:spMk id="18" creationId="{9CFBB7B9-A671-1472-52FC-BFD4B64A79FC}"/>
          </ac:spMkLst>
        </pc:spChg>
        <pc:spChg chg="add mod">
          <ac:chgData name="昕 许" userId="a2975fcd840abfc3" providerId="LiveId" clId="{49CCD4F9-177C-4270-9A14-60236FF377E8}" dt="2026-05-02T04:27:14.842" v="12988" actId="1076"/>
          <ac:spMkLst>
            <pc:docMk/>
            <pc:sldMk cId="1231500971" sldId="365"/>
            <ac:spMk id="19" creationId="{5B4382CD-BBDB-498B-F8D8-2A588B7E063D}"/>
          </ac:spMkLst>
        </pc:spChg>
        <pc:spChg chg="mod">
          <ac:chgData name="昕 许" userId="a2975fcd840abfc3" providerId="LiveId" clId="{49CCD4F9-177C-4270-9A14-60236FF377E8}" dt="2026-05-02T04:27:18.432" v="12989"/>
          <ac:spMkLst>
            <pc:docMk/>
            <pc:sldMk cId="1231500971" sldId="365"/>
            <ac:spMk id="21" creationId="{8CACEA70-9DB4-56BB-F5CA-1030C3E2B04F}"/>
          </ac:spMkLst>
        </pc:spChg>
        <pc:spChg chg="mod">
          <ac:chgData name="昕 许" userId="a2975fcd840abfc3" providerId="LiveId" clId="{49CCD4F9-177C-4270-9A14-60236FF377E8}" dt="2026-05-02T04:27:18.432" v="12989"/>
          <ac:spMkLst>
            <pc:docMk/>
            <pc:sldMk cId="1231500971" sldId="365"/>
            <ac:spMk id="22" creationId="{14230511-0223-E201-ED92-E2A03EC48964}"/>
          </ac:spMkLst>
        </pc:spChg>
        <pc:spChg chg="add mod">
          <ac:chgData name="昕 许" userId="a2975fcd840abfc3" providerId="LiveId" clId="{49CCD4F9-177C-4270-9A14-60236FF377E8}" dt="2026-05-02T04:28:17.388" v="13010" actId="1076"/>
          <ac:spMkLst>
            <pc:docMk/>
            <pc:sldMk cId="1231500971" sldId="365"/>
            <ac:spMk id="26" creationId="{80C414E7-1F24-2C0F-6A92-E3638609FD3E}"/>
          </ac:spMkLst>
        </pc:spChg>
        <pc:spChg chg="add 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3" creationId="{7E8E4038-2B8F-E768-0CE5-20510FC840B0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4" creationId="{A8948BEC-9768-BE88-2B2A-DF97C2B059FD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5" creationId="{3F09AE02-A608-2237-073C-7F67D5B6F32C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6" creationId="{165E5801-401C-0756-6FA8-7DEE1ACE4741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8" creationId="{72F67B3D-D39F-72DC-3812-48FC294B10CD}"/>
          </ac:spMkLst>
        </pc:spChg>
        <pc:spChg chg="add mod">
          <ac:chgData name="昕 许" userId="a2975fcd840abfc3" providerId="LiveId" clId="{49CCD4F9-177C-4270-9A14-60236FF377E8}" dt="2026-05-02T04:32:18.119" v="13021"/>
          <ac:spMkLst>
            <pc:docMk/>
            <pc:sldMk cId="1231500971" sldId="365"/>
            <ac:spMk id="39" creationId="{9C9D09DD-DD9D-662D-629C-9CFABD84B400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44" creationId="{4E0BF5EF-3C98-3146-54CC-148DFF970DD0}"/>
          </ac:spMkLst>
        </pc:spChg>
        <pc:spChg chg="mod">
          <ac:chgData name="昕 许" userId="a2975fcd840abfc3" providerId="LiveId" clId="{49CCD4F9-177C-4270-9A14-60236FF377E8}" dt="2026-05-02T04:32:35.915" v="13028" actId="1076"/>
          <ac:spMkLst>
            <pc:docMk/>
            <pc:sldMk cId="1231500971" sldId="365"/>
            <ac:spMk id="47" creationId="{A07179B3-6E80-2928-299B-E00ABCDFF655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48" creationId="{2E4E213F-D0F8-F9F1-4F64-DBC1A2DCBCA1}"/>
          </ac:spMkLst>
        </pc:spChg>
        <pc:spChg chg="add 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49" creationId="{7AA34666-856A-6FED-7499-B122486936C6}"/>
          </ac:spMkLst>
        </pc:spChg>
        <pc:spChg chg="add mod">
          <ac:chgData name="昕 许" userId="a2975fcd840abfc3" providerId="LiveId" clId="{49CCD4F9-177C-4270-9A14-60236FF377E8}" dt="2026-05-02T04:32:18.119" v="13021"/>
          <ac:spMkLst>
            <pc:docMk/>
            <pc:sldMk cId="1231500971" sldId="365"/>
            <ac:spMk id="50" creationId="{DA765BB5-AFC1-90AB-2DE6-FB619C439C2B}"/>
          </ac:spMkLst>
        </pc:spChg>
        <pc:spChg chg="add 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51" creationId="{403B7FDE-E0B5-75C5-C450-20D92CDDEBBB}"/>
          </ac:spMkLst>
        </pc:spChg>
        <pc:spChg chg="mod">
          <ac:chgData name="昕 许" userId="a2975fcd840abfc3" providerId="LiveId" clId="{49CCD4F9-177C-4270-9A14-60236FF377E8}" dt="2026-05-02T04:32:18.119" v="13021"/>
          <ac:spMkLst>
            <pc:docMk/>
            <pc:sldMk cId="1231500971" sldId="365"/>
            <ac:spMk id="59" creationId="{CEB1BC28-8D5F-9270-2C68-4A9E4AA3803E}"/>
          </ac:spMkLst>
        </pc:spChg>
        <pc:spChg chg="mod">
          <ac:chgData name="昕 许" userId="a2975fcd840abfc3" providerId="LiveId" clId="{49CCD4F9-177C-4270-9A14-60236FF377E8}" dt="2026-05-02T04:36:03.871" v="13108" actId="207"/>
          <ac:spMkLst>
            <pc:docMk/>
            <pc:sldMk cId="1231500971" sldId="365"/>
            <ac:spMk id="60" creationId="{EF84366C-280D-35AD-6000-6F4EF83EB40B}"/>
          </ac:spMkLst>
        </pc:spChg>
        <pc:spChg chg="add mod">
          <ac:chgData name="昕 许" userId="a2975fcd840abfc3" providerId="LiveId" clId="{49CCD4F9-177C-4270-9A14-60236FF377E8}" dt="2026-05-02T04:33:14.428" v="13039" actId="1076"/>
          <ac:spMkLst>
            <pc:docMk/>
            <pc:sldMk cId="1231500971" sldId="365"/>
            <ac:spMk id="61" creationId="{682B9C44-C0F4-E132-8494-E851FAE8F2AC}"/>
          </ac:spMkLst>
        </pc:spChg>
        <pc:spChg chg="mod">
          <ac:chgData name="昕 许" userId="a2975fcd840abfc3" providerId="LiveId" clId="{49CCD4F9-177C-4270-9A14-60236FF377E8}" dt="2026-05-02T04:32:18.119" v="13021"/>
          <ac:spMkLst>
            <pc:docMk/>
            <pc:sldMk cId="1231500971" sldId="365"/>
            <ac:spMk id="64" creationId="{6D5973EF-223A-BE92-0C51-C59A65A6045C}"/>
          </ac:spMkLst>
        </pc:spChg>
        <pc:spChg chg="add mod">
          <ac:chgData name="昕 许" userId="a2975fcd840abfc3" providerId="LiveId" clId="{49CCD4F9-177C-4270-9A14-60236FF377E8}" dt="2026-05-02T04:33:36.719" v="13055" actId="1076"/>
          <ac:spMkLst>
            <pc:docMk/>
            <pc:sldMk cId="1231500971" sldId="365"/>
            <ac:spMk id="68" creationId="{0E46AF6A-7F77-4D90-39FE-5478FA85F100}"/>
          </ac:spMkLst>
        </pc:spChg>
        <pc:spChg chg="mod">
          <ac:chgData name="昕 许" userId="a2975fcd840abfc3" providerId="LiveId" clId="{49CCD4F9-177C-4270-9A14-60236FF377E8}" dt="2026-05-02T04:33:19.649" v="13041"/>
          <ac:spMkLst>
            <pc:docMk/>
            <pc:sldMk cId="1231500971" sldId="365"/>
            <ac:spMk id="72" creationId="{705ADC70-E218-2251-A05E-7D65FEE67122}"/>
          </ac:spMkLst>
        </pc:spChg>
        <pc:spChg chg="mod">
          <ac:chgData name="昕 许" userId="a2975fcd840abfc3" providerId="LiveId" clId="{49CCD4F9-177C-4270-9A14-60236FF377E8}" dt="2026-05-02T04:33:19.649" v="13041"/>
          <ac:spMkLst>
            <pc:docMk/>
            <pc:sldMk cId="1231500971" sldId="365"/>
            <ac:spMk id="73" creationId="{AC46B105-911B-CB2E-8CB0-4B38421495A1}"/>
          </ac:spMkLst>
        </pc:spChg>
        <pc:spChg chg="del">
          <ac:chgData name="昕 许" userId="a2975fcd840abfc3" providerId="LiveId" clId="{49CCD4F9-177C-4270-9A14-60236FF377E8}" dt="2026-05-02T04:24:51.023" v="12928" actId="478"/>
          <ac:spMkLst>
            <pc:docMk/>
            <pc:sldMk cId="1231500971" sldId="365"/>
            <ac:spMk id="74" creationId="{656FAFB0-7D8E-456B-E8CD-BC2C5DC26273}"/>
          </ac:spMkLst>
        </pc:spChg>
        <pc:spChg chg="del">
          <ac:chgData name="昕 许" userId="a2975fcd840abfc3" providerId="LiveId" clId="{49CCD4F9-177C-4270-9A14-60236FF377E8}" dt="2026-05-02T04:24:51.023" v="12928" actId="478"/>
          <ac:spMkLst>
            <pc:docMk/>
            <pc:sldMk cId="1231500971" sldId="365"/>
            <ac:spMk id="122" creationId="{6227FB4C-2C22-05A1-64BA-BD4D568596B5}"/>
          </ac:spMkLst>
        </pc:spChg>
        <pc:spChg chg="del">
          <ac:chgData name="昕 许" userId="a2975fcd840abfc3" providerId="LiveId" clId="{49CCD4F9-177C-4270-9A14-60236FF377E8}" dt="2026-05-02T04:24:42.663" v="12924" actId="478"/>
          <ac:spMkLst>
            <pc:docMk/>
            <pc:sldMk cId="1231500971" sldId="365"/>
            <ac:spMk id="123" creationId="{ABCE7F06-E7DC-994F-156B-980CFF0300EF}"/>
          </ac:spMkLst>
        </pc:spChg>
        <pc:spChg chg="del">
          <ac:chgData name="昕 许" userId="a2975fcd840abfc3" providerId="LiveId" clId="{49CCD4F9-177C-4270-9A14-60236FF377E8}" dt="2026-05-02T04:24:40.354" v="12923" actId="478"/>
          <ac:spMkLst>
            <pc:docMk/>
            <pc:sldMk cId="1231500971" sldId="365"/>
            <ac:spMk id="124" creationId="{8414823E-67B7-F428-1756-27D5B019C737}"/>
          </ac:spMkLst>
        </pc:spChg>
        <pc:spChg chg="del">
          <ac:chgData name="昕 许" userId="a2975fcd840abfc3" providerId="LiveId" clId="{49CCD4F9-177C-4270-9A14-60236FF377E8}" dt="2026-05-02T04:24:44.608" v="12926" actId="478"/>
          <ac:spMkLst>
            <pc:docMk/>
            <pc:sldMk cId="1231500971" sldId="365"/>
            <ac:spMk id="125" creationId="{B669A7FD-B4FE-61AA-20A1-7746E9C756E2}"/>
          </ac:spMkLst>
        </pc:spChg>
        <pc:spChg chg="del">
          <ac:chgData name="昕 许" userId="a2975fcd840abfc3" providerId="LiveId" clId="{49CCD4F9-177C-4270-9A14-60236FF377E8}" dt="2026-05-02T04:24:43.785" v="12925" actId="478"/>
          <ac:spMkLst>
            <pc:docMk/>
            <pc:sldMk cId="1231500971" sldId="365"/>
            <ac:spMk id="126" creationId="{99FCF4E0-7A81-429D-C319-FC01AAC5E434}"/>
          </ac:spMkLst>
        </pc:spChg>
        <pc:grpChg chg="add mod">
          <ac:chgData name="昕 许" userId="a2975fcd840abfc3" providerId="LiveId" clId="{49CCD4F9-177C-4270-9A14-60236FF377E8}" dt="2026-05-02T04:26:00.497" v="12954" actId="164"/>
          <ac:grpSpMkLst>
            <pc:docMk/>
            <pc:sldMk cId="1231500971" sldId="365"/>
            <ac:grpSpMk id="8" creationId="{3A10AF18-1413-3891-97F3-BE713005F132}"/>
          </ac:grpSpMkLst>
        </pc:grpChg>
        <pc:grpChg chg="add mod">
          <ac:chgData name="昕 许" userId="a2975fcd840abfc3" providerId="LiveId" clId="{49CCD4F9-177C-4270-9A14-60236FF377E8}" dt="2026-05-02T04:26:09.840" v="12960" actId="20577"/>
          <ac:grpSpMkLst>
            <pc:docMk/>
            <pc:sldMk cId="1231500971" sldId="365"/>
            <ac:grpSpMk id="9" creationId="{08987A7B-40A1-ACBA-5BC3-C1EFC334ECBE}"/>
          </ac:grpSpMkLst>
        </pc:grpChg>
        <pc:grpChg chg="add mod">
          <ac:chgData name="昕 许" userId="a2975fcd840abfc3" providerId="LiveId" clId="{49CCD4F9-177C-4270-9A14-60236FF377E8}" dt="2026-05-02T04:27:33.386" v="12991" actId="1076"/>
          <ac:grpSpMkLst>
            <pc:docMk/>
            <pc:sldMk cId="1231500971" sldId="365"/>
            <ac:grpSpMk id="13" creationId="{4D46576A-0885-0A77-5E96-FACF56DF19A6}"/>
          </ac:grpSpMkLst>
        </pc:grpChg>
        <pc:grpChg chg="add mod">
          <ac:chgData name="昕 许" userId="a2975fcd840abfc3" providerId="LiveId" clId="{49CCD4F9-177C-4270-9A14-60236FF377E8}" dt="2026-05-02T04:27:02.132" v="12972" actId="20577"/>
          <ac:grpSpMkLst>
            <pc:docMk/>
            <pc:sldMk cId="1231500971" sldId="365"/>
            <ac:grpSpMk id="16" creationId="{87BB08F6-7F63-EEA1-2493-6059EC555528}"/>
          </ac:grpSpMkLst>
        </pc:grpChg>
        <pc:grpChg chg="add mod">
          <ac:chgData name="昕 许" userId="a2975fcd840abfc3" providerId="LiveId" clId="{49CCD4F9-177C-4270-9A14-60236FF377E8}" dt="2026-05-02T04:27:28.278" v="12990" actId="1076"/>
          <ac:grpSpMkLst>
            <pc:docMk/>
            <pc:sldMk cId="1231500971" sldId="365"/>
            <ac:grpSpMk id="20" creationId="{EF9D2765-3813-C5AF-E42B-63FDE12428DE}"/>
          </ac:grpSpMkLst>
        </pc:grpChg>
        <pc:grpChg chg="mod">
          <ac:chgData name="昕 许" userId="a2975fcd840abfc3" providerId="LiveId" clId="{49CCD4F9-177C-4270-9A14-60236FF377E8}" dt="2026-05-02T04:32:37.612" v="13029" actId="1076"/>
          <ac:grpSpMkLst>
            <pc:docMk/>
            <pc:sldMk cId="1231500971" sldId="365"/>
            <ac:grpSpMk id="45" creationId="{62DF63BE-6EF0-FAD6-CB8D-872F0C7CD29F}"/>
          </ac:grpSpMkLst>
        </pc:grpChg>
        <pc:grpChg chg="mod">
          <ac:chgData name="昕 许" userId="a2975fcd840abfc3" providerId="LiveId" clId="{49CCD4F9-177C-4270-9A14-60236FF377E8}" dt="2026-05-02T04:32:32.601" v="13025" actId="1076"/>
          <ac:grpSpMkLst>
            <pc:docMk/>
            <pc:sldMk cId="1231500971" sldId="365"/>
            <ac:grpSpMk id="52" creationId="{1CA538A5-90CD-E4B6-EF9E-5696CAF4598A}"/>
          </ac:grpSpMkLst>
        </pc:grpChg>
        <pc:grpChg chg="del">
          <ac:chgData name="昕 许" userId="a2975fcd840abfc3" providerId="LiveId" clId="{49CCD4F9-177C-4270-9A14-60236FF377E8}" dt="2026-05-02T04:33:02.021" v="13034" actId="478"/>
          <ac:grpSpMkLst>
            <pc:docMk/>
            <pc:sldMk cId="1231500971" sldId="365"/>
            <ac:grpSpMk id="55" creationId="{CF25FFD2-693E-76D3-BDAA-606F7D68D04F}"/>
          </ac:grpSpMkLst>
        </pc:grpChg>
        <pc:grpChg chg="mod">
          <ac:chgData name="昕 许" userId="a2975fcd840abfc3" providerId="LiveId" clId="{49CCD4F9-177C-4270-9A14-60236FF377E8}" dt="2026-05-02T04:33:04.804" v="13035" actId="1076"/>
          <ac:grpSpMkLst>
            <pc:docMk/>
            <pc:sldMk cId="1231500971" sldId="365"/>
            <ac:grpSpMk id="62" creationId="{87039A39-BAEC-5D0E-FAD0-9900B83E7CF0}"/>
          </ac:grpSpMkLst>
        </pc:grpChg>
        <pc:grpChg chg="add mod">
          <ac:chgData name="昕 许" userId="a2975fcd840abfc3" providerId="LiveId" clId="{49CCD4F9-177C-4270-9A14-60236FF377E8}" dt="2026-05-02T04:33:24.017" v="13042" actId="1076"/>
          <ac:grpSpMkLst>
            <pc:docMk/>
            <pc:sldMk cId="1231500971" sldId="365"/>
            <ac:grpSpMk id="71" creationId="{A630D3A8-9DC3-A518-8FD7-69C82BDC073E}"/>
          </ac:grpSpMkLst>
        </pc:grpChg>
        <pc:cxnChg chg="add mod">
          <ac:chgData name="昕 许" userId="a2975fcd840abfc3" providerId="LiveId" clId="{49CCD4F9-177C-4270-9A14-60236FF377E8}" dt="2026-05-02T04:28:06.561" v="12998" actId="14100"/>
          <ac:cxnSpMkLst>
            <pc:docMk/>
            <pc:sldMk cId="1231500971" sldId="365"/>
            <ac:cxnSpMk id="23" creationId="{CF432D62-356E-94F5-C339-AEC40421A701}"/>
          </ac:cxnSpMkLst>
        </pc:cxnChg>
        <pc:cxnChg chg="add mod">
          <ac:chgData name="昕 许" userId="a2975fcd840abfc3" providerId="LiveId" clId="{49CCD4F9-177C-4270-9A14-60236FF377E8}" dt="2026-05-02T04:28:32.191" v="13016" actId="14100"/>
          <ac:cxnSpMkLst>
            <pc:docMk/>
            <pc:sldMk cId="1231500971" sldId="365"/>
            <ac:cxnSpMk id="27" creationId="{B5B602BA-1C4D-0D57-AF6D-E15B8213CB34}"/>
          </ac:cxnSpMkLst>
        </pc:cxnChg>
        <pc:cxnChg chg="mod">
          <ac:chgData name="昕 许" userId="a2975fcd840abfc3" providerId="LiveId" clId="{49CCD4F9-177C-4270-9A14-60236FF377E8}" dt="2026-05-02T04:33:27.854" v="13044" actId="14100"/>
          <ac:cxnSpMkLst>
            <pc:docMk/>
            <pc:sldMk cId="1231500971" sldId="365"/>
            <ac:cxnSpMk id="66" creationId="{8F2F09EA-8362-1901-8587-33EED3D231E5}"/>
          </ac:cxnSpMkLst>
        </pc:cxnChg>
        <pc:cxnChg chg="mod">
          <ac:chgData name="昕 许" userId="a2975fcd840abfc3" providerId="LiveId" clId="{49CCD4F9-177C-4270-9A14-60236FF377E8}" dt="2026-05-02T04:26:16.059" v="12962" actId="14100"/>
          <ac:cxnSpMkLst>
            <pc:docMk/>
            <pc:sldMk cId="1231500971" sldId="365"/>
            <ac:cxnSpMk id="67" creationId="{B02C3501-4779-BB1F-C9C2-396F821AB534}"/>
          </ac:cxnSpMkLst>
        </pc:cxnChg>
        <pc:cxnChg chg="mod">
          <ac:chgData name="昕 许" userId="a2975fcd840abfc3" providerId="LiveId" clId="{49CCD4F9-177C-4270-9A14-60236FF377E8}" dt="2026-05-02T04:32:55.319" v="13033" actId="1076"/>
          <ac:cxnSpMkLst>
            <pc:docMk/>
            <pc:sldMk cId="1231500971" sldId="365"/>
            <ac:cxnSpMk id="69" creationId="{E76EBCBE-AFB6-D034-E9DC-036371E76A86}"/>
          </ac:cxnSpMkLst>
        </pc:cxnChg>
        <pc:cxnChg chg="del mod">
          <ac:chgData name="昕 许" userId="a2975fcd840abfc3" providerId="LiveId" clId="{49CCD4F9-177C-4270-9A14-60236FF377E8}" dt="2026-05-02T04:24:49.471" v="12927" actId="478"/>
          <ac:cxnSpMkLst>
            <pc:docMk/>
            <pc:sldMk cId="1231500971" sldId="365"/>
            <ac:cxnSpMk id="117" creationId="{8E6E2CB3-6C85-76FB-CD9E-E96B8D097494}"/>
          </ac:cxnSpMkLst>
        </pc:cxnChg>
      </pc:sldChg>
      <pc:sldChg chg="add del">
        <pc:chgData name="昕 许" userId="a2975fcd840abfc3" providerId="LiveId" clId="{49CCD4F9-177C-4270-9A14-60236FF377E8}" dt="2026-05-02T11:52:45.913" v="14113"/>
        <pc:sldMkLst>
          <pc:docMk/>
          <pc:sldMk cId="4173210628" sldId="365"/>
        </pc:sldMkLst>
      </pc:sldChg>
      <pc:sldChg chg="addSp delSp modSp add del mod">
        <pc:chgData name="昕 许" userId="a2975fcd840abfc3" providerId="LiveId" clId="{49CCD4F9-177C-4270-9A14-60236FF377E8}" dt="2026-05-02T11:23:11.971" v="13286" actId="47"/>
        <pc:sldMkLst>
          <pc:docMk/>
          <pc:sldMk cId="2436870121" sldId="366"/>
        </pc:sldMkLst>
        <pc:spChg chg="mod">
          <ac:chgData name="昕 许" userId="a2975fcd840abfc3" providerId="LiveId" clId="{49CCD4F9-177C-4270-9A14-60236FF377E8}" dt="2026-05-02T04:34:11.668" v="13064" actId="164"/>
          <ac:spMkLst>
            <pc:docMk/>
            <pc:sldMk cId="2436870121" sldId="366"/>
            <ac:spMk id="4" creationId="{737B353B-E0B0-9615-3FB5-520DC3D0E2DD}"/>
          </ac:spMkLst>
        </pc:spChg>
        <pc:spChg chg="mod">
          <ac:chgData name="昕 许" userId="a2975fcd840abfc3" providerId="LiveId" clId="{49CCD4F9-177C-4270-9A14-60236FF377E8}" dt="2026-05-02T04:34:11.668" v="13064" actId="164"/>
          <ac:spMkLst>
            <pc:docMk/>
            <pc:sldMk cId="2436870121" sldId="366"/>
            <ac:spMk id="5" creationId="{4A808BDD-41BB-D48D-D441-B60B53EE8778}"/>
          </ac:spMkLst>
        </pc:spChg>
        <pc:spChg chg="del">
          <ac:chgData name="昕 许" userId="a2975fcd840abfc3" providerId="LiveId" clId="{49CCD4F9-177C-4270-9A14-60236FF377E8}" dt="2026-05-02T04:36:48.049" v="13127" actId="478"/>
          <ac:spMkLst>
            <pc:docMk/>
            <pc:sldMk cId="2436870121" sldId="366"/>
            <ac:spMk id="6" creationId="{949AD5B7-E7ED-B6CA-9D45-4996579CA1AC}"/>
          </ac:spMkLst>
        </pc:spChg>
        <pc:spChg chg="del">
          <ac:chgData name="昕 许" userId="a2975fcd840abfc3" providerId="LiveId" clId="{49CCD4F9-177C-4270-9A14-60236FF377E8}" dt="2026-05-02T04:36:47.251" v="13126" actId="478"/>
          <ac:spMkLst>
            <pc:docMk/>
            <pc:sldMk cId="2436870121" sldId="366"/>
            <ac:spMk id="7" creationId="{F855147A-5F75-A41C-CCC3-875F6028C28E}"/>
          </ac:spMkLst>
        </pc:spChg>
        <pc:spChg chg="mod">
          <ac:chgData name="昕 许" userId="a2975fcd840abfc3" providerId="LiveId" clId="{49CCD4F9-177C-4270-9A14-60236FF377E8}" dt="2026-05-02T04:34:18.778" v="13066" actId="164"/>
          <ac:spMkLst>
            <pc:docMk/>
            <pc:sldMk cId="2436870121" sldId="366"/>
            <ac:spMk id="19" creationId="{E73C6366-FFF5-B3C7-B611-B6BFDD3C25BF}"/>
          </ac:spMkLst>
        </pc:spChg>
        <pc:spChg chg="mod">
          <ac:chgData name="昕 许" userId="a2975fcd840abfc3" providerId="LiveId" clId="{49CCD4F9-177C-4270-9A14-60236FF377E8}" dt="2026-05-02T04:36:58.207" v="13129" actId="1076"/>
          <ac:spMkLst>
            <pc:docMk/>
            <pc:sldMk cId="2436870121" sldId="366"/>
            <ac:spMk id="26" creationId="{334DFC2E-C276-7C05-F271-F3605E72739C}"/>
          </ac:spMkLst>
        </pc:spChg>
        <pc:spChg chg="add 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30" creationId="{F9A7609E-18EF-F734-FAB8-0B08195EC6E1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3" creationId="{C4B5FE08-99A0-CDF2-CFD4-26146D795D03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4" creationId="{D0BC0232-E96A-FA79-3442-B407F68F3CAF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5" creationId="{F248AEF5-498E-C17D-CE1C-0802D898185A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6" creationId="{04C04E1E-3F95-076F-16CD-AEF3CABC1A9F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8" creationId="{C4F9854F-308A-A89D-5EA9-77BED1288DF0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9" creationId="{CBA01BF6-3DA9-EC64-DED9-FCA8AF82F1C9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48" creationId="{953DB699-ABB2-A25A-D35E-A185F6E54B76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50" creationId="{C5376FDF-DBF2-934F-C22D-C3D05544409C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51" creationId="{C525749D-DF28-76DE-204F-F7CE7CD22600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55" creationId="{5F3BAFEA-61C3-FBA9-B085-25B723870C12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56" creationId="{E017417C-037D-9E1E-3856-F7DB52FC4778}"/>
          </ac:spMkLst>
        </pc:spChg>
        <pc:spChg chg="add 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57" creationId="{88A40F89-FD11-C779-C219-D1BA77C66461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61" creationId="{A5E93D4A-7140-1D31-ED49-8387F31AF67C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74" creationId="{A91A7AC8-78CA-EAED-6F2E-6C9056BBB4EA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75" creationId="{A5073B21-8D9C-A4AE-DC1D-5C556344F464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82" creationId="{D3BC7808-1873-59B1-195D-1055C0033DF0}"/>
          </ac:spMkLst>
        </pc:spChg>
        <pc:spChg chg="mod">
          <ac:chgData name="昕 许" userId="a2975fcd840abfc3" providerId="LiveId" clId="{49CCD4F9-177C-4270-9A14-60236FF377E8}" dt="2026-05-02T04:34:32.269" v="13068"/>
          <ac:spMkLst>
            <pc:docMk/>
            <pc:sldMk cId="2436870121" sldId="366"/>
            <ac:spMk id="84" creationId="{2FF9F147-BFAA-CE9A-DF86-4D596587C99A}"/>
          </ac:spMkLst>
        </pc:spChg>
        <pc:spChg chg="mod">
          <ac:chgData name="昕 许" userId="a2975fcd840abfc3" providerId="LiveId" clId="{49CCD4F9-177C-4270-9A14-60236FF377E8}" dt="2026-05-02T04:34:32.269" v="13068"/>
          <ac:spMkLst>
            <pc:docMk/>
            <pc:sldMk cId="2436870121" sldId="366"/>
            <ac:spMk id="91" creationId="{2E2B4120-E0A2-7ED0-1994-2DF0D806056A}"/>
          </ac:spMkLst>
        </pc:spChg>
        <pc:spChg chg="add del mod">
          <ac:chgData name="昕 许" userId="a2975fcd840abfc3" providerId="LiveId" clId="{49CCD4F9-177C-4270-9A14-60236FF377E8}" dt="2026-05-02T04:36:44.750" v="13124" actId="478"/>
          <ac:spMkLst>
            <pc:docMk/>
            <pc:sldMk cId="2436870121" sldId="366"/>
            <ac:spMk id="92" creationId="{471113FF-517E-7533-E2B5-C799432932A6}"/>
          </ac:spMkLst>
        </pc:spChg>
        <pc:spChg chg="add del mod">
          <ac:chgData name="昕 许" userId="a2975fcd840abfc3" providerId="LiveId" clId="{49CCD4F9-177C-4270-9A14-60236FF377E8}" dt="2026-05-02T04:36:43.681" v="13123" actId="478"/>
          <ac:spMkLst>
            <pc:docMk/>
            <pc:sldMk cId="2436870121" sldId="366"/>
            <ac:spMk id="93" creationId="{3940868E-337F-4CA3-DDD2-F1CC273BBAAD}"/>
          </ac:spMkLst>
        </pc:spChg>
        <pc:spChg chg="mod">
          <ac:chgData name="昕 许" userId="a2975fcd840abfc3" providerId="LiveId" clId="{49CCD4F9-177C-4270-9A14-60236FF377E8}" dt="2026-05-02T04:34:32.269" v="13068"/>
          <ac:spMkLst>
            <pc:docMk/>
            <pc:sldMk cId="2436870121" sldId="366"/>
            <ac:spMk id="100" creationId="{5995E94E-D5F1-982D-20F1-8C1E20B80A0B}"/>
          </ac:spMkLst>
        </pc:spChg>
        <pc:spChg chg="mod">
          <ac:chgData name="昕 许" userId="a2975fcd840abfc3" providerId="LiveId" clId="{49CCD4F9-177C-4270-9A14-60236FF377E8}" dt="2026-05-02T04:34:32.269" v="13068"/>
          <ac:spMkLst>
            <pc:docMk/>
            <pc:sldMk cId="2436870121" sldId="366"/>
            <ac:spMk id="103" creationId="{AC177E33-1201-44D4-D892-ACED7CCCEE4A}"/>
          </ac:spMkLst>
        </pc:spChg>
        <pc:spChg chg="mod topLvl">
          <ac:chgData name="昕 许" userId="a2975fcd840abfc3" providerId="LiveId" clId="{49CCD4F9-177C-4270-9A14-60236FF377E8}" dt="2026-05-02T04:35:17.641" v="13101" actId="20577"/>
          <ac:spMkLst>
            <pc:docMk/>
            <pc:sldMk cId="2436870121" sldId="366"/>
            <ac:spMk id="106" creationId="{6B0B0AAC-80B3-8A59-85BD-2B32F86F17CB}"/>
          </ac:spMkLst>
        </pc:spChg>
        <pc:spChg chg="mod">
          <ac:chgData name="昕 许" userId="a2975fcd840abfc3" providerId="LiveId" clId="{49CCD4F9-177C-4270-9A14-60236FF377E8}" dt="2026-05-02T04:35:06.523" v="13080" actId="165"/>
          <ac:spMkLst>
            <pc:docMk/>
            <pc:sldMk cId="2436870121" sldId="366"/>
            <ac:spMk id="107" creationId="{5E925349-16D2-37C4-A681-F5AB9391AE66}"/>
          </ac:spMkLst>
        </pc:spChg>
        <pc:spChg chg="mod">
          <ac:chgData name="昕 许" userId="a2975fcd840abfc3" providerId="LiveId" clId="{49CCD4F9-177C-4270-9A14-60236FF377E8}" dt="2026-05-02T04:36:23.746" v="13110" actId="207"/>
          <ac:spMkLst>
            <pc:docMk/>
            <pc:sldMk cId="2436870121" sldId="366"/>
            <ac:spMk id="108" creationId="{C609CFA7-EEE2-6181-2F08-09A1F945DFCF}"/>
          </ac:spMkLst>
        </pc:spChg>
        <pc:spChg chg="add mod">
          <ac:chgData name="昕 许" userId="a2975fcd840abfc3" providerId="LiveId" clId="{49CCD4F9-177C-4270-9A14-60236FF377E8}" dt="2026-05-02T04:36:37.461" v="13121" actId="20577"/>
          <ac:spMkLst>
            <pc:docMk/>
            <pc:sldMk cId="2436870121" sldId="366"/>
            <ac:spMk id="114" creationId="{A6A42114-0D24-AE2B-1E94-5E326BB59E21}"/>
          </ac:spMkLst>
        </pc:spChg>
        <pc:spChg chg="mod">
          <ac:chgData name="昕 许" userId="a2975fcd840abfc3" providerId="LiveId" clId="{49CCD4F9-177C-4270-9A14-60236FF377E8}" dt="2026-05-02T04:35:24.950" v="13104"/>
          <ac:spMkLst>
            <pc:docMk/>
            <pc:sldMk cId="2436870121" sldId="366"/>
            <ac:spMk id="121" creationId="{B5BAEAC9-6BEA-6F37-0540-40BCEB9BBBB6}"/>
          </ac:spMkLst>
        </pc:spChg>
        <pc:spChg chg="mod">
          <ac:chgData name="昕 许" userId="a2975fcd840abfc3" providerId="LiveId" clId="{49CCD4F9-177C-4270-9A14-60236FF377E8}" dt="2026-05-02T04:35:24.950" v="13104"/>
          <ac:spMkLst>
            <pc:docMk/>
            <pc:sldMk cId="2436870121" sldId="366"/>
            <ac:spMk id="122" creationId="{6E68E72E-5A31-D51C-EFB0-645B99F3AAB3}"/>
          </ac:spMkLst>
        </pc:spChg>
        <pc:grpChg chg="mod">
          <ac:chgData name="昕 许" userId="a2975fcd840abfc3" providerId="LiveId" clId="{49CCD4F9-177C-4270-9A14-60236FF377E8}" dt="2026-05-02T04:33:56.144" v="13058" actId="1076"/>
          <ac:grpSpMkLst>
            <pc:docMk/>
            <pc:sldMk cId="2436870121" sldId="366"/>
            <ac:grpSpMk id="8" creationId="{66C44E24-C52C-46EE-9F39-8977692A8820}"/>
          </ac:grpSpMkLst>
        </pc:grpChg>
        <pc:grpChg chg="mod">
          <ac:chgData name="昕 许" userId="a2975fcd840abfc3" providerId="LiveId" clId="{49CCD4F9-177C-4270-9A14-60236FF377E8}" dt="2026-05-02T04:34:09.598" v="13063" actId="1076"/>
          <ac:grpSpMkLst>
            <pc:docMk/>
            <pc:sldMk cId="2436870121" sldId="366"/>
            <ac:grpSpMk id="9" creationId="{06918B9A-CD0A-D75D-9AD0-D7EDBBC517A8}"/>
          </ac:grpSpMkLst>
        </pc:grpChg>
        <pc:grpChg chg="mod">
          <ac:chgData name="昕 许" userId="a2975fcd840abfc3" providerId="LiveId" clId="{49CCD4F9-177C-4270-9A14-60236FF377E8}" dt="2026-05-02T04:34:18.778" v="13066" actId="164"/>
          <ac:grpSpMkLst>
            <pc:docMk/>
            <pc:sldMk cId="2436870121" sldId="366"/>
            <ac:grpSpMk id="16" creationId="{A20B1A15-609A-ECAE-38F1-F72838B9A2F7}"/>
          </ac:grpSpMkLst>
        </pc:grpChg>
        <pc:grpChg chg="mod">
          <ac:chgData name="昕 许" userId="a2975fcd840abfc3" providerId="LiveId" clId="{49CCD4F9-177C-4270-9A14-60236FF377E8}" dt="2026-05-02T04:36:55.564" v="13128" actId="1076"/>
          <ac:grpSpMkLst>
            <pc:docMk/>
            <pc:sldMk cId="2436870121" sldId="366"/>
            <ac:grpSpMk id="20" creationId="{C2098966-CF80-165D-052E-93A6FF579A0B}"/>
          </ac:grpSpMkLst>
        </pc:grpChg>
        <pc:grpChg chg="add del mod">
          <ac:chgData name="昕 许" userId="a2975fcd840abfc3" providerId="LiveId" clId="{49CCD4F9-177C-4270-9A14-60236FF377E8}" dt="2026-05-02T04:36:45.978" v="13125" actId="478"/>
          <ac:grpSpMkLst>
            <pc:docMk/>
            <pc:sldMk cId="2436870121" sldId="366"/>
            <ac:grpSpMk id="24" creationId="{8E357B62-1849-4F1C-9492-88552B6F9044}"/>
          </ac:grpSpMkLst>
        </pc:grpChg>
        <pc:grpChg chg="add mod">
          <ac:chgData name="昕 许" userId="a2975fcd840abfc3" providerId="LiveId" clId="{49CCD4F9-177C-4270-9A14-60236FF377E8}" dt="2026-05-02T04:34:22.045" v="13067" actId="1076"/>
          <ac:grpSpMkLst>
            <pc:docMk/>
            <pc:sldMk cId="2436870121" sldId="366"/>
            <ac:grpSpMk id="25" creationId="{465F49D8-BA8C-CC2F-F5EE-B1605B8731E2}"/>
          </ac:grpSpMkLst>
        </pc:grpChg>
        <pc:grpChg chg="mod">
          <ac:chgData name="昕 许" userId="a2975fcd840abfc3" providerId="LiveId" clId="{49CCD4F9-177C-4270-9A14-60236FF377E8}" dt="2026-05-02T04:34:42.837" v="13071" actId="1076"/>
          <ac:grpSpMkLst>
            <pc:docMk/>
            <pc:sldMk cId="2436870121" sldId="366"/>
            <ac:grpSpMk id="83" creationId="{28ABB12A-ED71-711D-8EA8-AE8E541B94C6}"/>
          </ac:grpSpMkLst>
        </pc:grpChg>
        <pc:grpChg chg="del">
          <ac:chgData name="昕 许" userId="a2975fcd840abfc3" providerId="LiveId" clId="{49CCD4F9-177C-4270-9A14-60236FF377E8}" dt="2026-05-02T04:36:41.963" v="13122" actId="478"/>
          <ac:grpSpMkLst>
            <pc:docMk/>
            <pc:sldMk cId="2436870121" sldId="366"/>
            <ac:grpSpMk id="89" creationId="{A52F225F-CFA8-737A-0D78-913196493DDB}"/>
          </ac:grpSpMkLst>
        </pc:grpChg>
        <pc:grpChg chg="mod">
          <ac:chgData name="昕 许" userId="a2975fcd840abfc3" providerId="LiveId" clId="{49CCD4F9-177C-4270-9A14-60236FF377E8}" dt="2026-05-02T04:34:45.791" v="13072" actId="1076"/>
          <ac:grpSpMkLst>
            <pc:docMk/>
            <pc:sldMk cId="2436870121" sldId="366"/>
            <ac:grpSpMk id="94" creationId="{86BC1036-48F9-A5EE-797D-D2423D14479F}"/>
          </ac:grpSpMkLst>
        </pc:grpChg>
        <pc:grpChg chg="del">
          <ac:chgData name="昕 许" userId="a2975fcd840abfc3" providerId="LiveId" clId="{49CCD4F9-177C-4270-9A14-60236FF377E8}" dt="2026-05-02T04:35:00.562" v="13078" actId="478"/>
          <ac:grpSpMkLst>
            <pc:docMk/>
            <pc:sldMk cId="2436870121" sldId="366"/>
            <ac:grpSpMk id="101" creationId="{4493DF25-B8F9-726D-9EBF-B246852AF697}"/>
          </ac:grpSpMkLst>
        </pc:grpChg>
        <pc:grpChg chg="del">
          <ac:chgData name="昕 许" userId="a2975fcd840abfc3" providerId="LiveId" clId="{49CCD4F9-177C-4270-9A14-60236FF377E8}" dt="2026-05-02T04:35:06.523" v="13080" actId="165"/>
          <ac:grpSpMkLst>
            <pc:docMk/>
            <pc:sldMk cId="2436870121" sldId="366"/>
            <ac:grpSpMk id="104" creationId="{5CBD234C-756E-4C48-03CF-6470D1B29EB5}"/>
          </ac:grpSpMkLst>
        </pc:grpChg>
        <pc:grpChg chg="mod topLvl">
          <ac:chgData name="昕 许" userId="a2975fcd840abfc3" providerId="LiveId" clId="{49CCD4F9-177C-4270-9A14-60236FF377E8}" dt="2026-05-02T04:35:24.453" v="13103" actId="1076"/>
          <ac:grpSpMkLst>
            <pc:docMk/>
            <pc:sldMk cId="2436870121" sldId="366"/>
            <ac:grpSpMk id="105" creationId="{FCFC9129-BAB2-CAE5-6EAE-F990FA75FB9E}"/>
          </ac:grpSpMkLst>
        </pc:grpChg>
        <pc:grpChg chg="mod">
          <ac:chgData name="昕 许" userId="a2975fcd840abfc3" providerId="LiveId" clId="{49CCD4F9-177C-4270-9A14-60236FF377E8}" dt="2026-05-02T04:35:03.319" v="13079" actId="1076"/>
          <ac:grpSpMkLst>
            <pc:docMk/>
            <pc:sldMk cId="2436870121" sldId="366"/>
            <ac:grpSpMk id="109" creationId="{73582CEA-D812-1CD6-3EBA-CCBCC5B8CDD0}"/>
          </ac:grpSpMkLst>
        </pc:grpChg>
        <pc:grpChg chg="add mod">
          <ac:chgData name="昕 许" userId="a2975fcd840abfc3" providerId="LiveId" clId="{49CCD4F9-177C-4270-9A14-60236FF377E8}" dt="2026-05-02T04:35:31.569" v="13105" actId="1076"/>
          <ac:grpSpMkLst>
            <pc:docMk/>
            <pc:sldMk cId="2436870121" sldId="366"/>
            <ac:grpSpMk id="120" creationId="{BA69586F-1F2B-5D81-B753-D8DD4328E5A2}"/>
          </ac:grpSpMkLst>
        </pc:grpChg>
        <pc:cxnChg chg="mod">
          <ac:chgData name="昕 许" userId="a2975fcd840abfc3" providerId="LiveId" clId="{49CCD4F9-177C-4270-9A14-60236FF377E8}" dt="2026-05-02T04:36:55.564" v="13128" actId="1076"/>
          <ac:cxnSpMkLst>
            <pc:docMk/>
            <pc:sldMk cId="2436870121" sldId="366"/>
            <ac:cxnSpMk id="23" creationId="{2B1A2962-5087-D6E9-C014-768B16AFA2DB}"/>
          </ac:cxnSpMkLst>
        </pc:cxnChg>
        <pc:cxnChg chg="mod">
          <ac:chgData name="昕 许" userId="a2975fcd840abfc3" providerId="LiveId" clId="{49CCD4F9-177C-4270-9A14-60236FF377E8}" dt="2026-05-02T04:34:03.913" v="13062" actId="1076"/>
          <ac:cxnSpMkLst>
            <pc:docMk/>
            <pc:sldMk cId="2436870121" sldId="366"/>
            <ac:cxnSpMk id="27" creationId="{7AEAF154-FC17-891F-05F7-99D1A8BF6510}"/>
          </ac:cxnSpMkLst>
        </pc:cxnChg>
        <pc:cxnChg chg="mod">
          <ac:chgData name="昕 许" userId="a2975fcd840abfc3" providerId="LiveId" clId="{49CCD4F9-177C-4270-9A14-60236FF377E8}" dt="2026-05-02T04:36:27.521" v="13112" actId="14100"/>
          <ac:cxnSpMkLst>
            <pc:docMk/>
            <pc:sldMk cId="2436870121" sldId="366"/>
            <ac:cxnSpMk id="113" creationId="{9C9FFCEE-881D-5CCE-6982-FA48BDE469DB}"/>
          </ac:cxnSpMkLst>
        </pc:cxnChg>
        <pc:cxnChg chg="mod">
          <ac:chgData name="昕 许" userId="a2975fcd840abfc3" providerId="LiveId" clId="{49CCD4F9-177C-4270-9A14-60236FF377E8}" dt="2026-05-02T04:34:54.194" v="13076" actId="14100"/>
          <ac:cxnSpMkLst>
            <pc:docMk/>
            <pc:sldMk cId="2436870121" sldId="366"/>
            <ac:cxnSpMk id="117" creationId="{DDB2BD30-B31C-9630-A05A-0EB93463491A}"/>
          </ac:cxnSpMkLst>
        </pc:cxnChg>
      </pc:sldChg>
      <pc:sldChg chg="addSp delSp modSp add del mod">
        <pc:chgData name="昕 许" userId="a2975fcd840abfc3" providerId="LiveId" clId="{49CCD4F9-177C-4270-9A14-60236FF377E8}" dt="2026-05-02T11:23:11.171" v="13282" actId="47"/>
        <pc:sldMkLst>
          <pc:docMk/>
          <pc:sldMk cId="4012592637" sldId="367"/>
        </pc:sldMkLst>
        <pc:spChg chg="add 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9" creationId="{50EB2740-89B9-41E8-1112-ED90F8870B6E}"/>
          </ac:spMkLst>
        </pc:spChg>
        <pc:spChg chg="add 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10" creationId="{90ED17EB-18EA-7845-68F9-20C4C802004D}"/>
          </ac:spMkLst>
        </pc:spChg>
        <pc:spChg chg="add 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11" creationId="{0F119B67-5D7E-A34D-021E-5DB7221201EF}"/>
          </ac:spMkLst>
        </pc:spChg>
        <pc:spChg chg="add mod">
          <ac:chgData name="昕 许" userId="a2975fcd840abfc3" providerId="LiveId" clId="{49CCD4F9-177C-4270-9A14-60236FF377E8}" dt="2026-05-02T09:00:50.594" v="13241" actId="1076"/>
          <ac:spMkLst>
            <pc:docMk/>
            <pc:sldMk cId="4012592637" sldId="367"/>
            <ac:spMk id="17" creationId="{9EE101D4-6B8E-3DDE-E370-3B0EFC3A5BC4}"/>
          </ac:spMkLst>
        </pc:spChg>
        <pc:spChg chg="add mod">
          <ac:chgData name="昕 许" userId="a2975fcd840abfc3" providerId="LiveId" clId="{49CCD4F9-177C-4270-9A14-60236FF377E8}" dt="2026-05-02T09:01:03.569" v="13260" actId="207"/>
          <ac:spMkLst>
            <pc:docMk/>
            <pc:sldMk cId="4012592637" sldId="367"/>
            <ac:spMk id="18" creationId="{AFE8F6EB-E30F-C8C8-F629-C12977E2A167}"/>
          </ac:spMkLst>
        </pc:spChg>
        <pc:spChg chg="del">
          <ac:chgData name="昕 许" userId="a2975fcd840abfc3" providerId="LiveId" clId="{49CCD4F9-177C-4270-9A14-60236FF377E8}" dt="2026-05-02T08:58:37.674" v="13156" actId="478"/>
          <ac:spMkLst>
            <pc:docMk/>
            <pc:sldMk cId="4012592637" sldId="367"/>
            <ac:spMk id="24" creationId="{522E4C88-CB76-5866-DB0E-76A60287BCD5}"/>
          </ac:spMkLst>
        </pc:spChg>
        <pc:spChg chg="add mod">
          <ac:chgData name="昕 许" userId="a2975fcd840abfc3" providerId="LiveId" clId="{49CCD4F9-177C-4270-9A14-60236FF377E8}" dt="2026-05-02T09:01:29.294" v="13271" actId="20577"/>
          <ac:spMkLst>
            <pc:docMk/>
            <pc:sldMk cId="4012592637" sldId="367"/>
            <ac:spMk id="25" creationId="{799D5775-2721-E128-FC2B-ADE737BCBC73}"/>
          </ac:spMkLst>
        </pc:spChg>
        <pc:spChg chg="add mod">
          <ac:chgData name="昕 许" userId="a2975fcd840abfc3" providerId="LiveId" clId="{49CCD4F9-177C-4270-9A14-60236FF377E8}" dt="2026-05-02T09:01:31.648" v="13273" actId="20577"/>
          <ac:spMkLst>
            <pc:docMk/>
            <pc:sldMk cId="4012592637" sldId="367"/>
            <ac:spMk id="26" creationId="{440C9E0E-FFA5-0A50-F1C1-F7AF54C975E0}"/>
          </ac:spMkLst>
        </pc:spChg>
        <pc:spChg chg="add mod">
          <ac:chgData name="昕 许" userId="a2975fcd840abfc3" providerId="LiveId" clId="{49CCD4F9-177C-4270-9A14-60236FF377E8}" dt="2026-05-02T09:00:55.282" v="13258" actId="20577"/>
          <ac:spMkLst>
            <pc:docMk/>
            <pc:sldMk cId="4012592637" sldId="367"/>
            <ac:spMk id="27" creationId="{39533FF6-E05F-680F-DCB9-56F8C2752692}"/>
          </ac:spMkLst>
        </pc:spChg>
        <pc:spChg chg="add mod">
          <ac:chgData name="昕 许" userId="a2975fcd840abfc3" providerId="LiveId" clId="{49CCD4F9-177C-4270-9A14-60236FF377E8}" dt="2026-05-02T09:00:50.594" v="13241" actId="1076"/>
          <ac:spMkLst>
            <pc:docMk/>
            <pc:sldMk cId="4012592637" sldId="367"/>
            <ac:spMk id="28" creationId="{BDAB8FCA-8E77-24D3-73F4-AB43B5E8EB15}"/>
          </ac:spMkLst>
        </pc:spChg>
        <pc:spChg chg="add mod">
          <ac:chgData name="昕 许" userId="a2975fcd840abfc3" providerId="LiveId" clId="{49CCD4F9-177C-4270-9A14-60236FF377E8}" dt="2026-05-02T09:01:24.179" v="13265" actId="14100"/>
          <ac:spMkLst>
            <pc:docMk/>
            <pc:sldMk cId="4012592637" sldId="367"/>
            <ac:spMk id="30" creationId="{2023A470-95E6-30F5-8706-1D31BE707C2D}"/>
          </ac:spMkLst>
        </pc:spChg>
        <pc:spChg chg="add mod">
          <ac:chgData name="昕 许" userId="a2975fcd840abfc3" providerId="LiveId" clId="{49CCD4F9-177C-4270-9A14-60236FF377E8}" dt="2026-05-02T09:01:16.382" v="13263" actId="207"/>
          <ac:spMkLst>
            <pc:docMk/>
            <pc:sldMk cId="4012592637" sldId="367"/>
            <ac:spMk id="31" creationId="{7F5CD917-A0EF-ADF2-2C92-50EC14A1C7A6}"/>
          </ac:spMkLst>
        </pc:spChg>
        <pc:spChg chg="add mod">
          <ac:chgData name="昕 许" userId="a2975fcd840abfc3" providerId="LiveId" clId="{49CCD4F9-177C-4270-9A14-60236FF377E8}" dt="2026-05-02T09:01:22.095" v="13264" actId="14100"/>
          <ac:spMkLst>
            <pc:docMk/>
            <pc:sldMk cId="4012592637" sldId="367"/>
            <ac:spMk id="35" creationId="{D0FDA8AA-DAE7-6E91-EA38-D54818BEAAD2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42" creationId="{9A691E4C-01C6-B7EA-59D7-F6F9464C654D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43" creationId="{EDC58DAF-1B53-AE6E-00BF-B2C043BE867A}"/>
          </ac:spMkLst>
        </pc:spChg>
        <pc:spChg chg="del">
          <ac:chgData name="昕 许" userId="a2975fcd840abfc3" providerId="LiveId" clId="{49CCD4F9-177C-4270-9A14-60236FF377E8}" dt="2026-05-02T08:59:21.091" v="13201" actId="478"/>
          <ac:spMkLst>
            <pc:docMk/>
            <pc:sldMk cId="4012592637" sldId="367"/>
            <ac:spMk id="60" creationId="{38C66F08-2950-71FA-F213-C155465EC0B1}"/>
          </ac:spMkLst>
        </pc:spChg>
        <pc:spChg chg="del">
          <ac:chgData name="昕 许" userId="a2975fcd840abfc3" providerId="LiveId" clId="{49CCD4F9-177C-4270-9A14-60236FF377E8}" dt="2026-05-02T08:59:21.091" v="13201" actId="478"/>
          <ac:spMkLst>
            <pc:docMk/>
            <pc:sldMk cId="4012592637" sldId="367"/>
            <ac:spMk id="64" creationId="{173B2C05-5FEE-AD76-B0DE-6397990402BC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66" creationId="{C4AE14E9-E4BC-D9B6-5713-3F752A2EF865}"/>
          </ac:spMkLst>
        </pc:spChg>
        <pc:spChg chg="del">
          <ac:chgData name="昕 许" userId="a2975fcd840abfc3" providerId="LiveId" clId="{49CCD4F9-177C-4270-9A14-60236FF377E8}" dt="2026-05-02T08:59:21.091" v="13201" actId="478"/>
          <ac:spMkLst>
            <pc:docMk/>
            <pc:sldMk cId="4012592637" sldId="367"/>
            <ac:spMk id="68" creationId="{63295A33-4EEE-82DE-63A2-92B67CBB9B9E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69" creationId="{385B66E6-F668-683B-8AD5-7F9794B89457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74" creationId="{42ECB346-C5D4-EB39-A942-8D97A93C2E0F}"/>
          </ac:spMkLst>
        </pc:spChg>
        <pc:spChg chg="add del 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75" creationId="{F3E67A45-1C7B-767E-6517-B91BD27A6E44}"/>
          </ac:spMkLst>
        </pc:spChg>
        <pc:spChg chg="del mod">
          <ac:chgData name="昕 许" userId="a2975fcd840abfc3" providerId="LiveId" clId="{49CCD4F9-177C-4270-9A14-60236FF377E8}" dt="2026-05-02T08:59:13.093" v="13200" actId="478"/>
          <ac:spMkLst>
            <pc:docMk/>
            <pc:sldMk cId="4012592637" sldId="367"/>
            <ac:spMk id="81" creationId="{F94EE55A-B0C1-9574-8647-81FE11A246E8}"/>
          </ac:spMkLst>
        </pc:s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3" creationId="{05923B7F-81CF-DD04-7660-907808947768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7" creationId="{BE79427B-93CF-AAB4-3EB4-E8086ABEB00C}"/>
          </ac:grpSpMkLst>
        </pc:grpChg>
        <pc:grpChg chg="add mod">
          <ac:chgData name="昕 许" userId="a2975fcd840abfc3" providerId="LiveId" clId="{49CCD4F9-177C-4270-9A14-60236FF377E8}" dt="2026-05-02T08:59:24.889" v="13203" actId="164"/>
          <ac:grpSpMkLst>
            <pc:docMk/>
            <pc:sldMk cId="4012592637" sldId="367"/>
            <ac:grpSpMk id="8" creationId="{591C94C4-7254-2F98-5FA7-9D66F6133BF8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15" creationId="{E2FB0391-5AB2-08E0-EB77-68B0B649AB40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21" creationId="{271D10A5-369D-BA18-5A55-17670222DC2C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32" creationId="{19E0E253-7B70-25B6-66C1-FB9D759CFCD0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36" creationId="{ABBD59C3-055E-158A-B7C7-BCC5F4C6E473}"/>
          </ac:grpSpMkLst>
        </pc:grpChg>
        <pc:cxnChg chg="add mod">
          <ac:chgData name="昕 许" userId="a2975fcd840abfc3" providerId="LiveId" clId="{49CCD4F9-177C-4270-9A14-60236FF377E8}" dt="2026-05-02T09:00:00.794" v="13222" actId="1036"/>
          <ac:cxnSpMkLst>
            <pc:docMk/>
            <pc:sldMk cId="4012592637" sldId="367"/>
            <ac:cxnSpMk id="13" creationId="{F55DEA8A-B220-17E3-745A-236870C79878}"/>
          </ac:cxnSpMkLst>
        </pc:cxnChg>
        <pc:cxnChg chg="add mod">
          <ac:chgData name="昕 许" userId="a2975fcd840abfc3" providerId="LiveId" clId="{49CCD4F9-177C-4270-9A14-60236FF377E8}" dt="2026-05-02T09:00:50.594" v="13241" actId="1076"/>
          <ac:cxnSpMkLst>
            <pc:docMk/>
            <pc:sldMk cId="4012592637" sldId="367"/>
            <ac:cxnSpMk id="29" creationId="{A3E5486A-EF7D-E6FF-86D3-01C7883A5EFA}"/>
          </ac:cxnSpMkLst>
        </pc:cxnChg>
        <pc:cxnChg chg="mod">
          <ac:chgData name="昕 许" userId="a2975fcd840abfc3" providerId="LiveId" clId="{49CCD4F9-177C-4270-9A14-60236FF377E8}" dt="2026-05-02T09:01:26.423" v="13266" actId="1076"/>
          <ac:cxnSpMkLst>
            <pc:docMk/>
            <pc:sldMk cId="4012592637" sldId="367"/>
            <ac:cxnSpMk id="39" creationId="{69063661-43EF-36B4-AA0D-CEA32028848C}"/>
          </ac:cxnSpMkLst>
        </pc:cxnChg>
        <pc:cxnChg chg="add del">
          <ac:chgData name="昕 许" userId="a2975fcd840abfc3" providerId="LiveId" clId="{49CCD4F9-177C-4270-9A14-60236FF377E8}" dt="2026-05-02T08:58:44.768" v="13163" actId="478"/>
          <ac:cxnSpMkLst>
            <pc:docMk/>
            <pc:sldMk cId="4012592637" sldId="367"/>
            <ac:cxnSpMk id="40" creationId="{CEB56798-2873-F74D-146C-32BAF6551F32}"/>
          </ac:cxnSpMkLst>
        </pc:cxnChg>
        <pc:cxnChg chg="add mod">
          <ac:chgData name="昕 许" userId="a2975fcd840abfc3" providerId="LiveId" clId="{49CCD4F9-177C-4270-9A14-60236FF377E8}" dt="2026-05-02T09:01:41.966" v="13276" actId="14100"/>
          <ac:cxnSpMkLst>
            <pc:docMk/>
            <pc:sldMk cId="4012592637" sldId="367"/>
            <ac:cxnSpMk id="41" creationId="{9DC31772-7BDA-0023-5AFC-A2E70D792BBA}"/>
          </ac:cxnSpMkLst>
        </pc:cxnChg>
        <pc:cxnChg chg="mod">
          <ac:chgData name="昕 许" userId="a2975fcd840abfc3" providerId="LiveId" clId="{49CCD4F9-177C-4270-9A14-60236FF377E8}" dt="2026-05-02T09:00:42.799" v="13239" actId="1076"/>
          <ac:cxnSpMkLst>
            <pc:docMk/>
            <pc:sldMk cId="4012592637" sldId="367"/>
            <ac:cxnSpMk id="53" creationId="{60B769C8-CE5A-CA58-7831-7EA357F7F30F}"/>
          </ac:cxnSpMkLst>
        </pc:cxnChg>
        <pc:cxnChg chg="del">
          <ac:chgData name="昕 许" userId="a2975fcd840abfc3" providerId="LiveId" clId="{49CCD4F9-177C-4270-9A14-60236FF377E8}" dt="2026-05-02T08:59:21.091" v="13201" actId="478"/>
          <ac:cxnSpMkLst>
            <pc:docMk/>
            <pc:sldMk cId="4012592637" sldId="367"/>
            <ac:cxnSpMk id="70" creationId="{50739C5C-B72B-850C-7C36-C0A8F5265978}"/>
          </ac:cxnSpMkLst>
        </pc:cxnChg>
        <pc:cxnChg chg="add del mod">
          <ac:chgData name="昕 许" userId="a2975fcd840abfc3" providerId="LiveId" clId="{49CCD4F9-177C-4270-9A14-60236FF377E8}" dt="2026-05-02T08:59:02.966" v="13197" actId="20577"/>
          <ac:cxnSpMkLst>
            <pc:docMk/>
            <pc:sldMk cId="4012592637" sldId="367"/>
            <ac:cxnSpMk id="76" creationId="{F3542918-7394-B403-753B-1B170778381F}"/>
          </ac:cxnSpMkLst>
        </pc:cxnChg>
      </pc:sldChg>
      <pc:sldMasterChg chg="modSp modSldLayout">
        <pc:chgData name="昕 许" userId="a2975fcd840abfc3" providerId="LiveId" clId="{49CCD4F9-177C-4270-9A14-60236FF377E8}" dt="2026-05-02T11:31:30.534" v="13376"/>
        <pc:sldMasterMkLst>
          <pc:docMk/>
          <pc:sldMasterMk cId="0" sldId="2147483648"/>
        </pc:sldMasterMkLst>
        <pc:spChg chg="mod">
          <ac:chgData name="昕 许" userId="a2975fcd840abfc3" providerId="LiveId" clId="{49CCD4F9-177C-4270-9A14-60236FF377E8}" dt="2026-05-02T11:26:37.622" v="13358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622" v="13358"/>
          <ac:spMkLst>
            <pc:docMk/>
            <pc:sldMasterMk cId="0" sldId="2147483648"/>
            <ac:spMk id="6" creationId="{00000000-0000-0000-0000-000000000000}"/>
          </ac:spMkLst>
        </pc:spChg>
        <pc:sldLayoutChg chg="modSp setBg">
          <pc:chgData name="昕 许" userId="a2975fcd840abfc3" providerId="LiveId" clId="{49CCD4F9-177C-4270-9A14-60236FF377E8}" dt="2026-05-02T11:31:30.534" v="13376"/>
          <pc:sldLayoutMkLst>
            <pc:docMk/>
            <pc:sldMasterMk cId="0" sldId="2147483648"/>
            <pc:sldLayoutMk cId="0" sldId="2147483649"/>
          </pc:sldLayoutMkLst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622" v="13358"/>
          <pc:sldLayoutMkLst>
            <pc:docMk/>
            <pc:sldMasterMk cId="0" sldId="2147483648"/>
            <pc:sldLayoutMk cId="0" sldId="2147483651"/>
          </pc:sldLayoutMkLst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622" v="13358"/>
          <pc:sldLayoutMkLst>
            <pc:docMk/>
            <pc:sldMasterMk cId="0" sldId="2147483648"/>
            <pc:sldLayoutMk cId="0" sldId="2147483652"/>
          </pc:sldLayoutMkLst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622" v="13358"/>
          <pc:sldLayoutMkLst>
            <pc:docMk/>
            <pc:sldMasterMk cId="0" sldId="2147483648"/>
            <pc:sldLayoutMk cId="0" sldId="2147483653"/>
          </pc:sldLayoutMkLst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622" v="13358"/>
          <pc:sldLayoutMkLst>
            <pc:docMk/>
            <pc:sldMasterMk cId="0" sldId="2147483648"/>
            <pc:sldLayoutMk cId="0" sldId="2147483656"/>
          </pc:sldLayoutMkLst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622" v="13358"/>
          <pc:sldLayoutMkLst>
            <pc:docMk/>
            <pc:sldMasterMk cId="0" sldId="2147483648"/>
            <pc:sldLayoutMk cId="0" sldId="2147483657"/>
          </pc:sldLayoutMkLst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622" v="13358"/>
          <pc:sldLayoutMkLst>
            <pc:docMk/>
            <pc:sldMasterMk cId="0" sldId="2147483648"/>
            <pc:sldLayoutMk cId="0" sldId="2147483659"/>
          </pc:sldLayoutMkLst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622" v="13358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</pc:sldMasterChg>
      <pc:sldMasterChg chg="modSp modSldLayout">
        <pc:chgData name="昕 许" userId="a2975fcd840abfc3" providerId="LiveId" clId="{49CCD4F9-177C-4270-9A14-60236FF377E8}" dt="2026-05-02T11:26:37.293" v="13357"/>
        <pc:sldMasterMkLst>
          <pc:docMk/>
          <pc:sldMasterMk cId="3831164906" sldId="2147483660"/>
        </pc:sldMasterMkLst>
        <pc:spChg chg="mod">
          <ac:chgData name="昕 许" userId="a2975fcd840abfc3" providerId="LiveId" clId="{49CCD4F9-177C-4270-9A14-60236FF377E8}" dt="2026-05-02T11:26:37.293" v="13357"/>
          <ac:spMkLst>
            <pc:docMk/>
            <pc:sldMasterMk cId="3831164906" sldId="2147483660"/>
            <ac:spMk id="2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293" v="13357"/>
          <ac:spMkLst>
            <pc:docMk/>
            <pc:sldMasterMk cId="3831164906" sldId="2147483660"/>
            <ac:spMk id="3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293" v="13357"/>
          <ac:spMkLst>
            <pc:docMk/>
            <pc:sldMasterMk cId="3831164906" sldId="2147483660"/>
            <ac:spMk id="4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293" v="13357"/>
          <ac:spMkLst>
            <pc:docMk/>
            <pc:sldMasterMk cId="3831164906" sldId="2147483660"/>
            <ac:spMk id="5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293" v="13357"/>
          <ac:spMkLst>
            <pc:docMk/>
            <pc:sldMasterMk cId="3831164906" sldId="2147483660"/>
            <ac:spMk id="6" creationId="{00000000-0000-0000-0000-000000000000}"/>
          </ac:spMkLst>
        </pc:spChg>
        <pc:sldLayoutChg chg="modSp">
          <pc:chgData name="昕 许" userId="a2975fcd840abfc3" providerId="LiveId" clId="{49CCD4F9-177C-4270-9A14-60236FF377E8}" dt="2026-05-02T11:26:37.293" v="13357"/>
          <pc:sldLayoutMkLst>
            <pc:docMk/>
            <pc:sldMasterMk cId="3831164906" sldId="2147483660"/>
            <pc:sldLayoutMk cId="3183044425" sldId="2147483661"/>
          </pc:sldLayoutMkLst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3183044425" sldId="2147483661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3183044425" sldId="2147483661"/>
              <ac:spMk id="3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293" v="13357"/>
          <pc:sldLayoutMkLst>
            <pc:docMk/>
            <pc:sldMasterMk cId="3831164906" sldId="2147483660"/>
            <pc:sldLayoutMk cId="2274938522" sldId="2147483663"/>
          </pc:sldLayoutMkLst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2274938522" sldId="2147483663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2274938522" sldId="2147483663"/>
              <ac:spMk id="3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293" v="13357"/>
          <pc:sldLayoutMkLst>
            <pc:docMk/>
            <pc:sldMasterMk cId="3831164906" sldId="2147483660"/>
            <pc:sldLayoutMk cId="1302795643" sldId="2147483664"/>
          </pc:sldLayoutMkLst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1302795643" sldId="2147483664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1302795643" sldId="2147483664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293" v="13357"/>
          <pc:sldLayoutMkLst>
            <pc:docMk/>
            <pc:sldMasterMk cId="3831164906" sldId="2147483660"/>
            <pc:sldLayoutMk cId="3609979892" sldId="2147483665"/>
          </pc:sldLayoutMkLst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3609979892" sldId="2147483665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3609979892" sldId="2147483665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3609979892" sldId="2147483665"/>
              <ac:spMk id="4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3609979892" sldId="2147483665"/>
              <ac:spMk id="5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3609979892" sldId="2147483665"/>
              <ac:spMk id="6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293" v="13357"/>
          <pc:sldLayoutMkLst>
            <pc:docMk/>
            <pc:sldMasterMk cId="3831164906" sldId="2147483660"/>
            <pc:sldLayoutMk cId="789020650" sldId="2147483668"/>
          </pc:sldLayoutMkLst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789020650" sldId="2147483668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789020650" sldId="2147483668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789020650" sldId="2147483668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293" v="13357"/>
          <pc:sldLayoutMkLst>
            <pc:docMk/>
            <pc:sldMasterMk cId="3831164906" sldId="2147483660"/>
            <pc:sldLayoutMk cId="2092494720" sldId="2147483669"/>
          </pc:sldLayoutMkLst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2092494720" sldId="2147483669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2092494720" sldId="2147483669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2092494720" sldId="2147483669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293" v="13357"/>
          <pc:sldLayoutMkLst>
            <pc:docMk/>
            <pc:sldMasterMk cId="3831164906" sldId="2147483660"/>
            <pc:sldLayoutMk cId="1120730301" sldId="2147483671"/>
          </pc:sldLayoutMkLst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1120730301" sldId="2147483671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293" v="13357"/>
            <ac:spMkLst>
              <pc:docMk/>
              <pc:sldMasterMk cId="3831164906" sldId="2147483660"/>
              <pc:sldLayoutMk cId="1120730301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昕 许" userId="a2975fcd840abfc3" providerId="LiveId" clId="{49CCD4F9-177C-4270-9A14-60236FF377E8}" dt="2026-05-02T11:26:37.108" v="13356"/>
        <pc:sldMasterMkLst>
          <pc:docMk/>
          <pc:sldMasterMk cId="1210473393" sldId="2147483672"/>
        </pc:sldMasterMkLst>
        <pc:spChg chg="mod">
          <ac:chgData name="昕 许" userId="a2975fcd840abfc3" providerId="LiveId" clId="{49CCD4F9-177C-4270-9A14-60236FF377E8}" dt="2026-05-02T11:26:37.108" v="13356"/>
          <ac:spMkLst>
            <pc:docMk/>
            <pc:sldMasterMk cId="1210473393" sldId="2147483672"/>
            <ac:spMk id="2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108" v="13356"/>
          <ac:spMkLst>
            <pc:docMk/>
            <pc:sldMasterMk cId="1210473393" sldId="2147483672"/>
            <ac:spMk id="3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108" v="13356"/>
          <ac:spMkLst>
            <pc:docMk/>
            <pc:sldMasterMk cId="1210473393" sldId="2147483672"/>
            <ac:spMk id="4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108" v="13356"/>
          <ac:spMkLst>
            <pc:docMk/>
            <pc:sldMasterMk cId="1210473393" sldId="2147483672"/>
            <ac:spMk id="5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7.108" v="13356"/>
          <ac:spMkLst>
            <pc:docMk/>
            <pc:sldMasterMk cId="1210473393" sldId="2147483672"/>
            <ac:spMk id="6" creationId="{00000000-0000-0000-0000-000000000000}"/>
          </ac:spMkLst>
        </pc:spChg>
        <pc:sldLayoutChg chg="modSp">
          <pc:chgData name="昕 许" userId="a2975fcd840abfc3" providerId="LiveId" clId="{49CCD4F9-177C-4270-9A14-60236FF377E8}" dt="2026-05-02T11:26:37.108" v="13356"/>
          <pc:sldLayoutMkLst>
            <pc:docMk/>
            <pc:sldMasterMk cId="1210473393" sldId="2147483672"/>
            <pc:sldLayoutMk cId="305841897" sldId="2147483673"/>
          </pc:sldLayoutMkLst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305841897" sldId="2147483673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305841897" sldId="2147483673"/>
              <ac:spMk id="3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108" v="13356"/>
          <pc:sldLayoutMkLst>
            <pc:docMk/>
            <pc:sldMasterMk cId="1210473393" sldId="2147483672"/>
            <pc:sldLayoutMk cId="1119360298" sldId="2147483675"/>
          </pc:sldLayoutMkLst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1119360298" sldId="2147483675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1119360298" sldId="2147483675"/>
              <ac:spMk id="3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108" v="13356"/>
          <pc:sldLayoutMkLst>
            <pc:docMk/>
            <pc:sldMasterMk cId="1210473393" sldId="2147483672"/>
            <pc:sldLayoutMk cId="564609976" sldId="2147483676"/>
          </pc:sldLayoutMkLst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564609976" sldId="2147483676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564609976" sldId="2147483676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108" v="13356"/>
          <pc:sldLayoutMkLst>
            <pc:docMk/>
            <pc:sldMasterMk cId="1210473393" sldId="2147483672"/>
            <pc:sldLayoutMk cId="701094034" sldId="2147483677"/>
          </pc:sldLayoutMkLst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701094034" sldId="2147483677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701094034" sldId="2147483677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701094034" sldId="2147483677"/>
              <ac:spMk id="4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701094034" sldId="2147483677"/>
              <ac:spMk id="5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701094034" sldId="2147483677"/>
              <ac:spMk id="6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108" v="13356"/>
          <pc:sldLayoutMkLst>
            <pc:docMk/>
            <pc:sldMasterMk cId="1210473393" sldId="2147483672"/>
            <pc:sldLayoutMk cId="2944516780" sldId="2147483680"/>
          </pc:sldLayoutMkLst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2944516780" sldId="2147483680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2944516780" sldId="2147483680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2944516780" sldId="2147483680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108" v="13356"/>
          <pc:sldLayoutMkLst>
            <pc:docMk/>
            <pc:sldMasterMk cId="1210473393" sldId="2147483672"/>
            <pc:sldLayoutMk cId="1520065559" sldId="2147483681"/>
          </pc:sldLayoutMkLst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1520065559" sldId="2147483681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1520065559" sldId="2147483681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1520065559" sldId="2147483681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7.108" v="13356"/>
          <pc:sldLayoutMkLst>
            <pc:docMk/>
            <pc:sldMasterMk cId="1210473393" sldId="2147483672"/>
            <pc:sldLayoutMk cId="3141062285" sldId="2147483683"/>
          </pc:sldLayoutMkLst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3141062285" sldId="2147483683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7.108" v="13356"/>
            <ac:spMkLst>
              <pc:docMk/>
              <pc:sldMasterMk cId="1210473393" sldId="2147483672"/>
              <pc:sldLayoutMk cId="3141062285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昕 许" userId="a2975fcd840abfc3" providerId="LiveId" clId="{49CCD4F9-177C-4270-9A14-60236FF377E8}" dt="2026-05-02T11:26:36.903" v="13355"/>
        <pc:sldMasterMkLst>
          <pc:docMk/>
          <pc:sldMasterMk cId="1790479075" sldId="2147483684"/>
        </pc:sldMasterMkLst>
        <pc:spChg chg="mod">
          <ac:chgData name="昕 许" userId="a2975fcd840abfc3" providerId="LiveId" clId="{49CCD4F9-177C-4270-9A14-60236FF377E8}" dt="2026-05-02T11:26:36.903" v="13355"/>
          <ac:spMkLst>
            <pc:docMk/>
            <pc:sldMasterMk cId="1790479075" sldId="2147483684"/>
            <ac:spMk id="2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6.903" v="13355"/>
          <ac:spMkLst>
            <pc:docMk/>
            <pc:sldMasterMk cId="1790479075" sldId="2147483684"/>
            <ac:spMk id="3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6.903" v="13355"/>
          <ac:spMkLst>
            <pc:docMk/>
            <pc:sldMasterMk cId="1790479075" sldId="2147483684"/>
            <ac:spMk id="4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6.903" v="13355"/>
          <ac:spMkLst>
            <pc:docMk/>
            <pc:sldMasterMk cId="1790479075" sldId="2147483684"/>
            <ac:spMk id="5" creationId="{00000000-0000-0000-0000-000000000000}"/>
          </ac:spMkLst>
        </pc:spChg>
        <pc:spChg chg="mod">
          <ac:chgData name="昕 许" userId="a2975fcd840abfc3" providerId="LiveId" clId="{49CCD4F9-177C-4270-9A14-60236FF377E8}" dt="2026-05-02T11:26:36.903" v="13355"/>
          <ac:spMkLst>
            <pc:docMk/>
            <pc:sldMasterMk cId="1790479075" sldId="2147483684"/>
            <ac:spMk id="6" creationId="{00000000-0000-0000-0000-000000000000}"/>
          </ac:spMkLst>
        </pc:spChg>
        <pc:sldLayoutChg chg="modSp">
          <pc:chgData name="昕 许" userId="a2975fcd840abfc3" providerId="LiveId" clId="{49CCD4F9-177C-4270-9A14-60236FF377E8}" dt="2026-05-02T11:26:36.903" v="13355"/>
          <pc:sldLayoutMkLst>
            <pc:docMk/>
            <pc:sldMasterMk cId="1790479075" sldId="2147483684"/>
            <pc:sldLayoutMk cId="3772806091" sldId="2147483685"/>
          </pc:sldLayoutMkLst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772806091" sldId="2147483685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772806091" sldId="2147483685"/>
              <ac:spMk id="3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6.903" v="13355"/>
          <pc:sldLayoutMkLst>
            <pc:docMk/>
            <pc:sldMasterMk cId="1790479075" sldId="2147483684"/>
            <pc:sldLayoutMk cId="87555766" sldId="2147483687"/>
          </pc:sldLayoutMkLst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87555766" sldId="2147483687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87555766" sldId="2147483687"/>
              <ac:spMk id="3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6.903" v="13355"/>
          <pc:sldLayoutMkLst>
            <pc:docMk/>
            <pc:sldMasterMk cId="1790479075" sldId="2147483684"/>
            <pc:sldLayoutMk cId="2713648593" sldId="2147483688"/>
          </pc:sldLayoutMkLst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2713648593" sldId="2147483688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2713648593" sldId="2147483688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6.903" v="13355"/>
          <pc:sldLayoutMkLst>
            <pc:docMk/>
            <pc:sldMasterMk cId="1790479075" sldId="2147483684"/>
            <pc:sldLayoutMk cId="3408667623" sldId="2147483689"/>
          </pc:sldLayoutMkLst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408667623" sldId="2147483689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408667623" sldId="2147483689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408667623" sldId="2147483689"/>
              <ac:spMk id="4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408667623" sldId="2147483689"/>
              <ac:spMk id="5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408667623" sldId="2147483689"/>
              <ac:spMk id="6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6.903" v="13355"/>
          <pc:sldLayoutMkLst>
            <pc:docMk/>
            <pc:sldMasterMk cId="1790479075" sldId="2147483684"/>
            <pc:sldLayoutMk cId="1646616496" sldId="2147483692"/>
          </pc:sldLayoutMkLst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1646616496" sldId="2147483692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1646616496" sldId="2147483692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1646616496" sldId="2147483692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6.903" v="13355"/>
          <pc:sldLayoutMkLst>
            <pc:docMk/>
            <pc:sldMasterMk cId="1790479075" sldId="2147483684"/>
            <pc:sldLayoutMk cId="3660058456" sldId="2147483693"/>
          </pc:sldLayoutMkLst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660058456" sldId="2147483693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660058456" sldId="2147483693"/>
              <ac:spMk id="3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3660058456" sldId="2147483693"/>
              <ac:spMk id="4" creationId="{00000000-0000-0000-0000-000000000000}"/>
            </ac:spMkLst>
          </pc:spChg>
        </pc:sldLayoutChg>
        <pc:sldLayoutChg chg="modSp">
          <pc:chgData name="昕 许" userId="a2975fcd840abfc3" providerId="LiveId" clId="{49CCD4F9-177C-4270-9A14-60236FF377E8}" dt="2026-05-02T11:26:36.903" v="13355"/>
          <pc:sldLayoutMkLst>
            <pc:docMk/>
            <pc:sldMasterMk cId="1790479075" sldId="2147483684"/>
            <pc:sldLayoutMk cId="2897439003" sldId="2147483695"/>
          </pc:sldLayoutMkLst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2897439003" sldId="2147483695"/>
              <ac:spMk id="2" creationId="{00000000-0000-0000-0000-000000000000}"/>
            </ac:spMkLst>
          </pc:spChg>
          <pc:spChg chg="mod">
            <ac:chgData name="昕 许" userId="a2975fcd840abfc3" providerId="LiveId" clId="{49CCD4F9-177C-4270-9A14-60236FF377E8}" dt="2026-05-02T11:26:36.903" v="13355"/>
            <ac:spMkLst>
              <pc:docMk/>
              <pc:sldMasterMk cId="1790479075" sldId="2147483684"/>
              <pc:sldLayoutMk cId="2897439003" sldId="2147483695"/>
              <ac:spMk id="3" creationId="{00000000-0000-0000-0000-000000000000}"/>
            </ac:spMkLst>
          </pc:spChg>
        </pc:sldLayoutChg>
      </pc:sldMasterChg>
    </pc:docChg>
  </pc:docChgLst>
  <pc:docChgLst>
    <pc:chgData name="昕 许" userId="a2975fcd840abfc3" providerId="LiveId" clId="{499F0DC1-E14A-440B-BB65-742EF527F893}"/>
    <pc:docChg chg="undo custSel modSld">
      <pc:chgData name="昕 许" userId="a2975fcd840abfc3" providerId="LiveId" clId="{499F0DC1-E14A-440B-BB65-742EF527F893}" dt="2026-04-27T01:42:43.692" v="16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1pPr>
    <a:lvl2pPr marL="457026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2pPr>
    <a:lvl3pPr marL="914052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3pPr>
    <a:lvl4pPr marL="1371078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4pPr>
    <a:lvl5pPr marL="1828097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5pPr>
    <a:lvl6pPr marL="2285123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6pPr>
    <a:lvl7pPr marL="2742149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7pPr>
    <a:lvl8pPr marL="3199175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8pPr>
    <a:lvl9pPr marL="3656202" algn="l" defTabSz="914052" rtl="0" eaLnBrk="1" latinLnBrk="0" hangingPunct="1">
      <a:defRPr sz="12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9BBC-4803-C411-8741-3E76489C8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文本框 268">
            <a:extLst>
              <a:ext uri="{FF2B5EF4-FFF2-40B4-BE49-F238E27FC236}">
                <a16:creationId xmlns:a16="http://schemas.microsoft.com/office/drawing/2014/main" id="{915BFFE1-15B7-B263-EB22-CDF9D4FC6922}"/>
              </a:ext>
            </a:extLst>
          </p:cNvPr>
          <p:cNvSpPr txBox="1"/>
          <p:nvPr/>
        </p:nvSpPr>
        <p:spPr>
          <a:xfrm>
            <a:off x="3921061" y="3075057"/>
            <a:ext cx="4349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二分查找通用模板</a:t>
            </a:r>
          </a:p>
        </p:txBody>
      </p:sp>
    </p:spTree>
    <p:extLst>
      <p:ext uri="{BB962C8B-B14F-4D97-AF65-F5344CB8AC3E}">
        <p14:creationId xmlns:p14="http://schemas.microsoft.com/office/powerpoint/2010/main" val="3035682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9EFD-2A4A-DCCE-00B7-5D4AA7D8D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文本框 268">
            <a:extLst>
              <a:ext uri="{FF2B5EF4-FFF2-40B4-BE49-F238E27FC236}">
                <a16:creationId xmlns:a16="http://schemas.microsoft.com/office/drawing/2014/main" id="{84DED28C-B594-6199-EB7F-FE9AC890B9CC}"/>
              </a:ext>
            </a:extLst>
          </p:cNvPr>
          <p:cNvSpPr txBox="1"/>
          <p:nvPr/>
        </p:nvSpPr>
        <p:spPr>
          <a:xfrm>
            <a:off x="3921061" y="243491"/>
            <a:ext cx="4349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二分查找通用模板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BCC641-CA12-0DCD-279D-20137F494D6A}"/>
              </a:ext>
            </a:extLst>
          </p:cNvPr>
          <p:cNvSpPr/>
          <p:nvPr/>
        </p:nvSpPr>
        <p:spPr>
          <a:xfrm>
            <a:off x="3594100" y="1168401"/>
            <a:ext cx="5190067" cy="53424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F4B8162-E7E8-3081-074C-FDF27AA2CE3A}"/>
                  </a:ext>
                </a:extLst>
              </p:cNvPr>
              <p:cNvSpPr txBox="1"/>
              <p:nvPr/>
            </p:nvSpPr>
            <p:spPr>
              <a:xfrm>
                <a:off x="3777127" y="1262417"/>
                <a:ext cx="49350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①切割数组：将数组切割成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𝑷𝒓𝒆</m:t>
                    </m:r>
                  </m:oMath>
                </a14:m>
                <a:r>
                  <a:rPr lang="zh-CN" altLang="en-US" b="1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𝑺𝒖𝒇</m:t>
                    </m:r>
                  </m:oMath>
                </a14:m>
                <a:r>
                  <a:rPr lang="zh-CN" altLang="en-US" b="1" dirty="0"/>
                  <a:t>两个部分</a:t>
                </a:r>
                <a:endParaRPr lang="en-US" altLang="zh-CN" b="1" dirty="0"/>
              </a:p>
              <a:p>
                <a:r>
                  <a:rPr lang="zh-CN" altLang="en-US" b="1" dirty="0"/>
                  <a:t>并且保证目标值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 dirty="0"/>
                  <a:t>坐落在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𝑷𝒓𝒆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dirty="0" err="1" smtClean="0">
                        <a:latin typeface="Cambria Math" panose="02040503050406030204" pitchFamily="18" charset="0"/>
                      </a:rPr>
                      <m:t>𝑺𝒖𝒇</m:t>
                    </m:r>
                  </m:oMath>
                </a14:m>
                <a:r>
                  <a:rPr lang="zh-CN" altLang="en-US" b="1" dirty="0"/>
                  <a:t>的端点上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F4B8162-E7E8-3081-074C-FDF27AA2C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127" y="1262417"/>
                <a:ext cx="4935073" cy="646331"/>
              </a:xfrm>
              <a:prstGeom prst="rect">
                <a:avLst/>
              </a:prstGeom>
              <a:blipFill>
                <a:blip r:embed="rId2"/>
                <a:stretch>
                  <a:fillRect l="-1112" t="-4717" r="-24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1AD87D22-A4DE-3EEB-112C-B34FC1DD9976}"/>
              </a:ext>
            </a:extLst>
          </p:cNvPr>
          <p:cNvSpPr/>
          <p:nvPr/>
        </p:nvSpPr>
        <p:spPr>
          <a:xfrm>
            <a:off x="4533900" y="2024877"/>
            <a:ext cx="3124200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CF8AB6-9ACD-A209-17D7-CE3A09A5F0F5}"/>
                  </a:ext>
                </a:extLst>
              </p:cNvPr>
              <p:cNvSpPr txBox="1"/>
              <p:nvPr/>
            </p:nvSpPr>
            <p:spPr>
              <a:xfrm>
                <a:off x="6494928" y="1988950"/>
                <a:ext cx="4435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CF8AB6-9ACD-A209-17D7-CE3A09A5F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928" y="1988950"/>
                <a:ext cx="443506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44070-C6AB-F4CE-E1A2-8C5BC9B0B3C7}"/>
              </a:ext>
            </a:extLst>
          </p:cNvPr>
          <p:cNvSpPr/>
          <p:nvPr/>
        </p:nvSpPr>
        <p:spPr>
          <a:xfrm>
            <a:off x="4533900" y="2596377"/>
            <a:ext cx="2336800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F590349-9C96-438E-57CA-58C53CD28F96}"/>
                  </a:ext>
                </a:extLst>
              </p:cNvPr>
              <p:cNvSpPr txBox="1"/>
              <p:nvPr/>
            </p:nvSpPr>
            <p:spPr>
              <a:xfrm>
                <a:off x="6494928" y="2560450"/>
                <a:ext cx="4435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F590349-9C96-438E-57CA-58C53CD28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928" y="2560450"/>
                <a:ext cx="443506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>
            <a:extLst>
              <a:ext uri="{FF2B5EF4-FFF2-40B4-BE49-F238E27FC236}">
                <a16:creationId xmlns:a16="http://schemas.microsoft.com/office/drawing/2014/main" id="{906FA6CD-D27F-474C-EDFD-595CD6A8FB9D}"/>
              </a:ext>
            </a:extLst>
          </p:cNvPr>
          <p:cNvSpPr/>
          <p:nvPr/>
        </p:nvSpPr>
        <p:spPr>
          <a:xfrm>
            <a:off x="6921501" y="2596377"/>
            <a:ext cx="736599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9CB6401-CD7C-C655-D42C-0ACA5234313A}"/>
                  </a:ext>
                </a:extLst>
              </p:cNvPr>
              <p:cNvSpPr txBox="1"/>
              <p:nvPr/>
            </p:nvSpPr>
            <p:spPr>
              <a:xfrm>
                <a:off x="3777622" y="3467107"/>
                <a:ext cx="50827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②二分查找：将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b="1" dirty="0"/>
                  <a:t>推向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𝑺𝒖𝒇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1" dirty="0"/>
                  <a:t>,</a:t>
                </a:r>
                <a:r>
                  <a:rPr lang="zh-CN" altLang="en-US" b="1" dirty="0"/>
                  <a:t>将</a:t>
                </a:r>
                <a:r>
                  <a:rPr lang="en-US" altLang="zh-CN" b="1" dirty="0"/>
                  <a:t>R</a:t>
                </a:r>
                <a:r>
                  <a:rPr lang="zh-CN" altLang="en-US" b="1" dirty="0"/>
                  <a:t>拉回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𝑷𝒓𝒆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b="1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9CB6401-CD7C-C655-D42C-0ACA52343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622" y="3467107"/>
                <a:ext cx="5082745" cy="369332"/>
              </a:xfrm>
              <a:prstGeom prst="rect">
                <a:avLst/>
              </a:prstGeom>
              <a:blipFill>
                <a:blip r:embed="rId5"/>
                <a:stretch>
                  <a:fillRect l="-1080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2DCCA8-B031-A40F-970C-08BA752493D5}"/>
                  </a:ext>
                </a:extLst>
              </p:cNvPr>
              <p:cNvSpPr txBox="1"/>
              <p:nvPr/>
            </p:nvSpPr>
            <p:spPr>
              <a:xfrm>
                <a:off x="5195295" y="2899004"/>
                <a:ext cx="11420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𝑷𝒓𝒆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12DCCA8-B031-A40F-970C-08BA75249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295" y="2899004"/>
                <a:ext cx="1142006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BCA33CE-8365-4EEB-F99E-E3A7A7282D1B}"/>
                  </a:ext>
                </a:extLst>
              </p:cNvPr>
              <p:cNvSpPr txBox="1"/>
              <p:nvPr/>
            </p:nvSpPr>
            <p:spPr>
              <a:xfrm>
                <a:off x="6716681" y="2882110"/>
                <a:ext cx="12976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𝑺𝒖𝒇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BCA33CE-8365-4EEB-F99E-E3A7A7282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681" y="2882110"/>
                <a:ext cx="1297643" cy="338554"/>
              </a:xfrm>
              <a:prstGeom prst="rect">
                <a:avLst/>
              </a:prstGeom>
              <a:blipFill>
                <a:blip r:embed="rId7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14D4074-7C54-4DE7-B74D-3DA3003E3DA7}"/>
              </a:ext>
            </a:extLst>
          </p:cNvPr>
          <p:cNvSpPr/>
          <p:nvPr/>
        </p:nvSpPr>
        <p:spPr>
          <a:xfrm>
            <a:off x="4533900" y="4793810"/>
            <a:ext cx="2336800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0136102-04D6-7439-1D4A-B2A1C1CA4DA7}"/>
                  </a:ext>
                </a:extLst>
              </p:cNvPr>
              <p:cNvSpPr txBox="1"/>
              <p:nvPr/>
            </p:nvSpPr>
            <p:spPr>
              <a:xfrm>
                <a:off x="6494928" y="4757883"/>
                <a:ext cx="4435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0136102-04D6-7439-1D4A-B2A1C1CA4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928" y="4757883"/>
                <a:ext cx="44350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22F5C17-035F-A009-9AB2-AC67EF2167A9}"/>
              </a:ext>
            </a:extLst>
          </p:cNvPr>
          <p:cNvSpPr/>
          <p:nvPr/>
        </p:nvSpPr>
        <p:spPr>
          <a:xfrm>
            <a:off x="6921501" y="4793810"/>
            <a:ext cx="736599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ED0EEE0-8087-9ED6-FC9E-5DB3B2148892}"/>
                  </a:ext>
                </a:extLst>
              </p:cNvPr>
              <p:cNvSpPr txBox="1"/>
              <p:nvPr/>
            </p:nvSpPr>
            <p:spPr>
              <a:xfrm>
                <a:off x="5195295" y="5096437"/>
                <a:ext cx="11420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𝑷𝒓𝒆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ED0EEE0-8087-9ED6-FC9E-5DB3B2148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295" y="5096437"/>
                <a:ext cx="114200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A77EDB1-AB98-ED29-B727-E5C76EEAA4AC}"/>
                  </a:ext>
                </a:extLst>
              </p:cNvPr>
              <p:cNvSpPr txBox="1"/>
              <p:nvPr/>
            </p:nvSpPr>
            <p:spPr>
              <a:xfrm>
                <a:off x="6716681" y="5079543"/>
                <a:ext cx="12976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𝑺𝒖𝒇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A77EDB1-AB98-ED29-B727-E5C76EEAA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681" y="5079543"/>
                <a:ext cx="1297643" cy="338554"/>
              </a:xfrm>
              <a:prstGeom prst="rect">
                <a:avLst/>
              </a:prstGeom>
              <a:blipFill>
                <a:blip r:embed="rId1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B8714148-9150-0F8D-EAD8-060E3C2D97EB}"/>
              </a:ext>
            </a:extLst>
          </p:cNvPr>
          <p:cNvGrpSpPr/>
          <p:nvPr/>
        </p:nvGrpSpPr>
        <p:grpSpPr>
          <a:xfrm>
            <a:off x="4434914" y="4029035"/>
            <a:ext cx="443506" cy="728848"/>
            <a:chOff x="4434914" y="4839221"/>
            <a:chExt cx="443506" cy="728848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FECD4559-5832-B86E-A678-D3D4CDBBD8BA}"/>
                </a:ext>
              </a:extLst>
            </p:cNvPr>
            <p:cNvCxnSpPr/>
            <p:nvPr/>
          </p:nvCxnSpPr>
          <p:spPr>
            <a:xfrm>
              <a:off x="4656667" y="5148969"/>
              <a:ext cx="0" cy="41910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9682001-34BE-CF92-3AD4-D583ED3AC7A3}"/>
                    </a:ext>
                  </a:extLst>
                </p:cNvPr>
                <p:cNvSpPr txBox="1"/>
                <p:nvPr/>
              </p:nvSpPr>
              <p:spPr>
                <a:xfrm>
                  <a:off x="4434914" y="4839221"/>
                  <a:ext cx="4435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9682001-34BE-CF92-3AD4-D583ED3AC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914" y="4839221"/>
                  <a:ext cx="443506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0C25724-8A98-9FF2-CBD6-81F8BC4E8509}"/>
              </a:ext>
            </a:extLst>
          </p:cNvPr>
          <p:cNvGrpSpPr/>
          <p:nvPr/>
        </p:nvGrpSpPr>
        <p:grpSpPr>
          <a:xfrm>
            <a:off x="7349564" y="4031770"/>
            <a:ext cx="443506" cy="728848"/>
            <a:chOff x="4434914" y="4839221"/>
            <a:chExt cx="443506" cy="728848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849194B-89C5-E662-96EE-D209F498B6B0}"/>
                </a:ext>
              </a:extLst>
            </p:cNvPr>
            <p:cNvCxnSpPr/>
            <p:nvPr/>
          </p:nvCxnSpPr>
          <p:spPr>
            <a:xfrm>
              <a:off x="4656667" y="5148969"/>
              <a:ext cx="0" cy="41910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466670-D96E-4FE3-B6A7-35CFF61F8151}"/>
                    </a:ext>
                  </a:extLst>
                </p:cNvPr>
                <p:cNvSpPr txBox="1"/>
                <p:nvPr/>
              </p:nvSpPr>
              <p:spPr>
                <a:xfrm>
                  <a:off x="4434914" y="4839221"/>
                  <a:ext cx="4435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466670-D96E-4FE3-B6A7-35CFF61F8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914" y="4839221"/>
                  <a:ext cx="443506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29370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A13D2-77E0-A837-0746-2E7CF43C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文本框 268">
            <a:extLst>
              <a:ext uri="{FF2B5EF4-FFF2-40B4-BE49-F238E27FC236}">
                <a16:creationId xmlns:a16="http://schemas.microsoft.com/office/drawing/2014/main" id="{AB50884F-975A-C43A-0BD2-6A5D092960EB}"/>
              </a:ext>
            </a:extLst>
          </p:cNvPr>
          <p:cNvSpPr txBox="1"/>
          <p:nvPr/>
        </p:nvSpPr>
        <p:spPr>
          <a:xfrm>
            <a:off x="3921061" y="243491"/>
            <a:ext cx="4349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二分查找通用模板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431B1F-B75A-168F-756B-CB53C6236E7A}"/>
              </a:ext>
            </a:extLst>
          </p:cNvPr>
          <p:cNvSpPr/>
          <p:nvPr/>
        </p:nvSpPr>
        <p:spPr>
          <a:xfrm>
            <a:off x="3594100" y="1168401"/>
            <a:ext cx="5190067" cy="53424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BE0382D-5B08-55C8-3B1F-34A8CAF38237}"/>
                  </a:ext>
                </a:extLst>
              </p:cNvPr>
              <p:cNvSpPr txBox="1"/>
              <p:nvPr/>
            </p:nvSpPr>
            <p:spPr>
              <a:xfrm>
                <a:off x="3777127" y="1262417"/>
                <a:ext cx="49350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①切割数组：将数组切割成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𝑷𝒓𝒆</m:t>
                    </m:r>
                  </m:oMath>
                </a14:m>
                <a:r>
                  <a:rPr lang="zh-CN" altLang="en-US" b="1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𝑺𝒖𝒇</m:t>
                    </m:r>
                  </m:oMath>
                </a14:m>
                <a:r>
                  <a:rPr lang="zh-CN" altLang="en-US" b="1" dirty="0"/>
                  <a:t>两个部分</a:t>
                </a:r>
                <a:endParaRPr lang="en-US" altLang="zh-CN" b="1" dirty="0"/>
              </a:p>
              <a:p>
                <a:r>
                  <a:rPr lang="zh-CN" altLang="en-US" b="1" dirty="0"/>
                  <a:t>并且保证目标值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 dirty="0"/>
                  <a:t>坐落在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𝑷𝒓𝒆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dirty="0" err="1" smtClean="0">
                        <a:latin typeface="Cambria Math" panose="02040503050406030204" pitchFamily="18" charset="0"/>
                      </a:rPr>
                      <m:t>𝑺𝒖𝒇</m:t>
                    </m:r>
                  </m:oMath>
                </a14:m>
                <a:r>
                  <a:rPr lang="zh-CN" altLang="en-US" b="1" dirty="0"/>
                  <a:t>的端点上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BE0382D-5B08-55C8-3B1F-34A8CAF38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127" y="1262417"/>
                <a:ext cx="4935073" cy="646331"/>
              </a:xfrm>
              <a:prstGeom prst="rect">
                <a:avLst/>
              </a:prstGeom>
              <a:blipFill>
                <a:blip r:embed="rId2"/>
                <a:stretch>
                  <a:fillRect l="-1112" t="-4717" r="-24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2A1BAA5E-AB14-3F1F-EB1C-6FD8B49C1D1B}"/>
              </a:ext>
            </a:extLst>
          </p:cNvPr>
          <p:cNvSpPr/>
          <p:nvPr/>
        </p:nvSpPr>
        <p:spPr>
          <a:xfrm>
            <a:off x="4533900" y="2024877"/>
            <a:ext cx="3124200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76DFDAA-891B-4B67-A907-D3EA2F535DA0}"/>
                  </a:ext>
                </a:extLst>
              </p:cNvPr>
              <p:cNvSpPr txBox="1"/>
              <p:nvPr/>
            </p:nvSpPr>
            <p:spPr>
              <a:xfrm>
                <a:off x="6494928" y="1988950"/>
                <a:ext cx="4435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76DFDAA-891B-4B67-A907-D3EA2F535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928" y="1988950"/>
                <a:ext cx="443506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43C7A162-88D1-AF4B-223A-5B0D4E4383C8}"/>
              </a:ext>
            </a:extLst>
          </p:cNvPr>
          <p:cNvSpPr/>
          <p:nvPr/>
        </p:nvSpPr>
        <p:spPr>
          <a:xfrm>
            <a:off x="4533900" y="2596377"/>
            <a:ext cx="2336800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0350DD2-7785-9B24-2B65-7554E31B594F}"/>
                  </a:ext>
                </a:extLst>
              </p:cNvPr>
              <p:cNvSpPr txBox="1"/>
              <p:nvPr/>
            </p:nvSpPr>
            <p:spPr>
              <a:xfrm>
                <a:off x="6494928" y="2560450"/>
                <a:ext cx="4435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0350DD2-7785-9B24-2B65-7554E31B5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928" y="2560450"/>
                <a:ext cx="443506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>
            <a:extLst>
              <a:ext uri="{FF2B5EF4-FFF2-40B4-BE49-F238E27FC236}">
                <a16:creationId xmlns:a16="http://schemas.microsoft.com/office/drawing/2014/main" id="{37766761-2CAC-24F4-7998-70821C0B9393}"/>
              </a:ext>
            </a:extLst>
          </p:cNvPr>
          <p:cNvSpPr/>
          <p:nvPr/>
        </p:nvSpPr>
        <p:spPr>
          <a:xfrm>
            <a:off x="6921501" y="2596377"/>
            <a:ext cx="736599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9FD5F7-4DC6-A6CC-95AA-7583EC407AFB}"/>
                  </a:ext>
                </a:extLst>
              </p:cNvPr>
              <p:cNvSpPr txBox="1"/>
              <p:nvPr/>
            </p:nvSpPr>
            <p:spPr>
              <a:xfrm>
                <a:off x="3777622" y="3467107"/>
                <a:ext cx="50827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②二分查找：将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b="1" dirty="0"/>
                  <a:t>推向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𝑺𝒖𝒇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1" dirty="0"/>
                  <a:t>,</a:t>
                </a:r>
                <a:r>
                  <a:rPr lang="zh-CN" altLang="en-US" b="1" dirty="0"/>
                  <a:t>将</a:t>
                </a:r>
                <a:r>
                  <a:rPr lang="en-US" altLang="zh-CN" b="1" dirty="0"/>
                  <a:t>R</a:t>
                </a:r>
                <a:r>
                  <a:rPr lang="zh-CN" altLang="en-US" b="1" dirty="0"/>
                  <a:t>拉回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𝑷𝒓𝒆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b="1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9FD5F7-4DC6-A6CC-95AA-7583EC407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622" y="3467107"/>
                <a:ext cx="5082745" cy="369332"/>
              </a:xfrm>
              <a:prstGeom prst="rect">
                <a:avLst/>
              </a:prstGeom>
              <a:blipFill>
                <a:blip r:embed="rId5"/>
                <a:stretch>
                  <a:fillRect l="-1080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66B8A7-C5FA-E92D-1B79-CBBE193A6B90}"/>
                  </a:ext>
                </a:extLst>
              </p:cNvPr>
              <p:cNvSpPr txBox="1"/>
              <p:nvPr/>
            </p:nvSpPr>
            <p:spPr>
              <a:xfrm>
                <a:off x="5195295" y="2899004"/>
                <a:ext cx="11420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𝑷𝒓𝒆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66B8A7-C5FA-E92D-1B79-CBBE193A6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295" y="2899004"/>
                <a:ext cx="1142006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6032148-7F69-1790-EA6E-34E642D83C90}"/>
                  </a:ext>
                </a:extLst>
              </p:cNvPr>
              <p:cNvSpPr txBox="1"/>
              <p:nvPr/>
            </p:nvSpPr>
            <p:spPr>
              <a:xfrm>
                <a:off x="6716681" y="2882110"/>
                <a:ext cx="12976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𝑺𝒖𝒇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6032148-7F69-1790-EA6E-34E642D83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681" y="2882110"/>
                <a:ext cx="1297643" cy="338554"/>
              </a:xfrm>
              <a:prstGeom prst="rect">
                <a:avLst/>
              </a:prstGeom>
              <a:blipFill>
                <a:blip r:embed="rId7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34B4479-FCF7-CB96-54B0-E6FBE348F51F}"/>
              </a:ext>
            </a:extLst>
          </p:cNvPr>
          <p:cNvSpPr/>
          <p:nvPr/>
        </p:nvSpPr>
        <p:spPr>
          <a:xfrm>
            <a:off x="4533900" y="4793810"/>
            <a:ext cx="2336800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8E2E301-ED3A-7C66-4D9F-0F3C259448D8}"/>
                  </a:ext>
                </a:extLst>
              </p:cNvPr>
              <p:cNvSpPr txBox="1"/>
              <p:nvPr/>
            </p:nvSpPr>
            <p:spPr>
              <a:xfrm>
                <a:off x="6494928" y="4757883"/>
                <a:ext cx="4435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8E2E301-ED3A-7C66-4D9F-0F3C25944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928" y="4757883"/>
                <a:ext cx="44350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0148CCA-7484-C8E8-DCDD-C0DFBC90510D}"/>
              </a:ext>
            </a:extLst>
          </p:cNvPr>
          <p:cNvSpPr/>
          <p:nvPr/>
        </p:nvSpPr>
        <p:spPr>
          <a:xfrm>
            <a:off x="6921501" y="4793810"/>
            <a:ext cx="736599" cy="266700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CD402A2-82C6-8DB9-A23E-7E98CC17D4E6}"/>
                  </a:ext>
                </a:extLst>
              </p:cNvPr>
              <p:cNvSpPr txBox="1"/>
              <p:nvPr/>
            </p:nvSpPr>
            <p:spPr>
              <a:xfrm>
                <a:off x="5195295" y="5096437"/>
                <a:ext cx="11420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𝑷𝒓𝒆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CD402A2-82C6-8DB9-A23E-7E98CC17D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295" y="5096437"/>
                <a:ext cx="1142006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77DD612-15A3-6539-9A7B-0C480A9DBD00}"/>
                  </a:ext>
                </a:extLst>
              </p:cNvPr>
              <p:cNvSpPr txBox="1"/>
              <p:nvPr/>
            </p:nvSpPr>
            <p:spPr>
              <a:xfrm>
                <a:off x="6716681" y="5079543"/>
                <a:ext cx="12976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𝑺𝒖𝒇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77DD612-15A3-6539-9A7B-0C480A9DB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681" y="5079543"/>
                <a:ext cx="1297643" cy="338554"/>
              </a:xfrm>
              <a:prstGeom prst="rect">
                <a:avLst/>
              </a:prstGeom>
              <a:blipFill>
                <a:blip r:embed="rId1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A0AC7276-DFBC-939B-7EEA-22E014421349}"/>
              </a:ext>
            </a:extLst>
          </p:cNvPr>
          <p:cNvGrpSpPr/>
          <p:nvPr/>
        </p:nvGrpSpPr>
        <p:grpSpPr>
          <a:xfrm>
            <a:off x="6846294" y="4029035"/>
            <a:ext cx="443506" cy="728848"/>
            <a:chOff x="4434914" y="4839221"/>
            <a:chExt cx="443506" cy="728848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85231005-DA18-C7C4-C8FA-14FE5692B395}"/>
                </a:ext>
              </a:extLst>
            </p:cNvPr>
            <p:cNvCxnSpPr/>
            <p:nvPr/>
          </p:nvCxnSpPr>
          <p:spPr>
            <a:xfrm>
              <a:off x="4656667" y="5148969"/>
              <a:ext cx="0" cy="41910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1991E4A-DCDC-58B1-71AA-67AD25B53B53}"/>
                    </a:ext>
                  </a:extLst>
                </p:cNvPr>
                <p:cNvSpPr txBox="1"/>
                <p:nvPr/>
              </p:nvSpPr>
              <p:spPr>
                <a:xfrm>
                  <a:off x="4434914" y="4839221"/>
                  <a:ext cx="4435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1991E4A-DCDC-58B1-71AA-67AD25B53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914" y="4839221"/>
                  <a:ext cx="443506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C54DF53-397B-6650-475B-6791A262AE27}"/>
              </a:ext>
            </a:extLst>
          </p:cNvPr>
          <p:cNvGrpSpPr/>
          <p:nvPr/>
        </p:nvGrpSpPr>
        <p:grpSpPr>
          <a:xfrm>
            <a:off x="6513665" y="4031770"/>
            <a:ext cx="443506" cy="728848"/>
            <a:chOff x="4434914" y="4839221"/>
            <a:chExt cx="443506" cy="728848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4D11AC6-68F7-B6DC-49B9-8957E6DF57FB}"/>
                </a:ext>
              </a:extLst>
            </p:cNvPr>
            <p:cNvCxnSpPr/>
            <p:nvPr/>
          </p:nvCxnSpPr>
          <p:spPr>
            <a:xfrm>
              <a:off x="4656667" y="5148969"/>
              <a:ext cx="0" cy="41910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AB82874-AB1E-DCD1-2E98-CB6C883829F9}"/>
                    </a:ext>
                  </a:extLst>
                </p:cNvPr>
                <p:cNvSpPr txBox="1"/>
                <p:nvPr/>
              </p:nvSpPr>
              <p:spPr>
                <a:xfrm>
                  <a:off x="4434914" y="4839221"/>
                  <a:ext cx="4435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AB82874-AB1E-DCD1-2E98-CB6C883829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914" y="4839221"/>
                  <a:ext cx="443506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5A25F70-6824-DA93-54B5-473194DA1048}"/>
                  </a:ext>
                </a:extLst>
              </p:cNvPr>
              <p:cNvSpPr txBox="1"/>
              <p:nvPr/>
            </p:nvSpPr>
            <p:spPr>
              <a:xfrm>
                <a:off x="3777623" y="5739757"/>
                <a:ext cx="41598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③答案：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𝒏𝒖𝒎𝒔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] / </m:t>
                    </m:r>
                    <m:r>
                      <a:rPr lang="en-US" altLang="zh-CN" b="1" i="1" dirty="0" err="1" smtClean="0">
                        <a:latin typeface="Cambria Math" panose="02040503050406030204" pitchFamily="18" charset="0"/>
                      </a:rPr>
                      <m:t>𝒏𝒖𝒎𝒔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b="1" dirty="0"/>
                  <a:t> 其中一个</a:t>
                </a: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5A25F70-6824-DA93-54B5-473194DA1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623" y="5739757"/>
                <a:ext cx="4159878" cy="369332"/>
              </a:xfrm>
              <a:prstGeom prst="rect">
                <a:avLst/>
              </a:prstGeom>
              <a:blipFill>
                <a:blip r:embed="rId13"/>
                <a:stretch>
                  <a:fillRect l="-1320" t="-10000" r="-102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552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F106-1BD2-62DB-2FF4-9DF5667BE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12B38A-B31E-D910-DF50-312E0A7B7D9E}"/>
              </a:ext>
            </a:extLst>
          </p:cNvPr>
          <p:cNvSpPr/>
          <p:nvPr/>
        </p:nvSpPr>
        <p:spPr>
          <a:xfrm>
            <a:off x="389467" y="732367"/>
            <a:ext cx="11463866" cy="5630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571DB79-8069-9EA0-5810-B45B2C400C5D}"/>
                  </a:ext>
                </a:extLst>
              </p:cNvPr>
              <p:cNvSpPr txBox="1"/>
              <p:nvPr/>
            </p:nvSpPr>
            <p:spPr>
              <a:xfrm>
                <a:off x="572493" y="826383"/>
                <a:ext cx="86688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二分查找模板题：给定一个有序数组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𝒏𝒖𝒎</m:t>
                    </m:r>
                    <m:r>
                      <a:rPr lang="en-US" altLang="zh-CN" b="1" i="1" dirty="0" err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b="1" dirty="0"/>
                  <a:t>, </a:t>
                </a:r>
                <a:r>
                  <a:rPr lang="zh-CN" altLang="en-US" b="1" dirty="0"/>
                  <a:t>查询目标值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 dirty="0"/>
                  <a:t>是否存在于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𝒏𝒖𝒎𝒔</m:t>
                    </m:r>
                  </m:oMath>
                </a14:m>
                <a:r>
                  <a:rPr lang="zh-CN" altLang="en-US" b="1" dirty="0"/>
                  <a:t>中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571DB79-8069-9EA0-5810-B45B2C400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826383"/>
                <a:ext cx="8668873" cy="369332"/>
              </a:xfrm>
              <a:prstGeom prst="rect">
                <a:avLst/>
              </a:prstGeom>
              <a:blipFill>
                <a:blip r:embed="rId2"/>
                <a:stretch>
                  <a:fillRect l="-633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07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7112</TotalTime>
  <Words>181</Words>
  <Application>Microsoft Office PowerPoint</Application>
  <PresentationFormat>宽屏</PresentationFormat>
  <Paragraphs>29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2026-05-02T11:53:00Z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