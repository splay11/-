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58" r:id="rId2"/>
    <p:sldId id="359" r:id="rId3"/>
    <p:sldId id="360" r:id="rId4"/>
    <p:sldId id="361" r:id="rId5"/>
    <p:sldId id="362" r:id="rId6"/>
    <p:sldId id="367" r:id="rId7"/>
    <p:sldId id="363" r:id="rId8"/>
    <p:sldId id="364" r:id="rId9"/>
    <p:sldId id="365" r:id="rId10"/>
    <p:sldId id="3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3C023-E61D-4A69-9C97-37D190762399}" v="723" dt="2026-05-02T09:03:30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>
        <p:scale>
          <a:sx n="200" d="100"/>
          <a:sy n="200" d="100"/>
        </p:scale>
        <p:origin x="96" y="-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5-02T09:03:30.990" v="13277" actId="20577"/>
      <pc:docMkLst>
        <pc:docMk/>
      </pc:docMkLst>
      <pc:sldChg chg="addSp delSp modSp add mod ord">
        <pc:chgData name="昕 许" userId="a2975fcd840abfc3" providerId="LiveId" clId="{49CCD4F9-177C-4270-9A14-60236FF377E8}" dt="2026-05-01T10:59:30.712" v="11609" actId="1076"/>
        <pc:sldMkLst>
          <pc:docMk/>
          <pc:sldMk cId="1671019689" sldId="358"/>
        </pc:sldMkLst>
        <pc:spChg chg="add mod">
          <ac:chgData name="昕 许" userId="a2975fcd840abfc3" providerId="LiveId" clId="{49CCD4F9-177C-4270-9A14-60236FF377E8}" dt="2026-05-01T10:59:30.712" v="11609" actId="1076"/>
          <ac:spMkLst>
            <pc:docMk/>
            <pc:sldMk cId="1671019689" sldId="358"/>
            <ac:spMk id="2" creationId="{017EE9DF-BFAD-E09A-F7CB-4AD280319D91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8" creationId="{F7C14FE1-0BF2-6CB8-01FC-BAACDEF30026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9" creationId="{7C0AD0C2-11D1-CF83-1FFF-B05CE82DE40D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0" creationId="{2C18DD4C-38A6-CEE1-16C8-E0D13F0E54DF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1" creationId="{7E71D419-5EA2-73AD-E3B3-721E715C82E2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13" creationId="{18ED470E-1554-6EAA-002D-CF83DD52FC86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6" creationId="{069FB7E6-CDCE-D92A-19E9-928C122003C9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7" creationId="{AC377E75-618A-5811-D644-860041E733FB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8" creationId="{8666C1DF-8DE9-E045-5124-5216961A4271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0" creationId="{80FB5786-7E05-DA08-62BE-F6F2079D7DD7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1" creationId="{5C58903B-1296-62A9-0B6F-2B243D4AD34B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4" creationId="{C89A550D-F3EC-3764-8689-6B92EE396725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8" creationId="{0E1D7854-E5A6-0C9D-223B-CDA29784A7C8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9" creationId="{21C7B4E9-6F8C-B7AC-D2E6-F1FD265D8374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52" creationId="{EA9BE367-2263-8798-3D8F-F391D5B9437C}"/>
          </ac:spMkLst>
        </pc:spChg>
        <pc:spChg chg="add mod">
          <ac:chgData name="昕 许" userId="a2975fcd840abfc3" providerId="LiveId" clId="{49CCD4F9-177C-4270-9A14-60236FF377E8}" dt="2026-04-30T13:27:41.748" v="11411" actId="20577"/>
          <ac:spMkLst>
            <pc:docMk/>
            <pc:sldMk cId="1671019689" sldId="358"/>
            <ac:spMk id="54" creationId="{C3216342-1650-F035-E56C-FCAB98270533}"/>
          </ac:spMkLst>
        </pc:spChg>
        <pc:spChg chg="add mod">
          <ac:chgData name="昕 许" userId="a2975fcd840abfc3" providerId="LiveId" clId="{49CCD4F9-177C-4270-9A14-60236FF377E8}" dt="2026-04-30T13:29:22.537" v="11476" actId="1076"/>
          <ac:spMkLst>
            <pc:docMk/>
            <pc:sldMk cId="1671019689" sldId="358"/>
            <ac:spMk id="55" creationId="{DEBB8493-D883-0D5A-362D-968EE2569C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58" creationId="{17E02EBB-9C5F-3C5B-0061-56EF500D71CC}"/>
          </ac:spMkLst>
        </pc:spChg>
        <pc:spChg chg="add mod">
          <ac:chgData name="昕 许" userId="a2975fcd840abfc3" providerId="LiveId" clId="{49CCD4F9-177C-4270-9A14-60236FF377E8}" dt="2026-04-30T13:29:30.144" v="11478" actId="1076"/>
          <ac:spMkLst>
            <pc:docMk/>
            <pc:sldMk cId="1671019689" sldId="358"/>
            <ac:spMk id="61" creationId="{800B6638-B5F3-CDEC-6873-14030015022A}"/>
          </ac:spMkLst>
        </pc:spChg>
        <pc:spChg chg="add mod">
          <ac:chgData name="昕 许" userId="a2975fcd840abfc3" providerId="LiveId" clId="{49CCD4F9-177C-4270-9A14-60236FF377E8}" dt="2026-04-30T13:29:35.661" v="11480" actId="1076"/>
          <ac:spMkLst>
            <pc:docMk/>
            <pc:sldMk cId="1671019689" sldId="358"/>
            <ac:spMk id="62" creationId="{BAD3E6FF-745B-DD08-4A1E-A77DE318C0D1}"/>
          </ac:spMkLst>
        </pc:spChg>
        <pc:spChg chg="add mod">
          <ac:chgData name="昕 许" userId="a2975fcd840abfc3" providerId="LiveId" clId="{49CCD4F9-177C-4270-9A14-60236FF377E8}" dt="2026-04-30T13:30:00.476" v="11484" actId="693"/>
          <ac:spMkLst>
            <pc:docMk/>
            <pc:sldMk cId="1671019689" sldId="358"/>
            <ac:spMk id="63" creationId="{9AE2DFBC-5FC4-6FD2-6661-315FC284315F}"/>
          </ac:spMkLst>
        </pc:spChg>
        <pc:spChg chg="mod topLvl">
          <ac:chgData name="昕 许" userId="a2975fcd840abfc3" providerId="LiveId" clId="{49CCD4F9-177C-4270-9A14-60236FF377E8}" dt="2026-04-30T13:33:05.064" v="11510" actId="1076"/>
          <ac:spMkLst>
            <pc:docMk/>
            <pc:sldMk cId="1671019689" sldId="358"/>
            <ac:spMk id="78" creationId="{D3B082E5-684D-3B0F-E5EF-284DF0DF17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79" creationId="{899E46FC-E153-9D04-8209-2D5FD9644545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1" creationId="{2E379F70-DD0D-2693-8DEB-0AF132B8669D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2" creationId="{FE77B135-53E4-ADEE-50A0-D206652650A8}"/>
          </ac:spMkLst>
        </pc:spChg>
        <pc:spChg chg="mod">
          <ac:chgData name="昕 许" userId="a2975fcd840abfc3" providerId="LiveId" clId="{49CCD4F9-177C-4270-9A14-60236FF377E8}" dt="2026-04-30T13:34:00.018" v="11520"/>
          <ac:spMkLst>
            <pc:docMk/>
            <pc:sldMk cId="1671019689" sldId="358"/>
            <ac:spMk id="151" creationId="{B992C2C7-A88F-08D1-3D73-B2248783068C}"/>
          </ac:spMkLst>
        </pc:spChg>
        <pc:spChg chg="mod">
          <ac:chgData name="昕 许" userId="a2975fcd840abfc3" providerId="LiveId" clId="{49CCD4F9-177C-4270-9A14-60236FF377E8}" dt="2026-04-30T13:34:11.634" v="11522"/>
          <ac:spMkLst>
            <pc:docMk/>
            <pc:sldMk cId="1671019689" sldId="358"/>
            <ac:spMk id="154" creationId="{CDC70A2C-0382-2EAB-0C3D-FD5614797485}"/>
          </ac:spMkLst>
        </pc:spChg>
        <pc:spChg chg="add mod">
          <ac:chgData name="昕 许" userId="a2975fcd840abfc3" providerId="LiveId" clId="{49CCD4F9-177C-4270-9A14-60236FF377E8}" dt="2026-04-30T13:36:43.397" v="11530" actId="1076"/>
          <ac:spMkLst>
            <pc:docMk/>
            <pc:sldMk cId="1671019689" sldId="358"/>
            <ac:spMk id="158" creationId="{A2DE16D1-50B4-332A-4889-89149D149F8A}"/>
          </ac:spMkLst>
        </pc:spChg>
        <pc:spChg chg="mod">
          <ac:chgData name="昕 许" userId="a2975fcd840abfc3" providerId="LiveId" clId="{49CCD4F9-177C-4270-9A14-60236FF377E8}" dt="2026-04-30T13:37:48.916" v="11554" actId="14100"/>
          <ac:spMkLst>
            <pc:docMk/>
            <pc:sldMk cId="1671019689" sldId="358"/>
            <ac:spMk id="162" creationId="{C0AD7318-6251-33A1-5EEA-9DE39B470253}"/>
          </ac:spMkLst>
        </pc:spChg>
        <pc:spChg chg="add mod">
          <ac:chgData name="昕 许" userId="a2975fcd840abfc3" providerId="LiveId" clId="{49CCD4F9-177C-4270-9A14-60236FF377E8}" dt="2026-04-30T13:39:09.987" v="11556" actId="1076"/>
          <ac:spMkLst>
            <pc:docMk/>
            <pc:sldMk cId="1671019689" sldId="358"/>
            <ac:spMk id="184" creationId="{C27CF97B-4323-135D-7EAA-2BFC05482A38}"/>
          </ac:spMkLst>
        </pc:spChg>
        <pc:spChg chg="add mod">
          <ac:chgData name="昕 许" userId="a2975fcd840abfc3" providerId="LiveId" clId="{49CCD4F9-177C-4270-9A14-60236FF377E8}" dt="2026-04-30T13:39:15.829" v="11558" actId="1076"/>
          <ac:spMkLst>
            <pc:docMk/>
            <pc:sldMk cId="1671019689" sldId="358"/>
            <ac:spMk id="185" creationId="{5AC2C913-2ABE-0713-4F4A-15DE1F58BA2E}"/>
          </ac:spMkLst>
        </pc:spChg>
        <pc:spChg chg="add mod">
          <ac:chgData name="昕 许" userId="a2975fcd840abfc3" providerId="LiveId" clId="{49CCD4F9-177C-4270-9A14-60236FF377E8}" dt="2026-04-30T13:28:18.252" v="11443" actId="20577"/>
          <ac:spMkLst>
            <pc:docMk/>
            <pc:sldMk cId="1671019689" sldId="358"/>
            <ac:spMk id="269" creationId="{7FA35952-9169-5503-F283-BD3B25518BBE}"/>
          </ac:spMkLst>
        </pc:spChg>
        <pc:grpChg chg="add mod">
          <ac:chgData name="昕 许" userId="a2975fcd840abfc3" providerId="LiveId" clId="{49CCD4F9-177C-4270-9A14-60236FF377E8}" dt="2026-04-30T13:19:42.683" v="11397" actId="1076"/>
          <ac:grpSpMkLst>
            <pc:docMk/>
            <pc:sldMk cId="1671019689" sldId="358"/>
            <ac:grpSpMk id="6" creationId="{24607356-D595-4D59-8717-862C43282FBA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29" creationId="{75954BFF-687A-FDB1-7FC5-C7E3349D2E9A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47" creationId="{E3E098EA-FC28-0A00-FFB0-65B9923CA9DC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50" creationId="{3652C50E-7A9D-61A3-73E7-CCFBF67453D9}"/>
          </ac:grpSpMkLst>
        </pc:grpChg>
        <pc:grpChg chg="mod">
          <ac:chgData name="昕 许" userId="a2975fcd840abfc3" providerId="LiveId" clId="{49CCD4F9-177C-4270-9A14-60236FF377E8}" dt="2026-04-30T13:33:20.077" v="11514" actId="1076"/>
          <ac:grpSpMkLst>
            <pc:docMk/>
            <pc:sldMk cId="1671019689" sldId="358"/>
            <ac:grpSpMk id="116" creationId="{D6A6A725-3441-EDF1-3270-587E1A5A1C61}"/>
          </ac:grpSpMkLst>
        </pc:grpChg>
        <pc:grpChg chg="add mod">
          <ac:chgData name="昕 许" userId="a2975fcd840abfc3" providerId="LiveId" clId="{49CCD4F9-177C-4270-9A14-60236FF377E8}" dt="2026-04-30T13:34:03.811" v="11521" actId="1076"/>
          <ac:grpSpMkLst>
            <pc:docMk/>
            <pc:sldMk cId="1671019689" sldId="358"/>
            <ac:grpSpMk id="142" creationId="{27013DA9-9E5A-9A29-E73C-1E342C0AF8AD}"/>
          </ac:grpSpMkLst>
        </pc:grpChg>
        <pc:grpChg chg="add mod">
          <ac:chgData name="昕 许" userId="a2975fcd840abfc3" providerId="LiveId" clId="{49CCD4F9-177C-4270-9A14-60236FF377E8}" dt="2026-04-30T13:34:14.002" v="11523" actId="1076"/>
          <ac:grpSpMkLst>
            <pc:docMk/>
            <pc:sldMk cId="1671019689" sldId="358"/>
            <ac:grpSpMk id="152" creationId="{E5FB9DF7-ECAA-2C28-41FE-BC99F5ED9C23}"/>
          </ac:grpSpMkLst>
        </pc:grpChg>
        <pc:grpChg chg="add mod">
          <ac:chgData name="昕 许" userId="a2975fcd840abfc3" providerId="LiveId" clId="{49CCD4F9-177C-4270-9A14-60236FF377E8}" dt="2026-04-30T13:37:45.892" v="11552"/>
          <ac:grpSpMkLst>
            <pc:docMk/>
            <pc:sldMk cId="1671019689" sldId="358"/>
            <ac:grpSpMk id="159" creationId="{600C4CD3-C206-C1F5-2C29-03D2052B5022}"/>
          </ac:grpSpMkLst>
        </pc:grp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6" creationId="{34C5E03A-BAC9-B6EC-142C-925480762BAD}"/>
          </ac:picMkLst>
        </pc:pic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7" creationId="{F0E00CFC-3FEA-6112-F230-E9D55B51FEE3}"/>
          </ac:picMkLst>
        </pc:picChg>
        <pc:cxnChg chg="add mod">
          <ac:chgData name="昕 许" userId="a2975fcd840abfc3" providerId="LiveId" clId="{49CCD4F9-177C-4270-9A14-60236FF377E8}" dt="2026-04-30T13:30:54.854" v="11497" actId="1076"/>
          <ac:cxnSpMkLst>
            <pc:docMk/>
            <pc:sldMk cId="1671019689" sldId="358"/>
            <ac:cxnSpMk id="59" creationId="{09266E40-9619-F0E2-380B-A028FAFBF240}"/>
          </ac:cxnSpMkLst>
        </pc:cxnChg>
        <pc:cxnChg chg="add mod">
          <ac:chgData name="昕 许" userId="a2975fcd840abfc3" providerId="LiveId" clId="{49CCD4F9-177C-4270-9A14-60236FF377E8}" dt="2026-04-30T13:30:57.933" v="11499" actId="1076"/>
          <ac:cxnSpMkLst>
            <pc:docMk/>
            <pc:sldMk cId="1671019689" sldId="358"/>
            <ac:cxnSpMk id="65" creationId="{3DFD5F8D-F941-08B0-5505-7F32521CFC76}"/>
          </ac:cxnSpMkLst>
        </pc:cxnChg>
        <pc:cxnChg chg="add mod">
          <ac:chgData name="昕 许" userId="a2975fcd840abfc3" providerId="LiveId" clId="{49CCD4F9-177C-4270-9A14-60236FF377E8}" dt="2026-04-30T13:32:23.440" v="11501" actId="1076"/>
          <ac:cxnSpMkLst>
            <pc:docMk/>
            <pc:sldMk cId="1671019689" sldId="358"/>
            <ac:cxnSpMk id="67" creationId="{FBFAAA1D-28EB-6ECC-4A91-69531F76E8C6}"/>
          </ac:cxnSpMkLst>
        </pc:cxnChg>
        <pc:cxnChg chg="add mod">
          <ac:chgData name="昕 许" userId="a2975fcd840abfc3" providerId="LiveId" clId="{49CCD4F9-177C-4270-9A14-60236FF377E8}" dt="2026-04-30T13:33:37.887" v="11519" actId="1076"/>
          <ac:cxnSpMkLst>
            <pc:docMk/>
            <pc:sldMk cId="1671019689" sldId="358"/>
            <ac:cxnSpMk id="134" creationId="{D9993A80-7F3A-B004-2D55-BC41AA289280}"/>
          </ac:cxnSpMkLst>
        </pc:cxnChg>
        <pc:cxnChg chg="mod">
          <ac:chgData name="昕 许" userId="a2975fcd840abfc3" providerId="LiveId" clId="{49CCD4F9-177C-4270-9A14-60236FF377E8}" dt="2026-04-30T13:34:00.018" v="11520"/>
          <ac:cxnSpMkLst>
            <pc:docMk/>
            <pc:sldMk cId="1671019689" sldId="358"/>
            <ac:cxnSpMk id="150" creationId="{2394D616-DC08-7820-244B-E681C1041052}"/>
          </ac:cxnSpMkLst>
        </pc:cxnChg>
        <pc:cxnChg chg="mod">
          <ac:chgData name="昕 许" userId="a2975fcd840abfc3" providerId="LiveId" clId="{49CCD4F9-177C-4270-9A14-60236FF377E8}" dt="2026-04-30T13:34:11.634" v="11522"/>
          <ac:cxnSpMkLst>
            <pc:docMk/>
            <pc:sldMk cId="1671019689" sldId="358"/>
            <ac:cxnSpMk id="153" creationId="{044A2344-DA70-D54C-272B-2417DB523282}"/>
          </ac:cxnSpMkLst>
        </pc:cxnChg>
        <pc:cxnChg chg="add mod">
          <ac:chgData name="昕 许" userId="a2975fcd840abfc3" providerId="LiveId" clId="{49CCD4F9-177C-4270-9A14-60236FF377E8}" dt="2026-04-30T13:34:30.209" v="11528" actId="1076"/>
          <ac:cxnSpMkLst>
            <pc:docMk/>
            <pc:sldMk cId="1671019689" sldId="358"/>
            <ac:cxnSpMk id="155" creationId="{44F9D69B-C320-2648-7410-BD61973317DB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0" creationId="{D4BEB32B-0E15-81B9-DA51-0F2C424BA0B9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1" creationId="{E8D3DA2C-1511-A8DE-AFE1-D03027EFFB73}"/>
          </ac:cxnSpMkLst>
        </pc:cxnChg>
      </pc:sldChg>
      <pc:sldChg chg="addSp delSp modSp add mod">
        <pc:chgData name="昕 许" userId="a2975fcd840abfc3" providerId="LiveId" clId="{49CCD4F9-177C-4270-9A14-60236FF377E8}" dt="2026-05-01T12:20:57.225" v="12280" actId="1076"/>
        <pc:sldMkLst>
          <pc:docMk/>
          <pc:sldMk cId="2143576003" sldId="359"/>
        </pc:sldMkLst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" creationId="{113FE6E8-153E-1A48-05BC-4A8A46E92378}"/>
          </ac:spMkLst>
        </pc:spChg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4" creationId="{34379AC5-CC7F-5FB4-B6BE-285D80AE802C}"/>
          </ac:spMkLst>
        </pc:spChg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5" creationId="{3D4592E2-223E-29FC-459F-54A36ED47687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0" creationId="{D5C5E5C3-2C9F-E7FA-E874-E0D07F5E928B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2" creationId="{353FBF3F-297B-14CD-A6E0-A1A4F774D956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3" creationId="{FB58B281-9157-770D-6993-17661839806E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4" creationId="{87ECB9FC-ADD7-189F-299D-8A8FCB92B508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16" creationId="{C68F39DA-D05A-931D-397D-515839E1B79D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20" creationId="{33556FA6-B659-8FD6-31D9-9D2403AFC6F6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2" creationId="{DA5803F0-F0ED-C7C1-2F93-BA06BE26C0FA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3" creationId="{D3FF0F14-4AC8-8DDA-AE2F-E28F48117B1F}"/>
          </ac:spMkLst>
        </pc:spChg>
        <pc:spChg chg="add mod">
          <ac:chgData name="昕 许" userId="a2975fcd840abfc3" providerId="LiveId" clId="{49CCD4F9-177C-4270-9A14-60236FF377E8}" dt="2026-05-01T11:01:18.854" v="11639" actId="1076"/>
          <ac:spMkLst>
            <pc:docMk/>
            <pc:sldMk cId="2143576003" sldId="359"/>
            <ac:spMk id="24" creationId="{1C91057C-651D-9474-262D-697885AA0BFD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8" creationId="{222B1D37-A6A9-D4C0-1869-24C9A819FBB8}"/>
          </ac:spMkLst>
        </pc:spChg>
        <pc:spChg chg="mod">
          <ac:chgData name="昕 许" userId="a2975fcd840abfc3" providerId="LiveId" clId="{49CCD4F9-177C-4270-9A14-60236FF377E8}" dt="2026-05-01T11:01:08.901" v="11633" actId="20577"/>
          <ac:spMkLst>
            <pc:docMk/>
            <pc:sldMk cId="2143576003" sldId="359"/>
            <ac:spMk id="33" creationId="{EACFE8B9-D172-650F-6080-007C1BFF770E}"/>
          </ac:spMkLst>
        </pc:spChg>
        <pc:spChg chg="mod">
          <ac:chgData name="昕 许" userId="a2975fcd840abfc3" providerId="LiveId" clId="{49CCD4F9-177C-4270-9A14-60236FF377E8}" dt="2026-05-01T11:01:12.216" v="11634" actId="1076"/>
          <ac:spMkLst>
            <pc:docMk/>
            <pc:sldMk cId="2143576003" sldId="359"/>
            <ac:spMk id="34" creationId="{2F42C672-B451-0C5F-4662-3FC93E15E713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7" creationId="{BA0203C8-F03B-9AF9-59AE-F01C61B7661E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8" creationId="{5EE076F4-3B80-C6D7-0B29-E2BCE0785110}"/>
          </ac:spMkLst>
        </pc:spChg>
        <pc:spChg chg="add mod">
          <ac:chgData name="昕 许" userId="a2975fcd840abfc3" providerId="LiveId" clId="{49CCD4F9-177C-4270-9A14-60236FF377E8}" dt="2026-05-01T11:01:51.019" v="11648" actId="14100"/>
          <ac:spMkLst>
            <pc:docMk/>
            <pc:sldMk cId="2143576003" sldId="359"/>
            <ac:spMk id="42" creationId="{432ED262-2BCD-B1E9-B066-111146607076}"/>
          </ac:spMkLst>
        </pc:spChg>
        <pc:spChg chg="add mod">
          <ac:chgData name="昕 许" userId="a2975fcd840abfc3" providerId="LiveId" clId="{49CCD4F9-177C-4270-9A14-60236FF377E8}" dt="2026-05-01T11:02:01.210" v="11653" actId="1076"/>
          <ac:spMkLst>
            <pc:docMk/>
            <pc:sldMk cId="2143576003" sldId="359"/>
            <ac:spMk id="43" creationId="{617D39B4-6A8D-80EC-4BD2-1837850CD4E8}"/>
          </ac:spMkLst>
        </pc:spChg>
        <pc:spChg chg="add mod">
          <ac:chgData name="昕 许" userId="a2975fcd840abfc3" providerId="LiveId" clId="{49CCD4F9-177C-4270-9A14-60236FF377E8}" dt="2026-05-01T11:02:18.428" v="11658" actId="14100"/>
          <ac:spMkLst>
            <pc:docMk/>
            <pc:sldMk cId="2143576003" sldId="359"/>
            <ac:spMk id="60" creationId="{E2F26F9C-6027-EC1D-B059-BEF01CF52609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61" creationId="{069251A5-DABD-8C67-8FB3-303DC877DD5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63" creationId="{4063A74B-7C32-4F3D-5267-656A8DD047E3}"/>
          </ac:spMkLst>
        </pc:spChg>
        <pc:spChg chg="add mod">
          <ac:chgData name="昕 许" userId="a2975fcd840abfc3" providerId="LiveId" clId="{49CCD4F9-177C-4270-9A14-60236FF377E8}" dt="2026-05-01T11:02:12.678" v="11657" actId="1076"/>
          <ac:spMkLst>
            <pc:docMk/>
            <pc:sldMk cId="2143576003" sldId="359"/>
            <ac:spMk id="64" creationId="{AEA2106D-25A4-CB1A-588E-48B6AC263F21}"/>
          </ac:spMkLst>
        </pc:spChg>
        <pc:spChg chg="add mod">
          <ac:chgData name="昕 许" userId="a2975fcd840abfc3" providerId="LiveId" clId="{49CCD4F9-177C-4270-9A14-60236FF377E8}" dt="2026-05-01T12:20:50.821" v="12274" actId="1076"/>
          <ac:spMkLst>
            <pc:docMk/>
            <pc:sldMk cId="2143576003" sldId="359"/>
            <ac:spMk id="66" creationId="{38136CDE-DAEC-95C5-B8EB-C29E2F73586B}"/>
          </ac:spMkLst>
        </pc:spChg>
        <pc:spChg chg="add mod">
          <ac:chgData name="昕 许" userId="a2975fcd840abfc3" providerId="LiveId" clId="{49CCD4F9-177C-4270-9A14-60236FF377E8}" dt="2026-05-01T11:03:14.310" v="11677" actId="14100"/>
          <ac:spMkLst>
            <pc:docMk/>
            <pc:sldMk cId="2143576003" sldId="359"/>
            <ac:spMk id="68" creationId="{D5D0F630-0D92-C6D0-1146-9C3AB7B37DF6}"/>
          </ac:spMkLst>
        </pc:spChg>
        <pc:spChg chg="add mod">
          <ac:chgData name="昕 许" userId="a2975fcd840abfc3" providerId="LiveId" clId="{49CCD4F9-177C-4270-9A14-60236FF377E8}" dt="2026-05-01T12:20:57.225" v="12280" actId="1076"/>
          <ac:spMkLst>
            <pc:docMk/>
            <pc:sldMk cId="2143576003" sldId="359"/>
            <ac:spMk id="69" creationId="{EC80A313-4469-F8ED-5A91-CAE5A91E4206}"/>
          </ac:spMkLst>
        </pc:spChg>
        <pc:spChg chg="add mod">
          <ac:chgData name="昕 许" userId="a2975fcd840abfc3" providerId="LiveId" clId="{49CCD4F9-177C-4270-9A14-60236FF377E8}" dt="2026-05-01T11:07:24.030" v="11861" actId="1076"/>
          <ac:spMkLst>
            <pc:docMk/>
            <pc:sldMk cId="2143576003" sldId="359"/>
            <ac:spMk id="74" creationId="{5C258EBD-6F73-0E0E-8AEE-C7DAA9F7E9D6}"/>
          </ac:spMkLst>
        </pc:spChg>
        <pc:spChg chg="add mod">
          <ac:chgData name="昕 许" userId="a2975fcd840abfc3" providerId="LiveId" clId="{49CCD4F9-177C-4270-9A14-60236FF377E8}" dt="2026-05-01T11:07:40.527" v="11897" actId="1076"/>
          <ac:spMkLst>
            <pc:docMk/>
            <pc:sldMk cId="2143576003" sldId="359"/>
            <ac:spMk id="75" creationId="{BAED1F41-4FD8-51EA-3906-06B62C8637E2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78" creationId="{4806AA3F-E1C1-8BE5-4920-7878D18DB97E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79" creationId="{95315381-209B-A8F1-EECA-2D2793520805}"/>
          </ac:spMkLst>
        </pc:spChg>
        <pc:spChg chg="add mod">
          <ac:chgData name="昕 许" userId="a2975fcd840abfc3" providerId="LiveId" clId="{49CCD4F9-177C-4270-9A14-60236FF377E8}" dt="2026-05-01T11:08:16.434" v="11936" actId="1076"/>
          <ac:spMkLst>
            <pc:docMk/>
            <pc:sldMk cId="2143576003" sldId="359"/>
            <ac:spMk id="81" creationId="{D2F1A9BA-6F08-1037-6FDC-AD2708684A0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185" creationId="{4AC8A578-6401-8D48-7DD0-BC814016F628}"/>
          </ac:spMkLst>
        </pc:spChg>
        <pc:spChg chg="del">
          <ac:chgData name="昕 许" userId="a2975fcd840abfc3" providerId="LiveId" clId="{49CCD4F9-177C-4270-9A14-60236FF377E8}" dt="2026-05-01T10:59:48.227" v="11611" actId="478"/>
          <ac:spMkLst>
            <pc:docMk/>
            <pc:sldMk cId="2143576003" sldId="359"/>
            <ac:spMk id="269" creationId="{782547BA-7E28-356C-033C-B8517F0694AD}"/>
          </ac:spMkLst>
        </pc:s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" creationId="{C66D4FD5-0FC1-2149-9830-E0C2695576C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7" creationId="{0E210437-5979-9765-1B99-6DF6E78EF904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15" creationId="{9E6C068D-0A98-CD77-7759-4C8F059BBB0C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21" creationId="{4A7CA678-7AEC-A344-6560-08ECA952F3F5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2" creationId="{FAC0D32E-CD2C-D2FD-093A-25E1E4E87C3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6" creationId="{75789DC9-2F7C-B68E-9E40-7EFDC40A3AC4}"/>
          </ac:grpSpMkLst>
        </pc:grpChg>
        <pc:cxnChg chg="add mod">
          <ac:chgData name="昕 许" userId="a2975fcd840abfc3" providerId="LiveId" clId="{49CCD4F9-177C-4270-9A14-60236FF377E8}" dt="2026-05-01T11:01:36.149" v="11643" actId="1076"/>
          <ac:cxnSpMkLst>
            <pc:docMk/>
            <pc:sldMk cId="2143576003" sldId="359"/>
            <ac:cxnSpMk id="40" creationId="{663F78F3-7F04-B03C-AF58-231AE36D7339}"/>
          </ac:cxnSpMkLst>
        </pc:cxnChg>
        <pc:cxnChg chg="add mod">
          <ac:chgData name="昕 许" userId="a2975fcd840abfc3" providerId="LiveId" clId="{49CCD4F9-177C-4270-9A14-60236FF377E8}" dt="2026-05-01T11:02:06.360" v="11655" actId="1076"/>
          <ac:cxnSpMkLst>
            <pc:docMk/>
            <pc:sldMk cId="2143576003" sldId="359"/>
            <ac:cxnSpMk id="53" creationId="{D99E4D05-1080-7FB6-14F4-4ED04DD6BFE8}"/>
          </ac:cxnSpMkLst>
        </pc:cxnChg>
        <pc:cxnChg chg="add mod">
          <ac:chgData name="昕 许" userId="a2975fcd840abfc3" providerId="LiveId" clId="{49CCD4F9-177C-4270-9A14-60236FF377E8}" dt="2026-05-01T11:03:37.386" v="11688" actId="1038"/>
          <ac:cxnSpMkLst>
            <pc:docMk/>
            <pc:sldMk cId="2143576003" sldId="359"/>
            <ac:cxnSpMk id="70" creationId="{3BB61FAA-4EB6-169F-400F-32B6AABE5858}"/>
          </ac:cxnSpMkLst>
        </pc:cxnChg>
        <pc:cxnChg chg="add mod">
          <ac:chgData name="昕 许" userId="a2975fcd840abfc3" providerId="LiveId" clId="{49CCD4F9-177C-4270-9A14-60236FF377E8}" dt="2026-05-01T11:07:56.086" v="11901" actId="14100"/>
          <ac:cxnSpMkLst>
            <pc:docMk/>
            <pc:sldMk cId="2143576003" sldId="359"/>
            <ac:cxnSpMk id="76" creationId="{B114A4E0-FE07-8C7D-36AB-EEF460A82C91}"/>
          </ac:cxnSpMkLst>
        </pc:cxnChg>
      </pc:sldChg>
      <pc:sldChg chg="addSp delSp modSp add mod">
        <pc:chgData name="昕 许" userId="a2975fcd840abfc3" providerId="LiveId" clId="{49CCD4F9-177C-4270-9A14-60236FF377E8}" dt="2026-05-01T12:11:57.221" v="12162" actId="208"/>
        <pc:sldMkLst>
          <pc:docMk/>
          <pc:sldMk cId="808934095" sldId="360"/>
        </pc:sldMkLst>
        <pc:spChg chg="mod">
          <ac:chgData name="昕 许" userId="a2975fcd840abfc3" providerId="LiveId" clId="{49CCD4F9-177C-4270-9A14-60236FF377E8}" dt="2026-05-01T12:11:23.320" v="12153" actId="207"/>
          <ac:spMkLst>
            <pc:docMk/>
            <pc:sldMk cId="808934095" sldId="360"/>
            <ac:spMk id="8" creationId="{D93CFA71-FD3C-21CC-200B-43D52F848697}"/>
          </ac:spMkLst>
        </pc:spChg>
        <pc:spChg chg="mod">
          <ac:chgData name="昕 许" userId="a2975fcd840abfc3" providerId="LiveId" clId="{49CCD4F9-177C-4270-9A14-60236FF377E8}" dt="2026-05-01T12:11:38.159" v="12157" actId="207"/>
          <ac:spMkLst>
            <pc:docMk/>
            <pc:sldMk cId="808934095" sldId="360"/>
            <ac:spMk id="11" creationId="{730BE015-EFB7-0E75-45B5-8B68AFF11652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17" creationId="{A9E3FD68-7F44-5D6B-9009-E894088600B1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19" creationId="{914B0064-D1EE-5CDE-C340-C43C812824E5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24" creationId="{964E16A7-BB4B-B7B5-2B30-FC848F4BBE2B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5" creationId="{3F330002-ECEE-A2D5-8E6B-619E88D257BD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6" creationId="{27FA846C-2723-33E8-0D87-AB18366B8C64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7" creationId="{E7255E61-2AE4-F134-C32D-6D6DE3025030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8" creationId="{2ABC5651-246C-23B8-9AEF-90F06001F329}"/>
          </ac:spMkLst>
        </pc:spChg>
        <pc:spChg chg="mod">
          <ac:chgData name="昕 许" userId="a2975fcd840abfc3" providerId="LiveId" clId="{49CCD4F9-177C-4270-9A14-60236FF377E8}" dt="2026-05-01T12:11:52.900" v="12161" actId="207"/>
          <ac:spMkLst>
            <pc:docMk/>
            <pc:sldMk cId="808934095" sldId="360"/>
            <ac:spMk id="35" creationId="{87F95377-E142-3925-EA80-A1D793C46B91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42" creationId="{A467B631-A53B-21EB-0C46-E0B43041E593}"/>
          </ac:spMkLst>
        </pc:spChg>
        <pc:spChg chg="del">
          <ac:chgData name="昕 许" userId="a2975fcd840abfc3" providerId="LiveId" clId="{49CCD4F9-177C-4270-9A14-60236FF377E8}" dt="2026-05-01T11:03:54.718" v="11690" actId="478"/>
          <ac:spMkLst>
            <pc:docMk/>
            <pc:sldMk cId="808934095" sldId="360"/>
            <ac:spMk id="43" creationId="{1069F622-C19A-2B74-DF88-6043E51492CF}"/>
          </ac:spMkLst>
        </pc:spChg>
        <pc:spChg chg="mod">
          <ac:chgData name="昕 许" userId="a2975fcd840abfc3" providerId="LiveId" clId="{49CCD4F9-177C-4270-9A14-60236FF377E8}" dt="2026-05-01T12:11:45.926" v="12159" actId="207"/>
          <ac:spMkLst>
            <pc:docMk/>
            <pc:sldMk cId="808934095" sldId="360"/>
            <ac:spMk id="44" creationId="{4E76CA0B-37EC-6C31-B302-6377D50F8E98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0" creationId="{B80ADED4-067D-C76C-4696-172DD697E211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4" creationId="{BEF2394A-1C24-D51F-C4F9-23940A284104}"/>
          </ac:spMkLst>
        </pc:spChg>
        <pc:spChg chg="mod">
          <ac:chgData name="昕 许" userId="a2975fcd840abfc3" providerId="LiveId" clId="{49CCD4F9-177C-4270-9A14-60236FF377E8}" dt="2026-05-01T11:05:44.495" v="11740" actId="1076"/>
          <ac:spMkLst>
            <pc:docMk/>
            <pc:sldMk cId="808934095" sldId="360"/>
            <ac:spMk id="66" creationId="{C369F4C5-7957-B67E-419D-B13C6ADBA39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8" creationId="{FE8F7347-E23B-846F-6AFD-0413348E280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9" creationId="{A2476A0A-6B4C-980F-5BD3-D48E6274502B}"/>
          </ac:spMkLst>
        </pc:spChg>
        <pc:spChg chg="add mod">
          <ac:chgData name="昕 许" userId="a2975fcd840abfc3" providerId="LiveId" clId="{49CCD4F9-177C-4270-9A14-60236FF377E8}" dt="2026-05-01T11:12:31.168" v="12152" actId="20577"/>
          <ac:spMkLst>
            <pc:docMk/>
            <pc:sldMk cId="808934095" sldId="360"/>
            <ac:spMk id="76" creationId="{6D1E6401-01DF-7742-FDB8-637D74A93B73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7" creationId="{8A62CB36-DA57-50EB-778C-45E411CF112A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8" creationId="{1D28AAE1-DD6E-3269-E0A8-A238F7A8CD8F}"/>
          </ac:spMkLst>
        </pc:spChg>
        <pc:spChg chg="add mod">
          <ac:chgData name="昕 许" userId="a2975fcd840abfc3" providerId="LiveId" clId="{49CCD4F9-177C-4270-9A14-60236FF377E8}" dt="2026-05-01T11:11:10.422" v="12061"/>
          <ac:spMkLst>
            <pc:docMk/>
            <pc:sldMk cId="808934095" sldId="360"/>
            <ac:spMk id="82" creationId="{7ABEC84A-7FF6-C488-2006-7EEE1CEF758A}"/>
          </ac:spMkLst>
        </pc:spChg>
        <pc:spChg chg="add mod">
          <ac:chgData name="昕 许" userId="a2975fcd840abfc3" providerId="LiveId" clId="{49CCD4F9-177C-4270-9A14-60236FF377E8}" dt="2026-05-01T11:12:03.908" v="12139"/>
          <ac:spMkLst>
            <pc:docMk/>
            <pc:sldMk cId="808934095" sldId="360"/>
            <ac:spMk id="83" creationId="{25E8B4D8-73A6-BC6C-C22B-627D2F72E821}"/>
          </ac:spMkLst>
        </pc:spChg>
        <pc:spChg chg="add mod">
          <ac:chgData name="昕 许" userId="a2975fcd840abfc3" providerId="LiveId" clId="{49CCD4F9-177C-4270-9A14-60236FF377E8}" dt="2026-05-01T11:12:06.117" v="12140"/>
          <ac:spMkLst>
            <pc:docMk/>
            <pc:sldMk cId="808934095" sldId="360"/>
            <ac:spMk id="84" creationId="{8FCA4CA0-DA1C-1B0B-91E6-EFCA44E6E500}"/>
          </ac:spMkLst>
        </pc:s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2" creationId="{BF141D8C-4CBD-BB23-F1F6-C5EBBFD7FBA1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" creationId="{7014950D-EE7A-CD8E-0C9E-0493F250B083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7" creationId="{E062EC99-1B48-DBF2-7B44-165651C8BD95}"/>
          </ac:grpSpMkLst>
        </pc:gr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9" creationId="{0F0838E1-99FB-90D9-4898-9708C1E2ADF5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15" creationId="{EA9E0257-0FC5-D1A6-972D-C33088392548}"/>
          </ac:grpSpMkLst>
        </pc:gr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18" creationId="{1A49D332-AE50-8155-C365-EF7F41C8D187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21" creationId="{959DEA76-67D1-EB30-D3FB-7DF36536C26E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0" creationId="{4935980B-777E-C759-0E68-75938E18146E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2" creationId="{57D4FBCD-D3F6-C42F-C447-327D5330FD92}"/>
          </ac:grpSpMkLst>
        </pc:grpChg>
        <pc:grpChg chg="del">
          <ac:chgData name="昕 许" userId="a2975fcd840abfc3" providerId="LiveId" clId="{49CCD4F9-177C-4270-9A14-60236FF377E8}" dt="2026-05-01T11:03:54.718" v="11690" actId="478"/>
          <ac:grpSpMkLst>
            <pc:docMk/>
            <pc:sldMk cId="808934095" sldId="360"/>
            <ac:grpSpMk id="36" creationId="{968247C0-851D-9199-0142-C9767B8AAF05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9" creationId="{6BB498A6-0AEB-12D9-EE11-40EB1E811A59}"/>
          </ac:grpSpMkLst>
        </pc:grpChg>
        <pc:cxnChg chg="mod">
          <ac:chgData name="昕 许" userId="a2975fcd840abfc3" providerId="LiveId" clId="{49CCD4F9-177C-4270-9A14-60236FF377E8}" dt="2026-05-01T12:11:30.074" v="12154" actId="208"/>
          <ac:cxnSpMkLst>
            <pc:docMk/>
            <pc:sldMk cId="808934095" sldId="360"/>
            <ac:cxnSpMk id="6" creationId="{4E1BD825-E777-59FE-A3F6-FEC786FE644A}"/>
          </ac:cxnSpMkLst>
        </pc:cxnChg>
        <pc:cxnChg chg="mod">
          <ac:chgData name="昕 许" userId="a2975fcd840abfc3" providerId="LiveId" clId="{49CCD4F9-177C-4270-9A14-60236FF377E8}" dt="2026-05-01T12:11:43.273" v="12158" actId="208"/>
          <ac:cxnSpMkLst>
            <pc:docMk/>
            <pc:sldMk cId="808934095" sldId="360"/>
            <ac:cxnSpMk id="10" creationId="{6D26227F-00B7-1B2B-1D5F-BF395317FCCB}"/>
          </ac:cxnSpMkLst>
        </pc:cxnChg>
        <pc:cxnChg chg="add mod">
          <ac:chgData name="昕 许" userId="a2975fcd840abfc3" providerId="LiveId" clId="{49CCD4F9-177C-4270-9A14-60236FF377E8}" dt="2026-05-01T11:11:09.174" v="12060" actId="14100"/>
          <ac:cxnSpMkLst>
            <pc:docMk/>
            <pc:sldMk cId="808934095" sldId="360"/>
            <ac:cxnSpMk id="13" creationId="{E1AAF292-5C8F-400F-CF7F-CB2C683B425D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29" creationId="{5DA51CE8-49BC-AA5E-C915-6AC8FAB1EA64}"/>
          </ac:cxnSpMkLst>
        </pc:cxnChg>
        <pc:cxnChg chg="mod">
          <ac:chgData name="昕 许" userId="a2975fcd840abfc3" providerId="LiveId" clId="{49CCD4F9-177C-4270-9A14-60236FF377E8}" dt="2026-05-01T12:11:57.221" v="12162" actId="208"/>
          <ac:cxnSpMkLst>
            <pc:docMk/>
            <pc:sldMk cId="808934095" sldId="360"/>
            <ac:cxnSpMk id="31" creationId="{EC008765-1F86-6D36-71C8-A4EAD03D0FCD}"/>
          </ac:cxnSpMkLst>
        </pc:cxnChg>
        <pc:cxnChg chg="mod">
          <ac:chgData name="昕 许" userId="a2975fcd840abfc3" providerId="LiveId" clId="{49CCD4F9-177C-4270-9A14-60236FF377E8}" dt="2026-05-01T12:11:49.803" v="12160" actId="208"/>
          <ac:cxnSpMkLst>
            <pc:docMk/>
            <pc:sldMk cId="808934095" sldId="360"/>
            <ac:cxnSpMk id="41" creationId="{140316D8-0C02-6415-E7BD-A5648075B019}"/>
          </ac:cxnSpMkLst>
        </pc:cxnChg>
        <pc:cxnChg chg="add del mod">
          <ac:chgData name="昕 许" userId="a2975fcd840abfc3" providerId="LiveId" clId="{49CCD4F9-177C-4270-9A14-60236FF377E8}" dt="2026-05-01T11:06:20.997" v="11754" actId="478"/>
          <ac:cxnSpMkLst>
            <pc:docMk/>
            <pc:sldMk cId="808934095" sldId="360"/>
            <ac:cxnSpMk id="45" creationId="{5A81BEC1-EE1B-64D6-9F0E-8E655045B692}"/>
          </ac:cxnSpMkLst>
        </pc:cxnChg>
        <pc:cxnChg chg="del">
          <ac:chgData name="昕 许" userId="a2975fcd840abfc3" providerId="LiveId" clId="{49CCD4F9-177C-4270-9A14-60236FF377E8}" dt="2026-05-01T11:03:54.718" v="11690" actId="478"/>
          <ac:cxnSpMkLst>
            <pc:docMk/>
            <pc:sldMk cId="808934095" sldId="360"/>
            <ac:cxnSpMk id="53" creationId="{E8BF66F3-D213-BD41-2D4E-7A354DBD152C}"/>
          </ac:cxnSpMkLst>
        </pc:cxnChg>
        <pc:cxnChg chg="add del mod">
          <ac:chgData name="昕 许" userId="a2975fcd840abfc3" providerId="LiveId" clId="{49CCD4F9-177C-4270-9A14-60236FF377E8}" dt="2026-05-01T11:06:19.710" v="11753" actId="478"/>
          <ac:cxnSpMkLst>
            <pc:docMk/>
            <pc:sldMk cId="808934095" sldId="360"/>
            <ac:cxnSpMk id="54" creationId="{63EAA88F-38CF-128A-EFC5-15262F125D96}"/>
          </ac:cxnSpMkLst>
        </pc:cxnChg>
        <pc:cxnChg chg="mod">
          <ac:chgData name="昕 许" userId="a2975fcd840abfc3" providerId="LiveId" clId="{49CCD4F9-177C-4270-9A14-60236FF377E8}" dt="2026-05-01T11:04:36.303" v="11716" actId="164"/>
          <ac:cxnSpMkLst>
            <pc:docMk/>
            <pc:sldMk cId="808934095" sldId="360"/>
            <ac:cxnSpMk id="70" creationId="{FA2CCDCF-81D9-2C23-ED42-5C207237DFD3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75" creationId="{79D54DF8-D2F3-0A15-AF19-396270E1DA4A}"/>
          </ac:cxnSpMkLst>
        </pc:cxnChg>
      </pc:sldChg>
      <pc:sldChg chg="addSp delSp modSp add mod">
        <pc:chgData name="昕 许" userId="a2975fcd840abfc3" providerId="LiveId" clId="{49CCD4F9-177C-4270-9A14-60236FF377E8}" dt="2026-05-01T12:18:08.395" v="12269" actId="1076"/>
        <pc:sldMkLst>
          <pc:docMk/>
          <pc:sldMk cId="3462558827" sldId="361"/>
        </pc:sldMkLst>
        <pc:spChg chg="mod">
          <ac:chgData name="昕 许" userId="a2975fcd840abfc3" providerId="LiveId" clId="{49CCD4F9-177C-4270-9A14-60236FF377E8}" dt="2026-05-01T12:13:36.972" v="12166" actId="20577"/>
          <ac:spMkLst>
            <pc:docMk/>
            <pc:sldMk cId="3462558827" sldId="361"/>
            <ac:spMk id="4" creationId="{C3FFAB98-1041-57A1-48F3-F269C761619C}"/>
          </ac:spMkLst>
        </pc:spChg>
        <pc:spChg chg="mod">
          <ac:chgData name="昕 许" userId="a2975fcd840abfc3" providerId="LiveId" clId="{49CCD4F9-177C-4270-9A14-60236FF377E8}" dt="2026-05-01T12:13:39.051" v="12167" actId="1076"/>
          <ac:spMkLst>
            <pc:docMk/>
            <pc:sldMk cId="3462558827" sldId="361"/>
            <ac:spMk id="5" creationId="{7F87E351-7D63-2746-54F8-8771420CBF12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12" creationId="{4FAD59BE-80DE-03A7-0131-4A825C5368F9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18" creationId="{4D5C6195-16F8-C38E-BCD6-1EF1F3DE2314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19" creationId="{8E17DCB8-5087-CDA8-A9B8-8A6A8C328759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21" creationId="{F4B44276-6B02-40C9-F5ED-46BBCEC76375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22" creationId="{E8EB3925-ED5D-640B-17C7-470FE7068C31}"/>
          </ac:spMkLst>
        </pc:spChg>
        <pc:spChg chg="add del mod">
          <ac:chgData name="昕 许" userId="a2975fcd840abfc3" providerId="LiveId" clId="{49CCD4F9-177C-4270-9A14-60236FF377E8}" dt="2026-05-01T12:13:40.463" v="12168" actId="478"/>
          <ac:spMkLst>
            <pc:docMk/>
            <pc:sldMk cId="3462558827" sldId="361"/>
            <ac:spMk id="23" creationId="{7B05AD7D-3750-DB97-9C4C-0A9FA10F6CFC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5" creationId="{C13E9206-4ECC-441E-996D-2D5CBC02799D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6" creationId="{B5620764-F521-ED0E-01D6-D0258D0BF7F1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7" creationId="{0EAF8A9C-6E07-3B4A-4F17-506CD7B502B8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28" creationId="{98173521-1F22-AB23-DB04-334D10527600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2" creationId="{496C39BE-8B7C-852B-20EF-DA0EF426D11D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3" creationId="{8FA045E8-B26E-E21B-E841-777D249F642E}"/>
          </ac:spMkLst>
        </pc:spChg>
        <pc:spChg chg="mod">
          <ac:chgData name="昕 许" userId="a2975fcd840abfc3" providerId="LiveId" clId="{49CCD4F9-177C-4270-9A14-60236FF377E8}" dt="2026-05-01T12:13:34.546" v="12165"/>
          <ac:spMkLst>
            <pc:docMk/>
            <pc:sldMk cId="3462558827" sldId="361"/>
            <ac:spMk id="36" creationId="{6D018933-24F6-6A85-3AC3-5210A6F4635C}"/>
          </ac:spMkLst>
        </pc:spChg>
        <pc:spChg chg="mod">
          <ac:chgData name="昕 许" userId="a2975fcd840abfc3" providerId="LiveId" clId="{49CCD4F9-177C-4270-9A14-60236FF377E8}" dt="2026-05-01T12:13:41.623" v="12169"/>
          <ac:spMkLst>
            <pc:docMk/>
            <pc:sldMk cId="3462558827" sldId="361"/>
            <ac:spMk id="40" creationId="{BE7DE193-1391-24B0-A754-86D0FD9E9A4E}"/>
          </ac:spMkLst>
        </pc:spChg>
        <pc:spChg chg="mod">
          <ac:chgData name="昕 许" userId="a2975fcd840abfc3" providerId="LiveId" clId="{49CCD4F9-177C-4270-9A14-60236FF377E8}" dt="2026-05-01T12:15:07.261" v="12173" actId="20577"/>
          <ac:spMkLst>
            <pc:docMk/>
            <pc:sldMk cId="3462558827" sldId="361"/>
            <ac:spMk id="42" creationId="{1A8F3662-1A0B-25E5-95F6-73D2E15EAF7E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5" creationId="{99EF0F8E-EA19-C501-7791-F406174E2464}"/>
          </ac:spMkLst>
        </pc:spChg>
        <pc:spChg chg="mod">
          <ac:chgData name="昕 许" userId="a2975fcd840abfc3" providerId="LiveId" clId="{49CCD4F9-177C-4270-9A14-60236FF377E8}" dt="2026-05-01T12:15:08.953" v="12174" actId="20577"/>
          <ac:spMkLst>
            <pc:docMk/>
            <pc:sldMk cId="3462558827" sldId="361"/>
            <ac:spMk id="46" creationId="{AF296AC8-8F18-A79C-F10C-6212F3E3CEC2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8" creationId="{084A7EAC-67EB-BA45-7BF2-4659E7DE17BF}"/>
          </ac:spMkLst>
        </pc:spChg>
        <pc:spChg chg="mod">
          <ac:chgData name="昕 许" userId="a2975fcd840abfc3" providerId="LiveId" clId="{49CCD4F9-177C-4270-9A14-60236FF377E8}" dt="2026-05-01T12:15:10.552" v="12175" actId="20577"/>
          <ac:spMkLst>
            <pc:docMk/>
            <pc:sldMk cId="3462558827" sldId="361"/>
            <ac:spMk id="49" creationId="{CE372A67-7A7F-5457-5219-35A975362C24}"/>
          </ac:spMkLst>
        </pc:spChg>
        <pc:spChg chg="mod">
          <ac:chgData name="昕 许" userId="a2975fcd840abfc3" providerId="LiveId" clId="{49CCD4F9-177C-4270-9A14-60236FF377E8}" dt="2026-05-01T12:15:11.890" v="12176"/>
          <ac:spMkLst>
            <pc:docMk/>
            <pc:sldMk cId="3462558827" sldId="361"/>
            <ac:spMk id="51" creationId="{6A92A542-348B-B0C2-47D3-A221A5753726}"/>
          </ac:spMkLst>
        </pc:spChg>
        <pc:spChg chg="mod">
          <ac:chgData name="昕 许" userId="a2975fcd840abfc3" providerId="LiveId" clId="{49CCD4F9-177C-4270-9A14-60236FF377E8}" dt="2026-05-01T12:15:16.181" v="12178" actId="20577"/>
          <ac:spMkLst>
            <pc:docMk/>
            <pc:sldMk cId="3462558827" sldId="361"/>
            <ac:spMk id="52" creationId="{68E8C64A-2D74-A96C-87EE-FF0E114A3D90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4" creationId="{7AC81318-29F4-E86E-D635-4E60A4668741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5" creationId="{301509A9-83DF-6276-B8CC-D32A42E90394}"/>
          </ac:spMkLst>
        </pc:spChg>
        <pc:spChg chg="add mod">
          <ac:chgData name="昕 许" userId="a2975fcd840abfc3" providerId="LiveId" clId="{49CCD4F9-177C-4270-9A14-60236FF377E8}" dt="2026-05-01T12:16:21.295" v="12210" actId="1076"/>
          <ac:spMkLst>
            <pc:docMk/>
            <pc:sldMk cId="3462558827" sldId="361"/>
            <ac:spMk id="56" creationId="{80A031DB-ADBD-F063-5568-7F27D9D95BCB}"/>
          </ac:spMkLst>
        </pc:spChg>
        <pc:spChg chg="add mod">
          <ac:chgData name="昕 许" userId="a2975fcd840abfc3" providerId="LiveId" clId="{49CCD4F9-177C-4270-9A14-60236FF377E8}" dt="2026-05-01T12:16:04.500" v="12203" actId="14100"/>
          <ac:spMkLst>
            <pc:docMk/>
            <pc:sldMk cId="3462558827" sldId="361"/>
            <ac:spMk id="58" creationId="{59741513-3245-E166-6C0B-64720E383CD0}"/>
          </ac:spMkLst>
        </pc:spChg>
        <pc:spChg chg="add mod">
          <ac:chgData name="昕 许" userId="a2975fcd840abfc3" providerId="LiveId" clId="{49CCD4F9-177C-4270-9A14-60236FF377E8}" dt="2026-05-01T12:16:14.218" v="12206" actId="14100"/>
          <ac:spMkLst>
            <pc:docMk/>
            <pc:sldMk cId="3462558827" sldId="361"/>
            <ac:spMk id="59" creationId="{03B2FB6D-A697-2C7E-F4AC-285DF0AB17E8}"/>
          </ac:spMkLst>
        </pc:spChg>
        <pc:spChg chg="add mod">
          <ac:chgData name="昕 许" userId="a2975fcd840abfc3" providerId="LiveId" clId="{49CCD4F9-177C-4270-9A14-60236FF377E8}" dt="2026-05-01T12:16:30.792" v="12229" actId="1076"/>
          <ac:spMkLst>
            <pc:docMk/>
            <pc:sldMk cId="3462558827" sldId="361"/>
            <ac:spMk id="61" creationId="{85A4F66C-692B-373E-98A3-2EE9AACD1029}"/>
          </ac:spMkLst>
        </pc:spChg>
        <pc:spChg chg="add mod">
          <ac:chgData name="昕 许" userId="a2975fcd840abfc3" providerId="LiveId" clId="{49CCD4F9-177C-4270-9A14-60236FF377E8}" dt="2026-05-01T12:16:41.774" v="12243" actId="20577"/>
          <ac:spMkLst>
            <pc:docMk/>
            <pc:sldMk cId="3462558827" sldId="361"/>
            <ac:spMk id="62" creationId="{B752ADD9-89CA-C16E-0B2C-C8CC2C20F0BE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4" creationId="{00F30556-9A7F-7417-6318-21E656B0A674}"/>
          </ac:spMkLst>
        </pc:spChg>
        <pc:spChg chg="add mod">
          <ac:chgData name="昕 许" userId="a2975fcd840abfc3" providerId="LiveId" clId="{49CCD4F9-177C-4270-9A14-60236FF377E8}" dt="2026-05-01T12:17:15.859" v="12251" actId="14100"/>
          <ac:spMkLst>
            <pc:docMk/>
            <pc:sldMk cId="3462558827" sldId="361"/>
            <ac:spMk id="65" creationId="{4DEDE0C9-3DE0-630A-8FFF-E96D6CC02C4B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8" creationId="{31B4D79C-A353-83A9-7DA2-5926BE1A1A7D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69" creationId="{C4D7B8D0-A1CF-8186-1D5F-25440D1C1006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4" creationId="{B1584455-4324-F461-DD7B-0DA0496D7323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78" creationId="{F06667DD-3C90-938D-A00E-B7B26FF12C1C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9" creationId="{D83D790C-2375-DE4A-7803-830086FB6D55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82" creationId="{4A5EC14C-39D5-4195-BA78-4139C533961B}"/>
          </ac:spMkLst>
        </pc:spChg>
        <pc:spChg chg="del">
          <ac:chgData name="昕 许" userId="a2975fcd840abfc3" providerId="LiveId" clId="{49CCD4F9-177C-4270-9A14-60236FF377E8}" dt="2026-05-01T12:13:34.235" v="12164" actId="478"/>
          <ac:spMkLst>
            <pc:docMk/>
            <pc:sldMk cId="3462558827" sldId="361"/>
            <ac:spMk id="84" creationId="{CAE0F4F3-AC60-D063-78F9-35D6BCB0B154}"/>
          </ac:spMkLst>
        </pc:spChg>
        <pc:spChg chg="mod">
          <ac:chgData name="昕 许" userId="a2975fcd840abfc3" providerId="LiveId" clId="{49CCD4F9-177C-4270-9A14-60236FF377E8}" dt="2026-05-01T12:17:38.160" v="12257" actId="207"/>
          <ac:spMkLst>
            <pc:docMk/>
            <pc:sldMk cId="3462558827" sldId="361"/>
            <ac:spMk id="87" creationId="{7D3A2419-E72B-4F34-08C2-FDB5DC71B697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0" creationId="{EC1B9F5F-D29F-1CE9-1B4C-EA46447C001D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2" creationId="{68C82CEB-B8DD-5D72-2150-0DCFBAE8C3FE}"/>
          </ac:spMkLst>
        </pc:spChg>
        <pc:spChg chg="add mod">
          <ac:chgData name="昕 许" userId="a2975fcd840abfc3" providerId="LiveId" clId="{49CCD4F9-177C-4270-9A14-60236FF377E8}" dt="2026-05-01T12:17:27.801" v="12254" actId="20577"/>
          <ac:spMkLst>
            <pc:docMk/>
            <pc:sldMk cId="3462558827" sldId="361"/>
            <ac:spMk id="94" creationId="{D038BB45-67C0-7104-D6D5-DE9F9D14C3AC}"/>
          </ac:spMkLst>
        </pc:spChg>
        <pc:spChg chg="add mod">
          <ac:chgData name="昕 许" userId="a2975fcd840abfc3" providerId="LiveId" clId="{49CCD4F9-177C-4270-9A14-60236FF377E8}" dt="2026-05-01T12:17:42.201" v="12259" actId="14100"/>
          <ac:spMkLst>
            <pc:docMk/>
            <pc:sldMk cId="3462558827" sldId="361"/>
            <ac:spMk id="96" creationId="{EFA91221-4DDB-AFDD-F056-BDCFA6987498}"/>
          </ac:spMkLst>
        </pc:spChg>
        <pc:spChg chg="add mod">
          <ac:chgData name="昕 许" userId="a2975fcd840abfc3" providerId="LiveId" clId="{49CCD4F9-177C-4270-9A14-60236FF377E8}" dt="2026-05-01T12:17:44.438" v="12260" actId="14100"/>
          <ac:spMkLst>
            <pc:docMk/>
            <pc:sldMk cId="3462558827" sldId="361"/>
            <ac:spMk id="97" creationId="{3CB054F6-17E2-D205-4E33-3F6AB93C4D04}"/>
          </ac:spMkLst>
        </pc:spChg>
        <pc:spChg chg="mod">
          <ac:chgData name="昕 许" userId="a2975fcd840abfc3" providerId="LiveId" clId="{49CCD4F9-177C-4270-9A14-60236FF377E8}" dt="2026-05-01T12:17:56.138" v="12263" actId="20577"/>
          <ac:spMkLst>
            <pc:docMk/>
            <pc:sldMk cId="3462558827" sldId="361"/>
            <ac:spMk id="98" creationId="{3F492800-C1FD-55E6-767B-342F39314470}"/>
          </ac:spMkLst>
        </pc:spChg>
        <pc:spChg chg="add mod">
          <ac:chgData name="昕 许" userId="a2975fcd840abfc3" providerId="LiveId" clId="{49CCD4F9-177C-4270-9A14-60236FF377E8}" dt="2026-05-01T12:17:57.310" v="12264" actId="20577"/>
          <ac:spMkLst>
            <pc:docMk/>
            <pc:sldMk cId="3462558827" sldId="361"/>
            <ac:spMk id="99" creationId="{9896368C-8E51-8EBB-4DD9-F7025B261A52}"/>
          </ac:spMkLst>
        </pc:spChg>
        <pc:spChg chg="mod">
          <ac:chgData name="昕 许" userId="a2975fcd840abfc3" providerId="LiveId" clId="{49CCD4F9-177C-4270-9A14-60236FF377E8}" dt="2026-05-01T12:17:22.539" v="12253" actId="1076"/>
          <ac:spMkLst>
            <pc:docMk/>
            <pc:sldMk cId="3462558827" sldId="361"/>
            <ac:spMk id="101" creationId="{7F313933-7F0C-ABB2-F7FD-7341F11900DB}"/>
          </ac:spMkLst>
        </pc:spChg>
        <pc:grpChg chg="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" creationId="{7B55EE03-C182-A0F4-4B76-4B151DAE6505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7" creationId="{C1100283-1EE4-FD57-A98E-7BFD1D23879E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15" creationId="{DF60A96A-E040-3A91-9C6B-1EDB1D3B1FEB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20" creationId="{DCDF0519-2B26-E1F3-6585-09AB163665FC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24" creationId="{1DC37A35-8F13-6FF7-329B-BC825B6A08A8}"/>
          </ac:grpSpMkLst>
        </pc:grpChg>
        <pc:grpChg chg="del">
          <ac:chgData name="昕 许" userId="a2975fcd840abfc3" providerId="LiveId" clId="{49CCD4F9-177C-4270-9A14-60236FF377E8}" dt="2026-05-01T12:13:40.463" v="12168" actId="478"/>
          <ac:grpSpMkLst>
            <pc:docMk/>
            <pc:sldMk cId="3462558827" sldId="361"/>
            <ac:grpSpMk id="34" creationId="{A4D9C6C5-64C8-0079-79CF-F1A11C722104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8" creationId="{974B141E-2509-25FB-E3BD-0F757D8D85D0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3" creationId="{7B154009-76CF-C345-3574-508D70D09A23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7" creationId="{7BEA06B9-DA66-9789-E0B8-3822B47EA395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0" creationId="{162BCDC0-1CC2-B8EE-5CDB-D3A72561E112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3" creationId="{2D0ED8C4-379B-175B-7AC0-FA3FACDC337D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67" creationId="{4ADAB923-9D9D-27BC-110D-818C78CA2736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88" creationId="{1FBEB3FA-E03E-1FED-710C-2D3C1023D89B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91" creationId="{FC048121-2F5D-2B16-1863-B4BD6C12FCE4}"/>
          </ac:grpSpMkLst>
        </pc:grpChg>
        <pc:picChg chg="add mod">
          <ac:chgData name="昕 许" userId="a2975fcd840abfc3" providerId="LiveId" clId="{49CCD4F9-177C-4270-9A14-60236FF377E8}" dt="2026-05-01T12:16:57.982" v="12247" actId="1076"/>
          <ac:picMkLst>
            <pc:docMk/>
            <pc:sldMk cId="3462558827" sldId="361"/>
            <ac:picMk id="63" creationId="{EC779979-D6DB-C784-E69E-FF2DE8CD5CD7}"/>
          </ac:picMkLst>
        </pc:picChg>
        <pc:picChg chg="del mod">
          <ac:chgData name="昕 许" userId="a2975fcd840abfc3" providerId="LiveId" clId="{49CCD4F9-177C-4270-9A14-60236FF377E8}" dt="2026-05-01T12:17:32.673" v="12255" actId="478"/>
          <ac:picMkLst>
            <pc:docMk/>
            <pc:sldMk cId="3462558827" sldId="361"/>
            <ac:picMk id="100" creationId="{8BC8DB02-EC42-299E-D9A1-5248CEB361C0}"/>
          </ac:picMkLst>
        </pc:picChg>
        <pc:picChg chg="add mod">
          <ac:chgData name="昕 许" userId="a2975fcd840abfc3" providerId="LiveId" clId="{49CCD4F9-177C-4270-9A14-60236FF377E8}" dt="2026-05-01T12:18:08.395" v="12269" actId="1076"/>
          <ac:picMkLst>
            <pc:docMk/>
            <pc:sldMk cId="3462558827" sldId="361"/>
            <ac:picMk id="102" creationId="{829B3067-AE42-6B86-01DB-3F7ECD156399}"/>
          </ac:picMkLst>
        </pc:picChg>
        <pc:cxnChg chg="add mod">
          <ac:chgData name="昕 许" userId="a2975fcd840abfc3" providerId="LiveId" clId="{49CCD4F9-177C-4270-9A14-60236FF377E8}" dt="2026-05-01T12:15:43.557" v="12196" actId="1076"/>
          <ac:cxnSpMkLst>
            <pc:docMk/>
            <pc:sldMk cId="3462558827" sldId="361"/>
            <ac:cxnSpMk id="57" creationId="{C08452AA-33EA-0609-3909-E67DEA707AEB}"/>
          </ac:cxnSpMkLst>
        </pc:cxnChg>
        <pc:cxnChg chg="mod">
          <ac:chgData name="昕 许" userId="a2975fcd840abfc3" providerId="LiveId" clId="{49CCD4F9-177C-4270-9A14-60236FF377E8}" dt="2026-05-01T12:17:35.992" v="12256" actId="1076"/>
          <ac:cxnSpMkLst>
            <pc:docMk/>
            <pc:sldMk cId="3462558827" sldId="361"/>
            <ac:cxnSpMk id="95" creationId="{0741794D-8376-1DB1-7F54-C99AFC4C0184}"/>
          </ac:cxnSpMkLst>
        </pc:cxnChg>
      </pc:sldChg>
      <pc:sldChg chg="addSp delSp modSp add mod">
        <pc:chgData name="昕 许" userId="a2975fcd840abfc3" providerId="LiveId" clId="{49CCD4F9-177C-4270-9A14-60236FF377E8}" dt="2026-05-02T09:03:30.990" v="13277" actId="20577"/>
        <pc:sldMkLst>
          <pc:docMk/>
          <pc:sldMk cId="2835866755" sldId="362"/>
        </pc:sldMkLst>
        <pc:spChg chg="add mod">
          <ac:chgData name="昕 许" userId="a2975fcd840abfc3" providerId="LiveId" clId="{49CCD4F9-177C-4270-9A14-60236FF377E8}" dt="2026-05-01T12:41:17.892" v="12368" actId="1076"/>
          <ac:spMkLst>
            <pc:docMk/>
            <pc:sldMk cId="2835866755" sldId="362"/>
            <ac:spMk id="2" creationId="{8A349DED-2EF1-EEA0-C29A-EC6547369234}"/>
          </ac:spMkLst>
        </pc:spChg>
        <pc:spChg chg="mod">
          <ac:chgData name="昕 许" userId="a2975fcd840abfc3" providerId="LiveId" clId="{49CCD4F9-177C-4270-9A14-60236FF377E8}" dt="2026-05-01T12:39:15.497" v="12349" actId="20577"/>
          <ac:spMkLst>
            <pc:docMk/>
            <pc:sldMk cId="2835866755" sldId="362"/>
            <ac:spMk id="5" creationId="{4E1F7FDD-E179-7517-C9FE-08582F353676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8" creationId="{F4D7E276-7CA2-7DBC-BB56-A1DBE8DD7C34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9" creationId="{F2409B9A-5A3C-C0EE-8761-7FBB21ED2AC3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11" creationId="{F3019D26-6456-5F5E-D0A8-FA3A58ADD89F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12" creationId="{C8E8E9A4-2879-A3F6-24D3-8183CA662B94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0" creationId="{6DE50FF2-36FD-9088-69BE-67B8C960B220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1" creationId="{7D84ED88-0CD4-F946-9EA0-CF718E0C7F87}"/>
          </ac:spMkLst>
        </pc:spChg>
        <pc:spChg chg="mod">
          <ac:chgData name="昕 许" userId="a2975fcd840abfc3" providerId="LiveId" clId="{49CCD4F9-177C-4270-9A14-60236FF377E8}" dt="2026-05-01T12:42:32.115" v="12401"/>
          <ac:spMkLst>
            <pc:docMk/>
            <pc:sldMk cId="2835866755" sldId="362"/>
            <ac:spMk id="23" creationId="{9393D488-9845-30FB-74B2-7CA97E2FBA23}"/>
          </ac:spMkLst>
        </pc:spChg>
        <pc:spChg chg="mod">
          <ac:chgData name="昕 许" userId="a2975fcd840abfc3" providerId="LiveId" clId="{49CCD4F9-177C-4270-9A14-60236FF377E8}" dt="2026-05-01T12:43:22.422" v="12443" actId="20577"/>
          <ac:spMkLst>
            <pc:docMk/>
            <pc:sldMk cId="2835866755" sldId="362"/>
            <ac:spMk id="24" creationId="{3ECE421E-407C-90BE-5E8E-69AE98609AEB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5" creationId="{38D782AF-2083-EE2E-A5A8-1469AFCACCF5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7" creationId="{E43A736A-9BAC-ACB4-41FC-E94B68D6445C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28" creationId="{0EAB6A39-8656-43F0-DC08-E817F5E3B46D}"/>
          </ac:spMkLst>
        </pc:spChg>
        <pc:spChg chg="mod">
          <ac:chgData name="昕 许" userId="a2975fcd840abfc3" providerId="LiveId" clId="{49CCD4F9-177C-4270-9A14-60236FF377E8}" dt="2026-05-01T12:43:28.707" v="12445" actId="1076"/>
          <ac:spMkLst>
            <pc:docMk/>
            <pc:sldMk cId="2835866755" sldId="362"/>
            <ac:spMk id="29" creationId="{781D8855-C4C3-7DC9-6FC8-9B605CE8BAFD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30" creationId="{75952277-5E7D-90E6-BBF9-412FD8869A03}"/>
          </ac:spMkLst>
        </pc:spChg>
        <pc:spChg chg="add 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31" creationId="{5DC68991-4FE5-719A-A9E2-5FB61BA7FB5A}"/>
          </ac:spMkLst>
        </pc:spChg>
        <pc:spChg chg="mod">
          <ac:chgData name="昕 许" userId="a2975fcd840abfc3" providerId="LiveId" clId="{49CCD4F9-177C-4270-9A14-60236FF377E8}" dt="2026-05-01T12:27:16.597" v="12342" actId="20577"/>
          <ac:spMkLst>
            <pc:docMk/>
            <pc:sldMk cId="2835866755" sldId="362"/>
            <ac:spMk id="40" creationId="{85AA93E5-EEAB-B16B-0CDB-B5DD9288D261}"/>
          </ac:spMkLst>
        </pc:spChg>
        <pc:spChg chg="mod">
          <ac:chgData name="昕 许" userId="a2975fcd840abfc3" providerId="LiveId" clId="{49CCD4F9-177C-4270-9A14-60236FF377E8}" dt="2026-05-01T12:27:16.597" v="12342" actId="20577"/>
          <ac:spMkLst>
            <pc:docMk/>
            <pc:sldMk cId="2835866755" sldId="362"/>
            <ac:spMk id="42" creationId="{E350382F-703F-567F-9EC6-6EF6F97CA150}"/>
          </ac:spMkLst>
        </pc:spChg>
        <pc:spChg chg="mod">
          <ac:chgData name="昕 许" userId="a2975fcd840abfc3" providerId="LiveId" clId="{49CCD4F9-177C-4270-9A14-60236FF377E8}" dt="2026-05-01T12:39:16.769" v="12350" actId="20577"/>
          <ac:spMkLst>
            <pc:docMk/>
            <pc:sldMk cId="2835866755" sldId="362"/>
            <ac:spMk id="46" creationId="{130134C6-F507-A1F3-EC89-A4716C1E401D}"/>
          </ac:spMkLst>
        </pc:spChg>
        <pc:spChg chg="mod">
          <ac:chgData name="昕 许" userId="a2975fcd840abfc3" providerId="LiveId" clId="{49CCD4F9-177C-4270-9A14-60236FF377E8}" dt="2026-05-01T12:27:21.637" v="12344" actId="20577"/>
          <ac:spMkLst>
            <pc:docMk/>
            <pc:sldMk cId="2835866755" sldId="362"/>
            <ac:spMk id="49" creationId="{48F55125-9842-A7F4-FAE4-FBF6CBE3874A}"/>
          </ac:spMkLst>
        </pc:spChg>
        <pc:spChg chg="mod">
          <ac:chgData name="昕 许" userId="a2975fcd840abfc3" providerId="LiveId" clId="{49CCD4F9-177C-4270-9A14-60236FF377E8}" dt="2026-05-01T12:41:26.978" v="12369" actId="20577"/>
          <ac:spMkLst>
            <pc:docMk/>
            <pc:sldMk cId="2835866755" sldId="362"/>
            <ac:spMk id="52" creationId="{2FBB61AD-95BB-9D6F-0136-6183C139CA9B}"/>
          </ac:spMkLst>
        </pc:spChg>
        <pc:spChg chg="mod">
          <ac:chgData name="昕 许" userId="a2975fcd840abfc3" providerId="LiveId" clId="{49CCD4F9-177C-4270-9A14-60236FF377E8}" dt="2026-05-01T12:43:20.735" v="12442" actId="20577"/>
          <ac:spMkLst>
            <pc:docMk/>
            <pc:sldMk cId="2835866755" sldId="362"/>
            <ac:spMk id="55" creationId="{5DD5EA1B-0344-001F-8B76-54C011B9DCE3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6" creationId="{0D5D4BEC-A824-4F12-D7A3-B9FD0CFEC40F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8" creationId="{F715BB13-44A9-0C8A-D6D5-A0959A69A7F5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59" creationId="{72BFF23D-98B6-81DF-F029-16528C33A46D}"/>
          </ac:spMkLst>
        </pc:spChg>
        <pc:spChg chg="mod">
          <ac:chgData name="昕 许" userId="a2975fcd840abfc3" providerId="LiveId" clId="{49CCD4F9-177C-4270-9A14-60236FF377E8}" dt="2026-05-01T12:42:05.751" v="12391" actId="20577"/>
          <ac:spMkLst>
            <pc:docMk/>
            <pc:sldMk cId="2835866755" sldId="362"/>
            <ac:spMk id="61" creationId="{DB73B661-FB63-302C-B470-515CBD9206A0}"/>
          </ac:spMkLst>
        </pc:spChg>
        <pc:spChg chg="mod">
          <ac:chgData name="昕 许" userId="a2975fcd840abfc3" providerId="LiveId" clId="{49CCD4F9-177C-4270-9A14-60236FF377E8}" dt="2026-05-02T09:03:30.990" v="13277" actId="20577"/>
          <ac:spMkLst>
            <pc:docMk/>
            <pc:sldMk cId="2835866755" sldId="362"/>
            <ac:spMk id="62" creationId="{7CA260A5-E2C9-AA01-405A-2377E2B5565B}"/>
          </ac:spMkLst>
        </pc:spChg>
        <pc:spChg chg="mod">
          <ac:chgData name="昕 许" userId="a2975fcd840abfc3" providerId="LiveId" clId="{49CCD4F9-177C-4270-9A14-60236FF377E8}" dt="2026-05-01T12:43:51.081" v="12450" actId="1076"/>
          <ac:spMkLst>
            <pc:docMk/>
            <pc:sldMk cId="2835866755" sldId="362"/>
            <ac:spMk id="65" creationId="{D4FCF89C-824A-E220-49BE-A34D8170D179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66" creationId="{5DA7560F-07C9-A46B-4067-A81CA3A10687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84" creationId="{80800F0B-62C0-678E-F4CF-94EE09DE0028}"/>
          </ac:spMkLst>
        </pc:spChg>
        <pc:spChg chg="del mod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4" creationId="{3C44C048-E3F8-F357-E6F2-1CA713F23DA6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6" creationId="{7A257596-DBDD-4FFF-ED31-0AA645944412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7" creationId="{68804493-4121-5A18-38A7-42BE0ED9FC27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8" creationId="{EC44793A-D34E-2CDD-2A92-64A7D10D7EC1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99" creationId="{87F8B4F1-E028-9996-A861-FCD43EFF86AA}"/>
          </ac:spMkLst>
        </pc:spChg>
        <pc:spChg chg="mod">
          <ac:chgData name="昕 许" userId="a2975fcd840abfc3" providerId="LiveId" clId="{49CCD4F9-177C-4270-9A14-60236FF377E8}" dt="2026-05-01T12:43:59.034" v="12453" actId="20577"/>
          <ac:spMkLst>
            <pc:docMk/>
            <pc:sldMk cId="2835866755" sldId="362"/>
            <ac:spMk id="100" creationId="{E9F9BC26-A0F1-CA1F-A753-FB0E5C0FD49A}"/>
          </ac:spMkLst>
        </pc:spChg>
        <pc:spChg chg="del">
          <ac:chgData name="昕 许" userId="a2975fcd840abfc3" providerId="LiveId" clId="{49CCD4F9-177C-4270-9A14-60236FF377E8}" dt="2026-05-01T12:39:46.815" v="12359" actId="478"/>
          <ac:spMkLst>
            <pc:docMk/>
            <pc:sldMk cId="2835866755" sldId="362"/>
            <ac:spMk id="101" creationId="{A007E9C7-EEA5-4DED-35C9-836435B5DF1F}"/>
          </ac:spMkLst>
        </pc:spChg>
        <pc:spChg chg="mod">
          <ac:chgData name="昕 许" userId="a2975fcd840abfc3" providerId="LiveId" clId="{49CCD4F9-177C-4270-9A14-60236FF377E8}" dt="2026-05-01T12:44:07.968" v="12467" actId="1037"/>
          <ac:spMkLst>
            <pc:docMk/>
            <pc:sldMk cId="2835866755" sldId="362"/>
            <ac:spMk id="104" creationId="{45500C7C-C996-3819-B569-9ED277AB82AA}"/>
          </ac:spMkLst>
        </pc:spChg>
        <pc:spChg chg="mod">
          <ac:chgData name="昕 许" userId="a2975fcd840abfc3" providerId="LiveId" clId="{49CCD4F9-177C-4270-9A14-60236FF377E8}" dt="2026-05-01T12:44:26.814" v="12473" actId="14100"/>
          <ac:spMkLst>
            <pc:docMk/>
            <pc:sldMk cId="2835866755" sldId="362"/>
            <ac:spMk id="105" creationId="{79F2ABCD-97D9-7E12-7118-BAA2CE15741A}"/>
          </ac:spMkLst>
        </pc:spChg>
        <pc:spChg chg="mod">
          <ac:chgData name="昕 许" userId="a2975fcd840abfc3" providerId="LiveId" clId="{49CCD4F9-177C-4270-9A14-60236FF377E8}" dt="2026-05-01T12:44:13.094" v="12470" actId="20577"/>
          <ac:spMkLst>
            <pc:docMk/>
            <pc:sldMk cId="2835866755" sldId="362"/>
            <ac:spMk id="106" creationId="{F0A27CC1-1BBD-E27F-B96F-EA79F3C8AF7B}"/>
          </ac:spMkLst>
        </pc:spChg>
        <pc:spChg chg="mod">
          <ac:chgData name="昕 许" userId="a2975fcd840abfc3" providerId="LiveId" clId="{49CCD4F9-177C-4270-9A14-60236FF377E8}" dt="2026-05-01T12:44:37.198" v="12481" actId="20577"/>
          <ac:spMkLst>
            <pc:docMk/>
            <pc:sldMk cId="2835866755" sldId="362"/>
            <ac:spMk id="107" creationId="{0D5BDEBE-B8C2-E535-6860-B74E0F3108E8}"/>
          </ac:spMkLst>
        </pc:spChg>
        <pc:spChg chg="add 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08" creationId="{8EDD0DF2-2B8F-F7D2-EB7D-0565EF37E3C4}"/>
          </ac:spMkLst>
        </pc:spChg>
        <pc:spChg chg="add 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09" creationId="{C57DBF3D-93E6-A058-9C84-FA28A2821497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2" creationId="{96E4465A-9851-256C-56BD-93242B582F51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5" creationId="{F97B23C7-6088-923B-F978-C0B1B3229029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16" creationId="{8C4415A8-A4ED-929B-1A20-D5165EFEA526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2" creationId="{56842266-9A40-A1F0-A6AF-D3664A875BCF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7" creationId="{370BAE79-11B8-8137-6C1F-92EE0C97F3EC}"/>
          </ac:spMkLst>
        </pc:spChg>
        <pc:spChg chg="mod">
          <ac:chgData name="昕 许" userId="a2975fcd840abfc3" providerId="LiveId" clId="{49CCD4F9-177C-4270-9A14-60236FF377E8}" dt="2026-05-01T12:43:51.552" v="12451"/>
          <ac:spMkLst>
            <pc:docMk/>
            <pc:sldMk cId="2835866755" sldId="362"/>
            <ac:spMk id="128" creationId="{1809E292-B8C0-83EE-5CBF-E89F22CC73FC}"/>
          </ac:spMkLst>
        </pc:spChg>
        <pc:spChg chg="mod">
          <ac:chgData name="昕 许" userId="a2975fcd840abfc3" providerId="LiveId" clId="{49CCD4F9-177C-4270-9A14-60236FF377E8}" dt="2026-05-01T12:44:40.509" v="12483" actId="20577"/>
          <ac:spMkLst>
            <pc:docMk/>
            <pc:sldMk cId="2835866755" sldId="362"/>
            <ac:spMk id="129" creationId="{6E320B37-399B-89A5-1D8C-B27E1A20E724}"/>
          </ac:spMkLst>
        </pc:spChg>
        <pc:spChg chg="del mod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1" creationId="{EB4ABA9D-3326-9FE7-3850-79F50B1879D6}"/>
          </ac:spMkLst>
        </pc:spChg>
        <pc:spChg chg="del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2" creationId="{306C5272-0216-1CB3-614F-D239D628729B}"/>
          </ac:spMkLst>
        </pc:spChg>
        <pc:spChg chg="del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3" creationId="{A23D6E91-A6A3-C545-B678-37A9D41FE3BF}"/>
          </ac:spMkLst>
        </pc:spChg>
        <pc:spChg chg="del mod">
          <ac:chgData name="昕 许" userId="a2975fcd840abfc3" providerId="LiveId" clId="{49CCD4F9-177C-4270-9A14-60236FF377E8}" dt="2026-05-01T12:44:46.352" v="12484" actId="478"/>
          <ac:spMkLst>
            <pc:docMk/>
            <pc:sldMk cId="2835866755" sldId="362"/>
            <ac:spMk id="134" creationId="{F1CAA57B-9D1D-E05F-ED19-A189474E0CB7}"/>
          </ac:spMkLst>
        </pc:spChg>
        <pc:spChg chg="mod">
          <ac:chgData name="昕 许" userId="a2975fcd840abfc3" providerId="LiveId" clId="{49CCD4F9-177C-4270-9A14-60236FF377E8}" dt="2026-05-01T12:43:55.200" v="12452" actId="1076"/>
          <ac:spMkLst>
            <pc:docMk/>
            <pc:sldMk cId="2835866755" sldId="362"/>
            <ac:spMk id="135" creationId="{59DDE6E0-A18A-FE8F-F01E-34AAA960621A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2" creationId="{0E504889-5AC8-2D3E-0F47-4BD86120F501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3" creationId="{CA35F0F2-DE77-FC5D-95DC-34E7090601F8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5" creationId="{FC6AAC5A-3332-70BF-863C-C8975E6F433B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6" creationId="{D2BDA796-310B-4041-CBEF-E6D2CAA2A759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49" creationId="{38829072-02C4-92FE-9AC2-3EE488B7AA41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54" creationId="{7C776762-6CE1-703F-1339-60A534AC4CDF}"/>
          </ac:spMkLst>
        </pc:spChg>
        <pc:spChg chg="mod">
          <ac:chgData name="昕 许" userId="a2975fcd840abfc3" providerId="LiveId" clId="{49CCD4F9-177C-4270-9A14-60236FF377E8}" dt="2026-05-01T12:44:46.767" v="12485"/>
          <ac:spMkLst>
            <pc:docMk/>
            <pc:sldMk cId="2835866755" sldId="362"/>
            <ac:spMk id="155" creationId="{4DD2F5D6-F8B4-B5EB-BD4B-60767EF90557}"/>
          </ac:spMkLst>
        </pc:spChg>
        <pc:spChg chg="mod">
          <ac:chgData name="昕 许" userId="a2975fcd840abfc3" providerId="LiveId" clId="{49CCD4F9-177C-4270-9A14-60236FF377E8}" dt="2026-05-01T12:45:06.848" v="12490" actId="14100"/>
          <ac:spMkLst>
            <pc:docMk/>
            <pc:sldMk cId="2835866755" sldId="362"/>
            <ac:spMk id="157" creationId="{8E631F2A-84BB-E05F-E9A3-5BB1EB794005}"/>
          </ac:spMkLst>
        </pc:spChg>
        <pc:spChg chg="add mod">
          <ac:chgData name="昕 许" userId="a2975fcd840abfc3" providerId="LiveId" clId="{49CCD4F9-177C-4270-9A14-60236FF377E8}" dt="2026-05-01T12:45:01.071" v="12488" actId="14100"/>
          <ac:spMkLst>
            <pc:docMk/>
            <pc:sldMk cId="2835866755" sldId="362"/>
            <ac:spMk id="158" creationId="{064834EF-4946-320A-C068-68B028953799}"/>
          </ac:spMkLst>
        </pc:spChg>
        <pc:spChg chg="add mod">
          <ac:chgData name="昕 许" userId="a2975fcd840abfc3" providerId="LiveId" clId="{49CCD4F9-177C-4270-9A14-60236FF377E8}" dt="2026-05-01T12:45:29.256" v="12496" actId="20577"/>
          <ac:spMkLst>
            <pc:docMk/>
            <pc:sldMk cId="2835866755" sldId="362"/>
            <ac:spMk id="159" creationId="{395FB350-A7D1-C554-7CE1-8080CAC1DF9A}"/>
          </ac:spMkLst>
        </pc:spChg>
        <pc:spChg chg="add mod">
          <ac:chgData name="昕 许" userId="a2975fcd840abfc3" providerId="LiveId" clId="{49CCD4F9-177C-4270-9A14-60236FF377E8}" dt="2026-05-01T12:45:33.026" v="12500" actId="20577"/>
          <ac:spMkLst>
            <pc:docMk/>
            <pc:sldMk cId="2835866755" sldId="362"/>
            <ac:spMk id="160" creationId="{FF6E81B7-7E48-7689-6352-EBE6276A2C80}"/>
          </ac:spMkLst>
        </pc:spChg>
        <pc:grpChg chg="mod">
          <ac:chgData name="昕 许" userId="a2975fcd840abfc3" providerId="LiveId" clId="{49CCD4F9-177C-4270-9A14-60236FF377E8}" dt="2026-05-01T12:42:36.747" v="12402" actId="1076"/>
          <ac:grpSpMkLst>
            <pc:docMk/>
            <pc:sldMk cId="2835866755" sldId="362"/>
            <ac:grpSpMk id="10" creationId="{F8E56D54-6C83-2CBC-21AC-8EA5C3BB0501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3" creationId="{81B57749-62E5-EF07-660C-19A24C66BEDD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6" creationId="{849924BA-4A00-5DA5-6BCD-475287918F7F}"/>
          </ac:grpSpMkLst>
        </pc:grpChg>
        <pc:grpChg chg="mod">
          <ac:chgData name="昕 许" userId="a2975fcd840abfc3" providerId="LiveId" clId="{49CCD4F9-177C-4270-9A14-60236FF377E8}" dt="2026-05-01T12:43:35.678" v="12446" actId="207"/>
          <ac:grpSpMkLst>
            <pc:docMk/>
            <pc:sldMk cId="2835866755" sldId="362"/>
            <ac:grpSpMk id="19" creationId="{89C994E9-4DFE-F56D-20AC-9B4DA021BEBF}"/>
          </ac:grpSpMkLst>
        </pc:grpChg>
        <pc:grpChg chg="mod">
          <ac:chgData name="昕 许" userId="a2975fcd840abfc3" providerId="LiveId" clId="{49CCD4F9-177C-4270-9A14-60236FF377E8}" dt="2026-05-01T12:44:22.370" v="12472" actId="207"/>
          <ac:grpSpMkLst>
            <pc:docMk/>
            <pc:sldMk cId="2835866755" sldId="362"/>
            <ac:grpSpMk id="35" creationId="{FE7DEA58-3BAE-8B64-5AEE-141EA69E6B87}"/>
          </ac:grpSpMkLst>
        </pc:grpChg>
        <pc:grpChg chg="mod">
          <ac:chgData name="昕 许" userId="a2975fcd840abfc3" providerId="LiveId" clId="{49CCD4F9-177C-4270-9A14-60236FF377E8}" dt="2026-05-01T12:27:16.597" v="12342" actId="20577"/>
          <ac:grpSpMkLst>
            <pc:docMk/>
            <pc:sldMk cId="2835866755" sldId="362"/>
            <ac:grpSpMk id="38" creationId="{47F5565C-3D0B-756E-A3D2-882421EA2A70}"/>
          </ac:grpSpMkLst>
        </pc:grpChg>
        <pc:grpChg chg="mod">
          <ac:chgData name="昕 许" userId="a2975fcd840abfc3" providerId="LiveId" clId="{49CCD4F9-177C-4270-9A14-60236FF377E8}" dt="2026-05-01T12:44:22.370" v="12472" actId="207"/>
          <ac:grpSpMkLst>
            <pc:docMk/>
            <pc:sldMk cId="2835866755" sldId="362"/>
            <ac:grpSpMk id="39" creationId="{C0440CCC-B493-33BF-6975-3DAA2CD3BD7D}"/>
          </ac:grpSpMkLst>
        </pc:grpChg>
        <pc:grpChg chg="mod">
          <ac:chgData name="昕 许" userId="a2975fcd840abfc3" providerId="LiveId" clId="{49CCD4F9-177C-4270-9A14-60236FF377E8}" dt="2026-05-01T12:42:12.585" v="12394" actId="207"/>
          <ac:grpSpMkLst>
            <pc:docMk/>
            <pc:sldMk cId="2835866755" sldId="362"/>
            <ac:grpSpMk id="43" creationId="{39F829F0-867F-B8ED-5327-3E86E5003705}"/>
          </ac:grpSpMkLst>
        </pc:grpChg>
        <pc:grpChg chg="mod">
          <ac:chgData name="昕 许" userId="a2975fcd840abfc3" providerId="LiveId" clId="{49CCD4F9-177C-4270-9A14-60236FF377E8}" dt="2026-05-01T12:42:12.585" v="12394" actId="207"/>
          <ac:grpSpMkLst>
            <pc:docMk/>
            <pc:sldMk cId="2835866755" sldId="362"/>
            <ac:grpSpMk id="47" creationId="{C77EB9D1-8DA1-7DA3-83B6-597E8471AFE6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73" creationId="{6B1DB64D-C83F-8474-EAB1-2F2E08B7BA08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80" creationId="{F8748E21-440D-CDD9-87A1-C97718A04F3B}"/>
          </ac:grpSpMkLst>
        </pc:grpChg>
        <pc:grpChg chg="del">
          <ac:chgData name="昕 许" userId="a2975fcd840abfc3" providerId="LiveId" clId="{49CCD4F9-177C-4270-9A14-60236FF377E8}" dt="2026-05-01T12:39:46.815" v="12359" actId="478"/>
          <ac:grpSpMkLst>
            <pc:docMk/>
            <pc:sldMk cId="2835866755" sldId="362"/>
            <ac:grpSpMk id="91" creationId="{3BBECCDA-62DE-E109-3F97-1D3A0CAD47D1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11" creationId="{BBE49D9D-39A1-78CC-1EA3-00C2F6F65320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17" creationId="{B2B10943-9B69-D6F0-B3BC-173B626C284B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0" creationId="{CEA65F70-9816-6F5A-694C-E08841665317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3" creationId="{01EF6B4E-074B-E38A-BCAF-FF811AB3E81F}"/>
          </ac:grpSpMkLst>
        </pc:grpChg>
        <pc:grpChg chg="del">
          <ac:chgData name="昕 许" userId="a2975fcd840abfc3" providerId="LiveId" clId="{49CCD4F9-177C-4270-9A14-60236FF377E8}" dt="2026-05-01T12:44:46.352" v="12484" actId="478"/>
          <ac:grpSpMkLst>
            <pc:docMk/>
            <pc:sldMk cId="2835866755" sldId="362"/>
            <ac:grpSpMk id="126" creationId="{7CBA326D-1A35-B5B3-B6F0-A4D56C4795D1}"/>
          </ac:grpSpMkLst>
        </pc:grpChg>
        <pc:grpChg chg="mod">
          <ac:chgData name="昕 许" userId="a2975fcd840abfc3" providerId="LiveId" clId="{49CCD4F9-177C-4270-9A14-60236FF377E8}" dt="2026-05-01T12:45:16.563" v="12493" actId="207"/>
          <ac:grpSpMkLst>
            <pc:docMk/>
            <pc:sldMk cId="2835866755" sldId="362"/>
            <ac:grpSpMk id="138" creationId="{3CE52F78-92EC-7D52-9BAD-C74A5E652806}"/>
          </ac:grpSpMkLst>
        </pc:grpChg>
        <pc:grpChg chg="mod">
          <ac:chgData name="昕 许" userId="a2975fcd840abfc3" providerId="LiveId" clId="{49CCD4F9-177C-4270-9A14-60236FF377E8}" dt="2026-05-01T12:45:16.563" v="12493" actId="207"/>
          <ac:grpSpMkLst>
            <pc:docMk/>
            <pc:sldMk cId="2835866755" sldId="362"/>
            <ac:grpSpMk id="141" creationId="{F44FCEFE-8F27-0F71-11FA-3FAF5723FBA1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47" creationId="{76785F2E-6508-2BF1-7EC7-B6AA82D495DF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50" creationId="{A53BB319-7DF9-AA8D-E982-B8E83ABBEA5B}"/>
          </ac:grpSpMkLst>
        </pc:grpChg>
        <pc:grpChg chg="mod">
          <ac:chgData name="昕 许" userId="a2975fcd840abfc3" providerId="LiveId" clId="{49CCD4F9-177C-4270-9A14-60236FF377E8}" dt="2026-05-01T12:44:53.702" v="12486" actId="1076"/>
          <ac:grpSpMkLst>
            <pc:docMk/>
            <pc:sldMk cId="2835866755" sldId="362"/>
            <ac:grpSpMk id="153" creationId="{2ABFB5D1-76BE-528C-EB06-4F3D89CCCD81}"/>
          </ac:grpSpMkLst>
        </pc:grpChg>
        <pc:picChg chg="add mod">
          <ac:chgData name="昕 许" userId="a2975fcd840abfc3" providerId="LiveId" clId="{49CCD4F9-177C-4270-9A14-60236FF377E8}" dt="2026-05-01T12:42:27.117" v="12400" actId="1076"/>
          <ac:picMkLst>
            <pc:docMk/>
            <pc:sldMk cId="2835866755" sldId="362"/>
            <ac:picMk id="6" creationId="{ABCC630D-0AF2-69BB-CB9B-ECD9251852CD}"/>
          </ac:picMkLst>
        </pc:picChg>
        <pc:picChg chg="mod">
          <ac:chgData name="昕 许" userId="a2975fcd840abfc3" providerId="LiveId" clId="{49CCD4F9-177C-4270-9A14-60236FF377E8}" dt="2026-05-01T12:43:43.075" v="12449" actId="1076"/>
          <ac:picMkLst>
            <pc:docMk/>
            <pc:sldMk cId="2835866755" sldId="362"/>
            <ac:picMk id="32" creationId="{50821E2C-B00C-B6BB-8702-BDEE022D1702}"/>
          </ac:picMkLst>
        </pc:picChg>
        <pc:picChg chg="del">
          <ac:chgData name="昕 许" userId="a2975fcd840abfc3" providerId="LiveId" clId="{49CCD4F9-177C-4270-9A14-60236FF377E8}" dt="2026-05-01T12:40:06.866" v="12367" actId="478"/>
          <ac:picMkLst>
            <pc:docMk/>
            <pc:sldMk cId="2835866755" sldId="362"/>
            <ac:picMk id="63" creationId="{DAD250BE-6BD9-7040-29B4-ECC1BF402E16}"/>
          </ac:picMkLst>
        </pc:picChg>
        <pc:picChg chg="del">
          <ac:chgData name="昕 许" userId="a2975fcd840abfc3" providerId="LiveId" clId="{49CCD4F9-177C-4270-9A14-60236FF377E8}" dt="2026-05-01T12:39:46.815" v="12359" actId="478"/>
          <ac:picMkLst>
            <pc:docMk/>
            <pc:sldMk cId="2835866755" sldId="362"/>
            <ac:picMk id="102" creationId="{FD581722-3D08-95A9-7517-38450B777105}"/>
          </ac:picMkLst>
        </pc:picChg>
        <pc:picChg chg="mod">
          <ac:chgData name="昕 许" userId="a2975fcd840abfc3" providerId="LiveId" clId="{49CCD4F9-177C-4270-9A14-60236FF377E8}" dt="2026-05-01T12:44:16.496" v="12471" actId="1076"/>
          <ac:picMkLst>
            <pc:docMk/>
            <pc:sldMk cId="2835866755" sldId="362"/>
            <ac:picMk id="110" creationId="{BD4261FE-4FB8-1500-58AC-A678B68C6D2F}"/>
          </ac:picMkLst>
        </pc:picChg>
        <pc:picChg chg="del">
          <ac:chgData name="昕 许" userId="a2975fcd840abfc3" providerId="LiveId" clId="{49CCD4F9-177C-4270-9A14-60236FF377E8}" dt="2026-05-01T12:44:46.352" v="12484" actId="478"/>
          <ac:picMkLst>
            <pc:docMk/>
            <pc:sldMk cId="2835866755" sldId="362"/>
            <ac:picMk id="136" creationId="{2E356754-D45A-24A9-DD08-FB7645FEC143}"/>
          </ac:picMkLst>
        </pc:picChg>
        <pc:picChg chg="mod">
          <ac:chgData name="昕 许" userId="a2975fcd840abfc3" providerId="LiveId" clId="{49CCD4F9-177C-4270-9A14-60236FF377E8}" dt="2026-05-01T12:45:12.940" v="12492" actId="1076"/>
          <ac:picMkLst>
            <pc:docMk/>
            <pc:sldMk cId="2835866755" sldId="362"/>
            <ac:picMk id="161" creationId="{E459422F-A238-5130-1D01-50A981085BB5}"/>
          </ac:picMkLst>
        </pc:picChg>
        <pc:cxnChg chg="mod">
          <ac:chgData name="昕 许" userId="a2975fcd840abfc3" providerId="LiveId" clId="{49CCD4F9-177C-4270-9A14-60236FF377E8}" dt="2026-05-01T12:43:11.241" v="12439" actId="1076"/>
          <ac:cxnSpMkLst>
            <pc:docMk/>
            <pc:sldMk cId="2835866755" sldId="362"/>
            <ac:cxnSpMk id="26" creationId="{412F1E4C-4746-E733-44D4-83586BB971F7}"/>
          </ac:cxnSpMkLst>
        </pc:cxnChg>
        <pc:cxnChg chg="add mod">
          <ac:chgData name="昕 许" userId="a2975fcd840abfc3" providerId="LiveId" clId="{49CCD4F9-177C-4270-9A14-60236FF377E8}" dt="2026-05-01T12:42:51.336" v="12406" actId="14100"/>
          <ac:cxnSpMkLst>
            <pc:docMk/>
            <pc:sldMk cId="2835866755" sldId="362"/>
            <ac:cxnSpMk id="33" creationId="{412A2FFC-EF37-E578-4EC4-266F9DAC40D1}"/>
          </ac:cxnSpMkLst>
        </pc:cxnChg>
        <pc:cxnChg chg="mod">
          <ac:chgData name="昕 许" userId="a2975fcd840abfc3" providerId="LiveId" clId="{49CCD4F9-177C-4270-9A14-60236FF377E8}" dt="2026-05-01T12:41:30.161" v="12370" actId="1076"/>
          <ac:cxnSpMkLst>
            <pc:docMk/>
            <pc:sldMk cId="2835866755" sldId="362"/>
            <ac:cxnSpMk id="57" creationId="{90C6952B-8847-7C41-66A6-82E79A4A3D95}"/>
          </ac:cxnSpMkLst>
        </pc:cxnChg>
        <pc:cxnChg chg="mod">
          <ac:chgData name="昕 许" userId="a2975fcd840abfc3" providerId="LiveId" clId="{49CCD4F9-177C-4270-9A14-60236FF377E8}" dt="2026-05-01T12:44:03.074" v="12454" actId="1076"/>
          <ac:cxnSpMkLst>
            <pc:docMk/>
            <pc:sldMk cId="2835866755" sldId="362"/>
            <ac:cxnSpMk id="103" creationId="{43B87E36-E2A8-3C52-046C-C8F85F0DF621}"/>
          </ac:cxnSpMkLst>
        </pc:cxnChg>
        <pc:cxnChg chg="mod">
          <ac:chgData name="昕 许" userId="a2975fcd840abfc3" providerId="LiveId" clId="{49CCD4F9-177C-4270-9A14-60236FF377E8}" dt="2026-05-01T12:44:57.834" v="12487" actId="1076"/>
          <ac:cxnSpMkLst>
            <pc:docMk/>
            <pc:sldMk cId="2835866755" sldId="362"/>
            <ac:cxnSpMk id="156" creationId="{FBA0CE71-4619-F5D5-7834-18BAD2C0EACF}"/>
          </ac:cxnSpMkLst>
        </pc:cxnChg>
      </pc:sldChg>
      <pc:sldChg chg="addSp delSp modSp add mod">
        <pc:chgData name="昕 许" userId="a2975fcd840abfc3" providerId="LiveId" clId="{49CCD4F9-177C-4270-9A14-60236FF377E8}" dt="2026-05-02T04:24:33.806" v="12921" actId="1076"/>
        <pc:sldMkLst>
          <pc:docMk/>
          <pc:sldMk cId="1169496355" sldId="363"/>
        </pc:sldMkLst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29" creationId="{4F80576F-1ABF-623E-CA00-4D56FC3A5A74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56" creationId="{5EB7E0E3-0D0C-BFFE-3EA3-F1080673F0C8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61" creationId="{42397165-53A6-8D32-ACB2-E86BC9276012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62" creationId="{D8CCBB1E-AEC3-7B2E-0E80-0C1113544F55}"/>
          </ac:spMkLst>
        </pc:spChg>
        <pc:spChg chg="add mod">
          <ac:chgData name="昕 许" userId="a2975fcd840abfc3" providerId="LiveId" clId="{49CCD4F9-177C-4270-9A14-60236FF377E8}" dt="2026-05-02T02:16:09.488" v="12624" actId="1076"/>
          <ac:spMkLst>
            <pc:docMk/>
            <pc:sldMk cId="1169496355" sldId="363"/>
            <ac:spMk id="74" creationId="{D37804F7-EE5D-EB0F-CC63-6E1F543E0BFF}"/>
          </ac:spMkLst>
        </pc:spChg>
        <pc:spChg chg="add mod">
          <ac:chgData name="昕 许" userId="a2975fcd840abfc3" providerId="LiveId" clId="{49CCD4F9-177C-4270-9A14-60236FF377E8}" dt="2026-05-02T02:12:10.483" v="12540" actId="1076"/>
          <ac:spMkLst>
            <pc:docMk/>
            <pc:sldMk cId="1169496355" sldId="363"/>
            <ac:spMk id="79" creationId="{5610EF9A-E6CF-68B2-C07E-C96714A776D2}"/>
          </ac:spMkLst>
        </pc:spChg>
        <pc:spChg chg="add mod">
          <ac:chgData name="昕 许" userId="a2975fcd840abfc3" providerId="LiveId" clId="{49CCD4F9-177C-4270-9A14-60236FF377E8}" dt="2026-05-02T02:12:15.015" v="12542" actId="1076"/>
          <ac:spMkLst>
            <pc:docMk/>
            <pc:sldMk cId="1169496355" sldId="363"/>
            <ac:spMk id="80" creationId="{475CCB4B-2A11-DDE6-6330-9B1F4DEC10F5}"/>
          </ac:spMkLst>
        </pc:spChg>
        <pc:spChg chg="add del mod">
          <ac:chgData name="昕 许" userId="a2975fcd840abfc3" providerId="LiveId" clId="{49CCD4F9-177C-4270-9A14-60236FF377E8}" dt="2026-05-02T02:13:12.756" v="12568" actId="478"/>
          <ac:spMkLst>
            <pc:docMk/>
            <pc:sldMk cId="1169496355" sldId="363"/>
            <ac:spMk id="81" creationId="{3CC3F201-2D02-E5B3-75C1-231A5617EEB9}"/>
          </ac:spMkLst>
        </pc:spChg>
        <pc:spChg chg="add del mod">
          <ac:chgData name="昕 许" userId="a2975fcd840abfc3" providerId="LiveId" clId="{49CCD4F9-177C-4270-9A14-60236FF377E8}" dt="2026-05-02T02:13:12.756" v="12568" actId="478"/>
          <ac:spMkLst>
            <pc:docMk/>
            <pc:sldMk cId="1169496355" sldId="363"/>
            <ac:spMk id="82" creationId="{FBABE9A5-1772-BFF5-1008-573FCA7994B3}"/>
          </ac:spMkLst>
        </pc:spChg>
        <pc:spChg chg="add mod">
          <ac:chgData name="昕 许" userId="a2975fcd840abfc3" providerId="LiveId" clId="{49CCD4F9-177C-4270-9A14-60236FF377E8}" dt="2026-05-02T02:12:28.411" v="12548" actId="1076"/>
          <ac:spMkLst>
            <pc:docMk/>
            <pc:sldMk cId="1169496355" sldId="363"/>
            <ac:spMk id="85" creationId="{111EAB11-1599-3AE4-BBB1-BDF0F2653AC9}"/>
          </ac:spMkLst>
        </pc:spChg>
        <pc:spChg chg="add mod">
          <ac:chgData name="昕 许" userId="a2975fcd840abfc3" providerId="LiveId" clId="{49CCD4F9-177C-4270-9A14-60236FF377E8}" dt="2026-05-02T02:13:47.001" v="12600" actId="1035"/>
          <ac:spMkLst>
            <pc:docMk/>
            <pc:sldMk cId="1169496355" sldId="363"/>
            <ac:spMk id="86" creationId="{56B2C4C4-D680-CC06-57CA-63A61AFFE6E5}"/>
          </ac:spMkLst>
        </pc:spChg>
        <pc:spChg chg="add del mod">
          <ac:chgData name="昕 许" userId="a2975fcd840abfc3" providerId="LiveId" clId="{49CCD4F9-177C-4270-9A14-60236FF377E8}" dt="2026-05-02T02:13:48.659" v="12601" actId="478"/>
          <ac:spMkLst>
            <pc:docMk/>
            <pc:sldMk cId="1169496355" sldId="363"/>
            <ac:spMk id="87" creationId="{5572CF56-8D96-A75F-665A-BB0E154C84E7}"/>
          </ac:spMkLst>
        </pc:spChg>
        <pc:spChg chg="add mod">
          <ac:chgData name="昕 许" userId="a2975fcd840abfc3" providerId="LiveId" clId="{49CCD4F9-177C-4270-9A14-60236FF377E8}" dt="2026-05-02T02:13:21.394" v="12570" actId="1076"/>
          <ac:spMkLst>
            <pc:docMk/>
            <pc:sldMk cId="1169496355" sldId="363"/>
            <ac:spMk id="96" creationId="{32BCFBE8-1AC4-296C-4DC9-D04FD89E20CF}"/>
          </ac:spMkLst>
        </pc:spChg>
        <pc:spChg chg="add mod">
          <ac:chgData name="昕 许" userId="a2975fcd840abfc3" providerId="LiveId" clId="{49CCD4F9-177C-4270-9A14-60236FF377E8}" dt="2026-05-02T02:13:21.394" v="12570" actId="1076"/>
          <ac:spMkLst>
            <pc:docMk/>
            <pc:sldMk cId="1169496355" sldId="363"/>
            <ac:spMk id="97" creationId="{8FD041AF-1225-7B03-3545-CC80B12D2103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06" creationId="{F83ECBFE-3207-5521-DE31-11D5C1E71D83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08" creationId="{1D8811EC-9B01-1684-0FBA-0646DC8DCF1E}"/>
          </ac:spMkLst>
        </pc:spChg>
        <pc:spChg chg="add mod">
          <ac:chgData name="昕 许" userId="a2975fcd840abfc3" providerId="LiveId" clId="{49CCD4F9-177C-4270-9A14-60236FF377E8}" dt="2026-05-02T02:14:04.498" v="12607" actId="1076"/>
          <ac:spMkLst>
            <pc:docMk/>
            <pc:sldMk cId="1169496355" sldId="363"/>
            <ac:spMk id="116" creationId="{4366B0B8-F1CA-791E-E488-7C7B1A71C28D}"/>
          </ac:spMkLst>
        </pc:spChg>
        <pc:spChg chg="add mod">
          <ac:chgData name="昕 许" userId="a2975fcd840abfc3" providerId="LiveId" clId="{49CCD4F9-177C-4270-9A14-60236FF377E8}" dt="2026-05-02T02:16:09.488" v="12624" actId="1076"/>
          <ac:spMkLst>
            <pc:docMk/>
            <pc:sldMk cId="1169496355" sldId="363"/>
            <ac:spMk id="122" creationId="{C54039DC-1DAD-361E-7354-596FC35F80B6}"/>
          </ac:spMkLst>
        </pc:spChg>
        <pc:spChg chg="add mod">
          <ac:chgData name="昕 许" userId="a2975fcd840abfc3" providerId="LiveId" clId="{49CCD4F9-177C-4270-9A14-60236FF377E8}" dt="2026-05-02T02:39:21.800" v="12633" actId="1076"/>
          <ac:spMkLst>
            <pc:docMk/>
            <pc:sldMk cId="1169496355" sldId="363"/>
            <ac:spMk id="123" creationId="{13278C54-ED79-741D-37B7-A51CEA7FF4B8}"/>
          </ac:spMkLst>
        </pc:spChg>
        <pc:spChg chg="add mod">
          <ac:chgData name="昕 许" userId="a2975fcd840abfc3" providerId="LiveId" clId="{49CCD4F9-177C-4270-9A14-60236FF377E8}" dt="2026-05-02T04:24:25.877" v="12907" actId="1076"/>
          <ac:spMkLst>
            <pc:docMk/>
            <pc:sldMk cId="1169496355" sldId="363"/>
            <ac:spMk id="124" creationId="{B68FB53B-254D-60D6-54A3-A1B66F56C43B}"/>
          </ac:spMkLst>
        </pc:spChg>
        <pc:spChg chg="add mod">
          <ac:chgData name="昕 许" userId="a2975fcd840abfc3" providerId="LiveId" clId="{49CCD4F9-177C-4270-9A14-60236FF377E8}" dt="2026-05-02T02:39:48.074" v="12645" actId="14100"/>
          <ac:spMkLst>
            <pc:docMk/>
            <pc:sldMk cId="1169496355" sldId="363"/>
            <ac:spMk id="125" creationId="{B0173BC0-063E-AB56-555E-A63555EC44B4}"/>
          </ac:spMkLst>
        </pc:spChg>
        <pc:spChg chg="add mod">
          <ac:chgData name="昕 许" userId="a2975fcd840abfc3" providerId="LiveId" clId="{49CCD4F9-177C-4270-9A14-60236FF377E8}" dt="2026-05-02T04:24:33.806" v="12921" actId="1076"/>
          <ac:spMkLst>
            <pc:docMk/>
            <pc:sldMk cId="1169496355" sldId="363"/>
            <ac:spMk id="126" creationId="{1BB188FD-B666-9E3E-10BA-EA1631628A2F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35" creationId="{BC31AA51-50EF-806F-A03B-FDC36224EE3B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58" creationId="{FDBB9EA1-3B1B-31A2-EF83-053C3E9C43EF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59" creationId="{B0113614-2CEE-3AF3-064B-4E5D99637440}"/>
          </ac:spMkLst>
        </pc:spChg>
        <pc:spChg chg="del">
          <ac:chgData name="昕 许" userId="a2975fcd840abfc3" providerId="LiveId" clId="{49CCD4F9-177C-4270-9A14-60236FF377E8}" dt="2026-05-02T02:10:45.770" v="12502" actId="478"/>
          <ac:spMkLst>
            <pc:docMk/>
            <pc:sldMk cId="1169496355" sldId="363"/>
            <ac:spMk id="160" creationId="{B0149D69-8E32-B692-FD75-AFB3BE7AC3B5}"/>
          </ac:spMkLst>
        </pc:spChg>
        <pc:cxnChg chg="add mod">
          <ac:chgData name="昕 许" userId="a2975fcd840abfc3" providerId="LiveId" clId="{49CCD4F9-177C-4270-9A14-60236FF377E8}" dt="2026-05-02T02:14:23.682" v="12613" actId="14100"/>
          <ac:cxnSpMkLst>
            <pc:docMk/>
            <pc:sldMk cId="1169496355" sldId="363"/>
            <ac:cxnSpMk id="63" creationId="{AB70392D-5F60-7E55-A572-48D8C79C3F31}"/>
          </ac:cxnSpMkLst>
        </pc:cxnChg>
        <pc:cxnChg chg="add mod">
          <ac:chgData name="昕 许" userId="a2975fcd840abfc3" providerId="LiveId" clId="{49CCD4F9-177C-4270-9A14-60236FF377E8}" dt="2026-05-02T02:14:21.930" v="12612" actId="14100"/>
          <ac:cxnSpMkLst>
            <pc:docMk/>
            <pc:sldMk cId="1169496355" sldId="363"/>
            <ac:cxnSpMk id="67" creationId="{44B0D812-4472-1B2B-1E5D-47039ABE2C3E}"/>
          </ac:cxnSpMkLst>
        </pc:cxnChg>
        <pc:cxnChg chg="add mod">
          <ac:chgData name="昕 许" userId="a2975fcd840abfc3" providerId="LiveId" clId="{49CCD4F9-177C-4270-9A14-60236FF377E8}" dt="2026-05-02T02:12:50.579" v="12556" actId="208"/>
          <ac:cxnSpMkLst>
            <pc:docMk/>
            <pc:sldMk cId="1169496355" sldId="363"/>
            <ac:cxnSpMk id="88" creationId="{E86BB82C-7DFC-E275-CE54-3F2DE77D1516}"/>
          </ac:cxnSpMkLst>
        </pc:cxnChg>
        <pc:cxnChg chg="add del mod">
          <ac:chgData name="昕 许" userId="a2975fcd840abfc3" providerId="LiveId" clId="{49CCD4F9-177C-4270-9A14-60236FF377E8}" dt="2026-05-02T02:13:12.756" v="12568" actId="478"/>
          <ac:cxnSpMkLst>
            <pc:docMk/>
            <pc:sldMk cId="1169496355" sldId="363"/>
            <ac:cxnSpMk id="91" creationId="{F7A9F7AE-E505-81B8-CC9C-1AA80FCA43B1}"/>
          </ac:cxnSpMkLst>
        </pc:cxnChg>
        <pc:cxnChg chg="add del mod">
          <ac:chgData name="昕 许" userId="a2975fcd840abfc3" providerId="LiveId" clId="{49CCD4F9-177C-4270-9A14-60236FF377E8}" dt="2026-05-02T02:13:11.459" v="12567" actId="478"/>
          <ac:cxnSpMkLst>
            <pc:docMk/>
            <pc:sldMk cId="1169496355" sldId="363"/>
            <ac:cxnSpMk id="95" creationId="{5BECD393-FB67-69C7-92A7-028163D98FCE}"/>
          </ac:cxnSpMkLst>
        </pc:cxnChg>
        <pc:cxnChg chg="add mod">
          <ac:chgData name="昕 许" userId="a2975fcd840abfc3" providerId="LiveId" clId="{49CCD4F9-177C-4270-9A14-60236FF377E8}" dt="2026-05-02T02:13:21.394" v="12570" actId="1076"/>
          <ac:cxnSpMkLst>
            <pc:docMk/>
            <pc:sldMk cId="1169496355" sldId="363"/>
            <ac:cxnSpMk id="98" creationId="{0A74C239-4FD1-54B7-03A8-43FCDA479744}"/>
          </ac:cxnSpMkLst>
        </pc:cxnChg>
        <pc:cxnChg chg="add mod">
          <ac:chgData name="昕 许" userId="a2975fcd840abfc3" providerId="LiveId" clId="{49CCD4F9-177C-4270-9A14-60236FF377E8}" dt="2026-05-02T02:13:28.617" v="12574" actId="14100"/>
          <ac:cxnSpMkLst>
            <pc:docMk/>
            <pc:sldMk cId="1169496355" sldId="363"/>
            <ac:cxnSpMk id="99" creationId="{343EF6E9-2258-1D67-DB3D-4596A4F83730}"/>
          </ac:cxnSpMkLst>
        </pc:cxnChg>
        <pc:cxnChg chg="add mod">
          <ac:chgData name="昕 许" userId="a2975fcd840abfc3" providerId="LiveId" clId="{49CCD4F9-177C-4270-9A14-60236FF377E8}" dt="2026-05-02T02:13:47.001" v="12600" actId="1035"/>
          <ac:cxnSpMkLst>
            <pc:docMk/>
            <pc:sldMk cId="1169496355" sldId="363"/>
            <ac:cxnSpMk id="111" creationId="{303EC302-74AA-7EC1-F84D-11B3D7BD4924}"/>
          </ac:cxnSpMkLst>
        </pc:cxnChg>
        <pc:cxnChg chg="add mod">
          <ac:chgData name="昕 许" userId="a2975fcd840abfc3" providerId="LiveId" clId="{49CCD4F9-177C-4270-9A14-60236FF377E8}" dt="2026-05-02T02:13:55.298" v="12604" actId="1076"/>
          <ac:cxnSpMkLst>
            <pc:docMk/>
            <pc:sldMk cId="1169496355" sldId="363"/>
            <ac:cxnSpMk id="115" creationId="{AADC7533-7A08-3D0A-F311-87D3057F3BA2}"/>
          </ac:cxnSpMkLst>
        </pc:cxnChg>
        <pc:cxnChg chg="add mod">
          <ac:chgData name="昕 许" userId="a2975fcd840abfc3" providerId="LiveId" clId="{49CCD4F9-177C-4270-9A14-60236FF377E8}" dt="2026-05-02T02:14:15.431" v="12611" actId="208"/>
          <ac:cxnSpMkLst>
            <pc:docMk/>
            <pc:sldMk cId="1169496355" sldId="363"/>
            <ac:cxnSpMk id="117" creationId="{1000DEC7-31A1-0150-389D-E13B6D5B81FA}"/>
          </ac:cxnSpMkLst>
        </pc:cxnChg>
      </pc:sldChg>
      <pc:sldChg chg="addSp delSp modSp add mod">
        <pc:chgData name="昕 许" userId="a2975fcd840abfc3" providerId="LiveId" clId="{49CCD4F9-177C-4270-9A14-60236FF377E8}" dt="2026-05-02T02:49:46.999" v="12892" actId="207"/>
        <pc:sldMkLst>
          <pc:docMk/>
          <pc:sldMk cId="2448408737" sldId="364"/>
        </pc:sldMkLst>
        <pc:spChg chg="add del mod">
          <ac:chgData name="昕 许" userId="a2975fcd840abfc3" providerId="LiveId" clId="{49CCD4F9-177C-4270-9A14-60236FF377E8}" dt="2026-05-02T02:44:27.434" v="12726" actId="478"/>
          <ac:spMkLst>
            <pc:docMk/>
            <pc:sldMk cId="2448408737" sldId="364"/>
            <ac:spMk id="2" creationId="{96844F59-E8C1-CC70-E0C3-E94810F6E85C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" creationId="{4D5008D6-5739-D02C-C94B-083464DE30D1}"/>
          </ac:spMkLst>
        </pc:spChg>
        <pc:spChg chg="add del">
          <ac:chgData name="昕 许" userId="a2975fcd840abfc3" providerId="LiveId" clId="{49CCD4F9-177C-4270-9A14-60236FF377E8}" dt="2026-05-02T02:45:38.815" v="12747" actId="22"/>
          <ac:spMkLst>
            <pc:docMk/>
            <pc:sldMk cId="2448408737" sldId="364"/>
            <ac:spMk id="21" creationId="{F66F1834-CC3B-F1AF-55B2-BD362D3025D2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5" creationId="{B8F71C90-8950-266D-DB58-45B750FA7482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7" creationId="{FF621559-3806-DF57-3F8D-26180463CD21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28" creationId="{772F4A6A-DD4A-AF62-578F-D4CA2A968300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2" creationId="{0E293FF2-674E-DB60-D44C-DBA0CA5400FD}"/>
          </ac:spMkLst>
        </pc:spChg>
        <pc:spChg chg="add 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33" creationId="{7F389E02-7F7D-A55E-544A-A37BCB875B74}"/>
          </ac:spMkLst>
        </pc:spChg>
        <pc:spChg chg="add del mod">
          <ac:chgData name="昕 许" userId="a2975fcd840abfc3" providerId="LiveId" clId="{49CCD4F9-177C-4270-9A14-60236FF377E8}" dt="2026-05-02T02:47:54.923" v="12828" actId="478"/>
          <ac:spMkLst>
            <pc:docMk/>
            <pc:sldMk cId="2448408737" sldId="364"/>
            <ac:spMk id="42" creationId="{51ED514D-22BA-7A5B-52AA-B8C8E84CDC4B}"/>
          </ac:spMkLst>
        </pc:spChg>
        <pc:spChg chg="add del mod">
          <ac:chgData name="昕 许" userId="a2975fcd840abfc3" providerId="LiveId" clId="{49CCD4F9-177C-4270-9A14-60236FF377E8}" dt="2026-05-02T02:47:56.939" v="12830" actId="478"/>
          <ac:spMkLst>
            <pc:docMk/>
            <pc:sldMk cId="2448408737" sldId="364"/>
            <ac:spMk id="44" creationId="{9C50B77A-B370-CD10-575F-ED1605947043}"/>
          </ac:spMkLst>
        </pc:spChg>
        <pc:spChg chg="add del mod">
          <ac:chgData name="昕 许" userId="a2975fcd840abfc3" providerId="LiveId" clId="{49CCD4F9-177C-4270-9A14-60236FF377E8}" dt="2026-05-02T02:47:54.094" v="12827" actId="478"/>
          <ac:spMkLst>
            <pc:docMk/>
            <pc:sldMk cId="2448408737" sldId="364"/>
            <ac:spMk id="45" creationId="{AD89B1A4-5632-BC40-91C5-A68AD8D3B9D5}"/>
          </ac:spMkLst>
        </pc:spChg>
        <pc:spChg chg="add mod">
          <ac:chgData name="昕 许" userId="a2975fcd840abfc3" providerId="LiveId" clId="{49CCD4F9-177C-4270-9A14-60236FF377E8}" dt="2026-05-02T02:49:46.999" v="12892" actId="207"/>
          <ac:spMkLst>
            <pc:docMk/>
            <pc:sldMk cId="2448408737" sldId="364"/>
            <ac:spMk id="47" creationId="{B7F9088A-B5CE-8EA8-05E5-741C6F143B8A}"/>
          </ac:spMkLst>
        </pc:spChg>
        <pc:spChg chg="add mod">
          <ac:chgData name="昕 许" userId="a2975fcd840abfc3" providerId="LiveId" clId="{49CCD4F9-177C-4270-9A14-60236FF377E8}" dt="2026-05-02T02:49:29.105" v="12888" actId="20577"/>
          <ac:spMkLst>
            <pc:docMk/>
            <pc:sldMk cId="2448408737" sldId="364"/>
            <ac:spMk id="48" creationId="{C660C27C-A6FA-BFA6-5B39-A25373C61423}"/>
          </ac:spMkLst>
        </pc:spChg>
        <pc:spChg chg="mod">
          <ac:chgData name="昕 许" userId="a2975fcd840abfc3" providerId="LiveId" clId="{49CCD4F9-177C-4270-9A14-60236FF377E8}" dt="2026-05-02T02:49:07.797" v="12866" actId="1076"/>
          <ac:spMkLst>
            <pc:docMk/>
            <pc:sldMk cId="2448408737" sldId="364"/>
            <ac:spMk id="74" creationId="{1C7AE89A-6238-1D2F-F3C6-46BA7C9E089A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79" creationId="{CF085985-6934-1C7D-6B32-0E7F69DDD8FC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0" creationId="{A73A802D-5E50-62EA-3BA6-A7A2D9270304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5" creationId="{C0994A07-37F3-3867-DCB9-58F0207B1119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86" creationId="{855ED0D9-342D-FCFC-7978-790BF8C6928E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16" creationId="{328BD50B-30C3-029B-E250-33BD3BEB3162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2" creationId="{E4F073C7-599B-DC14-2AB5-6E186413B133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3" creationId="{21B70DE7-7986-5480-9F3A-C73616184915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4" creationId="{65BA522F-78C4-38F8-6598-291E59114919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5" creationId="{E6379978-7FFC-1683-543A-8ACE6C65411D}"/>
          </ac:spMkLst>
        </pc:spChg>
        <pc:spChg chg="del">
          <ac:chgData name="昕 许" userId="a2975fcd840abfc3" providerId="LiveId" clId="{49CCD4F9-177C-4270-9A14-60236FF377E8}" dt="2026-05-02T02:42:54.997" v="12656" actId="478"/>
          <ac:spMkLst>
            <pc:docMk/>
            <pc:sldMk cId="2448408737" sldId="364"/>
            <ac:spMk id="126" creationId="{939521B5-DC8E-999A-5A5F-3715B6DD22FD}"/>
          </ac:spMkLst>
        </pc:spChg>
        <pc:cxnChg chg="add del mod">
          <ac:chgData name="昕 许" userId="a2975fcd840abfc3" providerId="LiveId" clId="{49CCD4F9-177C-4270-9A14-60236FF377E8}" dt="2026-05-02T02:44:24.382" v="12724" actId="478"/>
          <ac:cxnSpMkLst>
            <pc:docMk/>
            <pc:sldMk cId="2448408737" sldId="364"/>
            <ac:cxnSpMk id="4" creationId="{43810212-3696-C257-2FB9-9431D20B4F95}"/>
          </ac:cxnSpMkLst>
        </pc:cxnChg>
        <pc:cxnChg chg="add del mod">
          <ac:chgData name="昕 许" userId="a2975fcd840abfc3" providerId="LiveId" clId="{49CCD4F9-177C-4270-9A14-60236FF377E8}" dt="2026-05-02T02:44:23.605" v="12723" actId="478"/>
          <ac:cxnSpMkLst>
            <pc:docMk/>
            <pc:sldMk cId="2448408737" sldId="364"/>
            <ac:cxnSpMk id="8" creationId="{48F83CEE-72EE-7480-AE02-BCC6C9255FDF}"/>
          </ac:cxnSpMkLst>
        </pc:cxnChg>
        <pc:cxnChg chg="add mod">
          <ac:chgData name="昕 许" userId="a2975fcd840abfc3" providerId="LiveId" clId="{49CCD4F9-177C-4270-9A14-60236FF377E8}" dt="2026-05-02T02:44:40.512" v="12731" actId="14100"/>
          <ac:cxnSpMkLst>
            <pc:docMk/>
            <pc:sldMk cId="2448408737" sldId="364"/>
            <ac:cxnSpMk id="11" creationId="{0300D054-CA56-04BA-E11A-6EDB5678961D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14" creationId="{7CDD8174-2E7A-60BF-8D3F-ADE737C55C3E}"/>
          </ac:cxnSpMkLst>
        </pc:cxnChg>
        <pc:cxnChg chg="add mod">
          <ac:chgData name="昕 许" userId="a2975fcd840abfc3" providerId="LiveId" clId="{49CCD4F9-177C-4270-9A14-60236FF377E8}" dt="2026-05-02T02:44:58.681" v="12737" actId="1076"/>
          <ac:cxnSpMkLst>
            <pc:docMk/>
            <pc:sldMk cId="2448408737" sldId="364"/>
            <ac:cxnSpMk id="15" creationId="{852F9641-D0DE-305F-DF26-20741D29475E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16" creationId="{6E1D9F07-6832-2AD3-B28B-A50BD95AB86A}"/>
          </ac:cxnSpMkLst>
        </pc:cxnChg>
        <pc:cxnChg chg="add 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17" creationId="{71918BA1-FEA9-D1B7-33E5-252B5FC7C063}"/>
          </ac:cxnSpMkLst>
        </pc:cxnChg>
        <pc:cxnChg chg="add 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18" creationId="{3A26CD23-6485-E7CE-C756-18A9F6A3FC25}"/>
          </ac:cxnSpMkLst>
        </pc:cxnChg>
        <pc:cxnChg chg="add mod">
          <ac:chgData name="昕 许" userId="a2975fcd840abfc3" providerId="LiveId" clId="{49CCD4F9-177C-4270-9A14-60236FF377E8}" dt="2026-05-02T02:45:32.846" v="12745" actId="208"/>
          <ac:cxnSpMkLst>
            <pc:docMk/>
            <pc:sldMk cId="2448408737" sldId="364"/>
            <ac:cxnSpMk id="19" creationId="{DE139261-B962-D23A-F33C-37CAA12F83FB}"/>
          </ac:cxnSpMkLst>
        </pc:cxnChg>
        <pc:cxnChg chg="add mod">
          <ac:chgData name="昕 许" userId="a2975fcd840abfc3" providerId="LiveId" clId="{49CCD4F9-177C-4270-9A14-60236FF377E8}" dt="2026-05-02T02:47:06.045" v="12818" actId="1076"/>
          <ac:cxnSpMkLst>
            <pc:docMk/>
            <pc:sldMk cId="2448408737" sldId="364"/>
            <ac:cxnSpMk id="22" creationId="{B2E315BD-3021-5233-5D95-034F0F2F74D4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26" creationId="{CBA6B43F-485B-2170-CBA9-C4B7B464F447}"/>
          </ac:cxnSpMkLst>
        </pc:cxnChg>
        <pc:cxnChg chg="add mod">
          <ac:chgData name="昕 许" userId="a2975fcd840abfc3" providerId="LiveId" clId="{49CCD4F9-177C-4270-9A14-60236FF377E8}" dt="2026-05-02T02:47:29" v="12822" actId="1076"/>
          <ac:cxnSpMkLst>
            <pc:docMk/>
            <pc:sldMk cId="2448408737" sldId="364"/>
            <ac:cxnSpMk id="29" creationId="{58CF7029-D216-31ED-D851-89E85A3E9BD6}"/>
          </ac:cxnSpMkLst>
        </pc:cxnChg>
        <pc:cxnChg chg="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4" creationId="{606223C9-3032-7D93-4F5B-DB0B91E8970D}"/>
          </ac:cxnSpMkLst>
        </pc:cxnChg>
        <pc:cxnChg chg="add 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5" creationId="{1E4D3CDC-E210-52AB-2BD1-9228348C8BB6}"/>
          </ac:cxnSpMkLst>
        </pc:cxnChg>
        <pc:cxnChg chg="add mod">
          <ac:chgData name="昕 许" userId="a2975fcd840abfc3" providerId="LiveId" clId="{49CCD4F9-177C-4270-9A14-60236FF377E8}" dt="2026-05-02T02:48:43.536" v="12859" actId="208"/>
          <ac:cxnSpMkLst>
            <pc:docMk/>
            <pc:sldMk cId="2448408737" sldId="364"/>
            <ac:cxnSpMk id="36" creationId="{6ACFCFB3-292E-F3AD-219E-CD4AD0343F50}"/>
          </ac:cxnSpMkLst>
        </pc:cxnChg>
        <pc:cxnChg chg="add mod">
          <ac:chgData name="昕 许" userId="a2975fcd840abfc3" providerId="LiveId" clId="{49CCD4F9-177C-4270-9A14-60236FF377E8}" dt="2026-05-02T02:48:46.648" v="12860" actId="208"/>
          <ac:cxnSpMkLst>
            <pc:docMk/>
            <pc:sldMk cId="2448408737" sldId="364"/>
            <ac:cxnSpMk id="37" creationId="{CD1A13FA-EC30-4567-53B6-DBE32A334BB4}"/>
          </ac:cxnSpMkLst>
        </pc:cxnChg>
        <pc:cxnChg chg="mod">
          <ac:chgData name="昕 许" userId="a2975fcd840abfc3" providerId="LiveId" clId="{49CCD4F9-177C-4270-9A14-60236FF377E8}" dt="2026-05-02T02:49:07.797" v="12866" actId="1076"/>
          <ac:cxnSpMkLst>
            <pc:docMk/>
            <pc:sldMk cId="2448408737" sldId="364"/>
            <ac:cxnSpMk id="38" creationId="{2BF00956-B944-714C-3BA6-EA0A7F55B256}"/>
          </ac:cxnSpMkLst>
        </pc:cxnChg>
        <pc:cxnChg chg="add 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39" creationId="{59632FC4-BFB9-87AF-735E-0F98924D7342}"/>
          </ac:cxnSpMkLst>
        </pc:cxnChg>
        <pc:cxnChg chg="mod">
          <ac:chgData name="昕 许" userId="a2975fcd840abfc3" providerId="LiveId" clId="{49CCD4F9-177C-4270-9A14-60236FF377E8}" dt="2026-05-02T02:47:59.446" v="12833" actId="1035"/>
          <ac:cxnSpMkLst>
            <pc:docMk/>
            <pc:sldMk cId="2448408737" sldId="364"/>
            <ac:cxnSpMk id="40" creationId="{E436656C-A921-BC57-3E7B-C90F923DD364}"/>
          </ac:cxnSpMkLst>
        </pc:cxnChg>
        <pc:cxnChg chg="del">
          <ac:chgData name="昕 许" userId="a2975fcd840abfc3" providerId="LiveId" clId="{49CCD4F9-177C-4270-9A14-60236FF377E8}" dt="2026-05-02T02:47:56.140" v="12829" actId="478"/>
          <ac:cxnSpMkLst>
            <pc:docMk/>
            <pc:sldMk cId="2448408737" sldId="364"/>
            <ac:cxnSpMk id="41" creationId="{6ADFFDE1-EA11-12E0-E76E-E71C85A8FCC5}"/>
          </ac:cxnSpMkLst>
        </pc:cxnChg>
        <pc:cxnChg chg="del">
          <ac:chgData name="昕 许" userId="a2975fcd840abfc3" providerId="LiveId" clId="{49CCD4F9-177C-4270-9A14-60236FF377E8}" dt="2026-05-02T02:47:58.088" v="12832" actId="478"/>
          <ac:cxnSpMkLst>
            <pc:docMk/>
            <pc:sldMk cId="2448408737" sldId="364"/>
            <ac:cxnSpMk id="43" creationId="{CEDB81BB-FE33-3554-F635-E52F60E9B2DA}"/>
          </ac:cxnSpMkLst>
        </pc:cxnChg>
        <pc:cxnChg chg="add del mod">
          <ac:chgData name="昕 许" userId="a2975fcd840abfc3" providerId="LiveId" clId="{49CCD4F9-177C-4270-9A14-60236FF377E8}" dt="2026-05-02T02:47:57.275" v="12831" actId="478"/>
          <ac:cxnSpMkLst>
            <pc:docMk/>
            <pc:sldMk cId="2448408737" sldId="364"/>
            <ac:cxnSpMk id="46" creationId="{2017BCDB-1707-F817-2ADE-4BC5DD1E7260}"/>
          </ac:cxnSpMkLst>
        </pc:cxnChg>
        <pc:cxnChg chg="add mod">
          <ac:chgData name="昕 许" userId="a2975fcd840abfc3" providerId="LiveId" clId="{49CCD4F9-177C-4270-9A14-60236FF377E8}" dt="2026-05-02T02:49:38.107" v="12890" actId="208"/>
          <ac:cxnSpMkLst>
            <pc:docMk/>
            <pc:sldMk cId="2448408737" sldId="364"/>
            <ac:cxnSpMk id="49" creationId="{47A558B5-F6BE-0DAA-4E72-ED81E85D1FE5}"/>
          </ac:cxnSpMkLst>
        </pc:cxnChg>
        <pc:cxnChg chg="add mod">
          <ac:chgData name="昕 许" userId="a2975fcd840abfc3" providerId="LiveId" clId="{49CCD4F9-177C-4270-9A14-60236FF377E8}" dt="2026-05-02T02:49:34.851" v="12889" actId="208"/>
          <ac:cxnSpMkLst>
            <pc:docMk/>
            <pc:sldMk cId="2448408737" sldId="364"/>
            <ac:cxnSpMk id="50" creationId="{E531E327-E9C7-AC35-114E-D172A906791F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1" creationId="{A31D827B-C337-D254-2224-7BFE5AEB153C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2" creationId="{784420A8-AAB2-F1E2-42B2-3DE94A76821C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3" creationId="{66D57B22-0389-04BE-C1D8-AC0C990F1D8F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4" creationId="{9C2FD57F-1D27-56F9-FED3-223EABDBC9A5}"/>
          </ac:cxnSpMkLst>
        </pc:cxnChg>
        <pc:cxnChg chg="add mod">
          <ac:chgData name="昕 许" userId="a2975fcd840abfc3" providerId="LiveId" clId="{49CCD4F9-177C-4270-9A14-60236FF377E8}" dt="2026-05-02T02:49:13.152" v="12868" actId="1076"/>
          <ac:cxnSpMkLst>
            <pc:docMk/>
            <pc:sldMk cId="2448408737" sldId="364"/>
            <ac:cxnSpMk id="55" creationId="{A230F188-78FF-115E-92FF-EF60EDCA3CF2}"/>
          </ac:cxnSpMkLst>
        </pc:cxnChg>
      </pc:sldChg>
      <pc:sldChg chg="addSp delSp modSp add mod">
        <pc:chgData name="昕 许" userId="a2975fcd840abfc3" providerId="LiveId" clId="{49CCD4F9-177C-4270-9A14-60236FF377E8}" dt="2026-05-02T04:36:03.871" v="13108" actId="207"/>
        <pc:sldMkLst>
          <pc:docMk/>
          <pc:sldMk cId="1231500971" sldId="365"/>
        </pc:sldMkLst>
        <pc:spChg chg="add mod">
          <ac:chgData name="昕 许" userId="a2975fcd840abfc3" providerId="LiveId" clId="{49CCD4F9-177C-4270-9A14-60236FF377E8}" dt="2026-05-02T04:26:00.497" v="12954" actId="164"/>
          <ac:spMkLst>
            <pc:docMk/>
            <pc:sldMk cId="1231500971" sldId="365"/>
            <ac:spMk id="2" creationId="{BC98904D-6E43-C0F3-9917-C8E3DC978A26}"/>
          </ac:spMkLst>
        </pc:spChg>
        <pc:spChg chg="add mod">
          <ac:chgData name="昕 许" userId="a2975fcd840abfc3" providerId="LiveId" clId="{49CCD4F9-177C-4270-9A14-60236FF377E8}" dt="2026-05-02T04:26:00.497" v="12954" actId="164"/>
          <ac:spMkLst>
            <pc:docMk/>
            <pc:sldMk cId="1231500971" sldId="365"/>
            <ac:spMk id="3" creationId="{0BC5778C-F2F7-1BDF-A399-853B937D4B9A}"/>
          </ac:spMkLst>
        </pc:spChg>
        <pc:spChg chg="add mod">
          <ac:chgData name="昕 许" userId="a2975fcd840abfc3" providerId="LiveId" clId="{49CCD4F9-177C-4270-9A14-60236FF377E8}" dt="2026-05-02T04:25:32.090" v="12947" actId="1076"/>
          <ac:spMkLst>
            <pc:docMk/>
            <pc:sldMk cId="1231500971" sldId="365"/>
            <ac:spMk id="4" creationId="{444DC161-5969-D4ED-8344-F0A25B9CB6DC}"/>
          </ac:spMkLst>
        </pc:spChg>
        <pc:spChg chg="add mod">
          <ac:chgData name="昕 许" userId="a2975fcd840abfc3" providerId="LiveId" clId="{49CCD4F9-177C-4270-9A14-60236FF377E8}" dt="2026-05-02T04:25:32.090" v="12947" actId="1076"/>
          <ac:spMkLst>
            <pc:docMk/>
            <pc:sldMk cId="1231500971" sldId="365"/>
            <ac:spMk id="5" creationId="{11C28B76-9BC9-4F09-1C2F-34F74466BF7C}"/>
          </ac:spMkLst>
        </pc:spChg>
        <pc:spChg chg="add mod">
          <ac:chgData name="昕 许" userId="a2975fcd840abfc3" providerId="LiveId" clId="{49CCD4F9-177C-4270-9A14-60236FF377E8}" dt="2026-05-02T04:25:57.980" v="12953" actId="1076"/>
          <ac:spMkLst>
            <pc:docMk/>
            <pc:sldMk cId="1231500971" sldId="365"/>
            <ac:spMk id="6" creationId="{B978FE73-8A75-C395-074C-E7F16830FC72}"/>
          </ac:spMkLst>
        </pc:spChg>
        <pc:spChg chg="add mod">
          <ac:chgData name="昕 许" userId="a2975fcd840abfc3" providerId="LiveId" clId="{49CCD4F9-177C-4270-9A14-60236FF377E8}" dt="2026-05-02T04:25:57.980" v="12953" actId="1076"/>
          <ac:spMkLst>
            <pc:docMk/>
            <pc:sldMk cId="1231500971" sldId="365"/>
            <ac:spMk id="7" creationId="{3095487F-0E09-ACCA-2317-02621A47C9C9}"/>
          </ac:spMkLst>
        </pc:spChg>
        <pc:spChg chg="mod">
          <ac:chgData name="昕 许" userId="a2975fcd840abfc3" providerId="LiveId" clId="{49CCD4F9-177C-4270-9A14-60236FF377E8}" dt="2026-05-02T04:28:55.891" v="13020" actId="207"/>
          <ac:spMkLst>
            <pc:docMk/>
            <pc:sldMk cId="1231500971" sldId="365"/>
            <ac:spMk id="10" creationId="{AA6A96DC-EA98-AEC1-AD63-2B55B054B860}"/>
          </ac:spMkLst>
        </pc:spChg>
        <pc:spChg chg="mod">
          <ac:chgData name="昕 许" userId="a2975fcd840abfc3" providerId="LiveId" clId="{49CCD4F9-177C-4270-9A14-60236FF377E8}" dt="2026-05-02T04:28:49.161" v="13018" actId="207"/>
          <ac:spMkLst>
            <pc:docMk/>
            <pc:sldMk cId="1231500971" sldId="365"/>
            <ac:spMk id="11" creationId="{90D141B0-AF30-F325-810B-F034AD0CB1F8}"/>
          </ac:spMkLst>
        </pc:spChg>
        <pc:spChg chg="mod">
          <ac:chgData name="昕 许" userId="a2975fcd840abfc3" providerId="LiveId" clId="{49CCD4F9-177C-4270-9A14-60236FF377E8}" dt="2026-05-02T04:26:56.503" v="12968" actId="1076"/>
          <ac:spMkLst>
            <pc:docMk/>
            <pc:sldMk cId="1231500971" sldId="365"/>
            <ac:spMk id="14" creationId="{CC174213-9753-5506-FE9B-2C76179C7756}"/>
          </ac:spMkLst>
        </pc:spChg>
        <pc:spChg chg="mod">
          <ac:chgData name="昕 许" userId="a2975fcd840abfc3" providerId="LiveId" clId="{49CCD4F9-177C-4270-9A14-60236FF377E8}" dt="2026-05-02T04:27:44.500" v="12993" actId="207"/>
          <ac:spMkLst>
            <pc:docMk/>
            <pc:sldMk cId="1231500971" sldId="365"/>
            <ac:spMk id="15" creationId="{29A340DE-5CD3-746C-1128-951371CBBDD0}"/>
          </ac:spMkLst>
        </pc:spChg>
        <pc:spChg chg="mod">
          <ac:chgData name="昕 许" userId="a2975fcd840abfc3" providerId="LiveId" clId="{49CCD4F9-177C-4270-9A14-60236FF377E8}" dt="2026-05-02T04:27:02.132" v="12972" actId="20577"/>
          <ac:spMkLst>
            <pc:docMk/>
            <pc:sldMk cId="1231500971" sldId="365"/>
            <ac:spMk id="17" creationId="{1D3A557A-D2EA-C26C-BB7A-4D82E4B7DAD5}"/>
          </ac:spMkLst>
        </pc:spChg>
        <pc:spChg chg="mod">
          <ac:chgData name="昕 许" userId="a2975fcd840abfc3" providerId="LiveId" clId="{49CCD4F9-177C-4270-9A14-60236FF377E8}" dt="2026-05-02T04:27:02.132" v="12972" actId="20577"/>
          <ac:spMkLst>
            <pc:docMk/>
            <pc:sldMk cId="1231500971" sldId="365"/>
            <ac:spMk id="18" creationId="{9CFBB7B9-A671-1472-52FC-BFD4B64A79FC}"/>
          </ac:spMkLst>
        </pc:spChg>
        <pc:spChg chg="add mod">
          <ac:chgData name="昕 许" userId="a2975fcd840abfc3" providerId="LiveId" clId="{49CCD4F9-177C-4270-9A14-60236FF377E8}" dt="2026-05-02T04:27:14.842" v="12988" actId="1076"/>
          <ac:spMkLst>
            <pc:docMk/>
            <pc:sldMk cId="1231500971" sldId="365"/>
            <ac:spMk id="19" creationId="{5B4382CD-BBDB-498B-F8D8-2A588B7E063D}"/>
          </ac:spMkLst>
        </pc:spChg>
        <pc:spChg chg="mod">
          <ac:chgData name="昕 许" userId="a2975fcd840abfc3" providerId="LiveId" clId="{49CCD4F9-177C-4270-9A14-60236FF377E8}" dt="2026-05-02T04:27:18.432" v="12989"/>
          <ac:spMkLst>
            <pc:docMk/>
            <pc:sldMk cId="1231500971" sldId="365"/>
            <ac:spMk id="21" creationId="{8CACEA70-9DB4-56BB-F5CA-1030C3E2B04F}"/>
          </ac:spMkLst>
        </pc:spChg>
        <pc:spChg chg="mod">
          <ac:chgData name="昕 许" userId="a2975fcd840abfc3" providerId="LiveId" clId="{49CCD4F9-177C-4270-9A14-60236FF377E8}" dt="2026-05-02T04:27:18.432" v="12989"/>
          <ac:spMkLst>
            <pc:docMk/>
            <pc:sldMk cId="1231500971" sldId="365"/>
            <ac:spMk id="22" creationId="{14230511-0223-E201-ED92-E2A03EC48964}"/>
          </ac:spMkLst>
        </pc:spChg>
        <pc:spChg chg="add mod">
          <ac:chgData name="昕 许" userId="a2975fcd840abfc3" providerId="LiveId" clId="{49CCD4F9-177C-4270-9A14-60236FF377E8}" dt="2026-05-02T04:28:17.388" v="13010" actId="1076"/>
          <ac:spMkLst>
            <pc:docMk/>
            <pc:sldMk cId="1231500971" sldId="365"/>
            <ac:spMk id="26" creationId="{80C414E7-1F24-2C0F-6A92-E3638609FD3E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3" creationId="{7E8E4038-2B8F-E768-0CE5-20510FC840B0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4" creationId="{A8948BEC-9768-BE88-2B2A-DF97C2B059FD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5" creationId="{3F09AE02-A608-2237-073C-7F67D5B6F32C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6" creationId="{165E5801-401C-0756-6FA8-7DEE1ACE4741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38" creationId="{72F67B3D-D39F-72DC-3812-48FC294B10CD}"/>
          </ac:spMkLst>
        </pc:spChg>
        <pc:spChg chg="add 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39" creationId="{9C9D09DD-DD9D-662D-629C-9CFABD84B400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4" creationId="{4E0BF5EF-3C98-3146-54CC-148DFF970DD0}"/>
          </ac:spMkLst>
        </pc:spChg>
        <pc:spChg chg="mod">
          <ac:chgData name="昕 许" userId="a2975fcd840abfc3" providerId="LiveId" clId="{49CCD4F9-177C-4270-9A14-60236FF377E8}" dt="2026-05-02T04:32:35.915" v="13028" actId="1076"/>
          <ac:spMkLst>
            <pc:docMk/>
            <pc:sldMk cId="1231500971" sldId="365"/>
            <ac:spMk id="47" creationId="{A07179B3-6E80-2928-299B-E00ABCDFF655}"/>
          </ac:spMkLst>
        </pc:spChg>
        <pc:spChg chg="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8" creationId="{2E4E213F-D0F8-F9F1-4F64-DBC1A2DCBCA1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49" creationId="{7AA34666-856A-6FED-7499-B122486936C6}"/>
          </ac:spMkLst>
        </pc:spChg>
        <pc:spChg chg="add 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50" creationId="{DA765BB5-AFC1-90AB-2DE6-FB619C439C2B}"/>
          </ac:spMkLst>
        </pc:spChg>
        <pc:spChg chg="add mod">
          <ac:chgData name="昕 许" userId="a2975fcd840abfc3" providerId="LiveId" clId="{49CCD4F9-177C-4270-9A14-60236FF377E8}" dt="2026-05-02T04:32:25.329" v="13022" actId="1076"/>
          <ac:spMkLst>
            <pc:docMk/>
            <pc:sldMk cId="1231500971" sldId="365"/>
            <ac:spMk id="51" creationId="{403B7FDE-E0B5-75C5-C450-20D92CDDEBBB}"/>
          </ac:spMkLst>
        </pc:spChg>
        <pc:spChg chg="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59" creationId="{CEB1BC28-8D5F-9270-2C68-4A9E4AA3803E}"/>
          </ac:spMkLst>
        </pc:spChg>
        <pc:spChg chg="mod">
          <ac:chgData name="昕 许" userId="a2975fcd840abfc3" providerId="LiveId" clId="{49CCD4F9-177C-4270-9A14-60236FF377E8}" dt="2026-05-02T04:36:03.871" v="13108" actId="207"/>
          <ac:spMkLst>
            <pc:docMk/>
            <pc:sldMk cId="1231500971" sldId="365"/>
            <ac:spMk id="60" creationId="{EF84366C-280D-35AD-6000-6F4EF83EB40B}"/>
          </ac:spMkLst>
        </pc:spChg>
        <pc:spChg chg="add mod">
          <ac:chgData name="昕 许" userId="a2975fcd840abfc3" providerId="LiveId" clId="{49CCD4F9-177C-4270-9A14-60236FF377E8}" dt="2026-05-02T04:33:14.428" v="13039" actId="1076"/>
          <ac:spMkLst>
            <pc:docMk/>
            <pc:sldMk cId="1231500971" sldId="365"/>
            <ac:spMk id="61" creationId="{682B9C44-C0F4-E132-8494-E851FAE8F2AC}"/>
          </ac:spMkLst>
        </pc:spChg>
        <pc:spChg chg="mod">
          <ac:chgData name="昕 许" userId="a2975fcd840abfc3" providerId="LiveId" clId="{49CCD4F9-177C-4270-9A14-60236FF377E8}" dt="2026-05-02T04:32:18.119" v="13021"/>
          <ac:spMkLst>
            <pc:docMk/>
            <pc:sldMk cId="1231500971" sldId="365"/>
            <ac:spMk id="64" creationId="{6D5973EF-223A-BE92-0C51-C59A65A6045C}"/>
          </ac:spMkLst>
        </pc:spChg>
        <pc:spChg chg="add mod">
          <ac:chgData name="昕 许" userId="a2975fcd840abfc3" providerId="LiveId" clId="{49CCD4F9-177C-4270-9A14-60236FF377E8}" dt="2026-05-02T04:33:36.719" v="13055" actId="1076"/>
          <ac:spMkLst>
            <pc:docMk/>
            <pc:sldMk cId="1231500971" sldId="365"/>
            <ac:spMk id="68" creationId="{0E46AF6A-7F77-4D90-39FE-5478FA85F100}"/>
          </ac:spMkLst>
        </pc:spChg>
        <pc:spChg chg="mod">
          <ac:chgData name="昕 许" userId="a2975fcd840abfc3" providerId="LiveId" clId="{49CCD4F9-177C-4270-9A14-60236FF377E8}" dt="2026-05-02T04:33:19.649" v="13041"/>
          <ac:spMkLst>
            <pc:docMk/>
            <pc:sldMk cId="1231500971" sldId="365"/>
            <ac:spMk id="72" creationId="{705ADC70-E218-2251-A05E-7D65FEE67122}"/>
          </ac:spMkLst>
        </pc:spChg>
        <pc:spChg chg="mod">
          <ac:chgData name="昕 许" userId="a2975fcd840abfc3" providerId="LiveId" clId="{49CCD4F9-177C-4270-9A14-60236FF377E8}" dt="2026-05-02T04:33:19.649" v="13041"/>
          <ac:spMkLst>
            <pc:docMk/>
            <pc:sldMk cId="1231500971" sldId="365"/>
            <ac:spMk id="73" creationId="{AC46B105-911B-CB2E-8CB0-4B38421495A1}"/>
          </ac:spMkLst>
        </pc:spChg>
        <pc:spChg chg="del">
          <ac:chgData name="昕 许" userId="a2975fcd840abfc3" providerId="LiveId" clId="{49CCD4F9-177C-4270-9A14-60236FF377E8}" dt="2026-05-02T04:24:51.023" v="12928" actId="478"/>
          <ac:spMkLst>
            <pc:docMk/>
            <pc:sldMk cId="1231500971" sldId="365"/>
            <ac:spMk id="74" creationId="{656FAFB0-7D8E-456B-E8CD-BC2C5DC26273}"/>
          </ac:spMkLst>
        </pc:spChg>
        <pc:spChg chg="del">
          <ac:chgData name="昕 许" userId="a2975fcd840abfc3" providerId="LiveId" clId="{49CCD4F9-177C-4270-9A14-60236FF377E8}" dt="2026-05-02T04:24:51.023" v="12928" actId="478"/>
          <ac:spMkLst>
            <pc:docMk/>
            <pc:sldMk cId="1231500971" sldId="365"/>
            <ac:spMk id="122" creationId="{6227FB4C-2C22-05A1-64BA-BD4D568596B5}"/>
          </ac:spMkLst>
        </pc:spChg>
        <pc:spChg chg="del">
          <ac:chgData name="昕 许" userId="a2975fcd840abfc3" providerId="LiveId" clId="{49CCD4F9-177C-4270-9A14-60236FF377E8}" dt="2026-05-02T04:24:42.663" v="12924" actId="478"/>
          <ac:spMkLst>
            <pc:docMk/>
            <pc:sldMk cId="1231500971" sldId="365"/>
            <ac:spMk id="123" creationId="{ABCE7F06-E7DC-994F-156B-980CFF0300EF}"/>
          </ac:spMkLst>
        </pc:spChg>
        <pc:spChg chg="del">
          <ac:chgData name="昕 许" userId="a2975fcd840abfc3" providerId="LiveId" clId="{49CCD4F9-177C-4270-9A14-60236FF377E8}" dt="2026-05-02T04:24:40.354" v="12923" actId="478"/>
          <ac:spMkLst>
            <pc:docMk/>
            <pc:sldMk cId="1231500971" sldId="365"/>
            <ac:spMk id="124" creationId="{8414823E-67B7-F428-1756-27D5B019C737}"/>
          </ac:spMkLst>
        </pc:spChg>
        <pc:spChg chg="del">
          <ac:chgData name="昕 许" userId="a2975fcd840abfc3" providerId="LiveId" clId="{49CCD4F9-177C-4270-9A14-60236FF377E8}" dt="2026-05-02T04:24:44.608" v="12926" actId="478"/>
          <ac:spMkLst>
            <pc:docMk/>
            <pc:sldMk cId="1231500971" sldId="365"/>
            <ac:spMk id="125" creationId="{B669A7FD-B4FE-61AA-20A1-7746E9C756E2}"/>
          </ac:spMkLst>
        </pc:spChg>
        <pc:spChg chg="del">
          <ac:chgData name="昕 许" userId="a2975fcd840abfc3" providerId="LiveId" clId="{49CCD4F9-177C-4270-9A14-60236FF377E8}" dt="2026-05-02T04:24:43.785" v="12925" actId="478"/>
          <ac:spMkLst>
            <pc:docMk/>
            <pc:sldMk cId="1231500971" sldId="365"/>
            <ac:spMk id="126" creationId="{99FCF4E0-7A81-429D-C319-FC01AAC5E434}"/>
          </ac:spMkLst>
        </pc:spChg>
        <pc:grpChg chg="add mod">
          <ac:chgData name="昕 许" userId="a2975fcd840abfc3" providerId="LiveId" clId="{49CCD4F9-177C-4270-9A14-60236FF377E8}" dt="2026-05-02T04:26:00.497" v="12954" actId="164"/>
          <ac:grpSpMkLst>
            <pc:docMk/>
            <pc:sldMk cId="1231500971" sldId="365"/>
            <ac:grpSpMk id="8" creationId="{3A10AF18-1413-3891-97F3-BE713005F132}"/>
          </ac:grpSpMkLst>
        </pc:grpChg>
        <pc:grpChg chg="add mod">
          <ac:chgData name="昕 许" userId="a2975fcd840abfc3" providerId="LiveId" clId="{49CCD4F9-177C-4270-9A14-60236FF377E8}" dt="2026-05-02T04:26:09.840" v="12960" actId="20577"/>
          <ac:grpSpMkLst>
            <pc:docMk/>
            <pc:sldMk cId="1231500971" sldId="365"/>
            <ac:grpSpMk id="9" creationId="{08987A7B-40A1-ACBA-5BC3-C1EFC334ECBE}"/>
          </ac:grpSpMkLst>
        </pc:grpChg>
        <pc:grpChg chg="add mod">
          <ac:chgData name="昕 许" userId="a2975fcd840abfc3" providerId="LiveId" clId="{49CCD4F9-177C-4270-9A14-60236FF377E8}" dt="2026-05-02T04:27:33.386" v="12991" actId="1076"/>
          <ac:grpSpMkLst>
            <pc:docMk/>
            <pc:sldMk cId="1231500971" sldId="365"/>
            <ac:grpSpMk id="13" creationId="{4D46576A-0885-0A77-5E96-FACF56DF19A6}"/>
          </ac:grpSpMkLst>
        </pc:grpChg>
        <pc:grpChg chg="add mod">
          <ac:chgData name="昕 许" userId="a2975fcd840abfc3" providerId="LiveId" clId="{49CCD4F9-177C-4270-9A14-60236FF377E8}" dt="2026-05-02T04:27:02.132" v="12972" actId="20577"/>
          <ac:grpSpMkLst>
            <pc:docMk/>
            <pc:sldMk cId="1231500971" sldId="365"/>
            <ac:grpSpMk id="16" creationId="{87BB08F6-7F63-EEA1-2493-6059EC555528}"/>
          </ac:grpSpMkLst>
        </pc:grpChg>
        <pc:grpChg chg="add mod">
          <ac:chgData name="昕 许" userId="a2975fcd840abfc3" providerId="LiveId" clId="{49CCD4F9-177C-4270-9A14-60236FF377E8}" dt="2026-05-02T04:27:28.278" v="12990" actId="1076"/>
          <ac:grpSpMkLst>
            <pc:docMk/>
            <pc:sldMk cId="1231500971" sldId="365"/>
            <ac:grpSpMk id="20" creationId="{EF9D2765-3813-C5AF-E42B-63FDE12428DE}"/>
          </ac:grpSpMkLst>
        </pc:grpChg>
        <pc:grpChg chg="mod">
          <ac:chgData name="昕 许" userId="a2975fcd840abfc3" providerId="LiveId" clId="{49CCD4F9-177C-4270-9A14-60236FF377E8}" dt="2026-05-02T04:32:37.612" v="13029" actId="1076"/>
          <ac:grpSpMkLst>
            <pc:docMk/>
            <pc:sldMk cId="1231500971" sldId="365"/>
            <ac:grpSpMk id="45" creationId="{62DF63BE-6EF0-FAD6-CB8D-872F0C7CD29F}"/>
          </ac:grpSpMkLst>
        </pc:grpChg>
        <pc:grpChg chg="mod">
          <ac:chgData name="昕 许" userId="a2975fcd840abfc3" providerId="LiveId" clId="{49CCD4F9-177C-4270-9A14-60236FF377E8}" dt="2026-05-02T04:32:32.601" v="13025" actId="1076"/>
          <ac:grpSpMkLst>
            <pc:docMk/>
            <pc:sldMk cId="1231500971" sldId="365"/>
            <ac:grpSpMk id="52" creationId="{1CA538A5-90CD-E4B6-EF9E-5696CAF4598A}"/>
          </ac:grpSpMkLst>
        </pc:grpChg>
        <pc:grpChg chg="del">
          <ac:chgData name="昕 许" userId="a2975fcd840abfc3" providerId="LiveId" clId="{49CCD4F9-177C-4270-9A14-60236FF377E8}" dt="2026-05-02T04:33:02.021" v="13034" actId="478"/>
          <ac:grpSpMkLst>
            <pc:docMk/>
            <pc:sldMk cId="1231500971" sldId="365"/>
            <ac:grpSpMk id="55" creationId="{CF25FFD2-693E-76D3-BDAA-606F7D68D04F}"/>
          </ac:grpSpMkLst>
        </pc:grpChg>
        <pc:grpChg chg="mod">
          <ac:chgData name="昕 许" userId="a2975fcd840abfc3" providerId="LiveId" clId="{49CCD4F9-177C-4270-9A14-60236FF377E8}" dt="2026-05-02T04:33:04.804" v="13035" actId="1076"/>
          <ac:grpSpMkLst>
            <pc:docMk/>
            <pc:sldMk cId="1231500971" sldId="365"/>
            <ac:grpSpMk id="62" creationId="{87039A39-BAEC-5D0E-FAD0-9900B83E7CF0}"/>
          </ac:grpSpMkLst>
        </pc:grpChg>
        <pc:grpChg chg="add mod">
          <ac:chgData name="昕 许" userId="a2975fcd840abfc3" providerId="LiveId" clId="{49CCD4F9-177C-4270-9A14-60236FF377E8}" dt="2026-05-02T04:33:24.017" v="13042" actId="1076"/>
          <ac:grpSpMkLst>
            <pc:docMk/>
            <pc:sldMk cId="1231500971" sldId="365"/>
            <ac:grpSpMk id="71" creationId="{A630D3A8-9DC3-A518-8FD7-69C82BDC073E}"/>
          </ac:grpSpMkLst>
        </pc:grpChg>
        <pc:cxnChg chg="add mod">
          <ac:chgData name="昕 许" userId="a2975fcd840abfc3" providerId="LiveId" clId="{49CCD4F9-177C-4270-9A14-60236FF377E8}" dt="2026-05-02T04:28:06.561" v="12998" actId="14100"/>
          <ac:cxnSpMkLst>
            <pc:docMk/>
            <pc:sldMk cId="1231500971" sldId="365"/>
            <ac:cxnSpMk id="23" creationId="{CF432D62-356E-94F5-C339-AEC40421A701}"/>
          </ac:cxnSpMkLst>
        </pc:cxnChg>
        <pc:cxnChg chg="add mod">
          <ac:chgData name="昕 许" userId="a2975fcd840abfc3" providerId="LiveId" clId="{49CCD4F9-177C-4270-9A14-60236FF377E8}" dt="2026-05-02T04:28:32.191" v="13016" actId="14100"/>
          <ac:cxnSpMkLst>
            <pc:docMk/>
            <pc:sldMk cId="1231500971" sldId="365"/>
            <ac:cxnSpMk id="27" creationId="{B5B602BA-1C4D-0D57-AF6D-E15B8213CB34}"/>
          </ac:cxnSpMkLst>
        </pc:cxnChg>
        <pc:cxnChg chg="mod">
          <ac:chgData name="昕 许" userId="a2975fcd840abfc3" providerId="LiveId" clId="{49CCD4F9-177C-4270-9A14-60236FF377E8}" dt="2026-05-02T04:33:27.854" v="13044" actId="14100"/>
          <ac:cxnSpMkLst>
            <pc:docMk/>
            <pc:sldMk cId="1231500971" sldId="365"/>
            <ac:cxnSpMk id="66" creationId="{8F2F09EA-8362-1901-8587-33EED3D231E5}"/>
          </ac:cxnSpMkLst>
        </pc:cxnChg>
        <pc:cxnChg chg="mod">
          <ac:chgData name="昕 许" userId="a2975fcd840abfc3" providerId="LiveId" clId="{49CCD4F9-177C-4270-9A14-60236FF377E8}" dt="2026-05-02T04:26:16.059" v="12962" actId="14100"/>
          <ac:cxnSpMkLst>
            <pc:docMk/>
            <pc:sldMk cId="1231500971" sldId="365"/>
            <ac:cxnSpMk id="67" creationId="{B02C3501-4779-BB1F-C9C2-396F821AB534}"/>
          </ac:cxnSpMkLst>
        </pc:cxnChg>
        <pc:cxnChg chg="mod">
          <ac:chgData name="昕 许" userId="a2975fcd840abfc3" providerId="LiveId" clId="{49CCD4F9-177C-4270-9A14-60236FF377E8}" dt="2026-05-02T04:32:55.319" v="13033" actId="1076"/>
          <ac:cxnSpMkLst>
            <pc:docMk/>
            <pc:sldMk cId="1231500971" sldId="365"/>
            <ac:cxnSpMk id="69" creationId="{E76EBCBE-AFB6-D034-E9DC-036371E76A86}"/>
          </ac:cxnSpMkLst>
        </pc:cxnChg>
        <pc:cxnChg chg="del mod">
          <ac:chgData name="昕 许" userId="a2975fcd840abfc3" providerId="LiveId" clId="{49CCD4F9-177C-4270-9A14-60236FF377E8}" dt="2026-05-02T04:24:49.471" v="12927" actId="478"/>
          <ac:cxnSpMkLst>
            <pc:docMk/>
            <pc:sldMk cId="1231500971" sldId="365"/>
            <ac:cxnSpMk id="117" creationId="{8E6E2CB3-6C85-76FB-CD9E-E96B8D097494}"/>
          </ac:cxnSpMkLst>
        </pc:cxnChg>
      </pc:sldChg>
      <pc:sldChg chg="addSp delSp modSp add mod">
        <pc:chgData name="昕 许" userId="a2975fcd840abfc3" providerId="LiveId" clId="{49CCD4F9-177C-4270-9A14-60236FF377E8}" dt="2026-05-02T04:36:58.207" v="13129" actId="1076"/>
        <pc:sldMkLst>
          <pc:docMk/>
          <pc:sldMk cId="2436870121" sldId="366"/>
        </pc:sldMkLst>
        <pc:spChg chg="mod">
          <ac:chgData name="昕 许" userId="a2975fcd840abfc3" providerId="LiveId" clId="{49CCD4F9-177C-4270-9A14-60236FF377E8}" dt="2026-05-02T04:34:11.668" v="13064" actId="164"/>
          <ac:spMkLst>
            <pc:docMk/>
            <pc:sldMk cId="2436870121" sldId="366"/>
            <ac:spMk id="4" creationId="{737B353B-E0B0-9615-3FB5-520DC3D0E2DD}"/>
          </ac:spMkLst>
        </pc:spChg>
        <pc:spChg chg="mod">
          <ac:chgData name="昕 许" userId="a2975fcd840abfc3" providerId="LiveId" clId="{49CCD4F9-177C-4270-9A14-60236FF377E8}" dt="2026-05-02T04:34:11.668" v="13064" actId="164"/>
          <ac:spMkLst>
            <pc:docMk/>
            <pc:sldMk cId="2436870121" sldId="366"/>
            <ac:spMk id="5" creationId="{4A808BDD-41BB-D48D-D441-B60B53EE8778}"/>
          </ac:spMkLst>
        </pc:spChg>
        <pc:spChg chg="del">
          <ac:chgData name="昕 许" userId="a2975fcd840abfc3" providerId="LiveId" clId="{49CCD4F9-177C-4270-9A14-60236FF377E8}" dt="2026-05-02T04:36:48.049" v="13127" actId="478"/>
          <ac:spMkLst>
            <pc:docMk/>
            <pc:sldMk cId="2436870121" sldId="366"/>
            <ac:spMk id="6" creationId="{949AD5B7-E7ED-B6CA-9D45-4996579CA1AC}"/>
          </ac:spMkLst>
        </pc:spChg>
        <pc:spChg chg="del">
          <ac:chgData name="昕 许" userId="a2975fcd840abfc3" providerId="LiveId" clId="{49CCD4F9-177C-4270-9A14-60236FF377E8}" dt="2026-05-02T04:36:47.251" v="13126" actId="478"/>
          <ac:spMkLst>
            <pc:docMk/>
            <pc:sldMk cId="2436870121" sldId="366"/>
            <ac:spMk id="7" creationId="{F855147A-5F75-A41C-CCC3-875F6028C28E}"/>
          </ac:spMkLst>
        </pc:spChg>
        <pc:spChg chg="mod">
          <ac:chgData name="昕 许" userId="a2975fcd840abfc3" providerId="LiveId" clId="{49CCD4F9-177C-4270-9A14-60236FF377E8}" dt="2026-05-02T04:34:18.778" v="13066" actId="164"/>
          <ac:spMkLst>
            <pc:docMk/>
            <pc:sldMk cId="2436870121" sldId="366"/>
            <ac:spMk id="19" creationId="{E73C6366-FFF5-B3C7-B611-B6BFDD3C25BF}"/>
          </ac:spMkLst>
        </pc:spChg>
        <pc:spChg chg="mod">
          <ac:chgData name="昕 许" userId="a2975fcd840abfc3" providerId="LiveId" clId="{49CCD4F9-177C-4270-9A14-60236FF377E8}" dt="2026-05-02T04:36:58.207" v="13129" actId="1076"/>
          <ac:spMkLst>
            <pc:docMk/>
            <pc:sldMk cId="2436870121" sldId="366"/>
            <ac:spMk id="26" creationId="{334DFC2E-C276-7C05-F271-F3605E72739C}"/>
          </ac:spMkLst>
        </pc:spChg>
        <pc:spChg chg="add 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30" creationId="{F9A7609E-18EF-F734-FAB8-0B08195EC6E1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3" creationId="{C4B5FE08-99A0-CDF2-CFD4-26146D795D03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4" creationId="{D0BC0232-E96A-FA79-3442-B407F68F3CAF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5" creationId="{F248AEF5-498E-C17D-CE1C-0802D898185A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6" creationId="{04C04E1E-3F95-076F-16CD-AEF3CABC1A9F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8" creationId="{C4F9854F-308A-A89D-5EA9-77BED1288DF0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39" creationId="{CBA01BF6-3DA9-EC64-DED9-FCA8AF82F1C9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48" creationId="{953DB699-ABB2-A25A-D35E-A185F6E54B76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50" creationId="{C5376FDF-DBF2-934F-C22D-C3D05544409C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51" creationId="{C525749D-DF28-76DE-204F-F7CE7CD22600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5" creationId="{5F3BAFEA-61C3-FBA9-B085-25B723870C12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6" creationId="{E017417C-037D-9E1E-3856-F7DB52FC4778}"/>
          </ac:spMkLst>
        </pc:spChg>
        <pc:spChg chg="add 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57" creationId="{88A40F89-FD11-C779-C219-D1BA77C66461}"/>
          </ac:spMkLst>
        </pc:spChg>
        <pc:spChg chg="del">
          <ac:chgData name="昕 许" userId="a2975fcd840abfc3" providerId="LiveId" clId="{49CCD4F9-177C-4270-9A14-60236FF377E8}" dt="2026-05-02T04:33:50.791" v="13057" actId="478"/>
          <ac:spMkLst>
            <pc:docMk/>
            <pc:sldMk cId="2436870121" sldId="366"/>
            <ac:spMk id="61" creationId="{A5E93D4A-7140-1D31-ED49-8387F31AF67C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74" creationId="{A91A7AC8-78CA-EAED-6F2E-6C9056BBB4EA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75" creationId="{A5073B21-8D9C-A4AE-DC1D-5C556344F464}"/>
          </ac:spMkLst>
        </pc:spChg>
        <pc:spChg chg="mod">
          <ac:chgData name="昕 许" userId="a2975fcd840abfc3" providerId="LiveId" clId="{49CCD4F9-177C-4270-9A14-60236FF377E8}" dt="2026-05-02T04:34:36.231" v="13069" actId="1076"/>
          <ac:spMkLst>
            <pc:docMk/>
            <pc:sldMk cId="2436870121" sldId="366"/>
            <ac:spMk id="82" creationId="{D3BC7808-1873-59B1-195D-1055C0033DF0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84" creationId="{2FF9F147-BFAA-CE9A-DF86-4D596587C99A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91" creationId="{2E2B4120-E0A2-7ED0-1994-2DF0D806056A}"/>
          </ac:spMkLst>
        </pc:spChg>
        <pc:spChg chg="add del mod">
          <ac:chgData name="昕 许" userId="a2975fcd840abfc3" providerId="LiveId" clId="{49CCD4F9-177C-4270-9A14-60236FF377E8}" dt="2026-05-02T04:36:44.750" v="13124" actId="478"/>
          <ac:spMkLst>
            <pc:docMk/>
            <pc:sldMk cId="2436870121" sldId="366"/>
            <ac:spMk id="92" creationId="{471113FF-517E-7533-E2B5-C799432932A6}"/>
          </ac:spMkLst>
        </pc:spChg>
        <pc:spChg chg="add del mod">
          <ac:chgData name="昕 许" userId="a2975fcd840abfc3" providerId="LiveId" clId="{49CCD4F9-177C-4270-9A14-60236FF377E8}" dt="2026-05-02T04:36:43.681" v="13123" actId="478"/>
          <ac:spMkLst>
            <pc:docMk/>
            <pc:sldMk cId="2436870121" sldId="366"/>
            <ac:spMk id="93" creationId="{3940868E-337F-4CA3-DDD2-F1CC273BBAAD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100" creationId="{5995E94E-D5F1-982D-20F1-8C1E20B80A0B}"/>
          </ac:spMkLst>
        </pc:spChg>
        <pc:spChg chg="mod">
          <ac:chgData name="昕 许" userId="a2975fcd840abfc3" providerId="LiveId" clId="{49CCD4F9-177C-4270-9A14-60236FF377E8}" dt="2026-05-02T04:34:32.269" v="13068"/>
          <ac:spMkLst>
            <pc:docMk/>
            <pc:sldMk cId="2436870121" sldId="366"/>
            <ac:spMk id="103" creationId="{AC177E33-1201-44D4-D892-ACED7CCCEE4A}"/>
          </ac:spMkLst>
        </pc:spChg>
        <pc:spChg chg="mod topLvl">
          <ac:chgData name="昕 许" userId="a2975fcd840abfc3" providerId="LiveId" clId="{49CCD4F9-177C-4270-9A14-60236FF377E8}" dt="2026-05-02T04:35:17.641" v="13101" actId="20577"/>
          <ac:spMkLst>
            <pc:docMk/>
            <pc:sldMk cId="2436870121" sldId="366"/>
            <ac:spMk id="106" creationId="{6B0B0AAC-80B3-8A59-85BD-2B32F86F17CB}"/>
          </ac:spMkLst>
        </pc:spChg>
        <pc:spChg chg="mod">
          <ac:chgData name="昕 许" userId="a2975fcd840abfc3" providerId="LiveId" clId="{49CCD4F9-177C-4270-9A14-60236FF377E8}" dt="2026-05-02T04:35:06.523" v="13080" actId="165"/>
          <ac:spMkLst>
            <pc:docMk/>
            <pc:sldMk cId="2436870121" sldId="366"/>
            <ac:spMk id="107" creationId="{5E925349-16D2-37C4-A681-F5AB9391AE66}"/>
          </ac:spMkLst>
        </pc:spChg>
        <pc:spChg chg="mod">
          <ac:chgData name="昕 许" userId="a2975fcd840abfc3" providerId="LiveId" clId="{49CCD4F9-177C-4270-9A14-60236FF377E8}" dt="2026-05-02T04:36:23.746" v="13110" actId="207"/>
          <ac:spMkLst>
            <pc:docMk/>
            <pc:sldMk cId="2436870121" sldId="366"/>
            <ac:spMk id="108" creationId="{C609CFA7-EEE2-6181-2F08-09A1F945DFCF}"/>
          </ac:spMkLst>
        </pc:spChg>
        <pc:spChg chg="add mod">
          <ac:chgData name="昕 许" userId="a2975fcd840abfc3" providerId="LiveId" clId="{49CCD4F9-177C-4270-9A14-60236FF377E8}" dt="2026-05-02T04:36:37.461" v="13121" actId="20577"/>
          <ac:spMkLst>
            <pc:docMk/>
            <pc:sldMk cId="2436870121" sldId="366"/>
            <ac:spMk id="114" creationId="{A6A42114-0D24-AE2B-1E94-5E326BB59E21}"/>
          </ac:spMkLst>
        </pc:spChg>
        <pc:spChg chg="mod">
          <ac:chgData name="昕 许" userId="a2975fcd840abfc3" providerId="LiveId" clId="{49CCD4F9-177C-4270-9A14-60236FF377E8}" dt="2026-05-02T04:35:24.950" v="13104"/>
          <ac:spMkLst>
            <pc:docMk/>
            <pc:sldMk cId="2436870121" sldId="366"/>
            <ac:spMk id="121" creationId="{B5BAEAC9-6BEA-6F37-0540-40BCEB9BBBB6}"/>
          </ac:spMkLst>
        </pc:spChg>
        <pc:spChg chg="mod">
          <ac:chgData name="昕 许" userId="a2975fcd840abfc3" providerId="LiveId" clId="{49CCD4F9-177C-4270-9A14-60236FF377E8}" dt="2026-05-02T04:35:24.950" v="13104"/>
          <ac:spMkLst>
            <pc:docMk/>
            <pc:sldMk cId="2436870121" sldId="366"/>
            <ac:spMk id="122" creationId="{6E68E72E-5A31-D51C-EFB0-645B99F3AAB3}"/>
          </ac:spMkLst>
        </pc:spChg>
        <pc:grpChg chg="mod">
          <ac:chgData name="昕 许" userId="a2975fcd840abfc3" providerId="LiveId" clId="{49CCD4F9-177C-4270-9A14-60236FF377E8}" dt="2026-05-02T04:33:56.144" v="13058" actId="1076"/>
          <ac:grpSpMkLst>
            <pc:docMk/>
            <pc:sldMk cId="2436870121" sldId="366"/>
            <ac:grpSpMk id="8" creationId="{66C44E24-C52C-46EE-9F39-8977692A8820}"/>
          </ac:grpSpMkLst>
        </pc:grpChg>
        <pc:grpChg chg="mod">
          <ac:chgData name="昕 许" userId="a2975fcd840abfc3" providerId="LiveId" clId="{49CCD4F9-177C-4270-9A14-60236FF377E8}" dt="2026-05-02T04:34:09.598" v="13063" actId="1076"/>
          <ac:grpSpMkLst>
            <pc:docMk/>
            <pc:sldMk cId="2436870121" sldId="366"/>
            <ac:grpSpMk id="9" creationId="{06918B9A-CD0A-D75D-9AD0-D7EDBBC517A8}"/>
          </ac:grpSpMkLst>
        </pc:grpChg>
        <pc:grpChg chg="mod">
          <ac:chgData name="昕 许" userId="a2975fcd840abfc3" providerId="LiveId" clId="{49CCD4F9-177C-4270-9A14-60236FF377E8}" dt="2026-05-02T04:34:18.778" v="13066" actId="164"/>
          <ac:grpSpMkLst>
            <pc:docMk/>
            <pc:sldMk cId="2436870121" sldId="366"/>
            <ac:grpSpMk id="16" creationId="{A20B1A15-609A-ECAE-38F1-F72838B9A2F7}"/>
          </ac:grpSpMkLst>
        </pc:grpChg>
        <pc:grpChg chg="mod">
          <ac:chgData name="昕 许" userId="a2975fcd840abfc3" providerId="LiveId" clId="{49CCD4F9-177C-4270-9A14-60236FF377E8}" dt="2026-05-02T04:36:55.564" v="13128" actId="1076"/>
          <ac:grpSpMkLst>
            <pc:docMk/>
            <pc:sldMk cId="2436870121" sldId="366"/>
            <ac:grpSpMk id="20" creationId="{C2098966-CF80-165D-052E-93A6FF579A0B}"/>
          </ac:grpSpMkLst>
        </pc:grpChg>
        <pc:grpChg chg="add del mod">
          <ac:chgData name="昕 许" userId="a2975fcd840abfc3" providerId="LiveId" clId="{49CCD4F9-177C-4270-9A14-60236FF377E8}" dt="2026-05-02T04:36:45.978" v="13125" actId="478"/>
          <ac:grpSpMkLst>
            <pc:docMk/>
            <pc:sldMk cId="2436870121" sldId="366"/>
            <ac:grpSpMk id="24" creationId="{8E357B62-1849-4F1C-9492-88552B6F9044}"/>
          </ac:grpSpMkLst>
        </pc:grpChg>
        <pc:grpChg chg="add mod">
          <ac:chgData name="昕 许" userId="a2975fcd840abfc3" providerId="LiveId" clId="{49CCD4F9-177C-4270-9A14-60236FF377E8}" dt="2026-05-02T04:34:22.045" v="13067" actId="1076"/>
          <ac:grpSpMkLst>
            <pc:docMk/>
            <pc:sldMk cId="2436870121" sldId="366"/>
            <ac:grpSpMk id="25" creationId="{465F49D8-BA8C-CC2F-F5EE-B1605B8731E2}"/>
          </ac:grpSpMkLst>
        </pc:grpChg>
        <pc:grpChg chg="mod">
          <ac:chgData name="昕 许" userId="a2975fcd840abfc3" providerId="LiveId" clId="{49CCD4F9-177C-4270-9A14-60236FF377E8}" dt="2026-05-02T04:34:42.837" v="13071" actId="1076"/>
          <ac:grpSpMkLst>
            <pc:docMk/>
            <pc:sldMk cId="2436870121" sldId="366"/>
            <ac:grpSpMk id="83" creationId="{28ABB12A-ED71-711D-8EA8-AE8E541B94C6}"/>
          </ac:grpSpMkLst>
        </pc:grpChg>
        <pc:grpChg chg="del">
          <ac:chgData name="昕 许" userId="a2975fcd840abfc3" providerId="LiveId" clId="{49CCD4F9-177C-4270-9A14-60236FF377E8}" dt="2026-05-02T04:36:41.963" v="13122" actId="478"/>
          <ac:grpSpMkLst>
            <pc:docMk/>
            <pc:sldMk cId="2436870121" sldId="366"/>
            <ac:grpSpMk id="89" creationId="{A52F225F-CFA8-737A-0D78-913196493DDB}"/>
          </ac:grpSpMkLst>
        </pc:grpChg>
        <pc:grpChg chg="mod">
          <ac:chgData name="昕 许" userId="a2975fcd840abfc3" providerId="LiveId" clId="{49CCD4F9-177C-4270-9A14-60236FF377E8}" dt="2026-05-02T04:34:45.791" v="13072" actId="1076"/>
          <ac:grpSpMkLst>
            <pc:docMk/>
            <pc:sldMk cId="2436870121" sldId="366"/>
            <ac:grpSpMk id="94" creationId="{86BC1036-48F9-A5EE-797D-D2423D14479F}"/>
          </ac:grpSpMkLst>
        </pc:grpChg>
        <pc:grpChg chg="del">
          <ac:chgData name="昕 许" userId="a2975fcd840abfc3" providerId="LiveId" clId="{49CCD4F9-177C-4270-9A14-60236FF377E8}" dt="2026-05-02T04:35:00.562" v="13078" actId="478"/>
          <ac:grpSpMkLst>
            <pc:docMk/>
            <pc:sldMk cId="2436870121" sldId="366"/>
            <ac:grpSpMk id="101" creationId="{4493DF25-B8F9-726D-9EBF-B246852AF697}"/>
          </ac:grpSpMkLst>
        </pc:grpChg>
        <pc:grpChg chg="del">
          <ac:chgData name="昕 许" userId="a2975fcd840abfc3" providerId="LiveId" clId="{49CCD4F9-177C-4270-9A14-60236FF377E8}" dt="2026-05-02T04:35:06.523" v="13080" actId="165"/>
          <ac:grpSpMkLst>
            <pc:docMk/>
            <pc:sldMk cId="2436870121" sldId="366"/>
            <ac:grpSpMk id="104" creationId="{5CBD234C-756E-4C48-03CF-6470D1B29EB5}"/>
          </ac:grpSpMkLst>
        </pc:grpChg>
        <pc:grpChg chg="mod topLvl">
          <ac:chgData name="昕 许" userId="a2975fcd840abfc3" providerId="LiveId" clId="{49CCD4F9-177C-4270-9A14-60236FF377E8}" dt="2026-05-02T04:35:24.453" v="13103" actId="1076"/>
          <ac:grpSpMkLst>
            <pc:docMk/>
            <pc:sldMk cId="2436870121" sldId="366"/>
            <ac:grpSpMk id="105" creationId="{FCFC9129-BAB2-CAE5-6EAE-F990FA75FB9E}"/>
          </ac:grpSpMkLst>
        </pc:grpChg>
        <pc:grpChg chg="mod">
          <ac:chgData name="昕 许" userId="a2975fcd840abfc3" providerId="LiveId" clId="{49CCD4F9-177C-4270-9A14-60236FF377E8}" dt="2026-05-02T04:35:03.319" v="13079" actId="1076"/>
          <ac:grpSpMkLst>
            <pc:docMk/>
            <pc:sldMk cId="2436870121" sldId="366"/>
            <ac:grpSpMk id="109" creationId="{73582CEA-D812-1CD6-3EBA-CCBCC5B8CDD0}"/>
          </ac:grpSpMkLst>
        </pc:grpChg>
        <pc:grpChg chg="add mod">
          <ac:chgData name="昕 许" userId="a2975fcd840abfc3" providerId="LiveId" clId="{49CCD4F9-177C-4270-9A14-60236FF377E8}" dt="2026-05-02T04:35:31.569" v="13105" actId="1076"/>
          <ac:grpSpMkLst>
            <pc:docMk/>
            <pc:sldMk cId="2436870121" sldId="366"/>
            <ac:grpSpMk id="120" creationId="{BA69586F-1F2B-5D81-B753-D8DD4328E5A2}"/>
          </ac:grpSpMkLst>
        </pc:grpChg>
        <pc:cxnChg chg="mod">
          <ac:chgData name="昕 许" userId="a2975fcd840abfc3" providerId="LiveId" clId="{49CCD4F9-177C-4270-9A14-60236FF377E8}" dt="2026-05-02T04:36:55.564" v="13128" actId="1076"/>
          <ac:cxnSpMkLst>
            <pc:docMk/>
            <pc:sldMk cId="2436870121" sldId="366"/>
            <ac:cxnSpMk id="23" creationId="{2B1A2962-5087-D6E9-C014-768B16AFA2DB}"/>
          </ac:cxnSpMkLst>
        </pc:cxnChg>
        <pc:cxnChg chg="mod">
          <ac:chgData name="昕 许" userId="a2975fcd840abfc3" providerId="LiveId" clId="{49CCD4F9-177C-4270-9A14-60236FF377E8}" dt="2026-05-02T04:34:03.913" v="13062" actId="1076"/>
          <ac:cxnSpMkLst>
            <pc:docMk/>
            <pc:sldMk cId="2436870121" sldId="366"/>
            <ac:cxnSpMk id="27" creationId="{7AEAF154-FC17-891F-05F7-99D1A8BF6510}"/>
          </ac:cxnSpMkLst>
        </pc:cxnChg>
        <pc:cxnChg chg="mod">
          <ac:chgData name="昕 许" userId="a2975fcd840abfc3" providerId="LiveId" clId="{49CCD4F9-177C-4270-9A14-60236FF377E8}" dt="2026-05-02T04:36:27.521" v="13112" actId="14100"/>
          <ac:cxnSpMkLst>
            <pc:docMk/>
            <pc:sldMk cId="2436870121" sldId="366"/>
            <ac:cxnSpMk id="113" creationId="{9C9FFCEE-881D-5CCE-6982-FA48BDE469DB}"/>
          </ac:cxnSpMkLst>
        </pc:cxnChg>
        <pc:cxnChg chg="mod">
          <ac:chgData name="昕 许" userId="a2975fcd840abfc3" providerId="LiveId" clId="{49CCD4F9-177C-4270-9A14-60236FF377E8}" dt="2026-05-02T04:34:54.194" v="13076" actId="14100"/>
          <ac:cxnSpMkLst>
            <pc:docMk/>
            <pc:sldMk cId="2436870121" sldId="366"/>
            <ac:cxnSpMk id="117" creationId="{DDB2BD30-B31C-9630-A05A-0EB93463491A}"/>
          </ac:cxnSpMkLst>
        </pc:cxnChg>
      </pc:sldChg>
      <pc:sldChg chg="addSp delSp modSp add mod">
        <pc:chgData name="昕 许" userId="a2975fcd840abfc3" providerId="LiveId" clId="{49CCD4F9-177C-4270-9A14-60236FF377E8}" dt="2026-05-02T09:01:41.966" v="13276" actId="14100"/>
        <pc:sldMkLst>
          <pc:docMk/>
          <pc:sldMk cId="4012592637" sldId="367"/>
        </pc:sldMkLst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9" creationId="{50EB2740-89B9-41E8-1112-ED90F8870B6E}"/>
          </ac:spMkLst>
        </pc:spChg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10" creationId="{90ED17EB-18EA-7845-68F9-20C4C802004D}"/>
          </ac:spMkLst>
        </pc:spChg>
        <pc:spChg chg="add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11" creationId="{0F119B67-5D7E-A34D-021E-5DB7221201EF}"/>
          </ac:spMkLst>
        </pc:spChg>
        <pc:spChg chg="add mod">
          <ac:chgData name="昕 许" userId="a2975fcd840abfc3" providerId="LiveId" clId="{49CCD4F9-177C-4270-9A14-60236FF377E8}" dt="2026-05-02T09:00:50.594" v="13241" actId="1076"/>
          <ac:spMkLst>
            <pc:docMk/>
            <pc:sldMk cId="4012592637" sldId="367"/>
            <ac:spMk id="17" creationId="{9EE101D4-6B8E-3DDE-E370-3B0EFC3A5BC4}"/>
          </ac:spMkLst>
        </pc:spChg>
        <pc:spChg chg="add mod">
          <ac:chgData name="昕 许" userId="a2975fcd840abfc3" providerId="LiveId" clId="{49CCD4F9-177C-4270-9A14-60236FF377E8}" dt="2026-05-02T09:01:03.569" v="13260" actId="207"/>
          <ac:spMkLst>
            <pc:docMk/>
            <pc:sldMk cId="4012592637" sldId="367"/>
            <ac:spMk id="18" creationId="{AFE8F6EB-E30F-C8C8-F629-C12977E2A167}"/>
          </ac:spMkLst>
        </pc:spChg>
        <pc:spChg chg="del">
          <ac:chgData name="昕 许" userId="a2975fcd840abfc3" providerId="LiveId" clId="{49CCD4F9-177C-4270-9A14-60236FF377E8}" dt="2026-05-02T08:58:37.674" v="13156" actId="478"/>
          <ac:spMkLst>
            <pc:docMk/>
            <pc:sldMk cId="4012592637" sldId="367"/>
            <ac:spMk id="24" creationId="{522E4C88-CB76-5866-DB0E-76A60287BCD5}"/>
          </ac:spMkLst>
        </pc:spChg>
        <pc:spChg chg="add mod">
          <ac:chgData name="昕 许" userId="a2975fcd840abfc3" providerId="LiveId" clId="{49CCD4F9-177C-4270-9A14-60236FF377E8}" dt="2026-05-02T09:01:29.294" v="13271" actId="20577"/>
          <ac:spMkLst>
            <pc:docMk/>
            <pc:sldMk cId="4012592637" sldId="367"/>
            <ac:spMk id="25" creationId="{799D5775-2721-E128-FC2B-ADE737BCBC73}"/>
          </ac:spMkLst>
        </pc:spChg>
        <pc:spChg chg="add mod">
          <ac:chgData name="昕 许" userId="a2975fcd840abfc3" providerId="LiveId" clId="{49CCD4F9-177C-4270-9A14-60236FF377E8}" dt="2026-05-02T09:01:31.648" v="13273" actId="20577"/>
          <ac:spMkLst>
            <pc:docMk/>
            <pc:sldMk cId="4012592637" sldId="367"/>
            <ac:spMk id="26" creationId="{440C9E0E-FFA5-0A50-F1C1-F7AF54C975E0}"/>
          </ac:spMkLst>
        </pc:spChg>
        <pc:spChg chg="add mod">
          <ac:chgData name="昕 许" userId="a2975fcd840abfc3" providerId="LiveId" clId="{49CCD4F9-177C-4270-9A14-60236FF377E8}" dt="2026-05-02T09:00:55.282" v="13258" actId="20577"/>
          <ac:spMkLst>
            <pc:docMk/>
            <pc:sldMk cId="4012592637" sldId="367"/>
            <ac:spMk id="27" creationId="{39533FF6-E05F-680F-DCB9-56F8C2752692}"/>
          </ac:spMkLst>
        </pc:spChg>
        <pc:spChg chg="add mod">
          <ac:chgData name="昕 许" userId="a2975fcd840abfc3" providerId="LiveId" clId="{49CCD4F9-177C-4270-9A14-60236FF377E8}" dt="2026-05-02T09:00:50.594" v="13241" actId="1076"/>
          <ac:spMkLst>
            <pc:docMk/>
            <pc:sldMk cId="4012592637" sldId="367"/>
            <ac:spMk id="28" creationId="{BDAB8FCA-8E77-24D3-73F4-AB43B5E8EB15}"/>
          </ac:spMkLst>
        </pc:spChg>
        <pc:spChg chg="add mod">
          <ac:chgData name="昕 许" userId="a2975fcd840abfc3" providerId="LiveId" clId="{49CCD4F9-177C-4270-9A14-60236FF377E8}" dt="2026-05-02T09:01:24.179" v="13265" actId="14100"/>
          <ac:spMkLst>
            <pc:docMk/>
            <pc:sldMk cId="4012592637" sldId="367"/>
            <ac:spMk id="30" creationId="{2023A470-95E6-30F5-8706-1D31BE707C2D}"/>
          </ac:spMkLst>
        </pc:spChg>
        <pc:spChg chg="add mod">
          <ac:chgData name="昕 许" userId="a2975fcd840abfc3" providerId="LiveId" clId="{49CCD4F9-177C-4270-9A14-60236FF377E8}" dt="2026-05-02T09:01:16.382" v="13263" actId="207"/>
          <ac:spMkLst>
            <pc:docMk/>
            <pc:sldMk cId="4012592637" sldId="367"/>
            <ac:spMk id="31" creationId="{7F5CD917-A0EF-ADF2-2C92-50EC14A1C7A6}"/>
          </ac:spMkLst>
        </pc:spChg>
        <pc:spChg chg="add mod">
          <ac:chgData name="昕 许" userId="a2975fcd840abfc3" providerId="LiveId" clId="{49CCD4F9-177C-4270-9A14-60236FF377E8}" dt="2026-05-02T09:01:22.095" v="13264" actId="14100"/>
          <ac:spMkLst>
            <pc:docMk/>
            <pc:sldMk cId="4012592637" sldId="367"/>
            <ac:spMk id="35" creationId="{D0FDA8AA-DAE7-6E91-EA38-D54818BEAAD2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42" creationId="{9A691E4C-01C6-B7EA-59D7-F6F9464C654D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43" creationId="{EDC58DAF-1B53-AE6E-00BF-B2C043BE867A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0" creationId="{38C66F08-2950-71FA-F213-C155465EC0B1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4" creationId="{173B2C05-5FEE-AD76-B0DE-6397990402BC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66" creationId="{C4AE14E9-E4BC-D9B6-5713-3F752A2EF865}"/>
          </ac:spMkLst>
        </pc:spChg>
        <pc:spChg chg="del">
          <ac:chgData name="昕 许" userId="a2975fcd840abfc3" providerId="LiveId" clId="{49CCD4F9-177C-4270-9A14-60236FF377E8}" dt="2026-05-02T08:59:21.091" v="13201" actId="478"/>
          <ac:spMkLst>
            <pc:docMk/>
            <pc:sldMk cId="4012592637" sldId="367"/>
            <ac:spMk id="68" creationId="{63295A33-4EEE-82DE-63A2-92B67CBB9B9E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69" creationId="{385B66E6-F668-683B-8AD5-7F9794B89457}"/>
          </ac:spMkLst>
        </pc:spChg>
        <pc:spChg chg="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74" creationId="{42ECB346-C5D4-EB39-A942-8D97A93C2E0F}"/>
          </ac:spMkLst>
        </pc:spChg>
        <pc:spChg chg="add del mod">
          <ac:chgData name="昕 许" userId="a2975fcd840abfc3" providerId="LiveId" clId="{49CCD4F9-177C-4270-9A14-60236FF377E8}" dt="2026-05-02T09:00:42.799" v="13239" actId="1076"/>
          <ac:spMkLst>
            <pc:docMk/>
            <pc:sldMk cId="4012592637" sldId="367"/>
            <ac:spMk id="75" creationId="{F3E67A45-1C7B-767E-6517-B91BD27A6E44}"/>
          </ac:spMkLst>
        </pc:spChg>
        <pc:spChg chg="del mod">
          <ac:chgData name="昕 许" userId="a2975fcd840abfc3" providerId="LiveId" clId="{49CCD4F9-177C-4270-9A14-60236FF377E8}" dt="2026-05-02T08:59:13.093" v="13200" actId="478"/>
          <ac:spMkLst>
            <pc:docMk/>
            <pc:sldMk cId="4012592637" sldId="367"/>
            <ac:spMk id="81" creationId="{F94EE55A-B0C1-9574-8647-81FE11A246E8}"/>
          </ac:spMkLst>
        </pc:s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" creationId="{05923B7F-81CF-DD04-7660-907808947768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7" creationId="{BE79427B-93CF-AAB4-3EB4-E8086ABEB00C}"/>
          </ac:grpSpMkLst>
        </pc:grpChg>
        <pc:grpChg chg="add mod">
          <ac:chgData name="昕 许" userId="a2975fcd840abfc3" providerId="LiveId" clId="{49CCD4F9-177C-4270-9A14-60236FF377E8}" dt="2026-05-02T08:59:24.889" v="13203" actId="164"/>
          <ac:grpSpMkLst>
            <pc:docMk/>
            <pc:sldMk cId="4012592637" sldId="367"/>
            <ac:grpSpMk id="8" creationId="{591C94C4-7254-2F98-5FA7-9D66F6133BF8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15" creationId="{E2FB0391-5AB2-08E0-EB77-68B0B649AB40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21" creationId="{271D10A5-369D-BA18-5A55-17670222DC2C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2" creationId="{19E0E253-7B70-25B6-66C1-FB9D759CFCD0}"/>
          </ac:grpSpMkLst>
        </pc:grpChg>
        <pc:grpChg chg="del">
          <ac:chgData name="昕 许" userId="a2975fcd840abfc3" providerId="LiveId" clId="{49CCD4F9-177C-4270-9A14-60236FF377E8}" dt="2026-05-02T08:58:37.674" v="13156" actId="478"/>
          <ac:grpSpMkLst>
            <pc:docMk/>
            <pc:sldMk cId="4012592637" sldId="367"/>
            <ac:grpSpMk id="36" creationId="{ABBD59C3-055E-158A-B7C7-BCC5F4C6E473}"/>
          </ac:grpSpMkLst>
        </pc:grpChg>
        <pc:cxnChg chg="add mod">
          <ac:chgData name="昕 许" userId="a2975fcd840abfc3" providerId="LiveId" clId="{49CCD4F9-177C-4270-9A14-60236FF377E8}" dt="2026-05-02T09:00:00.794" v="13222" actId="1036"/>
          <ac:cxnSpMkLst>
            <pc:docMk/>
            <pc:sldMk cId="4012592637" sldId="367"/>
            <ac:cxnSpMk id="13" creationId="{F55DEA8A-B220-17E3-745A-236870C79878}"/>
          </ac:cxnSpMkLst>
        </pc:cxnChg>
        <pc:cxnChg chg="add mod">
          <ac:chgData name="昕 许" userId="a2975fcd840abfc3" providerId="LiveId" clId="{49CCD4F9-177C-4270-9A14-60236FF377E8}" dt="2026-05-02T09:00:50.594" v="13241" actId="1076"/>
          <ac:cxnSpMkLst>
            <pc:docMk/>
            <pc:sldMk cId="4012592637" sldId="367"/>
            <ac:cxnSpMk id="29" creationId="{A3E5486A-EF7D-E6FF-86D3-01C7883A5EFA}"/>
          </ac:cxnSpMkLst>
        </pc:cxnChg>
        <pc:cxnChg chg="mod">
          <ac:chgData name="昕 许" userId="a2975fcd840abfc3" providerId="LiveId" clId="{49CCD4F9-177C-4270-9A14-60236FF377E8}" dt="2026-05-02T09:01:26.423" v="13266" actId="1076"/>
          <ac:cxnSpMkLst>
            <pc:docMk/>
            <pc:sldMk cId="4012592637" sldId="367"/>
            <ac:cxnSpMk id="39" creationId="{69063661-43EF-36B4-AA0D-CEA32028848C}"/>
          </ac:cxnSpMkLst>
        </pc:cxnChg>
        <pc:cxnChg chg="add del">
          <ac:chgData name="昕 许" userId="a2975fcd840abfc3" providerId="LiveId" clId="{49CCD4F9-177C-4270-9A14-60236FF377E8}" dt="2026-05-02T08:58:44.768" v="13163" actId="478"/>
          <ac:cxnSpMkLst>
            <pc:docMk/>
            <pc:sldMk cId="4012592637" sldId="367"/>
            <ac:cxnSpMk id="40" creationId="{CEB56798-2873-F74D-146C-32BAF6551F32}"/>
          </ac:cxnSpMkLst>
        </pc:cxnChg>
        <pc:cxnChg chg="add mod">
          <ac:chgData name="昕 许" userId="a2975fcd840abfc3" providerId="LiveId" clId="{49CCD4F9-177C-4270-9A14-60236FF377E8}" dt="2026-05-02T09:01:41.966" v="13276" actId="14100"/>
          <ac:cxnSpMkLst>
            <pc:docMk/>
            <pc:sldMk cId="4012592637" sldId="367"/>
            <ac:cxnSpMk id="41" creationId="{9DC31772-7BDA-0023-5AFC-A2E70D792BBA}"/>
          </ac:cxnSpMkLst>
        </pc:cxnChg>
        <pc:cxnChg chg="mod">
          <ac:chgData name="昕 许" userId="a2975fcd840abfc3" providerId="LiveId" clId="{49CCD4F9-177C-4270-9A14-60236FF377E8}" dt="2026-05-02T09:00:42.799" v="13239" actId="1076"/>
          <ac:cxnSpMkLst>
            <pc:docMk/>
            <pc:sldMk cId="4012592637" sldId="367"/>
            <ac:cxnSpMk id="53" creationId="{60B769C8-CE5A-CA58-7831-7EA357F7F30F}"/>
          </ac:cxnSpMkLst>
        </pc:cxnChg>
        <pc:cxnChg chg="del">
          <ac:chgData name="昕 许" userId="a2975fcd840abfc3" providerId="LiveId" clId="{49CCD4F9-177C-4270-9A14-60236FF377E8}" dt="2026-05-02T08:59:21.091" v="13201" actId="478"/>
          <ac:cxnSpMkLst>
            <pc:docMk/>
            <pc:sldMk cId="4012592637" sldId="367"/>
            <ac:cxnSpMk id="70" creationId="{50739C5C-B72B-850C-7C36-C0A8F5265978}"/>
          </ac:cxnSpMkLst>
        </pc:cxnChg>
        <pc:cxnChg chg="add del mod">
          <ac:chgData name="昕 许" userId="a2975fcd840abfc3" providerId="LiveId" clId="{49CCD4F9-177C-4270-9A14-60236FF377E8}" dt="2026-05-02T08:59:02.966" v="13197" actId="20577"/>
          <ac:cxnSpMkLst>
            <pc:docMk/>
            <pc:sldMk cId="4012592637" sldId="367"/>
            <ac:cxnSpMk id="76" creationId="{F3542918-7394-B403-753B-1B170778381F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  <pc:sldChg chg="delSp modSp mod">
        <pc:chgData name="昕 许" userId="a2975fcd840abfc3" providerId="LiveId" clId="{499F0DC1-E14A-440B-BB65-742EF527F893}" dt="2026-04-27T01:42:43.692" v="16" actId="1076"/>
        <pc:sldMkLst>
          <pc:docMk/>
          <pc:sldMk cId="1671019689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00.png"/><Relationship Id="rId10" Type="http://schemas.openxmlformats.org/officeDocument/2006/relationships/image" Target="../media/image2.svg"/><Relationship Id="rId9" Type="http://schemas.openxmlformats.org/officeDocument/2006/relationships/image" Target="../media/image1.svg"/><Relationship Id="rId1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2.svg"/><Relationship Id="rId2" Type="http://schemas.openxmlformats.org/officeDocument/2006/relationships/image" Target="../media/image28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.sv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5.png"/><Relationship Id="rId21" Type="http://schemas.openxmlformats.org/officeDocument/2006/relationships/image" Target="../media/image39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4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24" Type="http://schemas.openxmlformats.org/officeDocument/2006/relationships/image" Target="../media/image64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23" Type="http://schemas.openxmlformats.org/officeDocument/2006/relationships/image" Target="../media/image63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6.png"/><Relationship Id="rId9" Type="http://schemas.openxmlformats.org/officeDocument/2006/relationships/image" Target="../media/image1.svg"/><Relationship Id="rId14" Type="http://schemas.openxmlformats.org/officeDocument/2006/relationships/image" Target="../media/image55.png"/><Relationship Id="rId22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5" Type="http://schemas.openxmlformats.org/officeDocument/2006/relationships/image" Target="../media/image68.png"/><Relationship Id="rId10" Type="http://schemas.openxmlformats.org/officeDocument/2006/relationships/image" Target="../media/image71.png"/><Relationship Id="rId4" Type="http://schemas.openxmlformats.org/officeDocument/2006/relationships/image" Target="../media/image67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91.png"/><Relationship Id="rId7" Type="http://schemas.openxmlformats.org/officeDocument/2006/relationships/image" Target="../media/image9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93.png"/><Relationship Id="rId4" Type="http://schemas.openxmlformats.org/officeDocument/2006/relationships/image" Target="../media/image82.png"/><Relationship Id="rId9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33DE-A778-CC55-6116-01889B8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899E46FC-E153-9D04-8209-2D5FD9644545}"/>
              </a:ext>
            </a:extLst>
          </p:cNvPr>
          <p:cNvSpPr/>
          <p:nvPr/>
        </p:nvSpPr>
        <p:spPr>
          <a:xfrm>
            <a:off x="7681800" y="2838980"/>
            <a:ext cx="1735671" cy="1184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7FA35952-9169-5503-F283-BD3B25518BBE}"/>
              </a:ext>
            </a:extLst>
          </p:cNvPr>
          <p:cNvSpPr txBox="1"/>
          <p:nvPr/>
        </p:nvSpPr>
        <p:spPr>
          <a:xfrm>
            <a:off x="367742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基本元素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4607356-D595-4D59-8717-862C43282FBA}"/>
              </a:ext>
            </a:extLst>
          </p:cNvPr>
          <p:cNvGrpSpPr/>
          <p:nvPr/>
        </p:nvGrpSpPr>
        <p:grpSpPr>
          <a:xfrm>
            <a:off x="881048" y="690930"/>
            <a:ext cx="508000" cy="512233"/>
            <a:chOff x="7035800" y="3716866"/>
            <a:chExt cx="508000" cy="51223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C14FE1-0BF2-6CB8-01FC-BAACDEF3002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C0AD0C2-11D1-CF83-1FFF-B05CE82DE4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2C18DD4C-38A6-CEE1-16C8-E0D13F0E54DF}"/>
              </a:ext>
            </a:extLst>
          </p:cNvPr>
          <p:cNvSpPr/>
          <p:nvPr/>
        </p:nvSpPr>
        <p:spPr>
          <a:xfrm>
            <a:off x="934054" y="2412165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71D419-5EA2-73AD-E3B3-721E715C82E2}"/>
              </a:ext>
            </a:extLst>
          </p:cNvPr>
          <p:cNvSpPr/>
          <p:nvPr/>
        </p:nvSpPr>
        <p:spPr>
          <a:xfrm>
            <a:off x="547441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ED470E-1554-6EAA-002D-CF83DD52FC86}"/>
              </a:ext>
            </a:extLst>
          </p:cNvPr>
          <p:cNvSpPr/>
          <p:nvPr/>
        </p:nvSpPr>
        <p:spPr>
          <a:xfrm>
            <a:off x="1419715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C9C754-0EAA-5B48-CF99-2E01497691A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112250" y="276855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F57065-32F9-323B-4A9E-F73642DEA443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725637" y="276855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A933E2-3AC4-DD95-6BAC-A563601BC4D2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725637" y="336782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7602F69-E5E0-30BB-7074-718185AB15DE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465898" y="336782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69FB7E6-CDCE-D92A-19E9-928C122003C9}"/>
              </a:ext>
            </a:extLst>
          </p:cNvPr>
          <p:cNvSpPr txBox="1"/>
          <p:nvPr/>
        </p:nvSpPr>
        <p:spPr>
          <a:xfrm>
            <a:off x="973540" y="2430416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377E75-618A-5811-D644-860041E733FB}"/>
              </a:ext>
            </a:extLst>
          </p:cNvPr>
          <p:cNvSpPr txBox="1"/>
          <p:nvPr/>
        </p:nvSpPr>
        <p:spPr>
          <a:xfrm>
            <a:off x="581396" y="303574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66C1DF-8DE9-E045-5124-5216961A4271}"/>
              </a:ext>
            </a:extLst>
          </p:cNvPr>
          <p:cNvSpPr txBox="1"/>
          <p:nvPr/>
        </p:nvSpPr>
        <p:spPr>
          <a:xfrm>
            <a:off x="1459201" y="303161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5954BFF-687A-FDB1-7FC5-C7E3349D2E9A}"/>
              </a:ext>
            </a:extLst>
          </p:cNvPr>
          <p:cNvGrpSpPr/>
          <p:nvPr/>
        </p:nvGrpSpPr>
        <p:grpSpPr>
          <a:xfrm>
            <a:off x="287702" y="3711644"/>
            <a:ext cx="356392" cy="356392"/>
            <a:chOff x="4885871" y="2832091"/>
            <a:chExt cx="356392" cy="35639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0FB5786-7E05-DA08-62BE-F6F2079D7DD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C58903B-1296-62A9-0B6F-2B243D4AD34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549A68-5DDF-F4AA-58BF-6B8A992397D7}"/>
              </a:ext>
            </a:extLst>
          </p:cNvPr>
          <p:cNvGrpSpPr/>
          <p:nvPr/>
        </p:nvGrpSpPr>
        <p:grpSpPr>
          <a:xfrm>
            <a:off x="772686" y="3711644"/>
            <a:ext cx="356392" cy="356392"/>
            <a:chOff x="5559105" y="2844436"/>
            <a:chExt cx="356392" cy="35639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BC00DA0-8D64-DDBA-BACD-AC21A390BFE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89A550D-F3EC-3764-8689-6B92EE396725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5893C66-EECC-A91A-914E-6B8697DB9A1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614062" y="3359570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E876536-649C-46BA-FB08-D4913B871EE4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1354323" y="335957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3E098EA-FC28-0A00-FFB0-65B9923CA9DC}"/>
              </a:ext>
            </a:extLst>
          </p:cNvPr>
          <p:cNvGrpSpPr/>
          <p:nvPr/>
        </p:nvGrpSpPr>
        <p:grpSpPr>
          <a:xfrm>
            <a:off x="1176127" y="3703385"/>
            <a:ext cx="356392" cy="356392"/>
            <a:chOff x="4885871" y="2832091"/>
            <a:chExt cx="356392" cy="356392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E1D7854-E5A6-0C9D-223B-CDA29784A7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C7B4E9-6F8C-B7AC-D2E6-F1FD265D837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652C50E-7A9D-61A3-73E7-CCFBF67453D9}"/>
              </a:ext>
            </a:extLst>
          </p:cNvPr>
          <p:cNvGrpSpPr/>
          <p:nvPr/>
        </p:nvGrpSpPr>
        <p:grpSpPr>
          <a:xfrm>
            <a:off x="1661111" y="3703385"/>
            <a:ext cx="356392" cy="356392"/>
            <a:chOff x="5559105" y="2844436"/>
            <a:chExt cx="356392" cy="356392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CDBFC98-504A-0760-A226-170FE1823E9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A9BE367-2263-8798-3D8F-F391D5B9437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3216342-1650-F035-E56C-FCAB98270533}"/>
              </a:ext>
            </a:extLst>
          </p:cNvPr>
          <p:cNvSpPr txBox="1"/>
          <p:nvPr/>
        </p:nvSpPr>
        <p:spPr>
          <a:xfrm>
            <a:off x="397865" y="1938563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EBB8493-D883-0D5A-362D-968EE2569C43}"/>
              </a:ext>
            </a:extLst>
          </p:cNvPr>
          <p:cNvSpPr txBox="1"/>
          <p:nvPr/>
        </p:nvSpPr>
        <p:spPr>
          <a:xfrm>
            <a:off x="7758109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图标</a:t>
            </a:r>
          </a:p>
        </p:txBody>
      </p:sp>
      <p:pic>
        <p:nvPicPr>
          <p:cNvPr id="56" name="图形 55" descr="复选标记 纯色填充">
            <a:extLst>
              <a:ext uri="{FF2B5EF4-FFF2-40B4-BE49-F238E27FC236}">
                <a16:creationId xmlns:a16="http://schemas.microsoft.com/office/drawing/2014/main" id="{34C5E03A-BAC9-B6EC-142C-925480762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9878" y="694709"/>
            <a:ext cx="322879" cy="322879"/>
          </a:xfrm>
          <a:prstGeom prst="rect">
            <a:avLst/>
          </a:prstGeom>
        </p:spPr>
      </p:pic>
      <p:pic>
        <p:nvPicPr>
          <p:cNvPr id="57" name="图形 56" descr="关闭 纯色填充">
            <a:extLst>
              <a:ext uri="{FF2B5EF4-FFF2-40B4-BE49-F238E27FC236}">
                <a16:creationId xmlns:a16="http://schemas.microsoft.com/office/drawing/2014/main" id="{F0E00CFC-3FEA-6112-F230-E9D55B51F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5415" y="653733"/>
            <a:ext cx="356392" cy="356392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17E02EBB-9C5F-3C5B-0061-56EF500D71CC}"/>
              </a:ext>
            </a:extLst>
          </p:cNvPr>
          <p:cNvSpPr txBox="1"/>
          <p:nvPr/>
        </p:nvSpPr>
        <p:spPr>
          <a:xfrm>
            <a:off x="7551629" y="2092451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边框与连线</a:t>
            </a:r>
          </a:p>
        </p:txBody>
      </p: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9266E40-9619-F0E2-380B-A028FAFBF240}"/>
              </a:ext>
            </a:extLst>
          </p:cNvPr>
          <p:cNvCxnSpPr>
            <a:cxnSpLocks/>
          </p:cNvCxnSpPr>
          <p:nvPr/>
        </p:nvCxnSpPr>
        <p:spPr>
          <a:xfrm flipV="1">
            <a:off x="10293354" y="2826190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800B6638-B5F3-CDEC-6873-14030015022A}"/>
              </a:ext>
            </a:extLst>
          </p:cNvPr>
          <p:cNvSpPr/>
          <p:nvPr/>
        </p:nvSpPr>
        <p:spPr>
          <a:xfrm>
            <a:off x="2114627" y="76885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D3E6FF-745B-DD08-4A1E-A77DE318C0D1}"/>
              </a:ext>
            </a:extLst>
          </p:cNvPr>
          <p:cNvSpPr txBox="1"/>
          <p:nvPr/>
        </p:nvSpPr>
        <p:spPr>
          <a:xfrm>
            <a:off x="2154113" y="79315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AE2DFBC-5FC4-6FD2-6661-315FC284315F}"/>
              </a:ext>
            </a:extLst>
          </p:cNvPr>
          <p:cNvSpPr/>
          <p:nvPr/>
        </p:nvSpPr>
        <p:spPr>
          <a:xfrm>
            <a:off x="7681800" y="4360873"/>
            <a:ext cx="1735671" cy="11841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3DFD5F8D-F941-08B0-5505-7F32521CFC76}"/>
              </a:ext>
            </a:extLst>
          </p:cNvPr>
          <p:cNvCxnSpPr>
            <a:cxnSpLocks/>
          </p:cNvCxnSpPr>
          <p:nvPr/>
        </p:nvCxnSpPr>
        <p:spPr>
          <a:xfrm flipV="1">
            <a:off x="10406781" y="3100982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BFAAA1D-28EB-6ECC-4A91-69531F76E8C6}"/>
              </a:ext>
            </a:extLst>
          </p:cNvPr>
          <p:cNvCxnSpPr>
            <a:cxnSpLocks/>
          </p:cNvCxnSpPr>
          <p:nvPr/>
        </p:nvCxnSpPr>
        <p:spPr>
          <a:xfrm>
            <a:off x="10601119" y="3803837"/>
            <a:ext cx="1012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3B082E5-684D-3B0F-E5EF-284DF0DF1743}"/>
              </a:ext>
            </a:extLst>
          </p:cNvPr>
          <p:cNvSpPr/>
          <p:nvPr/>
        </p:nvSpPr>
        <p:spPr>
          <a:xfrm>
            <a:off x="9922696" y="4632137"/>
            <a:ext cx="1914323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D6A6A725-3441-EDF1-3270-587E1A5A1C61}"/>
              </a:ext>
            </a:extLst>
          </p:cNvPr>
          <p:cNvGrpSpPr/>
          <p:nvPr/>
        </p:nvGrpSpPr>
        <p:grpSpPr>
          <a:xfrm>
            <a:off x="3006674" y="793157"/>
            <a:ext cx="379848" cy="317132"/>
            <a:chOff x="2958207" y="3499218"/>
            <a:chExt cx="379848" cy="317132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2E379F70-DD0D-2693-8DEB-0AF132B866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FE77B135-53E4-ADEE-50A0-D206652650A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D9993A80-7F3A-B004-2D55-BC41AA289280}"/>
              </a:ext>
            </a:extLst>
          </p:cNvPr>
          <p:cNvCxnSpPr>
            <a:cxnSpLocks/>
          </p:cNvCxnSpPr>
          <p:nvPr/>
        </p:nvCxnSpPr>
        <p:spPr>
          <a:xfrm>
            <a:off x="10756858" y="4078236"/>
            <a:ext cx="700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7013DA9-9E5A-9A29-E73C-1E342C0AF8AD}"/>
              </a:ext>
            </a:extLst>
          </p:cNvPr>
          <p:cNvGrpSpPr/>
          <p:nvPr/>
        </p:nvGrpSpPr>
        <p:grpSpPr>
          <a:xfrm>
            <a:off x="3932820" y="549405"/>
            <a:ext cx="285078" cy="582307"/>
            <a:chOff x="3991660" y="1251256"/>
            <a:chExt cx="285078" cy="582307"/>
          </a:xfrm>
        </p:grpSpPr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2394D616-DC08-7820-244B-E681C1041052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992C2C7-A88F-08D1-3D73-B2248783068C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5FB9DF7-ECAA-2C28-41FE-BC99F5ED9C23}"/>
              </a:ext>
            </a:extLst>
          </p:cNvPr>
          <p:cNvGrpSpPr/>
          <p:nvPr/>
        </p:nvGrpSpPr>
        <p:grpSpPr>
          <a:xfrm>
            <a:off x="4423389" y="648610"/>
            <a:ext cx="279307" cy="554553"/>
            <a:chOff x="3976472" y="1260734"/>
            <a:chExt cx="279307" cy="554553"/>
          </a:xfrm>
        </p:grpSpPr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44A2344-DA70-D54C-272B-2417DB52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DC70A2C-0382-2EAB-0C3D-FD5614797485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4F9D69B-C320-2648-7410-BD61973317DB}"/>
              </a:ext>
            </a:extLst>
          </p:cNvPr>
          <p:cNvCxnSpPr>
            <a:cxnSpLocks/>
          </p:cNvCxnSpPr>
          <p:nvPr/>
        </p:nvCxnSpPr>
        <p:spPr>
          <a:xfrm>
            <a:off x="9824521" y="2835030"/>
            <a:ext cx="891" cy="118343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/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[1,2,3,4,5]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00C4CD3-C206-C1F5-2C29-03D2052B5022}"/>
              </a:ext>
            </a:extLst>
          </p:cNvPr>
          <p:cNvGrpSpPr/>
          <p:nvPr/>
        </p:nvGrpSpPr>
        <p:grpSpPr>
          <a:xfrm>
            <a:off x="362815" y="4452622"/>
            <a:ext cx="3023707" cy="1180267"/>
            <a:chOff x="6396566" y="4559200"/>
            <a:chExt cx="3023707" cy="1180267"/>
          </a:xfrm>
        </p:grpSpPr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D4BEB32B-0E15-81B9-DA51-0F2C424BA0B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E8D3DA2C-1511-A8DE-AFE1-D03027EFFB7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0AD7318-6251-33A1-5EEA-9DE39B470253}"/>
                </a:ext>
              </a:extLst>
            </p:cNvPr>
            <p:cNvSpPr txBox="1"/>
            <p:nvPr/>
          </p:nvSpPr>
          <p:spPr>
            <a:xfrm>
              <a:off x="6396566" y="4559200"/>
              <a:ext cx="749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latin typeface="+mj-lt"/>
                </a:rPr>
                <a:t>队列</a:t>
              </a:r>
              <a:endParaRPr lang="zh-CN" altLang="en-US" b="1" dirty="0"/>
            </a:p>
          </p:txBody>
        </p:sp>
      </p:grp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C27CF97B-4323-135D-7EAA-2BFC05482A38}"/>
              </a:ext>
            </a:extLst>
          </p:cNvPr>
          <p:cNvSpPr/>
          <p:nvPr/>
        </p:nvSpPr>
        <p:spPr>
          <a:xfrm>
            <a:off x="6735573" y="513494"/>
            <a:ext cx="269127" cy="780340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/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左大括号 1">
            <a:extLst>
              <a:ext uri="{FF2B5EF4-FFF2-40B4-BE49-F238E27FC236}">
                <a16:creationId xmlns:a16="http://schemas.microsoft.com/office/drawing/2014/main" id="{017EE9DF-BFAD-E09A-F7CB-4AD280319D91}"/>
              </a:ext>
            </a:extLst>
          </p:cNvPr>
          <p:cNvSpPr/>
          <p:nvPr/>
        </p:nvSpPr>
        <p:spPr>
          <a:xfrm rot="16200000">
            <a:off x="8509399" y="5296195"/>
            <a:ext cx="274595" cy="1541549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01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457F-415E-12F5-2AFD-F3A5C7C5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66D4FD5-0FC1-2149-9830-E0C2695576C2}"/>
              </a:ext>
            </a:extLst>
          </p:cNvPr>
          <p:cNvGrpSpPr/>
          <p:nvPr/>
        </p:nvGrpSpPr>
        <p:grpSpPr>
          <a:xfrm>
            <a:off x="2689174" y="958257"/>
            <a:ext cx="379848" cy="317132"/>
            <a:chOff x="2958207" y="3499218"/>
            <a:chExt cx="379848" cy="31713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4379AC5-CC7F-5FB4-B6BE-285D80AE802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D4592E2-223E-29FC-459F-54A36ED47687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210437-5979-9765-1B99-6DF6E78EF904}"/>
              </a:ext>
            </a:extLst>
          </p:cNvPr>
          <p:cNvGrpSpPr/>
          <p:nvPr/>
        </p:nvGrpSpPr>
        <p:grpSpPr>
          <a:xfrm>
            <a:off x="3079665" y="958257"/>
            <a:ext cx="383438" cy="317132"/>
            <a:chOff x="2958207" y="3499218"/>
            <a:chExt cx="383438" cy="31713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53FBF3F-297B-14CD-A6E0-A1A4F774D95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7ECB9FC-ADD7-189F-299D-8A8FCB92B50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7ECB9FC-ADD7-189F-299D-8A8FCB92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6C068D-0A98-CD77-7759-4C8F059BBB0C}"/>
              </a:ext>
            </a:extLst>
          </p:cNvPr>
          <p:cNvGrpSpPr/>
          <p:nvPr/>
        </p:nvGrpSpPr>
        <p:grpSpPr>
          <a:xfrm>
            <a:off x="3463103" y="958257"/>
            <a:ext cx="383438" cy="317132"/>
            <a:chOff x="2958207" y="3499218"/>
            <a:chExt cx="383438" cy="31713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68F39DA-D05A-931D-397D-515839E1B7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3556FA6-B659-8FD6-31D9-9D2403AFC6F6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3556FA6-B659-8FD6-31D9-9D2403AFC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A7CA678-7AEC-A344-6560-08ECA952F3F5}"/>
              </a:ext>
            </a:extLst>
          </p:cNvPr>
          <p:cNvGrpSpPr/>
          <p:nvPr/>
        </p:nvGrpSpPr>
        <p:grpSpPr>
          <a:xfrm>
            <a:off x="3853594" y="958257"/>
            <a:ext cx="383438" cy="317132"/>
            <a:chOff x="2958207" y="3499218"/>
            <a:chExt cx="383438" cy="317132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A5803F0-F0ED-C7C1-2F93-BA06BE26C0F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3FF0F14-4AC8-8DDA-AE2F-E28F48117B1F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3FF0F14-4AC8-8DDA-AE2F-E28F48117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C91057C-651D-9474-262D-697885AA0BFD}"/>
                  </a:ext>
                </a:extLst>
              </p:cNvPr>
              <p:cNvSpPr txBox="1"/>
              <p:nvPr/>
            </p:nvSpPr>
            <p:spPr>
              <a:xfrm>
                <a:off x="4211908" y="95825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C91057C-651D-9474-262D-697885AA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08" y="958256"/>
                <a:ext cx="34176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C0D32E-CD2C-D2FD-093A-25E1E4E87C32}"/>
              </a:ext>
            </a:extLst>
          </p:cNvPr>
          <p:cNvGrpSpPr/>
          <p:nvPr/>
        </p:nvGrpSpPr>
        <p:grpSpPr>
          <a:xfrm>
            <a:off x="4559579" y="954487"/>
            <a:ext cx="490840" cy="320901"/>
            <a:chOff x="2915387" y="3495449"/>
            <a:chExt cx="490840" cy="32090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EACFE8B9-D172-650F-6080-007C1BFF77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F42C672-B451-0C5F-4662-3FC93E15E713}"/>
                    </a:ext>
                  </a:extLst>
                </p:cNvPr>
                <p:cNvSpPr txBox="1"/>
                <p:nvPr/>
              </p:nvSpPr>
              <p:spPr>
                <a:xfrm>
                  <a:off x="2915387" y="3495449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F42C672-B451-0C5F-4662-3FC93E15E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387" y="3495449"/>
                  <a:ext cx="490840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5789DC9-2F7C-B68E-9E40-7EFDC40A3AC4}"/>
              </a:ext>
            </a:extLst>
          </p:cNvPr>
          <p:cNvGrpSpPr/>
          <p:nvPr/>
        </p:nvGrpSpPr>
        <p:grpSpPr>
          <a:xfrm>
            <a:off x="4992890" y="958256"/>
            <a:ext cx="393376" cy="317132"/>
            <a:chOff x="2958207" y="3499218"/>
            <a:chExt cx="393376" cy="317132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BA0203C8-F03B-9AF9-59AE-F01C61B7661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EE076F4-3B80-C6D7-0B29-E2BCE0785110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933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EE076F4-3B80-C6D7-0B29-E2BCE0785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9337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63F78F3-7F04-B03C-AF58-231AE36D7339}"/>
              </a:ext>
            </a:extLst>
          </p:cNvPr>
          <p:cNvCxnSpPr>
            <a:cxnSpLocks/>
          </p:cNvCxnSpPr>
          <p:nvPr/>
        </p:nvCxnSpPr>
        <p:spPr>
          <a:xfrm>
            <a:off x="3946319" y="1413062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32ED262-2BCD-B1E9-B066-111146607076}"/>
              </a:ext>
            </a:extLst>
          </p:cNvPr>
          <p:cNvSpPr/>
          <p:nvPr/>
        </p:nvSpPr>
        <p:spPr>
          <a:xfrm rot="16200000">
            <a:off x="3876275" y="777971"/>
            <a:ext cx="269127" cy="2645334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7D39B4-6A8D-80EC-4BD2-1837850CD4E8}"/>
                  </a:ext>
                </a:extLst>
              </p:cNvPr>
              <p:cNvSpPr txBox="1"/>
              <p:nvPr/>
            </p:nvSpPr>
            <p:spPr>
              <a:xfrm>
                <a:off x="4117119" y="1966822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7D39B4-6A8D-80EC-4BD2-1837850CD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19" y="1966822"/>
                <a:ext cx="32111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99E4D05-1080-7FB6-14F4-4ED04DD6BFE8}"/>
              </a:ext>
            </a:extLst>
          </p:cNvPr>
          <p:cNvCxnSpPr>
            <a:cxnSpLocks/>
          </p:cNvCxnSpPr>
          <p:nvPr/>
        </p:nvCxnSpPr>
        <p:spPr>
          <a:xfrm>
            <a:off x="3946319" y="2305237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2F26F9C-6027-EC1D-B059-BEF01CF52609}"/>
              </a:ext>
            </a:extLst>
          </p:cNvPr>
          <p:cNvSpPr/>
          <p:nvPr/>
        </p:nvSpPr>
        <p:spPr>
          <a:xfrm rot="16200000">
            <a:off x="3416144" y="2103484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EA2106D-25A4-CB1A-588E-48B6AC263F21}"/>
                  </a:ext>
                </a:extLst>
              </p:cNvPr>
              <p:cNvSpPr txBox="1"/>
              <p:nvPr/>
            </p:nvSpPr>
            <p:spPr>
              <a:xfrm>
                <a:off x="4117119" y="2832204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EA2106D-25A4-CB1A-588E-48B6AC263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19" y="2832204"/>
                <a:ext cx="32111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8136CDE-DAEC-95C5-B8EB-C29E2F73586B}"/>
                  </a:ext>
                </a:extLst>
              </p:cNvPr>
              <p:cNvSpPr txBox="1"/>
              <p:nvPr/>
            </p:nvSpPr>
            <p:spPr>
              <a:xfrm>
                <a:off x="3169232" y="3152001"/>
                <a:ext cx="7952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8136CDE-DAEC-95C5-B8EB-C29E2F735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32" y="3152001"/>
                <a:ext cx="79528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5D0F630-0D92-C6D0-1146-9C3AB7B37DF6}"/>
              </a:ext>
            </a:extLst>
          </p:cNvPr>
          <p:cNvSpPr/>
          <p:nvPr/>
        </p:nvSpPr>
        <p:spPr>
          <a:xfrm rot="16200000">
            <a:off x="4773740" y="2540816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C80A313-4469-F8ED-5A91-CAE5A91E4206}"/>
                  </a:ext>
                </a:extLst>
              </p:cNvPr>
              <p:cNvSpPr txBox="1"/>
              <p:nvPr/>
            </p:nvSpPr>
            <p:spPr>
              <a:xfrm>
                <a:off x="4529192" y="3152000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C80A313-4469-F8ED-5A91-CAE5A91E4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192" y="3152000"/>
                <a:ext cx="758221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3BB61FAA-4EB6-169F-400F-32B6AABE5858}"/>
              </a:ext>
            </a:extLst>
          </p:cNvPr>
          <p:cNvCxnSpPr>
            <a:cxnSpLocks/>
          </p:cNvCxnSpPr>
          <p:nvPr/>
        </p:nvCxnSpPr>
        <p:spPr>
          <a:xfrm>
            <a:off x="4445295" y="273444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C258EBD-6F73-0E0E-8AEE-C7DAA9F7E9D6}"/>
                  </a:ext>
                </a:extLst>
              </p:cNvPr>
              <p:cNvSpPr txBox="1"/>
              <p:nvPr/>
            </p:nvSpPr>
            <p:spPr>
              <a:xfrm>
                <a:off x="2601854" y="421230"/>
                <a:ext cx="15488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i="0" dirty="0">
                    <a:solidFill>
                      <a:schemeClr val="tx1"/>
                    </a:solidFill>
                    <a:latin typeface="+mj-lt"/>
                  </a:rPr>
                  <a:t>目标</a:t>
                </a:r>
                <a:r>
                  <a:rPr lang="en-US" altLang="zh-CN" sz="1200" b="1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1200" b="1" dirty="0">
                    <a:solidFill>
                      <a:schemeClr val="tx1"/>
                    </a:solidFill>
                  </a:rPr>
                  <a:t>在数组中寻找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C258EBD-6F73-0E0E-8AEE-C7DAA9F7E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854" y="421230"/>
                <a:ext cx="1548822" cy="276999"/>
              </a:xfrm>
              <a:prstGeom prst="rect">
                <a:avLst/>
              </a:prstGeom>
              <a:blipFill>
                <a:blip r:embed="rId12"/>
                <a:stretch>
                  <a:fillRect l="-394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本框 74">
            <a:extLst>
              <a:ext uri="{FF2B5EF4-FFF2-40B4-BE49-F238E27FC236}">
                <a16:creationId xmlns:a16="http://schemas.microsoft.com/office/drawing/2014/main" id="{BAED1F41-4FD8-51EA-3906-06B62C8637E2}"/>
              </a:ext>
            </a:extLst>
          </p:cNvPr>
          <p:cNvSpPr txBox="1"/>
          <p:nvPr/>
        </p:nvSpPr>
        <p:spPr>
          <a:xfrm>
            <a:off x="4331863" y="1421726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假设</a:t>
            </a:r>
            <a:r>
              <a:rPr lang="en-US" altLang="zh-CN" sz="1000" b="1" dirty="0">
                <a:solidFill>
                  <a:schemeClr val="tx1"/>
                </a:solidFill>
              </a:rPr>
              <a:t>T</a:t>
            </a:r>
            <a:r>
              <a:rPr lang="zh-CN" altLang="en-US" sz="1000" b="1" dirty="0">
                <a:solidFill>
                  <a:schemeClr val="tx1"/>
                </a:solidFill>
              </a:rPr>
              <a:t>在这个位置</a:t>
            </a:r>
          </a:p>
        </p:txBody>
      </p: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B114A4E0-FE07-8C7D-36AB-EEF460A82C91}"/>
              </a:ext>
            </a:extLst>
          </p:cNvPr>
          <p:cNvCxnSpPr>
            <a:cxnSpLocks/>
            <a:stCxn id="75" idx="2"/>
            <a:endCxn id="43" idx="0"/>
          </p:cNvCxnSpPr>
          <p:nvPr/>
        </p:nvCxnSpPr>
        <p:spPr>
          <a:xfrm rot="5400000">
            <a:off x="4443553" y="1502071"/>
            <a:ext cx="298875" cy="63062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2F1A9BA-6F08-1037-6FDC-AD2708684A08}"/>
                  </a:ext>
                </a:extLst>
              </p:cNvPr>
              <p:cNvSpPr txBox="1"/>
              <p:nvPr/>
            </p:nvSpPr>
            <p:spPr>
              <a:xfrm>
                <a:off x="4024814" y="2394995"/>
                <a:ext cx="12811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000" b="1" dirty="0"/>
                  <a:t>按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1000" b="1" dirty="0"/>
                  <a:t>的位置切分数组</a:t>
                </a:r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2F1A9BA-6F08-1037-6FDC-AD2708684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14" y="2394995"/>
                <a:ext cx="1281120" cy="246221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76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5CD0-4154-FACA-1A49-0C6F33DC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80ADED4-067D-C76C-4696-172DD697E211}"/>
              </a:ext>
            </a:extLst>
          </p:cNvPr>
          <p:cNvSpPr/>
          <p:nvPr/>
        </p:nvSpPr>
        <p:spPr>
          <a:xfrm rot="16200000">
            <a:off x="3698720" y="1039859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EF2394A-1C24-D51F-C4F9-23940A284104}"/>
                  </a:ext>
                </a:extLst>
              </p:cNvPr>
              <p:cNvSpPr txBox="1"/>
              <p:nvPr/>
            </p:nvSpPr>
            <p:spPr>
              <a:xfrm>
                <a:off x="4399695" y="1768579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EF2394A-1C24-D51F-C4F9-23940A284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95" y="1768579"/>
                <a:ext cx="32111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369F4C5-7957-B67E-419D-B13C6ADBA39F}"/>
                  </a:ext>
                </a:extLst>
              </p:cNvPr>
              <p:cNvSpPr txBox="1"/>
              <p:nvPr/>
            </p:nvSpPr>
            <p:spPr>
              <a:xfrm>
                <a:off x="3719452" y="2088376"/>
                <a:ext cx="479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369F4C5-7957-B67E-419D-B13C6ADBA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452" y="2088376"/>
                <a:ext cx="47929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FE8F7347-E23B-846F-6AFD-0413348E280F}"/>
              </a:ext>
            </a:extLst>
          </p:cNvPr>
          <p:cNvSpPr/>
          <p:nvPr/>
        </p:nvSpPr>
        <p:spPr>
          <a:xfrm rot="16200000">
            <a:off x="5056316" y="1477191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476A0A-6B4C-980F-5BD3-D48E6274502B}"/>
                  </a:ext>
                </a:extLst>
              </p:cNvPr>
              <p:cNvSpPr txBox="1"/>
              <p:nvPr/>
            </p:nvSpPr>
            <p:spPr>
              <a:xfrm>
                <a:off x="4928797" y="2088375"/>
                <a:ext cx="479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476A0A-6B4C-980F-5BD3-D48E62745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797" y="2088375"/>
                <a:ext cx="47929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A2CCDCF-81D9-2C23-ED42-5C207237DFD3}"/>
              </a:ext>
            </a:extLst>
          </p:cNvPr>
          <p:cNvCxnSpPr>
            <a:cxnSpLocks/>
          </p:cNvCxnSpPr>
          <p:nvPr/>
        </p:nvCxnSpPr>
        <p:spPr>
          <a:xfrm>
            <a:off x="4727871" y="16708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BF141D8C-4CBD-BB23-F1F6-C5EBBFD7FBA1}"/>
              </a:ext>
            </a:extLst>
          </p:cNvPr>
          <p:cNvGrpSpPr/>
          <p:nvPr/>
        </p:nvGrpSpPr>
        <p:grpSpPr>
          <a:xfrm>
            <a:off x="2923171" y="1047880"/>
            <a:ext cx="311239" cy="582307"/>
            <a:chOff x="3991660" y="1251256"/>
            <a:chExt cx="311239" cy="58230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4E1BD825-E777-59FE-A3F6-FEC786FE644A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93CFA71-FD3C-21CC-200B-43D52F848697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93CFA71-FD3C-21CC-200B-43D52F848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F0838E1-99FB-90D9-4898-9708C1E2ADF5}"/>
              </a:ext>
            </a:extLst>
          </p:cNvPr>
          <p:cNvGrpSpPr/>
          <p:nvPr/>
        </p:nvGrpSpPr>
        <p:grpSpPr>
          <a:xfrm>
            <a:off x="5408095" y="1088512"/>
            <a:ext cx="328616" cy="582307"/>
            <a:chOff x="3991660" y="1251256"/>
            <a:chExt cx="328616" cy="582307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D26227F-00B7-1B2B-1D5F-BF395317FCCB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0BE015-EFB7-0E75-45B5-8B68AFF11652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0BE015-EFB7-0E75-45B5-8B68AFF11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1AAF292-5C8F-400F-CF7F-CB2C683B425D}"/>
              </a:ext>
            </a:extLst>
          </p:cNvPr>
          <p:cNvCxnSpPr>
            <a:cxnSpLocks/>
          </p:cNvCxnSpPr>
          <p:nvPr/>
        </p:nvCxnSpPr>
        <p:spPr>
          <a:xfrm>
            <a:off x="4336844" y="2305050"/>
            <a:ext cx="0" cy="7213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9E3FD68-7F44-5D6B-9009-E894088600B1}"/>
              </a:ext>
            </a:extLst>
          </p:cNvPr>
          <p:cNvSpPr txBox="1"/>
          <p:nvPr/>
        </p:nvSpPr>
        <p:spPr>
          <a:xfrm>
            <a:off x="3917916" y="2570711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800" b="1" dirty="0">
                <a:solidFill>
                  <a:schemeClr val="tx1"/>
                </a:solidFill>
              </a:rPr>
              <a:t>二分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14B0064-D1EE-5CDE-C340-C43C812824E5}"/>
              </a:ext>
            </a:extLst>
          </p:cNvPr>
          <p:cNvSpPr/>
          <p:nvPr/>
        </p:nvSpPr>
        <p:spPr>
          <a:xfrm rot="16200000">
            <a:off x="3698720" y="2977726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F330002-ECEE-A2D5-8E6B-619E88D257BD}"/>
                  </a:ext>
                </a:extLst>
              </p:cNvPr>
              <p:cNvSpPr txBox="1"/>
              <p:nvPr/>
            </p:nvSpPr>
            <p:spPr>
              <a:xfrm>
                <a:off x="4399695" y="3706446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F330002-ECEE-A2D5-8E6B-619E88D25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95" y="3706446"/>
                <a:ext cx="32111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7FA846C-2723-33E8-0D87-AB18366B8C64}"/>
                  </a:ext>
                </a:extLst>
              </p:cNvPr>
              <p:cNvSpPr txBox="1"/>
              <p:nvPr/>
            </p:nvSpPr>
            <p:spPr>
              <a:xfrm>
                <a:off x="3461623" y="4026243"/>
                <a:ext cx="7952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7FA846C-2723-33E8-0D87-AB18366B8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623" y="4026243"/>
                <a:ext cx="79528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7255E61-2AE4-F134-C32D-6D6DE3025030}"/>
              </a:ext>
            </a:extLst>
          </p:cNvPr>
          <p:cNvSpPr/>
          <p:nvPr/>
        </p:nvSpPr>
        <p:spPr>
          <a:xfrm rot="16200000">
            <a:off x="5056316" y="3415058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BC5651-246C-23B8-9AEF-90F06001F329}"/>
                  </a:ext>
                </a:extLst>
              </p:cNvPr>
              <p:cNvSpPr txBox="1"/>
              <p:nvPr/>
            </p:nvSpPr>
            <p:spPr>
              <a:xfrm>
                <a:off x="4811392" y="4026242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BC5651-246C-23B8-9AEF-90F06001F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92" y="4026242"/>
                <a:ext cx="75822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DA51CE8-49BC-AA5E-C915-6AC8FAB1EA64}"/>
              </a:ext>
            </a:extLst>
          </p:cNvPr>
          <p:cNvCxnSpPr>
            <a:cxnSpLocks/>
          </p:cNvCxnSpPr>
          <p:nvPr/>
        </p:nvCxnSpPr>
        <p:spPr>
          <a:xfrm>
            <a:off x="4727871" y="3608686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35980B-777E-C759-0E68-75938E18146E}"/>
              </a:ext>
            </a:extLst>
          </p:cNvPr>
          <p:cNvGrpSpPr/>
          <p:nvPr/>
        </p:nvGrpSpPr>
        <p:grpSpPr>
          <a:xfrm>
            <a:off x="4740849" y="3026379"/>
            <a:ext cx="311239" cy="582307"/>
            <a:chOff x="3991660" y="1251256"/>
            <a:chExt cx="311239" cy="582307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C008765-1F86-6D36-71C8-A4EAD03D0FCD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7F95377-E142-3925-EA80-A1D793C46B91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7F95377-E142-3925-EA80-A1D793C46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BB498A6-0AEB-12D9-EE11-40EB1E811A59}"/>
              </a:ext>
            </a:extLst>
          </p:cNvPr>
          <p:cNvGrpSpPr/>
          <p:nvPr/>
        </p:nvGrpSpPr>
        <p:grpSpPr>
          <a:xfrm>
            <a:off x="4437059" y="3026379"/>
            <a:ext cx="328616" cy="582307"/>
            <a:chOff x="3991660" y="1251256"/>
            <a:chExt cx="328616" cy="582307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40316D8-0C02-6415-E7BD-A5648075B019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76CA0B-37EC-6C31-B302-6377D50F8E98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76CA0B-37EC-6C31-B302-6377D50F8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9D54DF8-D2F3-0A15-AF19-396270E1DA4A}"/>
              </a:ext>
            </a:extLst>
          </p:cNvPr>
          <p:cNvCxnSpPr>
            <a:cxnSpLocks/>
          </p:cNvCxnSpPr>
          <p:nvPr/>
        </p:nvCxnSpPr>
        <p:spPr>
          <a:xfrm>
            <a:off x="4336844" y="4442970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D1E6401-01DF-7742-FDB8-637D74A93B73}"/>
                  </a:ext>
                </a:extLst>
              </p:cNvPr>
              <p:cNvSpPr txBox="1"/>
              <p:nvPr/>
            </p:nvSpPr>
            <p:spPr>
              <a:xfrm>
                <a:off x="4044630" y="4866037"/>
                <a:ext cx="80182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800" b="1" dirty="0">
                    <a:solidFill>
                      <a:schemeClr val="tx1"/>
                    </a:solidFill>
                  </a:rPr>
                  <a:t>查询</a:t>
                </a:r>
                <a14:m>
                  <m:oMath xmlns:m="http://schemas.openxmlformats.org/officeDocument/2006/math"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800" b="1" dirty="0">
                    <a:solidFill>
                      <a:schemeClr val="tx1"/>
                    </a:solidFill>
                  </a:rPr>
                  <a:t>即可</a:t>
                </a: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D1E6401-01DF-7742-FDB8-637D74A9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30" y="4866037"/>
                <a:ext cx="801823" cy="215444"/>
              </a:xfrm>
              <a:prstGeom prst="rect">
                <a:avLst/>
              </a:prstGeom>
              <a:blipFill>
                <a:blip r:embed="rId1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8A62CB36-DA57-50EB-778C-45E411CF112A}"/>
              </a:ext>
            </a:extLst>
          </p:cNvPr>
          <p:cNvSpPr txBox="1"/>
          <p:nvPr/>
        </p:nvSpPr>
        <p:spPr>
          <a:xfrm>
            <a:off x="4704490" y="2572074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800" b="1" dirty="0"/>
              <a:t>二分规则</a:t>
            </a:r>
            <a:r>
              <a:rPr lang="en-US" altLang="zh-CN" sz="800" b="1" dirty="0"/>
              <a:t>:</a:t>
            </a:r>
            <a:endParaRPr lang="zh-CN" altLang="en-US" sz="800" b="1" dirty="0">
              <a:solidFill>
                <a:schemeClr val="tx1"/>
              </a:solidFill>
            </a:endParaRPr>
          </a:p>
        </p:txBody>
      </p:sp>
      <p:sp>
        <p:nvSpPr>
          <p:cNvPr id="78" name="左大括号 77">
            <a:extLst>
              <a:ext uri="{FF2B5EF4-FFF2-40B4-BE49-F238E27FC236}">
                <a16:creationId xmlns:a16="http://schemas.microsoft.com/office/drawing/2014/main" id="{1D28AAE1-DD6E-3269-E0A8-A238F7A8CD8F}"/>
              </a:ext>
            </a:extLst>
          </p:cNvPr>
          <p:cNvSpPr/>
          <p:nvPr/>
        </p:nvSpPr>
        <p:spPr>
          <a:xfrm>
            <a:off x="5363505" y="2405157"/>
            <a:ext cx="89179" cy="549277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5E8B4D8-73A6-BC6C-C22B-627D2F72E821}"/>
                  </a:ext>
                </a:extLst>
              </p:cNvPr>
              <p:cNvSpPr txBox="1"/>
              <p:nvPr/>
            </p:nvSpPr>
            <p:spPr>
              <a:xfrm>
                <a:off x="5421159" y="2331557"/>
                <a:ext cx="16934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] &lt;=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800" b="1" i="1" dirty="0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800" b="1" dirty="0"/>
              </a:p>
            </p:txBody>
          </p:sp>
        </mc:Choice>
        <mc:Fallback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5E8B4D8-73A6-BC6C-C22B-627D2F72E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59" y="2331557"/>
                <a:ext cx="1693412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8FCA4CA0-DA1C-1B0B-91E6-EFCA44E6E500}"/>
                  </a:ext>
                </a:extLst>
              </p:cNvPr>
              <p:cNvSpPr txBox="1"/>
              <p:nvPr/>
            </p:nvSpPr>
            <p:spPr>
              <a:xfrm>
                <a:off x="5421159" y="2712370"/>
                <a:ext cx="163089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] &gt;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800" b="1" i="1" dirty="0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800" b="1" dirty="0"/>
              </a:p>
            </p:txBody>
          </p:sp>
        </mc:Choice>
        <mc:Fallback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8FCA4CA0-DA1C-1B0B-91E6-EFCA44E6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59" y="2712370"/>
                <a:ext cx="1630896" cy="215444"/>
              </a:xfrm>
              <a:prstGeom prst="rect">
                <a:avLst/>
              </a:prstGeom>
              <a:blipFill>
                <a:blip r:embed="rId1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93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69BE-75E8-0815-1B34-D8E4DDA2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B55EE03-C182-A0F4-4B76-4B151DAE6505}"/>
              </a:ext>
            </a:extLst>
          </p:cNvPr>
          <p:cNvGrpSpPr/>
          <p:nvPr/>
        </p:nvGrpSpPr>
        <p:grpSpPr>
          <a:xfrm>
            <a:off x="2601392" y="2672758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3FFAB98-1041-57A1-48F3-F269C761619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74B141E-2509-25FB-E3BD-0F757D8D85D0}"/>
              </a:ext>
            </a:extLst>
          </p:cNvPr>
          <p:cNvGrpSpPr/>
          <p:nvPr/>
        </p:nvGrpSpPr>
        <p:grpSpPr>
          <a:xfrm>
            <a:off x="3010967" y="2672758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BE7DE193-1391-24B0-A754-86D0FD9E9A4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A8F3662-1A0B-25E5-95F6-73D2E15EAF7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A8F3662-1A0B-25E5-95F6-73D2E15EA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B154009-76CF-C345-3574-508D70D09A23}"/>
              </a:ext>
            </a:extLst>
          </p:cNvPr>
          <p:cNvGrpSpPr/>
          <p:nvPr/>
        </p:nvGrpSpPr>
        <p:grpSpPr>
          <a:xfrm>
            <a:off x="3420542" y="2672758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99EF0F8E-EA19-C501-7791-F406174E246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F296AC8-8F18-A79C-F10C-6212F3E3CEC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F296AC8-8F18-A79C-F10C-6212F3E3C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BEA06B9-DA66-9789-E0B8-3822B47EA395}"/>
              </a:ext>
            </a:extLst>
          </p:cNvPr>
          <p:cNvGrpSpPr/>
          <p:nvPr/>
        </p:nvGrpSpPr>
        <p:grpSpPr>
          <a:xfrm>
            <a:off x="3830117" y="2672758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084A7EAC-67EB-BA45-7BF2-4659E7DE17B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E372A67-7A7F-5457-5219-35A975362C2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E372A67-7A7F-5457-5219-35A975362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62BCDC0-1CC2-B8EE-5CDB-D3A72561E112}"/>
              </a:ext>
            </a:extLst>
          </p:cNvPr>
          <p:cNvGrpSpPr/>
          <p:nvPr/>
        </p:nvGrpSpPr>
        <p:grpSpPr>
          <a:xfrm>
            <a:off x="4239692" y="2672758"/>
            <a:ext cx="329975" cy="317131"/>
            <a:chOff x="2968850" y="3499219"/>
            <a:chExt cx="329975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A92A542-348B-B0C2-47D3-A221A575372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8E8C64A-2D74-A96C-87EE-FF0E114A3D9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8E8C64A-2D74-A96C-87EE-FF0E114A3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D0ED8C4-379B-175B-7AC0-FA3FACDC337D}"/>
              </a:ext>
            </a:extLst>
          </p:cNvPr>
          <p:cNvGrpSpPr/>
          <p:nvPr/>
        </p:nvGrpSpPr>
        <p:grpSpPr>
          <a:xfrm>
            <a:off x="4649267" y="2672758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AC81318-29F4-E86E-D635-4E60A466874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01509A9-83DF-6276-B8CC-D32A42E9039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01509A9-83DF-6276-B8CC-D32A42E90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0A031DB-ADBD-F063-5568-7F27D9D95BCB}"/>
                  </a:ext>
                </a:extLst>
              </p:cNvPr>
              <p:cNvSpPr txBox="1"/>
              <p:nvPr/>
            </p:nvSpPr>
            <p:spPr>
              <a:xfrm>
                <a:off x="2511689" y="2102193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0A031DB-ADBD-F063-5568-7F27D9D9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689" y="2102193"/>
                <a:ext cx="60702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08452AA-33EA-0609-3909-E67DEA707AEB}"/>
              </a:ext>
            </a:extLst>
          </p:cNvPr>
          <p:cNvCxnSpPr>
            <a:cxnSpLocks/>
          </p:cNvCxnSpPr>
          <p:nvPr/>
        </p:nvCxnSpPr>
        <p:spPr>
          <a:xfrm>
            <a:off x="4191296" y="26106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59741513-3245-E166-6C0B-64720E383CD0}"/>
              </a:ext>
            </a:extLst>
          </p:cNvPr>
          <p:cNvSpPr/>
          <p:nvPr/>
        </p:nvSpPr>
        <p:spPr>
          <a:xfrm rot="16200000">
            <a:off x="3270526" y="2485270"/>
            <a:ext cx="211095" cy="1549363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03B2FB6D-A697-2C7E-F4AC-285DF0AB17E8}"/>
              </a:ext>
            </a:extLst>
          </p:cNvPr>
          <p:cNvSpPr/>
          <p:nvPr/>
        </p:nvSpPr>
        <p:spPr>
          <a:xfrm rot="16200000">
            <a:off x="4506022" y="2901614"/>
            <a:ext cx="211095" cy="716674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5A4F66C-692B-373E-98A3-2EE9AACD1029}"/>
                  </a:ext>
                </a:extLst>
              </p:cNvPr>
              <p:cNvSpPr txBox="1"/>
              <p:nvPr/>
            </p:nvSpPr>
            <p:spPr>
              <a:xfrm>
                <a:off x="2965046" y="3429000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5A4F66C-692B-373E-98A3-2EE9AACD1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46" y="3429000"/>
                <a:ext cx="78547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752ADD9-89CA-C16E-0B2C-C8CC2C20F0BE}"/>
                  </a:ext>
                </a:extLst>
              </p:cNvPr>
              <p:cNvSpPr txBox="1"/>
              <p:nvPr/>
            </p:nvSpPr>
            <p:spPr>
              <a:xfrm>
                <a:off x="4239692" y="3429000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752ADD9-89CA-C16E-0B2C-C8CC2C20F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92" y="3429000"/>
                <a:ext cx="79457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图形 62" descr="复选标记 纯色填充">
            <a:extLst>
              <a:ext uri="{FF2B5EF4-FFF2-40B4-BE49-F238E27FC236}">
                <a16:creationId xmlns:a16="http://schemas.microsoft.com/office/drawing/2014/main" id="{EC779979-D6DB-C784-E69E-FF2DE8CD5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96519" y="2409312"/>
            <a:ext cx="246382" cy="246382"/>
          </a:xfrm>
          <a:prstGeom prst="rect">
            <a:avLst/>
          </a:prstGeom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4DEDE0C9-3DE0-630A-8FFF-E96D6CC02C4B}"/>
              </a:ext>
            </a:extLst>
          </p:cNvPr>
          <p:cNvSpPr/>
          <p:nvPr/>
        </p:nvSpPr>
        <p:spPr>
          <a:xfrm>
            <a:off x="2418911" y="2025485"/>
            <a:ext cx="2721414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ADAB923-9D9D-27BC-110D-818C78CA2736}"/>
              </a:ext>
            </a:extLst>
          </p:cNvPr>
          <p:cNvGrpSpPr/>
          <p:nvPr/>
        </p:nvGrpSpPr>
        <p:grpSpPr>
          <a:xfrm>
            <a:off x="6030392" y="2672758"/>
            <a:ext cx="329975" cy="317131"/>
            <a:chOff x="2968850" y="3499219"/>
            <a:chExt cx="329975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DBDB219F-787E-09CB-14C8-BE7625696F7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4E0CED5-BF55-5CC1-7CD6-EB9FABD6CE4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4E0CED5-BF55-5CC1-7CD6-EB9FABD6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545F781-FE35-44FA-FD49-FEDFE4F26B37}"/>
              </a:ext>
            </a:extLst>
          </p:cNvPr>
          <p:cNvGrpSpPr/>
          <p:nvPr/>
        </p:nvGrpSpPr>
        <p:grpSpPr>
          <a:xfrm>
            <a:off x="6439967" y="2672758"/>
            <a:ext cx="329975" cy="317131"/>
            <a:chOff x="2968850" y="3499219"/>
            <a:chExt cx="329975" cy="31713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B1584455-4324-F461-DD7B-0DA0496D732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83D790C-2375-DE4A-7803-830086FB6D5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83D790C-2375-DE4A-7803-830086F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F6C9F82-1126-BFA3-1F49-E91002C1E20F}"/>
              </a:ext>
            </a:extLst>
          </p:cNvPr>
          <p:cNvGrpSpPr/>
          <p:nvPr/>
        </p:nvGrpSpPr>
        <p:grpSpPr>
          <a:xfrm>
            <a:off x="6849542" y="2672758"/>
            <a:ext cx="329975" cy="317131"/>
            <a:chOff x="2968850" y="3499219"/>
            <a:chExt cx="329975" cy="317131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F9F55DFF-5E1C-2ABD-362C-7EAE4670C6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A5EC14C-39D5-4195-BA78-4139C533961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A5EC14C-39D5-4195-BA78-4139C5339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07453EFF-AF09-403E-7223-51EB334D9089}"/>
              </a:ext>
            </a:extLst>
          </p:cNvPr>
          <p:cNvGrpSpPr/>
          <p:nvPr/>
        </p:nvGrpSpPr>
        <p:grpSpPr>
          <a:xfrm>
            <a:off x="7259117" y="2672758"/>
            <a:ext cx="329975" cy="317131"/>
            <a:chOff x="2968850" y="3499219"/>
            <a:chExt cx="329975" cy="31713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B88C753C-F516-EC7F-1B58-FD92D2B8EF0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7D3A2419-E72B-4F34-08C2-FDB5DC71B69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7D3A2419-E72B-4F34-08C2-FDB5DC71B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FBEB3FA-E03E-1FED-710C-2D3C1023D89B}"/>
              </a:ext>
            </a:extLst>
          </p:cNvPr>
          <p:cNvGrpSpPr/>
          <p:nvPr/>
        </p:nvGrpSpPr>
        <p:grpSpPr>
          <a:xfrm>
            <a:off x="7668692" y="2672758"/>
            <a:ext cx="329975" cy="317131"/>
            <a:chOff x="2968850" y="3499219"/>
            <a:chExt cx="329975" cy="317131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A0604FEA-EDDF-5B94-0E0E-DF2FCCB1DF6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C1B9F5F-D29F-1CE9-1B4C-EA46447C001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C1B9F5F-D29F-1CE9-1B4C-EA46447C0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FC048121-2F5D-2B16-1863-B4BD6C12FCE4}"/>
              </a:ext>
            </a:extLst>
          </p:cNvPr>
          <p:cNvGrpSpPr/>
          <p:nvPr/>
        </p:nvGrpSpPr>
        <p:grpSpPr>
          <a:xfrm>
            <a:off x="8078267" y="2672758"/>
            <a:ext cx="329975" cy="317131"/>
            <a:chOff x="2968850" y="3499219"/>
            <a:chExt cx="329975" cy="31713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68C82CEB-B8DD-5D72-2150-0DCFBAE8C3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943551C-186C-55D8-9CBB-59F624A45D9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943551C-186C-55D8-9CBB-59F624A45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038BB45-67C0-7104-D6D5-DE9F9D14C3AC}"/>
                  </a:ext>
                </a:extLst>
              </p:cNvPr>
              <p:cNvSpPr txBox="1"/>
              <p:nvPr/>
            </p:nvSpPr>
            <p:spPr>
              <a:xfrm>
                <a:off x="5940689" y="2102193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038BB45-67C0-7104-D6D5-DE9F9D14C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689" y="2102193"/>
                <a:ext cx="60702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741794D-8376-1DB1-7F54-C99AFC4C0184}"/>
              </a:ext>
            </a:extLst>
          </p:cNvPr>
          <p:cNvCxnSpPr>
            <a:cxnSpLocks/>
          </p:cNvCxnSpPr>
          <p:nvPr/>
        </p:nvCxnSpPr>
        <p:spPr>
          <a:xfrm>
            <a:off x="7217071" y="26106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左大括号 95">
            <a:extLst>
              <a:ext uri="{FF2B5EF4-FFF2-40B4-BE49-F238E27FC236}">
                <a16:creationId xmlns:a16="http://schemas.microsoft.com/office/drawing/2014/main" id="{EFA91221-4DDB-AFDD-F056-BDCFA6987498}"/>
              </a:ext>
            </a:extLst>
          </p:cNvPr>
          <p:cNvSpPr/>
          <p:nvPr/>
        </p:nvSpPr>
        <p:spPr>
          <a:xfrm rot="16200000">
            <a:off x="6453483" y="2639464"/>
            <a:ext cx="211095" cy="1240973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3CB054F6-17E2-D205-4E33-3F6AB93C4D04}"/>
              </a:ext>
            </a:extLst>
          </p:cNvPr>
          <p:cNvSpPr/>
          <p:nvPr/>
        </p:nvSpPr>
        <p:spPr>
          <a:xfrm rot="16200000">
            <a:off x="7723465" y="2690057"/>
            <a:ext cx="211095" cy="1139788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F492800-C1FD-55E6-767B-342F39314470}"/>
                  </a:ext>
                </a:extLst>
              </p:cNvPr>
              <p:cNvSpPr txBox="1"/>
              <p:nvPr/>
            </p:nvSpPr>
            <p:spPr>
              <a:xfrm>
                <a:off x="6212217" y="3429000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F492800-C1FD-55E6-767B-342F3931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217" y="3429000"/>
                <a:ext cx="78547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896368C-8E51-8EBB-4DD9-F7025B261A52}"/>
                  </a:ext>
                </a:extLst>
              </p:cNvPr>
              <p:cNvSpPr txBox="1"/>
              <p:nvPr/>
            </p:nvSpPr>
            <p:spPr>
              <a:xfrm>
                <a:off x="7424103" y="3419475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896368C-8E51-8EBB-4DD9-F7025B261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103" y="3419475"/>
                <a:ext cx="794576" cy="276999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7F313933-7F0C-ABB2-F7FD-7341F11900DB}"/>
              </a:ext>
            </a:extLst>
          </p:cNvPr>
          <p:cNvSpPr/>
          <p:nvPr/>
        </p:nvSpPr>
        <p:spPr>
          <a:xfrm>
            <a:off x="5847911" y="2025485"/>
            <a:ext cx="2721414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102" name="图形 101" descr="关闭 纯色填充">
            <a:extLst>
              <a:ext uri="{FF2B5EF4-FFF2-40B4-BE49-F238E27FC236}">
                <a16:creationId xmlns:a16="http://schemas.microsoft.com/office/drawing/2014/main" id="{829B3067-AE42-6B86-01DB-3F7ECD156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24355" y="2451979"/>
            <a:ext cx="180345" cy="18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5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C48C-2F01-7AD0-E2FD-55A94BD3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ED9DD75-20F7-B0EA-32CF-D9E22C16E43E}"/>
              </a:ext>
            </a:extLst>
          </p:cNvPr>
          <p:cNvGrpSpPr/>
          <p:nvPr/>
        </p:nvGrpSpPr>
        <p:grpSpPr>
          <a:xfrm>
            <a:off x="2223567" y="1882183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EEAD1E7-2388-3F20-30AB-C190A27CB8E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E1F7FDD-E179-7517-C9FE-08582F35367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4E1F7FDD-E179-7517-C9FE-08582F3536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7F5565C-3D0B-756E-A3D2-882421EA2A70}"/>
              </a:ext>
            </a:extLst>
          </p:cNvPr>
          <p:cNvGrpSpPr/>
          <p:nvPr/>
        </p:nvGrpSpPr>
        <p:grpSpPr>
          <a:xfrm>
            <a:off x="2633142" y="1882183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85AA93E5-EEAB-B16B-0CDB-B5DD9288D26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350382F-703F-567F-9EC6-6EF6F97CA15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350382F-703F-567F-9EC6-6EF6F97CA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9F829F0-867F-B8ED-5327-3E86E5003705}"/>
              </a:ext>
            </a:extLst>
          </p:cNvPr>
          <p:cNvGrpSpPr/>
          <p:nvPr/>
        </p:nvGrpSpPr>
        <p:grpSpPr>
          <a:xfrm>
            <a:off x="3042717" y="1882183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6A41A158-F976-B27E-0712-665A0E2685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130134C6-F507-A1F3-EC89-A4716C1E401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130134C6-F507-A1F3-EC89-A4716C1E4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77EB9D1-8DA1-7DA3-83B6-597E8471AFE6}"/>
              </a:ext>
            </a:extLst>
          </p:cNvPr>
          <p:cNvGrpSpPr/>
          <p:nvPr/>
        </p:nvGrpSpPr>
        <p:grpSpPr>
          <a:xfrm>
            <a:off x="3452292" y="1882183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F6FA1E0-32C1-81C6-0590-A0BE2141BB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8F55125-9842-A7F4-FAE4-FBF6CBE3874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8F55125-9842-A7F4-FAE4-FBF6CBE38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174308F-DB38-8EA5-555C-6375F440543D}"/>
              </a:ext>
            </a:extLst>
          </p:cNvPr>
          <p:cNvGrpSpPr/>
          <p:nvPr/>
        </p:nvGrpSpPr>
        <p:grpSpPr>
          <a:xfrm>
            <a:off x="3861867" y="1882183"/>
            <a:ext cx="329975" cy="317131"/>
            <a:chOff x="2968850" y="3499219"/>
            <a:chExt cx="329975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568D1F6-3D63-C8E7-0478-4C88342F4F2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FBB61AD-95BB-9D6F-0136-6183C139CA9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FBB61AD-95BB-9D6F-0136-6183C139C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80CACF4-9888-DA62-6146-61C36FE982E9}"/>
              </a:ext>
            </a:extLst>
          </p:cNvPr>
          <p:cNvGrpSpPr/>
          <p:nvPr/>
        </p:nvGrpSpPr>
        <p:grpSpPr>
          <a:xfrm>
            <a:off x="4271442" y="1882183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19DBAD48-BF43-EE7C-75F2-23BFBBA181F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DD5EA1B-0344-001F-8B76-54C011B9DCE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DD5EA1B-0344-001F-8B76-54C011B9D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D5D4BEC-A824-4F12-D7A3-B9FD0CFEC40F}"/>
                  </a:ext>
                </a:extLst>
              </p:cNvPr>
              <p:cNvSpPr txBox="1"/>
              <p:nvPr/>
            </p:nvSpPr>
            <p:spPr>
              <a:xfrm>
                <a:off x="2133864" y="1311618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D5D4BEC-A824-4F12-D7A3-B9FD0CFEC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864" y="1311618"/>
                <a:ext cx="60702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0C6952B-8847-7C41-66A6-82E79A4A3D95}"/>
              </a:ext>
            </a:extLst>
          </p:cNvPr>
          <p:cNvCxnSpPr>
            <a:cxnSpLocks/>
          </p:cNvCxnSpPr>
          <p:nvPr/>
        </p:nvCxnSpPr>
        <p:spPr>
          <a:xfrm>
            <a:off x="2998248" y="182004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F715BB13-44A9-0C8A-D6D5-A0959A69A7F5}"/>
              </a:ext>
            </a:extLst>
          </p:cNvPr>
          <p:cNvSpPr/>
          <p:nvPr/>
        </p:nvSpPr>
        <p:spPr>
          <a:xfrm rot="16200000">
            <a:off x="2538688" y="2048708"/>
            <a:ext cx="144441" cy="774682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72BFF23D-98B6-81DF-F029-16528C33A46D}"/>
              </a:ext>
            </a:extLst>
          </p:cNvPr>
          <p:cNvSpPr/>
          <p:nvPr/>
        </p:nvSpPr>
        <p:spPr>
          <a:xfrm rot="16200000">
            <a:off x="3749847" y="1666036"/>
            <a:ext cx="144442" cy="1540027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B73B661-FB63-302C-B470-515CBD9206A0}"/>
                  </a:ext>
                </a:extLst>
              </p:cNvPr>
              <p:cNvSpPr txBox="1"/>
              <p:nvPr/>
            </p:nvSpPr>
            <p:spPr>
              <a:xfrm>
                <a:off x="2232902" y="2530012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:&lt;3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B73B661-FB63-302C-B470-515CBD920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902" y="2530012"/>
                <a:ext cx="785471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CA260A5-E2C9-AA01-405A-2377E2B5565B}"/>
                  </a:ext>
                </a:extLst>
              </p:cNvPr>
              <p:cNvSpPr txBox="1"/>
              <p:nvPr/>
            </p:nvSpPr>
            <p:spPr>
              <a:xfrm>
                <a:off x="3452292" y="2530011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:≥3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CA260A5-E2C9-AA01-405A-2377E2B55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292" y="2530011"/>
                <a:ext cx="794576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D4FCF89C-824A-E220-49BE-A34D8170D179}"/>
              </a:ext>
            </a:extLst>
          </p:cNvPr>
          <p:cNvSpPr/>
          <p:nvPr/>
        </p:nvSpPr>
        <p:spPr>
          <a:xfrm>
            <a:off x="2041085" y="1234910"/>
            <a:ext cx="5794815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349DED-2EF1-EEA0-C29A-EC6547369234}"/>
              </a:ext>
            </a:extLst>
          </p:cNvPr>
          <p:cNvSpPr txBox="1"/>
          <p:nvPr/>
        </p:nvSpPr>
        <p:spPr>
          <a:xfrm>
            <a:off x="2651279" y="1327006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i="0" dirty="0">
                <a:latin typeface="+mj-lt"/>
              </a:rPr>
              <a:t>第一次</a:t>
            </a:r>
            <a:r>
              <a:rPr lang="zh-CN" altLang="en-US" sz="1000" b="1" dirty="0">
                <a:solidFill>
                  <a:schemeClr val="tx1"/>
                </a:solidFill>
              </a:rPr>
              <a:t>出现的位置</a:t>
            </a:r>
          </a:p>
        </p:txBody>
      </p:sp>
      <p:pic>
        <p:nvPicPr>
          <p:cNvPr id="6" name="图形 5" descr="复选标记 纯色填充">
            <a:extLst>
              <a:ext uri="{FF2B5EF4-FFF2-40B4-BE49-F238E27FC236}">
                <a16:creationId xmlns:a16="http://schemas.microsoft.com/office/drawing/2014/main" id="{ABCC630D-0AF2-69BB-CB9B-ECD9251852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6081" y="1663661"/>
            <a:ext cx="203244" cy="203244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FAAA515-0D3B-4E89-27EA-7940A22CA137}"/>
              </a:ext>
            </a:extLst>
          </p:cNvPr>
          <p:cNvGrpSpPr/>
          <p:nvPr/>
        </p:nvGrpSpPr>
        <p:grpSpPr>
          <a:xfrm>
            <a:off x="5205970" y="1882183"/>
            <a:ext cx="329975" cy="317131"/>
            <a:chOff x="2968850" y="3499219"/>
            <a:chExt cx="329975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4D7E276-7CA2-7DBC-BB56-A1DBE8DD7C3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2409B9A-5A3C-C0EE-8761-7FBB21ED2AC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2409B9A-5A3C-C0EE-8761-7FBB21ED2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E56D54-6C83-2CBC-21AC-8EA5C3BB0501}"/>
              </a:ext>
            </a:extLst>
          </p:cNvPr>
          <p:cNvGrpSpPr/>
          <p:nvPr/>
        </p:nvGrpSpPr>
        <p:grpSpPr>
          <a:xfrm>
            <a:off x="5615545" y="1882183"/>
            <a:ext cx="329975" cy="317131"/>
            <a:chOff x="2968850" y="3499219"/>
            <a:chExt cx="329975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3019D26-6456-5F5E-D0A8-FA3A58ADD8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8E8E9A4-2879-A3F6-24D3-8183CA662B9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8E8E9A4-2879-A3F6-24D3-8183CA662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B57749-62E5-EF07-660C-19A24C66BEDD}"/>
              </a:ext>
            </a:extLst>
          </p:cNvPr>
          <p:cNvGrpSpPr/>
          <p:nvPr/>
        </p:nvGrpSpPr>
        <p:grpSpPr>
          <a:xfrm>
            <a:off x="6025120" y="1882183"/>
            <a:ext cx="329975" cy="317131"/>
            <a:chOff x="2968850" y="3499219"/>
            <a:chExt cx="329975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A3BCC23-198F-1CAE-2A5A-07587726D87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4AFD849-FA1D-4292-4B9D-30CE50351AA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4AFD849-FA1D-4292-4B9D-30CE50351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49924BA-4A00-5DA5-6BCD-475287918F7F}"/>
              </a:ext>
            </a:extLst>
          </p:cNvPr>
          <p:cNvGrpSpPr/>
          <p:nvPr/>
        </p:nvGrpSpPr>
        <p:grpSpPr>
          <a:xfrm>
            <a:off x="6434695" y="1882183"/>
            <a:ext cx="329975" cy="317131"/>
            <a:chOff x="2968850" y="3499219"/>
            <a:chExt cx="329975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9F1E890-EDA7-AE6A-2B4E-88BE23A30A6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5B5BB4C-ADAA-B7C2-ABB0-C41ABD9E322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5B5BB4C-ADAA-B7C2-ABB0-C41ABD9E3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C994E9-4DFE-F56D-20AC-9B4DA021BEBF}"/>
              </a:ext>
            </a:extLst>
          </p:cNvPr>
          <p:cNvGrpSpPr/>
          <p:nvPr/>
        </p:nvGrpSpPr>
        <p:grpSpPr>
          <a:xfrm>
            <a:off x="6844270" y="1882183"/>
            <a:ext cx="329975" cy="317131"/>
            <a:chOff x="2968850" y="3499219"/>
            <a:chExt cx="329975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DE50FF2-36FD-9088-69BE-67B8C960B2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D84ED88-0CD4-F946-9EA0-CF718E0C7F8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D84ED88-0CD4-F946-9EA0-CF718E0C7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80617F3-1890-32E0-8BD6-5AC28A96FB00}"/>
              </a:ext>
            </a:extLst>
          </p:cNvPr>
          <p:cNvGrpSpPr/>
          <p:nvPr/>
        </p:nvGrpSpPr>
        <p:grpSpPr>
          <a:xfrm>
            <a:off x="7253845" y="1882183"/>
            <a:ext cx="329975" cy="317131"/>
            <a:chOff x="2968850" y="3499219"/>
            <a:chExt cx="329975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393D488-9845-30FB-74B2-7CA97E2FBA2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ECE421E-407C-90BE-5E8E-69AE98609AE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ECE421E-407C-90BE-5E8E-69AE98609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8D782AF-2083-EE2E-A5A8-1469AFCACCF5}"/>
                  </a:ext>
                </a:extLst>
              </p:cNvPr>
              <p:cNvSpPr txBox="1"/>
              <p:nvPr/>
            </p:nvSpPr>
            <p:spPr>
              <a:xfrm>
                <a:off x="5116267" y="1311618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8D782AF-2083-EE2E-A5A8-1469AFCAC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67" y="1311618"/>
                <a:ext cx="60702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12F1E4C-4746-E733-44D4-83586BB971F7}"/>
              </a:ext>
            </a:extLst>
          </p:cNvPr>
          <p:cNvCxnSpPr>
            <a:cxnSpLocks/>
          </p:cNvCxnSpPr>
          <p:nvPr/>
        </p:nvCxnSpPr>
        <p:spPr>
          <a:xfrm>
            <a:off x="7218697" y="182004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E43A736A-9BAC-ACB4-41FC-E94B68D6445C}"/>
              </a:ext>
            </a:extLst>
          </p:cNvPr>
          <p:cNvSpPr/>
          <p:nvPr/>
        </p:nvSpPr>
        <p:spPr>
          <a:xfrm rot="16200000">
            <a:off x="6117888" y="1451911"/>
            <a:ext cx="144441" cy="1968276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0EAB6A39-8656-43F0-DC08-E817F5E3B46D}"/>
              </a:ext>
            </a:extLst>
          </p:cNvPr>
          <p:cNvSpPr/>
          <p:nvPr/>
        </p:nvSpPr>
        <p:spPr>
          <a:xfrm rot="16200000">
            <a:off x="7329658" y="2263444"/>
            <a:ext cx="144442" cy="345212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81D8855-C4C3-7DC9-6FC8-9B605CE8BAFD}"/>
                  </a:ext>
                </a:extLst>
              </p:cNvPr>
              <p:cNvSpPr txBox="1"/>
              <p:nvPr/>
            </p:nvSpPr>
            <p:spPr>
              <a:xfrm>
                <a:off x="5794375" y="2530012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81D8855-C4C3-7DC9-6FC8-9B605CE8B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375" y="2530012"/>
                <a:ext cx="785471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952277-5E7D-90E6-BBF9-412FD8869A03}"/>
                  </a:ext>
                </a:extLst>
              </p:cNvPr>
              <p:cNvSpPr txBox="1"/>
              <p:nvPr/>
            </p:nvSpPr>
            <p:spPr>
              <a:xfrm>
                <a:off x="6979999" y="2530011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952277-5E7D-90E6-BBF9-412FD8869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999" y="2530011"/>
                <a:ext cx="794576" cy="276999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5DC68991-4FE5-719A-A9E2-5FB61BA7FB5A}"/>
              </a:ext>
            </a:extLst>
          </p:cNvPr>
          <p:cNvSpPr txBox="1"/>
          <p:nvPr/>
        </p:nvSpPr>
        <p:spPr>
          <a:xfrm>
            <a:off x="5633682" y="1327006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最后一次出现的位置</a:t>
            </a:r>
          </a:p>
        </p:txBody>
      </p:sp>
      <p:pic>
        <p:nvPicPr>
          <p:cNvPr id="32" name="图形 31" descr="复选标记 纯色填充">
            <a:extLst>
              <a:ext uri="{FF2B5EF4-FFF2-40B4-BE49-F238E27FC236}">
                <a16:creationId xmlns:a16="http://schemas.microsoft.com/office/drawing/2014/main" id="{50821E2C-B00C-B6BB-8702-BDEE022D1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1406" y="1663661"/>
            <a:ext cx="203244" cy="203244"/>
          </a:xfrm>
          <a:prstGeom prst="rect">
            <a:avLst/>
          </a:prstGeom>
        </p:spPr>
      </p:pic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12A2FFC-EF37-E578-4EC4-266F9DAC40D1}"/>
              </a:ext>
            </a:extLst>
          </p:cNvPr>
          <p:cNvCxnSpPr>
            <a:cxnSpLocks/>
            <a:endCxn id="65" idx="2"/>
          </p:cNvCxnSpPr>
          <p:nvPr/>
        </p:nvCxnSpPr>
        <p:spPr>
          <a:xfrm flipH="1">
            <a:off x="4938493" y="1234910"/>
            <a:ext cx="5127" cy="17749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E7DEA58-3BAE-8B64-5AEE-141EA69E6B87}"/>
              </a:ext>
            </a:extLst>
          </p:cNvPr>
          <p:cNvGrpSpPr/>
          <p:nvPr/>
        </p:nvGrpSpPr>
        <p:grpSpPr>
          <a:xfrm>
            <a:off x="2223567" y="3887253"/>
            <a:ext cx="329975" cy="317131"/>
            <a:chOff x="2968850" y="3499219"/>
            <a:chExt cx="329975" cy="317131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0AD416F8-54A3-A9BA-77B7-42A7C69D698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9467C72-2091-982B-4A16-81B0F3FDE59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9467C72-2091-982B-4A16-81B0F3FDE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0440CCC-B493-33BF-6975-3DAA2CD3BD7D}"/>
              </a:ext>
            </a:extLst>
          </p:cNvPr>
          <p:cNvGrpSpPr/>
          <p:nvPr/>
        </p:nvGrpSpPr>
        <p:grpSpPr>
          <a:xfrm>
            <a:off x="2633142" y="3887253"/>
            <a:ext cx="329975" cy="317131"/>
            <a:chOff x="2968850" y="3499219"/>
            <a:chExt cx="329975" cy="31713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F9E41FA4-ECEC-F6E1-9EB2-3FA59C711FC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E92B27E-536F-F059-DDA0-4409B09F23A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E92B27E-536F-F059-DDA0-4409B09F2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FB1403E-5597-C3DB-EB91-8643DF4DB3B7}"/>
              </a:ext>
            </a:extLst>
          </p:cNvPr>
          <p:cNvGrpSpPr/>
          <p:nvPr/>
        </p:nvGrpSpPr>
        <p:grpSpPr>
          <a:xfrm>
            <a:off x="3042717" y="3887253"/>
            <a:ext cx="329975" cy="317131"/>
            <a:chOff x="2968850" y="3499219"/>
            <a:chExt cx="329975" cy="317131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59E33A7C-4A9E-3FAE-C67A-691C3EB8204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DA7560F-07C9-A46B-4067-A81CA3A1068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5DA7560F-07C9-A46B-4067-A81CA3A10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2F0311F-CF03-BB73-6A80-D0AB2B62CE64}"/>
              </a:ext>
            </a:extLst>
          </p:cNvPr>
          <p:cNvGrpSpPr/>
          <p:nvPr/>
        </p:nvGrpSpPr>
        <p:grpSpPr>
          <a:xfrm>
            <a:off x="3452292" y="3887253"/>
            <a:ext cx="329975" cy="317131"/>
            <a:chOff x="2968850" y="3499219"/>
            <a:chExt cx="329975" cy="317131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09552D31-38F1-DD21-015A-DF3A98C053F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FC4A2CB-B95B-4730-CB01-C5709E87833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FC4A2CB-B95B-4730-CB01-C5709E878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C0671CC-2F5F-A728-0763-03CE78B180C6}"/>
              </a:ext>
            </a:extLst>
          </p:cNvPr>
          <p:cNvGrpSpPr/>
          <p:nvPr/>
        </p:nvGrpSpPr>
        <p:grpSpPr>
          <a:xfrm>
            <a:off x="3861867" y="3887253"/>
            <a:ext cx="329975" cy="317131"/>
            <a:chOff x="2968850" y="3499219"/>
            <a:chExt cx="329975" cy="317131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23C8FFA6-163F-5531-15B0-93087F1334B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96675B6B-2EFB-9656-4D60-1639FCBE2ED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96675B6B-2EFB-9656-4D60-1639FCBE2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9D0F9666-5A66-96A1-6A35-FADA1F51D21A}"/>
              </a:ext>
            </a:extLst>
          </p:cNvPr>
          <p:cNvGrpSpPr/>
          <p:nvPr/>
        </p:nvGrpSpPr>
        <p:grpSpPr>
          <a:xfrm>
            <a:off x="4271442" y="3887253"/>
            <a:ext cx="329975" cy="317131"/>
            <a:chOff x="2968850" y="3499219"/>
            <a:chExt cx="329975" cy="317131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669EC209-5FD5-94C8-1D24-404A539C85D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80800F0B-62C0-678E-F4CF-94EE09DE002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80800F0B-62C0-678E-F4CF-94EE09DE0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9F9BC26-A0F1-CA1F-A753-FB0E5C0FD49A}"/>
                  </a:ext>
                </a:extLst>
              </p:cNvPr>
              <p:cNvSpPr txBox="1"/>
              <p:nvPr/>
            </p:nvSpPr>
            <p:spPr>
              <a:xfrm>
                <a:off x="2133864" y="3316688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9F9BC26-A0F1-CA1F-A753-FB0E5C0FD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864" y="3316688"/>
                <a:ext cx="60702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3B87E36-E2A8-3C52-046C-C8F85F0DF621}"/>
              </a:ext>
            </a:extLst>
          </p:cNvPr>
          <p:cNvCxnSpPr>
            <a:cxnSpLocks/>
          </p:cNvCxnSpPr>
          <p:nvPr/>
        </p:nvCxnSpPr>
        <p:spPr>
          <a:xfrm>
            <a:off x="2191798" y="382511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左大括号 103">
            <a:extLst>
              <a:ext uri="{FF2B5EF4-FFF2-40B4-BE49-F238E27FC236}">
                <a16:creationId xmlns:a16="http://schemas.microsoft.com/office/drawing/2014/main" id="{45500C7C-C996-3819-B569-9ED277AB82AA}"/>
              </a:ext>
            </a:extLst>
          </p:cNvPr>
          <p:cNvSpPr/>
          <p:nvPr/>
        </p:nvSpPr>
        <p:spPr>
          <a:xfrm rot="16200000">
            <a:off x="2090490" y="4416251"/>
            <a:ext cx="144441" cy="49735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左大括号 104">
            <a:extLst>
              <a:ext uri="{FF2B5EF4-FFF2-40B4-BE49-F238E27FC236}">
                <a16:creationId xmlns:a16="http://schemas.microsoft.com/office/drawing/2014/main" id="{79F2ABCD-97D9-7E12-7118-BAA2CE15741A}"/>
              </a:ext>
            </a:extLst>
          </p:cNvPr>
          <p:cNvSpPr/>
          <p:nvPr/>
        </p:nvSpPr>
        <p:spPr>
          <a:xfrm rot="16200000">
            <a:off x="3340273" y="3261531"/>
            <a:ext cx="144442" cy="2359178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0A27CC1-1BBD-E27F-B96F-EA79F3C8AF7B}"/>
                  </a:ext>
                </a:extLst>
              </p:cNvPr>
              <p:cNvSpPr txBox="1"/>
              <p:nvPr/>
            </p:nvSpPr>
            <p:spPr>
              <a:xfrm>
                <a:off x="2041085" y="4535082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:&lt;2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F0A27CC1-1BBD-E27F-B96F-EA79F3C8A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085" y="4535082"/>
                <a:ext cx="785471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D5BDEBE-B8C2-E535-6860-B74E0F3108E8}"/>
                  </a:ext>
                </a:extLst>
              </p:cNvPr>
              <p:cNvSpPr txBox="1"/>
              <p:nvPr/>
            </p:nvSpPr>
            <p:spPr>
              <a:xfrm>
                <a:off x="3067291" y="4535081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:≥2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0D5BDEBE-B8C2-E535-6860-B74E0F310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291" y="4535081"/>
                <a:ext cx="794576" cy="276999"/>
              </a:xfrm>
              <a:prstGeom prst="rect">
                <a:avLst/>
              </a:prstGeom>
              <a:blipFill>
                <a:blip r:embed="rId2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8EDD0DF2-2B8F-F7D2-EB7D-0565EF37E3C4}"/>
              </a:ext>
            </a:extLst>
          </p:cNvPr>
          <p:cNvSpPr/>
          <p:nvPr/>
        </p:nvSpPr>
        <p:spPr>
          <a:xfrm>
            <a:off x="2041085" y="3239980"/>
            <a:ext cx="5794815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57DBF3D-93E6-A058-9C84-FA28A2821497}"/>
              </a:ext>
            </a:extLst>
          </p:cNvPr>
          <p:cNvSpPr txBox="1"/>
          <p:nvPr/>
        </p:nvSpPr>
        <p:spPr>
          <a:xfrm>
            <a:off x="2651279" y="3332076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i="0" dirty="0">
                <a:latin typeface="+mj-lt"/>
              </a:rPr>
              <a:t>第一次</a:t>
            </a:r>
            <a:r>
              <a:rPr lang="zh-CN" altLang="en-US" sz="1000" b="1" dirty="0">
                <a:solidFill>
                  <a:schemeClr val="tx1"/>
                </a:solidFill>
              </a:rPr>
              <a:t>出现的位置</a:t>
            </a:r>
          </a:p>
        </p:txBody>
      </p:sp>
      <p:pic>
        <p:nvPicPr>
          <p:cNvPr id="110" name="图形 109" descr="复选标记 纯色填充">
            <a:extLst>
              <a:ext uri="{FF2B5EF4-FFF2-40B4-BE49-F238E27FC236}">
                <a16:creationId xmlns:a16="http://schemas.microsoft.com/office/drawing/2014/main" id="{BD4261FE-4FB8-1500-58AC-A678B68C6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7156" y="3668731"/>
            <a:ext cx="203244" cy="2032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E320B37-399B-89A5-1D8C-B27E1A20E724}"/>
                  </a:ext>
                </a:extLst>
              </p:cNvPr>
              <p:cNvSpPr txBox="1"/>
              <p:nvPr/>
            </p:nvSpPr>
            <p:spPr>
              <a:xfrm>
                <a:off x="5116267" y="3316688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6E320B37-399B-89A5-1D8C-B27E1A20E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67" y="3316688"/>
                <a:ext cx="607026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文本框 134">
            <a:extLst>
              <a:ext uri="{FF2B5EF4-FFF2-40B4-BE49-F238E27FC236}">
                <a16:creationId xmlns:a16="http://schemas.microsoft.com/office/drawing/2014/main" id="{59DDE6E0-A18A-FE8F-F01E-34AAA960621A}"/>
              </a:ext>
            </a:extLst>
          </p:cNvPr>
          <p:cNvSpPr txBox="1"/>
          <p:nvPr/>
        </p:nvSpPr>
        <p:spPr>
          <a:xfrm>
            <a:off x="5633682" y="3332076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最后一次出现的位置</a:t>
            </a:r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2BCA0126-C52B-15FF-FF44-A78773DDED17}"/>
              </a:ext>
            </a:extLst>
          </p:cNvPr>
          <p:cNvCxnSpPr>
            <a:cxnSpLocks/>
            <a:endCxn id="108" idx="2"/>
          </p:cNvCxnSpPr>
          <p:nvPr/>
        </p:nvCxnSpPr>
        <p:spPr>
          <a:xfrm flipH="1">
            <a:off x="4938493" y="3239980"/>
            <a:ext cx="5127" cy="17749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CE52F78-92EC-7D52-9BAD-C74A5E652806}"/>
              </a:ext>
            </a:extLst>
          </p:cNvPr>
          <p:cNvGrpSpPr/>
          <p:nvPr/>
        </p:nvGrpSpPr>
        <p:grpSpPr>
          <a:xfrm>
            <a:off x="5174117" y="3887253"/>
            <a:ext cx="329975" cy="317131"/>
            <a:chOff x="2968850" y="3499219"/>
            <a:chExt cx="329975" cy="31713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95DA0310-E800-0304-8982-32E0FF97A4F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4FB91C7-D40D-B220-7F77-CCA9ADD5DEB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4FB91C7-D40D-B220-7F77-CCA9ADD5D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F44FCEFE-8F27-0F71-11FA-3FAF5723FBA1}"/>
              </a:ext>
            </a:extLst>
          </p:cNvPr>
          <p:cNvGrpSpPr/>
          <p:nvPr/>
        </p:nvGrpSpPr>
        <p:grpSpPr>
          <a:xfrm>
            <a:off x="5583692" y="3887253"/>
            <a:ext cx="329975" cy="317131"/>
            <a:chOff x="2968850" y="3499219"/>
            <a:chExt cx="329975" cy="317131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0E504889-5AC8-2D3E-0F47-4BD86120F50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CA35F0F2-DE77-FC5D-95DC-34E7090601F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CA35F0F2-DE77-FC5D-95DC-34E709060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B6A652EB-17A0-B8AA-663D-44592D0E3433}"/>
              </a:ext>
            </a:extLst>
          </p:cNvPr>
          <p:cNvGrpSpPr/>
          <p:nvPr/>
        </p:nvGrpSpPr>
        <p:grpSpPr>
          <a:xfrm>
            <a:off x="5993267" y="3887253"/>
            <a:ext cx="329975" cy="317131"/>
            <a:chOff x="2968850" y="3499219"/>
            <a:chExt cx="329975" cy="317131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FC6AAC5A-3332-70BF-863C-C8975E6F433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D2BDA796-310B-4041-CBEF-E6D2CAA2A75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D2BDA796-310B-4041-CBEF-E6D2CAA2A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76785F2E-6508-2BF1-7EC7-B6AA82D495DF}"/>
              </a:ext>
            </a:extLst>
          </p:cNvPr>
          <p:cNvGrpSpPr/>
          <p:nvPr/>
        </p:nvGrpSpPr>
        <p:grpSpPr>
          <a:xfrm>
            <a:off x="6402842" y="3887253"/>
            <a:ext cx="329975" cy="317131"/>
            <a:chOff x="2968850" y="3499219"/>
            <a:chExt cx="329975" cy="317131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DAADAC15-ECDA-B5AC-3236-1E57837DC48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829072-02C4-92FE-9AC2-3EE488B7AA4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38829072-02C4-92FE-9AC2-3EE488B7A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53BB319-7DF9-AA8D-E982-B8E83ABBEA5B}"/>
              </a:ext>
            </a:extLst>
          </p:cNvPr>
          <p:cNvGrpSpPr/>
          <p:nvPr/>
        </p:nvGrpSpPr>
        <p:grpSpPr>
          <a:xfrm>
            <a:off x="6812417" y="3887253"/>
            <a:ext cx="329975" cy="317131"/>
            <a:chOff x="2968850" y="3499219"/>
            <a:chExt cx="329975" cy="317131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CB69C15B-DA89-471E-0A7A-1E5E245BDF3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223BA26-5719-5C65-D9D7-E1B5C65E395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C223BA26-5719-5C65-D9D7-E1B5C65E3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2ABFB5D1-76BE-528C-EB06-4F3D89CCCD81}"/>
              </a:ext>
            </a:extLst>
          </p:cNvPr>
          <p:cNvGrpSpPr/>
          <p:nvPr/>
        </p:nvGrpSpPr>
        <p:grpSpPr>
          <a:xfrm>
            <a:off x="7221992" y="3887253"/>
            <a:ext cx="329975" cy="317131"/>
            <a:chOff x="2968850" y="3499219"/>
            <a:chExt cx="329975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7C776762-6CE1-703F-1339-60A534AC4CD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4DD2F5D6-F8B4-B5EB-BD4B-60767EF9055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4DD2F5D6-F8B4-B5EB-BD4B-60767EF90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FBA0CE71-4619-F5D5-7834-18BAD2C0EACF}"/>
              </a:ext>
            </a:extLst>
          </p:cNvPr>
          <p:cNvCxnSpPr>
            <a:cxnSpLocks/>
          </p:cNvCxnSpPr>
          <p:nvPr/>
        </p:nvCxnSpPr>
        <p:spPr>
          <a:xfrm>
            <a:off x="5964673" y="382511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左大括号 156">
            <a:extLst>
              <a:ext uri="{FF2B5EF4-FFF2-40B4-BE49-F238E27FC236}">
                <a16:creationId xmlns:a16="http://schemas.microsoft.com/office/drawing/2014/main" id="{8E631F2A-84BB-E05F-E9A3-5BB1EB794005}"/>
              </a:ext>
            </a:extLst>
          </p:cNvPr>
          <p:cNvSpPr/>
          <p:nvPr/>
        </p:nvSpPr>
        <p:spPr>
          <a:xfrm rot="16200000">
            <a:off x="5436449" y="4020841"/>
            <a:ext cx="144441" cy="840554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左大括号 157">
            <a:extLst>
              <a:ext uri="{FF2B5EF4-FFF2-40B4-BE49-F238E27FC236}">
                <a16:creationId xmlns:a16="http://schemas.microsoft.com/office/drawing/2014/main" id="{064834EF-4946-320A-C068-68B028953799}"/>
              </a:ext>
            </a:extLst>
          </p:cNvPr>
          <p:cNvSpPr/>
          <p:nvPr/>
        </p:nvSpPr>
        <p:spPr>
          <a:xfrm rot="16200000">
            <a:off x="6693120" y="3663828"/>
            <a:ext cx="144442" cy="1554583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395FB350-A7D1-C554-7CE1-8080CAC1DF9A}"/>
                  </a:ext>
                </a:extLst>
              </p:cNvPr>
              <p:cNvSpPr txBox="1"/>
              <p:nvPr/>
            </p:nvSpPr>
            <p:spPr>
              <a:xfrm>
                <a:off x="5143476" y="4535082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395FB350-A7D1-C554-7CE1-8080CAC1D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6" y="4535082"/>
                <a:ext cx="785471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F6E81B7-7E48-7689-6352-EBE6276A2C80}"/>
                  </a:ext>
                </a:extLst>
              </p:cNvPr>
              <p:cNvSpPr txBox="1"/>
              <p:nvPr/>
            </p:nvSpPr>
            <p:spPr>
              <a:xfrm>
                <a:off x="6379671" y="4535081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:&gt;2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F6E81B7-7E48-7689-6352-EBE6276A2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671" y="4535081"/>
                <a:ext cx="794576" cy="276999"/>
              </a:xfrm>
              <a:prstGeom prst="rect">
                <a:avLst/>
              </a:prstGeom>
              <a:blipFill>
                <a:blip r:embed="rId2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图形 160" descr="复选标记 纯色填充">
            <a:extLst>
              <a:ext uri="{FF2B5EF4-FFF2-40B4-BE49-F238E27FC236}">
                <a16:creationId xmlns:a16="http://schemas.microsoft.com/office/drawing/2014/main" id="{E459422F-A238-5130-1D01-50A981085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5989" y="3668731"/>
            <a:ext cx="203244" cy="20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66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B3AE-69EF-CBF9-4541-EB6FE847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A691E4C-01C6-B7EA-59D7-F6F9464C654D}"/>
              </a:ext>
            </a:extLst>
          </p:cNvPr>
          <p:cNvSpPr/>
          <p:nvPr/>
        </p:nvSpPr>
        <p:spPr>
          <a:xfrm rot="16200000">
            <a:off x="2253850" y="717646"/>
            <a:ext cx="269127" cy="2645334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DC58DAF-1B53-AE6E-00BF-B2C043BE867A}"/>
                  </a:ext>
                </a:extLst>
              </p:cNvPr>
              <p:cNvSpPr txBox="1"/>
              <p:nvPr/>
            </p:nvSpPr>
            <p:spPr>
              <a:xfrm>
                <a:off x="2394817" y="1906497"/>
                <a:ext cx="70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DC58DAF-1B53-AE6E-00BF-B2C043BE8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17" y="1906497"/>
                <a:ext cx="7064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0B769C8-CE5A-CA58-7831-7EA357F7F30F}"/>
              </a:ext>
            </a:extLst>
          </p:cNvPr>
          <p:cNvCxnSpPr>
            <a:cxnSpLocks/>
          </p:cNvCxnSpPr>
          <p:nvPr/>
        </p:nvCxnSpPr>
        <p:spPr>
          <a:xfrm>
            <a:off x="2323894" y="2244912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4AE14E9-E4BC-D9B6-5713-3F752A2EF865}"/>
                  </a:ext>
                </a:extLst>
              </p:cNvPr>
              <p:cNvSpPr txBox="1"/>
              <p:nvPr/>
            </p:nvSpPr>
            <p:spPr>
              <a:xfrm>
                <a:off x="1546807" y="3152001"/>
                <a:ext cx="7952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:&lt;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4AE14E9-E4BC-D9B6-5713-3F752A2E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807" y="3152001"/>
                <a:ext cx="79528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85B66E6-F668-683B-8AD5-7F9794B89457}"/>
                  </a:ext>
                </a:extLst>
              </p:cNvPr>
              <p:cNvSpPr txBox="1"/>
              <p:nvPr/>
            </p:nvSpPr>
            <p:spPr>
              <a:xfrm>
                <a:off x="2906767" y="3152000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:≥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385B66E6-F668-683B-8AD5-7F9794B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767" y="3152000"/>
                <a:ext cx="758221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2ECB346-C5D4-EB39-A942-8D97A93C2E0F}"/>
                  </a:ext>
                </a:extLst>
              </p:cNvPr>
              <p:cNvSpPr txBox="1"/>
              <p:nvPr/>
            </p:nvSpPr>
            <p:spPr>
              <a:xfrm>
                <a:off x="979429" y="850292"/>
                <a:ext cx="27799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i="0" dirty="0">
                    <a:solidFill>
                      <a:schemeClr val="tx1"/>
                    </a:solidFill>
                    <a:latin typeface="+mj-lt"/>
                  </a:rPr>
                  <a:t>目标</a:t>
                </a:r>
                <a:r>
                  <a:rPr lang="en-US" altLang="zh-CN" sz="1200" b="1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1200" b="1" dirty="0">
                    <a:solidFill>
                      <a:schemeClr val="tx1"/>
                    </a:solidFill>
                  </a:rPr>
                  <a:t>在数组中寻找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1200" b="1" dirty="0">
                    <a:solidFill>
                      <a:schemeClr val="tx1"/>
                    </a:solidFill>
                  </a:rPr>
                  <a:t>第一次出现的位置</a:t>
                </a:r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2ECB346-C5D4-EB39-A942-8D97A93C2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29" y="850292"/>
                <a:ext cx="2779928" cy="276999"/>
              </a:xfrm>
              <a:prstGeom prst="rect">
                <a:avLst/>
              </a:prstGeom>
              <a:blipFill>
                <a:blip r:embed="rId5"/>
                <a:stretch>
                  <a:fillRect l="-219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本框 74">
            <a:extLst>
              <a:ext uri="{FF2B5EF4-FFF2-40B4-BE49-F238E27FC236}">
                <a16:creationId xmlns:a16="http://schemas.microsoft.com/office/drawing/2014/main" id="{F3E67A45-1C7B-767E-6517-B91BD27A6E44}"/>
              </a:ext>
            </a:extLst>
          </p:cNvPr>
          <p:cNvSpPr txBox="1"/>
          <p:nvPr/>
        </p:nvSpPr>
        <p:spPr>
          <a:xfrm>
            <a:off x="2709437" y="1361284"/>
            <a:ext cx="1409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假设</a:t>
            </a:r>
            <a:r>
              <a:rPr lang="en-US" altLang="zh-CN" sz="1000" b="1" dirty="0">
                <a:solidFill>
                  <a:schemeClr val="tx1"/>
                </a:solidFill>
              </a:rPr>
              <a:t>T</a:t>
            </a:r>
            <a:r>
              <a:rPr lang="zh-CN" altLang="en-US" sz="1000" b="1" dirty="0">
                <a:solidFill>
                  <a:schemeClr val="tx1"/>
                </a:solidFill>
              </a:rPr>
              <a:t>出现在这些位置</a:t>
            </a:r>
          </a:p>
        </p:txBody>
      </p: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F3542918-7394-B403-753B-1B170778381F}"/>
              </a:ext>
            </a:extLst>
          </p:cNvPr>
          <p:cNvCxnSpPr>
            <a:cxnSpLocks/>
            <a:stCxn id="75" idx="2"/>
            <a:endCxn id="43" idx="0"/>
          </p:cNvCxnSpPr>
          <p:nvPr/>
        </p:nvCxnSpPr>
        <p:spPr>
          <a:xfrm rot="5400000">
            <a:off x="2931574" y="1423954"/>
            <a:ext cx="298992" cy="66609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EB2740-89B9-41E8-1112-ED90F8870B6E}"/>
              </a:ext>
            </a:extLst>
          </p:cNvPr>
          <p:cNvSpPr/>
          <p:nvPr/>
        </p:nvSpPr>
        <p:spPr>
          <a:xfrm rot="16200000">
            <a:off x="1568377" y="2246426"/>
            <a:ext cx="269127" cy="127438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0ED17EB-18EA-7845-68F9-20C4C802004D}"/>
                  </a:ext>
                </a:extLst>
              </p:cNvPr>
              <p:cNvSpPr txBox="1"/>
              <p:nvPr/>
            </p:nvSpPr>
            <p:spPr>
              <a:xfrm>
                <a:off x="2394817" y="2749804"/>
                <a:ext cx="70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0ED17EB-18EA-7845-68F9-20C4C8020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17" y="2749804"/>
                <a:ext cx="70641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119B67-5D7E-A34D-021E-5DB7221201EF}"/>
              </a:ext>
            </a:extLst>
          </p:cNvPr>
          <p:cNvSpPr/>
          <p:nvPr/>
        </p:nvSpPr>
        <p:spPr>
          <a:xfrm rot="16200000">
            <a:off x="2939324" y="2241903"/>
            <a:ext cx="269127" cy="1274387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55DEA8A-B220-17E3-745A-236870C79878}"/>
              </a:ext>
            </a:extLst>
          </p:cNvPr>
          <p:cNvCxnSpPr>
            <a:cxnSpLocks/>
          </p:cNvCxnSpPr>
          <p:nvPr/>
        </p:nvCxnSpPr>
        <p:spPr>
          <a:xfrm>
            <a:off x="2394817" y="268884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EE101D4-6B8E-3DDE-E370-3B0EFC3A5BC4}"/>
              </a:ext>
            </a:extLst>
          </p:cNvPr>
          <p:cNvSpPr/>
          <p:nvPr/>
        </p:nvSpPr>
        <p:spPr>
          <a:xfrm rot="16200000">
            <a:off x="6198239" y="717646"/>
            <a:ext cx="269127" cy="2645334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E8F6EB-E30F-C8C8-F629-C12977E2A167}"/>
                  </a:ext>
                </a:extLst>
              </p:cNvPr>
              <p:cNvSpPr txBox="1"/>
              <p:nvPr/>
            </p:nvSpPr>
            <p:spPr>
              <a:xfrm>
                <a:off x="6339206" y="1906497"/>
                <a:ext cx="70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E8F6EB-E30F-C8C8-F629-C12977E2A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206" y="1906497"/>
                <a:ext cx="70641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469C637-D9AE-5105-E442-FC68256B3D6B}"/>
              </a:ext>
            </a:extLst>
          </p:cNvPr>
          <p:cNvCxnSpPr>
            <a:cxnSpLocks/>
          </p:cNvCxnSpPr>
          <p:nvPr/>
        </p:nvCxnSpPr>
        <p:spPr>
          <a:xfrm>
            <a:off x="6268283" y="2244912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99D5775-2721-E128-FC2B-ADE737BCBC73}"/>
                  </a:ext>
                </a:extLst>
              </p:cNvPr>
              <p:cNvSpPr txBox="1"/>
              <p:nvPr/>
            </p:nvSpPr>
            <p:spPr>
              <a:xfrm>
                <a:off x="5491196" y="3152001"/>
                <a:ext cx="7952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99D5775-2721-E128-FC2B-ADE737BCB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196" y="3152001"/>
                <a:ext cx="795282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0C9E0E-FFA5-0A50-F1C1-F7AF54C975E0}"/>
                  </a:ext>
                </a:extLst>
              </p:cNvPr>
              <p:cNvSpPr txBox="1"/>
              <p:nvPr/>
            </p:nvSpPr>
            <p:spPr>
              <a:xfrm>
                <a:off x="6851156" y="3152000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0C9E0E-FFA5-0A50-F1C1-F7AF54C97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156" y="3152000"/>
                <a:ext cx="75822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9533FF6-E05F-680F-DCB9-56F8C2752692}"/>
                  </a:ext>
                </a:extLst>
              </p:cNvPr>
              <p:cNvSpPr txBox="1"/>
              <p:nvPr/>
            </p:nvSpPr>
            <p:spPr>
              <a:xfrm>
                <a:off x="4923818" y="850292"/>
                <a:ext cx="2933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i="0" dirty="0">
                    <a:solidFill>
                      <a:schemeClr val="tx1"/>
                    </a:solidFill>
                    <a:latin typeface="+mj-lt"/>
                  </a:rPr>
                  <a:t>目标</a:t>
                </a:r>
                <a:r>
                  <a:rPr lang="en-US" altLang="zh-CN" sz="1200" b="1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1200" b="1" dirty="0">
                    <a:solidFill>
                      <a:schemeClr val="tx1"/>
                    </a:solidFill>
                  </a:rPr>
                  <a:t>在数组中寻找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zh-CN" altLang="en-US" sz="1200" b="1" i="1" dirty="0">
                        <a:latin typeface="Cambria Math" panose="02040503050406030204" pitchFamily="18" charset="0"/>
                      </a:rPr>
                      <m:t>最后</m:t>
                    </m:r>
                  </m:oMath>
                </a14:m>
                <a:r>
                  <a:rPr lang="zh-CN" altLang="en-US" sz="1200" b="1" dirty="0">
                    <a:solidFill>
                      <a:schemeClr val="tx1"/>
                    </a:solidFill>
                  </a:rPr>
                  <a:t>一次出现的位置</a:t>
                </a: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9533FF6-E05F-680F-DCB9-56F8C2752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18" y="850292"/>
                <a:ext cx="2933816" cy="276999"/>
              </a:xfrm>
              <a:prstGeom prst="rect">
                <a:avLst/>
              </a:prstGeom>
              <a:blipFill>
                <a:blip r:embed="rId10"/>
                <a:stretch>
                  <a:fillRect l="-208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BDAB8FCA-8E77-24D3-73F4-AB43B5E8EB15}"/>
              </a:ext>
            </a:extLst>
          </p:cNvPr>
          <p:cNvSpPr txBox="1"/>
          <p:nvPr/>
        </p:nvSpPr>
        <p:spPr>
          <a:xfrm>
            <a:off x="6653826" y="1361284"/>
            <a:ext cx="1409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假设</a:t>
            </a:r>
            <a:r>
              <a:rPr lang="en-US" altLang="zh-CN" sz="1000" b="1" dirty="0">
                <a:solidFill>
                  <a:schemeClr val="tx1"/>
                </a:solidFill>
              </a:rPr>
              <a:t>T</a:t>
            </a:r>
            <a:r>
              <a:rPr lang="zh-CN" altLang="en-US" sz="1000" b="1" dirty="0">
                <a:solidFill>
                  <a:schemeClr val="tx1"/>
                </a:solidFill>
              </a:rPr>
              <a:t>出现在这些位置</a:t>
            </a:r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A3E5486A-EF7D-E6FF-86D3-01C7883A5EFA}"/>
              </a:ext>
            </a:extLst>
          </p:cNvPr>
          <p:cNvCxnSpPr>
            <a:cxnSpLocks/>
            <a:stCxn id="28" idx="2"/>
            <a:endCxn id="18" idx="0"/>
          </p:cNvCxnSpPr>
          <p:nvPr/>
        </p:nvCxnSpPr>
        <p:spPr>
          <a:xfrm rot="5400000">
            <a:off x="6875963" y="1423954"/>
            <a:ext cx="298992" cy="66609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023A470-95E6-30F5-8706-1D31BE707C2D}"/>
              </a:ext>
            </a:extLst>
          </p:cNvPr>
          <p:cNvSpPr/>
          <p:nvPr/>
        </p:nvSpPr>
        <p:spPr>
          <a:xfrm rot="16200000">
            <a:off x="5848718" y="1910474"/>
            <a:ext cx="269127" cy="194629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F5CD917-A0EF-ADF2-2C92-50EC14A1C7A6}"/>
                  </a:ext>
                </a:extLst>
              </p:cNvPr>
              <p:cNvSpPr txBox="1"/>
              <p:nvPr/>
            </p:nvSpPr>
            <p:spPr>
              <a:xfrm>
                <a:off x="6339206" y="2749804"/>
                <a:ext cx="70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F5CD917-A0EF-ADF2-2C92-50EC14A1C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206" y="2749804"/>
                <a:ext cx="706412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0FDA8AA-DAE7-6E91-EA38-D54818BEAAD2}"/>
              </a:ext>
            </a:extLst>
          </p:cNvPr>
          <p:cNvSpPr/>
          <p:nvPr/>
        </p:nvSpPr>
        <p:spPr>
          <a:xfrm rot="16200000">
            <a:off x="7215980" y="2574170"/>
            <a:ext cx="269127" cy="60985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9063661-43EF-36B4-AA0D-CEA32028848C}"/>
              </a:ext>
            </a:extLst>
          </p:cNvPr>
          <p:cNvCxnSpPr>
            <a:cxnSpLocks/>
          </p:cNvCxnSpPr>
          <p:nvPr/>
        </p:nvCxnSpPr>
        <p:spPr>
          <a:xfrm>
            <a:off x="6998899" y="268884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DC31772-7BDA-0023-5AFC-A2E70D792BBA}"/>
              </a:ext>
            </a:extLst>
          </p:cNvPr>
          <p:cNvCxnSpPr>
            <a:cxnSpLocks/>
          </p:cNvCxnSpPr>
          <p:nvPr/>
        </p:nvCxnSpPr>
        <p:spPr>
          <a:xfrm>
            <a:off x="4420799" y="850292"/>
            <a:ext cx="0" cy="283270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92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47ED-1F84-2EC9-CA74-A576AA0F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B70392D-5F60-7E55-A572-48D8C79C3F31}"/>
              </a:ext>
            </a:extLst>
          </p:cNvPr>
          <p:cNvCxnSpPr>
            <a:cxnSpLocks/>
          </p:cNvCxnSpPr>
          <p:nvPr/>
        </p:nvCxnSpPr>
        <p:spPr>
          <a:xfrm flipV="1">
            <a:off x="3197225" y="1761067"/>
            <a:ext cx="0" cy="16044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4B0D812-4472-1B2B-1E5D-47039ABE2C3E}"/>
              </a:ext>
            </a:extLst>
          </p:cNvPr>
          <p:cNvCxnSpPr>
            <a:cxnSpLocks/>
          </p:cNvCxnSpPr>
          <p:nvPr/>
        </p:nvCxnSpPr>
        <p:spPr>
          <a:xfrm>
            <a:off x="3197225" y="3365500"/>
            <a:ext cx="237384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37804F7-EE5D-EB0F-CC63-6E1F543E0BFF}"/>
                  </a:ext>
                </a:extLst>
              </p:cNvPr>
              <p:cNvSpPr txBox="1"/>
              <p:nvPr/>
            </p:nvSpPr>
            <p:spPr>
              <a:xfrm>
                <a:off x="3468467" y="4040974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[4,5,6,7,0,1,2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37804F7-EE5D-EB0F-CC63-6E1F543E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467" y="4040974"/>
                <a:ext cx="1622226" cy="400110"/>
              </a:xfrm>
              <a:prstGeom prst="rect">
                <a:avLst/>
              </a:prstGeom>
              <a:blipFill>
                <a:blip r:embed="rId2"/>
                <a:stretch>
                  <a:fillRect l="-1880" r="-4887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椭圆 78">
            <a:extLst>
              <a:ext uri="{FF2B5EF4-FFF2-40B4-BE49-F238E27FC236}">
                <a16:creationId xmlns:a16="http://schemas.microsoft.com/office/drawing/2014/main" id="{5610EF9A-E6CF-68B2-C07E-C96714A776D2}"/>
              </a:ext>
            </a:extLst>
          </p:cNvPr>
          <p:cNvSpPr/>
          <p:nvPr/>
        </p:nvSpPr>
        <p:spPr>
          <a:xfrm>
            <a:off x="3515465" y="254529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475CCB4B-2A11-DDE6-6330-9B1F4DEC10F5}"/>
              </a:ext>
            </a:extLst>
          </p:cNvPr>
          <p:cNvSpPr/>
          <p:nvPr/>
        </p:nvSpPr>
        <p:spPr>
          <a:xfrm>
            <a:off x="3737715" y="233838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111EAB11-1599-3AE4-BBB1-BDF0F2653AC9}"/>
              </a:ext>
            </a:extLst>
          </p:cNvPr>
          <p:cNvSpPr/>
          <p:nvPr/>
        </p:nvSpPr>
        <p:spPr>
          <a:xfrm>
            <a:off x="4495579" y="3288773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6B2C4C4-D680-CC06-57CA-63A61AFFE6E5}"/>
              </a:ext>
            </a:extLst>
          </p:cNvPr>
          <p:cNvSpPr/>
          <p:nvPr/>
        </p:nvSpPr>
        <p:spPr>
          <a:xfrm>
            <a:off x="4693491" y="3091377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E86BB82C-7DFC-E275-CE54-3F2DE77D1516}"/>
              </a:ext>
            </a:extLst>
          </p:cNvPr>
          <p:cNvCxnSpPr>
            <a:cxnSpLocks/>
            <a:stCxn id="79" idx="7"/>
            <a:endCxn id="80" idx="3"/>
          </p:cNvCxnSpPr>
          <p:nvPr/>
        </p:nvCxnSpPr>
        <p:spPr>
          <a:xfrm flipV="1">
            <a:off x="3610314" y="2433238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>
            <a:extLst>
              <a:ext uri="{FF2B5EF4-FFF2-40B4-BE49-F238E27FC236}">
                <a16:creationId xmlns:a16="http://schemas.microsoft.com/office/drawing/2014/main" id="{32BCFBE8-1AC4-296C-4DC9-D04FD89E20CF}"/>
              </a:ext>
            </a:extLst>
          </p:cNvPr>
          <p:cNvSpPr/>
          <p:nvPr/>
        </p:nvSpPr>
        <p:spPr>
          <a:xfrm>
            <a:off x="3904932" y="2168524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8FD041AF-1225-7B03-3545-CC80B12D2103}"/>
              </a:ext>
            </a:extLst>
          </p:cNvPr>
          <p:cNvSpPr/>
          <p:nvPr/>
        </p:nvSpPr>
        <p:spPr>
          <a:xfrm>
            <a:off x="4127182" y="1961622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A74C239-4FD1-54B7-03A8-43FCDA479744}"/>
              </a:ext>
            </a:extLst>
          </p:cNvPr>
          <p:cNvCxnSpPr>
            <a:cxnSpLocks/>
            <a:stCxn id="96" idx="7"/>
            <a:endCxn id="97" idx="3"/>
          </p:cNvCxnSpPr>
          <p:nvPr/>
        </p:nvCxnSpPr>
        <p:spPr>
          <a:xfrm flipV="1">
            <a:off x="3999781" y="2056471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343EF6E9-2258-1D67-DB3D-4596A4F83730}"/>
              </a:ext>
            </a:extLst>
          </p:cNvPr>
          <p:cNvCxnSpPr>
            <a:cxnSpLocks/>
            <a:stCxn id="80" idx="7"/>
            <a:endCxn id="96" idx="3"/>
          </p:cNvCxnSpPr>
          <p:nvPr/>
        </p:nvCxnSpPr>
        <p:spPr>
          <a:xfrm flipV="1">
            <a:off x="3832564" y="2263373"/>
            <a:ext cx="88642" cy="9129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303EC302-74AA-7EC1-F84D-11B3D7BD4924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4590428" y="3186226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ADC7533-7A08-3D0A-F311-87D3057F3BA2}"/>
              </a:ext>
            </a:extLst>
          </p:cNvPr>
          <p:cNvCxnSpPr>
            <a:cxnSpLocks/>
          </p:cNvCxnSpPr>
          <p:nvPr/>
        </p:nvCxnSpPr>
        <p:spPr>
          <a:xfrm flipV="1">
            <a:off x="4788340" y="2988830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>
            <a:extLst>
              <a:ext uri="{FF2B5EF4-FFF2-40B4-BE49-F238E27FC236}">
                <a16:creationId xmlns:a16="http://schemas.microsoft.com/office/drawing/2014/main" id="{4366B0B8-F1CA-791E-E488-7C7B1A71C28D}"/>
              </a:ext>
            </a:extLst>
          </p:cNvPr>
          <p:cNvSpPr/>
          <p:nvPr/>
        </p:nvSpPr>
        <p:spPr>
          <a:xfrm>
            <a:off x="4891403" y="289398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1000DEC7-31A1-0150-389D-E13B6D5B81FA}"/>
              </a:ext>
            </a:extLst>
          </p:cNvPr>
          <p:cNvCxnSpPr>
            <a:cxnSpLocks/>
            <a:stCxn id="97" idx="4"/>
            <a:endCxn id="85" idx="0"/>
          </p:cNvCxnSpPr>
          <p:nvPr/>
        </p:nvCxnSpPr>
        <p:spPr>
          <a:xfrm>
            <a:off x="4182744" y="2072745"/>
            <a:ext cx="368397" cy="121602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箭头: 下 121">
            <a:extLst>
              <a:ext uri="{FF2B5EF4-FFF2-40B4-BE49-F238E27FC236}">
                <a16:creationId xmlns:a16="http://schemas.microsoft.com/office/drawing/2014/main" id="{C54039DC-1DAD-361E-7354-596FC35F80B6}"/>
              </a:ext>
            </a:extLst>
          </p:cNvPr>
          <p:cNvSpPr/>
          <p:nvPr/>
        </p:nvSpPr>
        <p:spPr>
          <a:xfrm rot="10800000">
            <a:off x="4238305" y="3704024"/>
            <a:ext cx="82551" cy="31961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13278C54-ED79-741D-37B7-A51CEA7FF4B8}"/>
              </a:ext>
            </a:extLst>
          </p:cNvPr>
          <p:cNvSpPr/>
          <p:nvPr/>
        </p:nvSpPr>
        <p:spPr>
          <a:xfrm rot="5400000">
            <a:off x="3754820" y="1218445"/>
            <a:ext cx="128328" cy="838639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68FB53B-254D-60D6-54A3-A1B66F56C43B}"/>
              </a:ext>
            </a:extLst>
          </p:cNvPr>
          <p:cNvSpPr txBox="1"/>
          <p:nvPr/>
        </p:nvSpPr>
        <p:spPr>
          <a:xfrm>
            <a:off x="3534290" y="133804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第一段</a:t>
            </a:r>
          </a:p>
        </p:txBody>
      </p:sp>
      <p:sp>
        <p:nvSpPr>
          <p:cNvPr id="125" name="左大括号 124">
            <a:extLst>
              <a:ext uri="{FF2B5EF4-FFF2-40B4-BE49-F238E27FC236}">
                <a16:creationId xmlns:a16="http://schemas.microsoft.com/office/drawing/2014/main" id="{B0173BC0-063E-AB56-555E-A63555EC44B4}"/>
              </a:ext>
            </a:extLst>
          </p:cNvPr>
          <p:cNvSpPr/>
          <p:nvPr/>
        </p:nvSpPr>
        <p:spPr>
          <a:xfrm rot="5400000">
            <a:off x="4647181" y="2240090"/>
            <a:ext cx="128328" cy="582361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BB188FD-B666-9E3E-10BA-EA1631628A2F}"/>
              </a:ext>
            </a:extLst>
          </p:cNvPr>
          <p:cNvSpPr txBox="1"/>
          <p:nvPr/>
        </p:nvSpPr>
        <p:spPr>
          <a:xfrm>
            <a:off x="4432186" y="222464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第二段</a:t>
            </a:r>
          </a:p>
        </p:txBody>
      </p:sp>
    </p:spTree>
    <p:extLst>
      <p:ext uri="{BB962C8B-B14F-4D97-AF65-F5344CB8AC3E}">
        <p14:creationId xmlns:p14="http://schemas.microsoft.com/office/powerpoint/2010/main" val="1169496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171B-FED9-550E-53A6-429FA7EB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C7AE89A-6238-1D2F-F3C6-46BA7C9E089A}"/>
                  </a:ext>
                </a:extLst>
              </p:cNvPr>
              <p:cNvSpPr txBox="1"/>
              <p:nvPr/>
            </p:nvSpPr>
            <p:spPr>
              <a:xfrm>
                <a:off x="2029202" y="1913940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:[4,5,6,7,0,1,</m:t>
                      </m:r>
                      <m:r>
                        <a:rPr lang="en-US" altLang="zh-C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C7AE89A-6238-1D2F-F3C6-46BA7C9E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202" y="1913940"/>
                <a:ext cx="1622226" cy="400110"/>
              </a:xfrm>
              <a:prstGeom prst="rect">
                <a:avLst/>
              </a:prstGeom>
              <a:blipFill>
                <a:blip r:embed="rId2"/>
                <a:stretch>
                  <a:fillRect r="-19173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D5008D6-5739-D02C-C94B-083464DE30D1}"/>
                  </a:ext>
                </a:extLst>
              </p:cNvPr>
              <p:cNvSpPr txBox="1"/>
              <p:nvPr/>
            </p:nvSpPr>
            <p:spPr>
              <a:xfrm>
                <a:off x="2029202" y="3073871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:[0,0,0,0,1,1,1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D5008D6-5739-D02C-C94B-083464DE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202" y="3073871"/>
                <a:ext cx="1622226" cy="400110"/>
              </a:xfrm>
              <a:prstGeom prst="rect">
                <a:avLst/>
              </a:prstGeom>
              <a:blipFill>
                <a:blip r:embed="rId3"/>
                <a:stretch>
                  <a:fillRect r="-20301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300D054-CA56-04BA-E11A-6EDB5678961D}"/>
              </a:ext>
            </a:extLst>
          </p:cNvPr>
          <p:cNvCxnSpPr>
            <a:cxnSpLocks/>
          </p:cNvCxnSpPr>
          <p:nvPr/>
        </p:nvCxnSpPr>
        <p:spPr>
          <a:xfrm>
            <a:off x="2529484" y="2267165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CDD8174-2E7A-60BF-8D3F-ADE737C55C3E}"/>
              </a:ext>
            </a:extLst>
          </p:cNvPr>
          <p:cNvCxnSpPr>
            <a:cxnSpLocks/>
          </p:cNvCxnSpPr>
          <p:nvPr/>
        </p:nvCxnSpPr>
        <p:spPr>
          <a:xfrm>
            <a:off x="2709400" y="2267164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52F9641-D0DE-305F-DF26-20741D29475E}"/>
              </a:ext>
            </a:extLst>
          </p:cNvPr>
          <p:cNvCxnSpPr>
            <a:cxnSpLocks/>
          </p:cNvCxnSpPr>
          <p:nvPr/>
        </p:nvCxnSpPr>
        <p:spPr>
          <a:xfrm>
            <a:off x="2906250" y="2267163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E1D9F07-6832-2AD3-B28B-A50BD95AB86A}"/>
              </a:ext>
            </a:extLst>
          </p:cNvPr>
          <p:cNvCxnSpPr>
            <a:cxnSpLocks/>
          </p:cNvCxnSpPr>
          <p:nvPr/>
        </p:nvCxnSpPr>
        <p:spPr>
          <a:xfrm>
            <a:off x="3098867" y="2267165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1918BA1-FEA9-D1B7-33E5-252B5FC7C063}"/>
              </a:ext>
            </a:extLst>
          </p:cNvPr>
          <p:cNvCxnSpPr>
            <a:cxnSpLocks/>
          </p:cNvCxnSpPr>
          <p:nvPr/>
        </p:nvCxnSpPr>
        <p:spPr>
          <a:xfrm>
            <a:off x="3278783" y="2267164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A26CD23-6485-E7CE-C756-18A9F6A3FC25}"/>
              </a:ext>
            </a:extLst>
          </p:cNvPr>
          <p:cNvCxnSpPr>
            <a:cxnSpLocks/>
          </p:cNvCxnSpPr>
          <p:nvPr/>
        </p:nvCxnSpPr>
        <p:spPr>
          <a:xfrm>
            <a:off x="3475633" y="2267163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E139261-B962-D23A-F33C-37CAA12F83FB}"/>
              </a:ext>
            </a:extLst>
          </p:cNvPr>
          <p:cNvCxnSpPr>
            <a:cxnSpLocks/>
          </p:cNvCxnSpPr>
          <p:nvPr/>
        </p:nvCxnSpPr>
        <p:spPr>
          <a:xfrm>
            <a:off x="3674710" y="2267163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2E315BD-3021-5233-5D95-034F0F2F74D4}"/>
              </a:ext>
            </a:extLst>
          </p:cNvPr>
          <p:cNvCxnSpPr>
            <a:cxnSpLocks/>
          </p:cNvCxnSpPr>
          <p:nvPr/>
        </p:nvCxnSpPr>
        <p:spPr>
          <a:xfrm>
            <a:off x="1713354" y="1928952"/>
            <a:ext cx="0" cy="2434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8F71C90-8950-266D-DB58-45B750FA7482}"/>
              </a:ext>
            </a:extLst>
          </p:cNvPr>
          <p:cNvSpPr txBox="1"/>
          <p:nvPr/>
        </p:nvSpPr>
        <p:spPr>
          <a:xfrm>
            <a:off x="1146088" y="1928952"/>
            <a:ext cx="599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800" b="1" dirty="0"/>
              <a:t>大于关系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BA6B43F-485B-2170-CBA9-C4B7B464F447}"/>
              </a:ext>
            </a:extLst>
          </p:cNvPr>
          <p:cNvCxnSpPr>
            <a:cxnSpLocks/>
          </p:cNvCxnSpPr>
          <p:nvPr/>
        </p:nvCxnSpPr>
        <p:spPr>
          <a:xfrm>
            <a:off x="1713354" y="2261269"/>
            <a:ext cx="0" cy="24341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F621559-3806-DF57-3F8D-26180463CD21}"/>
              </a:ext>
            </a:extLst>
          </p:cNvPr>
          <p:cNvSpPr txBox="1"/>
          <p:nvPr/>
        </p:nvSpPr>
        <p:spPr>
          <a:xfrm>
            <a:off x="1146088" y="2261269"/>
            <a:ext cx="599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800" b="1" dirty="0"/>
              <a:t>小于关系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72F4A6A-DD4A-AF62-578F-D4CA2A968300}"/>
              </a:ext>
            </a:extLst>
          </p:cNvPr>
          <p:cNvSpPr/>
          <p:nvPr/>
        </p:nvSpPr>
        <p:spPr>
          <a:xfrm>
            <a:off x="1184606" y="1857803"/>
            <a:ext cx="591397" cy="6831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8CF7029-D216-31ED-D851-89E85A3E9BD6}"/>
              </a:ext>
            </a:extLst>
          </p:cNvPr>
          <p:cNvCxnSpPr>
            <a:cxnSpLocks/>
            <a:stCxn id="28" idx="1"/>
            <a:endCxn id="28" idx="3"/>
          </p:cNvCxnSpPr>
          <p:nvPr/>
        </p:nvCxnSpPr>
        <p:spPr>
          <a:xfrm>
            <a:off x="1184606" y="2199371"/>
            <a:ext cx="59139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E293FF2-674E-DB60-D44C-DBA0CA5400FD}"/>
                  </a:ext>
                </a:extLst>
              </p:cNvPr>
              <p:cNvSpPr txBox="1"/>
              <p:nvPr/>
            </p:nvSpPr>
            <p:spPr>
              <a:xfrm>
                <a:off x="4371448" y="1911823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:[6,7,0,1,2,4,</m:t>
                      </m:r>
                      <m:r>
                        <a:rPr lang="en-US" altLang="zh-C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E293FF2-674E-DB60-D44C-DBA0CA540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48" y="1911823"/>
                <a:ext cx="1622226" cy="400110"/>
              </a:xfrm>
              <a:prstGeom prst="rect">
                <a:avLst/>
              </a:prstGeom>
              <a:blipFill>
                <a:blip r:embed="rId4"/>
                <a:stretch>
                  <a:fillRect r="-19173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F389E02-7F7D-A55E-544A-A37BCB875B74}"/>
                  </a:ext>
                </a:extLst>
              </p:cNvPr>
              <p:cNvSpPr txBox="1"/>
              <p:nvPr/>
            </p:nvSpPr>
            <p:spPr>
              <a:xfrm>
                <a:off x="4371448" y="3071754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:[0,0,1,1,1,1,1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F389E02-7F7D-A55E-544A-A37BCB87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48" y="3071754"/>
                <a:ext cx="1622226" cy="400110"/>
              </a:xfrm>
              <a:prstGeom prst="rect">
                <a:avLst/>
              </a:prstGeom>
              <a:blipFill>
                <a:blip r:embed="rId5"/>
                <a:stretch>
                  <a:fillRect r="-20301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06223C9-3032-7D93-4F5B-DB0B91E8970D}"/>
              </a:ext>
            </a:extLst>
          </p:cNvPr>
          <p:cNvCxnSpPr>
            <a:cxnSpLocks/>
          </p:cNvCxnSpPr>
          <p:nvPr/>
        </p:nvCxnSpPr>
        <p:spPr>
          <a:xfrm>
            <a:off x="4871730" y="2265048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E4D3CDC-E210-52AB-2BD1-9228348C8BB6}"/>
              </a:ext>
            </a:extLst>
          </p:cNvPr>
          <p:cNvCxnSpPr>
            <a:cxnSpLocks/>
          </p:cNvCxnSpPr>
          <p:nvPr/>
        </p:nvCxnSpPr>
        <p:spPr>
          <a:xfrm>
            <a:off x="5051646" y="2265047"/>
            <a:ext cx="0" cy="886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ACFCFB3-292E-F3AD-219E-CD4AD0343F50}"/>
              </a:ext>
            </a:extLst>
          </p:cNvPr>
          <p:cNvCxnSpPr>
            <a:cxnSpLocks/>
          </p:cNvCxnSpPr>
          <p:nvPr/>
        </p:nvCxnSpPr>
        <p:spPr>
          <a:xfrm>
            <a:off x="5248496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D1A13FA-EC30-4567-53B6-DBE32A334BB4}"/>
              </a:ext>
            </a:extLst>
          </p:cNvPr>
          <p:cNvCxnSpPr>
            <a:cxnSpLocks/>
          </p:cNvCxnSpPr>
          <p:nvPr/>
        </p:nvCxnSpPr>
        <p:spPr>
          <a:xfrm>
            <a:off x="5441113" y="2265048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BF00956-B944-714C-3BA6-EA0A7F55B256}"/>
              </a:ext>
            </a:extLst>
          </p:cNvPr>
          <p:cNvCxnSpPr>
            <a:cxnSpLocks/>
          </p:cNvCxnSpPr>
          <p:nvPr/>
        </p:nvCxnSpPr>
        <p:spPr>
          <a:xfrm>
            <a:off x="5621029" y="2265047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9632FC4-BFB9-87AF-735E-0F98924D7342}"/>
              </a:ext>
            </a:extLst>
          </p:cNvPr>
          <p:cNvCxnSpPr>
            <a:cxnSpLocks/>
          </p:cNvCxnSpPr>
          <p:nvPr/>
        </p:nvCxnSpPr>
        <p:spPr>
          <a:xfrm>
            <a:off x="5817879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436656C-A921-BC57-3E7B-C90F923DD364}"/>
              </a:ext>
            </a:extLst>
          </p:cNvPr>
          <p:cNvCxnSpPr>
            <a:cxnSpLocks/>
          </p:cNvCxnSpPr>
          <p:nvPr/>
        </p:nvCxnSpPr>
        <p:spPr>
          <a:xfrm>
            <a:off x="6016956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7F9088A-B5CE-8EA8-05E5-741C6F143B8A}"/>
                  </a:ext>
                </a:extLst>
              </p:cNvPr>
              <p:cNvSpPr txBox="1"/>
              <p:nvPr/>
            </p:nvSpPr>
            <p:spPr>
              <a:xfrm>
                <a:off x="6525415" y="1911823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:[0,1,2,4,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5,6,</m:t>
                      </m:r>
                      <m:r>
                        <a:rPr lang="en-US" altLang="zh-CN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7F9088A-B5CE-8EA8-05E5-741C6F143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415" y="1911823"/>
                <a:ext cx="1622226" cy="400110"/>
              </a:xfrm>
              <a:prstGeom prst="rect">
                <a:avLst/>
              </a:prstGeom>
              <a:blipFill>
                <a:blip r:embed="rId6"/>
                <a:stretch>
                  <a:fillRect r="-18727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660C27C-A6FA-BFA6-5B39-A25373C61423}"/>
                  </a:ext>
                </a:extLst>
              </p:cNvPr>
              <p:cNvSpPr txBox="1"/>
              <p:nvPr/>
            </p:nvSpPr>
            <p:spPr>
              <a:xfrm>
                <a:off x="6525415" y="3071754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:[1,1,1,1,1,1,1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660C27C-A6FA-BFA6-5B39-A25373C6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415" y="3071754"/>
                <a:ext cx="1622226" cy="400110"/>
              </a:xfrm>
              <a:prstGeom prst="rect">
                <a:avLst/>
              </a:prstGeom>
              <a:blipFill>
                <a:blip r:embed="rId7"/>
                <a:stretch>
                  <a:fillRect r="-19850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7A558B5-F6BE-0DAA-4E72-ED81E85D1FE5}"/>
              </a:ext>
            </a:extLst>
          </p:cNvPr>
          <p:cNvCxnSpPr>
            <a:cxnSpLocks/>
          </p:cNvCxnSpPr>
          <p:nvPr/>
        </p:nvCxnSpPr>
        <p:spPr>
          <a:xfrm>
            <a:off x="7025697" y="2265048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531E327-E9C7-AC35-114E-D172A906791F}"/>
              </a:ext>
            </a:extLst>
          </p:cNvPr>
          <p:cNvCxnSpPr>
            <a:cxnSpLocks/>
          </p:cNvCxnSpPr>
          <p:nvPr/>
        </p:nvCxnSpPr>
        <p:spPr>
          <a:xfrm>
            <a:off x="7205613" y="2265047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31D827B-C337-D254-2224-7BFE5AEB153C}"/>
              </a:ext>
            </a:extLst>
          </p:cNvPr>
          <p:cNvCxnSpPr>
            <a:cxnSpLocks/>
          </p:cNvCxnSpPr>
          <p:nvPr/>
        </p:nvCxnSpPr>
        <p:spPr>
          <a:xfrm>
            <a:off x="7402463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84420A8-AAB2-F1E2-42B2-3DE94A76821C}"/>
              </a:ext>
            </a:extLst>
          </p:cNvPr>
          <p:cNvCxnSpPr>
            <a:cxnSpLocks/>
          </p:cNvCxnSpPr>
          <p:nvPr/>
        </p:nvCxnSpPr>
        <p:spPr>
          <a:xfrm>
            <a:off x="7595080" y="2265048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6D57B22-0389-04BE-C1D8-AC0C990F1D8F}"/>
              </a:ext>
            </a:extLst>
          </p:cNvPr>
          <p:cNvCxnSpPr>
            <a:cxnSpLocks/>
          </p:cNvCxnSpPr>
          <p:nvPr/>
        </p:nvCxnSpPr>
        <p:spPr>
          <a:xfrm>
            <a:off x="7774996" y="2265047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C2FD57F-1D27-56F9-FED3-223EABDBC9A5}"/>
              </a:ext>
            </a:extLst>
          </p:cNvPr>
          <p:cNvCxnSpPr>
            <a:cxnSpLocks/>
          </p:cNvCxnSpPr>
          <p:nvPr/>
        </p:nvCxnSpPr>
        <p:spPr>
          <a:xfrm>
            <a:off x="7971846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230F188-78FF-115E-92FF-EF60EDCA3CF2}"/>
              </a:ext>
            </a:extLst>
          </p:cNvPr>
          <p:cNvCxnSpPr>
            <a:cxnSpLocks/>
          </p:cNvCxnSpPr>
          <p:nvPr/>
        </p:nvCxnSpPr>
        <p:spPr>
          <a:xfrm>
            <a:off x="8170923" y="2265046"/>
            <a:ext cx="0" cy="886883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408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9314E-C5C0-11AC-86E5-9158B3DE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E204989-B70E-E475-4795-5EE3D5F84037}"/>
              </a:ext>
            </a:extLst>
          </p:cNvPr>
          <p:cNvCxnSpPr>
            <a:cxnSpLocks/>
          </p:cNvCxnSpPr>
          <p:nvPr/>
        </p:nvCxnSpPr>
        <p:spPr>
          <a:xfrm flipV="1">
            <a:off x="3197225" y="1761067"/>
            <a:ext cx="0" cy="16044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B02C3501-4779-BB1F-C9C2-396F821AB534}"/>
              </a:ext>
            </a:extLst>
          </p:cNvPr>
          <p:cNvCxnSpPr>
            <a:cxnSpLocks/>
          </p:cNvCxnSpPr>
          <p:nvPr/>
        </p:nvCxnSpPr>
        <p:spPr>
          <a:xfrm>
            <a:off x="3197225" y="3365500"/>
            <a:ext cx="19907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B380B1E3-6307-2E97-3704-2E0F4C776C77}"/>
              </a:ext>
            </a:extLst>
          </p:cNvPr>
          <p:cNvSpPr/>
          <p:nvPr/>
        </p:nvSpPr>
        <p:spPr>
          <a:xfrm>
            <a:off x="3515465" y="254529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0B2CCF9-FA40-34FD-A76E-E87C01CC6C89}"/>
              </a:ext>
            </a:extLst>
          </p:cNvPr>
          <p:cNvSpPr/>
          <p:nvPr/>
        </p:nvSpPr>
        <p:spPr>
          <a:xfrm>
            <a:off x="3737715" y="233838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7BD9BD4D-89BE-62D9-62FC-F1A485995C96}"/>
              </a:ext>
            </a:extLst>
          </p:cNvPr>
          <p:cNvSpPr/>
          <p:nvPr/>
        </p:nvSpPr>
        <p:spPr>
          <a:xfrm>
            <a:off x="4495579" y="3288773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09C5BC4-0EEA-F16F-E7C9-9F60D0AF01B9}"/>
              </a:ext>
            </a:extLst>
          </p:cNvPr>
          <p:cNvSpPr/>
          <p:nvPr/>
        </p:nvSpPr>
        <p:spPr>
          <a:xfrm>
            <a:off x="4693491" y="3091377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A2BDA72-5747-74E9-61E6-C2A7F1D68AD6}"/>
              </a:ext>
            </a:extLst>
          </p:cNvPr>
          <p:cNvCxnSpPr>
            <a:cxnSpLocks/>
            <a:stCxn id="79" idx="7"/>
            <a:endCxn id="80" idx="3"/>
          </p:cNvCxnSpPr>
          <p:nvPr/>
        </p:nvCxnSpPr>
        <p:spPr>
          <a:xfrm flipV="1">
            <a:off x="3610314" y="2433238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>
            <a:extLst>
              <a:ext uri="{FF2B5EF4-FFF2-40B4-BE49-F238E27FC236}">
                <a16:creationId xmlns:a16="http://schemas.microsoft.com/office/drawing/2014/main" id="{5AF94E6E-573C-E610-6841-2CD18AB66FE1}"/>
              </a:ext>
            </a:extLst>
          </p:cNvPr>
          <p:cNvSpPr/>
          <p:nvPr/>
        </p:nvSpPr>
        <p:spPr>
          <a:xfrm>
            <a:off x="3904932" y="2168524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0C39E3A-F065-39D9-C46A-7B1A8F20B2D3}"/>
              </a:ext>
            </a:extLst>
          </p:cNvPr>
          <p:cNvSpPr/>
          <p:nvPr/>
        </p:nvSpPr>
        <p:spPr>
          <a:xfrm>
            <a:off x="4127182" y="1961622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689E4E1E-1793-01B2-40DB-692DD74010BB}"/>
              </a:ext>
            </a:extLst>
          </p:cNvPr>
          <p:cNvCxnSpPr>
            <a:cxnSpLocks/>
            <a:stCxn id="96" idx="7"/>
            <a:endCxn id="97" idx="3"/>
          </p:cNvCxnSpPr>
          <p:nvPr/>
        </p:nvCxnSpPr>
        <p:spPr>
          <a:xfrm flipV="1">
            <a:off x="3999781" y="2056471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515655ED-8529-826C-BBC9-8791C6F1A207}"/>
              </a:ext>
            </a:extLst>
          </p:cNvPr>
          <p:cNvCxnSpPr>
            <a:cxnSpLocks/>
            <a:stCxn id="80" idx="7"/>
            <a:endCxn id="96" idx="3"/>
          </p:cNvCxnSpPr>
          <p:nvPr/>
        </p:nvCxnSpPr>
        <p:spPr>
          <a:xfrm flipV="1">
            <a:off x="3832564" y="2263373"/>
            <a:ext cx="88642" cy="9129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8BD51555-8051-C2EC-C008-9B1782269AC4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4590428" y="3186226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3E4509AE-4BF2-E09D-25DF-92E63B3805A9}"/>
              </a:ext>
            </a:extLst>
          </p:cNvPr>
          <p:cNvCxnSpPr>
            <a:cxnSpLocks/>
          </p:cNvCxnSpPr>
          <p:nvPr/>
        </p:nvCxnSpPr>
        <p:spPr>
          <a:xfrm flipV="1">
            <a:off x="4788340" y="2988830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>
            <a:extLst>
              <a:ext uri="{FF2B5EF4-FFF2-40B4-BE49-F238E27FC236}">
                <a16:creationId xmlns:a16="http://schemas.microsoft.com/office/drawing/2014/main" id="{0D1F2768-A22C-3669-81F7-27F8AA70DC58}"/>
              </a:ext>
            </a:extLst>
          </p:cNvPr>
          <p:cNvSpPr/>
          <p:nvPr/>
        </p:nvSpPr>
        <p:spPr>
          <a:xfrm>
            <a:off x="4891403" y="289398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A10AF18-1413-3891-97F3-BE713005F132}"/>
              </a:ext>
            </a:extLst>
          </p:cNvPr>
          <p:cNvGrpSpPr/>
          <p:nvPr/>
        </p:nvGrpSpPr>
        <p:grpSpPr>
          <a:xfrm>
            <a:off x="3531383" y="1752624"/>
            <a:ext cx="468398" cy="470192"/>
            <a:chOff x="3531383" y="1752624"/>
            <a:chExt cx="468398" cy="4701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BC98904D-6E43-C0F3-9917-C8E3DC978A26}"/>
                    </a:ext>
                  </a:extLst>
                </p:cNvPr>
                <p:cNvSpPr txBox="1"/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𝒎𝒊𝒅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BC98904D-6E43-C0F3-9917-C8E3DC978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箭头: 下 2">
              <a:extLst>
                <a:ext uri="{FF2B5EF4-FFF2-40B4-BE49-F238E27FC236}">
                  <a16:creationId xmlns:a16="http://schemas.microsoft.com/office/drawing/2014/main" id="{0BC5778C-F2F7-1BDF-A399-853B937D4B9A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左大括号 3">
            <a:extLst>
              <a:ext uri="{FF2B5EF4-FFF2-40B4-BE49-F238E27FC236}">
                <a16:creationId xmlns:a16="http://schemas.microsoft.com/office/drawing/2014/main" id="{444DC161-5969-D4ED-8344-F0A25B9CB6DC}"/>
              </a:ext>
            </a:extLst>
          </p:cNvPr>
          <p:cNvSpPr/>
          <p:nvPr/>
        </p:nvSpPr>
        <p:spPr>
          <a:xfrm rot="5400000">
            <a:off x="3712487" y="1099462"/>
            <a:ext cx="128328" cy="838639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C28B76-9BC9-4F09-1C2F-34F74466BF7C}"/>
              </a:ext>
            </a:extLst>
          </p:cNvPr>
          <p:cNvSpPr txBox="1"/>
          <p:nvPr/>
        </p:nvSpPr>
        <p:spPr>
          <a:xfrm>
            <a:off x="3491957" y="12190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第一段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B978FE73-8A75-C395-074C-E7F16830FC72}"/>
              </a:ext>
            </a:extLst>
          </p:cNvPr>
          <p:cNvSpPr/>
          <p:nvPr/>
        </p:nvSpPr>
        <p:spPr>
          <a:xfrm rot="5400000">
            <a:off x="4552332" y="1867471"/>
            <a:ext cx="128328" cy="582361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95487F-0E09-ACCA-2317-02621A47C9C9}"/>
              </a:ext>
            </a:extLst>
          </p:cNvPr>
          <p:cNvSpPr txBox="1"/>
          <p:nvPr/>
        </p:nvSpPr>
        <p:spPr>
          <a:xfrm>
            <a:off x="4337337" y="1852022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第二段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8987A7B-40A1-ACBA-5BC3-C1EFC334ECBE}"/>
              </a:ext>
            </a:extLst>
          </p:cNvPr>
          <p:cNvGrpSpPr/>
          <p:nvPr/>
        </p:nvGrpSpPr>
        <p:grpSpPr>
          <a:xfrm>
            <a:off x="4591657" y="2534769"/>
            <a:ext cx="300082" cy="488682"/>
            <a:chOff x="3644474" y="1734134"/>
            <a:chExt cx="300082" cy="4886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A6A96DC-EA98-AEC1-AD63-2B55B054B860}"/>
                    </a:ext>
                  </a:extLst>
                </p:cNvPr>
                <p:cNvSpPr txBox="1"/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A6A96DC-EA98-AEC1-AD63-2B55B054B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90D141B0-AF30-F325-810B-F034AD0CB1F8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46576A-0885-0A77-5E96-FACF56DF19A6}"/>
              </a:ext>
            </a:extLst>
          </p:cNvPr>
          <p:cNvGrpSpPr/>
          <p:nvPr/>
        </p:nvGrpSpPr>
        <p:grpSpPr>
          <a:xfrm>
            <a:off x="3211297" y="3422379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174213-9753-5506-FE9B-2C76179C7756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174213-9753-5506-FE9B-2C76179C7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29A340DE-5CD3-746C-1128-951371CBBDD0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7BB08F6-7F63-EEA1-2493-6059EC555528}"/>
              </a:ext>
            </a:extLst>
          </p:cNvPr>
          <p:cNvGrpSpPr/>
          <p:nvPr/>
        </p:nvGrpSpPr>
        <p:grpSpPr>
          <a:xfrm>
            <a:off x="4901771" y="3455418"/>
            <a:ext cx="309700" cy="456168"/>
            <a:chOff x="3640051" y="1330660"/>
            <a:chExt cx="309700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D3A557A-D2EA-C26C-BB7A-4D82E4B7DAD5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D3A557A-D2EA-C26C-BB7A-4D82E4B7D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箭头: 下 17">
              <a:extLst>
                <a:ext uri="{FF2B5EF4-FFF2-40B4-BE49-F238E27FC236}">
                  <a16:creationId xmlns:a16="http://schemas.microsoft.com/office/drawing/2014/main" id="{9CFBB7B9-A671-1472-52FC-BFD4B64A79FC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B4382CD-BBDB-498B-F8D8-2A588B7E063D}"/>
                  </a:ext>
                </a:extLst>
              </p:cNvPr>
              <p:cNvSpPr txBox="1"/>
              <p:nvPr/>
            </p:nvSpPr>
            <p:spPr>
              <a:xfrm>
                <a:off x="4804614" y="3866843"/>
                <a:ext cx="56618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zh-CN" altLang="en-US" sz="1000" b="1" i="1">
                          <a:latin typeface="Cambria Math" panose="02040503050406030204" pitchFamily="18" charset="0"/>
                        </a:rPr>
                        <m:t>不动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B4382CD-BBDB-498B-F8D8-2A588B7E0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14" y="3866843"/>
                <a:ext cx="566181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EF9D2765-3813-C5AF-E42B-63FDE12428DE}"/>
              </a:ext>
            </a:extLst>
          </p:cNvPr>
          <p:cNvGrpSpPr/>
          <p:nvPr/>
        </p:nvGrpSpPr>
        <p:grpSpPr>
          <a:xfrm>
            <a:off x="3796790" y="3440516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CACEA70-9DB4-56BB-F5CA-1030C3E2B04F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CACEA70-9DB4-56BB-F5CA-1030C3E2B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14230511-0223-E201-ED92-E2A03EC48964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CF432D62-356E-94F5-C339-AEC40421A701}"/>
              </a:ext>
            </a:extLst>
          </p:cNvPr>
          <p:cNvCxnSpPr>
            <a:cxnSpLocks/>
            <a:stCxn id="14" idx="2"/>
            <a:endCxn id="21" idx="2"/>
          </p:cNvCxnSpPr>
          <p:nvPr/>
        </p:nvCxnSpPr>
        <p:spPr>
          <a:xfrm rot="16200000" flipH="1">
            <a:off x="3641009" y="3594868"/>
            <a:ext cx="18137" cy="585493"/>
          </a:xfrm>
          <a:prstGeom prst="curvedConnector3">
            <a:avLst>
              <a:gd name="adj1" fmla="val 1360407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0C414E7-1F24-2C0F-6A92-E3638609FD3E}"/>
                  </a:ext>
                </a:extLst>
              </p:cNvPr>
              <p:cNvSpPr txBox="1"/>
              <p:nvPr/>
            </p:nvSpPr>
            <p:spPr>
              <a:xfrm>
                <a:off x="3239890" y="4137736"/>
                <a:ext cx="93807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0C414E7-1F24-2C0F-6A92-E3638609F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890" y="4137736"/>
                <a:ext cx="938077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5B602BA-1C4D-0D57-AF6D-E15B8213CB34}"/>
              </a:ext>
            </a:extLst>
          </p:cNvPr>
          <p:cNvCxnSpPr>
            <a:cxnSpLocks/>
          </p:cNvCxnSpPr>
          <p:nvPr/>
        </p:nvCxnSpPr>
        <p:spPr>
          <a:xfrm>
            <a:off x="3944222" y="2307167"/>
            <a:ext cx="0" cy="101547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066A4A8-99A6-8675-BFCE-831CC9B7AB7F}"/>
              </a:ext>
            </a:extLst>
          </p:cNvPr>
          <p:cNvCxnSpPr>
            <a:cxnSpLocks/>
          </p:cNvCxnSpPr>
          <p:nvPr/>
        </p:nvCxnSpPr>
        <p:spPr>
          <a:xfrm flipV="1">
            <a:off x="7238985" y="1719295"/>
            <a:ext cx="0" cy="16044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B730CE6-D8E0-7930-E0D6-A9A0A646EBB6}"/>
              </a:ext>
            </a:extLst>
          </p:cNvPr>
          <p:cNvCxnSpPr>
            <a:cxnSpLocks/>
          </p:cNvCxnSpPr>
          <p:nvPr/>
        </p:nvCxnSpPr>
        <p:spPr>
          <a:xfrm>
            <a:off x="7238985" y="3323728"/>
            <a:ext cx="19907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7E8E4038-2B8F-E768-0CE5-20510FC840B0}"/>
              </a:ext>
            </a:extLst>
          </p:cNvPr>
          <p:cNvSpPr/>
          <p:nvPr/>
        </p:nvSpPr>
        <p:spPr>
          <a:xfrm>
            <a:off x="7557225" y="250351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8948BEC-9768-BE88-2B2A-DF97C2B059FD}"/>
              </a:ext>
            </a:extLst>
          </p:cNvPr>
          <p:cNvSpPr/>
          <p:nvPr/>
        </p:nvSpPr>
        <p:spPr>
          <a:xfrm>
            <a:off x="7779475" y="2296617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F09AE02-A608-2237-073C-7F67D5B6F32C}"/>
              </a:ext>
            </a:extLst>
          </p:cNvPr>
          <p:cNvSpPr/>
          <p:nvPr/>
        </p:nvSpPr>
        <p:spPr>
          <a:xfrm>
            <a:off x="8537339" y="324700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65E5801-401C-0756-6FA8-7DEE1ACE4741}"/>
              </a:ext>
            </a:extLst>
          </p:cNvPr>
          <p:cNvSpPr/>
          <p:nvPr/>
        </p:nvSpPr>
        <p:spPr>
          <a:xfrm>
            <a:off x="8735251" y="3049605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10B9F58-EA8A-3D87-C993-3A6CB5C1C063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7652074" y="2391466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72F67B3D-D39F-72DC-3812-48FC294B10CD}"/>
              </a:ext>
            </a:extLst>
          </p:cNvPr>
          <p:cNvSpPr/>
          <p:nvPr/>
        </p:nvSpPr>
        <p:spPr>
          <a:xfrm>
            <a:off x="7946692" y="2126752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C9D09DD-DD9D-662D-629C-9CFABD84B400}"/>
              </a:ext>
            </a:extLst>
          </p:cNvPr>
          <p:cNvSpPr/>
          <p:nvPr/>
        </p:nvSpPr>
        <p:spPr>
          <a:xfrm>
            <a:off x="8168942" y="1919850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DA357A6-3FF7-48FE-FF51-492BF6B22371}"/>
              </a:ext>
            </a:extLst>
          </p:cNvPr>
          <p:cNvCxnSpPr>
            <a:cxnSpLocks/>
            <a:stCxn id="38" idx="7"/>
            <a:endCxn id="39" idx="3"/>
          </p:cNvCxnSpPr>
          <p:nvPr/>
        </p:nvCxnSpPr>
        <p:spPr>
          <a:xfrm flipV="1">
            <a:off x="8041541" y="2014699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910ECB4-7A49-E4D6-7BD7-166947C922D7}"/>
              </a:ext>
            </a:extLst>
          </p:cNvPr>
          <p:cNvCxnSpPr>
            <a:cxnSpLocks/>
            <a:stCxn id="34" idx="7"/>
            <a:endCxn id="38" idx="3"/>
          </p:cNvCxnSpPr>
          <p:nvPr/>
        </p:nvCxnSpPr>
        <p:spPr>
          <a:xfrm flipV="1">
            <a:off x="7874324" y="2221601"/>
            <a:ext cx="88642" cy="9129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26F125F-21B0-812B-64BB-239597A3046A}"/>
              </a:ext>
            </a:extLst>
          </p:cNvPr>
          <p:cNvCxnSpPr>
            <a:cxnSpLocks/>
            <a:stCxn id="35" idx="7"/>
            <a:endCxn id="36" idx="3"/>
          </p:cNvCxnSpPr>
          <p:nvPr/>
        </p:nvCxnSpPr>
        <p:spPr>
          <a:xfrm flipV="1">
            <a:off x="8632188" y="3144454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903D4E1-7184-CBAA-9592-FFB245BF5671}"/>
              </a:ext>
            </a:extLst>
          </p:cNvPr>
          <p:cNvCxnSpPr>
            <a:cxnSpLocks/>
          </p:cNvCxnSpPr>
          <p:nvPr/>
        </p:nvCxnSpPr>
        <p:spPr>
          <a:xfrm flipV="1">
            <a:off x="8830100" y="2947058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4E0BF5EF-3C98-3146-54CC-148DFF970DD0}"/>
              </a:ext>
            </a:extLst>
          </p:cNvPr>
          <p:cNvSpPr/>
          <p:nvPr/>
        </p:nvSpPr>
        <p:spPr>
          <a:xfrm>
            <a:off x="8933163" y="285220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2DF63BE-6EF0-FAD6-CB8D-872F0C7CD29F}"/>
              </a:ext>
            </a:extLst>
          </p:cNvPr>
          <p:cNvGrpSpPr/>
          <p:nvPr/>
        </p:nvGrpSpPr>
        <p:grpSpPr>
          <a:xfrm>
            <a:off x="8517326" y="2505602"/>
            <a:ext cx="468398" cy="470192"/>
            <a:chOff x="3531383" y="1752624"/>
            <a:chExt cx="468398" cy="4701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2834A51-2D33-79BC-69DE-EBCC991F0863}"/>
                    </a:ext>
                  </a:extLst>
                </p:cNvPr>
                <p:cNvSpPr txBox="1"/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𝒎𝒊𝒅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2834A51-2D33-79BC-69DE-EBCC991F0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箭头: 下 46">
              <a:extLst>
                <a:ext uri="{FF2B5EF4-FFF2-40B4-BE49-F238E27FC236}">
                  <a16:creationId xmlns:a16="http://schemas.microsoft.com/office/drawing/2014/main" id="{A07179B3-6E80-2928-299B-E00ABCDFF655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2E4E213F-D0F8-F9F1-4F64-DBC1A2DCBCA1}"/>
              </a:ext>
            </a:extLst>
          </p:cNvPr>
          <p:cNvSpPr/>
          <p:nvPr/>
        </p:nvSpPr>
        <p:spPr>
          <a:xfrm rot="5400000">
            <a:off x="7754247" y="1057690"/>
            <a:ext cx="128328" cy="838639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AA34666-856A-6FED-7499-B122486936C6}"/>
              </a:ext>
            </a:extLst>
          </p:cNvPr>
          <p:cNvSpPr txBox="1"/>
          <p:nvPr/>
        </p:nvSpPr>
        <p:spPr>
          <a:xfrm>
            <a:off x="7533717" y="117729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第一段</a:t>
            </a:r>
          </a:p>
        </p:txBody>
      </p:sp>
      <p:sp>
        <p:nvSpPr>
          <p:cNvPr id="50" name="左大括号 49">
            <a:extLst>
              <a:ext uri="{FF2B5EF4-FFF2-40B4-BE49-F238E27FC236}">
                <a16:creationId xmlns:a16="http://schemas.microsoft.com/office/drawing/2014/main" id="{DA765BB5-AFC1-90AB-2DE6-FB619C439C2B}"/>
              </a:ext>
            </a:extLst>
          </p:cNvPr>
          <p:cNvSpPr/>
          <p:nvPr/>
        </p:nvSpPr>
        <p:spPr>
          <a:xfrm rot="5400000">
            <a:off x="8594092" y="1825699"/>
            <a:ext cx="128328" cy="582361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03B7FDE-E0B5-75C5-C450-20D92CDDEBBB}"/>
              </a:ext>
            </a:extLst>
          </p:cNvPr>
          <p:cNvSpPr txBox="1"/>
          <p:nvPr/>
        </p:nvSpPr>
        <p:spPr>
          <a:xfrm>
            <a:off x="8379097" y="181025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000" b="1" dirty="0">
                <a:solidFill>
                  <a:schemeClr val="tx1"/>
                </a:solidFill>
              </a:rPr>
              <a:t>第二段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CA538A5-90CD-E4B6-EF9E-5696CAF4598A}"/>
              </a:ext>
            </a:extLst>
          </p:cNvPr>
          <p:cNvGrpSpPr/>
          <p:nvPr/>
        </p:nvGrpSpPr>
        <p:grpSpPr>
          <a:xfrm>
            <a:off x="7673703" y="1746487"/>
            <a:ext cx="300082" cy="488682"/>
            <a:chOff x="3644474" y="1734134"/>
            <a:chExt cx="300082" cy="4886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2B2567C-550F-069A-7A67-566DE596CCEB}"/>
                    </a:ext>
                  </a:extLst>
                </p:cNvPr>
                <p:cNvSpPr txBox="1"/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2B2567C-550F-069A-7A67-566DE596C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箭头: 下 53">
              <a:extLst>
                <a:ext uri="{FF2B5EF4-FFF2-40B4-BE49-F238E27FC236}">
                  <a16:creationId xmlns:a16="http://schemas.microsoft.com/office/drawing/2014/main" id="{C5448604-BA6D-9A1D-7F42-D46B870CF815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0A8BCCB-D072-38A4-A013-D988C4ADE023}"/>
              </a:ext>
            </a:extLst>
          </p:cNvPr>
          <p:cNvGrpSpPr/>
          <p:nvPr/>
        </p:nvGrpSpPr>
        <p:grpSpPr>
          <a:xfrm>
            <a:off x="8943531" y="3413646"/>
            <a:ext cx="309700" cy="456168"/>
            <a:chOff x="3640051" y="1330660"/>
            <a:chExt cx="309700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EB1BC28-8D5F-9270-2C68-4A9E4AA3803E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EB1BC28-8D5F-9270-2C68-4A9E4AA38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箭头: 下 59">
              <a:extLst>
                <a:ext uri="{FF2B5EF4-FFF2-40B4-BE49-F238E27FC236}">
                  <a16:creationId xmlns:a16="http://schemas.microsoft.com/office/drawing/2014/main" id="{EF84366C-280D-35AD-6000-6F4EF83EB40B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82B9C44-C0F4-E132-8494-E851FAE8F2AC}"/>
                  </a:ext>
                </a:extLst>
              </p:cNvPr>
              <p:cNvSpPr txBox="1"/>
              <p:nvPr/>
            </p:nvSpPr>
            <p:spPr>
              <a:xfrm>
                <a:off x="7023777" y="3825071"/>
                <a:ext cx="5485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zh-CN" altLang="en-US" sz="1000" b="1" i="1">
                          <a:latin typeface="Cambria Math" panose="02040503050406030204" pitchFamily="18" charset="0"/>
                        </a:rPr>
                        <m:t>不动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682B9C44-C0F4-E132-8494-E851FAE8F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77" y="3825071"/>
                <a:ext cx="548548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87039A39-BAEC-5D0E-FAD0-9900B83E7CF0}"/>
              </a:ext>
            </a:extLst>
          </p:cNvPr>
          <p:cNvGrpSpPr/>
          <p:nvPr/>
        </p:nvGrpSpPr>
        <p:grpSpPr>
          <a:xfrm>
            <a:off x="7152018" y="3398744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D5973EF-223A-BE92-0C51-C59A65A6045C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D5973EF-223A-BE92-0C51-C59A65A60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箭头: 下 64">
              <a:extLst>
                <a:ext uri="{FF2B5EF4-FFF2-40B4-BE49-F238E27FC236}">
                  <a16:creationId xmlns:a16="http://schemas.microsoft.com/office/drawing/2014/main" id="{FD3872AB-2D02-B123-B09C-2F4AC2CAD9C2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8F2F09EA-8362-1901-8587-33EED3D231E5}"/>
              </a:ext>
            </a:extLst>
          </p:cNvPr>
          <p:cNvCxnSpPr>
            <a:cxnSpLocks/>
            <a:stCxn id="59" idx="2"/>
            <a:endCxn id="72" idx="2"/>
          </p:cNvCxnSpPr>
          <p:nvPr/>
        </p:nvCxnSpPr>
        <p:spPr>
          <a:xfrm rot="5400000">
            <a:off x="8851394" y="3629183"/>
            <a:ext cx="6356" cy="487618"/>
          </a:xfrm>
          <a:prstGeom prst="curvedConnector3">
            <a:avLst>
              <a:gd name="adj1" fmla="val 369660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E46AF6A-7F77-4D90-39FE-5478FA85F100}"/>
                  </a:ext>
                </a:extLst>
              </p:cNvPr>
              <p:cNvSpPr txBox="1"/>
              <p:nvPr/>
            </p:nvSpPr>
            <p:spPr>
              <a:xfrm>
                <a:off x="8379097" y="4180301"/>
                <a:ext cx="101341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E46AF6A-7F77-4D90-39FE-5478FA85F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097" y="4180301"/>
                <a:ext cx="1013419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76EBCBE-AFB6-D034-E9DC-036371E76A86}"/>
              </a:ext>
            </a:extLst>
          </p:cNvPr>
          <p:cNvCxnSpPr>
            <a:cxnSpLocks/>
          </p:cNvCxnSpPr>
          <p:nvPr/>
        </p:nvCxnSpPr>
        <p:spPr>
          <a:xfrm>
            <a:off x="8592900" y="2814903"/>
            <a:ext cx="0" cy="43289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630D3A8-9DC3-A518-8FD7-69C82BDC073E}"/>
              </a:ext>
            </a:extLst>
          </p:cNvPr>
          <p:cNvGrpSpPr/>
          <p:nvPr/>
        </p:nvGrpSpPr>
        <p:grpSpPr>
          <a:xfrm>
            <a:off x="8455913" y="3420002"/>
            <a:ext cx="309700" cy="456168"/>
            <a:chOff x="3640051" y="1330660"/>
            <a:chExt cx="309700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05ADC70-E218-2251-A05E-7D65FEE67122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05ADC70-E218-2251-A05E-7D65FEE67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箭头: 下 72">
              <a:extLst>
                <a:ext uri="{FF2B5EF4-FFF2-40B4-BE49-F238E27FC236}">
                  <a16:creationId xmlns:a16="http://schemas.microsoft.com/office/drawing/2014/main" id="{AC46B105-911B-CB2E-8CB0-4B38421495A1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1500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EE88-B747-BD1F-BF29-29925920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D7A2D46-C788-AFEB-FAEC-F28AD91520DC}"/>
              </a:ext>
            </a:extLst>
          </p:cNvPr>
          <p:cNvCxnSpPr>
            <a:cxnSpLocks/>
          </p:cNvCxnSpPr>
          <p:nvPr/>
        </p:nvCxnSpPr>
        <p:spPr>
          <a:xfrm flipV="1">
            <a:off x="3197225" y="1761067"/>
            <a:ext cx="0" cy="16044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D0AD980-67CC-A0E4-014F-A578471FE118}"/>
              </a:ext>
            </a:extLst>
          </p:cNvPr>
          <p:cNvCxnSpPr>
            <a:cxnSpLocks/>
          </p:cNvCxnSpPr>
          <p:nvPr/>
        </p:nvCxnSpPr>
        <p:spPr>
          <a:xfrm>
            <a:off x="3197225" y="3365500"/>
            <a:ext cx="19907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B8CC7B72-66AC-065B-9A5C-9388293EDB24}"/>
              </a:ext>
            </a:extLst>
          </p:cNvPr>
          <p:cNvSpPr/>
          <p:nvPr/>
        </p:nvSpPr>
        <p:spPr>
          <a:xfrm>
            <a:off x="3515465" y="254529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8C7FDFF-91B9-111E-FE46-A5D2B236EAB2}"/>
              </a:ext>
            </a:extLst>
          </p:cNvPr>
          <p:cNvSpPr/>
          <p:nvPr/>
        </p:nvSpPr>
        <p:spPr>
          <a:xfrm>
            <a:off x="3737715" y="233838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61CD2A6B-20AC-2872-BF30-55BE21EF8272}"/>
              </a:ext>
            </a:extLst>
          </p:cNvPr>
          <p:cNvSpPr/>
          <p:nvPr/>
        </p:nvSpPr>
        <p:spPr>
          <a:xfrm>
            <a:off x="4495579" y="3288773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CB5B6F67-5462-9744-E7C7-BA4E18EC0B69}"/>
              </a:ext>
            </a:extLst>
          </p:cNvPr>
          <p:cNvSpPr/>
          <p:nvPr/>
        </p:nvSpPr>
        <p:spPr>
          <a:xfrm>
            <a:off x="4693491" y="3091377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F895C33-6135-06B5-0BF3-6FF511412414}"/>
              </a:ext>
            </a:extLst>
          </p:cNvPr>
          <p:cNvCxnSpPr>
            <a:cxnSpLocks/>
            <a:stCxn id="79" idx="7"/>
            <a:endCxn id="80" idx="3"/>
          </p:cNvCxnSpPr>
          <p:nvPr/>
        </p:nvCxnSpPr>
        <p:spPr>
          <a:xfrm flipV="1">
            <a:off x="3610314" y="2433238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>
            <a:extLst>
              <a:ext uri="{FF2B5EF4-FFF2-40B4-BE49-F238E27FC236}">
                <a16:creationId xmlns:a16="http://schemas.microsoft.com/office/drawing/2014/main" id="{4518D81C-04AB-09C6-02C1-3104CC6E0308}"/>
              </a:ext>
            </a:extLst>
          </p:cNvPr>
          <p:cNvSpPr/>
          <p:nvPr/>
        </p:nvSpPr>
        <p:spPr>
          <a:xfrm>
            <a:off x="3904932" y="2168524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0D28F39-CAF6-202A-0972-72875DEDB7E4}"/>
              </a:ext>
            </a:extLst>
          </p:cNvPr>
          <p:cNvSpPr/>
          <p:nvPr/>
        </p:nvSpPr>
        <p:spPr>
          <a:xfrm>
            <a:off x="4127182" y="1961622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78FC60EE-7497-85CD-54FB-A5799ACA17BC}"/>
              </a:ext>
            </a:extLst>
          </p:cNvPr>
          <p:cNvCxnSpPr>
            <a:cxnSpLocks/>
            <a:stCxn id="96" idx="7"/>
            <a:endCxn id="97" idx="3"/>
          </p:cNvCxnSpPr>
          <p:nvPr/>
        </p:nvCxnSpPr>
        <p:spPr>
          <a:xfrm flipV="1">
            <a:off x="3999781" y="2056471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77364B2D-ABE1-653F-5363-AB5ED10159B7}"/>
              </a:ext>
            </a:extLst>
          </p:cNvPr>
          <p:cNvCxnSpPr>
            <a:cxnSpLocks/>
            <a:stCxn id="80" idx="7"/>
            <a:endCxn id="96" idx="3"/>
          </p:cNvCxnSpPr>
          <p:nvPr/>
        </p:nvCxnSpPr>
        <p:spPr>
          <a:xfrm flipV="1">
            <a:off x="3832564" y="2263373"/>
            <a:ext cx="88642" cy="9129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869BE13-108E-92FA-DE89-DCDF83F0E5A9}"/>
              </a:ext>
            </a:extLst>
          </p:cNvPr>
          <p:cNvCxnSpPr>
            <a:cxnSpLocks/>
            <a:stCxn id="85" idx="7"/>
            <a:endCxn id="86" idx="3"/>
          </p:cNvCxnSpPr>
          <p:nvPr/>
        </p:nvCxnSpPr>
        <p:spPr>
          <a:xfrm flipV="1">
            <a:off x="4590428" y="3186226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ED401AB2-714C-CFCA-81B4-2F14DFEB2DAE}"/>
              </a:ext>
            </a:extLst>
          </p:cNvPr>
          <p:cNvCxnSpPr>
            <a:cxnSpLocks/>
          </p:cNvCxnSpPr>
          <p:nvPr/>
        </p:nvCxnSpPr>
        <p:spPr>
          <a:xfrm flipV="1">
            <a:off x="4788340" y="2988830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>
            <a:extLst>
              <a:ext uri="{FF2B5EF4-FFF2-40B4-BE49-F238E27FC236}">
                <a16:creationId xmlns:a16="http://schemas.microsoft.com/office/drawing/2014/main" id="{F89ED421-3527-B9EB-ADBA-7C36473DD0E9}"/>
              </a:ext>
            </a:extLst>
          </p:cNvPr>
          <p:cNvSpPr/>
          <p:nvPr/>
        </p:nvSpPr>
        <p:spPr>
          <a:xfrm>
            <a:off x="4891403" y="289398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6C44E24-C52C-46EE-9F39-8977692A8820}"/>
              </a:ext>
            </a:extLst>
          </p:cNvPr>
          <p:cNvGrpSpPr/>
          <p:nvPr/>
        </p:nvGrpSpPr>
        <p:grpSpPr>
          <a:xfrm>
            <a:off x="3292610" y="1955652"/>
            <a:ext cx="468398" cy="470192"/>
            <a:chOff x="3531383" y="1752624"/>
            <a:chExt cx="468398" cy="4701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712B030-3C9B-8D37-8EBA-97DC5210C472}"/>
                    </a:ext>
                  </a:extLst>
                </p:cNvPr>
                <p:cNvSpPr txBox="1"/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𝒎𝒊𝒅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2712B030-3C9B-8D37-8EBA-97DC5210C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箭头: 下 2">
              <a:extLst>
                <a:ext uri="{FF2B5EF4-FFF2-40B4-BE49-F238E27FC236}">
                  <a16:creationId xmlns:a16="http://schemas.microsoft.com/office/drawing/2014/main" id="{942E12E7-AA79-A4B2-A5BA-EC16EA2D1179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6918B9A-CD0A-D75D-9AD0-D7EDBBC517A8}"/>
              </a:ext>
            </a:extLst>
          </p:cNvPr>
          <p:cNvGrpSpPr/>
          <p:nvPr/>
        </p:nvGrpSpPr>
        <p:grpSpPr>
          <a:xfrm>
            <a:off x="4054025" y="1438865"/>
            <a:ext cx="300082" cy="488682"/>
            <a:chOff x="3644474" y="1734134"/>
            <a:chExt cx="300082" cy="4886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67C9DF6-0D16-516F-3F7F-5734B27B417D}"/>
                    </a:ext>
                  </a:extLst>
                </p:cNvPr>
                <p:cNvSpPr txBox="1"/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67C9DF6-0D16-516F-3F7F-5734B27B4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箭头: 下 10">
              <a:extLst>
                <a:ext uri="{FF2B5EF4-FFF2-40B4-BE49-F238E27FC236}">
                  <a16:creationId xmlns:a16="http://schemas.microsoft.com/office/drawing/2014/main" id="{E74101A3-E7CC-95C2-9A79-CB9B605DB35A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2C78D0-6233-4A10-80B7-8228BCF1C20B}"/>
              </a:ext>
            </a:extLst>
          </p:cNvPr>
          <p:cNvGrpSpPr/>
          <p:nvPr/>
        </p:nvGrpSpPr>
        <p:grpSpPr>
          <a:xfrm>
            <a:off x="3211297" y="3422379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28DED89-8C3B-B0BC-1724-750A75816302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28DED89-8C3B-B0BC-1724-750A75816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684D97AF-35A0-76B6-BE0D-C42867296A66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65F49D8-BA8C-CC2F-F5EE-B1605B8731E2}"/>
              </a:ext>
            </a:extLst>
          </p:cNvPr>
          <p:cNvGrpSpPr/>
          <p:nvPr/>
        </p:nvGrpSpPr>
        <p:grpSpPr>
          <a:xfrm>
            <a:off x="4268049" y="3455418"/>
            <a:ext cx="566181" cy="657646"/>
            <a:chOff x="4804614" y="3455418"/>
            <a:chExt cx="566181" cy="65764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20B1A15-609A-ECAE-38F1-F72838B9A2F7}"/>
                </a:ext>
              </a:extLst>
            </p:cNvPr>
            <p:cNvGrpSpPr/>
            <p:nvPr/>
          </p:nvGrpSpPr>
          <p:grpSpPr>
            <a:xfrm>
              <a:off x="4901771" y="3455418"/>
              <a:ext cx="309700" cy="456168"/>
              <a:chOff x="3640051" y="1330660"/>
              <a:chExt cx="309700" cy="45616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96602FD3-1DA2-DB0A-0E61-DEFE9C1784FC}"/>
                      </a:ext>
                    </a:extLst>
                  </p:cNvPr>
                  <p:cNvSpPr txBox="1"/>
                  <p:nvPr/>
                </p:nvSpPr>
                <p:spPr>
                  <a:xfrm>
                    <a:off x="3640051" y="1540607"/>
                    <a:ext cx="309700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oMath>
                      </m:oMathPara>
                    </a14:m>
                    <a:endParaRPr lang="zh-CN" altLang="en-US" sz="1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96602FD3-1DA2-DB0A-0E61-DEFE9C1784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0051" y="1540607"/>
                    <a:ext cx="309700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箭头: 下 17">
                <a:extLst>
                  <a:ext uri="{FF2B5EF4-FFF2-40B4-BE49-F238E27FC236}">
                    <a16:creationId xmlns:a16="http://schemas.microsoft.com/office/drawing/2014/main" id="{22F9AA7D-DC32-94A1-768A-81DE5DD1B9C2}"/>
                  </a:ext>
                </a:extLst>
              </p:cNvPr>
              <p:cNvSpPr/>
              <p:nvPr/>
            </p:nvSpPr>
            <p:spPr>
              <a:xfrm rot="10800000">
                <a:off x="3760405" y="1330660"/>
                <a:ext cx="51362" cy="230195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73C6366-FFF5-B3C7-B611-B6BFDD3C25BF}"/>
                    </a:ext>
                  </a:extLst>
                </p:cNvPr>
                <p:cNvSpPr txBox="1"/>
                <p:nvPr/>
              </p:nvSpPr>
              <p:spPr>
                <a:xfrm>
                  <a:off x="4804614" y="3866843"/>
                  <a:ext cx="56618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zh-CN" altLang="en-US" sz="1000" b="1" i="1">
                            <a:latin typeface="Cambria Math" panose="02040503050406030204" pitchFamily="18" charset="0"/>
                          </a:rPr>
                          <m:t>不动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73C6366-FFF5-B3C7-B611-B6BFDD3C2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4614" y="3866843"/>
                  <a:ext cx="566181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2098966-CF80-165D-052E-93A6FF579A0B}"/>
              </a:ext>
            </a:extLst>
          </p:cNvPr>
          <p:cNvGrpSpPr/>
          <p:nvPr/>
        </p:nvGrpSpPr>
        <p:grpSpPr>
          <a:xfrm>
            <a:off x="3650830" y="3440516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BD78FFC-A63D-216D-CCFC-DBFCEBDADCA6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BD78FFC-A63D-216D-CCFC-DBFCEBDAD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39BEDA35-92A6-7041-8E43-ECE67808E820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2B1A2962-5087-D6E9-C014-768B16AFA2DB}"/>
              </a:ext>
            </a:extLst>
          </p:cNvPr>
          <p:cNvCxnSpPr>
            <a:cxnSpLocks/>
            <a:stCxn id="14" idx="2"/>
            <a:endCxn id="21" idx="2"/>
          </p:cNvCxnSpPr>
          <p:nvPr/>
        </p:nvCxnSpPr>
        <p:spPr>
          <a:xfrm rot="16200000" flipH="1">
            <a:off x="3568029" y="3667848"/>
            <a:ext cx="18137" cy="439533"/>
          </a:xfrm>
          <a:prstGeom prst="curvedConnector3">
            <a:avLst>
              <a:gd name="adj1" fmla="val 1360407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34DFC2E-C276-7C05-F271-F3605E72739C}"/>
                  </a:ext>
                </a:extLst>
              </p:cNvPr>
              <p:cNvSpPr txBox="1"/>
              <p:nvPr/>
            </p:nvSpPr>
            <p:spPr>
              <a:xfrm>
                <a:off x="3108058" y="4137736"/>
                <a:ext cx="93807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34DFC2E-C276-7C05-F271-F3605E727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058" y="4137736"/>
                <a:ext cx="938077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AEAF154-FC17-891F-05F7-99D1A8BF6510}"/>
              </a:ext>
            </a:extLst>
          </p:cNvPr>
          <p:cNvCxnSpPr>
            <a:cxnSpLocks/>
          </p:cNvCxnSpPr>
          <p:nvPr/>
        </p:nvCxnSpPr>
        <p:spPr>
          <a:xfrm>
            <a:off x="3797275" y="2511423"/>
            <a:ext cx="0" cy="83291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05CE7F4-6763-ED3F-A6BA-B03EE1D3DDF2}"/>
              </a:ext>
            </a:extLst>
          </p:cNvPr>
          <p:cNvCxnSpPr>
            <a:cxnSpLocks/>
          </p:cNvCxnSpPr>
          <p:nvPr/>
        </p:nvCxnSpPr>
        <p:spPr>
          <a:xfrm flipV="1">
            <a:off x="6529187" y="1761067"/>
            <a:ext cx="0" cy="16044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DF7257B-3540-629D-375E-682ED5BC7B9B}"/>
              </a:ext>
            </a:extLst>
          </p:cNvPr>
          <p:cNvCxnSpPr>
            <a:cxnSpLocks/>
          </p:cNvCxnSpPr>
          <p:nvPr/>
        </p:nvCxnSpPr>
        <p:spPr>
          <a:xfrm>
            <a:off x="6529187" y="3365500"/>
            <a:ext cx="19907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F9A7609E-18EF-F734-FAB8-0B08195EC6E1}"/>
              </a:ext>
            </a:extLst>
          </p:cNvPr>
          <p:cNvSpPr/>
          <p:nvPr/>
        </p:nvSpPr>
        <p:spPr>
          <a:xfrm>
            <a:off x="6847427" y="254529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5F3BAFEA-61C3-FBA9-B085-25B723870C12}"/>
              </a:ext>
            </a:extLst>
          </p:cNvPr>
          <p:cNvSpPr/>
          <p:nvPr/>
        </p:nvSpPr>
        <p:spPr>
          <a:xfrm>
            <a:off x="7069677" y="2338389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017417C-037D-9E1E-3856-F7DB52FC4778}"/>
              </a:ext>
            </a:extLst>
          </p:cNvPr>
          <p:cNvSpPr/>
          <p:nvPr/>
        </p:nvSpPr>
        <p:spPr>
          <a:xfrm>
            <a:off x="7827541" y="3288773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88A40F89-FD11-C779-C219-D1BA77C66461}"/>
              </a:ext>
            </a:extLst>
          </p:cNvPr>
          <p:cNvSpPr/>
          <p:nvPr/>
        </p:nvSpPr>
        <p:spPr>
          <a:xfrm>
            <a:off x="8025453" y="3091377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49319F7-0ACC-58D7-888E-F51A6A003DBB}"/>
              </a:ext>
            </a:extLst>
          </p:cNvPr>
          <p:cNvCxnSpPr>
            <a:cxnSpLocks/>
            <a:stCxn id="30" idx="7"/>
            <a:endCxn id="55" idx="3"/>
          </p:cNvCxnSpPr>
          <p:nvPr/>
        </p:nvCxnSpPr>
        <p:spPr>
          <a:xfrm flipV="1">
            <a:off x="6942276" y="2433238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A91A7AC8-78CA-EAED-6F2E-6C9056BBB4EA}"/>
              </a:ext>
            </a:extLst>
          </p:cNvPr>
          <p:cNvSpPr/>
          <p:nvPr/>
        </p:nvSpPr>
        <p:spPr>
          <a:xfrm>
            <a:off x="7236894" y="2168524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A5073B21-8D9C-A4AE-DC1D-5C556344F464}"/>
              </a:ext>
            </a:extLst>
          </p:cNvPr>
          <p:cNvSpPr/>
          <p:nvPr/>
        </p:nvSpPr>
        <p:spPr>
          <a:xfrm>
            <a:off x="7459144" y="1961622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04CA8E1-D594-E5C3-6B8F-E88009AB88C6}"/>
              </a:ext>
            </a:extLst>
          </p:cNvPr>
          <p:cNvCxnSpPr>
            <a:cxnSpLocks/>
            <a:stCxn id="74" idx="7"/>
            <a:endCxn id="75" idx="3"/>
          </p:cNvCxnSpPr>
          <p:nvPr/>
        </p:nvCxnSpPr>
        <p:spPr>
          <a:xfrm flipV="1">
            <a:off x="7331743" y="2056471"/>
            <a:ext cx="143675" cy="128327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70F2D51-5412-2234-B072-A3F3B538AA1B}"/>
              </a:ext>
            </a:extLst>
          </p:cNvPr>
          <p:cNvCxnSpPr>
            <a:cxnSpLocks/>
            <a:stCxn id="55" idx="7"/>
            <a:endCxn id="74" idx="3"/>
          </p:cNvCxnSpPr>
          <p:nvPr/>
        </p:nvCxnSpPr>
        <p:spPr>
          <a:xfrm flipV="1">
            <a:off x="7164526" y="2263373"/>
            <a:ext cx="88642" cy="9129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C09569C-E3F2-B5C4-CC3B-72F911C05C72}"/>
              </a:ext>
            </a:extLst>
          </p:cNvPr>
          <p:cNvCxnSpPr>
            <a:cxnSpLocks/>
            <a:stCxn id="56" idx="7"/>
            <a:endCxn id="57" idx="3"/>
          </p:cNvCxnSpPr>
          <p:nvPr/>
        </p:nvCxnSpPr>
        <p:spPr>
          <a:xfrm flipV="1">
            <a:off x="7922390" y="3186226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3EA5B4C-96CC-1BC1-A271-C6845DA1B9A3}"/>
              </a:ext>
            </a:extLst>
          </p:cNvPr>
          <p:cNvCxnSpPr>
            <a:cxnSpLocks/>
          </p:cNvCxnSpPr>
          <p:nvPr/>
        </p:nvCxnSpPr>
        <p:spPr>
          <a:xfrm flipV="1">
            <a:off x="8120302" y="2988830"/>
            <a:ext cx="119337" cy="118821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D3BC7808-1873-59B1-195D-1055C0033DF0}"/>
              </a:ext>
            </a:extLst>
          </p:cNvPr>
          <p:cNvSpPr/>
          <p:nvPr/>
        </p:nvSpPr>
        <p:spPr>
          <a:xfrm>
            <a:off x="8223365" y="2893981"/>
            <a:ext cx="111123" cy="1111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28ABB12A-ED71-711D-8EA8-AE8E541B94C6}"/>
              </a:ext>
            </a:extLst>
          </p:cNvPr>
          <p:cNvGrpSpPr/>
          <p:nvPr/>
        </p:nvGrpSpPr>
        <p:grpSpPr>
          <a:xfrm>
            <a:off x="7236894" y="1436728"/>
            <a:ext cx="468398" cy="470192"/>
            <a:chOff x="3531383" y="1752624"/>
            <a:chExt cx="468398" cy="4701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FF9F147-BFAA-CE9A-DF86-4D596587C99A}"/>
                    </a:ext>
                  </a:extLst>
                </p:cNvPr>
                <p:cNvSpPr txBox="1"/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𝒎𝒊𝒅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FF9F147-BFAA-CE9A-DF86-4D596587C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1383" y="1752624"/>
                  <a:ext cx="468398" cy="2462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箭头: 下 86">
              <a:extLst>
                <a:ext uri="{FF2B5EF4-FFF2-40B4-BE49-F238E27FC236}">
                  <a16:creationId xmlns:a16="http://schemas.microsoft.com/office/drawing/2014/main" id="{84BA07D3-2203-C4AE-CD74-3EED1C32706F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86BC1036-48F9-A5EE-797D-D2423D14479F}"/>
              </a:ext>
            </a:extLst>
          </p:cNvPr>
          <p:cNvGrpSpPr/>
          <p:nvPr/>
        </p:nvGrpSpPr>
        <p:grpSpPr>
          <a:xfrm>
            <a:off x="6972132" y="1772842"/>
            <a:ext cx="300082" cy="488682"/>
            <a:chOff x="3644474" y="1734134"/>
            <a:chExt cx="300082" cy="4886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0EF81F1-0639-60B2-40A6-6E4A8F248EB2}"/>
                    </a:ext>
                  </a:extLst>
                </p:cNvPr>
                <p:cNvSpPr txBox="1"/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10EF81F1-0639-60B2-40A6-6E4A8F248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474" y="1734134"/>
                  <a:ext cx="300082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箭头: 下 99">
              <a:extLst>
                <a:ext uri="{FF2B5EF4-FFF2-40B4-BE49-F238E27FC236}">
                  <a16:creationId xmlns:a16="http://schemas.microsoft.com/office/drawing/2014/main" id="{5995E94E-D5F1-982D-20F1-8C1E20B80A0B}"/>
                </a:ext>
              </a:extLst>
            </p:cNvPr>
            <p:cNvSpPr/>
            <p:nvPr/>
          </p:nvSpPr>
          <p:spPr>
            <a:xfrm>
              <a:off x="3753989" y="1992621"/>
              <a:ext cx="51362" cy="23019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CFC9129-BAB2-CAE5-6EAE-F990FA75FB9E}"/>
              </a:ext>
            </a:extLst>
          </p:cNvPr>
          <p:cNvGrpSpPr/>
          <p:nvPr/>
        </p:nvGrpSpPr>
        <p:grpSpPr>
          <a:xfrm>
            <a:off x="7938664" y="3449199"/>
            <a:ext cx="309700" cy="456168"/>
            <a:chOff x="3640051" y="1330660"/>
            <a:chExt cx="309700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5E925349-16D2-37C4-A681-F5AB9391AE66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5E925349-16D2-37C4-A681-F5AB9391A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箭头: 下 107">
              <a:extLst>
                <a:ext uri="{FF2B5EF4-FFF2-40B4-BE49-F238E27FC236}">
                  <a16:creationId xmlns:a16="http://schemas.microsoft.com/office/drawing/2014/main" id="{C609CFA7-EEE2-6181-2F08-09A1F945DFCF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B0B0AAC-80B3-8A59-85BD-2B32F86F17CB}"/>
                  </a:ext>
                </a:extLst>
              </p:cNvPr>
              <p:cNvSpPr txBox="1"/>
              <p:nvPr/>
            </p:nvSpPr>
            <p:spPr>
              <a:xfrm>
                <a:off x="6427881" y="3866843"/>
                <a:ext cx="5485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zh-CN" altLang="en-US" sz="1000" b="1" i="1">
                          <a:latin typeface="Cambria Math" panose="02040503050406030204" pitchFamily="18" charset="0"/>
                        </a:rPr>
                        <m:t>不动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B0B0AAC-80B3-8A59-85BD-2B32F86F1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881" y="3866843"/>
                <a:ext cx="548548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3582CEA-D812-1CD6-3EBA-CCBCC5B8CDD0}"/>
              </a:ext>
            </a:extLst>
          </p:cNvPr>
          <p:cNvGrpSpPr/>
          <p:nvPr/>
        </p:nvGrpSpPr>
        <p:grpSpPr>
          <a:xfrm>
            <a:off x="6563791" y="3440516"/>
            <a:ext cx="292067" cy="456168"/>
            <a:chOff x="3640051" y="1330660"/>
            <a:chExt cx="292067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425BAE43-C7C1-FBA1-C8B1-B70450DDB667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425BAE43-C7C1-FBA1-C8B1-B70450DDB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292067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箭头: 下 111">
              <a:extLst>
                <a:ext uri="{FF2B5EF4-FFF2-40B4-BE49-F238E27FC236}">
                  <a16:creationId xmlns:a16="http://schemas.microsoft.com/office/drawing/2014/main" id="{0795D9D3-3546-CE04-7DAE-118343044EBC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3" name="连接符: 曲线 112">
            <a:extLst>
              <a:ext uri="{FF2B5EF4-FFF2-40B4-BE49-F238E27FC236}">
                <a16:creationId xmlns:a16="http://schemas.microsoft.com/office/drawing/2014/main" id="{9C9FFCEE-881D-5CCE-6982-FA48BDE469DB}"/>
              </a:ext>
            </a:extLst>
          </p:cNvPr>
          <p:cNvCxnSpPr>
            <a:cxnSpLocks/>
            <a:stCxn id="107" idx="2"/>
            <a:endCxn id="121" idx="2"/>
          </p:cNvCxnSpPr>
          <p:nvPr/>
        </p:nvCxnSpPr>
        <p:spPr>
          <a:xfrm rot="5400000" flipH="1">
            <a:off x="7703019" y="3514873"/>
            <a:ext cx="105" cy="780885"/>
          </a:xfrm>
          <a:prstGeom prst="curvedConnector3">
            <a:avLst>
              <a:gd name="adj1" fmla="val -21771428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6A42114-0D24-AE2B-1E94-5E326BB59E21}"/>
                  </a:ext>
                </a:extLst>
              </p:cNvPr>
              <p:cNvSpPr txBox="1"/>
              <p:nvPr/>
            </p:nvSpPr>
            <p:spPr>
              <a:xfrm>
                <a:off x="7358502" y="4184761"/>
                <a:ext cx="95571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A6A42114-0D24-AE2B-1E94-5E326BB5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502" y="4184761"/>
                <a:ext cx="955711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DDB2BD30-B31C-9630-A05A-0EB93463491A}"/>
              </a:ext>
            </a:extLst>
          </p:cNvPr>
          <p:cNvCxnSpPr>
            <a:cxnSpLocks/>
          </p:cNvCxnSpPr>
          <p:nvPr/>
        </p:nvCxnSpPr>
        <p:spPr>
          <a:xfrm>
            <a:off x="7300468" y="2309018"/>
            <a:ext cx="0" cy="100356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A69586F-1F2B-5D81-B753-D8DD4328E5A2}"/>
              </a:ext>
            </a:extLst>
          </p:cNvPr>
          <p:cNvGrpSpPr/>
          <p:nvPr/>
        </p:nvGrpSpPr>
        <p:grpSpPr>
          <a:xfrm>
            <a:off x="7157779" y="3449094"/>
            <a:ext cx="309700" cy="456168"/>
            <a:chOff x="3640051" y="1330660"/>
            <a:chExt cx="309700" cy="456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B5BAEAC9-6BEA-6F37-0540-40BCEB9BBBB6}"/>
                    </a:ext>
                  </a:extLst>
                </p:cNvPr>
                <p:cNvSpPr txBox="1"/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B5BAEAC9-6BEA-6F37-0540-40BCEB9BB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051" y="1540607"/>
                  <a:ext cx="309700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箭头: 下 121">
              <a:extLst>
                <a:ext uri="{FF2B5EF4-FFF2-40B4-BE49-F238E27FC236}">
                  <a16:creationId xmlns:a16="http://schemas.microsoft.com/office/drawing/2014/main" id="{6E68E72E-5A31-D51C-EFB0-645B99F3AAB3}"/>
                </a:ext>
              </a:extLst>
            </p:cNvPr>
            <p:cNvSpPr/>
            <p:nvPr/>
          </p:nvSpPr>
          <p:spPr>
            <a:xfrm rot="10800000">
              <a:off x="3760405" y="1330660"/>
              <a:ext cx="51362" cy="23019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6870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7082</TotalTime>
  <Words>396</Words>
  <Application>Microsoft Office PowerPoint</Application>
  <PresentationFormat>宽屏</PresentationFormat>
  <Paragraphs>161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2026-05-02T09:03:41Z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