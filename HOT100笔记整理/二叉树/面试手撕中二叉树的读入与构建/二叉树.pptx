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3"/>
  </p:notesMasterIdLst>
  <p:sldIdLst>
    <p:sldId id="306" r:id="rId2"/>
    <p:sldId id="307" r:id="rId3"/>
    <p:sldId id="309" r:id="rId4"/>
    <p:sldId id="311" r:id="rId5"/>
    <p:sldId id="310" r:id="rId6"/>
    <p:sldId id="312" r:id="rId7"/>
    <p:sldId id="313" r:id="rId8"/>
    <p:sldId id="314" r:id="rId9"/>
    <p:sldId id="315" r:id="rId10"/>
    <p:sldId id="316" r:id="rId11"/>
    <p:sldId id="320" r:id="rId12"/>
    <p:sldId id="317" r:id="rId13"/>
    <p:sldId id="319" r:id="rId14"/>
    <p:sldId id="318" r:id="rId15"/>
    <p:sldId id="321" r:id="rId16"/>
    <p:sldId id="322" r:id="rId17"/>
    <p:sldId id="324" r:id="rId18"/>
    <p:sldId id="323" r:id="rId19"/>
    <p:sldId id="325" r:id="rId20"/>
    <p:sldId id="331" r:id="rId21"/>
    <p:sldId id="326" r:id="rId22"/>
    <p:sldId id="327" r:id="rId23"/>
    <p:sldId id="330" r:id="rId24"/>
    <p:sldId id="328" r:id="rId25"/>
    <p:sldId id="356" r:id="rId26"/>
    <p:sldId id="329" r:id="rId27"/>
    <p:sldId id="332" r:id="rId28"/>
    <p:sldId id="333" r:id="rId29"/>
    <p:sldId id="334" r:id="rId30"/>
    <p:sldId id="335" r:id="rId31"/>
    <p:sldId id="336" r:id="rId32"/>
    <p:sldId id="337" r:id="rId33"/>
    <p:sldId id="338" r:id="rId34"/>
    <p:sldId id="339" r:id="rId35"/>
    <p:sldId id="340" r:id="rId36"/>
    <p:sldId id="341" r:id="rId37"/>
    <p:sldId id="342" r:id="rId38"/>
    <p:sldId id="343" r:id="rId39"/>
    <p:sldId id="344" r:id="rId40"/>
    <p:sldId id="345" r:id="rId41"/>
    <p:sldId id="346" r:id="rId42"/>
    <p:sldId id="347" r:id="rId43"/>
    <p:sldId id="348" r:id="rId44"/>
    <p:sldId id="349" r:id="rId45"/>
    <p:sldId id="350" r:id="rId46"/>
    <p:sldId id="351" r:id="rId47"/>
    <p:sldId id="352" r:id="rId48"/>
    <p:sldId id="353" r:id="rId49"/>
    <p:sldId id="354" r:id="rId50"/>
    <p:sldId id="357" r:id="rId51"/>
    <p:sldId id="355" r:id="rId5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72C51"/>
    <a:srgbClr val="000000"/>
    <a:srgbClr val="E018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5C46D2-D695-4396-B1FB-6B7DF642D184}" v="424" dt="2026-04-23T04:41:23.8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778" autoAdjust="0"/>
  </p:normalViewPr>
  <p:slideViewPr>
    <p:cSldViewPr snapToGrid="0">
      <p:cViewPr varScale="1">
        <p:scale>
          <a:sx n="152" d="100"/>
          <a:sy n="152" d="100"/>
        </p:scale>
        <p:origin x="416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昕 许" userId="a2975fcd840abfc3" providerId="LiveId" clId="{49CCD4F9-177C-4270-9A14-60236FF377E8}"/>
    <pc:docChg chg="undo redo custSel addSld delSld modSld sldOrd">
      <pc:chgData name="昕 许" userId="a2975fcd840abfc3" providerId="LiveId" clId="{49CCD4F9-177C-4270-9A14-60236FF377E8}" dt="2026-04-26T01:54:33.544" v="10434" actId="478"/>
      <pc:docMkLst>
        <pc:docMk/>
      </pc:docMkLst>
      <pc:sldChg chg="addSp delSp modSp add mod modTransition">
        <pc:chgData name="昕 许" userId="a2975fcd840abfc3" providerId="LiveId" clId="{49CCD4F9-177C-4270-9A14-60236FF377E8}" dt="2026-04-26T01:54:33.544" v="10434" actId="478"/>
        <pc:sldMkLst>
          <pc:docMk/>
          <pc:sldMk cId="380520240" sldId="306"/>
        </pc:sldMkLst>
        <pc:spChg chg="mod">
          <ac:chgData name="昕 许" userId="a2975fcd840abfc3" providerId="LiveId" clId="{49CCD4F9-177C-4270-9A14-60236FF377E8}" dt="2026-04-23T02:18:51.397" v="9638" actId="255"/>
          <ac:spMkLst>
            <pc:docMk/>
            <pc:sldMk cId="380520240" sldId="306"/>
            <ac:spMk id="6" creationId="{8B673344-D5B2-8027-0249-6DF7BF96C5EC}"/>
          </ac:spMkLst>
        </pc:spChg>
        <pc:spChg chg="mod">
          <ac:chgData name="昕 许" userId="a2975fcd840abfc3" providerId="LiveId" clId="{49CCD4F9-177C-4270-9A14-60236FF377E8}" dt="2026-04-23T02:18:51.397" v="9638" actId="255"/>
          <ac:spMkLst>
            <pc:docMk/>
            <pc:sldMk cId="380520240" sldId="306"/>
            <ac:spMk id="9" creationId="{02A3CB66-D81E-1219-5232-C1F02A1C29FD}"/>
          </ac:spMkLst>
        </pc:spChg>
        <pc:spChg chg="mod">
          <ac:chgData name="昕 许" userId="a2975fcd840abfc3" providerId="LiveId" clId="{49CCD4F9-177C-4270-9A14-60236FF377E8}" dt="2026-04-23T02:18:51.397" v="9638" actId="255"/>
          <ac:spMkLst>
            <pc:docMk/>
            <pc:sldMk cId="380520240" sldId="306"/>
            <ac:spMk id="10" creationId="{E49E85A1-2F96-794B-ACBA-8AA0DF2BF050}"/>
          </ac:spMkLst>
        </pc:spChg>
        <pc:spChg chg="mod">
          <ac:chgData name="昕 许" userId="a2975fcd840abfc3" providerId="LiveId" clId="{49CCD4F9-177C-4270-9A14-60236FF377E8}" dt="2026-04-23T02:18:51.397" v="9638" actId="255"/>
          <ac:spMkLst>
            <pc:docMk/>
            <pc:sldMk cId="380520240" sldId="306"/>
            <ac:spMk id="11" creationId="{A3769E2C-1F7D-F60E-2D84-CC25E7CED9F4}"/>
          </ac:spMkLst>
        </pc:spChg>
        <pc:spChg chg="mod">
          <ac:chgData name="昕 许" userId="a2975fcd840abfc3" providerId="LiveId" clId="{49CCD4F9-177C-4270-9A14-60236FF377E8}" dt="2026-04-23T02:18:51.397" v="9638" actId="255"/>
          <ac:spMkLst>
            <pc:docMk/>
            <pc:sldMk cId="380520240" sldId="306"/>
            <ac:spMk id="12" creationId="{7CE18A94-C184-8114-BD35-B3644F8E7E43}"/>
          </ac:spMkLst>
        </pc:spChg>
        <pc:spChg chg="mod">
          <ac:chgData name="昕 许" userId="a2975fcd840abfc3" providerId="LiveId" clId="{49CCD4F9-177C-4270-9A14-60236FF377E8}" dt="2026-04-23T01:45:25.276" v="9536"/>
          <ac:spMkLst>
            <pc:docMk/>
            <pc:sldMk cId="380520240" sldId="306"/>
            <ac:spMk id="39" creationId="{27D88B66-3E7E-E671-1BD9-E8B5BA417243}"/>
          </ac:spMkLst>
        </pc:spChg>
        <pc:spChg chg="mod">
          <ac:chgData name="昕 许" userId="a2975fcd840abfc3" providerId="LiveId" clId="{49CCD4F9-177C-4270-9A14-60236FF377E8}" dt="2026-04-23T02:18:51.397" v="9638" actId="255"/>
          <ac:spMkLst>
            <pc:docMk/>
            <pc:sldMk cId="380520240" sldId="306"/>
            <ac:spMk id="40" creationId="{AA4AB440-300D-8DDD-03F3-80F883257AEE}"/>
          </ac:spMkLst>
        </pc:spChg>
        <pc:spChg chg="mod">
          <ac:chgData name="昕 许" userId="a2975fcd840abfc3" providerId="LiveId" clId="{49CCD4F9-177C-4270-9A14-60236FF377E8}" dt="2026-04-23T02:18:51.397" v="9638" actId="255"/>
          <ac:spMkLst>
            <pc:docMk/>
            <pc:sldMk cId="380520240" sldId="306"/>
            <ac:spMk id="44" creationId="{BB063973-2474-4C32-252F-E8EA8B2EB727}"/>
          </ac:spMkLst>
        </pc:spChg>
        <pc:spChg chg="mod">
          <ac:chgData name="昕 许" userId="a2975fcd840abfc3" providerId="LiveId" clId="{49CCD4F9-177C-4270-9A14-60236FF377E8}" dt="2026-04-23T02:19:09.951" v="9645" actId="1076"/>
          <ac:spMkLst>
            <pc:docMk/>
            <pc:sldMk cId="380520240" sldId="306"/>
            <ac:spMk id="45" creationId="{808CA5E2-FD08-FDF1-8A31-3B825FF57D5F}"/>
          </ac:spMkLst>
        </pc:spChg>
        <pc:spChg chg="add del mod">
          <ac:chgData name="昕 许" userId="a2975fcd840abfc3" providerId="LiveId" clId="{49CCD4F9-177C-4270-9A14-60236FF377E8}" dt="2026-04-26T01:54:33.544" v="10434" actId="478"/>
          <ac:spMkLst>
            <pc:docMk/>
            <pc:sldMk cId="380520240" sldId="306"/>
            <ac:spMk id="49" creationId="{55EC57FF-C60C-8C3C-F536-52B4B79D1DFE}"/>
          </ac:spMkLst>
        </pc:spChg>
        <pc:spChg chg="mod">
          <ac:chgData name="昕 许" userId="a2975fcd840abfc3" providerId="LiveId" clId="{49CCD4F9-177C-4270-9A14-60236FF377E8}" dt="2026-04-23T02:18:51.397" v="9638" actId="255"/>
          <ac:spMkLst>
            <pc:docMk/>
            <pc:sldMk cId="380520240" sldId="306"/>
            <ac:spMk id="55" creationId="{05BA8397-7424-F7BA-B75D-0985803E6357}"/>
          </ac:spMkLst>
        </pc:spChg>
        <pc:spChg chg="mod">
          <ac:chgData name="昕 许" userId="a2975fcd840abfc3" providerId="LiveId" clId="{49CCD4F9-177C-4270-9A14-60236FF377E8}" dt="2026-04-23T02:18:51.397" v="9638" actId="255"/>
          <ac:spMkLst>
            <pc:docMk/>
            <pc:sldMk cId="380520240" sldId="306"/>
            <ac:spMk id="56" creationId="{51574C3D-DB61-0762-8532-DCDDEF7F6E0A}"/>
          </ac:spMkLst>
        </pc:spChg>
        <pc:grpChg chg="mod">
          <ac:chgData name="昕 许" userId="a2975fcd840abfc3" providerId="LiveId" clId="{49CCD4F9-177C-4270-9A14-60236FF377E8}" dt="2026-04-23T02:18:56.759" v="9639" actId="14100"/>
          <ac:grpSpMkLst>
            <pc:docMk/>
            <pc:sldMk cId="380520240" sldId="306"/>
            <ac:grpSpMk id="2" creationId="{A07AF023-F658-B31F-69F6-B8E40CFC698C}"/>
          </ac:grpSpMkLst>
        </pc:grpChg>
        <pc:grpChg chg="add mod">
          <ac:chgData name="昕 许" userId="a2975fcd840abfc3" providerId="LiveId" clId="{49CCD4F9-177C-4270-9A14-60236FF377E8}" dt="2026-04-23T02:18:56.759" v="9639" actId="14100"/>
          <ac:grpSpMkLst>
            <pc:docMk/>
            <pc:sldMk cId="380520240" sldId="306"/>
            <ac:grpSpMk id="21" creationId="{4AE86BB3-5BBF-C4FE-2066-56CF0633D77E}"/>
          </ac:grpSpMkLst>
        </pc:grpChg>
        <pc:grpChg chg="add mod">
          <ac:chgData name="昕 许" userId="a2975fcd840abfc3" providerId="LiveId" clId="{49CCD4F9-177C-4270-9A14-60236FF377E8}" dt="2026-04-23T02:18:56.759" v="9639" actId="14100"/>
          <ac:grpSpMkLst>
            <pc:docMk/>
            <pc:sldMk cId="380520240" sldId="306"/>
            <ac:grpSpMk id="29" creationId="{ADC6EE60-7C02-C221-5630-CF617C5A91BA}"/>
          </ac:grpSpMkLst>
        </pc:grpChg>
        <pc:grpChg chg="add mod">
          <ac:chgData name="昕 许" userId="a2975fcd840abfc3" providerId="LiveId" clId="{49CCD4F9-177C-4270-9A14-60236FF377E8}" dt="2026-04-23T02:18:56.759" v="9639" actId="14100"/>
          <ac:grpSpMkLst>
            <pc:docMk/>
            <pc:sldMk cId="380520240" sldId="306"/>
            <ac:grpSpMk id="38" creationId="{983467DC-CC8A-AE26-F040-45B468954A42}"/>
          </ac:grpSpMkLst>
        </pc:grpChg>
        <pc:grpChg chg="add mod">
          <ac:chgData name="昕 许" userId="a2975fcd840abfc3" providerId="LiveId" clId="{49CCD4F9-177C-4270-9A14-60236FF377E8}" dt="2026-04-23T02:19:00.407" v="9641" actId="1076"/>
          <ac:grpSpMkLst>
            <pc:docMk/>
            <pc:sldMk cId="380520240" sldId="306"/>
            <ac:grpSpMk id="43" creationId="{CFF9AFF5-490D-41B7-FD09-19D9690DE03C}"/>
          </ac:grpSpMkLst>
        </pc:grpChg>
        <pc:grpChg chg="add mod">
          <ac:chgData name="昕 许" userId="a2975fcd840abfc3" providerId="LiveId" clId="{49CCD4F9-177C-4270-9A14-60236FF377E8}" dt="2026-04-23T02:18:56.759" v="9639" actId="14100"/>
          <ac:grpSpMkLst>
            <pc:docMk/>
            <pc:sldMk cId="380520240" sldId="306"/>
            <ac:grpSpMk id="54" creationId="{3EBDCAC9-91A4-A730-9828-4DEC47811E40}"/>
          </ac:grpSpMkLst>
        </pc:grpChg>
        <pc:cxnChg chg="mod">
          <ac:chgData name="昕 许" userId="a2975fcd840abfc3" providerId="LiveId" clId="{49CCD4F9-177C-4270-9A14-60236FF377E8}" dt="2026-04-23T02:18:56.759" v="9639" actId="14100"/>
          <ac:cxnSpMkLst>
            <pc:docMk/>
            <pc:sldMk cId="380520240" sldId="306"/>
            <ac:cxnSpMk id="13" creationId="{3FD34963-FEEE-94D9-F200-2DB08F75F400}"/>
          </ac:cxnSpMkLst>
        </pc:cxnChg>
        <pc:cxnChg chg="mod">
          <ac:chgData name="昕 许" userId="a2975fcd840abfc3" providerId="LiveId" clId="{49CCD4F9-177C-4270-9A14-60236FF377E8}" dt="2026-04-23T02:18:56.759" v="9639" actId="14100"/>
          <ac:cxnSpMkLst>
            <pc:docMk/>
            <pc:sldMk cId="380520240" sldId="306"/>
            <ac:cxnSpMk id="17" creationId="{529507DE-6D20-F0B7-D1E6-58638CA2A045}"/>
          </ac:cxnSpMkLst>
        </pc:cxnChg>
        <pc:cxnChg chg="add mod">
          <ac:chgData name="昕 许" userId="a2975fcd840abfc3" providerId="LiveId" clId="{49CCD4F9-177C-4270-9A14-60236FF377E8}" dt="2026-04-23T01:48:13.662" v="9595" actId="1076"/>
          <ac:cxnSpMkLst>
            <pc:docMk/>
            <pc:sldMk cId="380520240" sldId="306"/>
            <ac:cxnSpMk id="35" creationId="{933ACFEE-6D35-8397-479A-93958C83B905}"/>
          </ac:cxnSpMkLst>
        </pc:cxnChg>
        <pc:cxnChg chg="add mod">
          <ac:chgData name="昕 许" userId="a2975fcd840abfc3" providerId="LiveId" clId="{49CCD4F9-177C-4270-9A14-60236FF377E8}" dt="2026-04-23T02:19:00.407" v="9641" actId="1076"/>
          <ac:cxnSpMkLst>
            <pc:docMk/>
            <pc:sldMk cId="380520240" sldId="306"/>
            <ac:cxnSpMk id="46" creationId="{110FB7BE-9B66-B372-FBEF-050A6FA00198}"/>
          </ac:cxnSpMkLst>
        </pc:cxnChg>
        <pc:cxnChg chg="add mod">
          <ac:chgData name="昕 许" userId="a2975fcd840abfc3" providerId="LiveId" clId="{49CCD4F9-177C-4270-9A14-60236FF377E8}" dt="2026-04-23T02:19:11.543" v="9646" actId="14100"/>
          <ac:cxnSpMkLst>
            <pc:docMk/>
            <pc:sldMk cId="380520240" sldId="306"/>
            <ac:cxnSpMk id="57" creationId="{BBBB4F17-FFB9-EB9F-76FA-6FE169E938C7}"/>
          </ac:cxnSpMkLst>
        </pc:cxnChg>
        <pc:cxnChg chg="add del mod">
          <ac:chgData name="昕 许" userId="a2975fcd840abfc3" providerId="LiveId" clId="{49CCD4F9-177C-4270-9A14-60236FF377E8}" dt="2026-04-26T01:54:33.544" v="10434" actId="478"/>
          <ac:cxnSpMkLst>
            <pc:docMk/>
            <pc:sldMk cId="380520240" sldId="306"/>
            <ac:cxnSpMk id="64" creationId="{87517AD5-5186-9C20-6B93-D9AE8ABBCC5A}"/>
          </ac:cxnSpMkLst>
        </pc:cxnChg>
      </pc:sldChg>
      <pc:sldChg chg="delSp modSp add mod modTransition">
        <pc:chgData name="昕 许" userId="a2975fcd840abfc3" providerId="LiveId" clId="{49CCD4F9-177C-4270-9A14-60236FF377E8}" dt="2026-04-23T02:23:38.432" v="9705" actId="1076"/>
        <pc:sldMkLst>
          <pc:docMk/>
          <pc:sldMk cId="1429644874" sldId="307"/>
        </pc:sldMkLst>
        <pc:spChg chg="mod">
          <ac:chgData name="昕 许" userId="a2975fcd840abfc3" providerId="LiveId" clId="{49CCD4F9-177C-4270-9A14-60236FF377E8}" dt="2026-04-23T02:23:38.432" v="9705" actId="1076"/>
          <ac:spMkLst>
            <pc:docMk/>
            <pc:sldMk cId="1429644874" sldId="307"/>
            <ac:spMk id="49" creationId="{59875B90-0BB6-26D2-756E-A63697003B77}"/>
          </ac:spMkLst>
        </pc:spChg>
      </pc:sldChg>
      <pc:sldChg chg="addSp delSp modSp add mod">
        <pc:chgData name="昕 许" userId="a2975fcd840abfc3" providerId="LiveId" clId="{49CCD4F9-177C-4270-9A14-60236FF377E8}" dt="2026-04-23T04:06:25.583" v="9884" actId="478"/>
        <pc:sldMkLst>
          <pc:docMk/>
          <pc:sldMk cId="1206362108" sldId="309"/>
        </pc:sldMkLst>
        <pc:spChg chg="add mod">
          <ac:chgData name="昕 许" userId="a2975fcd840abfc3" providerId="LiveId" clId="{49CCD4F9-177C-4270-9A14-60236FF377E8}" dt="2026-04-23T02:22:30.478" v="9666" actId="164"/>
          <ac:spMkLst>
            <pc:docMk/>
            <pc:sldMk cId="1206362108" sldId="309"/>
            <ac:spMk id="2" creationId="{CF04F4DF-D262-1638-19BA-EFB87F991755}"/>
          </ac:spMkLst>
        </pc:spChg>
        <pc:spChg chg="add mod">
          <ac:chgData name="昕 许" userId="a2975fcd840abfc3" providerId="LiveId" clId="{49CCD4F9-177C-4270-9A14-60236FF377E8}" dt="2026-04-23T02:22:30.478" v="9666" actId="164"/>
          <ac:spMkLst>
            <pc:docMk/>
            <pc:sldMk cId="1206362108" sldId="309"/>
            <ac:spMk id="4" creationId="{7DB75B09-2E4B-8E74-A674-81E48FBFE653}"/>
          </ac:spMkLst>
        </pc:spChg>
        <pc:spChg chg="mod">
          <ac:chgData name="昕 许" userId="a2975fcd840abfc3" providerId="LiveId" clId="{49CCD4F9-177C-4270-9A14-60236FF377E8}" dt="2026-04-23T02:22:31.184" v="9667"/>
          <ac:spMkLst>
            <pc:docMk/>
            <pc:sldMk cId="1206362108" sldId="309"/>
            <ac:spMk id="7" creationId="{1D2CD5F8-86DD-A8A5-055B-304839A3FED3}"/>
          </ac:spMkLst>
        </pc:spChg>
        <pc:spChg chg="mod">
          <ac:chgData name="昕 许" userId="a2975fcd840abfc3" providerId="LiveId" clId="{49CCD4F9-177C-4270-9A14-60236FF377E8}" dt="2026-04-23T02:22:35.579" v="9669" actId="20577"/>
          <ac:spMkLst>
            <pc:docMk/>
            <pc:sldMk cId="1206362108" sldId="309"/>
            <ac:spMk id="8" creationId="{AA09BCA3-B993-CDEC-4A18-F789AE8A1420}"/>
          </ac:spMkLst>
        </pc:spChg>
        <pc:spChg chg="mod">
          <ac:chgData name="昕 许" userId="a2975fcd840abfc3" providerId="LiveId" clId="{49CCD4F9-177C-4270-9A14-60236FF377E8}" dt="2026-04-23T02:22:40.331" v="9671"/>
          <ac:spMkLst>
            <pc:docMk/>
            <pc:sldMk cId="1206362108" sldId="309"/>
            <ac:spMk id="10" creationId="{81F3EFE4-2136-FF6B-AF81-BB0C79BBDF96}"/>
          </ac:spMkLst>
        </pc:spChg>
        <pc:spChg chg="mod">
          <ac:chgData name="昕 许" userId="a2975fcd840abfc3" providerId="LiveId" clId="{49CCD4F9-177C-4270-9A14-60236FF377E8}" dt="2026-04-23T02:22:57.133" v="9673" actId="20577"/>
          <ac:spMkLst>
            <pc:docMk/>
            <pc:sldMk cId="1206362108" sldId="309"/>
            <ac:spMk id="11" creationId="{8377A0CD-0930-67D7-0B62-2577DC7A8AED}"/>
          </ac:spMkLst>
        </pc:spChg>
        <pc:spChg chg="mod">
          <ac:chgData name="昕 许" userId="a2975fcd840abfc3" providerId="LiveId" clId="{49CCD4F9-177C-4270-9A14-60236FF377E8}" dt="2026-04-23T02:23:00.046" v="9677" actId="20577"/>
          <ac:spMkLst>
            <pc:docMk/>
            <pc:sldMk cId="1206362108" sldId="309"/>
            <ac:spMk id="13" creationId="{25EE3CB2-7FDC-FCE3-5B46-B686F2FC37F9}"/>
          </ac:spMkLst>
        </pc:spChg>
        <pc:spChg chg="mod">
          <ac:chgData name="昕 许" userId="a2975fcd840abfc3" providerId="LiveId" clId="{49CCD4F9-177C-4270-9A14-60236FF377E8}" dt="2026-04-23T02:23:07.400" v="9688" actId="1037"/>
          <ac:spMkLst>
            <pc:docMk/>
            <pc:sldMk cId="1206362108" sldId="309"/>
            <ac:spMk id="14" creationId="{73A37AEA-93E4-8AEB-53AB-FCB994ACA50F}"/>
          </ac:spMkLst>
        </pc:spChg>
        <pc:spChg chg="mod">
          <ac:chgData name="昕 许" userId="a2975fcd840abfc3" providerId="LiveId" clId="{49CCD4F9-177C-4270-9A14-60236FF377E8}" dt="2026-04-23T02:23:16.347" v="9691" actId="20577"/>
          <ac:spMkLst>
            <pc:docMk/>
            <pc:sldMk cId="1206362108" sldId="309"/>
            <ac:spMk id="16" creationId="{839A5965-B17F-DB16-DA13-16DA35FF82EC}"/>
          </ac:spMkLst>
        </pc:spChg>
        <pc:spChg chg="mod">
          <ac:chgData name="昕 许" userId="a2975fcd840abfc3" providerId="LiveId" clId="{49CCD4F9-177C-4270-9A14-60236FF377E8}" dt="2026-04-23T02:23:16.431" v="9692" actId="20577"/>
          <ac:spMkLst>
            <pc:docMk/>
            <pc:sldMk cId="1206362108" sldId="309"/>
            <ac:spMk id="17" creationId="{D7036795-3CF6-F5C5-E7C1-A2BCA84504D4}"/>
          </ac:spMkLst>
        </pc:spChg>
        <pc:spChg chg="mod">
          <ac:chgData name="昕 许" userId="a2975fcd840abfc3" providerId="LiveId" clId="{49CCD4F9-177C-4270-9A14-60236FF377E8}" dt="2026-04-23T02:23:17.964" v="9693" actId="20577"/>
          <ac:spMkLst>
            <pc:docMk/>
            <pc:sldMk cId="1206362108" sldId="309"/>
            <ac:spMk id="19" creationId="{1FA37970-FD9D-1BF9-59C1-20D553CCDE78}"/>
          </ac:spMkLst>
        </pc:spChg>
        <pc:spChg chg="mod">
          <ac:chgData name="昕 许" userId="a2975fcd840abfc3" providerId="LiveId" clId="{49CCD4F9-177C-4270-9A14-60236FF377E8}" dt="2026-04-23T02:23:21.707" v="9698" actId="1076"/>
          <ac:spMkLst>
            <pc:docMk/>
            <pc:sldMk cId="1206362108" sldId="309"/>
            <ac:spMk id="20" creationId="{21A7C79C-BF28-9B0E-9CFB-FA1C22DCAE87}"/>
          </ac:spMkLst>
        </pc:spChg>
        <pc:spChg chg="mod">
          <ac:chgData name="昕 许" userId="a2975fcd840abfc3" providerId="LiveId" clId="{49CCD4F9-177C-4270-9A14-60236FF377E8}" dt="2026-04-23T02:23:11.453" v="9689"/>
          <ac:spMkLst>
            <pc:docMk/>
            <pc:sldMk cId="1206362108" sldId="309"/>
            <ac:spMk id="22" creationId="{FC573AEA-EB4B-8F2B-6651-62CCDFC05CEE}"/>
          </ac:spMkLst>
        </pc:spChg>
        <pc:spChg chg="mod">
          <ac:chgData name="昕 许" userId="a2975fcd840abfc3" providerId="LiveId" clId="{49CCD4F9-177C-4270-9A14-60236FF377E8}" dt="2026-04-23T02:23:25.476" v="9700" actId="1076"/>
          <ac:spMkLst>
            <pc:docMk/>
            <pc:sldMk cId="1206362108" sldId="309"/>
            <ac:spMk id="23" creationId="{6F401D2F-6D13-9E94-C32D-7939476A9620}"/>
          </ac:spMkLst>
        </pc:spChg>
        <pc:spChg chg="mod">
          <ac:chgData name="昕 许" userId="a2975fcd840abfc3" providerId="LiveId" clId="{49CCD4F9-177C-4270-9A14-60236FF377E8}" dt="2026-04-23T02:23:31.181" v="9703" actId="20577"/>
          <ac:spMkLst>
            <pc:docMk/>
            <pc:sldMk cId="1206362108" sldId="309"/>
            <ac:spMk id="25" creationId="{FEA8FA33-0408-B012-C984-7C8FC7703B64}"/>
          </ac:spMkLst>
        </pc:spChg>
        <pc:spChg chg="mod">
          <ac:chgData name="昕 许" userId="a2975fcd840abfc3" providerId="LiveId" clId="{49CCD4F9-177C-4270-9A14-60236FF377E8}" dt="2026-04-23T02:23:31.407" v="9704" actId="20577"/>
          <ac:spMkLst>
            <pc:docMk/>
            <pc:sldMk cId="1206362108" sldId="309"/>
            <ac:spMk id="26" creationId="{B7EA7CB5-0DAA-29CE-C44D-285FE238EF81}"/>
          </ac:spMkLst>
        </pc:spChg>
        <pc:grpChg chg="add mod">
          <ac:chgData name="昕 许" userId="a2975fcd840abfc3" providerId="LiveId" clId="{49CCD4F9-177C-4270-9A14-60236FF377E8}" dt="2026-04-23T02:23:45.788" v="9707" actId="1076"/>
          <ac:grpSpMkLst>
            <pc:docMk/>
            <pc:sldMk cId="1206362108" sldId="309"/>
            <ac:grpSpMk id="5" creationId="{E3D0AE51-798D-D713-44B5-69AF6EA33C41}"/>
          </ac:grpSpMkLst>
        </pc:grpChg>
        <pc:grpChg chg="add mod">
          <ac:chgData name="昕 许" userId="a2975fcd840abfc3" providerId="LiveId" clId="{49CCD4F9-177C-4270-9A14-60236FF377E8}" dt="2026-04-23T02:23:45.788" v="9707" actId="1076"/>
          <ac:grpSpMkLst>
            <pc:docMk/>
            <pc:sldMk cId="1206362108" sldId="309"/>
            <ac:grpSpMk id="6" creationId="{2D025702-BFD6-C23E-79C1-F0B1D89D06F5}"/>
          </ac:grpSpMkLst>
        </pc:grpChg>
        <pc:grpChg chg="add mod">
          <ac:chgData name="昕 许" userId="a2975fcd840abfc3" providerId="LiveId" clId="{49CCD4F9-177C-4270-9A14-60236FF377E8}" dt="2026-04-23T02:23:45.788" v="9707" actId="1076"/>
          <ac:grpSpMkLst>
            <pc:docMk/>
            <pc:sldMk cId="1206362108" sldId="309"/>
            <ac:grpSpMk id="9" creationId="{9E2246FB-5A36-FB5A-1D14-AFB9C8E9E1A7}"/>
          </ac:grpSpMkLst>
        </pc:grpChg>
        <pc:grpChg chg="add mod">
          <ac:chgData name="昕 许" userId="a2975fcd840abfc3" providerId="LiveId" clId="{49CCD4F9-177C-4270-9A14-60236FF377E8}" dt="2026-04-23T02:23:45.788" v="9707" actId="1076"/>
          <ac:grpSpMkLst>
            <pc:docMk/>
            <pc:sldMk cId="1206362108" sldId="309"/>
            <ac:grpSpMk id="12" creationId="{B11DA214-1BD0-8AAC-3A0A-7D9E50411707}"/>
          </ac:grpSpMkLst>
        </pc:grpChg>
        <pc:grpChg chg="add mod">
          <ac:chgData name="昕 许" userId="a2975fcd840abfc3" providerId="LiveId" clId="{49CCD4F9-177C-4270-9A14-60236FF377E8}" dt="2026-04-23T02:23:45.788" v="9707" actId="1076"/>
          <ac:grpSpMkLst>
            <pc:docMk/>
            <pc:sldMk cId="1206362108" sldId="309"/>
            <ac:grpSpMk id="15" creationId="{1DCB0AD3-CE2D-FFBF-D9D1-D7ACDC96A8B1}"/>
          </ac:grpSpMkLst>
        </pc:grpChg>
        <pc:grpChg chg="add mod">
          <ac:chgData name="昕 许" userId="a2975fcd840abfc3" providerId="LiveId" clId="{49CCD4F9-177C-4270-9A14-60236FF377E8}" dt="2026-04-23T02:23:45.788" v="9707" actId="1076"/>
          <ac:grpSpMkLst>
            <pc:docMk/>
            <pc:sldMk cId="1206362108" sldId="309"/>
            <ac:grpSpMk id="18" creationId="{F87F30CB-87FE-129D-E3C1-3C319B6D10D1}"/>
          </ac:grpSpMkLst>
        </pc:grpChg>
        <pc:grpChg chg="add mod">
          <ac:chgData name="昕 许" userId="a2975fcd840abfc3" providerId="LiveId" clId="{49CCD4F9-177C-4270-9A14-60236FF377E8}" dt="2026-04-23T02:23:45.788" v="9707" actId="1076"/>
          <ac:grpSpMkLst>
            <pc:docMk/>
            <pc:sldMk cId="1206362108" sldId="309"/>
            <ac:grpSpMk id="21" creationId="{0F992541-2AD9-F166-C0A5-5E273000F0C9}"/>
          </ac:grpSpMkLst>
        </pc:grpChg>
        <pc:grpChg chg="add mod">
          <ac:chgData name="昕 许" userId="a2975fcd840abfc3" providerId="LiveId" clId="{49CCD4F9-177C-4270-9A14-60236FF377E8}" dt="2026-04-23T02:23:45.788" v="9707" actId="1076"/>
          <ac:grpSpMkLst>
            <pc:docMk/>
            <pc:sldMk cId="1206362108" sldId="309"/>
            <ac:grpSpMk id="24" creationId="{585A1D33-4042-3152-7D48-68208A1E843B}"/>
          </ac:grpSpMkLst>
        </pc:grpChg>
        <pc:cxnChg chg="add mod">
          <ac:chgData name="昕 许" userId="a2975fcd840abfc3" providerId="LiveId" clId="{49CCD4F9-177C-4270-9A14-60236FF377E8}" dt="2026-04-23T02:24:39.711" v="9724" actId="1076"/>
          <ac:cxnSpMkLst>
            <pc:docMk/>
            <pc:sldMk cId="1206362108" sldId="309"/>
            <ac:cxnSpMk id="28" creationId="{FE57A6D4-2FE9-3E96-2DA5-CA54FAE5F521}"/>
          </ac:cxnSpMkLst>
        </pc:cxnChg>
      </pc:sldChg>
      <pc:sldChg chg="addSp modSp add mod">
        <pc:chgData name="昕 许" userId="a2975fcd840abfc3" providerId="LiveId" clId="{49CCD4F9-177C-4270-9A14-60236FF377E8}" dt="2026-04-23T02:30:11.428" v="9785" actId="208"/>
        <pc:sldMkLst>
          <pc:docMk/>
          <pc:sldMk cId="877935782" sldId="310"/>
        </pc:sldMkLst>
        <pc:spChg chg="mod">
          <ac:chgData name="昕 许" userId="a2975fcd840abfc3" providerId="LiveId" clId="{49CCD4F9-177C-4270-9A14-60236FF377E8}" dt="2026-04-23T02:30:11.428" v="9785" actId="208"/>
          <ac:spMkLst>
            <pc:docMk/>
            <pc:sldMk cId="877935782" sldId="310"/>
            <ac:spMk id="2" creationId="{42AE2D51-4516-B083-0BC3-7E4CBD07484F}"/>
          </ac:spMkLst>
        </pc:spChg>
        <pc:grpChg chg="mod">
          <ac:chgData name="昕 许" userId="a2975fcd840abfc3" providerId="LiveId" clId="{49CCD4F9-177C-4270-9A14-60236FF377E8}" dt="2026-04-23T02:24:57.528" v="9729" actId="1076"/>
          <ac:grpSpMkLst>
            <pc:docMk/>
            <pc:sldMk cId="877935782" sldId="310"/>
            <ac:grpSpMk id="5" creationId="{A17BF685-927F-E597-B25B-25AC9A1D5858}"/>
          </ac:grpSpMkLst>
        </pc:grpChg>
        <pc:grpChg chg="mod">
          <ac:chgData name="昕 许" userId="a2975fcd840abfc3" providerId="LiveId" clId="{49CCD4F9-177C-4270-9A14-60236FF377E8}" dt="2026-04-23T02:24:48.508" v="9728" actId="1076"/>
          <ac:grpSpMkLst>
            <pc:docMk/>
            <pc:sldMk cId="877935782" sldId="310"/>
            <ac:grpSpMk id="6" creationId="{2E218975-6AEF-50A7-382F-0A48F27898F9}"/>
          </ac:grpSpMkLst>
        </pc:grpChg>
        <pc:grpChg chg="mod">
          <ac:chgData name="昕 许" userId="a2975fcd840abfc3" providerId="LiveId" clId="{49CCD4F9-177C-4270-9A14-60236FF377E8}" dt="2026-04-23T02:24:48.508" v="9728" actId="1076"/>
          <ac:grpSpMkLst>
            <pc:docMk/>
            <pc:sldMk cId="877935782" sldId="310"/>
            <ac:grpSpMk id="9" creationId="{BA4BD6EA-1CB4-9102-F8C2-A833F7185CB2}"/>
          </ac:grpSpMkLst>
        </pc:grpChg>
        <pc:grpChg chg="mod">
          <ac:chgData name="昕 许" userId="a2975fcd840abfc3" providerId="LiveId" clId="{49CCD4F9-177C-4270-9A14-60236FF377E8}" dt="2026-04-23T02:24:48.508" v="9728" actId="1076"/>
          <ac:grpSpMkLst>
            <pc:docMk/>
            <pc:sldMk cId="877935782" sldId="310"/>
            <ac:grpSpMk id="12" creationId="{B8BC5697-B759-76F5-3CB0-49E32A80F9C9}"/>
          </ac:grpSpMkLst>
        </pc:grpChg>
        <pc:grpChg chg="mod">
          <ac:chgData name="昕 许" userId="a2975fcd840abfc3" providerId="LiveId" clId="{49CCD4F9-177C-4270-9A14-60236FF377E8}" dt="2026-04-23T02:24:48.508" v="9728" actId="1076"/>
          <ac:grpSpMkLst>
            <pc:docMk/>
            <pc:sldMk cId="877935782" sldId="310"/>
            <ac:grpSpMk id="15" creationId="{2379307F-C42A-BDF7-5934-8C659BF67197}"/>
          </ac:grpSpMkLst>
        </pc:grpChg>
        <pc:grpChg chg="mod">
          <ac:chgData name="昕 许" userId="a2975fcd840abfc3" providerId="LiveId" clId="{49CCD4F9-177C-4270-9A14-60236FF377E8}" dt="2026-04-23T02:24:48.508" v="9728" actId="1076"/>
          <ac:grpSpMkLst>
            <pc:docMk/>
            <pc:sldMk cId="877935782" sldId="310"/>
            <ac:grpSpMk id="18" creationId="{6B00C6E2-94F0-ECA9-85AF-712109465869}"/>
          </ac:grpSpMkLst>
        </pc:grpChg>
        <pc:grpChg chg="mod">
          <ac:chgData name="昕 许" userId="a2975fcd840abfc3" providerId="LiveId" clId="{49CCD4F9-177C-4270-9A14-60236FF377E8}" dt="2026-04-23T02:24:48.508" v="9728" actId="1076"/>
          <ac:grpSpMkLst>
            <pc:docMk/>
            <pc:sldMk cId="877935782" sldId="310"/>
            <ac:grpSpMk id="21" creationId="{70713F7D-E3C2-ADDD-84EC-929C5D1E38F0}"/>
          </ac:grpSpMkLst>
        </pc:grpChg>
        <pc:grpChg chg="mod">
          <ac:chgData name="昕 许" userId="a2975fcd840abfc3" providerId="LiveId" clId="{49CCD4F9-177C-4270-9A14-60236FF377E8}" dt="2026-04-23T02:24:48.508" v="9728" actId="1076"/>
          <ac:grpSpMkLst>
            <pc:docMk/>
            <pc:sldMk cId="877935782" sldId="310"/>
            <ac:grpSpMk id="24" creationId="{FD4C3EAB-2701-FE62-5F9C-DAA83E3FD674}"/>
          </ac:grpSpMkLst>
        </pc:grpChg>
        <pc:cxnChg chg="add mod">
          <ac:chgData name="昕 许" userId="a2975fcd840abfc3" providerId="LiveId" clId="{49CCD4F9-177C-4270-9A14-60236FF377E8}" dt="2026-04-23T02:25:09.110" v="9732" actId="14100"/>
          <ac:cxnSpMkLst>
            <pc:docMk/>
            <pc:sldMk cId="877935782" sldId="310"/>
            <ac:cxnSpMk id="3" creationId="{89F585A4-90DE-B440-12BE-1DF171A53E42}"/>
          </ac:cxnSpMkLst>
        </pc:cxnChg>
        <pc:cxnChg chg="add mod">
          <ac:chgData name="昕 许" userId="a2975fcd840abfc3" providerId="LiveId" clId="{49CCD4F9-177C-4270-9A14-60236FF377E8}" dt="2026-04-23T02:25:22.841" v="9737" actId="14100"/>
          <ac:cxnSpMkLst>
            <pc:docMk/>
            <pc:sldMk cId="877935782" sldId="310"/>
            <ac:cxnSpMk id="29" creationId="{87CAE3D5-44E9-85EF-6DBE-E61B92E707A4}"/>
          </ac:cxnSpMkLst>
        </pc:cxnChg>
      </pc:sldChg>
      <pc:sldChg chg="delSp modSp add mod">
        <pc:chgData name="昕 许" userId="a2975fcd840abfc3" providerId="LiveId" clId="{49CCD4F9-177C-4270-9A14-60236FF377E8}" dt="2026-04-23T02:25:16.403" v="9734" actId="478"/>
        <pc:sldMkLst>
          <pc:docMk/>
          <pc:sldMk cId="3640899981" sldId="311"/>
        </pc:sldMkLst>
      </pc:sldChg>
      <pc:sldChg chg="modSp add mod">
        <pc:chgData name="昕 许" userId="a2975fcd840abfc3" providerId="LiveId" clId="{49CCD4F9-177C-4270-9A14-60236FF377E8}" dt="2026-04-23T02:30:15.793" v="9786" actId="208"/>
        <pc:sldMkLst>
          <pc:docMk/>
          <pc:sldMk cId="3958270624" sldId="312"/>
        </pc:sldMkLst>
        <pc:spChg chg="mod">
          <ac:chgData name="昕 许" userId="a2975fcd840abfc3" providerId="LiveId" clId="{49CCD4F9-177C-4270-9A14-60236FF377E8}" dt="2026-04-23T02:30:15.793" v="9786" actId="208"/>
          <ac:spMkLst>
            <pc:docMk/>
            <pc:sldMk cId="3958270624" sldId="312"/>
            <ac:spMk id="2" creationId="{F678860D-F9DF-AB37-B0EB-DA382D972DCC}"/>
          </ac:spMkLst>
        </pc:spChg>
        <pc:grpChg chg="mod">
          <ac:chgData name="昕 许" userId="a2975fcd840abfc3" providerId="LiveId" clId="{49CCD4F9-177C-4270-9A14-60236FF377E8}" dt="2026-04-23T02:25:28.299" v="9739" actId="1076"/>
          <ac:grpSpMkLst>
            <pc:docMk/>
            <pc:sldMk cId="3958270624" sldId="312"/>
            <ac:grpSpMk id="6" creationId="{D6D25B96-2E98-4C77-E949-4DF7EDCC5F5E}"/>
          </ac:grpSpMkLst>
        </pc:grpChg>
        <pc:grpChg chg="mod">
          <ac:chgData name="昕 许" userId="a2975fcd840abfc3" providerId="LiveId" clId="{49CCD4F9-177C-4270-9A14-60236FF377E8}" dt="2026-04-23T02:25:31.630" v="9740" actId="1076"/>
          <ac:grpSpMkLst>
            <pc:docMk/>
            <pc:sldMk cId="3958270624" sldId="312"/>
            <ac:grpSpMk id="9" creationId="{AEA1F9A7-EAB4-8C69-BB7D-0E1840A8A19D}"/>
          </ac:grpSpMkLst>
        </pc:grpChg>
        <pc:grpChg chg="mod">
          <ac:chgData name="昕 许" userId="a2975fcd840abfc3" providerId="LiveId" clId="{49CCD4F9-177C-4270-9A14-60236FF377E8}" dt="2026-04-23T02:25:31.630" v="9740" actId="1076"/>
          <ac:grpSpMkLst>
            <pc:docMk/>
            <pc:sldMk cId="3958270624" sldId="312"/>
            <ac:grpSpMk id="12" creationId="{0529D68C-27B2-E9AB-94D0-3B8112EED892}"/>
          </ac:grpSpMkLst>
        </pc:grpChg>
        <pc:grpChg chg="mod">
          <ac:chgData name="昕 许" userId="a2975fcd840abfc3" providerId="LiveId" clId="{49CCD4F9-177C-4270-9A14-60236FF377E8}" dt="2026-04-23T02:25:31.630" v="9740" actId="1076"/>
          <ac:grpSpMkLst>
            <pc:docMk/>
            <pc:sldMk cId="3958270624" sldId="312"/>
            <ac:grpSpMk id="15" creationId="{C96F1C41-8C7F-F831-1DC2-7C7F58D653C0}"/>
          </ac:grpSpMkLst>
        </pc:grpChg>
        <pc:grpChg chg="mod">
          <ac:chgData name="昕 许" userId="a2975fcd840abfc3" providerId="LiveId" clId="{49CCD4F9-177C-4270-9A14-60236FF377E8}" dt="2026-04-23T02:25:31.630" v="9740" actId="1076"/>
          <ac:grpSpMkLst>
            <pc:docMk/>
            <pc:sldMk cId="3958270624" sldId="312"/>
            <ac:grpSpMk id="18" creationId="{04EDF8E2-C65E-B231-80F5-C9A174E5BC75}"/>
          </ac:grpSpMkLst>
        </pc:grpChg>
        <pc:grpChg chg="mod">
          <ac:chgData name="昕 许" userId="a2975fcd840abfc3" providerId="LiveId" clId="{49CCD4F9-177C-4270-9A14-60236FF377E8}" dt="2026-04-23T02:25:31.630" v="9740" actId="1076"/>
          <ac:grpSpMkLst>
            <pc:docMk/>
            <pc:sldMk cId="3958270624" sldId="312"/>
            <ac:grpSpMk id="21" creationId="{97C35142-2788-F341-E954-7941A2929489}"/>
          </ac:grpSpMkLst>
        </pc:grpChg>
        <pc:grpChg chg="mod">
          <ac:chgData name="昕 许" userId="a2975fcd840abfc3" providerId="LiveId" clId="{49CCD4F9-177C-4270-9A14-60236FF377E8}" dt="2026-04-23T02:25:31.630" v="9740" actId="1076"/>
          <ac:grpSpMkLst>
            <pc:docMk/>
            <pc:sldMk cId="3958270624" sldId="312"/>
            <ac:grpSpMk id="24" creationId="{282525E9-A773-88E3-862D-D93913419621}"/>
          </ac:grpSpMkLst>
        </pc:grpChg>
      </pc:sldChg>
      <pc:sldChg chg="modSp add mod">
        <pc:chgData name="昕 许" userId="a2975fcd840abfc3" providerId="LiveId" clId="{49CCD4F9-177C-4270-9A14-60236FF377E8}" dt="2026-04-23T02:30:19.586" v="9787" actId="208"/>
        <pc:sldMkLst>
          <pc:docMk/>
          <pc:sldMk cId="3445403889" sldId="313"/>
        </pc:sldMkLst>
        <pc:spChg chg="mod">
          <ac:chgData name="昕 许" userId="a2975fcd840abfc3" providerId="LiveId" clId="{49CCD4F9-177C-4270-9A14-60236FF377E8}" dt="2026-04-23T02:30:19.586" v="9787" actId="208"/>
          <ac:spMkLst>
            <pc:docMk/>
            <pc:sldMk cId="3445403889" sldId="313"/>
            <ac:spMk id="2" creationId="{B64B81C7-A227-6230-C72E-D6EBFDFB909C}"/>
          </ac:spMkLst>
        </pc:spChg>
        <pc:grpChg chg="mod">
          <ac:chgData name="昕 许" userId="a2975fcd840abfc3" providerId="LiveId" clId="{49CCD4F9-177C-4270-9A14-60236FF377E8}" dt="2026-04-23T02:26:35.080" v="9762" actId="1076"/>
          <ac:grpSpMkLst>
            <pc:docMk/>
            <pc:sldMk cId="3445403889" sldId="313"/>
            <ac:grpSpMk id="9" creationId="{1C804E93-AB23-D848-F26E-43F577B5923E}"/>
          </ac:grpSpMkLst>
        </pc:grpChg>
        <pc:grpChg chg="mod">
          <ac:chgData name="昕 许" userId="a2975fcd840abfc3" providerId="LiveId" clId="{49CCD4F9-177C-4270-9A14-60236FF377E8}" dt="2026-04-23T02:25:40.415" v="9743" actId="1076"/>
          <ac:grpSpMkLst>
            <pc:docMk/>
            <pc:sldMk cId="3445403889" sldId="313"/>
            <ac:grpSpMk id="12" creationId="{6F66A92A-AB14-85C5-0285-49A71BA04080}"/>
          </ac:grpSpMkLst>
        </pc:grpChg>
        <pc:grpChg chg="mod">
          <ac:chgData name="昕 许" userId="a2975fcd840abfc3" providerId="LiveId" clId="{49CCD4F9-177C-4270-9A14-60236FF377E8}" dt="2026-04-23T02:25:40.415" v="9743" actId="1076"/>
          <ac:grpSpMkLst>
            <pc:docMk/>
            <pc:sldMk cId="3445403889" sldId="313"/>
            <ac:grpSpMk id="15" creationId="{A2A01A29-E697-1C31-28D4-8BCE3AEF0271}"/>
          </ac:grpSpMkLst>
        </pc:grpChg>
        <pc:grpChg chg="mod">
          <ac:chgData name="昕 许" userId="a2975fcd840abfc3" providerId="LiveId" clId="{49CCD4F9-177C-4270-9A14-60236FF377E8}" dt="2026-04-23T02:25:40.415" v="9743" actId="1076"/>
          <ac:grpSpMkLst>
            <pc:docMk/>
            <pc:sldMk cId="3445403889" sldId="313"/>
            <ac:grpSpMk id="18" creationId="{B829B9B5-9752-F620-8FE7-55418362FBF3}"/>
          </ac:grpSpMkLst>
        </pc:grpChg>
        <pc:grpChg chg="mod">
          <ac:chgData name="昕 许" userId="a2975fcd840abfc3" providerId="LiveId" clId="{49CCD4F9-177C-4270-9A14-60236FF377E8}" dt="2026-04-23T02:25:40.415" v="9743" actId="1076"/>
          <ac:grpSpMkLst>
            <pc:docMk/>
            <pc:sldMk cId="3445403889" sldId="313"/>
            <ac:grpSpMk id="21" creationId="{6B150034-90AD-0E4C-C308-98F7D7FA7C96}"/>
          </ac:grpSpMkLst>
        </pc:grpChg>
        <pc:grpChg chg="mod">
          <ac:chgData name="昕 许" userId="a2975fcd840abfc3" providerId="LiveId" clId="{49CCD4F9-177C-4270-9A14-60236FF377E8}" dt="2026-04-23T02:25:40.415" v="9743" actId="1076"/>
          <ac:grpSpMkLst>
            <pc:docMk/>
            <pc:sldMk cId="3445403889" sldId="313"/>
            <ac:grpSpMk id="24" creationId="{9443D60B-2DE6-E909-A542-F18E5F04353F}"/>
          </ac:grpSpMkLst>
        </pc:grpChg>
        <pc:cxnChg chg="mod">
          <ac:chgData name="昕 许" userId="a2975fcd840abfc3" providerId="LiveId" clId="{49CCD4F9-177C-4270-9A14-60236FF377E8}" dt="2026-04-23T02:26:34.601" v="9761" actId="14100"/>
          <ac:cxnSpMkLst>
            <pc:docMk/>
            <pc:sldMk cId="3445403889" sldId="313"/>
            <ac:cxnSpMk id="29" creationId="{A1D9432B-1377-6E59-B127-EB0946D9C2A1}"/>
          </ac:cxnSpMkLst>
        </pc:cxnChg>
      </pc:sldChg>
      <pc:sldChg chg="addSp modSp add mod">
        <pc:chgData name="昕 许" userId="a2975fcd840abfc3" providerId="LiveId" clId="{49CCD4F9-177C-4270-9A14-60236FF377E8}" dt="2026-04-23T02:29:48.358" v="9781" actId="208"/>
        <pc:sldMkLst>
          <pc:docMk/>
          <pc:sldMk cId="4187811640" sldId="314"/>
        </pc:sldMkLst>
        <pc:spChg chg="mod">
          <ac:chgData name="昕 许" userId="a2975fcd840abfc3" providerId="LiveId" clId="{49CCD4F9-177C-4270-9A14-60236FF377E8}" dt="2026-04-23T02:29:48.358" v="9781" actId="208"/>
          <ac:spMkLst>
            <pc:docMk/>
            <pc:sldMk cId="4187811640" sldId="314"/>
            <ac:spMk id="7" creationId="{E7B37E85-50DC-2CED-C68B-A7B67ECA0370}"/>
          </ac:spMkLst>
        </pc:spChg>
        <pc:cxnChg chg="add mod">
          <ac:chgData name="昕 许" userId="a2975fcd840abfc3" providerId="LiveId" clId="{49CCD4F9-177C-4270-9A14-60236FF377E8}" dt="2026-04-23T02:26:43.006" v="9764" actId="14100"/>
          <ac:cxnSpMkLst>
            <pc:docMk/>
            <pc:sldMk cId="4187811640" sldId="314"/>
            <ac:cxnSpMk id="27" creationId="{067EA871-0966-0882-A7FB-5E2B51F10A86}"/>
          </ac:cxnSpMkLst>
        </pc:cxnChg>
        <pc:cxnChg chg="add mod">
          <ac:chgData name="昕 许" userId="a2975fcd840abfc3" providerId="LiveId" clId="{49CCD4F9-177C-4270-9A14-60236FF377E8}" dt="2026-04-23T02:26:40.642" v="9763" actId="14100"/>
          <ac:cxnSpMkLst>
            <pc:docMk/>
            <pc:sldMk cId="4187811640" sldId="314"/>
            <ac:cxnSpMk id="31" creationId="{A9E0F632-D3D4-A9EC-6747-366B652245E6}"/>
          </ac:cxnSpMkLst>
        </pc:cxnChg>
      </pc:sldChg>
      <pc:sldChg chg="modSp add mod">
        <pc:chgData name="昕 许" userId="a2975fcd840abfc3" providerId="LiveId" clId="{49CCD4F9-177C-4270-9A14-60236FF377E8}" dt="2026-04-23T02:29:53.450" v="9782" actId="208"/>
        <pc:sldMkLst>
          <pc:docMk/>
          <pc:sldMk cId="3022624182" sldId="315"/>
        </pc:sldMkLst>
        <pc:spChg chg="mod">
          <ac:chgData name="昕 许" userId="a2975fcd840abfc3" providerId="LiveId" clId="{49CCD4F9-177C-4270-9A14-60236FF377E8}" dt="2026-04-23T02:29:53.450" v="9782" actId="208"/>
          <ac:spMkLst>
            <pc:docMk/>
            <pc:sldMk cId="3022624182" sldId="315"/>
            <ac:spMk id="7" creationId="{3B22BEC5-A6FB-411A-D7F5-DA3E1AB56E7A}"/>
          </ac:spMkLst>
        </pc:spChg>
        <pc:grpChg chg="mod">
          <ac:chgData name="昕 许" userId="a2975fcd840abfc3" providerId="LiveId" clId="{49CCD4F9-177C-4270-9A14-60236FF377E8}" dt="2026-04-23T02:29:04.428" v="9769" actId="1076"/>
          <ac:grpSpMkLst>
            <pc:docMk/>
            <pc:sldMk cId="3022624182" sldId="315"/>
            <ac:grpSpMk id="12" creationId="{871EBAC1-6C4C-19EB-8546-011718A2EFB1}"/>
          </ac:grpSpMkLst>
        </pc:grpChg>
        <pc:grpChg chg="mod">
          <ac:chgData name="昕 许" userId="a2975fcd840abfc3" providerId="LiveId" clId="{49CCD4F9-177C-4270-9A14-60236FF377E8}" dt="2026-04-23T02:29:08.044" v="9770" actId="1076"/>
          <ac:grpSpMkLst>
            <pc:docMk/>
            <pc:sldMk cId="3022624182" sldId="315"/>
            <ac:grpSpMk id="15" creationId="{7A45BE20-1C26-AC30-D696-8AD9A15BF39D}"/>
          </ac:grpSpMkLst>
        </pc:grpChg>
        <pc:grpChg chg="mod">
          <ac:chgData name="昕 许" userId="a2975fcd840abfc3" providerId="LiveId" clId="{49CCD4F9-177C-4270-9A14-60236FF377E8}" dt="2026-04-23T02:29:08.044" v="9770" actId="1076"/>
          <ac:grpSpMkLst>
            <pc:docMk/>
            <pc:sldMk cId="3022624182" sldId="315"/>
            <ac:grpSpMk id="18" creationId="{864D60B6-200D-ED98-EDB5-AE4F8DA85AE0}"/>
          </ac:grpSpMkLst>
        </pc:grpChg>
        <pc:grpChg chg="mod">
          <ac:chgData name="昕 许" userId="a2975fcd840abfc3" providerId="LiveId" clId="{49CCD4F9-177C-4270-9A14-60236FF377E8}" dt="2026-04-23T02:29:08.044" v="9770" actId="1076"/>
          <ac:grpSpMkLst>
            <pc:docMk/>
            <pc:sldMk cId="3022624182" sldId="315"/>
            <ac:grpSpMk id="21" creationId="{0F7BE326-622C-E6D8-21B1-6B1B5AF9ECD0}"/>
          </ac:grpSpMkLst>
        </pc:grpChg>
        <pc:grpChg chg="mod">
          <ac:chgData name="昕 许" userId="a2975fcd840abfc3" providerId="LiveId" clId="{49CCD4F9-177C-4270-9A14-60236FF377E8}" dt="2026-04-23T02:29:08.044" v="9770" actId="1076"/>
          <ac:grpSpMkLst>
            <pc:docMk/>
            <pc:sldMk cId="3022624182" sldId="315"/>
            <ac:grpSpMk id="24" creationId="{3814E8E9-0DE1-932B-CC55-5C6793303E36}"/>
          </ac:grpSpMkLst>
        </pc:grpChg>
      </pc:sldChg>
      <pc:sldChg chg="modSp add mod">
        <pc:chgData name="昕 许" userId="a2975fcd840abfc3" providerId="LiveId" clId="{49CCD4F9-177C-4270-9A14-60236FF377E8}" dt="2026-04-23T02:29:58.642" v="9783" actId="208"/>
        <pc:sldMkLst>
          <pc:docMk/>
          <pc:sldMk cId="2298595746" sldId="316"/>
        </pc:sldMkLst>
        <pc:spChg chg="mod">
          <ac:chgData name="昕 许" userId="a2975fcd840abfc3" providerId="LiveId" clId="{49CCD4F9-177C-4270-9A14-60236FF377E8}" dt="2026-04-23T02:29:58.642" v="9783" actId="208"/>
          <ac:spMkLst>
            <pc:docMk/>
            <pc:sldMk cId="2298595746" sldId="316"/>
            <ac:spMk id="7" creationId="{364449A3-8DB1-BFEF-87C1-B4328AADAFAD}"/>
          </ac:spMkLst>
        </pc:spChg>
        <pc:spChg chg="mod">
          <ac:chgData name="昕 许" userId="a2975fcd840abfc3" providerId="LiveId" clId="{49CCD4F9-177C-4270-9A14-60236FF377E8}" dt="2026-04-23T02:29:12.486" v="9773" actId="1076"/>
          <ac:spMkLst>
            <pc:docMk/>
            <pc:sldMk cId="2298595746" sldId="316"/>
            <ac:spMk id="16" creationId="{4E6A3533-9B1A-C55B-9EBB-49F6D947B5E2}"/>
          </ac:spMkLst>
        </pc:spChg>
        <pc:grpChg chg="mod">
          <ac:chgData name="昕 许" userId="a2975fcd840abfc3" providerId="LiveId" clId="{49CCD4F9-177C-4270-9A14-60236FF377E8}" dt="2026-04-23T02:29:16.341" v="9774" actId="1076"/>
          <ac:grpSpMkLst>
            <pc:docMk/>
            <pc:sldMk cId="2298595746" sldId="316"/>
            <ac:grpSpMk id="15" creationId="{FAA72396-7644-3678-ED4C-7DFFB7195356}"/>
          </ac:grpSpMkLst>
        </pc:grpChg>
        <pc:grpChg chg="mod">
          <ac:chgData name="昕 许" userId="a2975fcd840abfc3" providerId="LiveId" clId="{49CCD4F9-177C-4270-9A14-60236FF377E8}" dt="2026-04-23T02:29:19.233" v="9775" actId="1076"/>
          <ac:grpSpMkLst>
            <pc:docMk/>
            <pc:sldMk cId="2298595746" sldId="316"/>
            <ac:grpSpMk id="18" creationId="{EEAD0D10-5764-B215-B406-897B7647DE67}"/>
          </ac:grpSpMkLst>
        </pc:grpChg>
        <pc:grpChg chg="mod">
          <ac:chgData name="昕 许" userId="a2975fcd840abfc3" providerId="LiveId" clId="{49CCD4F9-177C-4270-9A14-60236FF377E8}" dt="2026-04-23T02:29:19.233" v="9775" actId="1076"/>
          <ac:grpSpMkLst>
            <pc:docMk/>
            <pc:sldMk cId="2298595746" sldId="316"/>
            <ac:grpSpMk id="21" creationId="{5A24251F-2FE1-B857-2B61-FF9BC0D98FF0}"/>
          </ac:grpSpMkLst>
        </pc:grpChg>
        <pc:grpChg chg="mod">
          <ac:chgData name="昕 许" userId="a2975fcd840abfc3" providerId="LiveId" clId="{49CCD4F9-177C-4270-9A14-60236FF377E8}" dt="2026-04-23T02:29:19.233" v="9775" actId="1076"/>
          <ac:grpSpMkLst>
            <pc:docMk/>
            <pc:sldMk cId="2298595746" sldId="316"/>
            <ac:grpSpMk id="24" creationId="{FA5B7A20-7F43-69B7-2113-F16EA4880520}"/>
          </ac:grpSpMkLst>
        </pc:grpChg>
      </pc:sldChg>
      <pc:sldChg chg="addSp modSp add mod">
        <pc:chgData name="昕 许" userId="a2975fcd840abfc3" providerId="LiveId" clId="{49CCD4F9-177C-4270-9A14-60236FF377E8}" dt="2026-04-23T02:30:57.803" v="9797" actId="1076"/>
        <pc:sldMkLst>
          <pc:docMk/>
          <pc:sldMk cId="3470229148" sldId="317"/>
        </pc:sldMkLst>
        <pc:spChg chg="mod">
          <ac:chgData name="昕 许" userId="a2975fcd840abfc3" providerId="LiveId" clId="{49CCD4F9-177C-4270-9A14-60236FF377E8}" dt="2026-04-23T02:30:05.709" v="9784" actId="208"/>
          <ac:spMkLst>
            <pc:docMk/>
            <pc:sldMk cId="3470229148" sldId="317"/>
            <ac:spMk id="10" creationId="{AA667AD7-5F0B-BB9C-6D36-7D85A7BC5597}"/>
          </ac:spMkLst>
        </pc:spChg>
        <pc:grpChg chg="mod">
          <ac:chgData name="昕 许" userId="a2975fcd840abfc3" providerId="LiveId" clId="{49CCD4F9-177C-4270-9A14-60236FF377E8}" dt="2026-04-23T02:30:57.803" v="9797" actId="1076"/>
          <ac:grpSpMkLst>
            <pc:docMk/>
            <pc:sldMk cId="3470229148" sldId="317"/>
            <ac:grpSpMk id="18" creationId="{4499568C-3539-43C5-BDAA-73BD425BA16E}"/>
          </ac:grpSpMkLst>
        </pc:grpChg>
        <pc:grpChg chg="mod">
          <ac:chgData name="昕 许" userId="a2975fcd840abfc3" providerId="LiveId" clId="{49CCD4F9-177C-4270-9A14-60236FF377E8}" dt="2026-04-23T02:30:49.969" v="9794" actId="1076"/>
          <ac:grpSpMkLst>
            <pc:docMk/>
            <pc:sldMk cId="3470229148" sldId="317"/>
            <ac:grpSpMk id="21" creationId="{E85E1DDE-4FA0-6AC3-FF35-32511446EDEE}"/>
          </ac:grpSpMkLst>
        </pc:grpChg>
        <pc:grpChg chg="mod">
          <ac:chgData name="昕 许" userId="a2975fcd840abfc3" providerId="LiveId" clId="{49CCD4F9-177C-4270-9A14-60236FF377E8}" dt="2026-04-23T02:30:49.569" v="9793" actId="1076"/>
          <ac:grpSpMkLst>
            <pc:docMk/>
            <pc:sldMk cId="3470229148" sldId="317"/>
            <ac:grpSpMk id="24" creationId="{7083612A-773B-B9A8-980A-4B5BEC637FDE}"/>
          </ac:grpSpMkLst>
        </pc:grpChg>
        <pc:cxnChg chg="add mod">
          <ac:chgData name="昕 许" userId="a2975fcd840abfc3" providerId="LiveId" clId="{49CCD4F9-177C-4270-9A14-60236FF377E8}" dt="2026-04-23T02:29:24.215" v="9778" actId="1076"/>
          <ac:cxnSpMkLst>
            <pc:docMk/>
            <pc:sldMk cId="3470229148" sldId="317"/>
            <ac:cxnSpMk id="30" creationId="{3CE6B764-2AC5-0F53-2AB3-54989829110B}"/>
          </ac:cxnSpMkLst>
        </pc:cxnChg>
        <pc:cxnChg chg="add mod">
          <ac:chgData name="昕 许" userId="a2975fcd840abfc3" providerId="LiveId" clId="{49CCD4F9-177C-4270-9A14-60236FF377E8}" dt="2026-04-23T02:29:27.158" v="9780" actId="1076"/>
          <ac:cxnSpMkLst>
            <pc:docMk/>
            <pc:sldMk cId="3470229148" sldId="317"/>
            <ac:cxnSpMk id="32" creationId="{BF56C491-882F-E129-1CD1-7AA81D527009}"/>
          </ac:cxnSpMkLst>
        </pc:cxnChg>
      </pc:sldChg>
      <pc:sldChg chg="modSp add mod">
        <pc:chgData name="昕 许" userId="a2975fcd840abfc3" providerId="LiveId" clId="{49CCD4F9-177C-4270-9A14-60236FF377E8}" dt="2026-04-23T02:31:32.143" v="9807" actId="1076"/>
        <pc:sldMkLst>
          <pc:docMk/>
          <pc:sldMk cId="353382097" sldId="318"/>
        </pc:sldMkLst>
        <pc:grpChg chg="mod">
          <ac:chgData name="昕 许" userId="a2975fcd840abfc3" providerId="LiveId" clId="{49CCD4F9-177C-4270-9A14-60236FF377E8}" dt="2026-04-23T02:31:29.585" v="9806" actId="1076"/>
          <ac:grpSpMkLst>
            <pc:docMk/>
            <pc:sldMk cId="353382097" sldId="318"/>
            <ac:grpSpMk id="21" creationId="{9CC1843D-CFFF-7283-5C4C-AFEA91774853}"/>
          </ac:grpSpMkLst>
        </pc:grpChg>
        <pc:grpChg chg="mod">
          <ac:chgData name="昕 许" userId="a2975fcd840abfc3" providerId="LiveId" clId="{49CCD4F9-177C-4270-9A14-60236FF377E8}" dt="2026-04-23T02:31:32.143" v="9807" actId="1076"/>
          <ac:grpSpMkLst>
            <pc:docMk/>
            <pc:sldMk cId="353382097" sldId="318"/>
            <ac:grpSpMk id="24" creationId="{889D40FA-010C-6460-E723-35AFA519505C}"/>
          </ac:grpSpMkLst>
        </pc:grpChg>
      </pc:sldChg>
      <pc:sldChg chg="add">
        <pc:chgData name="昕 许" userId="a2975fcd840abfc3" providerId="LiveId" clId="{49CCD4F9-177C-4270-9A14-60236FF377E8}" dt="2026-04-23T02:30:53.800" v="9795"/>
        <pc:sldMkLst>
          <pc:docMk/>
          <pc:sldMk cId="3544593263" sldId="319"/>
        </pc:sldMkLst>
      </pc:sldChg>
      <pc:sldChg chg="addSp delSp modSp add mod">
        <pc:chgData name="昕 许" userId="a2975fcd840abfc3" providerId="LiveId" clId="{49CCD4F9-177C-4270-9A14-60236FF377E8}" dt="2026-04-23T02:31:15.259" v="9805"/>
        <pc:sldMkLst>
          <pc:docMk/>
          <pc:sldMk cId="554829307" sldId="320"/>
        </pc:sldMkLst>
        <pc:spChg chg="mod">
          <ac:chgData name="昕 许" userId="a2975fcd840abfc3" providerId="LiveId" clId="{49CCD4F9-177C-4270-9A14-60236FF377E8}" dt="2026-04-23T02:31:15.259" v="9805"/>
          <ac:spMkLst>
            <pc:docMk/>
            <pc:sldMk cId="554829307" sldId="320"/>
            <ac:spMk id="34" creationId="{4AB3F5B0-DB0F-2E4E-9FC1-C13A7ED125C9}"/>
          </ac:spMkLst>
        </pc:spChg>
        <pc:spChg chg="mod">
          <ac:chgData name="昕 许" userId="a2975fcd840abfc3" providerId="LiveId" clId="{49CCD4F9-177C-4270-9A14-60236FF377E8}" dt="2026-04-23T02:31:15.259" v="9805"/>
          <ac:spMkLst>
            <pc:docMk/>
            <pc:sldMk cId="554829307" sldId="320"/>
            <ac:spMk id="35" creationId="{CAB0C6FF-8CAA-9713-A235-1E9C51A6F897}"/>
          </ac:spMkLst>
        </pc:spChg>
        <pc:spChg chg="mod">
          <ac:chgData name="昕 许" userId="a2975fcd840abfc3" providerId="LiveId" clId="{49CCD4F9-177C-4270-9A14-60236FF377E8}" dt="2026-04-23T02:31:15.259" v="9805"/>
          <ac:spMkLst>
            <pc:docMk/>
            <pc:sldMk cId="554829307" sldId="320"/>
            <ac:spMk id="37" creationId="{18B92068-DCCA-5CB0-4BD8-9434DE9DB1FE}"/>
          </ac:spMkLst>
        </pc:spChg>
        <pc:spChg chg="mod">
          <ac:chgData name="昕 许" userId="a2975fcd840abfc3" providerId="LiveId" clId="{49CCD4F9-177C-4270-9A14-60236FF377E8}" dt="2026-04-23T02:31:15.259" v="9805"/>
          <ac:spMkLst>
            <pc:docMk/>
            <pc:sldMk cId="554829307" sldId="320"/>
            <ac:spMk id="38" creationId="{134DAC62-D23F-501A-C6DF-5697ACCA887B}"/>
          </ac:spMkLst>
        </pc:spChg>
        <pc:spChg chg="mod">
          <ac:chgData name="昕 许" userId="a2975fcd840abfc3" providerId="LiveId" clId="{49CCD4F9-177C-4270-9A14-60236FF377E8}" dt="2026-04-23T02:31:15.259" v="9805"/>
          <ac:spMkLst>
            <pc:docMk/>
            <pc:sldMk cId="554829307" sldId="320"/>
            <ac:spMk id="40" creationId="{165B2AC2-955B-7DF0-94F1-408C49F59B93}"/>
          </ac:spMkLst>
        </pc:spChg>
        <pc:spChg chg="mod">
          <ac:chgData name="昕 许" userId="a2975fcd840abfc3" providerId="LiveId" clId="{49CCD4F9-177C-4270-9A14-60236FF377E8}" dt="2026-04-23T02:31:15.259" v="9805"/>
          <ac:spMkLst>
            <pc:docMk/>
            <pc:sldMk cId="554829307" sldId="320"/>
            <ac:spMk id="41" creationId="{B9B81C96-C62A-27C2-D642-1C76C6192AC8}"/>
          </ac:spMkLst>
        </pc:spChg>
        <pc:grpChg chg="add mod">
          <ac:chgData name="昕 许" userId="a2975fcd840abfc3" providerId="LiveId" clId="{49CCD4F9-177C-4270-9A14-60236FF377E8}" dt="2026-04-23T02:31:15.259" v="9805"/>
          <ac:grpSpMkLst>
            <pc:docMk/>
            <pc:sldMk cId="554829307" sldId="320"/>
            <ac:grpSpMk id="33" creationId="{3161D87E-6563-74FD-7E75-DF259BC07E47}"/>
          </ac:grpSpMkLst>
        </pc:grpChg>
        <pc:grpChg chg="add mod">
          <ac:chgData name="昕 许" userId="a2975fcd840abfc3" providerId="LiveId" clId="{49CCD4F9-177C-4270-9A14-60236FF377E8}" dt="2026-04-23T02:31:15.259" v="9805"/>
          <ac:grpSpMkLst>
            <pc:docMk/>
            <pc:sldMk cId="554829307" sldId="320"/>
            <ac:grpSpMk id="36" creationId="{FE5C3413-9051-ECA4-123A-3CDEE7477866}"/>
          </ac:grpSpMkLst>
        </pc:grpChg>
        <pc:grpChg chg="add mod">
          <ac:chgData name="昕 许" userId="a2975fcd840abfc3" providerId="LiveId" clId="{49CCD4F9-177C-4270-9A14-60236FF377E8}" dt="2026-04-23T02:31:15.259" v="9805"/>
          <ac:grpSpMkLst>
            <pc:docMk/>
            <pc:sldMk cId="554829307" sldId="320"/>
            <ac:grpSpMk id="39" creationId="{C0D35CC9-58A0-440F-8A60-CBE68187E7CA}"/>
          </ac:grpSpMkLst>
        </pc:grpChg>
      </pc:sldChg>
      <pc:sldChg chg="addSp modSp add mod">
        <pc:chgData name="昕 许" userId="a2975fcd840abfc3" providerId="LiveId" clId="{49CCD4F9-177C-4270-9A14-60236FF377E8}" dt="2026-04-23T02:31:54.771" v="9814" actId="208"/>
        <pc:sldMkLst>
          <pc:docMk/>
          <pc:sldMk cId="252883800" sldId="321"/>
        </pc:sldMkLst>
        <pc:spChg chg="mod">
          <ac:chgData name="昕 许" userId="a2975fcd840abfc3" providerId="LiveId" clId="{49CCD4F9-177C-4270-9A14-60236FF377E8}" dt="2026-04-23T02:31:50.939" v="9813" actId="208"/>
          <ac:spMkLst>
            <pc:docMk/>
            <pc:sldMk cId="252883800" sldId="321"/>
            <ac:spMk id="10" creationId="{F2737DC0-DAF7-1394-EE6F-B525A4BDF072}"/>
          </ac:spMkLst>
        </pc:spChg>
        <pc:spChg chg="mod">
          <ac:chgData name="昕 许" userId="a2975fcd840abfc3" providerId="LiveId" clId="{49CCD4F9-177C-4270-9A14-60236FF377E8}" dt="2026-04-23T02:31:54.771" v="9814" actId="208"/>
          <ac:spMkLst>
            <pc:docMk/>
            <pc:sldMk cId="252883800" sldId="321"/>
            <ac:spMk id="16" creationId="{24482B87-19A3-DFFB-EF13-B1963B6F8482}"/>
          </ac:spMkLst>
        </pc:spChg>
        <pc:cxnChg chg="add mod">
          <ac:chgData name="昕 许" userId="a2975fcd840abfc3" providerId="LiveId" clId="{49CCD4F9-177C-4270-9A14-60236FF377E8}" dt="2026-04-23T02:31:38.578" v="9810" actId="1076"/>
          <ac:cxnSpMkLst>
            <pc:docMk/>
            <pc:sldMk cId="252883800" sldId="321"/>
            <ac:cxnSpMk id="33" creationId="{881E082C-BE58-1BE4-9A2A-002A7956F0B6}"/>
          </ac:cxnSpMkLst>
        </pc:cxnChg>
        <pc:cxnChg chg="add mod">
          <ac:chgData name="昕 许" userId="a2975fcd840abfc3" providerId="LiveId" clId="{49CCD4F9-177C-4270-9A14-60236FF377E8}" dt="2026-04-23T02:31:42.466" v="9812" actId="1076"/>
          <ac:cxnSpMkLst>
            <pc:docMk/>
            <pc:sldMk cId="252883800" sldId="321"/>
            <ac:cxnSpMk id="34" creationId="{178236F7-BFB2-0AA6-2D6C-9BBB805D2BE7}"/>
          </ac:cxnSpMkLst>
        </pc:cxnChg>
      </pc:sldChg>
      <pc:sldChg chg="modSp add mod">
        <pc:chgData name="昕 许" userId="a2975fcd840abfc3" providerId="LiveId" clId="{49CCD4F9-177C-4270-9A14-60236FF377E8}" dt="2026-04-23T02:35:30.149" v="9816" actId="1076"/>
        <pc:sldMkLst>
          <pc:docMk/>
          <pc:sldMk cId="1005920350" sldId="322"/>
        </pc:sldMkLst>
        <pc:grpChg chg="mod">
          <ac:chgData name="昕 许" userId="a2975fcd840abfc3" providerId="LiveId" clId="{49CCD4F9-177C-4270-9A14-60236FF377E8}" dt="2026-04-23T02:35:30.149" v="9816" actId="1076"/>
          <ac:grpSpMkLst>
            <pc:docMk/>
            <pc:sldMk cId="1005920350" sldId="322"/>
            <ac:grpSpMk id="24" creationId="{9188CE44-F744-C7D1-6FC8-5DC9BC8EAC43}"/>
          </ac:grpSpMkLst>
        </pc:grpChg>
      </pc:sldChg>
      <pc:sldChg chg="addSp delSp modSp add mod">
        <pc:chgData name="昕 许" userId="a2975fcd840abfc3" providerId="LiveId" clId="{49CCD4F9-177C-4270-9A14-60236FF377E8}" dt="2026-04-23T04:25:51.884" v="10115"/>
        <pc:sldMkLst>
          <pc:docMk/>
          <pc:sldMk cId="670697918" sldId="323"/>
        </pc:sldMkLst>
        <pc:spChg chg="add mod">
          <ac:chgData name="昕 许" userId="a2975fcd840abfc3" providerId="LiveId" clId="{49CCD4F9-177C-4270-9A14-60236FF377E8}" dt="2026-04-23T04:13:42.184" v="9917" actId="164"/>
          <ac:spMkLst>
            <pc:docMk/>
            <pc:sldMk cId="670697918" sldId="323"/>
            <ac:spMk id="31" creationId="{ADFDA917-55F7-55AF-B34D-76505D4F81EA}"/>
          </ac:spMkLst>
        </pc:spChg>
        <pc:grpChg chg="add mod">
          <ac:chgData name="昕 许" userId="a2975fcd840abfc3" providerId="LiveId" clId="{49CCD4F9-177C-4270-9A14-60236FF377E8}" dt="2026-04-23T04:13:45.107" v="9918" actId="1076"/>
          <ac:grpSpMkLst>
            <pc:docMk/>
            <pc:sldMk cId="670697918" sldId="323"/>
            <ac:grpSpMk id="33" creationId="{4DEABBAF-7CC3-C057-8276-F0C47DE11AE5}"/>
          </ac:grpSpMkLst>
        </pc:grpChg>
        <pc:cxnChg chg="add mod">
          <ac:chgData name="昕 许" userId="a2975fcd840abfc3" providerId="LiveId" clId="{49CCD4F9-177C-4270-9A14-60236FF377E8}" dt="2026-04-23T04:13:42.184" v="9917" actId="164"/>
          <ac:cxnSpMkLst>
            <pc:docMk/>
            <pc:sldMk cId="670697918" sldId="323"/>
            <ac:cxnSpMk id="3" creationId="{38F275E1-63A0-7C95-82CB-E72DBDA6C2DE}"/>
          </ac:cxnSpMkLst>
        </pc:cxnChg>
        <pc:cxnChg chg="add mod">
          <ac:chgData name="昕 许" userId="a2975fcd840abfc3" providerId="LiveId" clId="{49CCD4F9-177C-4270-9A14-60236FF377E8}" dt="2026-04-23T04:13:42.184" v="9917" actId="164"/>
          <ac:cxnSpMkLst>
            <pc:docMk/>
            <pc:sldMk cId="670697918" sldId="323"/>
            <ac:cxnSpMk id="30" creationId="{771EB1DD-1454-240D-2A8F-683A7669E58A}"/>
          </ac:cxnSpMkLst>
        </pc:cxnChg>
        <pc:cxnChg chg="add mod">
          <ac:chgData name="昕 许" userId="a2975fcd840abfc3" providerId="LiveId" clId="{49CCD4F9-177C-4270-9A14-60236FF377E8}" dt="2026-04-23T04:25:51.884" v="10115"/>
          <ac:cxnSpMkLst>
            <pc:docMk/>
            <pc:sldMk cId="670697918" sldId="323"/>
            <ac:cxnSpMk id="34" creationId="{5D3FCBCD-E6D6-EF07-F3D9-716EB714C799}"/>
          </ac:cxnSpMkLst>
        </pc:cxnChg>
      </pc:sldChg>
      <pc:sldChg chg="delSp modSp add mod">
        <pc:chgData name="昕 许" userId="a2975fcd840abfc3" providerId="LiveId" clId="{49CCD4F9-177C-4270-9A14-60236FF377E8}" dt="2026-04-23T04:25:41.875" v="10112" actId="1076"/>
        <pc:sldMkLst>
          <pc:docMk/>
          <pc:sldMk cId="2326709240" sldId="324"/>
        </pc:sldMkLst>
        <pc:cxnChg chg="mod">
          <ac:chgData name="昕 许" userId="a2975fcd840abfc3" providerId="LiveId" clId="{49CCD4F9-177C-4270-9A14-60236FF377E8}" dt="2026-04-23T04:25:41.875" v="10112" actId="1076"/>
          <ac:cxnSpMkLst>
            <pc:docMk/>
            <pc:sldMk cId="2326709240" sldId="324"/>
            <ac:cxnSpMk id="28" creationId="{C18E1873-52CC-F830-705D-6EB417941049}"/>
          </ac:cxnSpMkLst>
        </pc:cxnChg>
      </pc:sldChg>
      <pc:sldChg chg="addSp modSp add mod">
        <pc:chgData name="昕 许" userId="a2975fcd840abfc3" providerId="LiveId" clId="{49CCD4F9-177C-4270-9A14-60236FF377E8}" dt="2026-04-23T04:25:57.795" v="10116" actId="164"/>
        <pc:sldMkLst>
          <pc:docMk/>
          <pc:sldMk cId="1337936366" sldId="325"/>
        </pc:sldMkLst>
        <pc:spChg chg="add mod">
          <ac:chgData name="昕 许" userId="a2975fcd840abfc3" providerId="LiveId" clId="{49CCD4F9-177C-4270-9A14-60236FF377E8}" dt="2026-04-23T04:25:57.795" v="10116" actId="164"/>
          <ac:spMkLst>
            <pc:docMk/>
            <pc:sldMk cId="1337936366" sldId="325"/>
            <ac:spMk id="34" creationId="{99584E79-95EF-ADF7-6D51-444A46DDB30E}"/>
          </ac:spMkLst>
        </pc:spChg>
        <pc:grpChg chg="add mod">
          <ac:chgData name="昕 许" userId="a2975fcd840abfc3" providerId="LiveId" clId="{49CCD4F9-177C-4270-9A14-60236FF377E8}" dt="2026-04-23T04:25:57.795" v="10116" actId="164"/>
          <ac:grpSpMkLst>
            <pc:docMk/>
            <pc:sldMk cId="1337936366" sldId="325"/>
            <ac:grpSpMk id="35" creationId="{B17D9AAF-CB03-006E-F207-E969BB1A2536}"/>
          </ac:grpSpMkLst>
        </pc:grpChg>
        <pc:cxnChg chg="mod">
          <ac:chgData name="昕 许" userId="a2975fcd840abfc3" providerId="LiveId" clId="{49CCD4F9-177C-4270-9A14-60236FF377E8}" dt="2026-04-23T04:25:39.587" v="10111" actId="1076"/>
          <ac:cxnSpMkLst>
            <pc:docMk/>
            <pc:sldMk cId="1337936366" sldId="325"/>
            <ac:cxnSpMk id="28" creationId="{7A1D49F6-A835-BB74-12BF-51DB63AFE7A8}"/>
          </ac:cxnSpMkLst>
        </pc:cxnChg>
        <pc:cxnChg chg="add mod">
          <ac:chgData name="昕 许" userId="a2975fcd840abfc3" providerId="LiveId" clId="{49CCD4F9-177C-4270-9A14-60236FF377E8}" dt="2026-04-23T04:25:57.795" v="10116" actId="164"/>
          <ac:cxnSpMkLst>
            <pc:docMk/>
            <pc:sldMk cId="1337936366" sldId="325"/>
            <ac:cxnSpMk id="29" creationId="{B43ADC66-D3A4-ADC2-52B8-CA5129A7728D}"/>
          </ac:cxnSpMkLst>
        </pc:cxnChg>
      </pc:sldChg>
      <pc:sldChg chg="addSp delSp modSp add mod">
        <pc:chgData name="昕 许" userId="a2975fcd840abfc3" providerId="LiveId" clId="{49CCD4F9-177C-4270-9A14-60236FF377E8}" dt="2026-04-23T04:37:23.242" v="10372"/>
        <pc:sldMkLst>
          <pc:docMk/>
          <pc:sldMk cId="693524418" sldId="326"/>
        </pc:sldMkLst>
        <pc:spChg chg="mod">
          <ac:chgData name="昕 许" userId="a2975fcd840abfc3" providerId="LiveId" clId="{49CCD4F9-177C-4270-9A14-60236FF377E8}" dt="2026-04-23T04:26:02.782" v="10118"/>
          <ac:spMkLst>
            <pc:docMk/>
            <pc:sldMk cId="693524418" sldId="326"/>
            <ac:spMk id="32" creationId="{07DFA5B8-BF0D-4590-1C12-E68E0FE7C7C1}"/>
          </ac:spMkLst>
        </pc:spChg>
        <pc:spChg chg="mod">
          <ac:chgData name="昕 许" userId="a2975fcd840abfc3" providerId="LiveId" clId="{49CCD4F9-177C-4270-9A14-60236FF377E8}" dt="2026-04-23T04:26:02.782" v="10118"/>
          <ac:spMkLst>
            <pc:docMk/>
            <pc:sldMk cId="693524418" sldId="326"/>
            <ac:spMk id="36" creationId="{C6EFA0E9-929C-17CE-0B1A-CFC016703FEF}"/>
          </ac:spMkLst>
        </pc:spChg>
        <pc:spChg chg="mod">
          <ac:chgData name="昕 许" userId="a2975fcd840abfc3" providerId="LiveId" clId="{49CCD4F9-177C-4270-9A14-60236FF377E8}" dt="2026-04-23T04:37:23.242" v="10372"/>
          <ac:spMkLst>
            <pc:docMk/>
            <pc:sldMk cId="693524418" sldId="326"/>
            <ac:spMk id="39" creationId="{B2581107-7A43-52FA-65F6-7B38C9E7A1DD}"/>
          </ac:spMkLst>
        </pc:spChg>
        <pc:grpChg chg="add mod">
          <ac:chgData name="昕 许" userId="a2975fcd840abfc3" providerId="LiveId" clId="{49CCD4F9-177C-4270-9A14-60236FF377E8}" dt="2026-04-23T04:26:05.970" v="10119" actId="1076"/>
          <ac:grpSpMkLst>
            <pc:docMk/>
            <pc:sldMk cId="693524418" sldId="326"/>
            <ac:grpSpMk id="27" creationId="{0826D13F-EAF7-74F7-4AB6-98EE6DBF225F}"/>
          </ac:grpSpMkLst>
        </pc:grpChg>
        <pc:grpChg chg="add mod">
          <ac:chgData name="昕 许" userId="a2975fcd840abfc3" providerId="LiveId" clId="{49CCD4F9-177C-4270-9A14-60236FF377E8}" dt="2026-04-23T04:37:23.242" v="10372"/>
          <ac:grpSpMkLst>
            <pc:docMk/>
            <pc:sldMk cId="693524418" sldId="326"/>
            <ac:grpSpMk id="37" creationId="{DF86D359-DA41-D0D0-2C76-27ABA22ADA51}"/>
          </ac:grpSpMkLst>
        </pc:grpChg>
        <pc:cxnChg chg="mod">
          <ac:chgData name="昕 许" userId="a2975fcd840abfc3" providerId="LiveId" clId="{49CCD4F9-177C-4270-9A14-60236FF377E8}" dt="2026-04-23T04:37:23.242" v="10372"/>
          <ac:cxnSpMkLst>
            <pc:docMk/>
            <pc:sldMk cId="693524418" sldId="326"/>
            <ac:cxnSpMk id="38" creationId="{4831D19A-E295-24F6-A164-19A23CE65B5F}"/>
          </ac:cxnSpMkLst>
        </pc:cxnChg>
      </pc:sldChg>
      <pc:sldChg chg="addSp delSp modSp add mod">
        <pc:chgData name="昕 许" userId="a2975fcd840abfc3" providerId="LiveId" clId="{49CCD4F9-177C-4270-9A14-60236FF377E8}" dt="2026-04-23T04:37:26.977" v="10374"/>
        <pc:sldMkLst>
          <pc:docMk/>
          <pc:sldMk cId="4137702817" sldId="327"/>
        </pc:sldMkLst>
        <pc:spChg chg="mod">
          <ac:chgData name="昕 许" userId="a2975fcd840abfc3" providerId="LiveId" clId="{49CCD4F9-177C-4270-9A14-60236FF377E8}" dt="2026-04-23T04:37:26.977" v="10374"/>
          <ac:spMkLst>
            <pc:docMk/>
            <pc:sldMk cId="4137702817" sldId="327"/>
            <ac:spMk id="39" creationId="{82672BBF-883C-1C4A-D25E-12A3A71F805E}"/>
          </ac:spMkLst>
        </pc:spChg>
        <pc:grpChg chg="mod">
          <ac:chgData name="昕 许" userId="a2975fcd840abfc3" providerId="LiveId" clId="{49CCD4F9-177C-4270-9A14-60236FF377E8}" dt="2026-04-23T04:26:18.764" v="10124" actId="1076"/>
          <ac:grpSpMkLst>
            <pc:docMk/>
            <pc:sldMk cId="4137702817" sldId="327"/>
            <ac:grpSpMk id="27" creationId="{DF0FC4C8-A7D2-90B9-0A8A-09750EAC6A1A}"/>
          </ac:grpSpMkLst>
        </pc:grpChg>
        <pc:grpChg chg="add mod">
          <ac:chgData name="昕 许" userId="a2975fcd840abfc3" providerId="LiveId" clId="{49CCD4F9-177C-4270-9A14-60236FF377E8}" dt="2026-04-23T04:37:26.977" v="10374"/>
          <ac:grpSpMkLst>
            <pc:docMk/>
            <pc:sldMk cId="4137702817" sldId="327"/>
            <ac:grpSpMk id="37" creationId="{B9160667-E187-0F77-518C-AF1F110C6A39}"/>
          </ac:grpSpMkLst>
        </pc:grpChg>
        <pc:cxnChg chg="mod">
          <ac:chgData name="昕 许" userId="a2975fcd840abfc3" providerId="LiveId" clId="{49CCD4F9-177C-4270-9A14-60236FF377E8}" dt="2026-04-23T04:37:26.977" v="10374"/>
          <ac:cxnSpMkLst>
            <pc:docMk/>
            <pc:sldMk cId="4137702817" sldId="327"/>
            <ac:cxnSpMk id="38" creationId="{6AE231BC-A5CC-803C-F2C9-03CCE350DDD6}"/>
          </ac:cxnSpMkLst>
        </pc:cxnChg>
      </pc:sldChg>
      <pc:sldChg chg="addSp delSp modSp add mod">
        <pc:chgData name="昕 许" userId="a2975fcd840abfc3" providerId="LiveId" clId="{49CCD4F9-177C-4270-9A14-60236FF377E8}" dt="2026-04-23T04:39:33.012" v="10385" actId="208"/>
        <pc:sldMkLst>
          <pc:docMk/>
          <pc:sldMk cId="1613245601" sldId="328"/>
        </pc:sldMkLst>
        <pc:spChg chg="mod">
          <ac:chgData name="昕 许" userId="a2975fcd840abfc3" providerId="LiveId" clId="{49CCD4F9-177C-4270-9A14-60236FF377E8}" dt="2026-04-23T04:39:33.012" v="10385" actId="208"/>
          <ac:spMkLst>
            <pc:docMk/>
            <pc:sldMk cId="1613245601" sldId="328"/>
            <ac:spMk id="32" creationId="{159B55A3-34E2-0729-82C7-2827D62F16CA}"/>
          </ac:spMkLst>
        </pc:spChg>
        <pc:spChg chg="mod">
          <ac:chgData name="昕 许" userId="a2975fcd840abfc3" providerId="LiveId" clId="{49CCD4F9-177C-4270-9A14-60236FF377E8}" dt="2026-04-23T04:37:36.921" v="10378"/>
          <ac:spMkLst>
            <pc:docMk/>
            <pc:sldMk cId="1613245601" sldId="328"/>
            <ac:spMk id="41" creationId="{16433FD4-AF62-E5FB-6E53-F9F99145E6B9}"/>
          </ac:spMkLst>
        </pc:spChg>
        <pc:grpChg chg="mod">
          <ac:chgData name="昕 许" userId="a2975fcd840abfc3" providerId="LiveId" clId="{49CCD4F9-177C-4270-9A14-60236FF377E8}" dt="2026-04-23T04:26:39.906" v="10129" actId="1076"/>
          <ac:grpSpMkLst>
            <pc:docMk/>
            <pc:sldMk cId="1613245601" sldId="328"/>
            <ac:grpSpMk id="27" creationId="{4BF42184-23B9-95BB-905B-12B1475E1DC7}"/>
          </ac:grpSpMkLst>
        </pc:grpChg>
        <pc:grpChg chg="add mod">
          <ac:chgData name="昕 许" userId="a2975fcd840abfc3" providerId="LiveId" clId="{49CCD4F9-177C-4270-9A14-60236FF377E8}" dt="2026-04-23T04:37:36.921" v="10378"/>
          <ac:grpSpMkLst>
            <pc:docMk/>
            <pc:sldMk cId="1613245601" sldId="328"/>
            <ac:grpSpMk id="39" creationId="{3B6ADD7A-BED9-1442-DA25-843C156A972E}"/>
          </ac:grpSpMkLst>
        </pc:grpChg>
        <pc:cxnChg chg="add mod">
          <ac:chgData name="昕 许" userId="a2975fcd840abfc3" providerId="LiveId" clId="{49CCD4F9-177C-4270-9A14-60236FF377E8}" dt="2026-04-23T04:26:36.799" v="10128"/>
          <ac:cxnSpMkLst>
            <pc:docMk/>
            <pc:sldMk cId="1613245601" sldId="328"/>
            <ac:cxnSpMk id="37" creationId="{ABE5C031-A598-D0F6-2F74-5755616103DE}"/>
          </ac:cxnSpMkLst>
        </pc:cxnChg>
        <pc:cxnChg chg="add mod">
          <ac:chgData name="昕 许" userId="a2975fcd840abfc3" providerId="LiveId" clId="{49CCD4F9-177C-4270-9A14-60236FF377E8}" dt="2026-04-23T04:26:36.799" v="10128"/>
          <ac:cxnSpMkLst>
            <pc:docMk/>
            <pc:sldMk cId="1613245601" sldId="328"/>
            <ac:cxnSpMk id="38" creationId="{8F2C1A69-2214-3E30-39AD-32933353CBFB}"/>
          </ac:cxnSpMkLst>
        </pc:cxnChg>
        <pc:cxnChg chg="mod">
          <ac:chgData name="昕 许" userId="a2975fcd840abfc3" providerId="LiveId" clId="{49CCD4F9-177C-4270-9A14-60236FF377E8}" dt="2026-04-23T04:37:36.921" v="10378"/>
          <ac:cxnSpMkLst>
            <pc:docMk/>
            <pc:sldMk cId="1613245601" sldId="328"/>
            <ac:cxnSpMk id="40" creationId="{15B7A8DA-73E2-30D5-2ACF-92FE8B3BB867}"/>
          </ac:cxnSpMkLst>
        </pc:cxnChg>
      </pc:sldChg>
      <pc:sldChg chg="addSp modSp add mod">
        <pc:chgData name="昕 许" userId="a2975fcd840abfc3" providerId="LiveId" clId="{49CCD4F9-177C-4270-9A14-60236FF377E8}" dt="2026-04-23T04:39:44.588" v="10387" actId="208"/>
        <pc:sldMkLst>
          <pc:docMk/>
          <pc:sldMk cId="1683487903" sldId="329"/>
        </pc:sldMkLst>
        <pc:spChg chg="mod">
          <ac:chgData name="昕 许" userId="a2975fcd840abfc3" providerId="LiveId" clId="{49CCD4F9-177C-4270-9A14-60236FF377E8}" dt="2026-04-23T04:39:44.588" v="10387" actId="208"/>
          <ac:spMkLst>
            <pc:docMk/>
            <pc:sldMk cId="1683487903" sldId="329"/>
            <ac:spMk id="32" creationId="{9436092C-2F2F-AFF0-336D-978523262EE9}"/>
          </ac:spMkLst>
        </pc:spChg>
        <pc:spChg chg="mod">
          <ac:chgData name="昕 许" userId="a2975fcd840abfc3" providerId="LiveId" clId="{49CCD4F9-177C-4270-9A14-60236FF377E8}" dt="2026-04-23T04:26:47.054" v="10131"/>
          <ac:spMkLst>
            <pc:docMk/>
            <pc:sldMk cId="1683487903" sldId="329"/>
            <ac:spMk id="40" creationId="{4574BF79-F62F-8219-CC93-7D5C5574F7CE}"/>
          </ac:spMkLst>
        </pc:spChg>
        <pc:spChg chg="mod">
          <ac:chgData name="昕 许" userId="a2975fcd840abfc3" providerId="LiveId" clId="{49CCD4F9-177C-4270-9A14-60236FF377E8}" dt="2026-04-23T04:26:47.054" v="10131"/>
          <ac:spMkLst>
            <pc:docMk/>
            <pc:sldMk cId="1683487903" sldId="329"/>
            <ac:spMk id="41" creationId="{46D1F023-4820-1275-F38B-B519E4516E13}"/>
          </ac:spMkLst>
        </pc:spChg>
        <pc:grpChg chg="add mod">
          <ac:chgData name="昕 许" userId="a2975fcd840abfc3" providerId="LiveId" clId="{49CCD4F9-177C-4270-9A14-60236FF377E8}" dt="2026-04-23T04:26:51.685" v="10132" actId="1076"/>
          <ac:grpSpMkLst>
            <pc:docMk/>
            <pc:sldMk cId="1683487903" sldId="329"/>
            <ac:grpSpMk id="39" creationId="{82E7905E-2FD6-B930-767B-BB2F2C1A97ED}"/>
          </ac:grpSpMkLst>
        </pc:grpChg>
      </pc:sldChg>
      <pc:sldChg chg="addSp delSp modSp add mod">
        <pc:chgData name="昕 许" userId="a2975fcd840abfc3" providerId="LiveId" clId="{49CCD4F9-177C-4270-9A14-60236FF377E8}" dt="2026-04-23T04:39:27.145" v="10384" actId="208"/>
        <pc:sldMkLst>
          <pc:docMk/>
          <pc:sldMk cId="372579475" sldId="330"/>
        </pc:sldMkLst>
        <pc:spChg chg="mod">
          <ac:chgData name="昕 许" userId="a2975fcd840abfc3" providerId="LiveId" clId="{49CCD4F9-177C-4270-9A14-60236FF377E8}" dt="2026-04-23T04:39:27.145" v="10384" actId="208"/>
          <ac:spMkLst>
            <pc:docMk/>
            <pc:sldMk cId="372579475" sldId="330"/>
            <ac:spMk id="32" creationId="{1447E521-075F-2E25-8F32-AD31CAAC6810}"/>
          </ac:spMkLst>
        </pc:spChg>
        <pc:spChg chg="mod">
          <ac:chgData name="昕 许" userId="a2975fcd840abfc3" providerId="LiveId" clId="{49CCD4F9-177C-4270-9A14-60236FF377E8}" dt="2026-04-23T04:39:24.437" v="10383" actId="208"/>
          <ac:spMkLst>
            <pc:docMk/>
            <pc:sldMk cId="372579475" sldId="330"/>
            <ac:spMk id="36" creationId="{B46436FD-6831-5C40-7F76-B04443506451}"/>
          </ac:spMkLst>
        </pc:spChg>
        <pc:spChg chg="mod">
          <ac:chgData name="昕 许" userId="a2975fcd840abfc3" providerId="LiveId" clId="{49CCD4F9-177C-4270-9A14-60236FF377E8}" dt="2026-04-23T04:37:31.816" v="10376"/>
          <ac:spMkLst>
            <pc:docMk/>
            <pc:sldMk cId="372579475" sldId="330"/>
            <ac:spMk id="41" creationId="{0E8934BE-7201-510C-74A3-343DB7F14C22}"/>
          </ac:spMkLst>
        </pc:spChg>
        <pc:grpChg chg="add mod">
          <ac:chgData name="昕 许" userId="a2975fcd840abfc3" providerId="LiveId" clId="{49CCD4F9-177C-4270-9A14-60236FF377E8}" dt="2026-04-23T04:37:31.816" v="10376"/>
          <ac:grpSpMkLst>
            <pc:docMk/>
            <pc:sldMk cId="372579475" sldId="330"/>
            <ac:grpSpMk id="39" creationId="{11943FE1-2F56-FC8A-25FA-529EF8DBB47C}"/>
          </ac:grpSpMkLst>
        </pc:grpChg>
        <pc:cxnChg chg="mod">
          <ac:chgData name="昕 许" userId="a2975fcd840abfc3" providerId="LiveId" clId="{49CCD4F9-177C-4270-9A14-60236FF377E8}" dt="2026-04-23T04:37:31.816" v="10376"/>
          <ac:cxnSpMkLst>
            <pc:docMk/>
            <pc:sldMk cId="372579475" sldId="330"/>
            <ac:cxnSpMk id="40" creationId="{6E0434FC-4582-24A0-C59C-339A5E84DBC3}"/>
          </ac:cxnSpMkLst>
        </pc:cxnChg>
      </pc:sldChg>
      <pc:sldChg chg="modSp add mod">
        <pc:chgData name="昕 许" userId="a2975fcd840abfc3" providerId="LiveId" clId="{49CCD4F9-177C-4270-9A14-60236FF377E8}" dt="2026-04-23T04:27:59.823" v="10140" actId="1076"/>
        <pc:sldMkLst>
          <pc:docMk/>
          <pc:sldMk cId="2037890411" sldId="331"/>
        </pc:sldMkLst>
        <pc:grpChg chg="mod">
          <ac:chgData name="昕 许" userId="a2975fcd840abfc3" providerId="LiveId" clId="{49CCD4F9-177C-4270-9A14-60236FF377E8}" dt="2026-04-23T04:27:59.823" v="10140" actId="1076"/>
          <ac:grpSpMkLst>
            <pc:docMk/>
            <pc:sldMk cId="2037890411" sldId="331"/>
            <ac:grpSpMk id="35" creationId="{6BD5B3B6-6CFD-5721-6B19-06C5D82B1563}"/>
          </ac:grpSpMkLst>
        </pc:grpChg>
      </pc:sldChg>
      <pc:sldChg chg="addSp delSp modSp add mod">
        <pc:chgData name="昕 许" userId="a2975fcd840abfc3" providerId="LiveId" clId="{49CCD4F9-177C-4270-9A14-60236FF377E8}" dt="2026-04-23T04:39:52.957" v="10389"/>
        <pc:sldMkLst>
          <pc:docMk/>
          <pc:sldMk cId="3182836965" sldId="332"/>
        </pc:sldMkLst>
        <pc:spChg chg="mod">
          <ac:chgData name="昕 许" userId="a2975fcd840abfc3" providerId="LiveId" clId="{49CCD4F9-177C-4270-9A14-60236FF377E8}" dt="2026-04-23T04:28:12.704" v="10142"/>
          <ac:spMkLst>
            <pc:docMk/>
            <pc:sldMk cId="3182836965" sldId="332"/>
            <ac:spMk id="43" creationId="{8E09BC4D-7EF8-143A-1DE9-FDB3D851F942}"/>
          </ac:spMkLst>
        </pc:spChg>
        <pc:spChg chg="mod">
          <ac:chgData name="昕 许" userId="a2975fcd840abfc3" providerId="LiveId" clId="{49CCD4F9-177C-4270-9A14-60236FF377E8}" dt="2026-04-23T04:28:12.704" v="10142"/>
          <ac:spMkLst>
            <pc:docMk/>
            <pc:sldMk cId="3182836965" sldId="332"/>
            <ac:spMk id="44" creationId="{2F557775-278C-7CCB-0AA8-9679D2A10210}"/>
          </ac:spMkLst>
        </pc:spChg>
        <pc:spChg chg="mod">
          <ac:chgData name="昕 许" userId="a2975fcd840abfc3" providerId="LiveId" clId="{49CCD4F9-177C-4270-9A14-60236FF377E8}" dt="2026-04-23T04:39:52.957" v="10389"/>
          <ac:spMkLst>
            <pc:docMk/>
            <pc:sldMk cId="3182836965" sldId="332"/>
            <ac:spMk id="46" creationId="{A9771A73-69EB-1044-BA88-B9BCDF3D7F3A}"/>
          </ac:spMkLst>
        </pc:spChg>
        <pc:spChg chg="mod">
          <ac:chgData name="昕 许" userId="a2975fcd840abfc3" providerId="LiveId" clId="{49CCD4F9-177C-4270-9A14-60236FF377E8}" dt="2026-04-23T04:39:52.957" v="10389"/>
          <ac:spMkLst>
            <pc:docMk/>
            <pc:sldMk cId="3182836965" sldId="332"/>
            <ac:spMk id="47" creationId="{F87DA595-8220-8378-9497-A51C229387F0}"/>
          </ac:spMkLst>
        </pc:spChg>
        <pc:grpChg chg="add mod">
          <ac:chgData name="昕 许" userId="a2975fcd840abfc3" providerId="LiveId" clId="{49CCD4F9-177C-4270-9A14-60236FF377E8}" dt="2026-04-23T04:28:15.112" v="10143" actId="1076"/>
          <ac:grpSpMkLst>
            <pc:docMk/>
            <pc:sldMk cId="3182836965" sldId="332"/>
            <ac:grpSpMk id="42" creationId="{E5E36460-8A83-AAEA-59DA-0C0E37835501}"/>
          </ac:grpSpMkLst>
        </pc:grpChg>
        <pc:grpChg chg="add mod">
          <ac:chgData name="昕 许" userId="a2975fcd840abfc3" providerId="LiveId" clId="{49CCD4F9-177C-4270-9A14-60236FF377E8}" dt="2026-04-23T04:39:52.957" v="10389"/>
          <ac:grpSpMkLst>
            <pc:docMk/>
            <pc:sldMk cId="3182836965" sldId="332"/>
            <ac:grpSpMk id="45" creationId="{2FBD99BD-AD05-0C72-33BD-639D171CB3DA}"/>
          </ac:grpSpMkLst>
        </pc:grpChg>
      </pc:sldChg>
      <pc:sldChg chg="addSp delSp modSp add mod">
        <pc:chgData name="昕 许" userId="a2975fcd840abfc3" providerId="LiveId" clId="{49CCD4F9-177C-4270-9A14-60236FF377E8}" dt="2026-04-23T04:39:55.532" v="10391"/>
        <pc:sldMkLst>
          <pc:docMk/>
          <pc:sldMk cId="3793261045" sldId="333"/>
        </pc:sldMkLst>
        <pc:spChg chg="mod">
          <ac:chgData name="昕 许" userId="a2975fcd840abfc3" providerId="LiveId" clId="{49CCD4F9-177C-4270-9A14-60236FF377E8}" dt="2026-04-23T04:39:55.532" v="10391"/>
          <ac:spMkLst>
            <pc:docMk/>
            <pc:sldMk cId="3793261045" sldId="333"/>
            <ac:spMk id="46" creationId="{7BBA8BC4-418F-71C5-A76D-B375FC31FEC8}"/>
          </ac:spMkLst>
        </pc:spChg>
        <pc:spChg chg="mod">
          <ac:chgData name="昕 许" userId="a2975fcd840abfc3" providerId="LiveId" clId="{49CCD4F9-177C-4270-9A14-60236FF377E8}" dt="2026-04-23T04:39:55.532" v="10391"/>
          <ac:spMkLst>
            <pc:docMk/>
            <pc:sldMk cId="3793261045" sldId="333"/>
            <ac:spMk id="47" creationId="{CA038B4B-A1E4-9C21-D167-E24804F266F8}"/>
          </ac:spMkLst>
        </pc:spChg>
        <pc:grpChg chg="mod">
          <ac:chgData name="昕 许" userId="a2975fcd840abfc3" providerId="LiveId" clId="{49CCD4F9-177C-4270-9A14-60236FF377E8}" dt="2026-04-23T04:28:22.839" v="10145" actId="1076"/>
          <ac:grpSpMkLst>
            <pc:docMk/>
            <pc:sldMk cId="3793261045" sldId="333"/>
            <ac:grpSpMk id="35" creationId="{A253B3FF-6186-4052-2D0F-4472758D89F9}"/>
          </ac:grpSpMkLst>
        </pc:grpChg>
        <pc:grpChg chg="add mod">
          <ac:chgData name="昕 许" userId="a2975fcd840abfc3" providerId="LiveId" clId="{49CCD4F9-177C-4270-9A14-60236FF377E8}" dt="2026-04-23T04:39:55.532" v="10391"/>
          <ac:grpSpMkLst>
            <pc:docMk/>
            <pc:sldMk cId="3793261045" sldId="333"/>
            <ac:grpSpMk id="45" creationId="{8E69F286-6D46-19EF-2894-BB77E36D265C}"/>
          </ac:grpSpMkLst>
        </pc:grpChg>
      </pc:sldChg>
      <pc:sldChg chg="addSp delSp modSp add mod">
        <pc:chgData name="昕 许" userId="a2975fcd840abfc3" providerId="LiveId" clId="{49CCD4F9-177C-4270-9A14-60236FF377E8}" dt="2026-04-23T04:39:59.845" v="10393"/>
        <pc:sldMkLst>
          <pc:docMk/>
          <pc:sldMk cId="750551222" sldId="334"/>
        </pc:sldMkLst>
        <pc:spChg chg="mod">
          <ac:chgData name="昕 许" userId="a2975fcd840abfc3" providerId="LiveId" clId="{49CCD4F9-177C-4270-9A14-60236FF377E8}" dt="2026-04-23T04:28:25.644" v="10147"/>
          <ac:spMkLst>
            <pc:docMk/>
            <pc:sldMk cId="750551222" sldId="334"/>
            <ac:spMk id="46" creationId="{7E9024CB-4251-5CCB-342F-F973841BB259}"/>
          </ac:spMkLst>
        </pc:spChg>
        <pc:spChg chg="mod">
          <ac:chgData name="昕 许" userId="a2975fcd840abfc3" providerId="LiveId" clId="{49CCD4F9-177C-4270-9A14-60236FF377E8}" dt="2026-04-23T04:28:25.644" v="10147"/>
          <ac:spMkLst>
            <pc:docMk/>
            <pc:sldMk cId="750551222" sldId="334"/>
            <ac:spMk id="47" creationId="{D3317317-FDBA-9F0B-3A6B-2C77FFB8F52C}"/>
          </ac:spMkLst>
        </pc:spChg>
        <pc:spChg chg="mod">
          <ac:chgData name="昕 许" userId="a2975fcd840abfc3" providerId="LiveId" clId="{49CCD4F9-177C-4270-9A14-60236FF377E8}" dt="2026-04-23T04:39:59.845" v="10393"/>
          <ac:spMkLst>
            <pc:docMk/>
            <pc:sldMk cId="750551222" sldId="334"/>
            <ac:spMk id="49" creationId="{66B3718A-B873-CE6A-426A-CB7E172D0B8F}"/>
          </ac:spMkLst>
        </pc:spChg>
        <pc:spChg chg="mod">
          <ac:chgData name="昕 许" userId="a2975fcd840abfc3" providerId="LiveId" clId="{49CCD4F9-177C-4270-9A14-60236FF377E8}" dt="2026-04-23T04:39:59.845" v="10393"/>
          <ac:spMkLst>
            <pc:docMk/>
            <pc:sldMk cId="750551222" sldId="334"/>
            <ac:spMk id="50" creationId="{57454236-29C4-1FF0-99DC-748A4A21C9F5}"/>
          </ac:spMkLst>
        </pc:spChg>
        <pc:grpChg chg="add mod">
          <ac:chgData name="昕 许" userId="a2975fcd840abfc3" providerId="LiveId" clId="{49CCD4F9-177C-4270-9A14-60236FF377E8}" dt="2026-04-23T04:28:29.756" v="10148" actId="1076"/>
          <ac:grpSpMkLst>
            <pc:docMk/>
            <pc:sldMk cId="750551222" sldId="334"/>
            <ac:grpSpMk id="45" creationId="{633AE717-0392-CA0B-A422-809F08F56F4B}"/>
          </ac:grpSpMkLst>
        </pc:grpChg>
        <pc:grpChg chg="add mod">
          <ac:chgData name="昕 许" userId="a2975fcd840abfc3" providerId="LiveId" clId="{49CCD4F9-177C-4270-9A14-60236FF377E8}" dt="2026-04-23T04:39:59.845" v="10393"/>
          <ac:grpSpMkLst>
            <pc:docMk/>
            <pc:sldMk cId="750551222" sldId="334"/>
            <ac:grpSpMk id="48" creationId="{A7455332-05ED-E208-AEDE-A7B3AAD13C20}"/>
          </ac:grpSpMkLst>
        </pc:grpChg>
      </pc:sldChg>
      <pc:sldChg chg="addSp modSp add mod">
        <pc:chgData name="昕 许" userId="a2975fcd840abfc3" providerId="LiveId" clId="{49CCD4F9-177C-4270-9A14-60236FF377E8}" dt="2026-04-23T04:28:38.873" v="10152" actId="1076"/>
        <pc:sldMkLst>
          <pc:docMk/>
          <pc:sldMk cId="2365477218" sldId="335"/>
        </pc:sldMkLst>
        <pc:spChg chg="mod">
          <ac:chgData name="昕 许" userId="a2975fcd840abfc3" providerId="LiveId" clId="{49CCD4F9-177C-4270-9A14-60236FF377E8}" dt="2026-04-23T04:28:35.443" v="10151"/>
          <ac:spMkLst>
            <pc:docMk/>
            <pc:sldMk cId="2365477218" sldId="335"/>
            <ac:spMk id="50" creationId="{5136140E-D1F6-016D-16DB-BD35E2D3B144}"/>
          </ac:spMkLst>
        </pc:spChg>
        <pc:spChg chg="mod">
          <ac:chgData name="昕 许" userId="a2975fcd840abfc3" providerId="LiveId" clId="{49CCD4F9-177C-4270-9A14-60236FF377E8}" dt="2026-04-23T04:28:35.443" v="10151"/>
          <ac:spMkLst>
            <pc:docMk/>
            <pc:sldMk cId="2365477218" sldId="335"/>
            <ac:spMk id="51" creationId="{F4BC975C-B1F2-3C9B-B973-1CF5F1B72E67}"/>
          </ac:spMkLst>
        </pc:spChg>
        <pc:grpChg chg="add mod">
          <ac:chgData name="昕 许" userId="a2975fcd840abfc3" providerId="LiveId" clId="{49CCD4F9-177C-4270-9A14-60236FF377E8}" dt="2026-04-23T04:28:38.873" v="10152" actId="1076"/>
          <ac:grpSpMkLst>
            <pc:docMk/>
            <pc:sldMk cId="2365477218" sldId="335"/>
            <ac:grpSpMk id="49" creationId="{E245BF30-A345-A3F3-C0A7-B466896E63EB}"/>
          </ac:grpSpMkLst>
        </pc:grpChg>
      </pc:sldChg>
      <pc:sldChg chg="modSp add mod">
        <pc:chgData name="昕 许" userId="a2975fcd840abfc3" providerId="LiveId" clId="{49CCD4F9-177C-4270-9A14-60236FF377E8}" dt="2026-04-23T04:40:11.016" v="10396" actId="208"/>
        <pc:sldMkLst>
          <pc:docMk/>
          <pc:sldMk cId="1264389566" sldId="336"/>
        </pc:sldMkLst>
        <pc:spChg chg="mod">
          <ac:chgData name="昕 许" userId="a2975fcd840abfc3" providerId="LiveId" clId="{49CCD4F9-177C-4270-9A14-60236FF377E8}" dt="2026-04-23T04:40:11.016" v="10396" actId="208"/>
          <ac:spMkLst>
            <pc:docMk/>
            <pc:sldMk cId="1264389566" sldId="336"/>
            <ac:spMk id="40" creationId="{2D5B5644-477B-6DA1-9D9A-84BEAB5841FA}"/>
          </ac:spMkLst>
        </pc:spChg>
        <pc:spChg chg="mod">
          <ac:chgData name="昕 许" userId="a2975fcd840abfc3" providerId="LiveId" clId="{49CCD4F9-177C-4270-9A14-60236FF377E8}" dt="2026-04-23T04:40:06.321" v="10395" actId="208"/>
          <ac:spMkLst>
            <pc:docMk/>
            <pc:sldMk cId="1264389566" sldId="336"/>
            <ac:spMk id="41" creationId="{A6382DB9-DFF1-EA20-35B8-EAB74FE50260}"/>
          </ac:spMkLst>
        </pc:spChg>
        <pc:grpChg chg="mod">
          <ac:chgData name="昕 许" userId="a2975fcd840abfc3" providerId="LiveId" clId="{49CCD4F9-177C-4270-9A14-60236FF377E8}" dt="2026-04-23T04:28:50.172" v="10155" actId="1076"/>
          <ac:grpSpMkLst>
            <pc:docMk/>
            <pc:sldMk cId="1264389566" sldId="336"/>
            <ac:grpSpMk id="42" creationId="{42453692-43EB-64BA-9D51-188507469199}"/>
          </ac:grpSpMkLst>
        </pc:grpChg>
        <pc:grpChg chg="mod">
          <ac:chgData name="昕 许" userId="a2975fcd840abfc3" providerId="LiveId" clId="{49CCD4F9-177C-4270-9A14-60236FF377E8}" dt="2026-04-23T04:28:52.606" v="10156" actId="1076"/>
          <ac:grpSpMkLst>
            <pc:docMk/>
            <pc:sldMk cId="1264389566" sldId="336"/>
            <ac:grpSpMk id="49" creationId="{7023A7AB-CC0E-B529-38C4-EFB82C3F3977}"/>
          </ac:grpSpMkLst>
        </pc:grpChg>
      </pc:sldChg>
      <pc:sldChg chg="addSp delSp modSp add mod">
        <pc:chgData name="昕 许" userId="a2975fcd840abfc3" providerId="LiveId" clId="{49CCD4F9-177C-4270-9A14-60236FF377E8}" dt="2026-04-23T04:40:15.560" v="10398"/>
        <pc:sldMkLst>
          <pc:docMk/>
          <pc:sldMk cId="3948688354" sldId="337"/>
        </pc:sldMkLst>
        <pc:spChg chg="mod">
          <ac:chgData name="昕 许" userId="a2975fcd840abfc3" providerId="LiveId" clId="{49CCD4F9-177C-4270-9A14-60236FF377E8}" dt="2026-04-23T04:40:15.560" v="10398"/>
          <ac:spMkLst>
            <pc:docMk/>
            <pc:sldMk cId="3948688354" sldId="337"/>
            <ac:spMk id="59" creationId="{6D9FE049-90C1-1A24-CCA8-165ED19233D1}"/>
          </ac:spMkLst>
        </pc:spChg>
        <pc:spChg chg="mod">
          <ac:chgData name="昕 许" userId="a2975fcd840abfc3" providerId="LiveId" clId="{49CCD4F9-177C-4270-9A14-60236FF377E8}" dt="2026-04-23T04:40:15.560" v="10398"/>
          <ac:spMkLst>
            <pc:docMk/>
            <pc:sldMk cId="3948688354" sldId="337"/>
            <ac:spMk id="60" creationId="{1F7EC44C-0E98-432C-12E5-9FBF458E8A34}"/>
          </ac:spMkLst>
        </pc:spChg>
        <pc:grpChg chg="add mod">
          <ac:chgData name="昕 许" userId="a2975fcd840abfc3" providerId="LiveId" clId="{49CCD4F9-177C-4270-9A14-60236FF377E8}" dt="2026-04-23T04:40:15.560" v="10398"/>
          <ac:grpSpMkLst>
            <pc:docMk/>
            <pc:sldMk cId="3948688354" sldId="337"/>
            <ac:grpSpMk id="58" creationId="{7AB4B6F6-26F2-7226-C6A0-C3E1C56915EC}"/>
          </ac:grpSpMkLst>
        </pc:grpChg>
        <pc:cxnChg chg="add mod">
          <ac:chgData name="昕 许" userId="a2975fcd840abfc3" providerId="LiveId" clId="{49CCD4F9-177C-4270-9A14-60236FF377E8}" dt="2026-04-23T04:31:57.401" v="10209" actId="1037"/>
          <ac:cxnSpMkLst>
            <pc:docMk/>
            <pc:sldMk cId="3948688354" sldId="337"/>
            <ac:cxnSpMk id="56" creationId="{CF628AD1-6A5C-F1D6-FE6F-A8A4927C76C8}"/>
          </ac:cxnSpMkLst>
        </pc:cxnChg>
        <pc:cxnChg chg="add mod">
          <ac:chgData name="昕 许" userId="a2975fcd840abfc3" providerId="LiveId" clId="{49CCD4F9-177C-4270-9A14-60236FF377E8}" dt="2026-04-23T04:31:57.401" v="10209" actId="1037"/>
          <ac:cxnSpMkLst>
            <pc:docMk/>
            <pc:sldMk cId="3948688354" sldId="337"/>
            <ac:cxnSpMk id="57" creationId="{028FF22D-9CC7-36FE-B37F-D4910F2161F9}"/>
          </ac:cxnSpMkLst>
        </pc:cxnChg>
      </pc:sldChg>
      <pc:sldChg chg="addSp delSp modSp add mod">
        <pc:chgData name="昕 许" userId="a2975fcd840abfc3" providerId="LiveId" clId="{49CCD4F9-177C-4270-9A14-60236FF377E8}" dt="2026-04-23T04:40:18.493" v="10400"/>
        <pc:sldMkLst>
          <pc:docMk/>
          <pc:sldMk cId="1919486097" sldId="338"/>
        </pc:sldMkLst>
        <pc:spChg chg="mod">
          <ac:chgData name="昕 许" userId="a2975fcd840abfc3" providerId="LiveId" clId="{49CCD4F9-177C-4270-9A14-60236FF377E8}" dt="2026-04-23T04:40:18.493" v="10400"/>
          <ac:spMkLst>
            <pc:docMk/>
            <pc:sldMk cId="1919486097" sldId="338"/>
            <ac:spMk id="52" creationId="{BE32F3C9-736D-0D27-6D1F-777E44FD0AA3}"/>
          </ac:spMkLst>
        </pc:spChg>
        <pc:spChg chg="mod">
          <ac:chgData name="昕 许" userId="a2975fcd840abfc3" providerId="LiveId" clId="{49CCD4F9-177C-4270-9A14-60236FF377E8}" dt="2026-04-23T04:40:18.493" v="10400"/>
          <ac:spMkLst>
            <pc:docMk/>
            <pc:sldMk cId="1919486097" sldId="338"/>
            <ac:spMk id="53" creationId="{E51A3B8E-3E64-7730-414C-04EF68087EE1}"/>
          </ac:spMkLst>
        </pc:spChg>
        <pc:grpChg chg="mod">
          <ac:chgData name="昕 许" userId="a2975fcd840abfc3" providerId="LiveId" clId="{49CCD4F9-177C-4270-9A14-60236FF377E8}" dt="2026-04-23T04:32:26.689" v="10211" actId="1076"/>
          <ac:grpSpMkLst>
            <pc:docMk/>
            <pc:sldMk cId="1919486097" sldId="338"/>
            <ac:grpSpMk id="35" creationId="{B80E0342-661B-E01D-50BE-08E42E301FF3}"/>
          </ac:grpSpMkLst>
        </pc:grpChg>
        <pc:grpChg chg="add mod">
          <ac:chgData name="昕 许" userId="a2975fcd840abfc3" providerId="LiveId" clId="{49CCD4F9-177C-4270-9A14-60236FF377E8}" dt="2026-04-23T04:40:18.493" v="10400"/>
          <ac:grpSpMkLst>
            <pc:docMk/>
            <pc:sldMk cId="1919486097" sldId="338"/>
            <ac:grpSpMk id="48" creationId="{88E9D373-2505-0F46-B4A4-D4231360B34E}"/>
          </ac:grpSpMkLst>
        </pc:grpChg>
      </pc:sldChg>
      <pc:sldChg chg="addSp delSp modSp add mod">
        <pc:chgData name="昕 许" userId="a2975fcd840abfc3" providerId="LiveId" clId="{49CCD4F9-177C-4270-9A14-60236FF377E8}" dt="2026-04-23T04:40:20.989" v="10402"/>
        <pc:sldMkLst>
          <pc:docMk/>
          <pc:sldMk cId="2819946207" sldId="339"/>
        </pc:sldMkLst>
        <pc:spChg chg="mod">
          <ac:chgData name="昕 许" userId="a2975fcd840abfc3" providerId="LiveId" clId="{49CCD4F9-177C-4270-9A14-60236FF377E8}" dt="2026-04-23T04:40:20.989" v="10402"/>
          <ac:spMkLst>
            <pc:docMk/>
            <pc:sldMk cId="2819946207" sldId="339"/>
            <ac:spMk id="52" creationId="{70AB5B71-6822-4C13-4488-0A2FB92D8916}"/>
          </ac:spMkLst>
        </pc:spChg>
        <pc:spChg chg="mod">
          <ac:chgData name="昕 许" userId="a2975fcd840abfc3" providerId="LiveId" clId="{49CCD4F9-177C-4270-9A14-60236FF377E8}" dt="2026-04-23T04:40:20.989" v="10402"/>
          <ac:spMkLst>
            <pc:docMk/>
            <pc:sldMk cId="2819946207" sldId="339"/>
            <ac:spMk id="53" creationId="{4FB775A4-5AB8-DF48-0155-03E7D9E9F0ED}"/>
          </ac:spMkLst>
        </pc:spChg>
        <pc:grpChg chg="mod">
          <ac:chgData name="昕 许" userId="a2975fcd840abfc3" providerId="LiveId" clId="{49CCD4F9-177C-4270-9A14-60236FF377E8}" dt="2026-04-23T04:32:32.759" v="10214" actId="1076"/>
          <ac:grpSpMkLst>
            <pc:docMk/>
            <pc:sldMk cId="2819946207" sldId="339"/>
            <ac:grpSpMk id="35" creationId="{F59FAA58-CFAE-28D9-3289-220433DD7D8F}"/>
          </ac:grpSpMkLst>
        </pc:grpChg>
        <pc:grpChg chg="add mod">
          <ac:chgData name="昕 许" userId="a2975fcd840abfc3" providerId="LiveId" clId="{49CCD4F9-177C-4270-9A14-60236FF377E8}" dt="2026-04-23T04:40:20.989" v="10402"/>
          <ac:grpSpMkLst>
            <pc:docMk/>
            <pc:sldMk cId="2819946207" sldId="339"/>
            <ac:grpSpMk id="48" creationId="{8B94194A-FA8A-10B6-6BC4-10E14D63D701}"/>
          </ac:grpSpMkLst>
        </pc:grpChg>
      </pc:sldChg>
      <pc:sldChg chg="addSp delSp modSp add mod">
        <pc:chgData name="昕 许" userId="a2975fcd840abfc3" providerId="LiveId" clId="{49CCD4F9-177C-4270-9A14-60236FF377E8}" dt="2026-04-23T04:40:23.595" v="10404"/>
        <pc:sldMkLst>
          <pc:docMk/>
          <pc:sldMk cId="3042102254" sldId="340"/>
        </pc:sldMkLst>
        <pc:spChg chg="mod">
          <ac:chgData name="昕 许" userId="a2975fcd840abfc3" providerId="LiveId" clId="{49CCD4F9-177C-4270-9A14-60236FF377E8}" dt="2026-04-23T04:32:35.861" v="10216"/>
          <ac:spMkLst>
            <pc:docMk/>
            <pc:sldMk cId="3042102254" sldId="340"/>
            <ac:spMk id="52" creationId="{3E2D5B20-501C-7DBC-1E67-BEA55EF466E7}"/>
          </ac:spMkLst>
        </pc:spChg>
        <pc:spChg chg="mod">
          <ac:chgData name="昕 许" userId="a2975fcd840abfc3" providerId="LiveId" clId="{49CCD4F9-177C-4270-9A14-60236FF377E8}" dt="2026-04-23T04:32:35.861" v="10216"/>
          <ac:spMkLst>
            <pc:docMk/>
            <pc:sldMk cId="3042102254" sldId="340"/>
            <ac:spMk id="53" creationId="{2F8C11AF-7DB9-36F7-9FCE-B521488523B7}"/>
          </ac:spMkLst>
        </pc:spChg>
        <pc:spChg chg="mod">
          <ac:chgData name="昕 许" userId="a2975fcd840abfc3" providerId="LiveId" clId="{49CCD4F9-177C-4270-9A14-60236FF377E8}" dt="2026-04-23T04:40:23.595" v="10404"/>
          <ac:spMkLst>
            <pc:docMk/>
            <pc:sldMk cId="3042102254" sldId="340"/>
            <ac:spMk id="55" creationId="{19F67A8A-B649-5342-C144-2E669D6EC0BE}"/>
          </ac:spMkLst>
        </pc:spChg>
        <pc:spChg chg="mod">
          <ac:chgData name="昕 许" userId="a2975fcd840abfc3" providerId="LiveId" clId="{49CCD4F9-177C-4270-9A14-60236FF377E8}" dt="2026-04-23T04:40:23.595" v="10404"/>
          <ac:spMkLst>
            <pc:docMk/>
            <pc:sldMk cId="3042102254" sldId="340"/>
            <ac:spMk id="56" creationId="{110317BF-94ED-4CE4-893F-4953D32887FD}"/>
          </ac:spMkLst>
        </pc:spChg>
        <pc:grpChg chg="mod">
          <ac:chgData name="昕 许" userId="a2975fcd840abfc3" providerId="LiveId" clId="{49CCD4F9-177C-4270-9A14-60236FF377E8}" dt="2026-04-23T04:32:37.643" v="10218" actId="1076"/>
          <ac:grpSpMkLst>
            <pc:docMk/>
            <pc:sldMk cId="3042102254" sldId="340"/>
            <ac:grpSpMk id="18" creationId="{D2BC85ED-1679-C0D2-AFF3-8F06B768E1DC}"/>
          </ac:grpSpMkLst>
        </pc:grpChg>
        <pc:grpChg chg="add mod">
          <ac:chgData name="昕 许" userId="a2975fcd840abfc3" providerId="LiveId" clId="{49CCD4F9-177C-4270-9A14-60236FF377E8}" dt="2026-04-23T04:32:41.270" v="10219" actId="1076"/>
          <ac:grpSpMkLst>
            <pc:docMk/>
            <pc:sldMk cId="3042102254" sldId="340"/>
            <ac:grpSpMk id="48" creationId="{B6CE8889-1618-8B11-710F-471FC0A6AA81}"/>
          </ac:grpSpMkLst>
        </pc:grpChg>
        <pc:grpChg chg="add mod">
          <ac:chgData name="昕 许" userId="a2975fcd840abfc3" providerId="LiveId" clId="{49CCD4F9-177C-4270-9A14-60236FF377E8}" dt="2026-04-23T04:40:23.595" v="10404"/>
          <ac:grpSpMkLst>
            <pc:docMk/>
            <pc:sldMk cId="3042102254" sldId="340"/>
            <ac:grpSpMk id="54" creationId="{43826C65-8B5D-E113-B0BE-0241311DEE75}"/>
          </ac:grpSpMkLst>
        </pc:grpChg>
      </pc:sldChg>
      <pc:sldChg chg="addSp delSp modSp add mod">
        <pc:chgData name="昕 许" userId="a2975fcd840abfc3" providerId="LiveId" clId="{49CCD4F9-177C-4270-9A14-60236FF377E8}" dt="2026-04-23T04:40:27.537" v="10406"/>
        <pc:sldMkLst>
          <pc:docMk/>
          <pc:sldMk cId="3378110510" sldId="341"/>
        </pc:sldMkLst>
        <pc:spChg chg="mod">
          <ac:chgData name="昕 许" userId="a2975fcd840abfc3" providerId="LiveId" clId="{49CCD4F9-177C-4270-9A14-60236FF377E8}" dt="2026-04-23T04:32:46.975" v="10221"/>
          <ac:spMkLst>
            <pc:docMk/>
            <pc:sldMk cId="3378110510" sldId="341"/>
            <ac:spMk id="55" creationId="{DCCB5510-A1E4-6AC3-6B67-BED83C8281AB}"/>
          </ac:spMkLst>
        </pc:spChg>
        <pc:spChg chg="mod">
          <ac:chgData name="昕 许" userId="a2975fcd840abfc3" providerId="LiveId" clId="{49CCD4F9-177C-4270-9A14-60236FF377E8}" dt="2026-04-23T04:32:46.975" v="10221"/>
          <ac:spMkLst>
            <pc:docMk/>
            <pc:sldMk cId="3378110510" sldId="341"/>
            <ac:spMk id="56" creationId="{BDDC1524-CC88-8B93-BBDB-61C14EECB84B}"/>
          </ac:spMkLst>
        </pc:spChg>
        <pc:spChg chg="mod">
          <ac:chgData name="昕 许" userId="a2975fcd840abfc3" providerId="LiveId" clId="{49CCD4F9-177C-4270-9A14-60236FF377E8}" dt="2026-04-23T04:40:27.537" v="10406"/>
          <ac:spMkLst>
            <pc:docMk/>
            <pc:sldMk cId="3378110510" sldId="341"/>
            <ac:spMk id="59" creationId="{242E8BBD-1D69-00A2-150B-24FA35688419}"/>
          </ac:spMkLst>
        </pc:spChg>
        <pc:spChg chg="mod">
          <ac:chgData name="昕 许" userId="a2975fcd840abfc3" providerId="LiveId" clId="{49CCD4F9-177C-4270-9A14-60236FF377E8}" dt="2026-04-23T04:40:27.537" v="10406"/>
          <ac:spMkLst>
            <pc:docMk/>
            <pc:sldMk cId="3378110510" sldId="341"/>
            <ac:spMk id="60" creationId="{8110C16B-F29E-D514-2886-3684113B2F7E}"/>
          </ac:spMkLst>
        </pc:spChg>
        <pc:grpChg chg="add mod">
          <ac:chgData name="昕 许" userId="a2975fcd840abfc3" providerId="LiveId" clId="{49CCD4F9-177C-4270-9A14-60236FF377E8}" dt="2026-04-23T04:32:49.157" v="10222" actId="1076"/>
          <ac:grpSpMkLst>
            <pc:docMk/>
            <pc:sldMk cId="3378110510" sldId="341"/>
            <ac:grpSpMk id="54" creationId="{094C361E-BF48-D893-2F6B-6E2C0F8206B8}"/>
          </ac:grpSpMkLst>
        </pc:grpChg>
        <pc:grpChg chg="add mod">
          <ac:chgData name="昕 许" userId="a2975fcd840abfc3" providerId="LiveId" clId="{49CCD4F9-177C-4270-9A14-60236FF377E8}" dt="2026-04-23T04:40:27.537" v="10406"/>
          <ac:grpSpMkLst>
            <pc:docMk/>
            <pc:sldMk cId="3378110510" sldId="341"/>
            <ac:grpSpMk id="58" creationId="{33BA9A21-26EB-022B-4BCA-E224423D7D1E}"/>
          </ac:grpSpMkLst>
        </pc:grpChg>
      </pc:sldChg>
      <pc:sldChg chg="modSp add mod">
        <pc:chgData name="昕 许" userId="a2975fcd840abfc3" providerId="LiveId" clId="{49CCD4F9-177C-4270-9A14-60236FF377E8}" dt="2026-04-23T04:40:33.319" v="10407" actId="208"/>
        <pc:sldMkLst>
          <pc:docMk/>
          <pc:sldMk cId="221213453" sldId="342"/>
        </pc:sldMkLst>
        <pc:spChg chg="mod">
          <ac:chgData name="昕 许" userId="a2975fcd840abfc3" providerId="LiveId" clId="{49CCD4F9-177C-4270-9A14-60236FF377E8}" dt="2026-04-23T04:40:33.319" v="10407" actId="208"/>
          <ac:spMkLst>
            <pc:docMk/>
            <pc:sldMk cId="221213453" sldId="342"/>
            <ac:spMk id="46" creationId="{BA0F026E-5AB7-6E68-EB4D-C14AC34D5FC4}"/>
          </ac:spMkLst>
        </pc:spChg>
        <pc:grpChg chg="mod">
          <ac:chgData name="昕 许" userId="a2975fcd840abfc3" providerId="LiveId" clId="{49CCD4F9-177C-4270-9A14-60236FF377E8}" dt="2026-04-23T04:32:55.852" v="10225" actId="1076"/>
          <ac:grpSpMkLst>
            <pc:docMk/>
            <pc:sldMk cId="221213453" sldId="342"/>
            <ac:grpSpMk id="49" creationId="{22894914-8858-1227-A673-1C907480A4B2}"/>
          </ac:grpSpMkLst>
        </pc:grpChg>
        <pc:grpChg chg="mod">
          <ac:chgData name="昕 许" userId="a2975fcd840abfc3" providerId="LiveId" clId="{49CCD4F9-177C-4270-9A14-60236FF377E8}" dt="2026-04-23T04:32:58.169" v="10226" actId="1076"/>
          <ac:grpSpMkLst>
            <pc:docMk/>
            <pc:sldMk cId="221213453" sldId="342"/>
            <ac:grpSpMk id="54" creationId="{8D402BBF-B786-CB29-F5D3-F153657473BA}"/>
          </ac:grpSpMkLst>
        </pc:grpChg>
      </pc:sldChg>
      <pc:sldChg chg="addSp delSp modSp add mod">
        <pc:chgData name="昕 许" userId="a2975fcd840abfc3" providerId="LiveId" clId="{49CCD4F9-177C-4270-9A14-60236FF377E8}" dt="2026-04-23T04:40:42.859" v="10409"/>
        <pc:sldMkLst>
          <pc:docMk/>
          <pc:sldMk cId="984411142" sldId="343"/>
        </pc:sldMkLst>
        <pc:spChg chg="mod">
          <ac:chgData name="昕 许" userId="a2975fcd840abfc3" providerId="LiveId" clId="{49CCD4F9-177C-4270-9A14-60236FF377E8}" dt="2026-04-23T04:40:42.859" v="10409"/>
          <ac:spMkLst>
            <pc:docMk/>
            <pc:sldMk cId="984411142" sldId="343"/>
            <ac:spMk id="58" creationId="{9954F30A-5215-68A6-C8DE-C17FBEEF3DFC}"/>
          </ac:spMkLst>
        </pc:spChg>
        <pc:spChg chg="mod">
          <ac:chgData name="昕 许" userId="a2975fcd840abfc3" providerId="LiveId" clId="{49CCD4F9-177C-4270-9A14-60236FF377E8}" dt="2026-04-23T04:40:42.859" v="10409"/>
          <ac:spMkLst>
            <pc:docMk/>
            <pc:sldMk cId="984411142" sldId="343"/>
            <ac:spMk id="59" creationId="{D877AAA5-5509-60BA-C2E5-7679E7F24A35}"/>
          </ac:spMkLst>
        </pc:spChg>
        <pc:grpChg chg="add mod">
          <ac:chgData name="昕 许" userId="a2975fcd840abfc3" providerId="LiveId" clId="{49CCD4F9-177C-4270-9A14-60236FF377E8}" dt="2026-04-23T04:40:42.859" v="10409"/>
          <ac:grpSpMkLst>
            <pc:docMk/>
            <pc:sldMk cId="984411142" sldId="343"/>
            <ac:grpSpMk id="44" creationId="{D06DF415-5074-2165-ADE2-1CBBFBB95F0D}"/>
          </ac:grpSpMkLst>
        </pc:grpChg>
        <pc:cxnChg chg="add mod">
          <ac:chgData name="昕 许" userId="a2975fcd840abfc3" providerId="LiveId" clId="{49CCD4F9-177C-4270-9A14-60236FF377E8}" dt="2026-04-23T04:33:14.007" v="10228"/>
          <ac:cxnSpMkLst>
            <pc:docMk/>
            <pc:sldMk cId="984411142" sldId="343"/>
            <ac:cxnSpMk id="42" creationId="{6564CCA7-0739-6653-C2C8-148CABDFE8F4}"/>
          </ac:cxnSpMkLst>
        </pc:cxnChg>
        <pc:cxnChg chg="add mod">
          <ac:chgData name="昕 许" userId="a2975fcd840abfc3" providerId="LiveId" clId="{49CCD4F9-177C-4270-9A14-60236FF377E8}" dt="2026-04-23T04:33:14.007" v="10228"/>
          <ac:cxnSpMkLst>
            <pc:docMk/>
            <pc:sldMk cId="984411142" sldId="343"/>
            <ac:cxnSpMk id="43" creationId="{04EE2E0C-594C-B3B3-B75F-564DC61D519A}"/>
          </ac:cxnSpMkLst>
        </pc:cxnChg>
      </pc:sldChg>
      <pc:sldChg chg="addSp delSp modSp add mod">
        <pc:chgData name="昕 许" userId="a2975fcd840abfc3" providerId="LiveId" clId="{49CCD4F9-177C-4270-9A14-60236FF377E8}" dt="2026-04-23T04:40:45.309" v="10411"/>
        <pc:sldMkLst>
          <pc:docMk/>
          <pc:sldMk cId="1311333290" sldId="344"/>
        </pc:sldMkLst>
        <pc:spChg chg="mod">
          <ac:chgData name="昕 许" userId="a2975fcd840abfc3" providerId="LiveId" clId="{49CCD4F9-177C-4270-9A14-60236FF377E8}" dt="2026-04-23T04:40:45.309" v="10411"/>
          <ac:spMkLst>
            <pc:docMk/>
            <pc:sldMk cId="1311333290" sldId="344"/>
            <ac:spMk id="58" creationId="{CF7649ED-01CB-0EDC-1A18-5D717BC2496E}"/>
          </ac:spMkLst>
        </pc:spChg>
        <pc:spChg chg="mod">
          <ac:chgData name="昕 许" userId="a2975fcd840abfc3" providerId="LiveId" clId="{49CCD4F9-177C-4270-9A14-60236FF377E8}" dt="2026-04-23T04:40:45.309" v="10411"/>
          <ac:spMkLst>
            <pc:docMk/>
            <pc:sldMk cId="1311333290" sldId="344"/>
            <ac:spMk id="59" creationId="{4217C7F2-72FC-989F-5FB4-532D727DAD97}"/>
          </ac:spMkLst>
        </pc:spChg>
        <pc:grpChg chg="mod">
          <ac:chgData name="昕 许" userId="a2975fcd840abfc3" providerId="LiveId" clId="{49CCD4F9-177C-4270-9A14-60236FF377E8}" dt="2026-04-23T04:33:21.141" v="10230" actId="1076"/>
          <ac:grpSpMkLst>
            <pc:docMk/>
            <pc:sldMk cId="1311333290" sldId="344"/>
            <ac:grpSpMk id="35" creationId="{A0FC90AC-AD63-AD40-82D3-63DACE66D0D7}"/>
          </ac:grpSpMkLst>
        </pc:grpChg>
        <pc:grpChg chg="add mod">
          <ac:chgData name="昕 许" userId="a2975fcd840abfc3" providerId="LiveId" clId="{49CCD4F9-177C-4270-9A14-60236FF377E8}" dt="2026-04-23T04:40:45.309" v="10411"/>
          <ac:grpSpMkLst>
            <pc:docMk/>
            <pc:sldMk cId="1311333290" sldId="344"/>
            <ac:grpSpMk id="44" creationId="{D4760FFA-0CD6-B3DC-AAC8-C616B35EC1AF}"/>
          </ac:grpSpMkLst>
        </pc:grpChg>
      </pc:sldChg>
      <pc:sldChg chg="addSp delSp modSp add mod">
        <pc:chgData name="昕 许" userId="a2975fcd840abfc3" providerId="LiveId" clId="{49CCD4F9-177C-4270-9A14-60236FF377E8}" dt="2026-04-23T04:40:47.995" v="10413"/>
        <pc:sldMkLst>
          <pc:docMk/>
          <pc:sldMk cId="126704408" sldId="345"/>
        </pc:sldMkLst>
        <pc:spChg chg="mod">
          <ac:chgData name="昕 许" userId="a2975fcd840abfc3" providerId="LiveId" clId="{49CCD4F9-177C-4270-9A14-60236FF377E8}" dt="2026-04-23T04:40:47.995" v="10413"/>
          <ac:spMkLst>
            <pc:docMk/>
            <pc:sldMk cId="126704408" sldId="345"/>
            <ac:spMk id="44" creationId="{C10C6E86-EE5F-211F-4336-1F3F65E3101A}"/>
          </ac:spMkLst>
        </pc:spChg>
        <pc:spChg chg="mod">
          <ac:chgData name="昕 许" userId="a2975fcd840abfc3" providerId="LiveId" clId="{49CCD4F9-177C-4270-9A14-60236FF377E8}" dt="2026-04-23T04:40:47.995" v="10413"/>
          <ac:spMkLst>
            <pc:docMk/>
            <pc:sldMk cId="126704408" sldId="345"/>
            <ac:spMk id="58" creationId="{2D9B72B8-6C24-DF30-8024-AC28C2F6E722}"/>
          </ac:spMkLst>
        </pc:spChg>
        <pc:grpChg chg="mod">
          <ac:chgData name="昕 许" userId="a2975fcd840abfc3" providerId="LiveId" clId="{49CCD4F9-177C-4270-9A14-60236FF377E8}" dt="2026-04-23T04:33:28.550" v="10233" actId="1076"/>
          <ac:grpSpMkLst>
            <pc:docMk/>
            <pc:sldMk cId="126704408" sldId="345"/>
            <ac:grpSpMk id="35" creationId="{B89068D6-4D3B-9793-C585-BBA04194A3A5}"/>
          </ac:grpSpMkLst>
        </pc:grpChg>
        <pc:grpChg chg="add mod">
          <ac:chgData name="昕 许" userId="a2975fcd840abfc3" providerId="LiveId" clId="{49CCD4F9-177C-4270-9A14-60236FF377E8}" dt="2026-04-23T04:40:47.995" v="10413"/>
          <ac:grpSpMkLst>
            <pc:docMk/>
            <pc:sldMk cId="126704408" sldId="345"/>
            <ac:grpSpMk id="42" creationId="{A87BC20B-A2E3-0FB0-D5B8-BC1226227118}"/>
          </ac:grpSpMkLst>
        </pc:grpChg>
      </pc:sldChg>
      <pc:sldChg chg="addSp delSp modSp add mod">
        <pc:chgData name="昕 许" userId="a2975fcd840abfc3" providerId="LiveId" clId="{49CCD4F9-177C-4270-9A14-60236FF377E8}" dt="2026-04-23T04:40:50.508" v="10415"/>
        <pc:sldMkLst>
          <pc:docMk/>
          <pc:sldMk cId="1187665401" sldId="346"/>
        </pc:sldMkLst>
        <pc:spChg chg="mod">
          <ac:chgData name="昕 许" userId="a2975fcd840abfc3" providerId="LiveId" clId="{49CCD4F9-177C-4270-9A14-60236FF377E8}" dt="2026-04-23T04:33:34.914" v="10235"/>
          <ac:spMkLst>
            <pc:docMk/>
            <pc:sldMk cId="1187665401" sldId="346"/>
            <ac:spMk id="44" creationId="{EFCA98C9-167B-9489-946A-D5C6EC477D0F}"/>
          </ac:spMkLst>
        </pc:spChg>
        <pc:spChg chg="mod">
          <ac:chgData name="昕 许" userId="a2975fcd840abfc3" providerId="LiveId" clId="{49CCD4F9-177C-4270-9A14-60236FF377E8}" dt="2026-04-23T04:33:34.914" v="10235"/>
          <ac:spMkLst>
            <pc:docMk/>
            <pc:sldMk cId="1187665401" sldId="346"/>
            <ac:spMk id="58" creationId="{098F3A06-A493-DBE3-F76E-A1EB22CC542E}"/>
          </ac:spMkLst>
        </pc:spChg>
        <pc:spChg chg="mod">
          <ac:chgData name="昕 许" userId="a2975fcd840abfc3" providerId="LiveId" clId="{49CCD4F9-177C-4270-9A14-60236FF377E8}" dt="2026-04-23T04:40:50.508" v="10415"/>
          <ac:spMkLst>
            <pc:docMk/>
            <pc:sldMk cId="1187665401" sldId="346"/>
            <ac:spMk id="60" creationId="{E024FD29-F67D-723B-325C-8E477C302A5D}"/>
          </ac:spMkLst>
        </pc:spChg>
        <pc:spChg chg="mod">
          <ac:chgData name="昕 许" userId="a2975fcd840abfc3" providerId="LiveId" clId="{49CCD4F9-177C-4270-9A14-60236FF377E8}" dt="2026-04-23T04:40:50.508" v="10415"/>
          <ac:spMkLst>
            <pc:docMk/>
            <pc:sldMk cId="1187665401" sldId="346"/>
            <ac:spMk id="61" creationId="{A0CBEE7D-0AD7-70FE-DD88-4BD1D4E359E5}"/>
          </ac:spMkLst>
        </pc:spChg>
        <pc:grpChg chg="mod">
          <ac:chgData name="昕 许" userId="a2975fcd840abfc3" providerId="LiveId" clId="{49CCD4F9-177C-4270-9A14-60236FF377E8}" dt="2026-04-23T04:33:39.853" v="10239" actId="1076"/>
          <ac:grpSpMkLst>
            <pc:docMk/>
            <pc:sldMk cId="1187665401" sldId="346"/>
            <ac:grpSpMk id="24" creationId="{5523F4D0-5B97-4278-51EE-E972BEA5AF12}"/>
          </ac:grpSpMkLst>
        </pc:grpChg>
        <pc:grpChg chg="add mod">
          <ac:chgData name="昕 许" userId="a2975fcd840abfc3" providerId="LiveId" clId="{49CCD4F9-177C-4270-9A14-60236FF377E8}" dt="2026-04-23T04:33:44.198" v="10240" actId="1076"/>
          <ac:grpSpMkLst>
            <pc:docMk/>
            <pc:sldMk cId="1187665401" sldId="346"/>
            <ac:grpSpMk id="42" creationId="{4C06D7DB-BF96-C4CC-AC4E-BC45E9EAD213}"/>
          </ac:grpSpMkLst>
        </pc:grpChg>
        <pc:grpChg chg="add mod">
          <ac:chgData name="昕 许" userId="a2975fcd840abfc3" providerId="LiveId" clId="{49CCD4F9-177C-4270-9A14-60236FF377E8}" dt="2026-04-23T04:40:50.508" v="10415"/>
          <ac:grpSpMkLst>
            <pc:docMk/>
            <pc:sldMk cId="1187665401" sldId="346"/>
            <ac:grpSpMk id="59" creationId="{395BA1D2-7DF7-D841-312C-8DCC394DD287}"/>
          </ac:grpSpMkLst>
        </pc:grpChg>
      </pc:sldChg>
      <pc:sldChg chg="addSp delSp modSp add mod">
        <pc:chgData name="昕 许" userId="a2975fcd840abfc3" providerId="LiveId" clId="{49CCD4F9-177C-4270-9A14-60236FF377E8}" dt="2026-04-23T04:40:53.399" v="10417"/>
        <pc:sldMkLst>
          <pc:docMk/>
          <pc:sldMk cId="2857091337" sldId="347"/>
        </pc:sldMkLst>
        <pc:spChg chg="mod">
          <ac:chgData name="昕 许" userId="a2975fcd840abfc3" providerId="LiveId" clId="{49CCD4F9-177C-4270-9A14-60236FF377E8}" dt="2026-04-23T04:33:50.871" v="10242"/>
          <ac:spMkLst>
            <pc:docMk/>
            <pc:sldMk cId="2857091337" sldId="347"/>
            <ac:spMk id="60" creationId="{7DB66926-E294-B569-1226-4AB59DF3B546}"/>
          </ac:spMkLst>
        </pc:spChg>
        <pc:spChg chg="mod">
          <ac:chgData name="昕 许" userId="a2975fcd840abfc3" providerId="LiveId" clId="{49CCD4F9-177C-4270-9A14-60236FF377E8}" dt="2026-04-23T04:33:50.871" v="10242"/>
          <ac:spMkLst>
            <pc:docMk/>
            <pc:sldMk cId="2857091337" sldId="347"/>
            <ac:spMk id="61" creationId="{808802C0-9089-894D-543F-45D62A4CC05C}"/>
          </ac:spMkLst>
        </pc:spChg>
        <pc:spChg chg="mod">
          <ac:chgData name="昕 许" userId="a2975fcd840abfc3" providerId="LiveId" clId="{49CCD4F9-177C-4270-9A14-60236FF377E8}" dt="2026-04-23T04:40:53.399" v="10417"/>
          <ac:spMkLst>
            <pc:docMk/>
            <pc:sldMk cId="2857091337" sldId="347"/>
            <ac:spMk id="63" creationId="{C055A43E-03D0-186B-9694-E52923862365}"/>
          </ac:spMkLst>
        </pc:spChg>
        <pc:spChg chg="mod">
          <ac:chgData name="昕 许" userId="a2975fcd840abfc3" providerId="LiveId" clId="{49CCD4F9-177C-4270-9A14-60236FF377E8}" dt="2026-04-23T04:40:53.399" v="10417"/>
          <ac:spMkLst>
            <pc:docMk/>
            <pc:sldMk cId="2857091337" sldId="347"/>
            <ac:spMk id="64" creationId="{AAEDD27E-207F-B1F7-0504-D2419D527E1D}"/>
          </ac:spMkLst>
        </pc:spChg>
        <pc:grpChg chg="add mod">
          <ac:chgData name="昕 许" userId="a2975fcd840abfc3" providerId="LiveId" clId="{49CCD4F9-177C-4270-9A14-60236FF377E8}" dt="2026-04-23T04:33:53.667" v="10243" actId="1076"/>
          <ac:grpSpMkLst>
            <pc:docMk/>
            <pc:sldMk cId="2857091337" sldId="347"/>
            <ac:grpSpMk id="59" creationId="{8324E84B-A89F-0526-BFE8-7894DB033F88}"/>
          </ac:grpSpMkLst>
        </pc:grpChg>
        <pc:grpChg chg="add mod">
          <ac:chgData name="昕 许" userId="a2975fcd840abfc3" providerId="LiveId" clId="{49CCD4F9-177C-4270-9A14-60236FF377E8}" dt="2026-04-23T04:40:53.399" v="10417"/>
          <ac:grpSpMkLst>
            <pc:docMk/>
            <pc:sldMk cId="2857091337" sldId="347"/>
            <ac:grpSpMk id="62" creationId="{F53B3FAF-FCB3-47A7-2941-A759C8AF0545}"/>
          </ac:grpSpMkLst>
        </pc:grpChg>
      </pc:sldChg>
      <pc:sldChg chg="modSp add mod">
        <pc:chgData name="昕 许" userId="a2975fcd840abfc3" providerId="LiveId" clId="{49CCD4F9-177C-4270-9A14-60236FF377E8}" dt="2026-04-23T04:41:01.831" v="10420" actId="208"/>
        <pc:sldMkLst>
          <pc:docMk/>
          <pc:sldMk cId="1105811415" sldId="348"/>
        </pc:sldMkLst>
        <pc:spChg chg="mod">
          <ac:chgData name="昕 许" userId="a2975fcd840abfc3" providerId="LiveId" clId="{49CCD4F9-177C-4270-9A14-60236FF377E8}" dt="2026-04-23T04:41:01.831" v="10420" actId="208"/>
          <ac:spMkLst>
            <pc:docMk/>
            <pc:sldMk cId="1105811415" sldId="348"/>
            <ac:spMk id="52" creationId="{C9B93D84-5C93-F283-C42C-41A850341832}"/>
          </ac:spMkLst>
        </pc:spChg>
        <pc:spChg chg="mod">
          <ac:chgData name="昕 许" userId="a2975fcd840abfc3" providerId="LiveId" clId="{49CCD4F9-177C-4270-9A14-60236FF377E8}" dt="2026-04-23T04:40:58.605" v="10419" actId="208"/>
          <ac:spMkLst>
            <pc:docMk/>
            <pc:sldMk cId="1105811415" sldId="348"/>
            <ac:spMk id="53" creationId="{520AD54E-79B8-80D8-C104-E8FEFDAA6FC1}"/>
          </ac:spMkLst>
        </pc:spChg>
        <pc:grpChg chg="mod">
          <ac:chgData name="昕 许" userId="a2975fcd840abfc3" providerId="LiveId" clId="{49CCD4F9-177C-4270-9A14-60236FF377E8}" dt="2026-04-23T04:33:59.349" v="10246" actId="1076"/>
          <ac:grpSpMkLst>
            <pc:docMk/>
            <pc:sldMk cId="1105811415" sldId="348"/>
            <ac:grpSpMk id="54" creationId="{BCC1C6B8-EB63-FFAA-2331-FEE389509B76}"/>
          </ac:grpSpMkLst>
        </pc:grpChg>
        <pc:grpChg chg="mod">
          <ac:chgData name="昕 许" userId="a2975fcd840abfc3" providerId="LiveId" clId="{49CCD4F9-177C-4270-9A14-60236FF377E8}" dt="2026-04-23T04:34:01.866" v="10247" actId="1076"/>
          <ac:grpSpMkLst>
            <pc:docMk/>
            <pc:sldMk cId="1105811415" sldId="348"/>
            <ac:grpSpMk id="59" creationId="{034F3DBB-6A1E-CD2A-239A-79B253854E84}"/>
          </ac:grpSpMkLst>
        </pc:grpChg>
      </pc:sldChg>
      <pc:sldChg chg="addSp delSp modSp add mod">
        <pc:chgData name="昕 许" userId="a2975fcd840abfc3" providerId="LiveId" clId="{49CCD4F9-177C-4270-9A14-60236FF377E8}" dt="2026-04-23T04:41:05.961" v="10422"/>
        <pc:sldMkLst>
          <pc:docMk/>
          <pc:sldMk cId="3801663565" sldId="349"/>
        </pc:sldMkLst>
        <pc:spChg chg="mod">
          <ac:chgData name="昕 许" userId="a2975fcd840abfc3" providerId="LiveId" clId="{49CCD4F9-177C-4270-9A14-60236FF377E8}" dt="2026-04-23T04:41:05.961" v="10422"/>
          <ac:spMkLst>
            <pc:docMk/>
            <pc:sldMk cId="3801663565" sldId="349"/>
            <ac:spMk id="62" creationId="{592FA955-7D81-DA54-78E8-40ECC22E47EB}"/>
          </ac:spMkLst>
        </pc:spChg>
        <pc:spChg chg="mod">
          <ac:chgData name="昕 许" userId="a2975fcd840abfc3" providerId="LiveId" clId="{49CCD4F9-177C-4270-9A14-60236FF377E8}" dt="2026-04-23T04:41:05.961" v="10422"/>
          <ac:spMkLst>
            <pc:docMk/>
            <pc:sldMk cId="3801663565" sldId="349"/>
            <ac:spMk id="63" creationId="{E65405E4-A826-BCC1-8FA4-0CBD6F610F02}"/>
          </ac:spMkLst>
        </pc:spChg>
        <pc:grpChg chg="add mod">
          <ac:chgData name="昕 许" userId="a2975fcd840abfc3" providerId="LiveId" clId="{49CCD4F9-177C-4270-9A14-60236FF377E8}" dt="2026-04-23T04:41:05.961" v="10422"/>
          <ac:grpSpMkLst>
            <pc:docMk/>
            <pc:sldMk cId="3801663565" sldId="349"/>
            <ac:grpSpMk id="51" creationId="{5A8DE228-3861-D7F7-7A64-DAA89D9D13D4}"/>
          </ac:grpSpMkLst>
        </pc:grpChg>
        <pc:cxnChg chg="add mod">
          <ac:chgData name="昕 许" userId="a2975fcd840abfc3" providerId="LiveId" clId="{49CCD4F9-177C-4270-9A14-60236FF377E8}" dt="2026-04-23T04:34:22.933" v="10250" actId="1076"/>
          <ac:cxnSpMkLst>
            <pc:docMk/>
            <pc:sldMk cId="3801663565" sldId="349"/>
            <ac:cxnSpMk id="49" creationId="{A437411B-056B-BECE-7859-B4A4C1537585}"/>
          </ac:cxnSpMkLst>
        </pc:cxnChg>
        <pc:cxnChg chg="add mod">
          <ac:chgData name="昕 许" userId="a2975fcd840abfc3" providerId="LiveId" clId="{49CCD4F9-177C-4270-9A14-60236FF377E8}" dt="2026-04-23T04:34:22.933" v="10250" actId="1076"/>
          <ac:cxnSpMkLst>
            <pc:docMk/>
            <pc:sldMk cId="3801663565" sldId="349"/>
            <ac:cxnSpMk id="50" creationId="{CEFC8086-D9F9-4DB9-8B89-0A17F77EB66E}"/>
          </ac:cxnSpMkLst>
        </pc:cxnChg>
      </pc:sldChg>
      <pc:sldChg chg="addSp delSp modSp add mod">
        <pc:chgData name="昕 许" userId="a2975fcd840abfc3" providerId="LiveId" clId="{49CCD4F9-177C-4270-9A14-60236FF377E8}" dt="2026-04-23T04:41:08.079" v="10424"/>
        <pc:sldMkLst>
          <pc:docMk/>
          <pc:sldMk cId="4090518086" sldId="350"/>
        </pc:sldMkLst>
        <pc:spChg chg="mod">
          <ac:chgData name="昕 许" userId="a2975fcd840abfc3" providerId="LiveId" clId="{49CCD4F9-177C-4270-9A14-60236FF377E8}" dt="2026-04-23T04:41:08.079" v="10424"/>
          <ac:spMkLst>
            <pc:docMk/>
            <pc:sldMk cId="4090518086" sldId="350"/>
            <ac:spMk id="62" creationId="{EC77E16D-4956-26FC-A005-2A9710067DB9}"/>
          </ac:spMkLst>
        </pc:spChg>
        <pc:spChg chg="mod">
          <ac:chgData name="昕 许" userId="a2975fcd840abfc3" providerId="LiveId" clId="{49CCD4F9-177C-4270-9A14-60236FF377E8}" dt="2026-04-23T04:41:08.079" v="10424"/>
          <ac:spMkLst>
            <pc:docMk/>
            <pc:sldMk cId="4090518086" sldId="350"/>
            <ac:spMk id="63" creationId="{0ACC4B19-87B0-45CC-A0DC-E51020DEE027}"/>
          </ac:spMkLst>
        </pc:spChg>
        <pc:grpChg chg="mod">
          <ac:chgData name="昕 许" userId="a2975fcd840abfc3" providerId="LiveId" clId="{49CCD4F9-177C-4270-9A14-60236FF377E8}" dt="2026-04-23T04:35:29.998" v="10252" actId="1076"/>
          <ac:grpSpMkLst>
            <pc:docMk/>
            <pc:sldMk cId="4090518086" sldId="350"/>
            <ac:grpSpMk id="35" creationId="{79EFA1F3-2D68-916E-5F06-4B72A78C3C00}"/>
          </ac:grpSpMkLst>
        </pc:grpChg>
        <pc:grpChg chg="add mod">
          <ac:chgData name="昕 许" userId="a2975fcd840abfc3" providerId="LiveId" clId="{49CCD4F9-177C-4270-9A14-60236FF377E8}" dt="2026-04-23T04:41:08.079" v="10424"/>
          <ac:grpSpMkLst>
            <pc:docMk/>
            <pc:sldMk cId="4090518086" sldId="350"/>
            <ac:grpSpMk id="51" creationId="{06122685-B5ED-59CB-7656-9AE7824F7A2E}"/>
          </ac:grpSpMkLst>
        </pc:grpChg>
      </pc:sldChg>
      <pc:sldChg chg="addSp delSp modSp add mod">
        <pc:chgData name="昕 许" userId="a2975fcd840abfc3" providerId="LiveId" clId="{49CCD4F9-177C-4270-9A14-60236FF377E8}" dt="2026-04-23T04:41:10.066" v="10426"/>
        <pc:sldMkLst>
          <pc:docMk/>
          <pc:sldMk cId="683976196" sldId="351"/>
        </pc:sldMkLst>
        <pc:spChg chg="mod">
          <ac:chgData name="昕 许" userId="a2975fcd840abfc3" providerId="LiveId" clId="{49CCD4F9-177C-4270-9A14-60236FF377E8}" dt="2026-04-23T04:35:32.731" v="10254"/>
          <ac:spMkLst>
            <pc:docMk/>
            <pc:sldMk cId="683976196" sldId="351"/>
            <ac:spMk id="62" creationId="{F8959A75-0C05-4BEC-49A3-81C0FDC6BB9E}"/>
          </ac:spMkLst>
        </pc:spChg>
        <pc:spChg chg="mod">
          <ac:chgData name="昕 许" userId="a2975fcd840abfc3" providerId="LiveId" clId="{49CCD4F9-177C-4270-9A14-60236FF377E8}" dt="2026-04-23T04:35:32.731" v="10254"/>
          <ac:spMkLst>
            <pc:docMk/>
            <pc:sldMk cId="683976196" sldId="351"/>
            <ac:spMk id="63" creationId="{22C6D24B-CB24-1FBC-D2AD-3908929982DD}"/>
          </ac:spMkLst>
        </pc:spChg>
        <pc:spChg chg="mod">
          <ac:chgData name="昕 许" userId="a2975fcd840abfc3" providerId="LiveId" clId="{49CCD4F9-177C-4270-9A14-60236FF377E8}" dt="2026-04-23T04:41:10.066" v="10426"/>
          <ac:spMkLst>
            <pc:docMk/>
            <pc:sldMk cId="683976196" sldId="351"/>
            <ac:spMk id="65" creationId="{8E31CA17-B59F-9693-94F6-827397A2A040}"/>
          </ac:spMkLst>
        </pc:spChg>
        <pc:spChg chg="mod">
          <ac:chgData name="昕 许" userId="a2975fcd840abfc3" providerId="LiveId" clId="{49CCD4F9-177C-4270-9A14-60236FF377E8}" dt="2026-04-23T04:41:10.066" v="10426"/>
          <ac:spMkLst>
            <pc:docMk/>
            <pc:sldMk cId="683976196" sldId="351"/>
            <ac:spMk id="66" creationId="{DF418E69-97F3-A441-F474-FD1F50EBDDC3}"/>
          </ac:spMkLst>
        </pc:spChg>
        <pc:grpChg chg="add mod">
          <ac:chgData name="昕 许" userId="a2975fcd840abfc3" providerId="LiveId" clId="{49CCD4F9-177C-4270-9A14-60236FF377E8}" dt="2026-04-23T04:35:35.762" v="10255" actId="1076"/>
          <ac:grpSpMkLst>
            <pc:docMk/>
            <pc:sldMk cId="683976196" sldId="351"/>
            <ac:grpSpMk id="51" creationId="{D3589BFE-A03A-2948-4709-F862671F86DD}"/>
          </ac:grpSpMkLst>
        </pc:grpChg>
        <pc:grpChg chg="add mod">
          <ac:chgData name="昕 许" userId="a2975fcd840abfc3" providerId="LiveId" clId="{49CCD4F9-177C-4270-9A14-60236FF377E8}" dt="2026-04-23T04:41:10.066" v="10426"/>
          <ac:grpSpMkLst>
            <pc:docMk/>
            <pc:sldMk cId="683976196" sldId="351"/>
            <ac:grpSpMk id="64" creationId="{DB130B42-354F-14B3-4592-550FED7C9CFE}"/>
          </ac:grpSpMkLst>
        </pc:grpChg>
      </pc:sldChg>
      <pc:sldChg chg="addSp delSp modSp add mod">
        <pc:chgData name="昕 许" userId="a2975fcd840abfc3" providerId="LiveId" clId="{49CCD4F9-177C-4270-9A14-60236FF377E8}" dt="2026-04-23T04:41:12.228" v="10428"/>
        <pc:sldMkLst>
          <pc:docMk/>
          <pc:sldMk cId="1976370940" sldId="352"/>
        </pc:sldMkLst>
        <pc:spChg chg="mod">
          <ac:chgData name="昕 许" userId="a2975fcd840abfc3" providerId="LiveId" clId="{49CCD4F9-177C-4270-9A14-60236FF377E8}" dt="2026-04-23T04:35:37.778" v="10257"/>
          <ac:spMkLst>
            <pc:docMk/>
            <pc:sldMk cId="1976370940" sldId="352"/>
            <ac:spMk id="65" creationId="{31D5B8AB-0E52-1C03-2BC7-F776D1FEAC24}"/>
          </ac:spMkLst>
        </pc:spChg>
        <pc:spChg chg="mod">
          <ac:chgData name="昕 许" userId="a2975fcd840abfc3" providerId="LiveId" clId="{49CCD4F9-177C-4270-9A14-60236FF377E8}" dt="2026-04-23T04:35:37.778" v="10257"/>
          <ac:spMkLst>
            <pc:docMk/>
            <pc:sldMk cId="1976370940" sldId="352"/>
            <ac:spMk id="66" creationId="{EFD5C1BE-8F56-A4FE-10A8-AF4A2D20FDDE}"/>
          </ac:spMkLst>
        </pc:spChg>
        <pc:spChg chg="mod">
          <ac:chgData name="昕 许" userId="a2975fcd840abfc3" providerId="LiveId" clId="{49CCD4F9-177C-4270-9A14-60236FF377E8}" dt="2026-04-23T04:41:12.228" v="10428"/>
          <ac:spMkLst>
            <pc:docMk/>
            <pc:sldMk cId="1976370940" sldId="352"/>
            <ac:spMk id="68" creationId="{77B6A002-DBC3-FF25-BE70-EF94170D5F61}"/>
          </ac:spMkLst>
        </pc:spChg>
        <pc:spChg chg="mod">
          <ac:chgData name="昕 许" userId="a2975fcd840abfc3" providerId="LiveId" clId="{49CCD4F9-177C-4270-9A14-60236FF377E8}" dt="2026-04-23T04:41:12.228" v="10428"/>
          <ac:spMkLst>
            <pc:docMk/>
            <pc:sldMk cId="1976370940" sldId="352"/>
            <ac:spMk id="69" creationId="{7A3EA866-F4B5-EEC7-7CBC-397C5916543A}"/>
          </ac:spMkLst>
        </pc:spChg>
        <pc:grpChg chg="add mod">
          <ac:chgData name="昕 许" userId="a2975fcd840abfc3" providerId="LiveId" clId="{49CCD4F9-177C-4270-9A14-60236FF377E8}" dt="2026-04-23T04:35:40.534" v="10258" actId="1076"/>
          <ac:grpSpMkLst>
            <pc:docMk/>
            <pc:sldMk cId="1976370940" sldId="352"/>
            <ac:grpSpMk id="64" creationId="{825E91E7-6D78-12B7-A80C-8DE72AF330EB}"/>
          </ac:grpSpMkLst>
        </pc:grpChg>
        <pc:grpChg chg="add mod">
          <ac:chgData name="昕 许" userId="a2975fcd840abfc3" providerId="LiveId" clId="{49CCD4F9-177C-4270-9A14-60236FF377E8}" dt="2026-04-23T04:41:12.228" v="10428"/>
          <ac:grpSpMkLst>
            <pc:docMk/>
            <pc:sldMk cId="1976370940" sldId="352"/>
            <ac:grpSpMk id="67" creationId="{A0F9D434-64AA-0C1A-259C-ACF4AE07A08D}"/>
          </ac:grpSpMkLst>
        </pc:grpChg>
      </pc:sldChg>
      <pc:sldChg chg="addSp delSp modSp add mod">
        <pc:chgData name="昕 许" userId="a2975fcd840abfc3" providerId="LiveId" clId="{49CCD4F9-177C-4270-9A14-60236FF377E8}" dt="2026-04-23T04:41:14.308" v="10430"/>
        <pc:sldMkLst>
          <pc:docMk/>
          <pc:sldMk cId="1544611831" sldId="353"/>
        </pc:sldMkLst>
        <pc:spChg chg="mod">
          <ac:chgData name="昕 许" userId="a2975fcd840abfc3" providerId="LiveId" clId="{49CCD4F9-177C-4270-9A14-60236FF377E8}" dt="2026-04-23T04:41:14.308" v="10430"/>
          <ac:spMkLst>
            <pc:docMk/>
            <pc:sldMk cId="1544611831" sldId="353"/>
            <ac:spMk id="55" creationId="{798077B6-DA23-8DA2-C555-711A2D01F552}"/>
          </ac:spMkLst>
        </pc:spChg>
        <pc:spChg chg="mod">
          <ac:chgData name="昕 许" userId="a2975fcd840abfc3" providerId="LiveId" clId="{49CCD4F9-177C-4270-9A14-60236FF377E8}" dt="2026-04-23T04:41:14.308" v="10430"/>
          <ac:spMkLst>
            <pc:docMk/>
            <pc:sldMk cId="1544611831" sldId="353"/>
            <ac:spMk id="56" creationId="{6F2D1991-1AA9-55D5-0D46-3563DED8D29F}"/>
          </ac:spMkLst>
        </pc:spChg>
        <pc:grpChg chg="add mod">
          <ac:chgData name="昕 许" userId="a2975fcd840abfc3" providerId="LiveId" clId="{49CCD4F9-177C-4270-9A14-60236FF377E8}" dt="2026-04-23T04:41:14.308" v="10430"/>
          <ac:grpSpMkLst>
            <pc:docMk/>
            <pc:sldMk cId="1544611831" sldId="353"/>
            <ac:grpSpMk id="54" creationId="{274FE7C3-C409-B4A5-309D-777457BD3CA4}"/>
          </ac:grpSpMkLst>
        </pc:grpChg>
        <pc:grpChg chg="mod">
          <ac:chgData name="昕 许" userId="a2975fcd840abfc3" providerId="LiveId" clId="{49CCD4F9-177C-4270-9A14-60236FF377E8}" dt="2026-04-23T04:35:46.861" v="10261" actId="1076"/>
          <ac:grpSpMkLst>
            <pc:docMk/>
            <pc:sldMk cId="1544611831" sldId="353"/>
            <ac:grpSpMk id="59" creationId="{78E11839-E64E-32B1-9F84-F4294479BD80}"/>
          </ac:grpSpMkLst>
        </pc:grpChg>
        <pc:grpChg chg="mod">
          <ac:chgData name="昕 许" userId="a2975fcd840abfc3" providerId="LiveId" clId="{49CCD4F9-177C-4270-9A14-60236FF377E8}" dt="2026-04-23T04:35:49.559" v="10262" actId="1076"/>
          <ac:grpSpMkLst>
            <pc:docMk/>
            <pc:sldMk cId="1544611831" sldId="353"/>
            <ac:grpSpMk id="64" creationId="{D74C5161-EF03-CBB3-83FE-55E97E00615C}"/>
          </ac:grpSpMkLst>
        </pc:grpChg>
      </pc:sldChg>
      <pc:sldChg chg="addSp delSp modSp add mod">
        <pc:chgData name="昕 许" userId="a2975fcd840abfc3" providerId="LiveId" clId="{49CCD4F9-177C-4270-9A14-60236FF377E8}" dt="2026-04-23T04:41:26.126" v="10433" actId="478"/>
        <pc:sldMkLst>
          <pc:docMk/>
          <pc:sldMk cId="636473752" sldId="354"/>
        </pc:sldMkLst>
        <pc:spChg chg="mod">
          <ac:chgData name="昕 许" userId="a2975fcd840abfc3" providerId="LiveId" clId="{49CCD4F9-177C-4270-9A14-60236FF377E8}" dt="2026-04-23T04:41:20.931" v="10431" actId="208"/>
          <ac:spMkLst>
            <pc:docMk/>
            <pc:sldMk cId="636473752" sldId="354"/>
            <ac:spMk id="44" creationId="{8F608933-1205-F56B-4620-944CC97F8EB2}"/>
          </ac:spMkLst>
        </pc:spChg>
        <pc:grpChg chg="mod">
          <ac:chgData name="昕 许" userId="a2975fcd840abfc3" providerId="LiveId" clId="{49CCD4F9-177C-4270-9A14-60236FF377E8}" dt="2026-04-23T04:35:53.552" v="10264" actId="1076"/>
          <ac:grpSpMkLst>
            <pc:docMk/>
            <pc:sldMk cId="636473752" sldId="354"/>
            <ac:grpSpMk id="35" creationId="{970AB2B6-FD48-7B95-8A13-BAF297F4EDCE}"/>
          </ac:grpSpMkLst>
        </pc:grpChg>
      </pc:sldChg>
      <pc:sldChg chg="delSp modSp add mod">
        <pc:chgData name="昕 许" userId="a2975fcd840abfc3" providerId="LiveId" clId="{49CCD4F9-177C-4270-9A14-60236FF377E8}" dt="2026-04-23T04:36:48.016" v="10369" actId="1076"/>
        <pc:sldMkLst>
          <pc:docMk/>
          <pc:sldMk cId="2754165984" sldId="355"/>
        </pc:sldMkLst>
        <pc:grpChg chg="mod">
          <ac:chgData name="昕 许" userId="a2975fcd840abfc3" providerId="LiveId" clId="{49CCD4F9-177C-4270-9A14-60236FF377E8}" dt="2026-04-23T04:36:48.016" v="10369" actId="1076"/>
          <ac:grpSpMkLst>
            <pc:docMk/>
            <pc:sldMk cId="2754165984" sldId="355"/>
            <ac:grpSpMk id="27" creationId="{1018EA1A-C149-1302-2AA7-E186A2B70088}"/>
          </ac:grpSpMkLst>
        </pc:grpChg>
        <pc:grpChg chg="mod">
          <ac:chgData name="昕 许" userId="a2975fcd840abfc3" providerId="LiveId" clId="{49CCD4F9-177C-4270-9A14-60236FF377E8}" dt="2026-04-23T04:36:48.016" v="10369" actId="1076"/>
          <ac:grpSpMkLst>
            <pc:docMk/>
            <pc:sldMk cId="2754165984" sldId="355"/>
            <ac:grpSpMk id="39" creationId="{3F2F0CC9-A847-EC42-4A99-5F4E490BC7F7}"/>
          </ac:grpSpMkLst>
        </pc:grpChg>
        <pc:grpChg chg="mod">
          <ac:chgData name="昕 许" userId="a2975fcd840abfc3" providerId="LiveId" clId="{49CCD4F9-177C-4270-9A14-60236FF377E8}" dt="2026-04-23T04:36:48.016" v="10369" actId="1076"/>
          <ac:grpSpMkLst>
            <pc:docMk/>
            <pc:sldMk cId="2754165984" sldId="355"/>
            <ac:grpSpMk id="42" creationId="{F7381462-623D-1E22-B4C6-1B43A3309E39}"/>
          </ac:grpSpMkLst>
        </pc:grpChg>
        <pc:grpChg chg="mod">
          <ac:chgData name="昕 许" userId="a2975fcd840abfc3" providerId="LiveId" clId="{49CCD4F9-177C-4270-9A14-60236FF377E8}" dt="2026-04-23T04:36:48.016" v="10369" actId="1076"/>
          <ac:grpSpMkLst>
            <pc:docMk/>
            <pc:sldMk cId="2754165984" sldId="355"/>
            <ac:grpSpMk id="45" creationId="{F9DFFC64-1E4C-6AEC-3C2D-6F97BD3ED415}"/>
          </ac:grpSpMkLst>
        </pc:grpChg>
        <pc:grpChg chg="mod">
          <ac:chgData name="昕 许" userId="a2975fcd840abfc3" providerId="LiveId" clId="{49CCD4F9-177C-4270-9A14-60236FF377E8}" dt="2026-04-23T04:36:48.016" v="10369" actId="1076"/>
          <ac:grpSpMkLst>
            <pc:docMk/>
            <pc:sldMk cId="2754165984" sldId="355"/>
            <ac:grpSpMk id="48" creationId="{C9148A6D-2A20-3FAA-70D2-EBE38BFB27B2}"/>
          </ac:grpSpMkLst>
        </pc:grpChg>
        <pc:grpChg chg="mod">
          <ac:chgData name="昕 许" userId="a2975fcd840abfc3" providerId="LiveId" clId="{49CCD4F9-177C-4270-9A14-60236FF377E8}" dt="2026-04-23T04:36:48.016" v="10369" actId="1076"/>
          <ac:grpSpMkLst>
            <pc:docMk/>
            <pc:sldMk cId="2754165984" sldId="355"/>
            <ac:grpSpMk id="51" creationId="{DCAB6FF8-8D2F-A2EB-54C4-9C0D1E036189}"/>
          </ac:grpSpMkLst>
        </pc:grpChg>
        <pc:cxnChg chg="mod">
          <ac:chgData name="昕 许" userId="a2975fcd840abfc3" providerId="LiveId" clId="{49CCD4F9-177C-4270-9A14-60236FF377E8}" dt="2026-04-23T04:36:48.016" v="10369" actId="1076"/>
          <ac:cxnSpMkLst>
            <pc:docMk/>
            <pc:sldMk cId="2754165984" sldId="355"/>
            <ac:cxnSpMk id="37" creationId="{4E61A2E7-3B4E-7F19-6826-9C31F5231432}"/>
          </ac:cxnSpMkLst>
        </pc:cxnChg>
        <pc:cxnChg chg="mod">
          <ac:chgData name="昕 许" userId="a2975fcd840abfc3" providerId="LiveId" clId="{49CCD4F9-177C-4270-9A14-60236FF377E8}" dt="2026-04-23T04:36:48.016" v="10369" actId="1076"/>
          <ac:cxnSpMkLst>
            <pc:docMk/>
            <pc:sldMk cId="2754165984" sldId="355"/>
            <ac:cxnSpMk id="38" creationId="{6F92C857-96E0-F1DB-C818-7685AD60DA77}"/>
          </ac:cxnSpMkLst>
        </pc:cxnChg>
        <pc:cxnChg chg="mod">
          <ac:chgData name="昕 许" userId="a2975fcd840abfc3" providerId="LiveId" clId="{49CCD4F9-177C-4270-9A14-60236FF377E8}" dt="2026-04-23T04:36:48.016" v="10369" actId="1076"/>
          <ac:cxnSpMkLst>
            <pc:docMk/>
            <pc:sldMk cId="2754165984" sldId="355"/>
            <ac:cxnSpMk id="43" creationId="{B85E1957-B838-6037-AD59-5A4BA1AF66F5}"/>
          </ac:cxnSpMkLst>
        </pc:cxnChg>
        <pc:cxnChg chg="mod">
          <ac:chgData name="昕 许" userId="a2975fcd840abfc3" providerId="LiveId" clId="{49CCD4F9-177C-4270-9A14-60236FF377E8}" dt="2026-04-23T04:36:48.016" v="10369" actId="1076"/>
          <ac:cxnSpMkLst>
            <pc:docMk/>
            <pc:sldMk cId="2754165984" sldId="355"/>
            <ac:cxnSpMk id="49" creationId="{991EABE1-F120-B004-3DF5-E3A7269F2068}"/>
          </ac:cxnSpMkLst>
        </pc:cxnChg>
      </pc:sldChg>
      <pc:sldChg chg="delSp modSp add mod">
        <pc:chgData name="昕 许" userId="a2975fcd840abfc3" providerId="LiveId" clId="{49CCD4F9-177C-4270-9A14-60236FF377E8}" dt="2026-04-23T04:39:38.653" v="10386" actId="208"/>
        <pc:sldMkLst>
          <pc:docMk/>
          <pc:sldMk cId="577621370" sldId="356"/>
        </pc:sldMkLst>
        <pc:spChg chg="mod">
          <ac:chgData name="昕 许" userId="a2975fcd840abfc3" providerId="LiveId" clId="{49CCD4F9-177C-4270-9A14-60236FF377E8}" dt="2026-04-23T04:39:38.653" v="10386" actId="208"/>
          <ac:spMkLst>
            <pc:docMk/>
            <pc:sldMk cId="577621370" sldId="356"/>
            <ac:spMk id="32" creationId="{FF4B5964-BCBF-918A-5AF5-152D4F08DA34}"/>
          </ac:spMkLst>
        </pc:spChg>
      </pc:sldChg>
      <pc:sldChg chg="add">
        <pc:chgData name="昕 许" userId="a2975fcd840abfc3" providerId="LiveId" clId="{49CCD4F9-177C-4270-9A14-60236FF377E8}" dt="2026-04-23T04:41:23.851" v="10432"/>
        <pc:sldMkLst>
          <pc:docMk/>
          <pc:sldMk cId="1866751662" sldId="3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92A3A-C0EA-420D-BB24-ADEE9CF4E572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5.png"/><Relationship Id="rId7" Type="http://schemas.openxmlformats.org/officeDocument/2006/relationships/image" Target="../media/image3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5.png"/><Relationship Id="rId7" Type="http://schemas.openxmlformats.org/officeDocument/2006/relationships/image" Target="../media/image3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25.png"/><Relationship Id="rId7" Type="http://schemas.openxmlformats.org/officeDocument/2006/relationships/image" Target="../media/image4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25.png"/><Relationship Id="rId7" Type="http://schemas.openxmlformats.org/officeDocument/2006/relationships/image" Target="../media/image4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25.png"/><Relationship Id="rId7" Type="http://schemas.openxmlformats.org/officeDocument/2006/relationships/image" Target="../media/image4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25.png"/><Relationship Id="rId7" Type="http://schemas.openxmlformats.org/officeDocument/2006/relationships/image" Target="../media/image4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25.png"/><Relationship Id="rId7" Type="http://schemas.openxmlformats.org/officeDocument/2006/relationships/image" Target="../media/image4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25.png"/><Relationship Id="rId7" Type="http://schemas.openxmlformats.org/officeDocument/2006/relationships/image" Target="../media/image4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5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52.png"/><Relationship Id="rId5" Type="http://schemas.openxmlformats.org/officeDocument/2006/relationships/image" Target="../media/image12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5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53.png"/><Relationship Id="rId5" Type="http://schemas.openxmlformats.org/officeDocument/2006/relationships/image" Target="../media/image12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5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54.png"/><Relationship Id="rId5" Type="http://schemas.openxmlformats.org/officeDocument/2006/relationships/image" Target="../media/image12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5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55.png"/><Relationship Id="rId5" Type="http://schemas.openxmlformats.org/officeDocument/2006/relationships/image" Target="../media/image12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5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7.png"/><Relationship Id="rId5" Type="http://schemas.openxmlformats.org/officeDocument/2006/relationships/image" Target="../media/image12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5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7.png"/><Relationship Id="rId5" Type="http://schemas.openxmlformats.org/officeDocument/2006/relationships/image" Target="../media/image12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56.png"/><Relationship Id="rId5" Type="http://schemas.openxmlformats.org/officeDocument/2006/relationships/image" Target="../media/image12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56.png"/><Relationship Id="rId5" Type="http://schemas.openxmlformats.org/officeDocument/2006/relationships/image" Target="../media/image12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8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5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56.png"/><Relationship Id="rId5" Type="http://schemas.openxmlformats.org/officeDocument/2006/relationships/image" Target="../media/image12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8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5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59.png"/><Relationship Id="rId5" Type="http://schemas.openxmlformats.org/officeDocument/2006/relationships/image" Target="../media/image12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8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5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59.png"/><Relationship Id="rId5" Type="http://schemas.openxmlformats.org/officeDocument/2006/relationships/image" Target="../media/image12.png"/><Relationship Id="rId15" Type="http://schemas.openxmlformats.org/officeDocument/2006/relationships/image" Target="../media/image17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2" Type="http://schemas.openxmlformats.org/officeDocument/2006/relationships/image" Target="../media/image9.png"/><Relationship Id="rId16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59.png"/><Relationship Id="rId5" Type="http://schemas.openxmlformats.org/officeDocument/2006/relationships/image" Target="../media/image12.png"/><Relationship Id="rId15" Type="http://schemas.openxmlformats.org/officeDocument/2006/relationships/image" Target="../media/image60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5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2" Type="http://schemas.openxmlformats.org/officeDocument/2006/relationships/image" Target="../media/image9.png"/><Relationship Id="rId16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59.png"/><Relationship Id="rId5" Type="http://schemas.openxmlformats.org/officeDocument/2006/relationships/image" Target="../media/image12.png"/><Relationship Id="rId15" Type="http://schemas.openxmlformats.org/officeDocument/2006/relationships/image" Target="../media/image60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62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2" Type="http://schemas.openxmlformats.org/officeDocument/2006/relationships/image" Target="../media/image9.png"/><Relationship Id="rId16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59.png"/><Relationship Id="rId5" Type="http://schemas.openxmlformats.org/officeDocument/2006/relationships/image" Target="../media/image12.png"/><Relationship Id="rId15" Type="http://schemas.openxmlformats.org/officeDocument/2006/relationships/image" Target="../media/image63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62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2" Type="http://schemas.openxmlformats.org/officeDocument/2006/relationships/image" Target="../media/image9.png"/><Relationship Id="rId16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64.png"/><Relationship Id="rId5" Type="http://schemas.openxmlformats.org/officeDocument/2006/relationships/image" Target="../media/image12.png"/><Relationship Id="rId15" Type="http://schemas.openxmlformats.org/officeDocument/2006/relationships/image" Target="../media/image63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62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2" Type="http://schemas.openxmlformats.org/officeDocument/2006/relationships/image" Target="../media/image9.png"/><Relationship Id="rId16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65.png"/><Relationship Id="rId5" Type="http://schemas.openxmlformats.org/officeDocument/2006/relationships/image" Target="../media/image12.png"/><Relationship Id="rId15" Type="http://schemas.openxmlformats.org/officeDocument/2006/relationships/image" Target="../media/image63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62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57.png"/><Relationship Id="rId2" Type="http://schemas.openxmlformats.org/officeDocument/2006/relationships/image" Target="../media/image9.png"/><Relationship Id="rId16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65.png"/><Relationship Id="rId5" Type="http://schemas.openxmlformats.org/officeDocument/2006/relationships/image" Target="../media/image12.png"/><Relationship Id="rId15" Type="http://schemas.openxmlformats.org/officeDocument/2006/relationships/image" Target="../media/image63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0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6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57.png"/><Relationship Id="rId2" Type="http://schemas.openxmlformats.org/officeDocument/2006/relationships/image" Target="../media/image9.png"/><Relationship Id="rId16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65.png"/><Relationship Id="rId5" Type="http://schemas.openxmlformats.org/officeDocument/2006/relationships/image" Target="../media/image12.png"/><Relationship Id="rId15" Type="http://schemas.openxmlformats.org/officeDocument/2006/relationships/image" Target="../media/image66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3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69.png"/><Relationship Id="rId2" Type="http://schemas.openxmlformats.org/officeDocument/2006/relationships/image" Target="../media/image9.png"/><Relationship Id="rId16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65.png"/><Relationship Id="rId5" Type="http://schemas.openxmlformats.org/officeDocument/2006/relationships/image" Target="../media/image12.png"/><Relationship Id="rId15" Type="http://schemas.openxmlformats.org/officeDocument/2006/relationships/image" Target="../media/image68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0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60.png"/><Relationship Id="rId2" Type="http://schemas.openxmlformats.org/officeDocument/2006/relationships/image" Target="../media/image9.png"/><Relationship Id="rId16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65.png"/><Relationship Id="rId5" Type="http://schemas.openxmlformats.org/officeDocument/2006/relationships/image" Target="../media/image12.png"/><Relationship Id="rId15" Type="http://schemas.openxmlformats.org/officeDocument/2006/relationships/image" Target="../media/image66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8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60.png"/><Relationship Id="rId2" Type="http://schemas.openxmlformats.org/officeDocument/2006/relationships/image" Target="../media/image9.png"/><Relationship Id="rId16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70.png"/><Relationship Id="rId5" Type="http://schemas.openxmlformats.org/officeDocument/2006/relationships/image" Target="../media/image12.png"/><Relationship Id="rId15" Type="http://schemas.openxmlformats.org/officeDocument/2006/relationships/image" Target="../media/image66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8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60.png"/><Relationship Id="rId2" Type="http://schemas.openxmlformats.org/officeDocument/2006/relationships/image" Target="../media/image9.png"/><Relationship Id="rId16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71.png"/><Relationship Id="rId5" Type="http://schemas.openxmlformats.org/officeDocument/2006/relationships/image" Target="../media/image12.png"/><Relationship Id="rId15" Type="http://schemas.openxmlformats.org/officeDocument/2006/relationships/image" Target="../media/image66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8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18" Type="http://schemas.openxmlformats.org/officeDocument/2006/relationships/image" Target="../media/image6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48.png"/><Relationship Id="rId2" Type="http://schemas.openxmlformats.org/officeDocument/2006/relationships/image" Target="../media/image9.png"/><Relationship Id="rId16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71.png"/><Relationship Id="rId5" Type="http://schemas.openxmlformats.org/officeDocument/2006/relationships/image" Target="../media/image12.png"/><Relationship Id="rId15" Type="http://schemas.openxmlformats.org/officeDocument/2006/relationships/image" Target="../media/image66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8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18" Type="http://schemas.openxmlformats.org/officeDocument/2006/relationships/image" Target="../media/image6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72.png"/><Relationship Id="rId2" Type="http://schemas.openxmlformats.org/officeDocument/2006/relationships/image" Target="../media/image9.png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71.png"/><Relationship Id="rId5" Type="http://schemas.openxmlformats.org/officeDocument/2006/relationships/image" Target="../media/image12.png"/><Relationship Id="rId15" Type="http://schemas.openxmlformats.org/officeDocument/2006/relationships/image" Target="../media/image69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6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18" Type="http://schemas.openxmlformats.org/officeDocument/2006/relationships/image" Target="../media/image74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48.png"/><Relationship Id="rId2" Type="http://schemas.openxmlformats.org/officeDocument/2006/relationships/image" Target="../media/image9.png"/><Relationship Id="rId16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71.png"/><Relationship Id="rId5" Type="http://schemas.openxmlformats.org/officeDocument/2006/relationships/image" Target="../media/image12.png"/><Relationship Id="rId15" Type="http://schemas.openxmlformats.org/officeDocument/2006/relationships/image" Target="../media/image66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0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18" Type="http://schemas.openxmlformats.org/officeDocument/2006/relationships/image" Target="../media/image66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74.png"/><Relationship Id="rId2" Type="http://schemas.openxmlformats.org/officeDocument/2006/relationships/image" Target="../media/image9.png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71.png"/><Relationship Id="rId5" Type="http://schemas.openxmlformats.org/officeDocument/2006/relationships/image" Target="../media/image12.png"/><Relationship Id="rId15" Type="http://schemas.openxmlformats.org/officeDocument/2006/relationships/image" Target="../media/image73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0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18" Type="http://schemas.openxmlformats.org/officeDocument/2006/relationships/image" Target="../media/image66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74.png"/><Relationship Id="rId2" Type="http://schemas.openxmlformats.org/officeDocument/2006/relationships/image" Target="../media/image9.png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75.png"/><Relationship Id="rId5" Type="http://schemas.openxmlformats.org/officeDocument/2006/relationships/image" Target="../media/image12.png"/><Relationship Id="rId15" Type="http://schemas.openxmlformats.org/officeDocument/2006/relationships/image" Target="../media/image73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0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18" Type="http://schemas.openxmlformats.org/officeDocument/2006/relationships/image" Target="../media/image76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74.png"/><Relationship Id="rId2" Type="http://schemas.openxmlformats.org/officeDocument/2006/relationships/image" Target="../media/image9.png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75.png"/><Relationship Id="rId5" Type="http://schemas.openxmlformats.org/officeDocument/2006/relationships/image" Target="../media/image12.png"/><Relationship Id="rId15" Type="http://schemas.openxmlformats.org/officeDocument/2006/relationships/image" Target="../media/image73.png"/><Relationship Id="rId10" Type="http://schemas.openxmlformats.org/officeDocument/2006/relationships/image" Target="../media/image51.png"/><Relationship Id="rId19" Type="http://schemas.openxmlformats.org/officeDocument/2006/relationships/image" Target="../media/image66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0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18" Type="http://schemas.openxmlformats.org/officeDocument/2006/relationships/image" Target="../media/image77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76.png"/><Relationship Id="rId2" Type="http://schemas.openxmlformats.org/officeDocument/2006/relationships/image" Target="../media/image9.png"/><Relationship Id="rId16" Type="http://schemas.openxmlformats.org/officeDocument/2006/relationships/image" Target="../media/image7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75.png"/><Relationship Id="rId5" Type="http://schemas.openxmlformats.org/officeDocument/2006/relationships/image" Target="../media/image12.png"/><Relationship Id="rId15" Type="http://schemas.openxmlformats.org/officeDocument/2006/relationships/image" Target="../media/image48.png"/><Relationship Id="rId10" Type="http://schemas.openxmlformats.org/officeDocument/2006/relationships/image" Target="../media/image51.png"/><Relationship Id="rId19" Type="http://schemas.openxmlformats.org/officeDocument/2006/relationships/image" Target="../media/image66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0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18" Type="http://schemas.openxmlformats.org/officeDocument/2006/relationships/image" Target="../media/image79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76.png"/><Relationship Id="rId2" Type="http://schemas.openxmlformats.org/officeDocument/2006/relationships/image" Target="../media/image9.png"/><Relationship Id="rId16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75.png"/><Relationship Id="rId5" Type="http://schemas.openxmlformats.org/officeDocument/2006/relationships/image" Target="../media/image12.png"/><Relationship Id="rId15" Type="http://schemas.openxmlformats.org/officeDocument/2006/relationships/image" Target="../media/image48.png"/><Relationship Id="rId10" Type="http://schemas.openxmlformats.org/officeDocument/2006/relationships/image" Target="../media/image51.png"/><Relationship Id="rId19" Type="http://schemas.openxmlformats.org/officeDocument/2006/relationships/image" Target="../media/image66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0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18" Type="http://schemas.openxmlformats.org/officeDocument/2006/relationships/image" Target="../media/image76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78.png"/><Relationship Id="rId2" Type="http://schemas.openxmlformats.org/officeDocument/2006/relationships/image" Target="../media/image9.png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80.png"/><Relationship Id="rId5" Type="http://schemas.openxmlformats.org/officeDocument/2006/relationships/image" Target="../media/image12.png"/><Relationship Id="rId15" Type="http://schemas.openxmlformats.org/officeDocument/2006/relationships/image" Target="../media/image66.png"/><Relationship Id="rId10" Type="http://schemas.openxmlformats.org/officeDocument/2006/relationships/image" Target="../media/image51.png"/><Relationship Id="rId19" Type="http://schemas.openxmlformats.org/officeDocument/2006/relationships/image" Target="../media/image79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0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7.png"/><Relationship Id="rId18" Type="http://schemas.openxmlformats.org/officeDocument/2006/relationships/image" Target="../media/image76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78.png"/><Relationship Id="rId2" Type="http://schemas.openxmlformats.org/officeDocument/2006/relationships/image" Target="../media/image9.png"/><Relationship Id="rId16" Type="http://schemas.openxmlformats.org/officeDocument/2006/relationships/image" Target="../media/image48.png"/><Relationship Id="rId20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80.png"/><Relationship Id="rId5" Type="http://schemas.openxmlformats.org/officeDocument/2006/relationships/image" Target="../media/image12.png"/><Relationship Id="rId15" Type="http://schemas.openxmlformats.org/officeDocument/2006/relationships/image" Target="../media/image66.png"/><Relationship Id="rId10" Type="http://schemas.openxmlformats.org/officeDocument/2006/relationships/image" Target="../media/image51.png"/><Relationship Id="rId19" Type="http://schemas.openxmlformats.org/officeDocument/2006/relationships/image" Target="../media/image79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6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06F32-FCC9-D54C-1AFA-7C9D419D1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ADC6EE60-7C02-C221-5630-CF617C5A91BA}"/>
              </a:ext>
            </a:extLst>
          </p:cNvPr>
          <p:cNvGrpSpPr/>
          <p:nvPr/>
        </p:nvGrpSpPr>
        <p:grpSpPr>
          <a:xfrm>
            <a:off x="7128930" y="2027799"/>
            <a:ext cx="526432" cy="653993"/>
            <a:chOff x="8260822" y="2811298"/>
            <a:chExt cx="352425" cy="43782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8B673344-D5B2-8027-0249-6DF7BF96C5EC}"/>
                </a:ext>
              </a:extLst>
            </p:cNvPr>
            <p:cNvSpPr/>
            <p:nvPr/>
          </p:nvSpPr>
          <p:spPr>
            <a:xfrm>
              <a:off x="8260822" y="2811298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E49E85A1-2F96-794B-ACBA-8AA0DF2BF050}"/>
                    </a:ext>
                  </a:extLst>
                </p:cNvPr>
                <p:cNvSpPr txBox="1"/>
                <p:nvPr/>
              </p:nvSpPr>
              <p:spPr>
                <a:xfrm>
                  <a:off x="8277023" y="2849010"/>
                  <a:ext cx="3200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E49E85A1-2F96-794B-ACBA-8AA0DF2BF0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7023" y="2849010"/>
                  <a:ext cx="320022" cy="40011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A07AF023-F658-B31F-69F6-B8E40CFC698C}"/>
              </a:ext>
            </a:extLst>
          </p:cNvPr>
          <p:cNvGrpSpPr/>
          <p:nvPr/>
        </p:nvGrpSpPr>
        <p:grpSpPr>
          <a:xfrm>
            <a:off x="6716872" y="2740689"/>
            <a:ext cx="526432" cy="653993"/>
            <a:chOff x="5594350" y="1358371"/>
            <a:chExt cx="352425" cy="437822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A3769E2C-1F7D-F60E-2D84-CC25E7CED9F4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98EA71AF-C29C-51D9-A504-E52B35FE2E19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98EA71AF-C29C-51D9-A504-E52B35FE2E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4AE86BB3-5BBF-C4FE-2066-56CF0633D77E}"/>
              </a:ext>
            </a:extLst>
          </p:cNvPr>
          <p:cNvGrpSpPr/>
          <p:nvPr/>
        </p:nvGrpSpPr>
        <p:grpSpPr>
          <a:xfrm>
            <a:off x="7671784" y="2813193"/>
            <a:ext cx="526432" cy="653993"/>
            <a:chOff x="8580844" y="2091631"/>
            <a:chExt cx="352425" cy="437822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02A3CB66-D81E-1219-5232-C1F02A1C29FD}"/>
                </a:ext>
              </a:extLst>
            </p:cNvPr>
            <p:cNvSpPr/>
            <p:nvPr/>
          </p:nvSpPr>
          <p:spPr>
            <a:xfrm>
              <a:off x="8580844" y="209163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7CE18A94-C184-8114-BD35-B3644F8E7E43}"/>
                    </a:ext>
                  </a:extLst>
                </p:cNvPr>
                <p:cNvSpPr txBox="1"/>
                <p:nvPr/>
              </p:nvSpPr>
              <p:spPr>
                <a:xfrm>
                  <a:off x="8597045" y="2129343"/>
                  <a:ext cx="3200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7CE18A94-C184-8114-BD35-B3644F8E7E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7045" y="2129343"/>
                  <a:ext cx="320022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3FD34963-FEEE-94D9-F200-2DB08F75F400}"/>
              </a:ext>
            </a:extLst>
          </p:cNvPr>
          <p:cNvCxnSpPr>
            <a:cxnSpLocks/>
            <a:stCxn id="6" idx="4"/>
            <a:endCxn id="9" idx="0"/>
          </p:cNvCxnSpPr>
          <p:nvPr/>
        </p:nvCxnSpPr>
        <p:spPr>
          <a:xfrm>
            <a:off x="7392146" y="2554231"/>
            <a:ext cx="542854" cy="2589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29507DE-6D20-F0B7-D1E6-58638CA2A045}"/>
              </a:ext>
            </a:extLst>
          </p:cNvPr>
          <p:cNvCxnSpPr>
            <a:cxnSpLocks/>
            <a:stCxn id="11" idx="0"/>
            <a:endCxn id="6" idx="4"/>
          </p:cNvCxnSpPr>
          <p:nvPr/>
        </p:nvCxnSpPr>
        <p:spPr>
          <a:xfrm flipV="1">
            <a:off x="6980088" y="2554231"/>
            <a:ext cx="412058" cy="18645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933ACFEE-6D35-8397-479A-93958C83B905}"/>
              </a:ext>
            </a:extLst>
          </p:cNvPr>
          <p:cNvCxnSpPr>
            <a:cxnSpLocks/>
            <a:stCxn id="9" idx="4"/>
            <a:endCxn id="39" idx="0"/>
          </p:cNvCxnSpPr>
          <p:nvPr/>
        </p:nvCxnSpPr>
        <p:spPr>
          <a:xfrm>
            <a:off x="7935000" y="3339625"/>
            <a:ext cx="272684" cy="827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983467DC-CC8A-AE26-F040-45B468954A42}"/>
              </a:ext>
            </a:extLst>
          </p:cNvPr>
          <p:cNvGrpSpPr/>
          <p:nvPr/>
        </p:nvGrpSpPr>
        <p:grpSpPr>
          <a:xfrm>
            <a:off x="7944468" y="3422374"/>
            <a:ext cx="526432" cy="653993"/>
            <a:chOff x="8580844" y="2091631"/>
            <a:chExt cx="352425" cy="437822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27D88B66-3E7E-E671-1BD9-E8B5BA417243}"/>
                </a:ext>
              </a:extLst>
            </p:cNvPr>
            <p:cNvSpPr/>
            <p:nvPr/>
          </p:nvSpPr>
          <p:spPr>
            <a:xfrm>
              <a:off x="8580844" y="209163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AA4AB440-300D-8DDD-03F3-80F883257AEE}"/>
                    </a:ext>
                  </a:extLst>
                </p:cNvPr>
                <p:cNvSpPr txBox="1"/>
                <p:nvPr/>
              </p:nvSpPr>
              <p:spPr>
                <a:xfrm>
                  <a:off x="8597045" y="2129343"/>
                  <a:ext cx="3200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AA4AB440-300D-8DDD-03F3-80F883257A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7045" y="2129343"/>
                  <a:ext cx="320022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CFF9AFF5-490D-41B7-FD09-19D9690DE03C}"/>
              </a:ext>
            </a:extLst>
          </p:cNvPr>
          <p:cNvGrpSpPr/>
          <p:nvPr/>
        </p:nvGrpSpPr>
        <p:grpSpPr>
          <a:xfrm>
            <a:off x="6893084" y="3460086"/>
            <a:ext cx="526432" cy="526432"/>
            <a:chOff x="8580844" y="2091631"/>
            <a:chExt cx="352425" cy="352425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BB063973-2474-4C32-252F-E8EA8B2EB727}"/>
                </a:ext>
              </a:extLst>
            </p:cNvPr>
            <p:cNvSpPr/>
            <p:nvPr/>
          </p:nvSpPr>
          <p:spPr>
            <a:xfrm>
              <a:off x="8580844" y="209163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808CA5E2-FD08-FDF1-8A31-3B825FF57D5F}"/>
                    </a:ext>
                  </a:extLst>
                </p:cNvPr>
                <p:cNvSpPr txBox="1"/>
                <p:nvPr/>
              </p:nvSpPr>
              <p:spPr>
                <a:xfrm>
                  <a:off x="8639089" y="2127659"/>
                  <a:ext cx="218257" cy="26785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808CA5E2-FD08-FDF1-8A31-3B825FF57D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9089" y="2127659"/>
                  <a:ext cx="218257" cy="26785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110FB7BE-9B66-B372-FBEF-050A6FA00198}"/>
              </a:ext>
            </a:extLst>
          </p:cNvPr>
          <p:cNvCxnSpPr>
            <a:cxnSpLocks/>
            <a:stCxn id="11" idx="4"/>
            <a:endCxn id="44" idx="0"/>
          </p:cNvCxnSpPr>
          <p:nvPr/>
        </p:nvCxnSpPr>
        <p:spPr>
          <a:xfrm>
            <a:off x="6980088" y="3267121"/>
            <a:ext cx="176212" cy="19296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3EBDCAC9-91A4-A730-9828-4DEC47811E40}"/>
              </a:ext>
            </a:extLst>
          </p:cNvPr>
          <p:cNvGrpSpPr/>
          <p:nvPr/>
        </p:nvGrpSpPr>
        <p:grpSpPr>
          <a:xfrm>
            <a:off x="6465115" y="4177636"/>
            <a:ext cx="526432" cy="653993"/>
            <a:chOff x="8580844" y="2091631"/>
            <a:chExt cx="352425" cy="437822"/>
          </a:xfrm>
        </p:grpSpPr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05BA8397-7424-F7BA-B75D-0985803E6357}"/>
                </a:ext>
              </a:extLst>
            </p:cNvPr>
            <p:cNvSpPr/>
            <p:nvPr/>
          </p:nvSpPr>
          <p:spPr>
            <a:xfrm>
              <a:off x="8580844" y="209163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51574C3D-DB61-0762-8532-DCDDEF7F6E0A}"/>
                    </a:ext>
                  </a:extLst>
                </p:cNvPr>
                <p:cNvSpPr txBox="1"/>
                <p:nvPr/>
              </p:nvSpPr>
              <p:spPr>
                <a:xfrm>
                  <a:off x="8597045" y="2129343"/>
                  <a:ext cx="3200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51574C3D-DB61-0762-8532-DCDDEF7F6E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7045" y="2129343"/>
                  <a:ext cx="320022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BBBB4F17-FFB9-EB9F-76FA-6FE169E938C7}"/>
              </a:ext>
            </a:extLst>
          </p:cNvPr>
          <p:cNvCxnSpPr>
            <a:cxnSpLocks/>
            <a:stCxn id="44" idx="4"/>
            <a:endCxn id="55" idx="7"/>
          </p:cNvCxnSpPr>
          <p:nvPr/>
        </p:nvCxnSpPr>
        <p:spPr>
          <a:xfrm flipH="1">
            <a:off x="6914453" y="3986518"/>
            <a:ext cx="241847" cy="26821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5202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DBE93-265C-BC60-0042-13475EF3F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59875B90-0BB6-26D2-756E-A63697003B77}"/>
                  </a:ext>
                </a:extLst>
              </p:cNvPr>
              <p:cNvSpPr txBox="1"/>
              <p:nvPr/>
            </p:nvSpPr>
            <p:spPr>
              <a:xfrm>
                <a:off x="8075807" y="2892973"/>
                <a:ext cx="162222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[1,2,3,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𝑛𝑢𝑙𝑙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,4,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𝑛𝑢𝑙𝑙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,5,6]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59875B90-0BB6-26D2-756E-A63697003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5807" y="2892973"/>
                <a:ext cx="1622226" cy="400110"/>
              </a:xfrm>
              <a:prstGeom prst="rect">
                <a:avLst/>
              </a:prstGeom>
              <a:blipFill>
                <a:blip r:embed="rId2"/>
                <a:stretch>
                  <a:fillRect l="-1880" r="-66541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96448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72E92-3B19-898C-4A8A-D90E26FDA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E3D0AE51-798D-D713-44B5-69AF6EA33C41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CF04F4DF-D262-1638-19BA-EFB87F99175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7DB75B09-2E4B-8E74-A674-81E48FBFE65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7DB75B09-2E4B-8E74-A674-81E48FBFE6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2D025702-BFD6-C23E-79C1-F0B1D89D06F5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D2CD5F8-86DD-A8A5-055B-304839A3FED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AA09BCA3-B993-CDEC-4A18-F789AE8A142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AA09BCA3-B993-CDEC-4A18-F789AE8A14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9E2246FB-5A36-FB5A-1D14-AFB9C8E9E1A7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81F3EFE4-2136-FF6B-AF81-BB0C79BBDF9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8377A0CD-0930-67D7-0B62-2577DC7A8AE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8377A0CD-0930-67D7-0B62-2577DC7A8A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11DA214-1BD0-8AAC-3A0A-7D9E50411707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5EE3CB2-7FDC-FCE3-5B46-B686F2FC37F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73A37AEA-93E4-8AEB-53AB-FCB994ACA50F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73A37AEA-93E4-8AEB-53AB-FCB994ACA5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DCB0AD3-CE2D-FFBF-D9D1-D7ACDC96A8B1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839A5965-B17F-DB16-DA13-16DA35FF82E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D7036795-3CF6-F5C5-E7C1-A2BCA84504D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D7036795-3CF6-F5C5-E7C1-A2BCA84504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F87F30CB-87FE-129D-E3C1-3C319B6D10D1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1FA37970-FD9D-1BF9-59C1-20D553CCDE7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21A7C79C-BF28-9B0E-9CFB-FA1C22DCAE87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21A7C79C-BF28-9B0E-9CFB-FA1C22DCAE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F992541-2AD9-F166-C0A5-5E273000F0C9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C573AEA-EB4B-8F2B-6651-62CCDFC05CE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F401D2F-6D13-9E94-C32D-7939476A962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F401D2F-6D13-9E94-C32D-7939476A96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585A1D33-4042-3152-7D48-68208A1E843B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FEA8FA33-0408-B012-C984-7C8FC7703B6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B7EA7CB5-0DAA-29CE-C44D-285FE238EF8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B7EA7CB5-0DAA-29CE-C44D-285FE238EF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FE57A6D4-2FE9-3E96-2DA5-CA54FAE5F521}"/>
              </a:ext>
            </a:extLst>
          </p:cNvPr>
          <p:cNvCxnSpPr/>
          <p:nvPr/>
        </p:nvCxnSpPr>
        <p:spPr>
          <a:xfrm>
            <a:off x="6642100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63621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8F846-C4CF-6154-AA67-C920CBDCA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4CDE6E2A-BEAC-30D2-DF19-C6CDB8D9C362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E31A6ED0-ED91-4941-895B-DD2C4A0C800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33C9CDC6-06EE-451E-44E6-9E34E8F0D1E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33C9CDC6-06EE-451E-44E6-9E34E8F0D1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C6CA0392-09BD-5C6F-411A-516AA3CF2DB7}"/>
              </a:ext>
            </a:extLst>
          </p:cNvPr>
          <p:cNvGrpSpPr/>
          <p:nvPr/>
        </p:nvGrpSpPr>
        <p:grpSpPr>
          <a:xfrm>
            <a:off x="67521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3D8E130-6FAB-B092-5C01-47AE27CC714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AEFFC769-971D-B120-88D2-2F55F134352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AEFFC769-971D-B120-88D2-2F55F13435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2B8BEC20-6751-3914-A6C1-BF7621BC67D1}"/>
              </a:ext>
            </a:extLst>
          </p:cNvPr>
          <p:cNvGrpSpPr/>
          <p:nvPr/>
        </p:nvGrpSpPr>
        <p:grpSpPr>
          <a:xfrm>
            <a:off x="73152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985F610-F7FF-332A-1ACD-B974EEF279F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FA42D548-A6B9-6676-C160-E41F7E9FC34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FA42D548-A6B9-6676-C160-E41F7E9FC3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653E26F-359A-869B-13B9-407F6DF428A3}"/>
              </a:ext>
            </a:extLst>
          </p:cNvPr>
          <p:cNvGrpSpPr/>
          <p:nvPr/>
        </p:nvGrpSpPr>
        <p:grpSpPr>
          <a:xfrm>
            <a:off x="78613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B9A0857-56C2-2C68-4746-914668B165E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CA1DEE47-7C39-0DC2-B434-9837C1CB28F8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CA1DEE47-7C39-0DC2-B434-9837C1CB28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830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E80886D-8771-0C25-AF15-82094C2CE702}"/>
              </a:ext>
            </a:extLst>
          </p:cNvPr>
          <p:cNvGrpSpPr/>
          <p:nvPr/>
        </p:nvGrpSpPr>
        <p:grpSpPr>
          <a:xfrm>
            <a:off x="84412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836AFC9D-329D-B248-6293-AF3166EBD73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33A80AFB-3117-9DE2-64F9-0C5550593E5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33A80AFB-3117-9DE2-64F9-0C5550593E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7F73B8A1-98C6-105F-97AB-9B79A20D3846}"/>
              </a:ext>
            </a:extLst>
          </p:cNvPr>
          <p:cNvGrpSpPr/>
          <p:nvPr/>
        </p:nvGrpSpPr>
        <p:grpSpPr>
          <a:xfrm>
            <a:off x="89662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9CDFF56D-1732-F2AD-FCCE-4DF4F8F2B1C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18E629DF-5852-4495-58AE-E3CD6722FC87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18E629DF-5852-4495-58AE-E3CD6722FC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830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2407BD0D-F881-CC06-1633-A8F07C2EDA6D}"/>
              </a:ext>
            </a:extLst>
          </p:cNvPr>
          <p:cNvGrpSpPr/>
          <p:nvPr/>
        </p:nvGrpSpPr>
        <p:grpSpPr>
          <a:xfrm>
            <a:off x="95673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2AF05FD5-FAAD-B8A3-362F-15AD06627BA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3051D841-6167-0CF8-14D4-370029A5DB3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3051D841-6167-0CF8-14D4-370029A5DB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3408E03C-B00F-2870-2CE1-8C6F3CE7822F}"/>
              </a:ext>
            </a:extLst>
          </p:cNvPr>
          <p:cNvGrpSpPr/>
          <p:nvPr/>
        </p:nvGrpSpPr>
        <p:grpSpPr>
          <a:xfrm>
            <a:off x="101303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697E68D5-5A62-F40C-3FE6-144223BD080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0A319D59-905E-FF11-CCA6-3A5F64E46A9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0A319D59-905E-FF11-CCA6-3A5F64E46A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40F69AFC-E091-E5AA-E805-57142D7DE5E3}"/>
              </a:ext>
            </a:extLst>
          </p:cNvPr>
          <p:cNvCxnSpPr/>
          <p:nvPr/>
        </p:nvCxnSpPr>
        <p:spPr>
          <a:xfrm>
            <a:off x="6642100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08999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29EBF-618A-5BB4-DD42-0A7EA1F68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A17BF685-927F-E597-B25B-25AC9A1D5858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42AE2D51-4516-B083-0BC3-7E4CBD07484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C14CA0B6-4191-4429-C957-0B07EA2A7FE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C14CA0B6-4191-4429-C957-0B07EA2A7F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2E218975-6AEF-50A7-382F-0A48F27898F9}"/>
              </a:ext>
            </a:extLst>
          </p:cNvPr>
          <p:cNvGrpSpPr/>
          <p:nvPr/>
        </p:nvGrpSpPr>
        <p:grpSpPr>
          <a:xfrm>
            <a:off x="67521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F9A265A-F979-A0B0-BF7B-D920F52A696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9F916A90-71E6-9FF0-DFE0-6FEE226D559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9F916A90-71E6-9FF0-DFE0-6FEE226D55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BA4BD6EA-1CB4-9102-F8C2-A833F7185CB2}"/>
              </a:ext>
            </a:extLst>
          </p:cNvPr>
          <p:cNvGrpSpPr/>
          <p:nvPr/>
        </p:nvGrpSpPr>
        <p:grpSpPr>
          <a:xfrm>
            <a:off x="73152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99424B0-BF81-81BA-F4E8-2EFF81F0381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315FC9CA-F164-23A3-BC9B-7FACDE24F5E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315FC9CA-F164-23A3-BC9B-7FACDE24F5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8BC5697-B759-76F5-3CB0-49E32A80F9C9}"/>
              </a:ext>
            </a:extLst>
          </p:cNvPr>
          <p:cNvGrpSpPr/>
          <p:nvPr/>
        </p:nvGrpSpPr>
        <p:grpSpPr>
          <a:xfrm>
            <a:off x="78613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D169F55-F8A4-0AFA-8404-4956CAACF49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4343C0B9-9AAA-C633-D07D-DB3C4B6D10CC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4343C0B9-9AAA-C633-D07D-DB3C4B6D10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830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2379307F-C42A-BDF7-5934-8C659BF67197}"/>
              </a:ext>
            </a:extLst>
          </p:cNvPr>
          <p:cNvGrpSpPr/>
          <p:nvPr/>
        </p:nvGrpSpPr>
        <p:grpSpPr>
          <a:xfrm>
            <a:off x="84412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8CACAA3-DECF-60E4-9620-5E18F59FB0C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87CFE20C-1ECD-F5FA-F435-42AC3BFE3CF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87CFE20C-1ECD-F5FA-F435-42AC3BFE3C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B00C6E2-94F0-ECA9-85AF-712109465869}"/>
              </a:ext>
            </a:extLst>
          </p:cNvPr>
          <p:cNvGrpSpPr/>
          <p:nvPr/>
        </p:nvGrpSpPr>
        <p:grpSpPr>
          <a:xfrm>
            <a:off x="89662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26293C90-1058-27F3-8803-CF9B628C848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3667064E-5566-E80D-ED0B-658A79EA65DB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3667064E-5566-E80D-ED0B-658A79EA65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830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70713F7D-E3C2-ADDD-84EC-929C5D1E38F0}"/>
              </a:ext>
            </a:extLst>
          </p:cNvPr>
          <p:cNvGrpSpPr/>
          <p:nvPr/>
        </p:nvGrpSpPr>
        <p:grpSpPr>
          <a:xfrm>
            <a:off x="95673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D7732CDA-778A-DB34-B0AD-222A8C254E4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C403B706-7EF8-ADD6-0D2F-3B9AC9AB51D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C403B706-7EF8-ADD6-0D2F-3B9AC9AB51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FD4C3EAB-2701-FE62-5F9C-DAA83E3FD674}"/>
              </a:ext>
            </a:extLst>
          </p:cNvPr>
          <p:cNvGrpSpPr/>
          <p:nvPr/>
        </p:nvGrpSpPr>
        <p:grpSpPr>
          <a:xfrm>
            <a:off x="101303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F2D9882E-62ED-8844-CB75-9938128CDCB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6AE84DB8-2A7F-9ED4-7F38-ACE4BBB73B7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6AE84DB8-2A7F-9ED4-7F38-ACE4BBB73B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506D918-4BDF-0685-E18E-18F8B9C7DC16}"/>
              </a:ext>
            </a:extLst>
          </p:cNvPr>
          <p:cNvCxnSpPr/>
          <p:nvPr/>
        </p:nvCxnSpPr>
        <p:spPr>
          <a:xfrm>
            <a:off x="6642100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89F585A4-90DE-B440-12BE-1DF171A53E42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87CAE3D5-44E9-85EF-6DBE-E61B92E707A4}"/>
              </a:ext>
            </a:extLst>
          </p:cNvPr>
          <p:cNvCxnSpPr>
            <a:cxnSpLocks/>
            <a:endCxn id="2" idx="2"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79357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5A04E-46E8-1FF7-4ECB-8819B46C3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F11A4F9A-F5EA-1366-3784-05F2DFE2C777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F678860D-F9DF-AB37-B0EB-DA382D972DC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8C184685-2B57-54FA-D7EC-1B631D2BF67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8C184685-2B57-54FA-D7EC-1B631D2BF6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D6D25B96-2E98-4C77-E949-4DF7EDCC5F5E}"/>
              </a:ext>
            </a:extLst>
          </p:cNvPr>
          <p:cNvGrpSpPr/>
          <p:nvPr/>
        </p:nvGrpSpPr>
        <p:grpSpPr>
          <a:xfrm>
            <a:off x="2056722" y="2125229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955A861-3559-B9F7-B89C-3EBAF5DCBC7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52663E0E-D85A-00CB-63E4-9DC5124F6E1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52663E0E-D85A-00CB-63E4-9DC5124F6E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AEA1F9A7-EAB4-8C69-BB7D-0E1840A8A19D}"/>
              </a:ext>
            </a:extLst>
          </p:cNvPr>
          <p:cNvGrpSpPr/>
          <p:nvPr/>
        </p:nvGrpSpPr>
        <p:grpSpPr>
          <a:xfrm>
            <a:off x="6714068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40A3ABD-43F4-8296-16D1-8D28A913DE7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AF8127DF-92F2-2400-3D43-47CE2201749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AF8127DF-92F2-2400-3D43-47CE220174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529D68C-27B2-E9AB-94D0-3B8112EED892}"/>
              </a:ext>
            </a:extLst>
          </p:cNvPr>
          <p:cNvGrpSpPr/>
          <p:nvPr/>
        </p:nvGrpSpPr>
        <p:grpSpPr>
          <a:xfrm>
            <a:off x="7260170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D5A707A-94E5-1312-B24C-1C67BFB3DFF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CBE617D5-511B-CECC-9220-846B96984794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CBE617D5-511B-CECC-9220-846B969847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830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96F1C41-8C7F-F831-1DC2-7C7F58D653C0}"/>
              </a:ext>
            </a:extLst>
          </p:cNvPr>
          <p:cNvGrpSpPr/>
          <p:nvPr/>
        </p:nvGrpSpPr>
        <p:grpSpPr>
          <a:xfrm>
            <a:off x="7840136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DF2A62F7-1672-C9A4-2924-00ECD5C6D34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1BFE71A3-8F7B-1B10-7DDC-F1B5FB7D5C3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1BFE71A3-8F7B-1B10-7DDC-F1B5FB7D5C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04EDF8E2-C65E-B231-80F5-C9A174E5BC75}"/>
              </a:ext>
            </a:extLst>
          </p:cNvPr>
          <p:cNvGrpSpPr/>
          <p:nvPr/>
        </p:nvGrpSpPr>
        <p:grpSpPr>
          <a:xfrm>
            <a:off x="8365068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9840C3EE-E8E4-6CEF-DB57-31507367CA0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C91164DA-DFFF-487A-6712-66BE5EE2D3A3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C91164DA-DFFF-487A-6712-66BE5EE2D3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97C35142-2788-F341-E954-7941A2929489}"/>
              </a:ext>
            </a:extLst>
          </p:cNvPr>
          <p:cNvGrpSpPr/>
          <p:nvPr/>
        </p:nvGrpSpPr>
        <p:grpSpPr>
          <a:xfrm>
            <a:off x="8966204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3E4CD24-FDF7-3BDF-F6F9-73E761F3AF9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41B8BEA-DE56-D060-F4B3-6C4C1FE09BB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41B8BEA-DE56-D060-F4B3-6C4C1FE09B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282525E9-A773-88E3-862D-D93913419621}"/>
              </a:ext>
            </a:extLst>
          </p:cNvPr>
          <p:cNvGrpSpPr/>
          <p:nvPr/>
        </p:nvGrpSpPr>
        <p:grpSpPr>
          <a:xfrm>
            <a:off x="9529238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14CAE515-1EA6-8EAF-E01F-370CF8E2FA4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23E041B0-BF9B-8DD0-16F9-6B37E7D79FC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23E041B0-BF9B-8DD0-16F9-6B37E7D79F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A398F391-AFC9-86F0-8BCB-8D374A3476DC}"/>
              </a:ext>
            </a:extLst>
          </p:cNvPr>
          <p:cNvCxnSpPr/>
          <p:nvPr/>
        </p:nvCxnSpPr>
        <p:spPr>
          <a:xfrm>
            <a:off x="6642100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453022B9-A6A5-AD2F-E74C-FC8F9422A930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1FCEDA6E-D5FC-11BF-6F63-3C0A077B660C}"/>
              </a:ext>
            </a:extLst>
          </p:cNvPr>
          <p:cNvCxnSpPr>
            <a:cxnSpLocks/>
            <a:endCxn id="2" idx="2"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82706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29B14-78CC-6117-E49D-F41EF2FCC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635DEAD3-3BE2-DAEE-C4CA-D739412709EC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B64B81C7-A227-6230-C72E-D6EBFDFB909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A96A278C-EE23-2FB3-BE43-16863733AA5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A96A278C-EE23-2FB3-BE43-16863733AA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D2265734-A069-AC73-858D-6D7B653491D6}"/>
              </a:ext>
            </a:extLst>
          </p:cNvPr>
          <p:cNvGrpSpPr/>
          <p:nvPr/>
        </p:nvGrpSpPr>
        <p:grpSpPr>
          <a:xfrm>
            <a:off x="2056722" y="2125229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23D86EB-B565-4C09-510C-927C927EBF3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0D0AD073-FEE4-D2B9-DCDD-4868C85DA27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0D0AD073-FEE4-D2B9-DCDD-4868C85DA2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1C804E93-AB23-D848-F26E-43F577B5923E}"/>
              </a:ext>
            </a:extLst>
          </p:cNvPr>
          <p:cNvGrpSpPr/>
          <p:nvPr/>
        </p:nvGrpSpPr>
        <p:grpSpPr>
          <a:xfrm>
            <a:off x="3640667" y="2125229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445AA42-450D-5789-828A-F3DE5CBAF53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97993BCC-57A7-1174-5F5F-F41E67B6C12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97993BCC-57A7-1174-5F5F-F41E67B6C1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F66A92A-AB14-85C5-0285-49A71BA04080}"/>
              </a:ext>
            </a:extLst>
          </p:cNvPr>
          <p:cNvGrpSpPr/>
          <p:nvPr/>
        </p:nvGrpSpPr>
        <p:grpSpPr>
          <a:xfrm>
            <a:off x="6760636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0415DF5-0EDF-756D-E0D2-A4F5C85F8C4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5F8DF35A-8CD2-6232-E881-439DD2310F79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5F8DF35A-8CD2-6232-E881-439DD2310F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2A01A29-E697-1C31-28D4-8BCE3AEF0271}"/>
              </a:ext>
            </a:extLst>
          </p:cNvPr>
          <p:cNvGrpSpPr/>
          <p:nvPr/>
        </p:nvGrpSpPr>
        <p:grpSpPr>
          <a:xfrm>
            <a:off x="7340602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7DCDF952-CE5C-EE46-2A8A-AD3EFFCF28F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1E776121-1458-1958-2DF3-8C659D55971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1E776121-1458-1958-2DF3-8C659D5597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B829B9B5-9752-F620-8FE7-55418362FBF3}"/>
              </a:ext>
            </a:extLst>
          </p:cNvPr>
          <p:cNvGrpSpPr/>
          <p:nvPr/>
        </p:nvGrpSpPr>
        <p:grpSpPr>
          <a:xfrm>
            <a:off x="7865534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49FF129F-4DF8-93D3-956E-51C9F1733D5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D68F1105-31D5-783D-241E-8F4F21481A98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D68F1105-31D5-783D-241E-8F4F21481A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B150034-90AD-0E4C-C308-98F7D7FA7C96}"/>
              </a:ext>
            </a:extLst>
          </p:cNvPr>
          <p:cNvGrpSpPr/>
          <p:nvPr/>
        </p:nvGrpSpPr>
        <p:grpSpPr>
          <a:xfrm>
            <a:off x="8466670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A731B1E5-48D1-C67F-1830-8CD23102AC4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76ED5736-BE5C-C3DF-D284-3CA96DF11E3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76ED5736-BE5C-C3DF-D284-3CA96DF11E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9443D60B-2DE6-E909-A542-F18E5F04353F}"/>
              </a:ext>
            </a:extLst>
          </p:cNvPr>
          <p:cNvGrpSpPr/>
          <p:nvPr/>
        </p:nvGrpSpPr>
        <p:grpSpPr>
          <a:xfrm>
            <a:off x="9029704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1B4309D0-6DE6-E1D3-6154-BAC0F9F855D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8F7E30E7-8949-CE24-A548-5D41FDF0FAF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8F7E30E7-8949-CE24-A548-5D41FDF0FA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5B3106F7-604C-6FC7-F056-CC006DD110F5}"/>
              </a:ext>
            </a:extLst>
          </p:cNvPr>
          <p:cNvCxnSpPr/>
          <p:nvPr/>
        </p:nvCxnSpPr>
        <p:spPr>
          <a:xfrm>
            <a:off x="6642100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F480241E-4920-5E99-1233-8523A648EF3B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A1D9432B-1377-6E59-B127-EB0946D9C2A1}"/>
              </a:ext>
            </a:extLst>
          </p:cNvPr>
          <p:cNvCxnSpPr>
            <a:cxnSpLocks/>
            <a:endCxn id="2" idx="2"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54038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37229-1330-5187-A520-92D65F37F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7B96C84C-C3BB-37FE-073B-9F775C76E5FC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06709400-DDF6-3E7A-8DC7-89595C053E9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03C2A734-316E-403B-4E94-B7E3C86A6D5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03C2A734-316E-403B-4E94-B7E3C86A6D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EBF64FB-C8AE-3EF0-66AE-8BDA5EF4639C}"/>
              </a:ext>
            </a:extLst>
          </p:cNvPr>
          <p:cNvGrpSpPr/>
          <p:nvPr/>
        </p:nvGrpSpPr>
        <p:grpSpPr>
          <a:xfrm>
            <a:off x="2056722" y="2125229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7B37E85-50DC-2CED-C68B-A7B67ECA037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26CE5C61-71CB-A6CE-4F2A-79471499ACA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26CE5C61-71CB-A6CE-4F2A-79471499AC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800D3159-A9AD-F02B-3E8B-0FB461DEA683}"/>
              </a:ext>
            </a:extLst>
          </p:cNvPr>
          <p:cNvGrpSpPr/>
          <p:nvPr/>
        </p:nvGrpSpPr>
        <p:grpSpPr>
          <a:xfrm>
            <a:off x="3640667" y="2125229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F7A045B-9FAA-507B-80AF-50B496CBB7E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B427DE8C-8D5E-49C1-D9C4-29486F8D8425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B427DE8C-8D5E-49C1-D9C4-29486F8D84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810CB8C-11DD-C789-9847-0370B9D9BAFA}"/>
              </a:ext>
            </a:extLst>
          </p:cNvPr>
          <p:cNvGrpSpPr/>
          <p:nvPr/>
        </p:nvGrpSpPr>
        <p:grpSpPr>
          <a:xfrm>
            <a:off x="6760636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D2910F01-7598-C70E-4CFC-D71B66579A9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FA236A56-2F77-D7D8-3EA4-7FCF9C847F2B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FA236A56-2F77-D7D8-3EA4-7FCF9C847F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5CC3DB72-5F2D-E0A2-05FE-7E41C6915F7C}"/>
              </a:ext>
            </a:extLst>
          </p:cNvPr>
          <p:cNvGrpSpPr/>
          <p:nvPr/>
        </p:nvGrpSpPr>
        <p:grpSpPr>
          <a:xfrm>
            <a:off x="7340602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B7E4A69-199A-083A-562F-02569905431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4838335-F32C-DA7F-076D-288B6FD2954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4838335-F32C-DA7F-076D-288B6FD295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DC25326-82EA-6B50-2B33-7FAE4420C74C}"/>
              </a:ext>
            </a:extLst>
          </p:cNvPr>
          <p:cNvGrpSpPr/>
          <p:nvPr/>
        </p:nvGrpSpPr>
        <p:grpSpPr>
          <a:xfrm>
            <a:off x="7865534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30844EEB-E78F-F419-944C-7E88E1F5129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FE6E69A1-E861-489D-A494-0407B89F0152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FE6E69A1-E861-489D-A494-0407B89F01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9F26BFA8-5D4C-B78D-E202-5034928CEBB1}"/>
              </a:ext>
            </a:extLst>
          </p:cNvPr>
          <p:cNvGrpSpPr/>
          <p:nvPr/>
        </p:nvGrpSpPr>
        <p:grpSpPr>
          <a:xfrm>
            <a:off x="8466670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20435283-0519-6A69-F11F-AD4EB040D12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E0DB8520-2248-1026-2001-7725E51989F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E0DB8520-2248-1026-2001-7725E51989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E3228214-616B-DEC6-3E26-D800F3866D5E}"/>
              </a:ext>
            </a:extLst>
          </p:cNvPr>
          <p:cNvGrpSpPr/>
          <p:nvPr/>
        </p:nvGrpSpPr>
        <p:grpSpPr>
          <a:xfrm>
            <a:off x="9029704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185350F1-7CD3-E62C-71D6-4F79BBE9361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A00F2C09-4424-CE77-5E74-9D35DAACB58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A00F2C09-4424-CE77-5E74-9D35DAACB5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5E4C081-0BC2-DDD0-9402-56E4EB773791}"/>
              </a:ext>
            </a:extLst>
          </p:cNvPr>
          <p:cNvCxnSpPr/>
          <p:nvPr/>
        </p:nvCxnSpPr>
        <p:spPr>
          <a:xfrm>
            <a:off x="6642100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6E65C441-1CC1-E9DB-FFBF-BC3135F30AC0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B3F1ADC6-5479-27ED-3F57-3848B763B109}"/>
              </a:ext>
            </a:extLst>
          </p:cNvPr>
          <p:cNvCxnSpPr>
            <a:cxnSpLocks/>
            <a:endCxn id="2" idx="2"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067EA871-0966-0882-A7FB-5E2B51F10A86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1989667" y="2637462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A9E0F632-D3D4-A9EC-6747-366B652245E6}"/>
              </a:ext>
            </a:extLst>
          </p:cNvPr>
          <p:cNvCxnSpPr>
            <a:cxnSpLocks/>
            <a:endCxn id="7" idx="2"/>
          </p:cNvCxnSpPr>
          <p:nvPr/>
        </p:nvCxnSpPr>
        <p:spPr>
          <a:xfrm flipH="1" flipV="1">
            <a:off x="2310722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78116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D0C2C-0625-974F-44C1-EF88E9814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C94A07C4-78EF-1025-78F4-35C0343A8F93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77D28FF6-D865-433F-BA4F-4A2EFC9BAFB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B9A4F89D-00AB-4DD3-4FCA-F087D6DAC59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B9A4F89D-00AB-4DD3-4FCA-F087D6DAC5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E307678-894C-F765-80CF-3819A0086437}"/>
              </a:ext>
            </a:extLst>
          </p:cNvPr>
          <p:cNvGrpSpPr/>
          <p:nvPr/>
        </p:nvGrpSpPr>
        <p:grpSpPr>
          <a:xfrm>
            <a:off x="2056722" y="2125229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B22BEC5-A6FB-411A-D7F5-DA3E1AB56E7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58D28512-E7EA-AB62-A13E-9EE433BD980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58D28512-E7EA-AB62-A13E-9EE433BD98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0AB7731A-201B-0F3E-8627-E757BB6B6D09}"/>
              </a:ext>
            </a:extLst>
          </p:cNvPr>
          <p:cNvGrpSpPr/>
          <p:nvPr/>
        </p:nvGrpSpPr>
        <p:grpSpPr>
          <a:xfrm>
            <a:off x="3640667" y="2125229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61B2D19-1BFB-EAD2-4FA3-B13413C3392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280D2384-883C-95B4-1D60-4AD2A03D8065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280D2384-883C-95B4-1D60-4AD2A03D80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71EBAC1-6C4C-19EB-8546-011718A2EFB1}"/>
              </a:ext>
            </a:extLst>
          </p:cNvPr>
          <p:cNvGrpSpPr/>
          <p:nvPr/>
        </p:nvGrpSpPr>
        <p:grpSpPr>
          <a:xfrm>
            <a:off x="1735667" y="3314700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11AF0CC6-B32A-12B3-1635-9AE90E05772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4F8F33F0-6013-998A-0D20-A9905F3DD1F5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4F8F33F0-6013-998A-0D20-A9905F3DD1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830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A45BE20-1C26-AC30-D696-8AD9A15BF39D}"/>
              </a:ext>
            </a:extLst>
          </p:cNvPr>
          <p:cNvGrpSpPr/>
          <p:nvPr/>
        </p:nvGrpSpPr>
        <p:grpSpPr>
          <a:xfrm>
            <a:off x="6692223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EB0A075D-4176-6FC9-B104-CBF92EB6742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9920DB4F-6093-6352-6E2D-5A705BE5A78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9920DB4F-6093-6352-6E2D-5A705BE5A7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64D60B6-200D-ED98-EDB5-AE4F8DA85AE0}"/>
              </a:ext>
            </a:extLst>
          </p:cNvPr>
          <p:cNvGrpSpPr/>
          <p:nvPr/>
        </p:nvGrpSpPr>
        <p:grpSpPr>
          <a:xfrm>
            <a:off x="7217155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7BD011DF-68E0-4554-9534-6985ADB719A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9C7B30EF-FFDF-D8C5-326A-E09358FC24F2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9C7B30EF-FFDF-D8C5-326A-E09358FC24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830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F7BE326-622C-E6D8-21B1-6B1B5AF9ECD0}"/>
              </a:ext>
            </a:extLst>
          </p:cNvPr>
          <p:cNvGrpSpPr/>
          <p:nvPr/>
        </p:nvGrpSpPr>
        <p:grpSpPr>
          <a:xfrm>
            <a:off x="7818291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6217998-BB56-AB55-4332-E63569038D3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A3DAECB4-8400-B53C-4AFF-4CF4E72F8D8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A3DAECB4-8400-B53C-4AFF-4CF4E72F8D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3814E8E9-0DE1-932B-CC55-5C6793303E36}"/>
              </a:ext>
            </a:extLst>
          </p:cNvPr>
          <p:cNvGrpSpPr/>
          <p:nvPr/>
        </p:nvGrpSpPr>
        <p:grpSpPr>
          <a:xfrm>
            <a:off x="8381325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DDA620E5-0099-FE81-C4AF-18468226C94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D5265AA-BA5A-669C-02A1-77EF04F6286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D5265AA-BA5A-669C-02A1-77EF04F628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8CBB939E-0064-E626-6315-7D91AEDA9D0B}"/>
              </a:ext>
            </a:extLst>
          </p:cNvPr>
          <p:cNvCxnSpPr/>
          <p:nvPr/>
        </p:nvCxnSpPr>
        <p:spPr>
          <a:xfrm>
            <a:off x="6642100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91A8CF5-76A1-E9F0-3718-801B280A6C16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B5BF8E39-0C85-8FBD-D6C5-CDC74E162778}"/>
              </a:ext>
            </a:extLst>
          </p:cNvPr>
          <p:cNvCxnSpPr>
            <a:cxnSpLocks/>
            <a:endCxn id="2" idx="2"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117E596A-BA16-5C5E-2080-20D29187F0E4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1989667" y="2637462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EA9F1AF8-4321-7BFF-EB39-0F08B51DAA67}"/>
              </a:ext>
            </a:extLst>
          </p:cNvPr>
          <p:cNvCxnSpPr>
            <a:cxnSpLocks/>
            <a:endCxn id="7" idx="2"/>
          </p:cNvCxnSpPr>
          <p:nvPr/>
        </p:nvCxnSpPr>
        <p:spPr>
          <a:xfrm flipH="1" flipV="1">
            <a:off x="2310722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2624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9287B-CA04-47B5-6F77-E95FC614B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7BB8A1DA-0DAC-13C4-5FEC-3D3BC1FAED68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E7952A8A-BBF1-2570-F74D-C2371C6FE64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E73D79EB-EB26-014E-DEC1-5E6818B7652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E73D79EB-EB26-014E-DEC1-5E6818B765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8492A64E-6B38-152C-93E3-CE0351B9113E}"/>
              </a:ext>
            </a:extLst>
          </p:cNvPr>
          <p:cNvGrpSpPr/>
          <p:nvPr/>
        </p:nvGrpSpPr>
        <p:grpSpPr>
          <a:xfrm>
            <a:off x="2056722" y="2125229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64449A3-8DB1-BFEF-87C1-B4328AADAFA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599C7490-3674-5EF4-181B-F9B9F22CF76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599C7490-3674-5EF4-181B-F9B9F22CF7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63540E12-8B6C-F1C1-CFC6-34864A494158}"/>
              </a:ext>
            </a:extLst>
          </p:cNvPr>
          <p:cNvGrpSpPr/>
          <p:nvPr/>
        </p:nvGrpSpPr>
        <p:grpSpPr>
          <a:xfrm>
            <a:off x="3640667" y="2125229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B81D6B2A-A54C-2DBA-63FA-5F820A5F3F6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19678DDB-CB88-6A8B-354D-4E21EE9C7B4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19678DDB-CB88-6A8B-354D-4E21EE9C7B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AE0A0C5-3E2E-213D-B891-18651560EB20}"/>
              </a:ext>
            </a:extLst>
          </p:cNvPr>
          <p:cNvGrpSpPr/>
          <p:nvPr/>
        </p:nvGrpSpPr>
        <p:grpSpPr>
          <a:xfrm>
            <a:off x="1735667" y="3314700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B2D2EE1-3CD6-7D29-2D9A-9622D1EC3BE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B418A42A-4D35-1010-568F-17F78AECC7AC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B418A42A-4D35-1010-568F-17F78AECC7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830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FAA72396-7644-3678-ED4C-7DFFB7195356}"/>
              </a:ext>
            </a:extLst>
          </p:cNvPr>
          <p:cNvGrpSpPr/>
          <p:nvPr/>
        </p:nvGrpSpPr>
        <p:grpSpPr>
          <a:xfrm>
            <a:off x="2404533" y="3314700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4E6A3533-9B1A-C55B-9EBB-49F6D947B5E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411F18A-BD4B-4061-AF5B-CD7C47A7527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411F18A-BD4B-4061-AF5B-CD7C47A752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EEAD0D10-5764-B215-B406-897B7647DE67}"/>
              </a:ext>
            </a:extLst>
          </p:cNvPr>
          <p:cNvGrpSpPr/>
          <p:nvPr/>
        </p:nvGrpSpPr>
        <p:grpSpPr>
          <a:xfrm>
            <a:off x="6755722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451279C2-93A1-3A5E-84B4-1A2A9E0BE28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3107226E-12AA-B6A8-1418-69B69C0B14F0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3107226E-12AA-B6A8-1418-69B69C0B14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5A24251F-2FE1-B857-2B61-FF9BC0D98FF0}"/>
              </a:ext>
            </a:extLst>
          </p:cNvPr>
          <p:cNvGrpSpPr/>
          <p:nvPr/>
        </p:nvGrpSpPr>
        <p:grpSpPr>
          <a:xfrm>
            <a:off x="7356858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EFC12A0F-4B9E-798D-4A30-B43D42CE063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B0F1DAC7-2B0D-2E53-445F-2C1AAD4A29D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B0F1DAC7-2B0D-2E53-445F-2C1AAD4A29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FA5B7A20-7F43-69B7-2113-F16EA4880520}"/>
              </a:ext>
            </a:extLst>
          </p:cNvPr>
          <p:cNvGrpSpPr/>
          <p:nvPr/>
        </p:nvGrpSpPr>
        <p:grpSpPr>
          <a:xfrm>
            <a:off x="7919892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5CC45D55-966B-9836-A208-96E769B0B42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5A1884C2-E295-E806-4620-2B2A75374B4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5A1884C2-E295-E806-4620-2B2A75374B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7343C3CB-9417-D843-99B5-605015E503DA}"/>
              </a:ext>
            </a:extLst>
          </p:cNvPr>
          <p:cNvCxnSpPr/>
          <p:nvPr/>
        </p:nvCxnSpPr>
        <p:spPr>
          <a:xfrm>
            <a:off x="6642100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D6E69725-9A90-FF7E-19C0-338CDA220FB2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057512D6-9F0F-1D47-E6BA-233FA4E877CD}"/>
              </a:ext>
            </a:extLst>
          </p:cNvPr>
          <p:cNvCxnSpPr>
            <a:cxnSpLocks/>
            <a:endCxn id="2" idx="2"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08355E3C-FCE6-A74E-F759-322CE0984009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1989667" y="2637462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93E782C6-5C3F-C8ED-D99F-6042A5D7B7E4}"/>
              </a:ext>
            </a:extLst>
          </p:cNvPr>
          <p:cNvCxnSpPr>
            <a:cxnSpLocks/>
            <a:endCxn id="7" idx="2"/>
          </p:cNvCxnSpPr>
          <p:nvPr/>
        </p:nvCxnSpPr>
        <p:spPr>
          <a:xfrm flipH="1" flipV="1">
            <a:off x="2310722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85957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DD891-A391-FEE0-9C70-CC0637BAE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FA810B70-9A25-A9B3-22E3-8D154797FACF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C5821E69-20DF-2CD9-04C7-9CADFAB2178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7D9051F4-ACF2-4E48-2A87-D2CE076869D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7D9051F4-ACF2-4E48-2A87-D2CE076869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BC15FC0-A541-9009-13D1-0218F9BE368D}"/>
              </a:ext>
            </a:extLst>
          </p:cNvPr>
          <p:cNvGrpSpPr/>
          <p:nvPr/>
        </p:nvGrpSpPr>
        <p:grpSpPr>
          <a:xfrm>
            <a:off x="2056722" y="2125229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A036E77B-E937-FCB7-37B9-D8DE23EDF17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A0526A4F-29F3-3B36-F356-87AD0E08AB4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A0526A4F-29F3-3B36-F356-87AD0E08AB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09AD01DF-17D8-EB5B-F8A3-A53C14C3CAE7}"/>
              </a:ext>
            </a:extLst>
          </p:cNvPr>
          <p:cNvGrpSpPr/>
          <p:nvPr/>
        </p:nvGrpSpPr>
        <p:grpSpPr>
          <a:xfrm>
            <a:off x="3640667" y="2125229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CAABBF9-F69D-A7B2-0389-6D2F1DF8CFC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6A3E04B0-199B-7E4A-2C39-3DFCA14C148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6A3E04B0-199B-7E4A-2C39-3DFCA14C14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EA1326B-F8FB-567D-DA2E-72CDC3700B25}"/>
              </a:ext>
            </a:extLst>
          </p:cNvPr>
          <p:cNvGrpSpPr/>
          <p:nvPr/>
        </p:nvGrpSpPr>
        <p:grpSpPr>
          <a:xfrm>
            <a:off x="1735667" y="3314700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A4FA5862-86F0-DCCB-FC0B-D5FB4B76AAE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6AD5D618-FF94-BB84-85D5-A284A195AD27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6AD5D618-FF94-BB84-85D5-A284A195AD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830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138256C-5163-D231-41AA-4E11F2E1577F}"/>
              </a:ext>
            </a:extLst>
          </p:cNvPr>
          <p:cNvGrpSpPr/>
          <p:nvPr/>
        </p:nvGrpSpPr>
        <p:grpSpPr>
          <a:xfrm>
            <a:off x="2404533" y="3314700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EAB00905-35E7-CA5C-0F64-CF36670A3EE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4A1DEC9A-6BF6-A75E-3F9E-FAFFDDD01FB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4A1DEC9A-6BF6-A75E-3F9E-FAFFDDD01F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F15A409A-ED81-6B8A-60A3-39677D1F81FA}"/>
              </a:ext>
            </a:extLst>
          </p:cNvPr>
          <p:cNvCxnSpPr/>
          <p:nvPr/>
        </p:nvCxnSpPr>
        <p:spPr>
          <a:xfrm>
            <a:off x="6642100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523A95D-6F3E-EBD2-B1F6-1F7CED0BDB6C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FFDE99A0-A0BE-510E-CACF-9810112BC22E}"/>
              </a:ext>
            </a:extLst>
          </p:cNvPr>
          <p:cNvCxnSpPr>
            <a:cxnSpLocks/>
            <a:endCxn id="2" idx="2"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88B0D992-3B58-63FB-0A8D-7CD275D6DC5D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1989667" y="2637462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CB06B7AF-82E5-6A55-2854-03F9F6335672}"/>
              </a:ext>
            </a:extLst>
          </p:cNvPr>
          <p:cNvCxnSpPr>
            <a:cxnSpLocks/>
            <a:endCxn id="7" idx="2"/>
          </p:cNvCxnSpPr>
          <p:nvPr/>
        </p:nvCxnSpPr>
        <p:spPr>
          <a:xfrm flipH="1" flipV="1">
            <a:off x="2310722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1C643ADF-6786-513A-75A8-09C3E283354F}"/>
              </a:ext>
            </a:extLst>
          </p:cNvPr>
          <p:cNvCxnSpPr>
            <a:cxnSpLocks/>
          </p:cNvCxnSpPr>
          <p:nvPr/>
        </p:nvCxnSpPr>
        <p:spPr>
          <a:xfrm flipV="1">
            <a:off x="3573611" y="2631062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FC3E8575-BAE9-02DA-8BB3-BD4905BA2B69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3161D87E-6563-74FD-7E75-DF259BC07E47}"/>
              </a:ext>
            </a:extLst>
          </p:cNvPr>
          <p:cNvGrpSpPr/>
          <p:nvPr/>
        </p:nvGrpSpPr>
        <p:grpSpPr>
          <a:xfrm>
            <a:off x="6755722" y="2713566"/>
            <a:ext cx="546102" cy="512233"/>
            <a:chOff x="6997698" y="3716866"/>
            <a:chExt cx="546102" cy="512233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4AB3F5B0-DB0F-2E4E-9FC1-C13A7ED125C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CAB0C6FF-8CAA-9713-A235-1E9C51A6F897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CAB0C6FF-8CAA-9713-A235-1E9C51A6F8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FE5C3413-9051-ECA4-123A-3CDEE7477866}"/>
              </a:ext>
            </a:extLst>
          </p:cNvPr>
          <p:cNvGrpSpPr/>
          <p:nvPr/>
        </p:nvGrpSpPr>
        <p:grpSpPr>
          <a:xfrm>
            <a:off x="7356858" y="2713566"/>
            <a:ext cx="508000" cy="512233"/>
            <a:chOff x="7035800" y="3716866"/>
            <a:chExt cx="508000" cy="512233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18B92068-DCCA-5CB0-4BD8-9434DE9DB1F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134DAC62-D23F-501A-C6DF-5697ACCA887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134DAC62-D23F-501A-C6DF-5697ACCA88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C0D35CC9-58A0-440F-8A60-CBE68187E7CA}"/>
              </a:ext>
            </a:extLst>
          </p:cNvPr>
          <p:cNvGrpSpPr/>
          <p:nvPr/>
        </p:nvGrpSpPr>
        <p:grpSpPr>
          <a:xfrm>
            <a:off x="7919892" y="2713565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165B2AC2-955B-7DF0-94F1-408C49F59B9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B9B81C96-C62A-27C2-D642-1C76C6192AC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B9B81C96-C62A-27C2-D642-1C76C6192A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548293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1B0AC-B509-8AF2-EEE7-66FF1F8B9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DE63743D-3583-31F0-D6D8-91E66C395937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E037A953-625B-19CB-773D-B9BC0B081DB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29E05553-D9E8-93CF-841E-19635732B1B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29E05553-D9E8-93CF-841E-19635732B1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C2EA3BFF-510B-5FDB-5994-7A87D300889F}"/>
              </a:ext>
            </a:extLst>
          </p:cNvPr>
          <p:cNvGrpSpPr/>
          <p:nvPr/>
        </p:nvGrpSpPr>
        <p:grpSpPr>
          <a:xfrm>
            <a:off x="2056722" y="2125229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1D4E20-7DD4-AD08-2F5E-BABF21A5508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E1E876C1-C78E-3744-E3AB-8F9B8F8CE26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E1E876C1-C78E-3744-E3AB-8F9B8F8CE2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057BA319-46FA-00D0-AA9B-09C519028619}"/>
              </a:ext>
            </a:extLst>
          </p:cNvPr>
          <p:cNvGrpSpPr/>
          <p:nvPr/>
        </p:nvGrpSpPr>
        <p:grpSpPr>
          <a:xfrm>
            <a:off x="3640667" y="2125229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A667AD7-5F0B-BB9C-6D36-7D85A7BC559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123A0909-8761-A673-8267-6D0960C99A3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123A0909-8761-A673-8267-6D0960C99A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F492F75-6A96-261C-6213-EF011AA41EC9}"/>
              </a:ext>
            </a:extLst>
          </p:cNvPr>
          <p:cNvGrpSpPr/>
          <p:nvPr/>
        </p:nvGrpSpPr>
        <p:grpSpPr>
          <a:xfrm>
            <a:off x="1735667" y="3314700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A5B7ED8-D832-78D9-0066-C62EC824F76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795AD28-46F4-5B61-E32F-158EC2C5CE31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795AD28-46F4-5B61-E32F-158EC2C5CE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830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8A48AFE9-5C91-DD3A-F79D-AF41D48D3422}"/>
              </a:ext>
            </a:extLst>
          </p:cNvPr>
          <p:cNvGrpSpPr/>
          <p:nvPr/>
        </p:nvGrpSpPr>
        <p:grpSpPr>
          <a:xfrm>
            <a:off x="2404533" y="3314700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8CECEEF7-B942-0AEA-582E-6B8A1535983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C86B2F86-CA3A-4EB2-CF4A-2BB48B763B9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C86B2F86-CA3A-4EB2-CF4A-2BB48B763B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499568C-3539-43C5-BDAA-73BD425BA16E}"/>
              </a:ext>
            </a:extLst>
          </p:cNvPr>
          <p:cNvGrpSpPr/>
          <p:nvPr/>
        </p:nvGrpSpPr>
        <p:grpSpPr>
          <a:xfrm>
            <a:off x="3266013" y="3308300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642E9097-80C7-014E-7F08-4703F6C70A6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FE0A9599-BE10-A466-F913-971CF32BFB54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FE0A9599-BE10-A466-F913-971CF32BFB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830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E85E1DDE-4FA0-6AC3-FF35-32511446EDEE}"/>
              </a:ext>
            </a:extLst>
          </p:cNvPr>
          <p:cNvGrpSpPr/>
          <p:nvPr/>
        </p:nvGrpSpPr>
        <p:grpSpPr>
          <a:xfrm>
            <a:off x="6767320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B3F9126-A319-826D-E017-159CD5C1D39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E2E89989-B41B-1622-834F-45B9DA23F99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E2E89989-B41B-1622-834F-45B9DA23F9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7083612A-773B-B9A8-980A-4B5BEC637FDE}"/>
              </a:ext>
            </a:extLst>
          </p:cNvPr>
          <p:cNvGrpSpPr/>
          <p:nvPr/>
        </p:nvGrpSpPr>
        <p:grpSpPr>
          <a:xfrm>
            <a:off x="7330354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3DE7DE4F-6CB5-9AFF-AFC0-C133CF56C74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E9351A8F-F483-19DC-7B05-3E2928EEA43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E9351A8F-F483-19DC-7B05-3E2928EEA4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44C9D684-4561-9991-B607-4D9BD9689477}"/>
              </a:ext>
            </a:extLst>
          </p:cNvPr>
          <p:cNvCxnSpPr/>
          <p:nvPr/>
        </p:nvCxnSpPr>
        <p:spPr>
          <a:xfrm>
            <a:off x="6642100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8B43418-D912-9998-EE9B-A165F44DE565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75369507-CBF4-D055-51DB-728FA9C02B50}"/>
              </a:ext>
            </a:extLst>
          </p:cNvPr>
          <p:cNvCxnSpPr>
            <a:cxnSpLocks/>
            <a:endCxn id="2" idx="2"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24BB4D5F-770F-4C91-F57A-FF021692387B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1989667" y="2637462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DDDE36B-36C7-7F14-B056-2E96028630DE}"/>
              </a:ext>
            </a:extLst>
          </p:cNvPr>
          <p:cNvCxnSpPr>
            <a:cxnSpLocks/>
            <a:endCxn id="7" idx="2"/>
          </p:cNvCxnSpPr>
          <p:nvPr/>
        </p:nvCxnSpPr>
        <p:spPr>
          <a:xfrm flipH="1" flipV="1">
            <a:off x="2310722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3CE6B764-2AC5-0F53-2AB3-54989829110B}"/>
              </a:ext>
            </a:extLst>
          </p:cNvPr>
          <p:cNvCxnSpPr>
            <a:cxnSpLocks/>
          </p:cNvCxnSpPr>
          <p:nvPr/>
        </p:nvCxnSpPr>
        <p:spPr>
          <a:xfrm flipV="1">
            <a:off x="3573611" y="2631062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BF56C491-882F-E129-1CD1-7AA81D527009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0229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82836-1BFC-35CC-5E18-EDC99BE55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15FEC3B1-F3D7-0E32-9204-A9F1BBFD1372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661AC958-96FD-3CE3-C4E2-45CFC35B1D6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59A793B6-3121-127D-5FC3-83A985F8296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59A793B6-3121-127D-5FC3-83A985F829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6158B531-7FA6-C792-AEC3-F26CDB56D1DD}"/>
              </a:ext>
            </a:extLst>
          </p:cNvPr>
          <p:cNvGrpSpPr/>
          <p:nvPr/>
        </p:nvGrpSpPr>
        <p:grpSpPr>
          <a:xfrm>
            <a:off x="2056722" y="2125229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E8DF075-83BD-E211-BEF0-0C7B84B457A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FE75D3ED-6F83-127C-CD9B-DA24FC3E489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FE75D3ED-6F83-127C-CD9B-DA24FC3E48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B6C3834B-83F1-3E8F-C5AB-7D8659F1A107}"/>
              </a:ext>
            </a:extLst>
          </p:cNvPr>
          <p:cNvGrpSpPr/>
          <p:nvPr/>
        </p:nvGrpSpPr>
        <p:grpSpPr>
          <a:xfrm>
            <a:off x="3640667" y="2125229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028B887-1B36-A4C6-C10D-002A8803470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9F58774C-24BA-F002-E91A-182CA9B730B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9F58774C-24BA-F002-E91A-182CA9B730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E7F3DD9-0B3B-90E0-E5B4-492335B223EB}"/>
              </a:ext>
            </a:extLst>
          </p:cNvPr>
          <p:cNvGrpSpPr/>
          <p:nvPr/>
        </p:nvGrpSpPr>
        <p:grpSpPr>
          <a:xfrm>
            <a:off x="1735667" y="3314700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8B83D44-8394-2CBE-DDDF-C4499749C99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CC32FE7B-0C6C-EE4B-27B6-28238B4590CA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CC32FE7B-0C6C-EE4B-27B6-28238B4590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830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77025D4-40BC-C305-9221-05F74FF21923}"/>
              </a:ext>
            </a:extLst>
          </p:cNvPr>
          <p:cNvGrpSpPr/>
          <p:nvPr/>
        </p:nvGrpSpPr>
        <p:grpSpPr>
          <a:xfrm>
            <a:off x="2404533" y="3314700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166E31AB-4920-882E-D3BB-54421E43E45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ED411BB8-DDD5-9974-1E86-F7E120923B5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ED411BB8-DDD5-9974-1E86-F7E120923B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7621D3E6-6AF3-1277-4ACF-B8A9B722E8EF}"/>
              </a:ext>
            </a:extLst>
          </p:cNvPr>
          <p:cNvGrpSpPr/>
          <p:nvPr/>
        </p:nvGrpSpPr>
        <p:grpSpPr>
          <a:xfrm>
            <a:off x="3266013" y="3308300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02177198-11EC-5729-22F3-080D971F467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68DAF9AC-A8FB-C70E-2554-A62194E6D844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68DAF9AC-A8FB-C70E-2554-A62194E6D8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830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DA791EBB-F956-77EA-282F-9AA2C382D645}"/>
              </a:ext>
            </a:extLst>
          </p:cNvPr>
          <p:cNvGrpSpPr/>
          <p:nvPr/>
        </p:nvGrpSpPr>
        <p:grpSpPr>
          <a:xfrm>
            <a:off x="6767320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EBA1A32-49CA-1F79-B680-CADEAABE89E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26DABCAD-A384-1E1C-B583-D7F8D3B9036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26DABCAD-A384-1E1C-B583-D7F8D3B903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449FBED-585D-0D2C-FC8F-292BF342347B}"/>
              </a:ext>
            </a:extLst>
          </p:cNvPr>
          <p:cNvGrpSpPr/>
          <p:nvPr/>
        </p:nvGrpSpPr>
        <p:grpSpPr>
          <a:xfrm>
            <a:off x="7330354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5261079-00BF-A23C-6068-FA9CAEF40A6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D543604F-828B-D070-C8D5-150BD7FA4C5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D543604F-828B-D070-C8D5-150BD7FA4C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6DEA238E-5175-BBC7-BC6E-A38298F996D7}"/>
              </a:ext>
            </a:extLst>
          </p:cNvPr>
          <p:cNvCxnSpPr/>
          <p:nvPr/>
        </p:nvCxnSpPr>
        <p:spPr>
          <a:xfrm>
            <a:off x="6642100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118E3C11-4983-E5E8-4E99-CD7148C61A03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32EEBFD6-2D65-6FBA-7468-AC85DFF84DEB}"/>
              </a:ext>
            </a:extLst>
          </p:cNvPr>
          <p:cNvCxnSpPr>
            <a:cxnSpLocks/>
            <a:endCxn id="2" idx="2"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1527EFDD-77F4-41C2-6AAD-8E42C2CD9BEB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1989667" y="2637462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C9E1634-EFF5-2C6F-F59D-AAE471D6673D}"/>
              </a:ext>
            </a:extLst>
          </p:cNvPr>
          <p:cNvCxnSpPr>
            <a:cxnSpLocks/>
            <a:endCxn id="7" idx="2"/>
          </p:cNvCxnSpPr>
          <p:nvPr/>
        </p:nvCxnSpPr>
        <p:spPr>
          <a:xfrm flipH="1" flipV="1">
            <a:off x="2310722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1BE698CB-99F5-5D88-DE04-74FB35EB8273}"/>
              </a:ext>
            </a:extLst>
          </p:cNvPr>
          <p:cNvCxnSpPr>
            <a:cxnSpLocks/>
          </p:cNvCxnSpPr>
          <p:nvPr/>
        </p:nvCxnSpPr>
        <p:spPr>
          <a:xfrm flipV="1">
            <a:off x="3573611" y="2631062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CC93CCC1-6DA2-1B59-E37E-B79402F7B528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45932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A4C2F-5A90-5EF8-4334-8A8779407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7B690709-0563-03AD-73D7-4D3930EF481F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871BB076-9635-F527-FFB2-3930DB3839D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1DD50F18-8C23-DFF6-89A7-FBC5ECFFA9A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1DD50F18-8C23-DFF6-89A7-FBC5ECFFA9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B378454D-1549-F83B-A49B-A589BFBFA8E9}"/>
              </a:ext>
            </a:extLst>
          </p:cNvPr>
          <p:cNvGrpSpPr/>
          <p:nvPr/>
        </p:nvGrpSpPr>
        <p:grpSpPr>
          <a:xfrm>
            <a:off x="2056722" y="2125229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A376EBF-432A-579B-4B44-56A9C068489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51E628AE-58E4-1E78-DBCF-6F54FC111A9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51E628AE-58E4-1E78-DBCF-6F54FC111A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05BAC8D9-95A0-59C5-4075-586CC89D8D1A}"/>
              </a:ext>
            </a:extLst>
          </p:cNvPr>
          <p:cNvGrpSpPr/>
          <p:nvPr/>
        </p:nvGrpSpPr>
        <p:grpSpPr>
          <a:xfrm>
            <a:off x="3640667" y="2125229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853A960-9168-F5E2-152E-A0757DAABC7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3EB46AAC-047F-6B93-B861-107493C0E73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3EB46AAC-047F-6B93-B861-107493C0E7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82B22DE-C1CC-2757-1443-C463F7D3D464}"/>
              </a:ext>
            </a:extLst>
          </p:cNvPr>
          <p:cNvGrpSpPr/>
          <p:nvPr/>
        </p:nvGrpSpPr>
        <p:grpSpPr>
          <a:xfrm>
            <a:off x="1735667" y="3314700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B86D5E4-2BDB-85F0-F20C-31263AE7131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63E8B548-5EB1-76E1-734A-6E69B5E02F9B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63E8B548-5EB1-76E1-734A-6E69B5E02F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830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DEB1F8E-ACF6-7058-5F7B-2D249067145C}"/>
              </a:ext>
            </a:extLst>
          </p:cNvPr>
          <p:cNvGrpSpPr/>
          <p:nvPr/>
        </p:nvGrpSpPr>
        <p:grpSpPr>
          <a:xfrm>
            <a:off x="2404533" y="3314700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B327AB33-DF44-692F-7726-DD883B7688E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C1A13B08-45B9-2F3D-79E7-4AB8035C9F4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C1A13B08-45B9-2F3D-79E7-4AB8035C9F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A988A5B-BA52-2CDB-32F9-0A4444D5433B}"/>
              </a:ext>
            </a:extLst>
          </p:cNvPr>
          <p:cNvGrpSpPr/>
          <p:nvPr/>
        </p:nvGrpSpPr>
        <p:grpSpPr>
          <a:xfrm>
            <a:off x="3266013" y="3308300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42AACD27-ED47-FE20-01C1-1BC51403921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8FE13A99-8F9E-EDA3-6A15-D796CC7DE3E3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8FE13A99-8F9E-EDA3-6A15-D796CC7DE3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830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9CC1843D-CFFF-7283-5C4C-AFEA91774853}"/>
              </a:ext>
            </a:extLst>
          </p:cNvPr>
          <p:cNvGrpSpPr/>
          <p:nvPr/>
        </p:nvGrpSpPr>
        <p:grpSpPr>
          <a:xfrm>
            <a:off x="4019887" y="3314700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6A336E75-C245-D11E-6B55-8DD4703C4AD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F077BE8E-16F1-9B0B-E647-C63C1FB44A5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F077BE8E-16F1-9B0B-E647-C63C1FB44A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89D40FA-010C-6460-E723-35AFA519505C}"/>
              </a:ext>
            </a:extLst>
          </p:cNvPr>
          <p:cNvGrpSpPr/>
          <p:nvPr/>
        </p:nvGrpSpPr>
        <p:grpSpPr>
          <a:xfrm>
            <a:off x="6767320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3E18AC5A-1196-47F2-47B2-DF9402A98F0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D6B68BCA-C7AB-B3AE-F530-99CEF3B64C3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D6B68BCA-C7AB-B3AE-F530-99CEF3B64C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FA44C9C4-CC66-E0CA-63E9-AF19F8C69B54}"/>
              </a:ext>
            </a:extLst>
          </p:cNvPr>
          <p:cNvCxnSpPr/>
          <p:nvPr/>
        </p:nvCxnSpPr>
        <p:spPr>
          <a:xfrm>
            <a:off x="6642100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CBCDD5DC-2F7F-AF71-0182-6AE4801D8D0C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567FF091-FF3F-B585-7C0B-23B936D47F33}"/>
              </a:ext>
            </a:extLst>
          </p:cNvPr>
          <p:cNvCxnSpPr>
            <a:cxnSpLocks/>
            <a:endCxn id="2" idx="2"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638A4CB7-F06B-6132-D756-0270E14A8C3E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1989667" y="2637462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B26E333-D8A3-65FA-5C7F-6DB951B3741F}"/>
              </a:ext>
            </a:extLst>
          </p:cNvPr>
          <p:cNvCxnSpPr>
            <a:cxnSpLocks/>
            <a:endCxn id="7" idx="2"/>
          </p:cNvCxnSpPr>
          <p:nvPr/>
        </p:nvCxnSpPr>
        <p:spPr>
          <a:xfrm flipH="1" flipV="1">
            <a:off x="2310722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00B544C1-8A03-09DF-BE5F-FAD183F4EE7F}"/>
              </a:ext>
            </a:extLst>
          </p:cNvPr>
          <p:cNvCxnSpPr>
            <a:cxnSpLocks/>
          </p:cNvCxnSpPr>
          <p:nvPr/>
        </p:nvCxnSpPr>
        <p:spPr>
          <a:xfrm flipV="1">
            <a:off x="3573611" y="2631062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B5B97405-5AFC-5023-D22C-D9AF8BF3C057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382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25C33-7A11-6245-2B31-9BAB6E02D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5D527087-5047-72A1-90E6-752A280EFB26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2F92E3A8-D2D8-6CB0-E20C-76B85189886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BBE76962-D074-6326-BAED-AC3E430C041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BBE76962-D074-6326-BAED-AC3E430C04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DB1DEAEF-7C44-36A7-A518-E5AF13972FAB}"/>
              </a:ext>
            </a:extLst>
          </p:cNvPr>
          <p:cNvGrpSpPr/>
          <p:nvPr/>
        </p:nvGrpSpPr>
        <p:grpSpPr>
          <a:xfrm>
            <a:off x="2056722" y="2125229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231735B-805E-7414-DE98-88DC3DDF95C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ACAE9497-406F-1AA6-3B82-8B449583126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ACAE9497-406F-1AA6-3B82-8B44958312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F4A1AE97-DA65-5798-E89E-F9BDC9C5C6E1}"/>
              </a:ext>
            </a:extLst>
          </p:cNvPr>
          <p:cNvGrpSpPr/>
          <p:nvPr/>
        </p:nvGrpSpPr>
        <p:grpSpPr>
          <a:xfrm>
            <a:off x="3640667" y="2125229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2737DC0-DAF7-1394-EE6F-B525A4BDF07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883760F6-571A-B49C-EC0B-9427310A63B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883760F6-571A-B49C-EC0B-9427310A63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D8D766A-3EC8-FE48-F987-969EB2B7962C}"/>
              </a:ext>
            </a:extLst>
          </p:cNvPr>
          <p:cNvGrpSpPr/>
          <p:nvPr/>
        </p:nvGrpSpPr>
        <p:grpSpPr>
          <a:xfrm>
            <a:off x="1735667" y="3314700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CB3DC9D-2D1C-FD60-28EC-B7D1DDA2146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BE29F930-C72B-2171-19D3-FA8E1932B473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BE29F930-C72B-2171-19D3-FA8E1932B4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830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0B98446-FE5F-D999-F4BF-FB17D10D9D68}"/>
              </a:ext>
            </a:extLst>
          </p:cNvPr>
          <p:cNvGrpSpPr/>
          <p:nvPr/>
        </p:nvGrpSpPr>
        <p:grpSpPr>
          <a:xfrm>
            <a:off x="2404533" y="3314700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4482B87-19A3-DFFB-EF13-B1963B6F848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B6992E6F-B9B0-0B2D-0705-8E8EE9BE867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B6992E6F-B9B0-0B2D-0705-8E8EE9BE86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A3231CD-7733-0BD1-09B1-6A3CFC8FC823}"/>
              </a:ext>
            </a:extLst>
          </p:cNvPr>
          <p:cNvGrpSpPr/>
          <p:nvPr/>
        </p:nvGrpSpPr>
        <p:grpSpPr>
          <a:xfrm>
            <a:off x="3266013" y="3308300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C810FB48-07E9-F251-E25C-6CC792A016C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836A09B7-5020-B9D3-786F-D039B8114E5A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836A09B7-5020-B9D3-786F-D039B8114E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830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EBDB9830-F194-5E7C-035E-8818DBED0CB0}"/>
              </a:ext>
            </a:extLst>
          </p:cNvPr>
          <p:cNvGrpSpPr/>
          <p:nvPr/>
        </p:nvGrpSpPr>
        <p:grpSpPr>
          <a:xfrm>
            <a:off x="4019887" y="3314700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F700AF2-07D0-2BAC-F43F-7FDEEF5338B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C16973D5-D8DE-DB75-D136-1D6EF52F048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C16973D5-D8DE-DB75-D136-1D6EF52F04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73A4158-CD87-096E-E946-3160091246C3}"/>
              </a:ext>
            </a:extLst>
          </p:cNvPr>
          <p:cNvGrpSpPr/>
          <p:nvPr/>
        </p:nvGrpSpPr>
        <p:grpSpPr>
          <a:xfrm>
            <a:off x="6767320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EFD07E9D-A6EB-5B17-BACB-861683D62F6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2513B92A-B0FA-DDDF-E9D6-8991C9BAD4A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2513B92A-B0FA-DDDF-E9D6-8991C9BAD4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5491BC84-A9B1-2C87-0899-9C1B9A430DCF}"/>
              </a:ext>
            </a:extLst>
          </p:cNvPr>
          <p:cNvCxnSpPr/>
          <p:nvPr/>
        </p:nvCxnSpPr>
        <p:spPr>
          <a:xfrm>
            <a:off x="6642100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6A2F7FA-57CE-F5BA-6DFA-15AD63E13797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9C6C4716-31C8-D300-8367-6648805CDA06}"/>
              </a:ext>
            </a:extLst>
          </p:cNvPr>
          <p:cNvCxnSpPr>
            <a:cxnSpLocks/>
            <a:endCxn id="2" idx="2"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87F2E4CB-F728-ED28-9F73-289BFE29E517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1989667" y="2637462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49AD2ED8-8B10-ABCA-22D9-79B991A70325}"/>
              </a:ext>
            </a:extLst>
          </p:cNvPr>
          <p:cNvCxnSpPr>
            <a:cxnSpLocks/>
            <a:endCxn id="7" idx="2"/>
          </p:cNvCxnSpPr>
          <p:nvPr/>
        </p:nvCxnSpPr>
        <p:spPr>
          <a:xfrm flipH="1" flipV="1">
            <a:off x="2310722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D53BE45-AA44-26B3-E7FF-F921EAABA436}"/>
              </a:ext>
            </a:extLst>
          </p:cNvPr>
          <p:cNvCxnSpPr>
            <a:cxnSpLocks/>
          </p:cNvCxnSpPr>
          <p:nvPr/>
        </p:nvCxnSpPr>
        <p:spPr>
          <a:xfrm flipV="1">
            <a:off x="3573611" y="2631062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EECCCCA5-DE6B-7E90-862A-771F470DDD54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881E082C-BE58-1BE4-9A2A-002A7956F0B6}"/>
              </a:ext>
            </a:extLst>
          </p:cNvPr>
          <p:cNvCxnSpPr>
            <a:cxnSpLocks/>
          </p:cNvCxnSpPr>
          <p:nvPr/>
        </p:nvCxnSpPr>
        <p:spPr>
          <a:xfrm flipV="1">
            <a:off x="2332693" y="3826933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78236F7-BFB2-0AA6-2D6C-9BBB805D2BE7}"/>
              </a:ext>
            </a:extLst>
          </p:cNvPr>
          <p:cNvCxnSpPr>
            <a:cxnSpLocks/>
          </p:cNvCxnSpPr>
          <p:nvPr/>
        </p:nvCxnSpPr>
        <p:spPr>
          <a:xfrm flipH="1" flipV="1">
            <a:off x="2658191" y="3820533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8838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5360A-1D10-ABAB-6B34-55CA2B6D4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C95749F6-D6AF-4F53-1867-09012192162B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63F811-E2BE-6388-7A0F-9B9236347EC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44DAF941-6D0F-6AE6-7F5A-D7A9A3ED38B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44DAF941-6D0F-6AE6-7F5A-D7A9A3ED38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F70223FD-84DB-2701-C735-39D61C8266CA}"/>
              </a:ext>
            </a:extLst>
          </p:cNvPr>
          <p:cNvGrpSpPr/>
          <p:nvPr/>
        </p:nvGrpSpPr>
        <p:grpSpPr>
          <a:xfrm>
            <a:off x="2056722" y="2125229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2A34744-1F22-EEBD-629F-1033A4E48DB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95CF1966-6116-D85E-4240-2110113E09B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95CF1966-6116-D85E-4240-2110113E09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81F326FD-47DF-AB2B-2E18-C02FE90863D3}"/>
              </a:ext>
            </a:extLst>
          </p:cNvPr>
          <p:cNvGrpSpPr/>
          <p:nvPr/>
        </p:nvGrpSpPr>
        <p:grpSpPr>
          <a:xfrm>
            <a:off x="3640667" y="2125229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84F6274-9042-3FE2-0B5A-7A44DB961EB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0416E632-72B6-C8D2-34EA-2E11AFEB777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0416E632-72B6-C8D2-34EA-2E11AFEB77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9F00898-E227-2818-FD84-93316ADDB222}"/>
              </a:ext>
            </a:extLst>
          </p:cNvPr>
          <p:cNvGrpSpPr/>
          <p:nvPr/>
        </p:nvGrpSpPr>
        <p:grpSpPr>
          <a:xfrm>
            <a:off x="1735667" y="3314700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1EED45CF-522B-9A2D-CDE6-34A40F38AA1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FF776789-E825-8DCF-0F43-A357F1CAC7F7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FF776789-E825-8DCF-0F43-A357F1CAC7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830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E6F074AB-2083-EE5A-72F3-8EA59B3BB1AF}"/>
              </a:ext>
            </a:extLst>
          </p:cNvPr>
          <p:cNvGrpSpPr/>
          <p:nvPr/>
        </p:nvGrpSpPr>
        <p:grpSpPr>
          <a:xfrm>
            <a:off x="2404533" y="3314700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6ACD73A9-315E-55BB-C748-33111DCFA19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D39B4366-6366-464C-DFC3-C388776D433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D39B4366-6366-464C-DFC3-C388776D43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1EF6824-60A9-D9E3-AE4E-4175E6CD598E}"/>
              </a:ext>
            </a:extLst>
          </p:cNvPr>
          <p:cNvGrpSpPr/>
          <p:nvPr/>
        </p:nvGrpSpPr>
        <p:grpSpPr>
          <a:xfrm>
            <a:off x="3266013" y="3308300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9216735A-49FA-6790-1722-AF7218DAC90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C7CDA95B-6448-2C7D-D211-887D959904FB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C7CDA95B-6448-2C7D-D211-887D959904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830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80CCF4A-F936-B26E-9E21-5B14F91DFDED}"/>
              </a:ext>
            </a:extLst>
          </p:cNvPr>
          <p:cNvGrpSpPr/>
          <p:nvPr/>
        </p:nvGrpSpPr>
        <p:grpSpPr>
          <a:xfrm>
            <a:off x="4019887" y="3314700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1BBDEB43-8FC8-C146-2810-66886E579FE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7295FA81-EE2A-9CDB-C4B4-52F4ED57D73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7295FA81-EE2A-9CDB-C4B4-52F4ED57D7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9188CE44-F744-C7D1-6FC8-5DC9BC8EAC43}"/>
              </a:ext>
            </a:extLst>
          </p:cNvPr>
          <p:cNvGrpSpPr/>
          <p:nvPr/>
        </p:nvGrpSpPr>
        <p:grpSpPr>
          <a:xfrm>
            <a:off x="2056721" y="4510571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D631EA99-4AE6-AE86-C615-5858ACE909B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49B03F56-F524-74B0-FBAA-EFE7DA23DD2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49B03F56-F524-74B0-FBAA-EFE7DA23DD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218A2FF6-60DA-8A45-360B-3D303916BC8F}"/>
              </a:ext>
            </a:extLst>
          </p:cNvPr>
          <p:cNvCxnSpPr/>
          <p:nvPr/>
        </p:nvCxnSpPr>
        <p:spPr>
          <a:xfrm>
            <a:off x="6642100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1DEA09A-D810-AE5A-7792-E0E306F84B05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A2601195-C714-ACB6-E7DC-4600C9E69A80}"/>
              </a:ext>
            </a:extLst>
          </p:cNvPr>
          <p:cNvCxnSpPr>
            <a:cxnSpLocks/>
            <a:endCxn id="2" idx="2"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98F0979E-E8C9-0848-EB89-23700EF7ED3D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1989667" y="2637462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3B3F6094-764F-AA95-94F0-4F247C8AB7BA}"/>
              </a:ext>
            </a:extLst>
          </p:cNvPr>
          <p:cNvCxnSpPr>
            <a:cxnSpLocks/>
            <a:endCxn id="7" idx="2"/>
          </p:cNvCxnSpPr>
          <p:nvPr/>
        </p:nvCxnSpPr>
        <p:spPr>
          <a:xfrm flipH="1" flipV="1">
            <a:off x="2310722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A0EB27D-E404-A57B-1159-1AD7EBCC3BD0}"/>
              </a:ext>
            </a:extLst>
          </p:cNvPr>
          <p:cNvCxnSpPr>
            <a:cxnSpLocks/>
          </p:cNvCxnSpPr>
          <p:nvPr/>
        </p:nvCxnSpPr>
        <p:spPr>
          <a:xfrm flipV="1">
            <a:off x="3573611" y="2631062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58FFAC95-5EF6-380B-E806-F86135F56250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CBA3A742-AF56-9B35-971A-172513B71A5A}"/>
              </a:ext>
            </a:extLst>
          </p:cNvPr>
          <p:cNvCxnSpPr>
            <a:cxnSpLocks/>
          </p:cNvCxnSpPr>
          <p:nvPr/>
        </p:nvCxnSpPr>
        <p:spPr>
          <a:xfrm flipV="1">
            <a:off x="2332693" y="3826933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D6CA1CF6-C5AF-BB2C-62D1-845CA3B9ED51}"/>
              </a:ext>
            </a:extLst>
          </p:cNvPr>
          <p:cNvCxnSpPr>
            <a:cxnSpLocks/>
          </p:cNvCxnSpPr>
          <p:nvPr/>
        </p:nvCxnSpPr>
        <p:spPr>
          <a:xfrm flipH="1" flipV="1">
            <a:off x="2658191" y="3820533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59203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BF0D9-207B-3896-88E5-B180DA7DF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D7289E94-5266-0809-9636-17F069618C6F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1E5BC14F-9A64-4A87-DB31-DFE0968EC36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57E71323-20D1-D6AA-207A-A87177ABA2E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57E71323-20D1-D6AA-207A-A87177ABA2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D96C8F2-6F1D-9249-9BC8-7A48BDCFF9FB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74170CF-6035-09C8-B42A-A9E768D4915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47313013-CAA5-23EF-94CA-BB588DFC292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47313013-CAA5-23EF-94CA-BB588DFC29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55410B8-9985-9E10-030D-F8BCE2777A8D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1E1BFF2E-82E5-25CC-8390-DED91386664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2F466A83-08E1-EB28-75AF-43463B880CC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2F466A83-08E1-EB28-75AF-43463B880C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BD5C55F-2E4D-BA0A-1B8A-07A9390FCC27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0F178F5C-D6A9-BACF-9E5B-85DD9FA153C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25F9328-2C92-0DFB-D093-78C843AA5586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25F9328-2C92-0DFB-D093-78C843AA55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8F20C8CE-1D70-E4DE-31E0-ADE6C54105F0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9ACE784-BC28-1373-9023-B80B442FA79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D89FA163-F06F-D975-1E49-3C164A3E03F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D89FA163-F06F-D975-1E49-3C164A3E03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D6188E96-3DE3-102C-5B54-9E35A5C4793F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5476F625-3DAA-5B78-E65F-D7E72D350A3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2248B4A9-F08C-A5A8-F110-D1F37F707F0F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2248B4A9-F08C-A5A8-F110-D1F37F707F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23C30A0-B4F5-386D-8CAE-8F50B688DDC0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5ED7D600-5CDF-CD04-8706-FE4B2A9D38E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E1E75C7F-6540-2571-C2D5-39A29E361BC5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E1E75C7F-6540-2571-C2D5-39A29E361B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EF44F9B1-B1A7-7CC9-3F44-9EEB08908AA7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75B96481-549B-7566-5729-218796C5F7C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7DEFA714-7761-63D7-FB05-650CCD8926F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7DEFA714-7761-63D7-FB05-650CCD8926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C18E1873-52CC-F830-705D-6EB417941049}"/>
              </a:ext>
            </a:extLst>
          </p:cNvPr>
          <p:cNvCxnSpPr/>
          <p:nvPr/>
        </p:nvCxnSpPr>
        <p:spPr>
          <a:xfrm>
            <a:off x="6545627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67092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71E03-A581-CD8A-0CFB-2638B30AB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040859C2-E180-B677-58AB-5041634072F9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A4506E5B-39E1-93BB-DFF5-A844DFA01E2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9A2F69CC-E8D9-6646-D83B-6CFD2160517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9A2F69CC-E8D9-6646-D83B-6CFD216051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3DA86384-D45C-00BC-5D6F-527B856A3E00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ADB366B0-57E9-2D81-DA0F-FE3A64941B6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4695785A-3F59-1C2B-E6EB-43EA2298641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4695785A-3F59-1C2B-E6EB-43EA229864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D14A9CD7-34BE-8DA9-CF38-A7A89CBC1E2E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FCCD6BF-2733-A13E-9C7E-03C45D94179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5E9AFAE5-C7C2-01CC-0DEC-42713643A10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5E9AFAE5-C7C2-01CC-0DEC-42713643A1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CBD984AE-8410-B840-38CA-A736B4ACC041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2A09401-95B2-B6D6-5FDC-98F9B2FC59F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74160212-3CE4-F84D-036A-B51122288C19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74160212-3CE4-F84D-036A-B51122288C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D5BCFA2-F9DC-EB5B-F2DF-FFCF260F5689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A1EB0E1-3103-D8FD-29DF-914E14AE025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596ED3CE-84FD-3AEA-5B4F-18781B8905B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596ED3CE-84FD-3AEA-5B4F-18781B8905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8B0C662-34AE-976E-CF36-2529030316F3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E8E13B48-5C07-CDE2-BD5D-C7443740814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B42A973B-EDA1-CE07-FB09-07635137D745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B42A973B-EDA1-CE07-FB09-07635137D7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D364EC3-C87B-123A-5221-00A678A06094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C13E7F2D-A719-40AF-0BE4-7450DB12220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CA134EEE-CC72-4CCF-7987-6B395D603275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CA134EEE-CC72-4CCF-7987-6B395D6032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C66DCFA-DF56-642A-051F-12B165ED33FC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B181F05D-69BF-4D39-7B23-EAA80C3F694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C8E9DFC0-F5A7-726A-3848-941F2CE4CAD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C8E9DFC0-F5A7-726A-3848-941F2CE4CA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4DEABBAF-7CC3-C057-8276-F0C47DE11AE5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38F275E1-63A0-7C95-82CB-E72DBDA6C2DE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71EB1DD-1454-240D-2A8F-683A7669E58A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ADFDA917-55F7-55AF-B34D-76505D4F81EA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ADFDA917-55F7-55AF-B34D-76505D4F81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5D3FCBCD-E6D6-EF07-F3D9-716EB714C799}"/>
              </a:ext>
            </a:extLst>
          </p:cNvPr>
          <p:cNvCxnSpPr/>
          <p:nvPr/>
        </p:nvCxnSpPr>
        <p:spPr>
          <a:xfrm>
            <a:off x="6545627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06979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34082-17B6-5B5B-C637-492465D46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1F96D40D-8373-807B-F602-7F85F993FA30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1450E0EB-7A18-8BD3-8FF7-B9A7435AADF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97306FFE-EC67-54A6-7A4D-6FC20198449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97306FFE-EC67-54A6-7A4D-6FC2019844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96BC6DA2-D4BD-6F67-1C20-FCC3F9D868F6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FF510EC-D790-F4AD-E6F0-8109D49541F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E6DFF069-8370-43E3-28DA-0D78AD3661A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E6DFF069-8370-43E3-28DA-0D78AD3661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C9921CCA-FC78-D495-3E68-485998750A13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798691D-AD17-7DBB-096F-79A566DD0B1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7416CDBE-6A37-AE87-41DC-80C9923391A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7416CDBE-6A37-AE87-41DC-80C9923391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9C84F05-93F8-A3D3-6B8B-41604A95377E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D26EE2E-053D-1ED5-2CCC-6CAF6E88086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2394B03-10FA-E22C-E39E-71DA50E26DB1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2394B03-10FA-E22C-E39E-71DA50E26D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27B90FF-D1A7-117F-5A66-A96AF972D4A8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D94AB219-EF22-8FE9-4098-EC0BAD0DE80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93D6DD08-EC17-42F4-B04A-47012CFD8E5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93D6DD08-EC17-42F4-B04A-47012CFD8E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F32B2D4F-4A22-7C62-C297-62F59E17FB47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B67B343C-69F7-2EA3-321E-4F705385C8D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076E7F01-CF5F-88B3-3A3B-EBB9610938B3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076E7F01-CF5F-88B3-3A3B-EBB9610938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28A8DFF6-C436-F4C8-F262-B638AB267764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67018C4-CC3E-9BCD-7959-E0D0FFC4DE7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EE8E5A47-1097-4E7B-74D4-A4F97E19E3F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EE8E5A47-1097-4E7B-74D4-A4F97E19E3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798162A4-EC26-5D8F-4A00-16E3984DC4C3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2755B3F3-04F1-EF0A-D27F-02CF7A5FCFA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6AE2E231-FA99-7650-88EF-D8325ED5161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6AE2E231-FA99-7650-88EF-D8325ED516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7A1D49F6-A835-BB74-12BF-51DB63AFE7A8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00452212-AD5E-DA0D-E938-A0F6C73C704A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CD5E3A49-2605-C1C5-102A-C8283B3B16D7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EEB8F30A-1113-4732-2CC0-1857B5692792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91667EB4-13CD-2A58-AD0E-F95C7DC0F153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91667EB4-13CD-2A58-AD0E-F95C7DC0F1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B17D9AAF-CB03-006E-F207-E969BB1A2536}"/>
              </a:ext>
            </a:extLst>
          </p:cNvPr>
          <p:cNvGrpSpPr/>
          <p:nvPr/>
        </p:nvGrpSpPr>
        <p:grpSpPr>
          <a:xfrm>
            <a:off x="6662062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B43ADC66-D3A4-ADC2-52B8-CA5129A7728D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99584E79-95EF-ADF7-6D51-444A46DDB30E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99584E79-95EF-ADF7-6D51-444A46DDB3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379363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D9278-1B97-D063-2CD1-1D733AD27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E9447188-623D-5318-37CA-8C09BAF9E29D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1DEFB280-E9E3-3CD1-168A-C14E6778B67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0C828434-D597-60B6-61F5-DAD81D550D5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0C828434-D597-60B6-61F5-DAD81D550D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4DC111C-9D76-65AB-36A8-94B71A5BDF89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9F63960-43A1-8E00-2066-FBEB7CC33D6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1A83406C-2C19-B9EE-507A-D0B7D2425C6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1A83406C-2C19-B9EE-507A-D0B7D2425C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16EA4F6-BB0A-D291-DF3B-AFB4FEBC4003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B35D57FA-EDCD-F0A8-0573-1B771DE222E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2834CC6D-4B50-0B82-FBD4-EF7CE66D243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2834CC6D-4B50-0B82-FBD4-EF7CE66D24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0B7335B-C92B-B377-A86E-AB803A362A87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8364810-BA79-8588-D69D-141C4079EE7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25FCD657-1402-59F0-A85B-E3B28C6B5390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25FCD657-1402-59F0-A85B-E3B28C6B53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EC805496-2829-BADC-2B1C-1F1075990F9D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566D36E6-F0EF-4B93-B400-CD0BFD77E99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CAF1BD78-72F8-67D7-EE80-2A4A6B594DA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CAF1BD78-72F8-67D7-EE80-2A4A6B594D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14C1B60-E749-54D0-865C-B7D34E4A5302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85CA3A96-E309-E9F0-DCCB-CC772A7F5A2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8F85EB14-AE33-0E39-79D3-9BC3CC306FAC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8F85EB14-AE33-0E39-79D3-9BC3CC306F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C0C14C38-D5F5-D5B0-CC0C-5B0EE2CEDEBE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1EE01D69-D088-FDCE-FDB0-80A3EB1D8E2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5DA890EB-8EB7-744C-D080-DD31AA45CE0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5DA890EB-8EB7-744C-D080-DD31AA45CE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DB4A6F1F-4496-303B-8534-E54214F965F8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EFD37906-5AE2-7B28-E2A2-2D36C685300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2A1362C7-361A-D66F-5039-09AA2E02958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2A1362C7-361A-D66F-5039-09AA2E0295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6C11B734-DDCC-5784-6EC6-73B04A7E53FB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F964007-A61D-44F8-7A0E-A208BDC08B98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6ACEFC2B-63A7-D30B-E0D5-0B548E5CDB05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17488189-F1B2-38D7-EC25-F07C14A0D385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B06B7E6B-4EAC-7DF0-5CA7-5BCE03FAF087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B06B7E6B-4EAC-7DF0-5CA7-5BCE03FAF0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6BD5B3B6-6CFD-5721-6B19-06C5D82B1563}"/>
              </a:ext>
            </a:extLst>
          </p:cNvPr>
          <p:cNvGrpSpPr/>
          <p:nvPr/>
        </p:nvGrpSpPr>
        <p:grpSpPr>
          <a:xfrm>
            <a:off x="6650565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6926BA8A-6ED7-7ACF-ED88-5E081B1C50C6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4B70F5AC-754F-16D8-30BF-943749030143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4B70F5AC-754F-16D8-30BF-9437490301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A5FDF6B4-4911-0E53-01FA-ADD8723A8368}"/>
              </a:ext>
            </a:extLst>
          </p:cNvPr>
          <p:cNvGrpSpPr/>
          <p:nvPr/>
        </p:nvGrpSpPr>
        <p:grpSpPr>
          <a:xfrm>
            <a:off x="4366625" y="5061434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6023D5B0-5E3C-A1A2-06B7-CCF6814D4D4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6E8E7F95-14CD-3164-BABF-08CF162A32F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6E8E7F95-14CD-3164-BABF-08CF162A32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0378904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05949-D802-2B0F-F9EE-DF5609289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3158B3DC-C7E3-58C8-1624-839DD82A69D2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BEDFE151-7409-2EE3-DF10-06A71717C7C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CCAC0389-6D6F-24CB-12FA-AB4BE2DBF1E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CCAC0389-6D6F-24CB-12FA-AB4BE2DBF1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3FCBB610-AF86-F75C-0086-851871102DB4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6424661E-6BAA-FC28-4F40-7CB6175509A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6156BF3D-4A65-15F1-21D5-A0D6C6BFAA5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6156BF3D-4A65-15F1-21D5-A0D6C6BFAA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8BC217F8-0706-728B-6D72-9DCE9CF28784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85E78BF-ED8A-A134-5C73-252F068B410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5CF53A1B-C659-5560-E107-BB086F9FE02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5CF53A1B-C659-5560-E107-BB086F9FE0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9ECC5E1-3302-DB23-340F-D2FABC41E5F0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A672B3D-B0C2-57C3-9756-EC4576DBA03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4B1C04F8-8C29-6380-C6E9-ABAA6EB457A4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4B1C04F8-8C29-6380-C6E9-ABAA6EB457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14A20E0-D85F-2002-E2B7-33A9365853C9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E1DEF096-B437-C366-BF32-9A9E1AB2F19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1AADCCFF-ED45-3670-A89C-8E100F7253C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1AADCCFF-ED45-3670-A89C-8E100F7253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FD2C0B51-7DD3-EF41-6F3C-87096AA0869A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59E7A536-2555-FFEB-F920-163A11B7221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6BF30102-035A-E789-DB6A-B629B174D95E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6BF30102-035A-E789-DB6A-B629B174D9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249D29C-BFEB-4F4D-6F5A-05749552A00E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904862A-FB64-1EE0-FCC2-B89ECCE76C2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381FC3C7-E3CB-63D7-AA25-C2CC43207DB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381FC3C7-E3CB-63D7-AA25-C2CC43207D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B11FFD56-4919-8C4C-39E2-AD38CE17148E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F734274-D38D-F9C6-9030-42E23A8451A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3E0C10A1-1543-3F9D-6A47-96F7E98565B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3E0C10A1-1543-3F9D-6A47-96F7E98565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D6DA0015-C33D-D9E5-F665-6F10B88989F2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34174173-654D-1641-2C47-4C73D1B5ADCD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BD5A1F5C-EFC7-4AE4-F56A-662D0969B74F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0014272F-D16E-9031-9FCA-44744EE7F49B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6C2997DF-E705-E740-F35B-75C199909896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6C2997DF-E705-E740-F35B-75C1999098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0826D13F-EAF7-74F7-4AB6-98EE6DBF225F}"/>
              </a:ext>
            </a:extLst>
          </p:cNvPr>
          <p:cNvGrpSpPr/>
          <p:nvPr/>
        </p:nvGrpSpPr>
        <p:grpSpPr>
          <a:xfrm>
            <a:off x="4366625" y="5061434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07DFA5B8-BF0D-4590-1C12-E68E0FE7C7C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C6EFA0E9-929C-17CE-0B1A-CFC016703FE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C6EFA0E9-929C-17CE-0B1A-CFC016703F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DF86D359-DA41-D0D0-2C76-27ABA22ADA51}"/>
              </a:ext>
            </a:extLst>
          </p:cNvPr>
          <p:cNvGrpSpPr/>
          <p:nvPr/>
        </p:nvGrpSpPr>
        <p:grpSpPr>
          <a:xfrm>
            <a:off x="6650565" y="1909696"/>
            <a:ext cx="325967" cy="699280"/>
            <a:chOff x="6662062" y="1909696"/>
            <a:chExt cx="325967" cy="699280"/>
          </a:xfrm>
        </p:grpSpPr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4831D19A-E295-24F6-A164-19A23CE65B5F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B2581107-7A43-52FA-65F6-7B38C9E7A1DD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B2581107-7A43-52FA-65F6-7B38C9E7A1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2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93524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8816D-CEB5-9954-3E2B-19A5286F3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AD56454D-9EBF-193F-6A1E-A6CEE666F509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8E8FABEC-351E-1D7F-AA75-3F1C3F53F80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D9892596-D05F-0B51-28AD-903C80A7C2B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D9892596-D05F-0B51-28AD-903C80A7C2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3CD5E4DD-6878-F5F0-7485-C45AD34DB835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A242E1B-FBC1-B4D6-24B7-6A6C3933A7B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13E1041C-12A7-9BBE-4D2F-508A8F3B52C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13E1041C-12A7-9BBE-4D2F-508A8F3B52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F61ADE6E-81E4-F7AE-BEA7-C74B36353FE6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5280FB5C-97FB-AF32-BEB3-053EC02CA28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E60EB9E5-EC9B-2E12-7009-DF87C3209E3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E60EB9E5-EC9B-2E12-7009-DF87C3209E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EE87BE6-A57C-5A24-63FF-10C04BF70047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250409C-8D33-9089-5808-5DA6ADAFB43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86286179-9065-EC3C-7256-61B0918B410E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86286179-9065-EC3C-7256-61B0918B41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B97D9F3-ED96-C936-3DF7-6109ADCFC63C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82AB76D-5475-E738-F1F0-E89BAD6AC1B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72E43D68-CFA7-2432-2048-0C855E1BD91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72E43D68-CFA7-2432-2048-0C855E1BD9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262ED7AE-5090-492F-7564-A6B50AA13403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7E80C8A3-567A-C549-A552-721FEEE9729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DD6EB63-1528-B248-8B52-75505F37E48A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DD6EB63-1528-B248-8B52-75505F37E4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8B51EAB-17AF-4AC0-9A37-7F3D06AB6013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264E0444-0285-0B40-5A9A-E24B0743D72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3719800C-77F2-3EDA-CBA0-7B56E1B79EB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3719800C-77F2-3EDA-CBA0-7B56E1B79E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EE931B6C-976D-C312-AB7D-B86FD3E2D68A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087C79B-6DFF-4A8A-A918-DB0FE4AC606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2CEFEA9E-E4EB-C321-0456-98A9A25BA5B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2CEFEA9E-E4EB-C321-0456-98A9A25BA5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CE6BDBC4-7EC3-A2D1-9735-C0ED53A25876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B3B8ACCB-6FD7-4C0B-AC3F-C8176CD74614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CB2A8D3A-AD78-B69E-3607-8E86820E76FF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10FC1197-2CD2-25B1-53C3-BB8C0CF0E761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E89A4AC0-B236-1DC4-0256-ADDF1650D630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E89A4AC0-B236-1DC4-0256-ADDF1650D6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DF0FC4C8-A7D2-90B9-0A8A-09750EAC6A1A}"/>
              </a:ext>
            </a:extLst>
          </p:cNvPr>
          <p:cNvGrpSpPr/>
          <p:nvPr/>
        </p:nvGrpSpPr>
        <p:grpSpPr>
          <a:xfrm>
            <a:off x="3485781" y="5061434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B4868A38-A191-59D2-890D-11358D60D69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7386316-A42E-C966-DF7B-F10D6F1B794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7386316-A42E-C966-DF7B-F10D6F1B79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B9160667-E187-0F77-518C-AF1F110C6A39}"/>
              </a:ext>
            </a:extLst>
          </p:cNvPr>
          <p:cNvGrpSpPr/>
          <p:nvPr/>
        </p:nvGrpSpPr>
        <p:grpSpPr>
          <a:xfrm>
            <a:off x="6650565" y="1909696"/>
            <a:ext cx="325967" cy="699280"/>
            <a:chOff x="6662062" y="1909696"/>
            <a:chExt cx="325967" cy="699280"/>
          </a:xfrm>
        </p:grpSpPr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6AE231BC-A5CC-803C-F2C9-03CCE350DDD6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82672BBF-883C-1C4A-D25E-12A3A71F805E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82672BBF-883C-1C4A-D25E-12A3A71F80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2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377028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549FE-3BF7-E84E-5CF8-CCB06EDA8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1176B1CA-F8F9-451B-E37A-3B7FD46E326E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35933634-523D-1C83-2236-DFF9A14CD4B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B1860170-B960-4A4F-B8C8-8E4F95005C1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B1860170-B960-4A4F-B8C8-8E4F95005C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B467EFD8-1074-1BD0-166D-7D33D08EB1E5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BBA048B-A4A8-378D-E25A-4FCFDFEDAB2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24EB65C3-2936-459C-A37D-5DB8B0E02A8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24EB65C3-2936-459C-A37D-5DB8B0E02A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1D930A64-5998-AA15-FBF5-DE69B51EF455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797B5A4-E0A9-F7A1-B4B6-601594737A9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89D3A055-DE25-D1B9-DD2A-AC90739D978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89D3A055-DE25-D1B9-DD2A-AC90739D97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ED56317-62B1-A45B-A08A-86A3F407921A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1ADB4DD-B864-761B-39C0-6134BEACA06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DBE4D955-5A47-A69F-8DFF-CBE68C81AC04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DBE4D955-5A47-A69F-8DFF-CBE68C81AC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47636E0-5E4F-E781-6805-798B38F7F88C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4823ADD1-A818-32C6-9994-41C310C57B6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867F9621-4C9D-028A-9483-79688C048E2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867F9621-4C9D-028A-9483-79688C048E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AEDC184-477D-0C4F-5947-53367EA9826E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C794F46B-A8ED-C007-76C1-0F0EE020CF3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B880416D-D604-4D54-641E-A1C192FA6857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B880416D-D604-4D54-641E-A1C192FA68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1EFF7B08-85A8-4753-AFF7-47F95F9D503C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8DB7E97E-1DAD-D4B0-4F01-7458E9CE5D0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268A9CB5-874F-A3CC-E78E-00B1B4088E2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268A9CB5-874F-A3CC-E78E-00B1B4088E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D70ABE47-1C47-6430-A0DF-421D840CFB74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15AD5E25-81F3-AB3C-A15D-CB953E71B6E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93EE93D4-0905-06ED-BC45-C02B5B9C888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93EE93D4-0905-06ED-BC45-C02B5B9C88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F2126911-6762-CF78-F021-192D98AAE92B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7B15B83D-E714-4D62-8915-AECD0BF529B9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D43F21EE-CC28-C587-12A8-BCC4627D2776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A28FB6B3-F59D-1AB0-6550-133318EC491B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E7D54FB5-337F-1FBB-D064-9BD4103C446F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E7D54FB5-337F-1FBB-D064-9BD4103C44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9D1D19EE-6555-6BBF-8CD6-2E91FE8D3576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1447E521-075F-2E25-8F32-AD31CAAC681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B46436FD-6831-5C40-7F76-B0444350645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B46436FD-6831-5C40-7F76-B044435064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11943FE1-2F56-FC8A-25FA-529EF8DBB47C}"/>
              </a:ext>
            </a:extLst>
          </p:cNvPr>
          <p:cNvGrpSpPr/>
          <p:nvPr/>
        </p:nvGrpSpPr>
        <p:grpSpPr>
          <a:xfrm>
            <a:off x="6650565" y="1909696"/>
            <a:ext cx="325967" cy="699280"/>
            <a:chOff x="6662062" y="1909696"/>
            <a:chExt cx="325967" cy="699280"/>
          </a:xfrm>
        </p:grpSpPr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6E0434FC-4582-24A0-C59C-339A5E84DBC3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0E8934BE-7201-510C-74A3-343DB7F14C22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0E8934BE-7201-510C-74A3-343DB7F14C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2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25794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CDFD1-D9C1-987D-2B44-9F9B624F8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DAA4EEE5-A715-3CE3-9A20-5C3D6C377898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BF9F9F52-F72A-01BF-A4BB-EA48ACF84C5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F05F6E04-4ECC-A9A5-4AD2-A54708501BD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F05F6E04-4ECC-A9A5-4AD2-A54708501B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A4B52FE9-FF97-19CC-4385-80A2C3F7B222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6A2578F0-C134-5CC8-1EEA-73C3FFDB0FB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0E4142BB-E49C-71BE-CB81-355D2DC8873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0E4142BB-E49C-71BE-CB81-355D2DC887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C4782F2F-54DC-E1B4-6E9D-C7F923DEC95F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1664A9AA-A2C1-4E7F-FAED-C7E81050AA5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D7728E07-E213-F0F7-6181-8C6AC4C628A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D7728E07-E213-F0F7-6181-8C6AC4C628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41E11CE8-EDE9-7D10-7FCC-F2A91120A138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F85A781-1DD9-8B1B-F668-5FE9B65F8B3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8E93D9A4-ECAC-6068-8133-4579725B9277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8E93D9A4-ECAC-6068-8133-4579725B92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FB31A2D-F683-BDB4-79FC-7A3847B07263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E9F24D67-58F8-B460-6945-799A16040F6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5914C3BB-6F05-1C3E-5E70-B12A7571150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5914C3BB-6F05-1C3E-5E70-B12A757115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C1ABDF4C-E369-D901-6014-A1D8D0C1D673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8C56EFAB-411E-5D20-F8EF-3293D13EB80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2DAE499C-3355-364F-9006-B416B1B1BBBD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2DAE499C-3355-364F-9006-B416B1B1BB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7867372-D6DB-1154-113F-9D87C916A74F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B0109B9F-D373-9627-72E9-88FB358B9CC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7749DD0F-1942-958D-0556-7FA065C0507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7749DD0F-1942-958D-0556-7FA065C050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99229AEE-140B-6A4B-B045-A669A5346D4E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AC064F0E-2CCD-9E7D-529E-6CB7B15DB35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79D7D59C-CF47-6ADA-3B41-26F45A388A5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79D7D59C-CF47-6ADA-3B41-26F45A388A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84D1344C-662D-2E5A-C8CB-F342C18611E6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72836E9E-6EC0-7978-19DC-5E48194580E8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C3419868-CBD6-454D-D023-868C637986D9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CA34447-23BD-C187-958B-721400A5D4FA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CB0A31DB-C065-52B2-E44E-AD15A84D0516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CB0A31DB-C065-52B2-E44E-AD15A84D05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4BF42184-23B9-95BB-905B-12B1475E1DC7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159B55A3-34E2-0729-82C7-2827D62F16C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BC826CCA-1E40-3056-E8EB-A5766F93A91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BC826CCA-1E40-3056-E8EB-A5766F93A9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ABE5C031-A598-D0F6-2F74-5755616103DE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8F2C1A69-2214-3E30-39AD-32933353CBFB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3B6ADD7A-BED9-1442-DA25-843C156A972E}"/>
              </a:ext>
            </a:extLst>
          </p:cNvPr>
          <p:cNvGrpSpPr/>
          <p:nvPr/>
        </p:nvGrpSpPr>
        <p:grpSpPr>
          <a:xfrm>
            <a:off x="6650565" y="1909696"/>
            <a:ext cx="325967" cy="699280"/>
            <a:chOff x="6662062" y="1909696"/>
            <a:chExt cx="325967" cy="699280"/>
          </a:xfrm>
        </p:grpSpPr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15B7A8DA-73E2-30D5-2ACF-92FE8B3BB867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16433FD4-AF62-E5FB-6E53-F9F99145E6B9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16433FD4-AF62-E5FB-6E53-F9F99145E6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2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132456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6B7A4-6F66-7F0D-618A-F7231F9B8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2E025416-657C-8AE0-6BFF-7EDAFA67F2A3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BA4A2EE9-8D43-D184-5952-B398A2B8F0D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D69B1DE2-56AC-3FD8-DDEE-42418FC066F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D69B1DE2-56AC-3FD8-DDEE-42418FC066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C62A24A-33CB-C066-0699-4C1947898092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CFAE074-064F-494C-9BF3-2E19146A4CF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85D6A156-B508-F2E7-F57E-0D939636EDE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85D6A156-B508-F2E7-F57E-0D939636ED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A37E094B-116D-AAA5-6775-B365D7A63D16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1384ED5-DCAF-5FBB-505C-A7D1C1B0A04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E9B9E9EA-9F8B-FC2C-12C8-4C1273ABE8C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E9B9E9EA-9F8B-FC2C-12C8-4C1273ABE8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1C4C91B-14AB-7722-DF6A-ED0DC51B3E86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C0FCE4D-492C-73C2-4436-46FF5C7AED2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C4FE4A9-AB0D-17A1-2C8B-93259687BD30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C4FE4A9-AB0D-17A1-2C8B-93259687BD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52B566A1-804E-FA42-9D39-23B83FB57A05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ED0C686A-93F9-A2D7-A73C-1BE04D9536D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B1FBE710-774A-BCCE-1D3E-2EAC2F88944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B1FBE710-774A-BCCE-1D3E-2EAC2F8894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3F62E1B-1FDB-DDF7-74D7-495B68652E1F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66DAFA67-8EE2-94CE-62ED-D7A3D34E69B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042A56FC-2BDF-07B2-429A-F37EB9AFEC6F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042A56FC-2BDF-07B2-429A-F37EB9AFEC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CAED0620-95C3-42C8-8798-59F086FBF6E4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8C77A5FC-BC9B-12A9-8528-E12D92B9C1D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BEF6CD69-CC4D-A7B5-57E2-941CC2AC109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BEF6CD69-CC4D-A7B5-57E2-941CC2AC10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8246F7C-C0B3-2EDF-6A32-D5ADD9190DE9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13D6BA7F-A787-31F9-6726-C93E081D3C6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53CB282A-CFCB-5EA6-55B2-02863FFDE4F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53CB282A-CFCB-5EA6-55B2-02863FFDE4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3BF41FB-A764-23A9-25E8-F34F97BD222C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741C17AB-EAE8-5607-F31F-B82C0E2832A7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0F44FEFB-E942-23A2-7555-48529CA4C67E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14A57B50-423F-62CD-8ECA-6E5E082EBB79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393A3E32-25A9-4216-980E-7DB65F817BCA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393A3E32-25A9-4216-980E-7DB65F817B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55CA8B5B-C8CA-C754-98EC-5C793FBF348D}"/>
              </a:ext>
            </a:extLst>
          </p:cNvPr>
          <p:cNvGrpSpPr/>
          <p:nvPr/>
        </p:nvGrpSpPr>
        <p:grpSpPr>
          <a:xfrm>
            <a:off x="7213599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2E27AD08-90E7-1C67-8A42-99427980BF1E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35657D25-229C-B1A3-3EC0-66161C869E58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35657D25-229C-B1A3-3EC0-66161C869E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370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D733A8C4-02E2-B704-E960-B286D3061090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FF4B5964-BCBF-918A-5AF5-152D4F08DA3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66F887D9-35FE-20EF-43B2-1F23C381BE7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66F887D9-35FE-20EF-43B2-1F23C381BE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AD0DDA77-88C9-4B91-6B18-F3596FD2E57A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5D741D31-7009-9192-770C-A52DC8859FB8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76213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3A9F2-60F8-0EAF-E6AE-C367175B4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D7766F7D-137D-25BE-0E4A-F814770C280E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2A0E4031-A74E-040E-45AF-9D3575926B4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427E9F15-A336-D52D-6B7E-ACE13875FDD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427E9F15-A336-D52D-6B7E-ACE13875FD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06E9BF02-4743-DB8C-A0FA-807075E10C02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8A7FE00-6841-02E9-BE29-667283DE4AB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1438D98D-3381-4FA3-82AB-69E279BAE1F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1438D98D-3381-4FA3-82AB-69E279BAE1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0986D8EA-24E1-8A37-2BCC-52A21607DB95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40EB1D8-03C0-E336-16DB-1E0619362C0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E5E18C62-7FB4-9C48-3CDE-7D6A5BAC968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E5E18C62-7FB4-9C48-3CDE-7D6A5BAC96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CFF03D5-585D-F589-3CE8-B170C00E0080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E9133A27-2E87-7701-FFEC-520337EA219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25DCB932-D37F-D52A-F662-D294D947493E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25DCB932-D37F-D52A-F662-D294D94749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4F61871F-E501-35D6-1804-B037564D14E3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CE321B0-B8AB-3E65-95BB-5760B180F95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03BB446C-46F4-7511-586A-350FD966AA2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03BB446C-46F4-7511-586A-350FD966AA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7FA9EE7-F5C4-A0A4-E746-022AA4222EC2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FD3B35DD-502E-B721-0338-7ADF3BDA00C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81405A95-72D9-F662-41A0-7BE0F25672CE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81405A95-72D9-F662-41A0-7BE0F25672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E3688CD8-39D4-3D56-E523-C2D026748973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E08D660-DCE9-76E0-18F3-EA8919AB1AD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AC691DFD-5A93-ACBE-13F5-B8F11A79EDF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AC691DFD-5A93-ACBE-13F5-B8F11A79ED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13C20A0D-2936-A7D9-1111-4A2313DF5891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D8BD382A-E1CF-39D5-FDAF-8716271B7BB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B0BB7262-00AD-9231-3AEA-2608A85D5D4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B0BB7262-00AD-9231-3AEA-2608A85D5D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3514C81-71E5-B80F-B530-F22916EBF7EA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929E71A9-417C-DC1B-01D5-E0467CB2B165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DECA0E66-4FB4-3C13-8169-433DF6A818FF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4966F7E7-0A34-3C84-F34B-A88A2354A583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F597BD6C-1E43-FFF3-7145-C4BFAD7F70CE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F597BD6C-1E43-FFF3-7145-C4BFAD7F70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3CF47D3B-FEAD-D988-51A3-6C895B402198}"/>
              </a:ext>
            </a:extLst>
          </p:cNvPr>
          <p:cNvGrpSpPr/>
          <p:nvPr/>
        </p:nvGrpSpPr>
        <p:grpSpPr>
          <a:xfrm>
            <a:off x="7213599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A8D6BABB-F5A8-6F22-C524-1DB05CCFA58C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27CF243F-1D72-A934-04AA-399313D7C9D3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27CF243F-1D72-A934-04AA-399313D7C9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370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3FE7C3D7-CE04-6003-36FC-10E92D179158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9436092C-2F2F-AFF0-336D-978523262EE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9C0627F4-F7A0-9074-61D0-521044F9DFA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9C0627F4-F7A0-9074-61D0-521044F9DF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B734CE8D-6A1E-C21B-8BA1-A4A381944CB1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48EB7A46-B2DF-6F6C-EC82-0B382D8F168C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82E7905E-2FD6-B930-767B-BB2F2C1A97ED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4574BF79-F62F-8219-CC93-7D5C5574F7C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46D1F023-4820-1275-F38B-B519E4516E1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46D1F023-4820-1275-F38B-B519E4516E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834879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4695F-5EE5-A941-0916-887B25FFB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8079761F-2CAA-9DD8-208E-DC72B234D8A0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DD001C6F-6477-7E76-D5AE-F6308238519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3A943700-1A0C-1C80-1D9C-5C2E30B47A5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3A943700-1A0C-1C80-1D9C-5C2E30B47A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B67CB06F-5486-0E3D-9F37-B51ED98A4A6B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0AA8758-776B-4D05-E78E-E40458BDB09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A0C36A0C-EAC9-6560-53CB-8240BFFC0895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A0C36A0C-EAC9-6560-53CB-8240BFFC08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4DA75D17-0DA8-1F8D-E5EE-66CA3989A451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E05B780-877C-BB7C-9D88-247DD4E4117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C29BA7D6-DB29-B6DA-D40F-F839E08E29E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C29BA7D6-DB29-B6DA-D40F-F839E08E29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CC5B6BE-A241-482E-D8EE-1BD169C97A6D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F46D116-71FF-4D7B-C897-F73F9E0F49C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F9EBFA2-171E-C8EE-7A99-0DC67F260B90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F9EBFA2-171E-C8EE-7A99-0DC67F260B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FCC86800-04A0-BB46-F56F-4B9FF6C36D20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FA60BACF-F83C-2EAF-AAAB-F7EC94AC322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4B5ADC33-9353-9F52-C5F9-33417515AA2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4B5ADC33-9353-9F52-C5F9-33417515AA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B7E346CE-F6DA-E6C1-EDDB-D8290829FEC3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789AEC4B-6DB5-4F80-4299-23BBFC02D99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C862631D-95A4-9322-E563-7BD29215924F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C862631D-95A4-9322-E563-7BD2921592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EBD0D640-EA62-4D8A-71FA-9574492DE9EF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64D5E492-AEED-921D-8518-BEC37F3D141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29E5DA7F-6B42-45BC-D251-409687D470A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29E5DA7F-6B42-45BC-D251-409687D470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0E525F3-6066-934D-2E7E-D8B053C995FF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0A9D43E-0B08-2E26-D861-5E2E32B6AC5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9F218358-E06C-E0E3-2004-27B0F94D758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9F218358-E06C-E0E3-2004-27B0F94D75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A39505A1-B5EE-A513-57E1-863629AA97FA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7174748-14F7-6D9D-4671-4CBEB6197951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665E6391-66F0-1D6B-97B1-4C4E43CCEF01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CB8FFE2F-7830-CA4A-3E6C-E4629022F1E9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42E00FD2-BEE8-B7B3-C629-8841B80B0E53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42E00FD2-BEE8-B7B3-C629-8841B80B0E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1FBC1FCC-4BEB-839C-96B5-58AF776E576A}"/>
              </a:ext>
            </a:extLst>
          </p:cNvPr>
          <p:cNvGrpSpPr/>
          <p:nvPr/>
        </p:nvGrpSpPr>
        <p:grpSpPr>
          <a:xfrm>
            <a:off x="7213599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E3585E58-CE2B-E1BB-3B20-209ADA8A45C0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1C634F9A-6D22-CB26-557F-A0A99D1F9EA2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1C634F9A-6D22-CB26-557F-A0A99D1F9E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370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C1C989B6-6137-7CFB-2F5F-C015601C3992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A8D76055-796D-1DF1-5CA0-294242FC192F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A489AD76-2222-002F-0EB3-232A694E5F31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AC880831-F02C-97A8-ADC5-81ECD3A0843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2E6A75DF-3131-7D5C-5004-A8207ACE8AF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2E6A75DF-3131-7D5C-5004-A8207ACE8A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E5E36460-8A83-AAEA-59DA-0C0E37835501}"/>
              </a:ext>
            </a:extLst>
          </p:cNvPr>
          <p:cNvGrpSpPr/>
          <p:nvPr/>
        </p:nvGrpSpPr>
        <p:grpSpPr>
          <a:xfrm>
            <a:off x="4424843" y="5061434"/>
            <a:ext cx="508000" cy="512233"/>
            <a:chOff x="7035800" y="3716866"/>
            <a:chExt cx="508000" cy="512233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8E09BC4D-7EF8-143A-1DE9-FDB3D851F94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2F557775-278C-7CCB-0AA8-9679D2A1021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2F557775-278C-7CCB-0AA8-9679D2A102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2FBD99BD-AD05-0C72-33BD-639D171CB3DA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A9771A73-69EB-1044-BA88-B9BCDF3D7F3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F87DA595-8220-8378-9497-A51C229387F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F87DA595-8220-8378-9497-A51C229387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828369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0C1D5-4976-0B6F-2EDB-709226C58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40FF437E-842D-2E35-70C5-DE5B27773E58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26E7EC98-F1D7-40D5-E676-6E8E963F55B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9BC71F2F-293A-F3BD-7017-6B17EF88976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9BC71F2F-293A-F3BD-7017-6B17EF8897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3EC70A3D-A1E1-C10A-6588-003122ED250C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35CC3C5-6076-5DAF-FC73-81909017E71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D4749BAA-7912-1802-1915-755762EF969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D4749BAA-7912-1802-1915-755762EF96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F4FBAB5B-BC2C-C739-C3F2-81C355F7A365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6E67A31-6E14-130F-26DD-1B8EACB7937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10DC238D-AE29-B42C-4CD0-58D85965903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10DC238D-AE29-B42C-4CD0-58D8596590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61A4503-B046-D945-1842-503CFF021B28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E2B179D0-7D0B-4F48-5875-AB95685FDC9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B2EC4F82-2E2C-E180-3180-462F0408D8F0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B2EC4F82-2E2C-E180-3180-462F0408D8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8279AFE-AA04-62F8-7501-E3745EC908E7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66A0581-1453-4AC5-C9A1-E0F829C8A7B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5803A626-F9BC-DD16-0D6C-A2A6C0A8EDA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5803A626-F9BC-DD16-0D6C-A2A6C0A8ED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0219FE4-2291-7646-948A-6564C5C9ADA7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4FF5F074-364A-967A-85B8-65BF1274205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5673298A-D107-6D69-2930-6CFFE3C7D242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5673298A-D107-6D69-2930-6CFFE3C7D2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4FAD154-95C0-5B80-0C00-01ADD952195D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9C7DBBB-2E93-3C11-2931-BFE5915286E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28DAF41F-73E4-7261-5F47-D305EA973C4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28DAF41F-73E4-7261-5F47-D305EA973C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2980D9AA-1306-5B94-5F50-3A95B2CAAF75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1EA51009-0610-FEEF-6C33-ECB11DAF4F9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BA76A5B9-1744-C9DA-3506-3415502BBCE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BA76A5B9-1744-C9DA-3506-3415502BBC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4AA09AB3-BC27-A841-E974-79B38C19AC54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301B3A58-F1F1-2CB3-7A7E-BF8E1A3A9F1A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D756391F-D11D-10F2-E82A-9B7690635D0D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247E4AB4-8427-C93A-7C2A-F21784E38011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11A97B83-E185-FA72-92B1-FF594FB85105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11A97B83-E185-FA72-92B1-FF594FB851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A253B3FF-6186-4052-2D0F-4472758D89F9}"/>
              </a:ext>
            </a:extLst>
          </p:cNvPr>
          <p:cNvGrpSpPr/>
          <p:nvPr/>
        </p:nvGrpSpPr>
        <p:grpSpPr>
          <a:xfrm>
            <a:off x="7776633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7CBEDBF2-2534-6B83-0573-C2AF7EFD0BD2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A1D7DD53-E41A-81A2-1CD3-1DFD47D530BC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A1D7DD53-E41A-81A2-1CD3-1DFD47D530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4AE39049-6364-8F65-4E4D-EE3EFFAC5DC9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294F59AD-60BC-6482-A18D-8EAC9C2B014A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BE68E379-3B9A-78FB-40AB-72E3BBBDADE7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5A8CD953-67D2-2ACF-51D1-B037D591815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AA6DFF65-2B02-64F1-2699-7CA3527DCB2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AA6DFF65-2B02-64F1-2699-7CA3527DCB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3D10E16A-8E52-1BA3-15EA-F56BA17D41F0}"/>
              </a:ext>
            </a:extLst>
          </p:cNvPr>
          <p:cNvGrpSpPr/>
          <p:nvPr/>
        </p:nvGrpSpPr>
        <p:grpSpPr>
          <a:xfrm>
            <a:off x="4424843" y="5061434"/>
            <a:ext cx="508000" cy="512233"/>
            <a:chOff x="7035800" y="3716866"/>
            <a:chExt cx="508000" cy="512233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33D64463-57C2-6969-85FD-2166DB20F1B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C9A4D4F9-F982-18FA-9C14-B816FFC5D06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C9A4D4F9-F982-18FA-9C14-B816FFC5D0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8E69F286-6D46-19EF-2894-BB77E36D265C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7BBA8BC4-418F-71C5-A76D-B375FC31FEC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CA038B4B-A1E4-9C21-D167-E24804F266F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CA038B4B-A1E4-9C21-D167-E24804F266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932610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6079F-244E-F9C6-502D-07DC441A0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0E8C7D2E-B23C-DDD1-0763-925C2393CC1D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B75FEB08-AFC6-1ECF-E92A-F5C68C3862E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DF448112-39CD-A9AF-45CD-67D492F6355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DF448112-39CD-A9AF-45CD-67D492F635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F130C06E-C65E-525A-03CD-DBCA2FEFE9E5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3378562-B816-28A5-47D8-29298F653C9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F6D2706C-D6FA-3B05-FC80-E3E77E6BA44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F6D2706C-D6FA-3B05-FC80-E3E77E6BA4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41A2EA6C-5F46-C4D6-8B7C-5C42586DED6D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2345D88-26AA-F3E5-F8A8-BD862C6B5F9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FA45E59F-77BF-ADD3-A492-FBA0BC092A8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FA45E59F-77BF-ADD3-A492-FBA0BC092A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B6A2CCB-842D-E09D-FD3C-1DF7E80065F8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CA82FD-F07E-B3AE-26F3-EE77E11CE25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069A02D3-52A2-5560-79DC-B2639702FA9C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069A02D3-52A2-5560-79DC-B2639702FA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E4F367E-2EAA-CBED-D581-B8EFD2B74A1D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48CEF5F6-8D17-FF13-8DFD-4B2980FDF29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95E49189-23AE-038A-6623-5023EF3139D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95E49189-23AE-038A-6623-5023EF3139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D4DCAA44-7576-7CDA-0918-AC1902B96C25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5CEB1321-695B-5787-37F8-9FFE6F9ACDC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9287B1A5-3C8E-4CD1-AB69-5DD16AE1F95A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9287B1A5-3C8E-4CD1-AB69-5DD16AE1F9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B5A6953-0BE9-289A-2014-C2EC74D234C8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B18AA4F-8069-4A2C-4EDB-6233FA4B217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04EDFC2D-9CE9-8C1A-E1CA-A9C4DE34E91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04EDFC2D-9CE9-8C1A-E1CA-A9C4DE34E9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6544BA1D-94E4-A643-4167-B8050DC95260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21F0072E-FCE7-22A4-735A-C7F622145CE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8C19DBB2-DF47-FA9B-79EE-8A559AEA78A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8C19DBB2-DF47-FA9B-79EE-8A559AEA78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8D476A5A-0474-A3B0-01DC-01B2710FB5E6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9589D166-34E2-0A27-F28C-3900A286E538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4254C3ED-638D-3167-F581-B3C59319D0E7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638CBB31-7281-CD56-F91B-11E6F6C072D4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6B08A02-FE4A-9766-67E1-C86F2472FB09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6B08A02-FE4A-9766-67E1-C86F2472FB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F6C1B1C2-3BAA-1997-2837-5A7C31DA4B0E}"/>
              </a:ext>
            </a:extLst>
          </p:cNvPr>
          <p:cNvGrpSpPr/>
          <p:nvPr/>
        </p:nvGrpSpPr>
        <p:grpSpPr>
          <a:xfrm>
            <a:off x="7776633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B0BF065F-2E06-65DD-8D66-238C42C2C9DF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BFF4FF63-887D-62E4-17C5-A96F0CDA7D20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BFF4FF63-887D-62E4-17C5-A96F0CDA7D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BCC2F411-FFDE-E57D-64F1-E76144287E85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2393A792-243C-6667-66BE-F639E8464749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CC152D56-1040-5FB2-70F3-74A3900689FA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97EAF75E-539E-BA89-44FA-B7C6FE57145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FEBC80E8-7174-2CAC-DE93-9C6C2488F64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FEBC80E8-7174-2CAC-DE93-9C6C2488F6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51942D0C-3412-466A-8AED-03D7A71D78AF}"/>
              </a:ext>
            </a:extLst>
          </p:cNvPr>
          <p:cNvGrpSpPr/>
          <p:nvPr/>
        </p:nvGrpSpPr>
        <p:grpSpPr>
          <a:xfrm>
            <a:off x="4424843" y="5061434"/>
            <a:ext cx="508000" cy="512233"/>
            <a:chOff x="7035800" y="3716866"/>
            <a:chExt cx="508000" cy="512233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4921F58F-FA68-04BF-5AB3-A1A4A50C6C5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0B25D561-A861-3BD7-C46B-55A8DE05D02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0B25D561-A861-3BD7-C46B-55A8DE05D0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633AE717-0392-CA0B-A422-809F08F56F4B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7E9024CB-4251-5CCB-342F-F973841BB25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3317317-FDBA-9F0B-3A6B-2C77FFB8F52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3317317-FDBA-9F0B-3A6B-2C77FFB8F5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A7455332-05ED-E208-AEDE-A7B3AAD13C20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66B3718A-B873-CE6A-426A-CB7E172D0B8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57454236-29C4-1FF0-99DC-748A4A21C9F5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57454236-29C4-1FF0-99DC-748A4A21C9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50551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BABDE-6292-5FC2-782F-F012E8624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600DCFC1-D57A-9AB9-4C81-58CEA0A4A090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6D33AED4-7A81-38F1-EDCE-8098F417D67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9EBCB703-5B62-2AF7-7D76-0CD33EC8385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9EBCB703-5B62-2AF7-7D76-0CD33EC838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AD079C3-F3FE-7E57-001B-6C1D8A06266D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D0B7EC6-005D-7B55-DACC-2ABB1DEC857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3A0720B0-34BA-021E-43B0-FB36D0C760B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3A0720B0-34BA-021E-43B0-FB36D0C760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043BDDBC-F397-D0B3-8CC8-CCF49A42E3E8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45E9AF1-0FA2-B476-811A-A53CE8B9D10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D52E1386-E8CB-633A-8AA8-FDE5A9D2423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D52E1386-E8CB-633A-8AA8-FDE5A9D242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F1C2CB3-3325-3222-08D7-33A76A50C685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1A8F934C-C509-EBF3-4221-F0922735730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D3ED6F62-6C1F-2B1D-6BFE-C6514D4C2751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D3ED6F62-6C1F-2B1D-6BFE-C6514D4C27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54BDEBC-430C-8806-83AF-B74B3719B675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58A55367-B208-D515-30A3-4A2EFA65F58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9745574E-D906-9DCC-0BF2-63B4EA9C018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9745574E-D906-9DCC-0BF2-63B4EA9C01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C29F94E0-E148-B61D-81F9-12E6F9498BF7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8561DEFC-3CBB-71D3-B4DE-B7521BBD647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A0FB3363-5076-D298-33B0-8F6079ABFAA4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A0FB3363-5076-D298-33B0-8F6079ABFA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FF9427A-A5E3-488C-FBF6-830040553B7A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B17A927A-40DB-0332-8D63-F858429D7BA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9C02F212-B76A-6253-62D3-01B39C25F76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9C02F212-B76A-6253-62D3-01B39C25F7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5C7B19CF-F146-A0AF-A73C-8F3A5E46E899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2D29BE88-B786-14D8-4430-1EF7EBB59CE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66BF2318-0FC8-6DDB-F292-63152883088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66BF2318-0FC8-6DDB-F292-6315288308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41C393C1-8E9A-C0E7-F18C-7DA79F5629A4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36CD925D-4CB2-2BCE-CF4F-72CFC53F1B13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42640D55-4FB9-FC35-1700-AA59C0CE2D8F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F78FCB71-3B68-6D60-1A8E-433FA30F706F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5843A1D4-4AAC-2224-382B-9690EFCDF873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5843A1D4-4AAC-2224-382B-9690EFCDF8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0C5729AE-DC5D-0E33-16DF-EDCB877E8D10}"/>
              </a:ext>
            </a:extLst>
          </p:cNvPr>
          <p:cNvGrpSpPr/>
          <p:nvPr/>
        </p:nvGrpSpPr>
        <p:grpSpPr>
          <a:xfrm>
            <a:off x="7776633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E8B272D3-10ED-F4B7-2569-4978203C7C73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6586A5C4-C5F3-FFA3-FC00-61E0D5039D3E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6586A5C4-C5F3-FFA3-FC00-61E0D5039D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12783D73-A9CB-DCCF-55FE-C5E731F23367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13C363BC-4948-0B96-1C29-FFD01F7ABC8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BBA79040-71A0-514E-944C-EC086342CFB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BBA79040-71A0-514E-944C-EC086342CF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554C6D1E-DA88-63E2-1304-8A0FE10C924A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2BCFF5AC-6D52-9423-6F6D-EB01A8DDFD9C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6392C5FC-861B-E9A3-E59A-45F89B34542C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0F20B5E7-4B15-E982-06E8-92253691482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5A14350D-005F-D5E3-5C78-61333656522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5A14350D-005F-D5E3-5C78-6133365652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BEE09486-F9D9-A37A-854D-0C5D805A0258}"/>
              </a:ext>
            </a:extLst>
          </p:cNvPr>
          <p:cNvGrpSpPr/>
          <p:nvPr/>
        </p:nvGrpSpPr>
        <p:grpSpPr>
          <a:xfrm>
            <a:off x="4424843" y="5061434"/>
            <a:ext cx="508000" cy="512233"/>
            <a:chOff x="7035800" y="3716866"/>
            <a:chExt cx="508000" cy="512233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08220417-E752-F9B6-2A2B-A4AF06AB270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45A1D5C6-5E16-3AAE-0B38-E3DCCA8683E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45A1D5C6-5E16-3AAE-0B38-E3DCCA8683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3DCF5272-DA79-36CC-5F16-0E9FDF5C5FF6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0A4CD686-5FD7-5F4B-2FB5-EE526C48D30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BC1D2B3E-D69E-863D-DC88-70DB98EC5A4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BC1D2B3E-D69E-863D-DC88-70DB98EC5A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E245BF30-A345-A3F3-C0A7-B466896E63EB}"/>
              </a:ext>
            </a:extLst>
          </p:cNvPr>
          <p:cNvGrpSpPr/>
          <p:nvPr/>
        </p:nvGrpSpPr>
        <p:grpSpPr>
          <a:xfrm>
            <a:off x="5065303" y="5061433"/>
            <a:ext cx="508000" cy="512233"/>
            <a:chOff x="7035800" y="3716866"/>
            <a:chExt cx="508000" cy="512233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5136140E-D1F6-016D-16DB-BD35E2D3B14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F4BC975C-B1F2-3C9B-B973-1CF5F1B72E6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F4BC975C-B1F2-3C9B-B973-1CF5F1B72E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3654772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75241-74D3-4745-12AB-5553B376D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F45CB82E-86EC-6F07-AF27-34B17040B680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7FB91555-486A-3B0E-12FC-71AF29CE959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A3F9EFDD-22BA-15AF-3BD7-4DFFDA8BE76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A3F9EFDD-22BA-15AF-3BD7-4DFFDA8BE7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A61B8754-3E51-73DF-732A-922A5A1F1DD8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FF7295E-06AD-E31D-1A0A-72574BDC2DC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7EA5644D-A9F1-742D-7F7B-D2C9D8B1DED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7EA5644D-A9F1-742D-7F7B-D2C9D8B1DE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C4B4A2C7-0CDF-C9C4-F408-624A01C4096F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802C9F6-8EE7-5842-C8B1-8F08CECAC77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304A74B1-1228-D6F4-BE87-90EA476340B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304A74B1-1228-D6F4-BE87-90EA476340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FAD1228-4697-0EB6-68E5-4F8E58BE0B9E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980CF5A-062C-1ED6-642D-B44EFBFC620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AE065B8-F223-2B2D-36B0-D97A43DF61A8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AE065B8-F223-2B2D-36B0-D97A43DF61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D1033EE-CB3C-6044-B15C-D68A7354407C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0DCA6CC8-5F65-6066-38C3-688A5AA2F0E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0E026ECE-5599-E675-2213-E41319E34F5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0E026ECE-5599-E675-2213-E41319E34F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D6376C5-F668-67B6-A186-0262A1AFAE0C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CF360AAD-94AC-65A1-4E49-440C7D012A3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5EDB4FE7-5FC3-4748-48A0-83FFF4053DCF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5EDB4FE7-5FC3-4748-48A0-83FFF4053D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D3E6A271-207C-E32B-B421-51B0AAF8C78F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6E308F20-C493-DA30-9B21-8C221723681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34965B64-7DB4-E1F7-1034-EF92E87D883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34965B64-7DB4-E1F7-1034-EF92E87D88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D8222BA7-C2E5-76E3-48F0-6D3C2A797BD6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F0D4C7C5-3251-8ECC-B594-0A353B897FD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40DE0708-BBBE-0B71-A3EF-CC829C9EF78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40DE0708-BBBE-0B71-A3EF-CC829C9EF7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75677B96-5744-93A4-0BC3-B08C064E0253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37F12C5D-9C7F-3AF7-9D8A-737E9AE44185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EA48EC23-6558-8D43-D8D4-CC820A0952E2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2CFEC787-55C0-ACB1-E0DB-7E1CD2D8C1E4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677F2AD-27C2-B946-E1A6-4CAE1F003962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677F2AD-27C2-B946-E1A6-4CAE1F0039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E01C9AAD-CBC4-8E18-273D-16A24390F30C}"/>
              </a:ext>
            </a:extLst>
          </p:cNvPr>
          <p:cNvGrpSpPr/>
          <p:nvPr/>
        </p:nvGrpSpPr>
        <p:grpSpPr>
          <a:xfrm>
            <a:off x="7776633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824E68DA-7FC8-0189-CE85-668A95D05344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0918CDD5-DC30-5358-54C8-66B3622713CD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0918CDD5-DC30-5358-54C8-66B3622713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99E041F5-13F1-34C4-79F3-0385C80C9E17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15488080-8F89-4AB7-BCEB-A7C3E1B5060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5E15880A-22B5-6143-D0B8-19DC99D6DD3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5E15880A-22B5-6143-D0B8-19DC99D6DD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7DB92784-04A2-680C-389D-CA86C21C6E67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D10DE47C-86DF-FC4A-9212-9996D5AF4CD6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7CE7DC96-F344-5F0C-D15F-E25AA93C31D2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2D5B5644-477B-6DA1-9D9A-84BEAB5841F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A6382DB9-DFF1-EA20-35B8-EAB74FE5026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A6382DB9-DFF1-EA20-35B8-EAB74FE502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42453692-43EB-64BA-9D51-188507469199}"/>
              </a:ext>
            </a:extLst>
          </p:cNvPr>
          <p:cNvGrpSpPr/>
          <p:nvPr/>
        </p:nvGrpSpPr>
        <p:grpSpPr>
          <a:xfrm>
            <a:off x="3453820" y="5061433"/>
            <a:ext cx="508000" cy="512233"/>
            <a:chOff x="7035800" y="3716866"/>
            <a:chExt cx="508000" cy="512233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8FD24AC0-A507-076F-1D60-2672325BAA9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20FE6132-9977-1D9C-D6CC-0B5F8133FF4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20FE6132-9977-1D9C-D6CC-0B5F8133FF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C1F87899-1258-B5A7-52D9-9FECCA8235FF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DA4836AE-7553-D339-1C3F-5C88959B392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57311DD5-0368-1640-1C31-C37DDDF3024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57311DD5-0368-1640-1C31-C37DDDF302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7023A7AB-CC0E-B529-38C4-EFB82C3F3977}"/>
              </a:ext>
            </a:extLst>
          </p:cNvPr>
          <p:cNvGrpSpPr/>
          <p:nvPr/>
        </p:nvGrpSpPr>
        <p:grpSpPr>
          <a:xfrm>
            <a:off x="4389990" y="5061433"/>
            <a:ext cx="508000" cy="512233"/>
            <a:chOff x="7035800" y="3716866"/>
            <a:chExt cx="508000" cy="512233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30F0E0D7-AF31-06F0-2DFE-63B2479CFB6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87D282FA-5629-2C96-6A68-2392E7B4923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87D282FA-5629-2C96-6A68-2392E7B492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64389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2B2B8-3A23-BFFE-160D-4C941AB6C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F4556E71-B93F-9A9F-B8C6-398785164912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003B0DB2-1CDB-3F80-9529-C03BDCC0D15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8B0C92A6-C5B0-3422-EB0E-71662DDC2FB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8B0C92A6-C5B0-3422-EB0E-71662DDC2F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9DF7371B-53DA-DC22-B6E1-A75310F59A77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F199A48-4A03-AAB7-CEC7-0FB5A35FA3C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00FAFB23-3AAE-ABE0-AA47-C3916F28C0A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00FAFB23-3AAE-ABE0-AA47-C3916F28C0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1091B5B9-5D76-70C8-A70A-61899BF33124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8E4081A-726D-6CFC-BD8A-DB739A5AB3C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0586D569-B22A-672E-1E47-47A92461057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0586D569-B22A-672E-1E47-47A9246105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EAA237A-CEF5-B90C-9C98-796B81633DCD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A558BE6-90DC-B56B-EA73-5E9AF7B02C6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9BC004BA-AC67-6E9F-B4A6-667D566C475F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9BC004BA-AC67-6E9F-B4A6-667D566C47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41E4C86E-2C4F-752F-F67D-2FF91D17DD17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B5AAA2E4-CB7B-9093-93DF-BB84AE9F3E6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08B4250E-1109-AEBC-2057-F734F1BE4A2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08B4250E-1109-AEBC-2057-F734F1BE4A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ED80BEC-02CA-1CD9-CA5D-A9D04D27C860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B93F1100-535A-ADB7-E136-1D0A2BBB35E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792D0F8-6747-3E31-C242-80C999B352AE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792D0F8-6747-3E31-C242-80C999B352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29BD34F4-59D9-52F0-3E74-2DCFAA3CB662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CCF03E9C-B13C-185D-087F-B10E9A68F22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09EF1F45-DADA-8B1E-D8FB-555C13F47CA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09EF1F45-DADA-8B1E-D8FB-555C13F47C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F2A53A5-D9DF-5123-BE48-FE7B6784C3CD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B2868239-149A-0E6B-4D54-5A53BCBD5CD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725EED31-A18D-6ABC-6EAD-F7651A57FCF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725EED31-A18D-6ABC-6EAD-F7651A57FC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05945D7B-982E-F0FA-96F7-9B830E83775B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C9E75E64-C1B1-AF5D-E2CF-02722FC954A4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302375D2-8C2D-9D69-F6C3-12DE13826A66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4218DCD-CC0C-003E-4859-E0AABB099244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AF3DD2CE-B62E-7253-F50D-41D701CEAEC8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AF3DD2CE-B62E-7253-F50D-41D701CEAE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39C6B6DC-ABA3-A3EA-D077-8CAEBC8D9DAA}"/>
              </a:ext>
            </a:extLst>
          </p:cNvPr>
          <p:cNvGrpSpPr/>
          <p:nvPr/>
        </p:nvGrpSpPr>
        <p:grpSpPr>
          <a:xfrm>
            <a:off x="7776633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D1F28AD3-CA2E-3A18-B349-DCB9B0D7073F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B9E108A9-3C98-3EDB-FD74-77C2CDD640E2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B9E108A9-3C98-3EDB-FD74-77C2CDD640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5EE08A79-23CC-3DFE-FC72-8F9AEE81F9CD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A7D94E50-CA55-61EB-085A-A9A51A2503C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A8D06C54-D7E2-1E85-DA4D-E44A92A6A6B5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A8D06C54-D7E2-1E85-DA4D-E44A92A6A6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FDE29EE3-3978-8369-F5D4-270B60E0D2FC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A08F3242-3EB3-A047-3E45-691700F56F89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7AFBD766-882D-59AF-D35D-14667F346BF8}"/>
              </a:ext>
            </a:extLst>
          </p:cNvPr>
          <p:cNvGrpSpPr/>
          <p:nvPr/>
        </p:nvGrpSpPr>
        <p:grpSpPr>
          <a:xfrm>
            <a:off x="3453820" y="5061433"/>
            <a:ext cx="508000" cy="512233"/>
            <a:chOff x="7035800" y="3716866"/>
            <a:chExt cx="508000" cy="512233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B9D425D5-9E49-B257-868B-5EA9E298D4F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EA906CB7-EE94-BCB8-03B0-26B18271578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EA906CB7-EE94-BCB8-03B0-26B1827157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C2FAE398-3264-D14C-189C-98F3F933EEA8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BA99DA62-FBBA-180D-A311-1C33474E73A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FBD98E50-24BD-1BD6-2936-3C41F0E7803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FBD98E50-24BD-1BD6-2936-3C41F0E780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D3C9085A-262E-0A0D-DFA3-BFC594448A76}"/>
              </a:ext>
            </a:extLst>
          </p:cNvPr>
          <p:cNvGrpSpPr/>
          <p:nvPr/>
        </p:nvGrpSpPr>
        <p:grpSpPr>
          <a:xfrm>
            <a:off x="4389990" y="5061433"/>
            <a:ext cx="508000" cy="512233"/>
            <a:chOff x="7035800" y="3716866"/>
            <a:chExt cx="508000" cy="512233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F455E7D9-CE3B-6F64-2097-9DCFEA45C62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D9448B72-1508-FCDD-D12A-AAD17509F24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D9448B72-1508-FCDD-D12A-AAD17509F2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CF628AD1-6A5C-F1D6-FE6F-A8A4927C76C8}"/>
              </a:ext>
            </a:extLst>
          </p:cNvPr>
          <p:cNvCxnSpPr>
            <a:cxnSpLocks/>
          </p:cNvCxnSpPr>
          <p:nvPr/>
        </p:nvCxnSpPr>
        <p:spPr>
          <a:xfrm flipV="1">
            <a:off x="1981279" y="2637462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028FF22D-9CC7-36FE-B37F-D4910F2161F9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7AB4B6F6-26F2-7226-C6A0-C3E1C56915EC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6D9FE049-90C1-1A24-CCA8-165ED19233D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1F7EC44C-0E98-432C-12E5-9FBF458E8A3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1F7EC44C-0E98-432C-12E5-9FBF458E8A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9486883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9C5CC-AC93-6A65-44A6-24E0ACF7E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F9180ED6-86DD-A677-A2C0-F99A1C911EC8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82249888-840A-C445-777B-52722F984F3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CF697599-9884-FF03-24B3-D4FCEE02B1E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CF697599-9884-FF03-24B3-D4FCEE02B1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B82C43CE-390D-75CE-2E33-4B715488AD63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FC1A432-2863-C6CC-FE1D-2693B8969B5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1C3C94B8-07DD-09C1-AF8B-BEEC6D2F029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1C3C94B8-07DD-09C1-AF8B-BEEC6D2F02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9EFDDBF9-62F0-326B-1C30-DE4ECA2DB46E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36573E7-45B2-EE55-1335-7952B82B0FB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F13A7B00-07AF-7B9E-FA4B-275713548CC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F13A7B00-07AF-7B9E-FA4B-275713548C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FB78EE6-35AE-FA07-348A-C8141AC56F09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E5C44EF2-6548-BE2C-3705-8E4944F1E20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F6CF3AE7-BCFD-9340-7301-42A4648B5F94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F6CF3AE7-BCFD-9340-7301-42A4648B5F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57C8E7B-BDD7-D4EB-7D88-8136F5E39A3D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6FA5F36-AAC9-5547-002A-CD83B8FCCA0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EC4ABE38-A1E6-3162-53ED-3282B9CB355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EC4ABE38-A1E6-3162-53ED-3282B9CB35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36AA1B76-CE1F-3F0A-D905-F6326C8740F4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C936E1B9-5DBB-B34C-EE16-4694D000C82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DE28B192-FE0C-D078-9569-C243B629DAE5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DE28B192-FE0C-D078-9569-C243B629DA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EC3B10B1-5F0A-33EA-69DC-31F29E0A8E42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C4666BCA-E672-25D8-071F-A97BCA1E9C8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90D2BB32-8DD1-6D0E-F706-621F70F77BB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90D2BB32-8DD1-6D0E-F706-621F70F77B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18BBC5B8-EBFD-1A3C-7A20-F597E9CC10F5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C5EB86E-11F2-F1BC-0C77-1825FFA394B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5D0BBD4F-BB68-FAAF-9BAC-5570AC96EE1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5D0BBD4F-BB68-FAAF-9BAC-5570AC96EE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9556DF7D-E2D1-3607-ED15-3BFF2EB556D8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D2D68851-27AC-C81D-6571-DCE4E0C31DF5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63ADC7DA-77ED-C789-C728-8150BBF0B99C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065A9F2A-C294-B556-2D74-31660BBA25B2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8EA9E69B-F23B-3570-E725-80EC1B11A0F7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8EA9E69B-F23B-3570-E725-80EC1B11A0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B80E0342-661B-E01D-50BE-08E42E301FF3}"/>
              </a:ext>
            </a:extLst>
          </p:cNvPr>
          <p:cNvGrpSpPr/>
          <p:nvPr/>
        </p:nvGrpSpPr>
        <p:grpSpPr>
          <a:xfrm>
            <a:off x="8339668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005EA7DD-B6C7-DDDA-AF96-1C344F5E7703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E3758C91-996F-7E16-CE1D-5BCE90871750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E3758C91-996F-7E16-CE1D-5BCE908717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370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FCDC13BD-23AA-B694-D318-494238D50EC8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C9FEDBCA-7A46-214E-F99D-E111EBC2849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DACB4863-670C-EDB0-4F53-05A73BDF373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DACB4863-670C-EDB0-4F53-05A73BDF37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0975713C-5564-9373-55AD-13B687F5C4B5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40E29CA6-3F92-6776-9B52-2F017845C73B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43AF4E17-AB45-247A-F39E-848E87AB8EA7}"/>
              </a:ext>
            </a:extLst>
          </p:cNvPr>
          <p:cNvGrpSpPr/>
          <p:nvPr/>
        </p:nvGrpSpPr>
        <p:grpSpPr>
          <a:xfrm>
            <a:off x="3453820" y="5061433"/>
            <a:ext cx="508000" cy="512233"/>
            <a:chOff x="7035800" y="3716866"/>
            <a:chExt cx="508000" cy="512233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88211ACD-B7AE-5F6C-2F41-80E7B0C8836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6F07A601-68B4-3B40-1717-569756EED0D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6F07A601-68B4-3B40-1717-569756EED0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0DD0F88C-A6C9-881C-BBCD-0AF909770679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1D3F90CE-C059-865D-4222-495C0D6AF11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8B72B46-5949-C9F6-C418-C9A31DBB242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8B72B46-5949-C9F6-C418-C9A31DBB24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9C679E11-DA6B-526E-04E1-FF35ED1DE856}"/>
              </a:ext>
            </a:extLst>
          </p:cNvPr>
          <p:cNvGrpSpPr/>
          <p:nvPr/>
        </p:nvGrpSpPr>
        <p:grpSpPr>
          <a:xfrm>
            <a:off x="4389990" y="5061433"/>
            <a:ext cx="508000" cy="512233"/>
            <a:chOff x="7035800" y="3716866"/>
            <a:chExt cx="508000" cy="512233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BE89CCF2-5F38-C20C-07B7-059E909D314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AC5A0905-AA89-75B2-260B-1C963DAE5BD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AC5A0905-AA89-75B2-260B-1C963DAE5B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D9ED91CA-2FB9-5C63-0798-552B401A76B9}"/>
              </a:ext>
            </a:extLst>
          </p:cNvPr>
          <p:cNvCxnSpPr>
            <a:cxnSpLocks/>
          </p:cNvCxnSpPr>
          <p:nvPr/>
        </p:nvCxnSpPr>
        <p:spPr>
          <a:xfrm flipV="1">
            <a:off x="1981279" y="2637462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668A4588-75ED-7313-7C82-97E414C1FE90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88E9D373-2505-0F46-B4A4-D4231360B34E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BE32F3C9-736D-0D27-6D1F-777E44FD0AA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E51A3B8E-3E64-7730-414C-04EF68087EE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E51A3B8E-3E64-7730-414C-04EF68087E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19486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F0B9E-6266-7908-7962-2BB19109C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230A608A-3410-645C-B463-0ED3300D1464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A75D482B-C626-E282-0F55-CD7829D7708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71EE9289-DAD3-6BE7-301A-E1C18C2BB6A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71EE9289-DAD3-6BE7-301A-E1C18C2BB6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9965557-6BCB-21AA-4E87-F2010BE15AE8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6BEE2D3-7485-CB04-CB0C-6878D845896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C029228B-EC1E-A551-49E9-B34B9105665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C029228B-EC1E-A551-49E9-B34B910566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95341211-A95F-578E-52D5-1CA581C95BA9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DD32B09-15C1-4D38-0208-3664EA68387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387D151D-6045-26E2-D16C-A9EA405B157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387D151D-6045-26E2-D16C-A9EA405B15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89B760A-1294-FC38-A21F-5EF2E2F38894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30EE7471-3482-AFAF-0D0D-490769458EF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A4A336C3-C9D4-C807-9D3E-DF449FE44610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A4A336C3-C9D4-C807-9D3E-DF449FE446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8A3696D7-4538-695A-4D10-235EFE6AB8B0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B70300BE-4172-FF45-E890-A9D42E06A32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25422B7-4CD5-589F-C8A8-B565608CF67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25422B7-4CD5-589F-C8A8-B565608CF6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D41A1B6-F197-334E-43D1-94AF78900A2D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54BBE812-227F-4B89-2CBF-0A30872F746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B9A90BFE-A830-6FA6-8029-15BC61FFAB2D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B9A90BFE-A830-6FA6-8029-15BC61FFAB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6F9A0DA-5930-D5AA-3DD2-B70CE75BB5F5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31EFE26-3083-79F7-A6E9-943BD88F26B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0B887826-E1A3-0F35-D6EC-CA400AE1EFA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0B887826-E1A3-0F35-D6EC-CA400AE1EF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F8FBE48-7587-13F9-AC73-712CF4413CA4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32DEE787-080B-6DA9-6E88-FA3F39B8987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621463B9-6CF7-8CA3-7B17-6F5082E818A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621463B9-6CF7-8CA3-7B17-6F5082E818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D0A1C83-7421-4D2C-0D81-B9C12E84CD27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BB520E37-529B-457E-8723-794D3470C393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7A800F8F-57B5-83A4-5F4C-8E1B002E4E2F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935A0A96-416C-1A56-0F7F-4D9F959E6944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7854E82-B7DE-7D97-A4F5-B42D12EF5C56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7854E82-B7DE-7D97-A4F5-B42D12EF5C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F59FAA58-CFAE-28D9-3289-220433DD7D8F}"/>
              </a:ext>
            </a:extLst>
          </p:cNvPr>
          <p:cNvGrpSpPr/>
          <p:nvPr/>
        </p:nvGrpSpPr>
        <p:grpSpPr>
          <a:xfrm>
            <a:off x="8902701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EFA0F305-154D-5717-CE43-F1E45426A99A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BCD20C31-4BB9-BF5C-AA24-4658EFAEBA89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BCD20C31-4BB9-BF5C-AA24-4658EFAEBA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370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0424F84E-DC4A-2C30-E9ED-E0436D6803FB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A8FA32AA-28BE-3A4C-0B9B-67A31E8ADA0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BC97FBEB-1468-3425-422C-E44F8C3C313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BC97FBEB-1468-3425-422C-E44F8C3C31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F41F7F17-5DFE-F548-2EB5-297201AFC2D6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5528C62-A4D9-4265-8172-A9F817B419A8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93084EFB-31BF-53AE-45A6-88140FFA863C}"/>
              </a:ext>
            </a:extLst>
          </p:cNvPr>
          <p:cNvGrpSpPr/>
          <p:nvPr/>
        </p:nvGrpSpPr>
        <p:grpSpPr>
          <a:xfrm>
            <a:off x="3453820" y="5061433"/>
            <a:ext cx="508000" cy="512233"/>
            <a:chOff x="7035800" y="3716866"/>
            <a:chExt cx="508000" cy="512233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CC387188-11DE-0D76-9A66-8F8D8BB634E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21F9034E-6696-D6E8-FA61-C23093E4D8D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21F9034E-6696-D6E8-FA61-C23093E4D8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4FBC82DA-BD1D-FFCA-5DCB-AFBD9D6C55E9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4B0F9667-AFF0-065E-71D6-A3922FB0260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4CF6605C-A974-DFA8-7F37-C02E789B28F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4CF6605C-A974-DFA8-7F37-C02E789B28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8D2302F1-DC38-84F4-E063-AC5A85EC1B25}"/>
              </a:ext>
            </a:extLst>
          </p:cNvPr>
          <p:cNvGrpSpPr/>
          <p:nvPr/>
        </p:nvGrpSpPr>
        <p:grpSpPr>
          <a:xfrm>
            <a:off x="4389990" y="5061433"/>
            <a:ext cx="508000" cy="512233"/>
            <a:chOff x="7035800" y="3716866"/>
            <a:chExt cx="508000" cy="512233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F22A2C19-350A-21C6-92C8-E33598B0E15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FE28B810-3291-005F-08A4-7E0CFF12918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FE28B810-3291-005F-08A4-7E0CFF1291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8BC12EE2-8846-B3A1-D3A4-A89D6D001A56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8B94194A-FA8A-10B6-6BC4-10E14D63D701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70AB5B71-6822-4C13-4488-0A2FB92D891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4FB775A4-5AB8-DF48-0155-03E7D9E9F0E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4FB775A4-5AB8-DF48-0155-03E7D9E9F0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199462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00BCD-7FC8-193E-79CB-81DEF4E07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7F006F28-24BD-9172-5E92-C867F4562A55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77B2EB2F-7ACE-CDDF-A483-579B72564D5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71C36EA3-AD08-6DF7-A888-3D6C571587F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71C36EA3-AD08-6DF7-A888-3D6C571587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C6AB084C-1582-89DF-7964-1B34655ACF1E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1AB4951-C830-6E06-C16D-9B83D4BAC28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2F7037A9-72BB-BC0C-087C-7E0B91C720C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2F7037A9-72BB-BC0C-087C-7E0B91C720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62D4E420-50F0-FF82-9DA8-71D11DFDC40B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0F9AD50-31A9-B1C2-1E9C-74E6605ADC4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36B4DE73-1D46-2F41-199A-FF4485D5C5E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36B4DE73-1D46-2F41-199A-FF4485D5C5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A21B058-6827-F0EC-602F-86AEE4BFDCEF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9C2F501-2732-116E-A2DD-947F1AF72F2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B9E16025-B325-1CDB-AE23-856904DC4D81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B9E16025-B325-1CDB-AE23-856904DC4D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2D991676-EA5C-9BB4-CACC-FA52D9D5D4E5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A913845-7C17-8009-D428-7D9302524E8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3EC33F0-525A-AC37-CAB4-9344DD7AEDC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3EC33F0-525A-AC37-CAB4-9344DD7AED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D2BC85ED-1679-C0D2-AFF3-8F06B768E1DC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18A4DC7C-7D4F-0F5F-F0F4-7F532BFB719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83C6D084-E045-8BD6-5A33-6FC2ED019311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83C6D084-E045-8BD6-5A33-6FC2ED0193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9FFB7392-7A74-9BE2-4677-33CE085BC762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3A172C16-3BFB-8886-A40F-58645E523E4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1F2B0AC8-535F-CF10-0A3A-3C1E277DB46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1F2B0AC8-535F-CF10-0A3A-3C1E277DB4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56983B0D-473C-9063-013C-371476F98B82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ACFDD12-DCC3-26D9-1FB4-045127E0875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0A3562F1-1E52-FA2E-A7ED-05B94ADD3D1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0A3562F1-1E52-FA2E-A7ED-05B94ADD3D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6BE0E96-9AAE-7680-CA26-A8FD3411624B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65934E81-4AF0-7088-2E28-667FCEF10CD3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633C2AD1-A5B4-BAD5-E20C-81E25E2F8DC2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6073ACC6-B707-14AF-E839-1AA277955933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0DD8351D-926D-65A6-28E4-A74461CB3511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0DD8351D-926D-65A6-28E4-A74461CB35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DD762695-4AB2-5051-23EA-DF8116FF7D49}"/>
              </a:ext>
            </a:extLst>
          </p:cNvPr>
          <p:cNvGrpSpPr/>
          <p:nvPr/>
        </p:nvGrpSpPr>
        <p:grpSpPr>
          <a:xfrm>
            <a:off x="8902701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BE40310E-6BB6-02B7-A1CD-5132FBD44171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057E09EF-B794-2C1C-725E-D6EFF52F2B0C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057E09EF-B794-2C1C-725E-D6EFF52F2B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370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64CDBE7-4143-8678-B3A4-80F8890CAF40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3CBEA946-ADD1-BB50-857E-DCBBC6CBF5F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E5970053-A6E7-98EB-4A8F-1AF1DF55139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E5970053-A6E7-98EB-4A8F-1AF1DF5513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45A192D1-FD0D-43CA-9145-0D5E9A2008B5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512227E0-0330-6364-1BC4-3A8A4CD7B386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AE53EF15-48FA-4F1C-B11A-874FADE1E156}"/>
              </a:ext>
            </a:extLst>
          </p:cNvPr>
          <p:cNvGrpSpPr/>
          <p:nvPr/>
        </p:nvGrpSpPr>
        <p:grpSpPr>
          <a:xfrm>
            <a:off x="3453820" y="5061433"/>
            <a:ext cx="508000" cy="512233"/>
            <a:chOff x="7035800" y="3716866"/>
            <a:chExt cx="508000" cy="512233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565C92E9-5D7E-41E1-D0F2-CED9B9DFEB4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5917E1E8-25B3-D880-F430-EEF892B76CF5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5917E1E8-25B3-D880-F430-EEF892B76C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2C9FD8E7-2B27-6DEF-D28F-4DD48D5D9E85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DC5B5197-B468-139E-48AE-A7829F15F0C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BE2EEFA6-DAF0-A3FA-78A8-FE6F7CBB21E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BE2EEFA6-DAF0-A3FA-78A8-FE6F7CBB21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79835E56-99CA-C8C5-40F8-3D002D852F07}"/>
              </a:ext>
            </a:extLst>
          </p:cNvPr>
          <p:cNvGrpSpPr/>
          <p:nvPr/>
        </p:nvGrpSpPr>
        <p:grpSpPr>
          <a:xfrm>
            <a:off x="4389990" y="5061433"/>
            <a:ext cx="508000" cy="512233"/>
            <a:chOff x="7035800" y="3716866"/>
            <a:chExt cx="508000" cy="512233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902A125E-2F58-D8FB-C608-133D73679A5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DB36F234-5E22-104D-7B9F-4A381E4F543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DB36F234-5E22-104D-7B9F-4A381E4F54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E0D5FA4D-1ED4-D344-DB06-ECBC45B0273B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B6CE8889-1618-8B11-710F-471FC0A6AA81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3E2D5B20-501C-7DBC-1E67-BEA55EF466E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2F8C11AF-7DB9-36F7-9FCE-B521488523B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2F8C11AF-7DB9-36F7-9FCE-B521488523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43826C65-8B5D-E113-B0BE-0241311DEE75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19F67A8A-B649-5342-C144-2E669D6EC0B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110317BF-94ED-4CE4-893F-4953D32887F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110317BF-94ED-4CE4-893F-4953D32887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421022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93504-C2A6-2C0A-E292-D9C8D6543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F8CD4A70-BD31-0FC9-EAB0-1A31DD4AFBCA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4952A58A-7842-C689-872B-96DD701EE84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66C41DA5-2ADF-C43D-6979-AE2CF3705AD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66C41DA5-2ADF-C43D-6979-AE2CF3705A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C5318491-4784-6685-E7A6-063BC19E8191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831D2FB-9F63-B0A8-48E1-BBEDB0185D9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16AF2F2E-E421-D3BC-881A-B1044775D35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16AF2F2E-E421-D3BC-881A-B1044775D3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7F124E1F-70FF-FF30-BDEF-F0F410CFB60B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EB65AED-1320-DF45-7B8C-F931BEABA09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BC5ADB03-AF42-3836-36E0-5EBA730078C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BC5ADB03-AF42-3836-36E0-5EBA730078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E389B55-11D9-0E27-AB86-6C675DEA51B8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130A8568-083A-40BA-E7B2-257D57E9C68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41FAF0AD-F5F3-52F5-C94D-6A5798EEBF7C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41FAF0AD-F5F3-52F5-C94D-6A5798EEBF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92FFD85-00AC-2A4B-7E5E-CC021806C117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E69EBF6E-A13B-DBFA-DFC2-22E97BDE6CD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13A6185F-7AAC-7CBE-B8CF-70B454EAAC9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13A6185F-7AAC-7CBE-B8CF-70B454EAAC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3AD8E4DB-8453-C656-EEFB-D35B1ADD645A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3552BA3D-72D6-82A9-B7E2-6D97378C5C9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A1E715AF-9D2A-F01F-BA36-46A544B2EA38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A1E715AF-9D2A-F01F-BA36-46A544B2EA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E5FECE7F-1457-D4EE-76E1-EF6216F77EBF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A45378A-C1D0-A005-B65F-B018E3C0F3C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A3FD687-7B98-9E0A-8EBC-F758B60812A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A3FD687-7B98-9E0A-8EBC-F758B60812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FA40E47-10E6-A10C-76D5-621BAA2A23FF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67E5AD26-9311-C173-3229-CA1751B1A05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16D4AD08-CDB8-5AFC-ECEA-BB94F794B61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16D4AD08-CDB8-5AFC-ECEA-BB94F794B6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8EF7A0AA-4764-A030-16F8-81F912D874A5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974D5C81-4568-21BB-CCD2-26C6D57D240C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31C31427-C0BB-A61B-15E8-EE61B1036545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4CC9717C-1D76-0E65-277F-C0E875D52C77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E44D4F89-978D-E7C5-5469-3BF8E380745D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E44D4F89-978D-E7C5-5469-3BF8E38074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B14FA821-BFBF-068D-3F28-86BC39F05AD7}"/>
              </a:ext>
            </a:extLst>
          </p:cNvPr>
          <p:cNvGrpSpPr/>
          <p:nvPr/>
        </p:nvGrpSpPr>
        <p:grpSpPr>
          <a:xfrm>
            <a:off x="8902701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676EC437-EB75-2E93-800A-005F5E3A3FA0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E786F205-4ABD-966F-8321-BE620A4B4034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E786F205-4ABD-966F-8321-BE620A4B40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370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C6738469-194F-99CD-A120-1F0EC6568B15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01883987-80F3-A1F9-098D-DD6857720B2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0DAC7EE2-7EF6-FD57-44A8-E75C06789CC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0DAC7EE2-7EF6-FD57-44A8-E75C06789C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CF804B97-0016-0FF0-6E65-1D6150713367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61BF8C54-8A7A-3F54-8739-7156B2FBBABA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B036D366-9522-E8A0-8F0F-06D9D8BADE90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81E81B6B-97A9-AA4C-1714-F5130B22E71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22BA9A00-BD9C-FA6D-653B-00BFE8AFCCB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22BA9A00-BD9C-FA6D-653B-00BFE8AFCC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CE4B12CC-E9AC-BBF2-98E0-BC967DFC42F6}"/>
              </a:ext>
            </a:extLst>
          </p:cNvPr>
          <p:cNvGrpSpPr/>
          <p:nvPr/>
        </p:nvGrpSpPr>
        <p:grpSpPr>
          <a:xfrm>
            <a:off x="4389990" y="5061433"/>
            <a:ext cx="508000" cy="512233"/>
            <a:chOff x="7035800" y="3716866"/>
            <a:chExt cx="508000" cy="512233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FC53BDD2-A466-E69D-B398-EA82CA7AFAC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E2F9A512-7370-F236-FA17-05F49F7ECD7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E2F9A512-7370-F236-FA17-05F49F7ECD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20467968-668E-41FB-527B-80B36C47121F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B7CEA73D-F8E0-3878-F48B-8E79731A9202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4CCC1E21-4BC7-A3D0-F654-F5EF868CFB1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339ADA68-A8EF-3D5D-9D23-BAF7794087A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339ADA68-A8EF-3D5D-9D23-BAF7794087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094C361E-BF48-D893-2F6B-6E2C0F8206B8}"/>
              </a:ext>
            </a:extLst>
          </p:cNvPr>
          <p:cNvGrpSpPr/>
          <p:nvPr/>
        </p:nvGrpSpPr>
        <p:grpSpPr>
          <a:xfrm>
            <a:off x="4989006" y="5061432"/>
            <a:ext cx="508000" cy="512233"/>
            <a:chOff x="7035800" y="3716866"/>
            <a:chExt cx="508000" cy="512233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DCCB5510-A1E4-6AC3-6B67-BED83C8281A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BDDC1524-CC88-8B93-BBDB-61C14EECB84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BDDC1524-CC88-8B93-BBDB-61C14EECB8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33BA9A21-26EB-022B-4BCA-E224423D7D1E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242E8BBD-1D69-00A2-150B-24FA3568841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8110C16B-F29E-D514-2886-3684113B2F7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8110C16B-F29E-D514-2886-3684113B2F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78110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CC3C3-FF0A-D561-FCFA-4F625738E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D69D22FF-F195-8A0B-B700-C63DAFB589E6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5D01A5BE-8182-D11B-1385-840D10E5322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DEE8221D-BE4E-9033-953B-7FD8709BC14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DEE8221D-BE4E-9033-953B-7FD8709BC1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C2BE8FBF-5D52-7B89-9BC5-6F05056F694E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1B21D9B-2594-1D03-BDAB-29212AED51A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78E52F24-8EE4-A535-9070-652481D0C8E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78E52F24-8EE4-A535-9070-652481D0C8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CF8097FE-1EC3-355B-B0D9-813FE63CD569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4519C2C-F683-9CB4-C2DD-7412907B60B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C2341100-B0CC-91A5-E65C-10F13D827A8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C2341100-B0CC-91A5-E65C-10F13D827A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1E7A239-E294-CC28-8F1C-43AF1EF7C158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BAFC063-DBDB-3971-C024-A845C28A217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0495F147-4E93-5FB3-E9B4-23EAA15267DA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0495F147-4E93-5FB3-E9B4-23EAA15267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5124F403-E5F3-75F2-A628-AC3CE739BB70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73C00CBF-1D87-FDB6-0936-F5CE98AE1C7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87C21970-5D02-1DF0-73F9-3C2A9130047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87C21970-5D02-1DF0-73F9-3C2A913004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27156214-7F3B-3F4E-EB30-42143252D504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905D2131-E5A4-7875-848D-8BB54A95516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566245B4-1367-051D-F08D-4045EC64777A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566245B4-1367-051D-F08D-4045EC6477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2B797E51-3B56-EF6C-FF78-A1B06610D619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305D87AA-E997-FA3A-C55E-415762ECEC3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A2D0477A-2F68-2FE4-00E7-CA95CEE8AC7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A2D0477A-2F68-2FE4-00E7-CA95CEE8AC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73240F7-4F30-FDC3-92B8-5007DA516BD1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9FD27312-7859-284F-8443-2CE399AF50E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900458A7-D47B-6B2B-3694-36F5462F84A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900458A7-D47B-6B2B-3694-36F5462F84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97931697-B575-65B2-8358-B15CC6034698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40A7885E-A85D-59DF-EB93-80F858759B9F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07C61882-8F23-6A84-55F2-14E15FA45E4B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67E31D2E-5C40-FB48-367D-61472CB9A370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22C1308-1FB2-80AE-1F83-9E6EF533886F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22C1308-1FB2-80AE-1F83-9E6EF53388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72AD2AC1-FA6C-F936-F38D-2CF68DCB9A78}"/>
              </a:ext>
            </a:extLst>
          </p:cNvPr>
          <p:cNvGrpSpPr/>
          <p:nvPr/>
        </p:nvGrpSpPr>
        <p:grpSpPr>
          <a:xfrm>
            <a:off x="8902701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F34A8ECF-EAF1-29DA-1905-F99A1F9FC8FF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B4763407-38ED-80FB-1D29-ED068D26AA76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B4763407-38ED-80FB-1D29-ED068D26AA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370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DCBBE54D-CAF7-6E63-D3B9-6583FE20DDE9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03E75CE9-0CF0-4E6E-D459-963EACDF4DF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2CEEE2CE-C29D-7036-58B9-9F31392D7AA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2CEEE2CE-C29D-7036-58B9-9F31392D7A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6A5C7BB8-96D2-A810-9243-3E1CE2130E5E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FCA6E059-A15D-1B7A-82E2-75AD3A02F77E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D29AAE5F-5962-D230-9C3C-C3FC65439E47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D7C7E35E-3A46-6A86-4940-B11685FE280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058A77EC-E2F5-139E-0DDE-7900300F5185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058A77EC-E2F5-139E-0DDE-7900300F51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EB0BAA62-B735-D973-212C-5407BFB2C55B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BA0F026E-5AB7-6E68-EB4D-C14AC34D5FC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0E49344C-0B3B-DB4B-B89A-61B8391D4CA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0E49344C-0B3B-DB4B-B89A-61B8391D4C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22894914-8858-1227-A673-1C907480A4B2}"/>
              </a:ext>
            </a:extLst>
          </p:cNvPr>
          <p:cNvGrpSpPr/>
          <p:nvPr/>
        </p:nvGrpSpPr>
        <p:grpSpPr>
          <a:xfrm>
            <a:off x="3498848" y="5061433"/>
            <a:ext cx="508000" cy="512233"/>
            <a:chOff x="7035800" y="3716866"/>
            <a:chExt cx="508000" cy="512233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CEADA69E-EB0E-0BF0-DD06-CC44F4A29E9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04AC5005-D3DC-2C53-1FE9-60716182877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04AC5005-D3DC-2C53-1FE9-6071618287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0F03B0E2-EE57-D112-5B7B-A2DD1841C41D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078E7E12-8EF5-C5D7-B0ED-BCB0E4F4B387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CF165B4D-4DD3-2FF3-8229-E73EC034A32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8BEC4BEE-8007-D935-9EE8-DE575F57BC75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8BEC4BEE-8007-D935-9EE8-DE575F57BC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8D402BBF-B786-CB29-F5D3-F153657473BA}"/>
              </a:ext>
            </a:extLst>
          </p:cNvPr>
          <p:cNvGrpSpPr/>
          <p:nvPr/>
        </p:nvGrpSpPr>
        <p:grpSpPr>
          <a:xfrm>
            <a:off x="4333827" y="5061432"/>
            <a:ext cx="508000" cy="512233"/>
            <a:chOff x="7035800" y="3716866"/>
            <a:chExt cx="508000" cy="512233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FDC29A51-71DA-519C-C9B1-DF710349C4E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33651DC1-16AB-EBF9-659C-D11A8EA5144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33651DC1-16AB-EBF9-659C-D11A8EA514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212134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82BDA-DFFA-FD41-59CF-59DB35A1A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236421D3-84F8-48CB-6614-4A3E7451E148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F36345C0-B1D6-5C9F-3857-BBCDB45FA09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23E87986-DDED-3384-466A-BD8D135A4D1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23E87986-DDED-3384-466A-BD8D135A4D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C0824A13-AEBF-0609-7554-148307E79E3D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8EF33A9-0762-C090-8842-B328E1CD7DA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EFB14863-BD69-22F6-18BA-D7FFF097CAE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EFB14863-BD69-22F6-18BA-D7FFF097CA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C885450E-0F84-25EF-5189-405271CA83A0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1878ACE3-20BA-EE76-D29A-D2A6759541C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B83F486E-DFD1-90CD-7C2F-742AD4734FB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B83F486E-DFD1-90CD-7C2F-742AD4734F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1781BE1-F4FE-78A0-B155-82EEA79934D0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3E25592C-7C49-3D08-ACEF-5CA8068AD32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CF040BA8-BEDB-90D7-E8A6-AB1E278D6BBD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CF040BA8-BEDB-90D7-E8A6-AB1E278D6B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256BE1F7-9D33-F68F-30E1-20155E76D68E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5CEAE11E-AC52-6ABB-BE2B-B16D202E390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07F53DDB-55F3-9B74-D885-8F53C8FFAC3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07F53DDB-55F3-9B74-D885-8F53C8FFAC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AE1E039-40F0-188D-B8B1-A28181C59DDC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0E2BF2B5-0E45-388B-A533-0DFAF296E3C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F13C9E0D-4A81-0AE9-68F6-8D868BF6BC9D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F13C9E0D-4A81-0AE9-68F6-8D868BF6BC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9AD242BF-E17E-360D-A3BC-AC240F6B952E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C9093A62-213A-F737-3CEE-7CEEF9EAE9A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7B077E76-4FE6-EA8D-10F3-0394BFF4066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7B077E76-4FE6-EA8D-10F3-0394BFF406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2C3E668-0ECC-0F72-9651-BA2367C9789A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51D17127-4B53-AACB-00B6-0F878B8F522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2BE653E6-9A6E-1B08-5AA8-32DE3886B7A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2BE653E6-9A6E-1B08-5AA8-32DE3886B7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FCBC9872-2156-1626-C784-A3606BA6F15C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06BAFA60-5659-D302-62BC-5A1DB50D6ACB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D09BD738-DA98-7745-182D-3A82210C57CC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895F4230-1C15-F60F-8300-89257D245B5A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DE56DB1C-946A-6792-8BEB-76AC4E46770E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DE56DB1C-946A-6792-8BEB-76AC4E4677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73AEA662-AD55-9EC9-785B-1DA8C4B48F13}"/>
              </a:ext>
            </a:extLst>
          </p:cNvPr>
          <p:cNvGrpSpPr/>
          <p:nvPr/>
        </p:nvGrpSpPr>
        <p:grpSpPr>
          <a:xfrm>
            <a:off x="8902701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2759E8E5-C327-5220-CF28-66B0AD744549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C8CA100C-A16C-C3E4-70AD-441897E41614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C8CA100C-A16C-C3E4-70AD-441897E416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370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B7BCE5BF-D052-36A5-C6B6-AEF24FCD33F7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FA3EADA5-029B-9067-78B5-D473AC25D08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3E269D25-C4BC-D814-B333-25EDE9E831E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3E269D25-C4BC-D814-B333-25EDE9E831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29B18580-C942-193D-253B-54EB2302BBC4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B95F36D6-FA1E-017B-CB50-716EA5DE0A72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3F7E5BA7-5048-25E9-9B89-3753498D6C02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4D941A8C-CF43-280D-3A18-79CD8CDF4F8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5AFB2B64-5490-61AA-6F4B-45A43308828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5AFB2B64-5490-61AA-6F4B-45A4330882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689CFFD1-D75B-436A-EAB4-87BACF0D1028}"/>
              </a:ext>
            </a:extLst>
          </p:cNvPr>
          <p:cNvGrpSpPr/>
          <p:nvPr/>
        </p:nvGrpSpPr>
        <p:grpSpPr>
          <a:xfrm>
            <a:off x="3498848" y="5061433"/>
            <a:ext cx="508000" cy="512233"/>
            <a:chOff x="7035800" y="3716866"/>
            <a:chExt cx="508000" cy="512233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AB86E363-4F90-C3F1-F8F8-0E877DCB23B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F8B62565-324C-4957-E11F-8CC4DA06C7E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F8B62565-324C-4957-E11F-8CC4DA06C7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A1AEDA5B-4892-EEBC-F6E8-6438A22CAA14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6117E802-5C8E-6AF8-9AED-680CC6D9B148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CA597EC2-E15C-B4DE-2BCC-C493B9FAD18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7352404F-F3C6-58C3-596D-30F11C63D79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7352404F-F3C6-58C3-596D-30F11C63D7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D51C2BBA-1791-1C09-3F18-F006F1800CC9}"/>
              </a:ext>
            </a:extLst>
          </p:cNvPr>
          <p:cNvGrpSpPr/>
          <p:nvPr/>
        </p:nvGrpSpPr>
        <p:grpSpPr>
          <a:xfrm>
            <a:off x="4333827" y="5061432"/>
            <a:ext cx="508000" cy="512233"/>
            <a:chOff x="7035800" y="3716866"/>
            <a:chExt cx="508000" cy="512233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C402352F-7356-1EE2-914E-B55E9503B84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4671C6F2-6B2A-BFD5-B415-268989BFA44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4671C6F2-6B2A-BFD5-B415-268989BFA4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6564CCA7-0739-6653-C2C8-148CABDFE8F4}"/>
              </a:ext>
            </a:extLst>
          </p:cNvPr>
          <p:cNvCxnSpPr>
            <a:cxnSpLocks/>
          </p:cNvCxnSpPr>
          <p:nvPr/>
        </p:nvCxnSpPr>
        <p:spPr>
          <a:xfrm flipV="1">
            <a:off x="3573611" y="2631062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04EE2E0C-594C-B3B3-B75F-564DC61D519A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D06DF415-5074-2165-ADE2-1CBBFBB95F0D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9954F30A-5215-68A6-C8DE-C17FBEEF3DF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D877AAA5-5509-60BA-C2E5-7679E7F24A35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D877AAA5-5509-60BA-C2E5-7679E7F24A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844111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CCEEF-89D9-BA1F-67CC-35C7E3110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877AA6DF-4670-B866-3C6E-C81033C7B279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606314EE-9DAF-72FA-9176-CEC214AC06B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0D10B8E9-F79E-7E02-004E-8016AA9508C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0D10B8E9-F79E-7E02-004E-8016AA9508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0F445038-46AB-A75A-8404-6293BC2230F1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8EE31EF-E8EC-5843-5CF5-C9B8A34BAEE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F3B34F87-8A24-3B7D-2E31-25756F8B321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F3B34F87-8A24-3B7D-2E31-25756F8B32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1DDD15E3-FB31-A268-7D3B-8BC3B39032B7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0792D16-70ED-F77B-F5FD-7687F071654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D0BBB29C-3F9E-5391-2865-7B78ABF17E8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D0BBB29C-3F9E-5391-2865-7B78ABF17E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1FA487C-9772-F6FD-CE02-EF1CFF2C7C95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03C55E1C-2361-6932-D430-C9FD3A2254C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94DC5940-B64B-7F4D-E27C-4E2EBEE70589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94DC5940-B64B-7F4D-E27C-4E2EBEE705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44E05501-A9C9-0671-A612-6249D889A012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D7C2809-823B-72B5-DEFC-153E044B3D1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D5F5D5F1-68D1-33B6-60CA-DFC23F1ED62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D5F5D5F1-68D1-33B6-60CA-DFC23F1ED6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24D44EB-3853-1876-020A-5EE445DFFA8C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A4072A60-8EC3-1B4B-8020-677D717B5B8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2B78E96E-2848-34AC-A9E6-070F0F2DF77F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2B78E96E-2848-34AC-A9E6-070F0F2DF7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C7BDA68D-6956-9A3C-E1CC-308251876361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B3C6BB0-777E-417E-D08E-420BCB0AF17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1869B56C-D164-997F-74AE-546398B4D67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1869B56C-D164-997F-74AE-546398B4D6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74DA2CFF-A3B4-DEE3-C4C6-BD261C9E1CC8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F31B3BBD-9AE0-CE8C-20D5-B0959EBE5FE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38749D40-5087-55DF-D521-EA09BBC6E8C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38749D40-5087-55DF-D521-EA09BBC6E8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FD8FF24A-79F3-790C-323E-712E13BD356F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A41E4B66-8C6D-66B2-C12F-09C980810D97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288894D0-77C7-978A-8981-C7A76906DF17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37C7B398-A271-AE7C-05B1-FD6808BA3A3B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5C2262E7-78BE-A151-7868-3A3D4861BC4A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5C2262E7-78BE-A151-7868-3A3D4861BC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A0FC90AC-AD63-AD40-82D3-63DACE66D0D7}"/>
              </a:ext>
            </a:extLst>
          </p:cNvPr>
          <p:cNvGrpSpPr/>
          <p:nvPr/>
        </p:nvGrpSpPr>
        <p:grpSpPr>
          <a:xfrm>
            <a:off x="9465736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A986D5EF-CD30-5100-279C-F53174B0FCAC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36C3E3EE-D908-0911-2E1B-862A3D194366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36C3E3EE-D908-0911-2E1B-862A3D1943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707EB4F8-C479-9A23-C969-63ECA240C506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E2754A8B-224D-1ED8-920B-E88C3339DB6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33387E35-8888-A404-D044-E165D5817B6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33387E35-8888-A404-D044-E165D5817B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410C0388-F4C4-8055-293A-3BE46FD66202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8C77B145-7362-5AA3-72C7-E1D32EBFCEAA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19969EF3-33F4-3573-4847-2875AD88B7D1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0BB37E00-E7D7-5925-326A-203CF73DDAB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D0A50FBB-B98E-DC5F-014D-A1098A378AD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D0A50FBB-B98E-DC5F-014D-A1098A378A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DD78E2BF-0222-92A1-FA39-2C6564663C74}"/>
              </a:ext>
            </a:extLst>
          </p:cNvPr>
          <p:cNvGrpSpPr/>
          <p:nvPr/>
        </p:nvGrpSpPr>
        <p:grpSpPr>
          <a:xfrm>
            <a:off x="3498848" y="5061433"/>
            <a:ext cx="508000" cy="512233"/>
            <a:chOff x="7035800" y="3716866"/>
            <a:chExt cx="508000" cy="512233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3660BFFF-D82C-A7A7-CADA-1C782B601C9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BB3DDCF2-4CC5-EB31-0B83-EC5966B03A9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BB3DDCF2-4CC5-EB31-0B83-EC5966B03A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C0267924-8E68-6785-C7FD-C35D975A9467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6A18872B-2608-6383-29EE-1168C1D1D1B6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F89735BE-6E4B-BB67-15A1-0CEB4C91316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DEEE4AAA-4F24-5539-9837-4A762E31156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DEEE4AAA-4F24-5539-9837-4A762E3115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A2F7981B-AF89-59DA-7718-137E0F4B546E}"/>
              </a:ext>
            </a:extLst>
          </p:cNvPr>
          <p:cNvGrpSpPr/>
          <p:nvPr/>
        </p:nvGrpSpPr>
        <p:grpSpPr>
          <a:xfrm>
            <a:off x="4333827" y="5061432"/>
            <a:ext cx="508000" cy="512233"/>
            <a:chOff x="7035800" y="3716866"/>
            <a:chExt cx="508000" cy="512233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11809D6C-3551-4F48-B31D-848B0287574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283D257E-6558-9B04-5B2D-7AC71A5F033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283D257E-6558-9B04-5B2D-7AC71A5F03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7D6B9E68-7229-2021-3A87-32D8BB00CB9E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D4760FFA-0CD6-B3DC-AAC8-C616B35EC1AF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CF7649ED-01CB-0EDC-1A18-5D717BC2496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4217C7F2-72FC-989F-5FB4-532D727DAD9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4217C7F2-72FC-989F-5FB4-532D727DAD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113332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42B96-40A0-087B-C60F-070DE8E8E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DD0EC724-D723-1BF8-50B7-C0CD1CB77DC5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BB1411B7-618F-00A2-8401-9E232B7758D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D05D4C0D-C3DB-C585-C9EE-6F463543E4B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D05D4C0D-C3DB-C585-C9EE-6F463543E4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98D19B36-2443-CBAB-530B-DFFA66A8B268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ACB1D36-67CF-D9FE-817C-AA125C698D6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425F1A94-443F-DF0B-96D5-F7856992E77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425F1A94-443F-DF0B-96D5-F7856992E7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CF77EDFF-8966-2D86-F3D2-E8F0AEC783D0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81141A62-0F1B-F143-75F2-389333FED13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2C1C2CD2-F435-D1D0-2C04-6560237C21B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2C1C2CD2-F435-D1D0-2C04-6560237C21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A677354-64D7-EA15-C9B8-77D4170973FA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E8E0FAB3-FBB5-419B-E28C-304ABC7A2ED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FE3AAF4B-3C07-B693-1DA0-9AE9396A4B6B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FE3AAF4B-3C07-B693-1DA0-9AE9396A4B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2AE8DC05-1125-1603-9C69-2C135AED15B7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2A43982-F9BD-D7A0-8F69-58210B6CE9A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75BC871-19BF-3A1B-6BD9-B162C99F584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75BC871-19BF-3A1B-6BD9-B162C99F58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76240A6-ABB8-9A2E-27E8-2DD6A1E9F28B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93E7CEF0-CF1B-1E4F-ABFA-9FEE8AC12D1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1BF2542C-ECBB-7EEF-34E9-7ADE464D57C5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1BF2542C-ECBB-7EEF-34E9-7ADE464D57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49F7CEBE-0429-7C05-3DBB-14A43AB5EF72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853842ED-7AEF-BA38-2468-0432BE36141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874B0603-4C15-7DAF-2821-343C9B4E416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874B0603-4C15-7DAF-2821-343C9B4E41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D982D7F-36F6-86B0-46BE-FF88ACA6CB72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6BF482A9-8E2A-307D-4731-EDF8D4A9138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3BDCD0E2-FF9B-6111-C8BC-D6C1B77D2D0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3BDCD0E2-FF9B-6111-C8BC-D6C1B77D2D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60756042-ED75-2272-9E54-B16DBC8EEEF1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DA39C9AF-FEE8-D498-5B22-34F5ECA390A0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64E95EA1-8DC9-C468-0A37-43A0197D201F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381AE0B4-0A32-87D4-43A9-BD45962A6884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94FDA27-21CF-6BDB-5861-004D9A32A3D1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94FDA27-21CF-6BDB-5861-004D9A32A3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B89068D6-4D3B-9793-C585-BBA04194A3A5}"/>
              </a:ext>
            </a:extLst>
          </p:cNvPr>
          <p:cNvGrpSpPr/>
          <p:nvPr/>
        </p:nvGrpSpPr>
        <p:grpSpPr>
          <a:xfrm>
            <a:off x="10013742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AAB19B70-9E85-9096-6E90-17EC10B6D1C7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7061EDEF-5F36-641D-98FA-5C86AC8A0CC0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7061EDEF-5F36-641D-98FA-5C86AC8A0C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E788D114-D6BC-4A4E-653A-803F14D3F4EC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AC9BA9DF-056A-4F41-A774-6DB7C016D83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6643E8D1-5C5A-FA24-44DD-206442DA2D0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6643E8D1-5C5A-FA24-44DD-206442DA2D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2C4921ED-63BF-65B2-4BB3-EBD7B2F85A73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18D5580F-8106-E0AD-D012-3C064359B068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658C6ECF-AA84-D7C4-CF1F-19836B4502A8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28B63148-5CEB-3919-854F-3CE74571640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27C767E9-D9A1-9EBB-BE68-E5BA6729F53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27C767E9-D9A1-9EBB-BE68-E5BA6729F5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C34DD98D-1173-F490-B44C-3383413C3CD8}"/>
              </a:ext>
            </a:extLst>
          </p:cNvPr>
          <p:cNvGrpSpPr/>
          <p:nvPr/>
        </p:nvGrpSpPr>
        <p:grpSpPr>
          <a:xfrm>
            <a:off x="3498848" y="5061433"/>
            <a:ext cx="508000" cy="512233"/>
            <a:chOff x="7035800" y="3716866"/>
            <a:chExt cx="508000" cy="512233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7D605002-F963-F511-F8A3-959FDBABC96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DAADCFF7-6DCC-C024-BC71-D129B2FB6D4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DAADCFF7-6DCC-C024-BC71-D129B2FB6D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51C8F4C5-F9F1-1159-968C-1D2FDF709DE0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2EE0097C-C4DA-642F-8137-496A02003220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1A744072-1A3B-AF91-F56E-E7A6B4DCECF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E3E88DFB-27DB-4DB8-0250-59F4CA7EA9F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E3E88DFB-27DB-4DB8-0250-59F4CA7EA9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3C296A63-9D20-377B-C460-65CD38393570}"/>
              </a:ext>
            </a:extLst>
          </p:cNvPr>
          <p:cNvGrpSpPr/>
          <p:nvPr/>
        </p:nvGrpSpPr>
        <p:grpSpPr>
          <a:xfrm>
            <a:off x="4333827" y="5061432"/>
            <a:ext cx="508000" cy="512233"/>
            <a:chOff x="7035800" y="3716866"/>
            <a:chExt cx="508000" cy="512233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46874D63-B21B-2918-503D-C577ED454FB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69B5E9C2-2884-5A05-FC59-59587A405B0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69B5E9C2-2884-5A05-FC59-59587A405B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BC6707BA-230F-C826-5785-4D515AA05D34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A87BC20B-A2E3-0FB0-D5B8-BC1226227118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C10C6E86-EE5F-211F-4336-1F3F65E3101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2D9B72B8-6C24-DF30-8024-AC28C2F6E72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2D9B72B8-6C24-DF30-8024-AC28C2F6E7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6704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03C0A-0F12-3778-2EE0-DA730C09C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F75CC72E-3BD0-3394-4F6B-816CDF22F0F0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46144EA-5BD6-4495-B6F5-046D7B2C8DA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994032E5-F3A8-A374-9963-DB885952CB7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994032E5-F3A8-A374-9963-DB885952CB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03C99054-4176-232D-2FFE-DEE9C7E29DE3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1553028-CBE1-D23D-07A1-7CAA9E65C06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03001095-E7AF-D931-8B4F-F7C88EE81EF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03001095-E7AF-D931-8B4F-F7C88EE81E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004AFC0C-FF54-939C-D290-A224C84A5596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2BC4AE7-D499-D8F7-0115-DE92B3AD8B1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AA73B07A-F0F9-7E2F-A609-E31E249872D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AA73B07A-F0F9-7E2F-A609-E31E249872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AE2051B-09BC-AFC2-0B26-B560DE55B38F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01C374F-A97C-EEBD-45DB-58E597EB369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1B6E1DD1-45B9-4A72-FC03-0EF450452F69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1B6E1DD1-45B9-4A72-FC03-0EF450452F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C67DBF6-5856-2CE9-9B6D-D73CF80B32E4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59560E11-3D02-B2CB-8637-4B736871914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666460CA-27B9-3A51-1FF2-44A951AE814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666460CA-27B9-3A51-1FF2-44A951AE81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21EC4540-BEB1-296A-73C7-E08579A0225D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2B548D91-5489-E65F-0CCE-34351BA74FA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A11AAD40-BDC6-F154-91BE-85D812AD2FEE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A11AAD40-BDC6-F154-91BE-85D812AD2F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B8A178F5-A6D7-BB7D-B734-94CD480B77C0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88068709-6887-EF5D-26C8-6BBAF207D8D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919D7732-B5E1-A46D-817E-B758233990F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919D7732-B5E1-A46D-817E-B758233990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5523F4D0-5B97-4278-51EE-E972BEA5AF12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90D4EA7-FA9D-33AE-5730-23392C58A8D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CE332B43-7750-D0F4-658A-F0AF359BDA4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CE332B43-7750-D0F4-658A-F0AF359BDA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2A9F48F-A825-E142-DE56-C288FFCF1529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BEC49FC0-9CB3-7B26-2D3B-2CCDEED363A4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D3F6B0B1-BD96-83B7-C62A-9C629899517F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E49BDEDF-FED6-0A54-F0D3-B05B0DBF8B77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5096F46-A0E6-626E-6114-4E5E06D2C5E7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5096F46-A0E6-626E-6114-4E5E06D2C5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B3730FED-36C2-3CB2-B680-2C4C291CFC3E}"/>
              </a:ext>
            </a:extLst>
          </p:cNvPr>
          <p:cNvGrpSpPr/>
          <p:nvPr/>
        </p:nvGrpSpPr>
        <p:grpSpPr>
          <a:xfrm>
            <a:off x="10013742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F1C97586-DC53-FBFE-6E0F-125B3A75FDC1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07E954B6-4AF6-C9F5-87A9-714110F1F7B5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07E954B6-4AF6-C9F5-87A9-714110F1F7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7CFABB5A-26E3-4811-0348-CA64331757AD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4F785D70-2143-0969-F261-049A7E8FE0F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4FDF92A-731F-8441-747C-1E609063401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4FDF92A-731F-8441-747C-1E60906340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3581BEBF-4410-5BD1-7ED5-FC0907B64712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9A32A6B6-0D65-E7C8-F5EF-97EFF60ABE72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342D6D5D-9CE0-76DB-C669-DEF6DBB0EBFA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5ABAC342-E5B1-AFF6-68CE-4BD5283DAA4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57FE0892-178B-F24A-5D6B-E5EFAFFDACD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57FE0892-178B-F24A-5D6B-E5EFAFFDAC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A5CCFC69-9E77-71AD-9083-30CF0FF05B6F}"/>
              </a:ext>
            </a:extLst>
          </p:cNvPr>
          <p:cNvGrpSpPr/>
          <p:nvPr/>
        </p:nvGrpSpPr>
        <p:grpSpPr>
          <a:xfrm>
            <a:off x="3498848" y="5061433"/>
            <a:ext cx="508000" cy="512233"/>
            <a:chOff x="7035800" y="3716866"/>
            <a:chExt cx="508000" cy="512233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CBA3EA03-3D04-17A9-37B6-A541757BE43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A877D82A-9FBA-A4CA-B524-CF877C85245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A877D82A-9FBA-A4CA-B524-CF877C8524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DC1F5419-6568-3CD2-60CF-2216825DB1E0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C452A274-F1A6-2C4C-83E8-3F0A43272650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AD336C0B-6490-5D6E-328E-4AF9FFB8AF7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CE1B3736-4625-33FA-70DC-29ECA251290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CE1B3736-4625-33FA-70DC-29ECA25129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8753D834-229E-BCC9-BDFF-7E579DE4ABF0}"/>
              </a:ext>
            </a:extLst>
          </p:cNvPr>
          <p:cNvGrpSpPr/>
          <p:nvPr/>
        </p:nvGrpSpPr>
        <p:grpSpPr>
          <a:xfrm>
            <a:off x="4333827" y="5061432"/>
            <a:ext cx="508000" cy="512233"/>
            <a:chOff x="7035800" y="3716866"/>
            <a:chExt cx="508000" cy="512233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4A8E9528-A653-C03D-B89D-72EA9D6C4B3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3D243D9D-E46C-DDAE-4E55-8C379CF67E0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3D243D9D-E46C-DDAE-4E55-8C379CF67E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368E5C7D-6999-4338-4E44-A3DE61A6A412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4C06D7DB-BF96-C4CC-AC4E-BC45E9EAD213}"/>
              </a:ext>
            </a:extLst>
          </p:cNvPr>
          <p:cNvGrpSpPr/>
          <p:nvPr/>
        </p:nvGrpSpPr>
        <p:grpSpPr>
          <a:xfrm>
            <a:off x="4019887" y="3314700"/>
            <a:ext cx="508000" cy="512233"/>
            <a:chOff x="7035800" y="3716866"/>
            <a:chExt cx="508000" cy="512233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EFCA98C9-167B-9489-946A-D5C6EC477D0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098F3A06-A493-DBE3-F76E-A1EB22CC542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098F3A06-A493-DBE3-F76E-A1EB22CC54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395BA1D2-7DF7-D841-312C-8DCC394DD287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E024FD29-F67D-723B-325C-8E477C302A5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A0CBEE7D-0AD7-70FE-DD88-4BD1D4E359E5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A0CBEE7D-0AD7-70FE-DD88-4BD1D4E359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1876654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F1E93-32E1-D357-4929-4CB2B9E2D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6BE1AB8A-6CEB-6C42-7395-1B6D2CA22116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2811F4F5-165D-1E1B-828C-93BD4DEB3E8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C29DDFC8-9243-BB1B-EB87-5DE2E6881F6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C29DDFC8-9243-BB1B-EB87-5DE2E6881F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AA5660EA-BAC3-DAD1-5EBD-385FD5686EBB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F00A27B-A7CD-1469-AE76-A0C0604CA27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3AF7C28B-B974-A002-B348-326753C86BB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3AF7C28B-B974-A002-B348-326753C86B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2D1D843D-AF0A-6338-A76B-760AE37393BB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28102BE-1024-7A3D-091D-508039FA5D2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4314D15C-89AA-FC1E-105E-65F9EF4A497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4314D15C-89AA-FC1E-105E-65F9EF4A49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B44F842-4D02-F849-C9D2-7A6340C8558D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CA80C09-9BC7-EE6E-1C4F-E143095BD54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1F2BD8D-3288-85E7-A23C-CCCF39BB2B09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1F2BD8D-3288-85E7-A23C-CCCF39BB2B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47B4E385-10E3-53B8-1911-8DC671CF48FE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7B181221-5F0C-A38D-3970-67EE6ABA692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D7DB8B18-D308-550B-0E5C-CAD37E0378C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D7DB8B18-D308-550B-0E5C-CAD37E0378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BDC0AA95-1D24-5EF8-71A9-73ED713EF945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9DE814F5-214F-C233-AC79-AB919CDDE3D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70A0AEC4-263F-5C51-2112-70AF228DC014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70A0AEC4-263F-5C51-2112-70AF228DC0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27127D84-6705-B317-C3C4-0182902C9821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DCEEB42F-C4CB-C6CD-63F1-D9EAF6DB231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73346B53-1E94-B401-A722-2F3C1F20525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73346B53-1E94-B401-A722-2F3C1F2052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4CAA365-AB36-3FF6-3A2E-007947C68BEC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B89F36BE-8082-9389-9593-BEEC3D84EE1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FE213D0-6E20-F52D-A85C-00E8CB5A105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FE213D0-6E20-F52D-A85C-00E8CB5A10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214E8E09-D79E-7228-EB76-99F669021A8C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F17F3C3-107F-370A-3A94-83A9A8C9BA78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D05ECE78-0585-1BAB-905E-C7BBAFBF0178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66A0B260-926A-58C0-5D13-241B34147783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9AB75529-ADFB-DD98-937D-675D441FBCE0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9AB75529-ADFB-DD98-937D-675D441FBC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DBB9285B-AC87-0234-7574-7F8FB75236DD}"/>
              </a:ext>
            </a:extLst>
          </p:cNvPr>
          <p:cNvGrpSpPr/>
          <p:nvPr/>
        </p:nvGrpSpPr>
        <p:grpSpPr>
          <a:xfrm>
            <a:off x="10013742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898C62D1-83DB-7D8C-E98B-2C3D9737704A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21288481-FBC9-56ED-6E63-5E73ECBB1DF3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21288481-FBC9-56ED-6E63-5E73ECBB1D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62F652F6-AF63-2348-3F47-B313205D62FC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BDD3225E-9C1C-C627-1A13-2EA48C665DE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93EB6793-B0BC-50BB-BAEB-17CA4B256A1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93EB6793-B0BC-50BB-BAEB-17CA4B256A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C7419915-BCA5-B0C5-0117-F8AB4E9E3C7A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917B3119-D7D3-C7ED-5BE6-3E7D90FB876F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1457950A-BC16-3CB1-5A59-653B5737CBA0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022C3DEF-FFC7-D031-0807-71EDA7A28DC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7F485B43-6E9D-244C-DD67-01A1A6689DF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7F485B43-6E9D-244C-DD67-01A1A6689D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7A55B584-35A4-0C41-AE66-0E4A96B987BF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0BC35956-57CE-1059-2D48-70007106D131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AFA5D633-D981-B691-5CC4-6686D97CE1D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E99FED5A-9985-FEEF-1E60-34CF8F653B5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E99FED5A-9985-FEEF-1E60-34CF8F653B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1EC0A1E9-1B90-FA5E-44A4-1F6F9597202D}"/>
              </a:ext>
            </a:extLst>
          </p:cNvPr>
          <p:cNvGrpSpPr/>
          <p:nvPr/>
        </p:nvGrpSpPr>
        <p:grpSpPr>
          <a:xfrm>
            <a:off x="4333827" y="5061432"/>
            <a:ext cx="508000" cy="512233"/>
            <a:chOff x="7035800" y="3716866"/>
            <a:chExt cx="508000" cy="512233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3319FE08-3A20-7E14-DA81-406091ADB02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1EA24386-BC9B-5D75-2C02-1EC43C77ECC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1EA24386-BC9B-5D75-2C02-1EC43C77EC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28317E1F-2940-EBC8-A174-49FAD02A9DD5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111C22AF-8BF4-B192-C497-4FFDD7216E87}"/>
              </a:ext>
            </a:extLst>
          </p:cNvPr>
          <p:cNvGrpSpPr/>
          <p:nvPr/>
        </p:nvGrpSpPr>
        <p:grpSpPr>
          <a:xfrm>
            <a:off x="4019887" y="3314700"/>
            <a:ext cx="508000" cy="512233"/>
            <a:chOff x="7035800" y="3716866"/>
            <a:chExt cx="508000" cy="512233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414471FF-6EB8-CDB1-64A8-A7A877E2C37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F5CC1316-6450-8AAC-A9E9-08A3E447908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F5CC1316-6450-8AAC-A9E9-08A3E44790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8324E84B-A89F-0526-BFE8-7894DB033F88}"/>
              </a:ext>
            </a:extLst>
          </p:cNvPr>
          <p:cNvGrpSpPr/>
          <p:nvPr/>
        </p:nvGrpSpPr>
        <p:grpSpPr>
          <a:xfrm>
            <a:off x="4973436" y="5061431"/>
            <a:ext cx="508000" cy="512233"/>
            <a:chOff x="7035800" y="3716866"/>
            <a:chExt cx="508000" cy="512233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7DB66926-E294-B569-1226-4AB59DF3B54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808802C0-9089-894D-543F-45D62A4CC05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808802C0-9089-894D-543F-45D62A4CC0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F53B3FAF-FCB3-47A7-2941-A759C8AF0545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C055A43E-03D0-186B-9694-E5292386236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AAEDD27E-207F-B1F7-0504-D2419D527E1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AAEDD27E-207F-B1F7-0504-D2419D527E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570913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79C25-8C4B-14BE-DECF-6ACE16BD4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77F0DB35-120C-A96B-4195-D8A8E6D3ECA9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ABDBDAB0-047D-7833-01A1-128C24278B9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8C9EC623-5B5A-CDB4-D869-7FD48665DB0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8C9EC623-5B5A-CDB4-D869-7FD48665DB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85AAC87-F36A-0D1F-8C76-341291B30434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E0DE45E-1DA3-ACA6-AEC5-EEC14E0005F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C167E438-3D90-3F38-25E7-730BC7B4DED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C167E438-3D90-3F38-25E7-730BC7B4DE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C6DCA270-8829-D4F5-5EDF-96362C8F28BD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69EF37E-FBC6-7AFC-0670-C92F5FA3D7F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76A51E8D-617D-AA7E-D449-EA741CFE1DE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76A51E8D-617D-AA7E-D449-EA741CFE1D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5330EAA-08FF-9691-5C73-8687F9C9B262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37C4E68-7DE4-1E0F-8A0F-B41D4EF7F8B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B7082AEE-2FF3-9533-AB36-564FCDFC702C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B7082AEE-2FF3-9533-AB36-564FCDFC70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421D70B-F01E-4542-4178-5681AEC7A4C1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85A5563-6799-9BEA-C283-E28FEAD56EF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60772AB3-0E77-7BC1-7A65-3C3BBFF3992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60772AB3-0E77-7BC1-7A65-3C3BBFF399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D3F05E92-CC87-4500-9B0C-FF9B90292378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D758BEFF-97E5-BBB2-7AA2-A7E5BC76ABC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3D0A5211-52FF-D9C4-3B9D-D988D1573B59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3D0A5211-52FF-D9C4-3B9D-D988D1573B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6464F4D-63E2-9F99-67A8-6C68A97F4F39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800B32ED-0FFD-BBBD-B818-E96CF5A61CA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DE6DE093-E921-A9F0-3344-5DE05C77E5C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DE6DE093-E921-A9F0-3344-5DE05C77E5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DC40CA5-CC98-8506-26D8-326E1E71A062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6860F63-BA1F-EC6E-A49D-0B15138D33C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1242A349-FCDC-9BCE-D171-2DD1C015869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1242A349-FCDC-9BCE-D171-2DD1C01586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2E3A098E-ED35-765F-C8A4-F6AA8F30E863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6FBE4720-E84D-8F8A-1490-D327E10F882B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1EB6A635-C79C-1A34-A266-FE6531EEB1B4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08D311F5-F304-9384-EC6B-9A09C3A6B577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5D453D06-92E8-03FF-16C0-47A30595FD88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5D453D06-92E8-03FF-16C0-47A30595FD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7395E989-D11C-6B03-51CB-5A765266F3F1}"/>
              </a:ext>
            </a:extLst>
          </p:cNvPr>
          <p:cNvGrpSpPr/>
          <p:nvPr/>
        </p:nvGrpSpPr>
        <p:grpSpPr>
          <a:xfrm>
            <a:off x="10013742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8D855ABB-6825-B077-9DEF-5D0257368C0C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086B512B-74A7-C652-AB8D-529B61A05045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086B512B-74A7-C652-AB8D-529B61A050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3DE45A35-FC9F-0483-D461-DE724608EAA1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8844A59B-F247-A4EC-26E8-03D7AC62F30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36D16F6E-E279-16F7-FCF0-1313A59D928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36D16F6E-E279-16F7-FCF0-1313A59D92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577C5710-5BD8-BA34-DFE7-299A87328F10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F5F4B8DC-EBB7-0F40-89AD-3E22A1FD48EF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DAC55AF0-9305-ECFC-383F-C7C6734E7596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554AAD3C-5AC6-1746-EACA-0B556D66D19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88215B2C-733E-D58F-2771-E3C932338C3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88215B2C-733E-D58F-2771-E3C932338C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45BF9053-64C2-8E1F-DAD2-EF620130EF7D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5716D97C-D726-F853-5013-73F85777812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9089FE00-A7A9-D74D-5E76-90CD773428B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9089FE00-A7A9-D74D-5E76-90CD773428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517A4C2C-5E3A-0066-E016-416D224F83D6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FF4A38D4-CC38-562B-D3E1-D6B018CE2EF8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C9B93D84-5C93-F283-C42C-41A85034183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520AD54E-79B8-80D8-C104-E8FEFDAA6FC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520AD54E-79B8-80D8-C104-E8FEFDAA6F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BCC1C6B8-EB63-FFAA-2331-FEE389509B76}"/>
              </a:ext>
            </a:extLst>
          </p:cNvPr>
          <p:cNvGrpSpPr/>
          <p:nvPr/>
        </p:nvGrpSpPr>
        <p:grpSpPr>
          <a:xfrm>
            <a:off x="3525787" y="5061432"/>
            <a:ext cx="508000" cy="512233"/>
            <a:chOff x="7035800" y="3716866"/>
            <a:chExt cx="508000" cy="512233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397E7CA1-3D44-08A7-3282-42AA4BA8CE4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DACB5AA0-8EA1-B8C7-4432-C847920E02A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DACB5AA0-8EA1-B8C7-4432-C847920E02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4DEB5F30-BD65-39B5-95EA-212280F0F235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92C7CDD3-6065-1D95-3DE8-6C5D80574BED}"/>
              </a:ext>
            </a:extLst>
          </p:cNvPr>
          <p:cNvGrpSpPr/>
          <p:nvPr/>
        </p:nvGrpSpPr>
        <p:grpSpPr>
          <a:xfrm>
            <a:off x="4019887" y="3314700"/>
            <a:ext cx="508000" cy="512233"/>
            <a:chOff x="7035800" y="3716866"/>
            <a:chExt cx="508000" cy="512233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BBC31A4C-FDDF-FF41-B64F-08F2335CCFB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C3ABABCB-3DDA-9F3F-E953-BCC7B502BE0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C3ABABCB-3DDA-9F3F-E953-BCC7B502BE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034F3DBB-6A1E-CD2A-239A-79B253854E84}"/>
              </a:ext>
            </a:extLst>
          </p:cNvPr>
          <p:cNvGrpSpPr/>
          <p:nvPr/>
        </p:nvGrpSpPr>
        <p:grpSpPr>
          <a:xfrm>
            <a:off x="4382012" y="5061431"/>
            <a:ext cx="508000" cy="512233"/>
            <a:chOff x="7035800" y="3716866"/>
            <a:chExt cx="508000" cy="512233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BB19F078-CD2A-D0AB-2D9B-A6BD8AE9247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098E66F6-0816-79ED-BDBD-7AD5E14F3D4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098E66F6-0816-79ED-BDBD-7AD5E14F3D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1058114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C7D99-611E-2BD9-E04D-A3F19CFA1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ABE680C7-E78E-DCA1-E979-E2E50DB27AC9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81A8E7C6-D4C4-0F47-59BA-1E646F085D7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65329A53-60D1-D88D-5A30-8ADB7B45937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65329A53-60D1-D88D-5A30-8ADB7B4593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0B82A112-C790-581E-F478-B1B373DB7037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1F7D784-A639-2D56-A28E-F49959A9742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4F0A4B4C-22F1-42A0-922E-BC74C30E40E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4F0A4B4C-22F1-42A0-922E-BC74C30E40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79400CBA-68A5-5465-29A1-B36A1B34FEC4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B7C1D86D-E85D-F9BD-CD69-622344811D6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0BBD8FDF-B496-DEE1-008A-C8208139BBC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0BBD8FDF-B496-DEE1-008A-C8208139BB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BF1377F-D302-8E85-6A7B-1A00C9E94978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DB847AF-8433-1FB6-12CB-8D7E88B39AB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B9067378-4FA9-7581-6B0E-6C9082B8B96C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B9067378-4FA9-7581-6B0E-6C9082B8B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C42CCD3-7F5C-F7DB-6E3C-94154BBE22E7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79D09DB-0139-4E03-3037-4078A71B839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46ADB53F-CA77-2A61-9DD4-46A3E6A53C35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46ADB53F-CA77-2A61-9DD4-46A3E6A53C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45F71E2-8C54-0EE2-15CE-8C7B5F8E1669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2906CCBD-D844-E5E8-FB11-A1BE2FEA292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D7167BA7-3E65-3B4B-0E25-427A194F65AB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D7167BA7-3E65-3B4B-0E25-427A194F65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C4C4FDA6-4149-39E6-FA5A-F87C3D7ED53E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B6F13460-65ED-3A58-101B-ABAA0EFD318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983207C-51DE-0406-655E-E6D730FCF44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983207C-51DE-0406-655E-E6D730FCF4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F9B85DC-924F-4542-7352-FAF21A0D5A61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BC5AC00-92AF-9E42-FEDA-E5D194D2AC2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B3849F6B-3FC3-97C2-C72D-7827064144F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B3849F6B-3FC3-97C2-C72D-7827064144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AA7B67E1-57E0-3964-AB12-DC01BDBA02BB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078CB7BC-9117-89C0-A8B4-F328F251243D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9D68C94D-380D-4DF8-B6B1-4B9306ACCBF8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BEC15D87-83A6-1D75-C34F-50DE97938C68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9D90C0E4-EAB7-A1B6-05CF-783A598E6CDA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9D90C0E4-EAB7-A1B6-05CF-783A598E6C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86C69482-8A83-4757-66AA-5B64CF8F9280}"/>
              </a:ext>
            </a:extLst>
          </p:cNvPr>
          <p:cNvGrpSpPr/>
          <p:nvPr/>
        </p:nvGrpSpPr>
        <p:grpSpPr>
          <a:xfrm>
            <a:off x="10013742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B4401057-3466-28AC-CEEE-A92014995133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F45EB5FB-C534-76B0-FC0E-F6DF04CC8769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F45EB5FB-C534-76B0-FC0E-F6DF04CC87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80A6D17-3E32-F5DE-D227-5564C8E9EC30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5DFB13C4-3749-B6BA-37F2-967BB2098D8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9D70E104-4E34-F982-8772-9DD4C46E43A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9D70E104-4E34-F982-8772-9DD4C46E43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FAF2444C-E080-3DCE-6D59-EC1336B8CADB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6868334F-FA5B-E673-FA64-B83106E42893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FAAC3C2F-5517-6278-0B34-275A5806F8D1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23B72121-4803-28CD-F680-009ED8ABF08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4F44D5A0-4FBF-9D9D-80E3-962DE14FED3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4F44D5A0-4FBF-9D9D-80E3-962DE14FED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AE3D46CB-FBBA-E148-E1E5-9DDA539970CA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1BDE9C0D-07F1-ACB5-6E89-3C2771B26FE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4D9F72CB-23CF-2A01-B25A-64EF9F52CBA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4D9F72CB-23CF-2A01-B25A-64EF9F52CB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5BD38FFB-5D57-8B0D-1686-571A4244A514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A70E1822-CC4D-F03C-F5EB-6050C31A375A}"/>
              </a:ext>
            </a:extLst>
          </p:cNvPr>
          <p:cNvGrpSpPr/>
          <p:nvPr/>
        </p:nvGrpSpPr>
        <p:grpSpPr>
          <a:xfrm>
            <a:off x="3525787" y="5061432"/>
            <a:ext cx="508000" cy="512233"/>
            <a:chOff x="7035800" y="3716866"/>
            <a:chExt cx="508000" cy="512233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85FD2E59-FCC0-2319-6A91-8505AC60C74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4C75668B-173F-D185-E015-1A32CF8DB0A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4C75668B-173F-D185-E015-1A32CF8DB0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6C50D905-331A-9BCE-64B6-8B9FB6E08941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0D6DA644-0AA5-2AD2-CC4D-33566AB5913C}"/>
              </a:ext>
            </a:extLst>
          </p:cNvPr>
          <p:cNvGrpSpPr/>
          <p:nvPr/>
        </p:nvGrpSpPr>
        <p:grpSpPr>
          <a:xfrm>
            <a:off x="4019887" y="3314700"/>
            <a:ext cx="508000" cy="512233"/>
            <a:chOff x="7035800" y="3716866"/>
            <a:chExt cx="508000" cy="512233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0F2CF252-71C7-FE2D-A11C-8FE70813A88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915AC01A-BC64-6BEB-43EF-E8C38C3E3E6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915AC01A-BC64-6BEB-43EF-E8C38C3E3E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E3E6E985-0DE2-106D-F314-412062A82C0E}"/>
              </a:ext>
            </a:extLst>
          </p:cNvPr>
          <p:cNvGrpSpPr/>
          <p:nvPr/>
        </p:nvGrpSpPr>
        <p:grpSpPr>
          <a:xfrm>
            <a:off x="4382012" y="5061431"/>
            <a:ext cx="508000" cy="512233"/>
            <a:chOff x="7035800" y="3716866"/>
            <a:chExt cx="508000" cy="512233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D1FA8005-95B4-8319-31F5-7A3BD80D16C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7E2C591A-5A38-8472-584F-8940CFA9E19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7E2C591A-5A38-8472-584F-8940CFA9E1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A437411B-056B-BECE-7859-B4A4C1537585}"/>
              </a:ext>
            </a:extLst>
          </p:cNvPr>
          <p:cNvCxnSpPr>
            <a:cxnSpLocks/>
          </p:cNvCxnSpPr>
          <p:nvPr/>
        </p:nvCxnSpPr>
        <p:spPr>
          <a:xfrm flipV="1">
            <a:off x="2370266" y="3826933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CEFC8086-D9F9-4DB9-8B89-0A17F77EB66E}"/>
              </a:ext>
            </a:extLst>
          </p:cNvPr>
          <p:cNvCxnSpPr>
            <a:cxnSpLocks/>
          </p:cNvCxnSpPr>
          <p:nvPr/>
        </p:nvCxnSpPr>
        <p:spPr>
          <a:xfrm flipH="1" flipV="1">
            <a:off x="2695764" y="3820533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5A8DE228-3861-D7F7-7A64-DAA89D9D13D4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592FA955-7D81-DA54-78E8-40ECC22E47E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E65405E4-A826-BCC1-8FA4-0CBD6F610F0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E65405E4-A826-BCC1-8FA4-0CBD6F610F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8016635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9C6DA-63AD-E171-2459-2C56F7F2F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D4311213-FBA6-AA33-331A-1AD1C3E2C6E1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C238A2A9-B900-FB1E-6D53-C56E9ECB335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919E858E-D91D-16EC-F3B5-CF99E04D0A0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919E858E-D91D-16EC-F3B5-CF99E04D0A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92FED0B2-3402-5359-9055-A54071859F8E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8535EEF-CC1B-8535-1A27-CF496A95C7A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8A47D95C-46B8-DB25-A3BA-17FEDAF3B06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8A47D95C-46B8-DB25-A3BA-17FEDAF3B0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A91D6A53-C1B5-02FD-D593-684C22B57F35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E85FDF0-2659-3793-D26B-DAA4F559E8E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99BBBC34-4C14-60D3-AB60-D67CF6DD72A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99BBBC34-4C14-60D3-AB60-D67CF6DD72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E5D365A-1E1C-8960-71F4-E0E774638483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856374E-2B5A-F8F4-6B0B-FD81F63024A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9E930AAB-7DFB-DA3A-44D0-DD97EAC37415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9E930AAB-7DFB-DA3A-44D0-DD97EAC374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F9DEF7E-EB5F-B427-69BD-7EDC67E2B058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64880430-A252-8930-ADB6-615D046F6DD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02ACFDCD-6EF3-0962-6F59-65739D19D4D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02ACFDCD-6EF3-0962-6F59-65739D19D4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970DB0D-5FA5-E089-3E9A-214A64A0836B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68FF5176-A9A8-2A03-EB18-DDFB061986F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ECB161CC-B3A1-E5C4-FA90-E2A03CE6069A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ECB161CC-B3A1-E5C4-FA90-E2A03CE606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0439BAC-B9D2-57C3-CE9A-0528C08C3113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6E4ABC15-CB2D-66B9-2D09-FDC2DA28098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0A6394B1-6AC3-3272-17F7-E9A4F003B71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0A6394B1-6AC3-3272-17F7-E9A4F003B7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BD4072B0-1DD5-AFEA-B930-0084383AA2F2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0134924E-B94D-90CD-EA70-C11E3C97F8E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504E27E8-D458-B79C-24DF-C12053FCDE8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504E27E8-D458-B79C-24DF-C12053FCDE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4AECC57A-E3C0-FD80-D27B-1C824BD425BE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FD4780D6-CE5C-9071-D337-229828FE739D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EDF9DFA2-452E-E4F6-F401-47C4BBDAD562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0AB158CD-840E-BA60-5D7E-649961213388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B5BD9080-5AE2-3CC0-E78A-E59634744591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B5BD9080-5AE2-3CC0-E78A-E596347445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79EFA1F3-2D68-916E-5F06-4B72A78C3C00}"/>
              </a:ext>
            </a:extLst>
          </p:cNvPr>
          <p:cNvGrpSpPr/>
          <p:nvPr/>
        </p:nvGrpSpPr>
        <p:grpSpPr>
          <a:xfrm>
            <a:off x="10591803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163E9C17-D77D-7554-6270-7AC43E61DF36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1F3F4EEA-F698-9122-C63D-75A16F07143C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1F3F4EEA-F698-9122-C63D-75A16F0714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566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7E7255AB-06F6-A7C3-C52A-72441C2AA373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328E521F-CC27-0608-FC1B-6F95BF3E53C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5EF9B847-E546-D185-5668-B2BEB850D2A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5EF9B847-E546-D185-5668-B2BEB850D2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F58B0D72-F257-D4AD-AC22-0FD9AC50C73B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7964F8B-C183-BE62-F4AD-5C03D2835D90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46C46D2D-D2B4-D8CC-152A-EA35B4D615DD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F14D17C2-B637-A096-E9DE-BDD0AFAF18E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1D07A092-6E7E-4152-4D4C-AE8249C1C6A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1D07A092-6E7E-4152-4D4C-AE8249C1C6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A13F89EE-8697-5D8C-B1AC-0E110B2542DE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957478D2-75D0-1929-8944-A735DFB5205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5C00E79-60A7-B636-FBF0-73B8A6F98A8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5C00E79-60A7-B636-FBF0-73B8A6F98A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57DC8E59-8A94-4073-A878-158C03181FEF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E0D98837-86F2-268D-51D9-EC17BAA67EEE}"/>
              </a:ext>
            </a:extLst>
          </p:cNvPr>
          <p:cNvGrpSpPr/>
          <p:nvPr/>
        </p:nvGrpSpPr>
        <p:grpSpPr>
          <a:xfrm>
            <a:off x="3525787" y="5061432"/>
            <a:ext cx="508000" cy="512233"/>
            <a:chOff x="7035800" y="3716866"/>
            <a:chExt cx="508000" cy="512233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F9061E77-ACBC-5A4A-410E-0563AE713CE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A46CCB53-A250-7BD0-B95F-47EE02B279E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A46CCB53-A250-7BD0-B95F-47EE02B279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55031ED3-F00F-415C-7EA5-F07834756371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F9A9B77E-3700-8B1D-7D8D-1B168D60CE8C}"/>
              </a:ext>
            </a:extLst>
          </p:cNvPr>
          <p:cNvGrpSpPr/>
          <p:nvPr/>
        </p:nvGrpSpPr>
        <p:grpSpPr>
          <a:xfrm>
            <a:off x="4019887" y="3314700"/>
            <a:ext cx="508000" cy="512233"/>
            <a:chOff x="7035800" y="3716866"/>
            <a:chExt cx="508000" cy="512233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F0B1BB52-AEB7-5182-CFF4-B1D02076A74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EFEF7F00-584C-5F26-A64A-9177E981894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EFEF7F00-584C-5F26-A64A-9177E98189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527D240D-FE4F-E93C-D2D1-0D23B0246663}"/>
              </a:ext>
            </a:extLst>
          </p:cNvPr>
          <p:cNvGrpSpPr/>
          <p:nvPr/>
        </p:nvGrpSpPr>
        <p:grpSpPr>
          <a:xfrm>
            <a:off x="4382012" y="5061431"/>
            <a:ext cx="508000" cy="512233"/>
            <a:chOff x="7035800" y="3716866"/>
            <a:chExt cx="508000" cy="512233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ABEBAEE0-6AA4-554E-C1AB-D036DC5C736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24C630D4-03B2-B592-E90C-9298E57EA4E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24C630D4-03B2-B592-E90C-9298E57EA4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17DF07C2-685F-E5DF-FF04-7A3296A0B837}"/>
              </a:ext>
            </a:extLst>
          </p:cNvPr>
          <p:cNvCxnSpPr>
            <a:cxnSpLocks/>
          </p:cNvCxnSpPr>
          <p:nvPr/>
        </p:nvCxnSpPr>
        <p:spPr>
          <a:xfrm flipV="1">
            <a:off x="2370266" y="3826933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EC50C2C1-2092-5C6C-8B32-B7FDF7D1C475}"/>
              </a:ext>
            </a:extLst>
          </p:cNvPr>
          <p:cNvCxnSpPr>
            <a:cxnSpLocks/>
          </p:cNvCxnSpPr>
          <p:nvPr/>
        </p:nvCxnSpPr>
        <p:spPr>
          <a:xfrm flipH="1" flipV="1">
            <a:off x="2695764" y="3820533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06122685-B5ED-59CB-7656-9AE7824F7A2E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EC77E16D-4956-26FC-A005-2A9710067DB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0ACC4B19-87B0-45CC-A0DC-E51020DEE02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0ACC4B19-87B0-45CC-A0DC-E51020DEE0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905180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7C0FB-F382-F4FF-A656-91EA2916C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7FE7DF38-6213-78CA-B852-BC4F9ECFF0D8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55B88EE4-4561-39C9-6AF9-65F5B6F863A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4A300F2B-3E7A-C21D-FD34-BB40083593B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4A300F2B-3E7A-C21D-FD34-BB40083593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21C96EAE-658F-B791-9B8F-68B30B0B719D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32CE450-B1B5-E50E-6194-69BF6424161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6A462A81-5E63-2A74-E4FD-254ED7AA1B3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6A462A81-5E63-2A74-E4FD-254ED7AA1B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AB1FFABC-77D2-6C2E-857C-E99A714386FA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0CD5B4E-466F-4940-027E-AD4326DFCDD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3B66585F-E2B2-18C3-9889-2981CF2A9EA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3B66585F-E2B2-18C3-9889-2981CF2A9E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38B098B-15D6-3FFE-FA76-47FE7BD4B53F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179B7AD0-C260-C2FC-B92F-E113D520508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3F8F2D54-7ADA-AC3F-70FA-0EEAC89133E0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3F8F2D54-7ADA-AC3F-70FA-0EEAC89133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31CF236F-E1D9-9F62-D206-08F07D4CBD98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12C60B1E-FF6A-6E04-7A2C-5A5F472CA61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6937B759-B06C-C6D8-74BB-2DD55B07987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6937B759-B06C-C6D8-74BB-2DD55B0798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3F80C62-390C-CF7F-5FB3-D97CE5527BF0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FFCD764B-DF78-210A-5248-97BB401B557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F50D09E5-9086-7FDA-E8B4-8CBA220B20E1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F50D09E5-9086-7FDA-E8B4-8CBA220B20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281EBDC1-AA49-C400-3818-C39407513CED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874D9D2-87D6-BDB6-6731-827D208FD81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C1104C35-1FDF-6499-4609-A254AD1772F5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C1104C35-1FDF-6499-4609-A254AD1772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2FAE5E06-B365-D466-92EC-7C9268FA4FA5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E46752CA-05AC-82B9-9852-DB0B7E6B4E6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02CD884B-0089-894C-DB1B-108DD00DCE4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02CD884B-0089-894C-DB1B-108DD00DCE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7DD69E31-D299-A494-9BC2-E37C0DFC2FFC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36739A61-8E43-9E5A-9D8A-9502E89988BE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C6EFE77B-96B4-BD86-4FAD-9225976E04FF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8FA90FC4-621E-9FAF-B5BC-89201141CDA7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E670B10E-BFE5-A7C6-006E-BA1286E98852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E670B10E-BFE5-A7C6-006E-BA1286E988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D373320B-CC27-3FB8-BC31-0414F203D906}"/>
              </a:ext>
            </a:extLst>
          </p:cNvPr>
          <p:cNvGrpSpPr/>
          <p:nvPr/>
        </p:nvGrpSpPr>
        <p:grpSpPr>
          <a:xfrm>
            <a:off x="10591803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83029E8A-D4DD-509A-42AA-70D04E6815D5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564108A1-3B2C-B8E1-5258-5A1E30D6C66F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564108A1-3B2C-B8E1-5258-5A1E30D6C6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566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EB3FB087-9EC8-AB20-B009-412ED580609A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1E6D18FE-6A77-FC29-1F83-BF001E7327A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F80ABE20-47C8-C596-ECCC-D29364A8F83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F80ABE20-47C8-C596-ECCC-D29364A8F8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0DC3D165-BF21-D9BF-595E-B0728EE62AEE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5A5E764C-FB6A-D80A-8EEE-43C84570D312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2BF9849C-E080-DEA9-FFC4-5C67FCEB12D7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E2588BDC-AA11-1CEF-78A8-51F0A86532F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4E847D59-0F97-2D1E-2EA5-C97D44EA501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4E847D59-0F97-2D1E-2EA5-C97D44EA50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2D7F27D2-524E-5486-9928-BE0CFDEBC283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10AE0F4D-21A9-830F-0A2E-AA5D2149A98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7A97720-C431-59A9-3A43-8EBC5644750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7A97720-C431-59A9-3A43-8EBC564475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FC3FD0E4-EB22-65C9-1962-9EEA6776C08C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9A5232ED-8FF2-F6B3-07A5-3A4592EC776A}"/>
              </a:ext>
            </a:extLst>
          </p:cNvPr>
          <p:cNvGrpSpPr/>
          <p:nvPr/>
        </p:nvGrpSpPr>
        <p:grpSpPr>
          <a:xfrm>
            <a:off x="3525787" y="5061432"/>
            <a:ext cx="508000" cy="512233"/>
            <a:chOff x="7035800" y="3716866"/>
            <a:chExt cx="508000" cy="512233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B0E6A28C-3951-3D14-6C11-622C0F5B721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988B8FA2-C004-7639-16DA-17288793569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988B8FA2-C004-7639-16DA-1728879356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87CAEBAB-E2B1-2277-E9DB-520DA7E2D5A2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EEC9DF2B-D4F2-C959-CBB9-02A29E6433B3}"/>
              </a:ext>
            </a:extLst>
          </p:cNvPr>
          <p:cNvGrpSpPr/>
          <p:nvPr/>
        </p:nvGrpSpPr>
        <p:grpSpPr>
          <a:xfrm>
            <a:off x="4019887" y="3314700"/>
            <a:ext cx="508000" cy="512233"/>
            <a:chOff x="7035800" y="3716866"/>
            <a:chExt cx="508000" cy="512233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E0601DE0-035B-68F4-4031-D5D90FE7965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0E2DC897-6691-8AB2-3EC5-C14172288DF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0E2DC897-6691-8AB2-3EC5-C14172288D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87334A27-85E8-568D-3BA8-B8AF44B12619}"/>
              </a:ext>
            </a:extLst>
          </p:cNvPr>
          <p:cNvGrpSpPr/>
          <p:nvPr/>
        </p:nvGrpSpPr>
        <p:grpSpPr>
          <a:xfrm>
            <a:off x="4382012" y="5061431"/>
            <a:ext cx="508000" cy="512233"/>
            <a:chOff x="7035800" y="3716866"/>
            <a:chExt cx="508000" cy="512233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002D5BEE-047E-731C-F0B0-963114364FA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80CFD99C-FA4E-579D-1BA7-153C499C4015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80CFD99C-FA4E-579D-1BA7-153C499C40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FB1BEB9B-D01A-B717-5E39-A369B8FDCB3B}"/>
              </a:ext>
            </a:extLst>
          </p:cNvPr>
          <p:cNvCxnSpPr>
            <a:cxnSpLocks/>
          </p:cNvCxnSpPr>
          <p:nvPr/>
        </p:nvCxnSpPr>
        <p:spPr>
          <a:xfrm flipV="1">
            <a:off x="2370266" y="3826933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B4749C0E-07D3-F88F-59AA-3341F424BC02}"/>
              </a:ext>
            </a:extLst>
          </p:cNvPr>
          <p:cNvCxnSpPr>
            <a:cxnSpLocks/>
          </p:cNvCxnSpPr>
          <p:nvPr/>
        </p:nvCxnSpPr>
        <p:spPr>
          <a:xfrm flipH="1" flipV="1">
            <a:off x="2695764" y="3820533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D3589BFE-A03A-2948-4709-F862671F86DD}"/>
              </a:ext>
            </a:extLst>
          </p:cNvPr>
          <p:cNvGrpSpPr/>
          <p:nvPr/>
        </p:nvGrpSpPr>
        <p:grpSpPr>
          <a:xfrm>
            <a:off x="2116266" y="4510571"/>
            <a:ext cx="508000" cy="512233"/>
            <a:chOff x="7035800" y="3716866"/>
            <a:chExt cx="508000" cy="512233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F8959A75-0C05-4BEC-49A3-81C0FDC6BB9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22C6D24B-CB24-1FBC-D2AD-3908929982D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22C6D24B-CB24-1FBC-D2AD-3908929982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DB130B42-354F-14B3-4592-550FED7C9CFE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8E31CA17-B59F-9693-94F6-827397A2A04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DF418E69-97F3-A441-F474-FD1F50EBDDC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DF418E69-97F3-A441-F474-FD1F50EBDD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839761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0E6A2-36E9-E9E4-4AA1-4EEEE3884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A79618CE-BBC4-9519-00BE-70E1E7379875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A8114C56-BFFB-C141-5D1D-F338DE1782A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72104FAD-7823-EFA1-D755-9129C150C26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72104FAD-7823-EFA1-D755-9129C150C2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3091B872-51F4-DF55-5C81-579DC7F59AAE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AC8A1DA-5DB5-229E-C2CE-8AF5D371647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EF03B929-99AA-93FF-B9ED-5B1141CB21D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EF03B929-99AA-93FF-B9ED-5B1141CB21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97047CCE-6128-A24F-5FD4-A5EE59EFA884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75AFEB63-76B0-E63C-1DC9-D7DC1508700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57EE88E6-7F44-8727-A613-D5FB5A5DB76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57EE88E6-7F44-8727-A613-D5FB5A5DB7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20CE63E-53A3-836A-8EEE-221EF5BFB08B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F033F9A-7203-F16A-84AB-A6D47948419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5F89AB54-D9DC-A5BE-2E1D-A3C04A1CA6E2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5F89AB54-D9DC-A5BE-2E1D-A3C04A1CA6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42967487-2AD9-F2CD-373C-A8D06612A0B9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A9A91A6-456F-D25B-FB69-330945AEEBE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6957A7B-D018-5A88-F544-BD75636C31C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6957A7B-D018-5A88-F544-BD75636C31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0E9FCB85-37B9-FB89-9B0C-4B64786A0CEA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F8D7022C-72A5-8522-8F07-81ED67EC8EB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55345CAC-F2D6-8284-74F2-EEC414E6A804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55345CAC-F2D6-8284-74F2-EEC414E6A8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F9F9277-E854-3911-263D-C842627C6ED4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D0A160F2-9491-4437-0371-8DCB48C21D6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A77469A-875A-7E74-8B8E-08442997150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A77469A-875A-7E74-8B8E-0844299715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6DCA682-77BC-8932-1418-99494C1E8FE1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73FBFF86-3CFD-0C02-5659-70319D02779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C29A10A3-1552-98E1-B4D1-3B8C6BCED9D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C29A10A3-1552-98E1-B4D1-3B8C6BCED9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8EFBE285-501F-39C8-767D-90EE35379D10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9920AF4-DCA6-3E64-A16D-88DD5B7EC516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EF4E6CF5-87D4-7F49-A0FF-434177EF94EC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3CA9E9F2-156F-8159-FB1B-BC582E6077E1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60F62AEF-F206-EEDF-DA13-2D39BCBF3B55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60F62AEF-F206-EEDF-DA13-2D39BCBF3B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78DD5362-E33A-FFAA-053F-7428FE5421A9}"/>
              </a:ext>
            </a:extLst>
          </p:cNvPr>
          <p:cNvGrpSpPr/>
          <p:nvPr/>
        </p:nvGrpSpPr>
        <p:grpSpPr>
          <a:xfrm>
            <a:off x="10591803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C3A5BD01-0702-CACD-16F1-8D07AB96BA0E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F057C521-35B6-0795-6761-2686FBC89A47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F057C521-35B6-0795-6761-2686FBC89A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566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5D7CB24-7B57-82DC-DC1D-B5C824FD9918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0987E815-EABC-8859-A677-58D04822E48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90DF7595-7540-E577-1C40-543C29C9D73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90DF7595-7540-E577-1C40-543C29C9D7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35BFF5F4-CC09-EA7C-BA06-F6A98C9F55D9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5A707C94-5C6E-A8EE-55D4-B84366459AE5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B4EA3368-A2A3-22ED-FDE7-785EC694A162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19A2D6C3-E291-19F7-08B3-E9440BD2D7F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3F6B0F69-1E0D-1C35-96A1-533A1072E395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3F6B0F69-1E0D-1C35-96A1-533A1072E3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B0237D34-A778-DCC0-2D17-FF85A97B93FF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9C6073A7-55B2-D630-4383-73764878429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1C48E316-64EF-1CBD-3E2A-F6CC6E1A120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1C48E316-64EF-1CBD-3E2A-F6CC6E1A12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AD2746A1-20E3-E817-9A92-4325EC2A0D25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9F66BFB2-E2CB-FDA5-D736-FD532B984F71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A32989AD-859A-DA4A-594F-CCDDF2ECDB91}"/>
              </a:ext>
            </a:extLst>
          </p:cNvPr>
          <p:cNvGrpSpPr/>
          <p:nvPr/>
        </p:nvGrpSpPr>
        <p:grpSpPr>
          <a:xfrm>
            <a:off x="4019887" y="3314700"/>
            <a:ext cx="508000" cy="512233"/>
            <a:chOff x="7035800" y="3716866"/>
            <a:chExt cx="508000" cy="512233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FE10FB47-A619-7878-85E9-C9F85423392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419D1D76-AD14-AD42-9D73-10B2E980D80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419D1D76-AD14-AD42-9D73-10B2E980D8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1B568DDD-805A-BD9B-3E19-B6DC40BA3429}"/>
              </a:ext>
            </a:extLst>
          </p:cNvPr>
          <p:cNvGrpSpPr/>
          <p:nvPr/>
        </p:nvGrpSpPr>
        <p:grpSpPr>
          <a:xfrm>
            <a:off x="4382012" y="5061431"/>
            <a:ext cx="508000" cy="512233"/>
            <a:chOff x="7035800" y="3716866"/>
            <a:chExt cx="508000" cy="512233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1D691B86-3219-ABAA-1471-5E4C03E20ED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BB95B3EE-BF92-8ACE-DD84-E24DCE2FD77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BB95B3EE-BF92-8ACE-DD84-E24DCE2FD7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90CB5CC7-7836-D1A4-91D4-89AE490ECF52}"/>
              </a:ext>
            </a:extLst>
          </p:cNvPr>
          <p:cNvCxnSpPr>
            <a:cxnSpLocks/>
          </p:cNvCxnSpPr>
          <p:nvPr/>
        </p:nvCxnSpPr>
        <p:spPr>
          <a:xfrm flipV="1">
            <a:off x="2370266" y="3826933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525B4E5D-24BD-1BF4-FCDB-34B52CAD85D7}"/>
              </a:ext>
            </a:extLst>
          </p:cNvPr>
          <p:cNvCxnSpPr>
            <a:cxnSpLocks/>
          </p:cNvCxnSpPr>
          <p:nvPr/>
        </p:nvCxnSpPr>
        <p:spPr>
          <a:xfrm flipH="1" flipV="1">
            <a:off x="2695764" y="3820533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7501E192-E6AB-FBEC-B2DC-125B41339643}"/>
              </a:ext>
            </a:extLst>
          </p:cNvPr>
          <p:cNvGrpSpPr/>
          <p:nvPr/>
        </p:nvGrpSpPr>
        <p:grpSpPr>
          <a:xfrm>
            <a:off x="2116266" y="4510571"/>
            <a:ext cx="508000" cy="512233"/>
            <a:chOff x="7035800" y="3716866"/>
            <a:chExt cx="508000" cy="512233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D13F35DD-D794-4867-F572-49669CB1459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7FD6B1BB-6195-3ACA-BC7B-97F7AC50952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7FD6B1BB-6195-3ACA-BC7B-97F7AC5095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825E91E7-6D78-12B7-A80C-8DE72AF330EB}"/>
              </a:ext>
            </a:extLst>
          </p:cNvPr>
          <p:cNvGrpSpPr/>
          <p:nvPr/>
        </p:nvGrpSpPr>
        <p:grpSpPr>
          <a:xfrm>
            <a:off x="5024450" y="5061431"/>
            <a:ext cx="508000" cy="512233"/>
            <a:chOff x="7035800" y="3716866"/>
            <a:chExt cx="508000" cy="512233"/>
          </a:xfrm>
        </p:grpSpPr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31D5B8AB-0E52-1C03-2BC7-F776D1FEAC2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EFD5C1BE-8F56-A4FE-10A8-AF4A2D20FDD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EFD5C1BE-8F56-A4FE-10A8-AF4A2D20FD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A0F9D434-64AA-0C1A-259C-ACF4AE07A08D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77B6A002-DBC3-FF25-BE70-EF94170D5F6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7A3EA866-F4B5-EEC7-7CBC-397C5916543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7A3EA866-F4B5-EEC7-7CBC-397C591654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76370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CFF1E-A826-9F9C-8C4D-406FFE607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DDCA0302-1CFB-4647-5133-C749BF2318C4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E766EB6A-AF07-4E67-A80E-379F22D7EAC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B0AD51AE-54E0-D59A-D821-CE8764A9834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B0AD51AE-54E0-D59A-D821-CE8764A983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3C463C8A-72F9-EA03-B45E-7A8C2397208F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6EB4D14-8C53-66CC-0581-D744C821BDC3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3B6C80B1-E3C1-9C59-2F29-30DCF562333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3B6C80B1-E3C1-9C59-2F29-30DCF56233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F7B92B95-7AE4-EFF4-E080-077B68646E7B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A9D085D-21AE-8B71-0F09-6E9FA4F482D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21BED70A-4FB2-8642-3B5E-3666A812B6F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21BED70A-4FB2-8642-3B5E-3666A812B6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85511CA-9E1A-6DBA-D5D3-871691865878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D5CA730-D4BE-6B4A-A20C-7116323D692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11D4E70E-3245-EDCD-F06D-BACC94D5B7D2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11D4E70E-3245-EDCD-F06D-BACC94D5B7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A5A5CC0-83F2-6732-3A5A-6C0AF0F1592B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B2F280B5-DC0B-2DE6-EA06-D6903CB8318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DBEC0060-229D-870F-F04D-DE0651A27B2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DBEC0060-229D-870F-F04D-DE0651A27B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B658E825-6999-EC0B-3D80-FAEF69B87889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610EDCDE-E2FC-D348-2709-3C406392164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71BCDD41-5164-6950-2F26-4B82CB6FBA46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71BCDD41-5164-6950-2F26-4B82CB6FBA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CBE74EFA-3B46-2D2C-7704-14375775D654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DD9369C2-BEE6-ACFC-1FC9-B97A6CF7DB6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3A26A07C-79D9-D7C7-BB81-11E656CC014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3A26A07C-79D9-D7C7-BB81-11E656CC01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D60268DE-FDB7-835F-1CA7-D6D103EC766C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AF692956-826A-4F2C-F3C8-1BEDB4119B6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6DB76EE0-9C87-EFE3-0CD1-8DD67D2E444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6DB76EE0-9C87-EFE3-0CD1-8DD67D2E44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B5FC0BF-48C4-16B2-0817-295999BC97C4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CFC16F82-AAAA-692F-0C16-8648CC6B26AB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BAB57021-6DCC-703B-52E0-0E6D65C234B2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C866B56B-7141-41A7-C353-49DA13CCD14C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3C66D06-0FB1-3BEF-B128-A274C0DA84B1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3C66D06-0FB1-3BEF-B128-A274C0DA84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5BC146D5-39F2-DC0F-693D-A142CE77FB3B}"/>
              </a:ext>
            </a:extLst>
          </p:cNvPr>
          <p:cNvGrpSpPr/>
          <p:nvPr/>
        </p:nvGrpSpPr>
        <p:grpSpPr>
          <a:xfrm>
            <a:off x="10591803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9145E29F-BC2E-987E-F993-D20FF39BB2CB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E814BFC7-4FBE-795A-D0B0-588EC45174CF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E814BFC7-4FBE-795A-D0B0-588EC45174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566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3A160E4E-BB46-8508-30D3-ADC3743EF246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95DE669B-5BFB-6293-9F26-96B9C02D3AD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F70F1E27-3C89-7ABA-92D5-10EC7A6D9FF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F70F1E27-3C89-7ABA-92D5-10EC7A6D9F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3BE03FC3-7215-B22A-FF3B-62296F96D33F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3298CBC8-F652-B916-D6D9-7723588F141B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B263AE34-6E94-3140-ADD9-3CB09CD200A2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99F08C2E-3C39-28A8-16AC-38BA9AD487C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F4EDD230-00A3-680D-6D81-082304FC694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F4EDD230-00A3-680D-6D81-082304FC69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4EB7827E-DC11-C1A2-6D8B-70054ACA43CC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C8C29D0F-5D6B-84AB-00F6-C90D31DABE8F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52567425-D8DA-AE76-52A9-EFB54A89C33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52567425-D8DA-AE76-52A9-EFB54A89C3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E1328CA0-EF2C-6D31-2396-2A66418B4346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B2502347-15BA-1D3D-E247-F31C0ED3D97C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F3EAA7E0-8306-9E31-30E1-14225A73F940}"/>
              </a:ext>
            </a:extLst>
          </p:cNvPr>
          <p:cNvGrpSpPr/>
          <p:nvPr/>
        </p:nvGrpSpPr>
        <p:grpSpPr>
          <a:xfrm>
            <a:off x="4019887" y="3314700"/>
            <a:ext cx="508000" cy="512233"/>
            <a:chOff x="7035800" y="3716866"/>
            <a:chExt cx="508000" cy="512233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933B33A1-3D51-4874-65A5-845C7C23978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0BF6D524-89C9-05E9-77F0-9D3FCB6BABC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0BF6D524-89C9-05E9-77F0-9D3FCB6BAB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78E11839-E64E-32B1-9F84-F4294479BD80}"/>
              </a:ext>
            </a:extLst>
          </p:cNvPr>
          <p:cNvGrpSpPr/>
          <p:nvPr/>
        </p:nvGrpSpPr>
        <p:grpSpPr>
          <a:xfrm>
            <a:off x="3575048" y="5061431"/>
            <a:ext cx="508000" cy="512233"/>
            <a:chOff x="7035800" y="3716866"/>
            <a:chExt cx="508000" cy="512233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9B77EDCE-040D-65B8-4E8E-5E04AAA36A2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B9FA4CB1-880E-69B1-E686-31D7FB626F5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B9FA4CB1-880E-69B1-E686-31D7FB626F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778CC525-67D9-A9AB-1BBD-D1A390C4E9F9}"/>
              </a:ext>
            </a:extLst>
          </p:cNvPr>
          <p:cNvCxnSpPr>
            <a:cxnSpLocks/>
          </p:cNvCxnSpPr>
          <p:nvPr/>
        </p:nvCxnSpPr>
        <p:spPr>
          <a:xfrm flipV="1">
            <a:off x="2370266" y="3826933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7FE5193A-3CCE-FBD6-FCE7-AA4D9304B00F}"/>
              </a:ext>
            </a:extLst>
          </p:cNvPr>
          <p:cNvCxnSpPr>
            <a:cxnSpLocks/>
          </p:cNvCxnSpPr>
          <p:nvPr/>
        </p:nvCxnSpPr>
        <p:spPr>
          <a:xfrm flipH="1" flipV="1">
            <a:off x="2695764" y="3820533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FD20C2DE-E506-7540-7907-AC47326D738A}"/>
              </a:ext>
            </a:extLst>
          </p:cNvPr>
          <p:cNvGrpSpPr/>
          <p:nvPr/>
        </p:nvGrpSpPr>
        <p:grpSpPr>
          <a:xfrm>
            <a:off x="2116266" y="4510571"/>
            <a:ext cx="508000" cy="512233"/>
            <a:chOff x="7035800" y="3716866"/>
            <a:chExt cx="508000" cy="512233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C7068D3C-4B9A-C960-019A-C7F476BCF65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EF23AADE-6708-1372-5B0A-308251B7023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EF23AADE-6708-1372-5B0A-308251B702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D74C5161-EF03-CBB3-83FE-55E97E00615C}"/>
              </a:ext>
            </a:extLst>
          </p:cNvPr>
          <p:cNvGrpSpPr/>
          <p:nvPr/>
        </p:nvGrpSpPr>
        <p:grpSpPr>
          <a:xfrm>
            <a:off x="4333827" y="5061431"/>
            <a:ext cx="508000" cy="512233"/>
            <a:chOff x="7035800" y="3716866"/>
            <a:chExt cx="508000" cy="512233"/>
          </a:xfrm>
        </p:grpSpPr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A0F08673-0F32-472F-BA03-58B8F826D9B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01128108-0309-6BDB-EF44-AB1BC50C980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01128108-0309-6BDB-EF44-AB1BC50C98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274FE7C3-C409-B4A5-309D-777457BD3CA4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798077B6-DA23-8DA2-C555-711A2D01F55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6F2D1991-1AA9-55D5-0D46-3563DED8D29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6F2D1991-1AA9-55D5-0D46-3563DED8D2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544611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1DAA2-852B-F387-8308-DD0C141AE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EEA494D2-2611-7C55-1ACA-867D759C4A57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28077FD9-573B-D060-660E-28B95A5F09D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33C7F358-8E07-12A9-CFFE-5BC4AA5A670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33C7F358-8E07-12A9-CFFE-5BC4AA5A67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ACFE132E-2DF7-B349-65DB-450BCA9C6A9E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85FA2C1-1DD0-28DA-D28C-8FBEE357BE1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CABE09B5-BF33-E545-4177-23B9EC38E7B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CABE09B5-BF33-E545-4177-23B9EC38E7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BEE3D1B7-BDA3-DF56-97E3-C7619A80E1AF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EE4DE88-DC79-ECA4-4EDF-24FD758A47BC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4FAAC285-1EB6-ED52-9CC2-365E94AD0AA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4FAAC285-1EB6-ED52-9CC2-365E94AD0A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9A58CAC-87F7-1C87-304C-C0D1A0CA3657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26E9FCE-BBFE-1087-0494-C942FAC75FD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2AD06AAC-9CD6-A1CA-F715-4ADD9BAF05F4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2AD06AAC-9CD6-A1CA-F715-4ADD9BAF05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23A35D3-583A-16E3-87F2-21D05915DE8D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0FEB94AA-D691-8955-CCFA-14EDA400203B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5C101CC-B48B-86C2-071E-3471281730E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5C101CC-B48B-86C2-071E-3471281730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BE31CC3-54EF-C2CC-4743-D689C22F7F9E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D663A654-4AEB-BB4F-2802-5F0515CB509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31D1D074-C669-239A-56CC-D242F74A82E9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31D1D074-C669-239A-56CC-D242F74A82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52FD26FF-8C57-A778-35D5-032194E507DE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B432A7FD-93D6-5E98-04DC-AC50CD7E36A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B5F6147-F187-B0B3-FAA7-A178B78DC54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B5F6147-F187-B0B3-FAA7-A178B78DC5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9EBC9B0C-A539-AE1C-3E5C-6D490CFE7953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BBEA7E77-E7E0-A3C4-F410-C031EEB99F4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EC0FA9CF-C283-D179-87BE-E4CBF5B0280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EC0FA9CF-C283-D179-87BE-E4CBF5B028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7E2D8403-0919-FB46-CC58-51FBA71F0718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B27614C-51BC-8B5F-3CC4-A23846AA53D2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31F48029-94DF-C84B-436E-B6DC49EB891E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5EB8F629-BBC8-4F0A-736F-8248E52CD305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ABFA4E8E-7143-51EB-0BB1-C03E68E07276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ABFA4E8E-7143-51EB-0BB1-C03E68E072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970AB2B6-FD48-7B95-8A13-BAF297F4EDCE}"/>
              </a:ext>
            </a:extLst>
          </p:cNvPr>
          <p:cNvGrpSpPr/>
          <p:nvPr/>
        </p:nvGrpSpPr>
        <p:grpSpPr>
          <a:xfrm>
            <a:off x="11171771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A329D8CE-D8E2-F795-CF18-6E185DE8BB93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D0AF518B-496C-C2C8-913C-3AE73F0D0778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D0AF518B-496C-C2C8-913C-3AE73F0D07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509FAFA6-AEE1-23D3-E7B0-8479B666F052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B9AA1B32-E237-A560-0DC9-5769A9FF437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0A68CC34-127E-7A28-FA8C-633EE3C6D9BC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0A68CC34-127E-7A28-FA8C-633EE3C6D9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F336F3B3-33B8-F6F5-3EE5-FE8B4D68B74C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250415BA-0A32-9101-3AE4-E8807BD75D2A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4711BB88-3710-3439-BDF5-21AE92A2C563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461B1E66-5490-0E45-79E4-ABB459009F4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D80D6E00-74CC-9337-15B0-CDAA4C91422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D80D6E00-74CC-9337-15B0-CDAA4C9142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DB492ACA-A930-F41D-1062-A1EB0A07314E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B9EB33E5-3E7C-7304-8C47-06B383E1F25A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2CDEF0C-45B7-B41B-DF52-499C98B4CE2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2CDEF0C-45B7-B41B-DF52-499C98B4CE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873BF3C7-1524-28B2-5251-38B72410F1DE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D94DCF9E-511F-6877-4EDB-12EB6E0A745A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B78698C4-9976-775D-C910-57D4E31D20A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9E0085B7-47C7-1289-0E30-00A1DF207C98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9E0085B7-47C7-1289-0E30-00A1DF207C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84CE1828-7E97-668F-D4EA-4D23A18EAB90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1A7D153E-2060-CAA6-4208-56201892C9C4}"/>
              </a:ext>
            </a:extLst>
          </p:cNvPr>
          <p:cNvGrpSpPr/>
          <p:nvPr/>
        </p:nvGrpSpPr>
        <p:grpSpPr>
          <a:xfrm>
            <a:off x="4019887" y="3314700"/>
            <a:ext cx="508000" cy="512233"/>
            <a:chOff x="7035800" y="3716866"/>
            <a:chExt cx="508000" cy="512233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8F608933-1205-F56B-4620-944CC97F8EB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F170FF9D-4FD9-F7A8-1C7F-5F326CD5E095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F170FF9D-4FD9-F7A8-1C7F-5F326CD5E0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2B70F305-669A-C91C-2830-1E99725CF92B}"/>
              </a:ext>
            </a:extLst>
          </p:cNvPr>
          <p:cNvGrpSpPr/>
          <p:nvPr/>
        </p:nvGrpSpPr>
        <p:grpSpPr>
          <a:xfrm>
            <a:off x="3575048" y="5061431"/>
            <a:ext cx="508000" cy="512233"/>
            <a:chOff x="7035800" y="3716866"/>
            <a:chExt cx="508000" cy="512233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06A184BE-15B8-DA48-405A-C733714413A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E40F4570-C5BE-FC74-B99B-8FDE2987582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E40F4570-C5BE-FC74-B99B-8FDE298758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82631630-363F-8D23-9820-FDC498DB3415}"/>
              </a:ext>
            </a:extLst>
          </p:cNvPr>
          <p:cNvCxnSpPr>
            <a:cxnSpLocks/>
          </p:cNvCxnSpPr>
          <p:nvPr/>
        </p:nvCxnSpPr>
        <p:spPr>
          <a:xfrm flipV="1">
            <a:off x="2370266" y="3826933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ABA2CF7B-E851-B2DB-F0D8-CF05BFDFD8A9}"/>
              </a:ext>
            </a:extLst>
          </p:cNvPr>
          <p:cNvCxnSpPr>
            <a:cxnSpLocks/>
          </p:cNvCxnSpPr>
          <p:nvPr/>
        </p:nvCxnSpPr>
        <p:spPr>
          <a:xfrm flipH="1" flipV="1">
            <a:off x="2695764" y="3820533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E0FED380-A49E-00B8-124A-B2FB129572D7}"/>
              </a:ext>
            </a:extLst>
          </p:cNvPr>
          <p:cNvGrpSpPr/>
          <p:nvPr/>
        </p:nvGrpSpPr>
        <p:grpSpPr>
          <a:xfrm>
            <a:off x="2116266" y="4510571"/>
            <a:ext cx="508000" cy="512233"/>
            <a:chOff x="7035800" y="3716866"/>
            <a:chExt cx="508000" cy="512233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334B263C-DAEF-0009-0B03-A1A04E7F7BF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487C9EC6-D63C-5716-1E33-C7227849F5B3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487C9EC6-D63C-5716-1E33-C7227849F5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228010BD-252A-8AD0-9F94-CA78C23121D0}"/>
              </a:ext>
            </a:extLst>
          </p:cNvPr>
          <p:cNvGrpSpPr/>
          <p:nvPr/>
        </p:nvGrpSpPr>
        <p:grpSpPr>
          <a:xfrm>
            <a:off x="4333827" y="5061431"/>
            <a:ext cx="508000" cy="512233"/>
            <a:chOff x="7035800" y="3716866"/>
            <a:chExt cx="508000" cy="512233"/>
          </a:xfrm>
        </p:grpSpPr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9E329F87-52E8-58CF-469B-C62F6C8D9E6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457B2025-CA00-A3D8-FFD9-3B6CEB239C1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457B2025-CA00-A3D8-FFD9-3B6CEB239C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36473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8C3B2-CB50-0FBD-298C-4440FE172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64DB0804-391F-8CFE-E9ED-321DE614E73E}"/>
              </a:ext>
            </a:extLst>
          </p:cNvPr>
          <p:cNvGrpSpPr/>
          <p:nvPr/>
        </p:nvGrpSpPr>
        <p:grpSpPr>
          <a:xfrm>
            <a:off x="6722533" y="2713566"/>
            <a:ext cx="508000" cy="512233"/>
            <a:chOff x="7035800" y="3716866"/>
            <a:chExt cx="508000" cy="51223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C1F7E59F-C186-1C7C-5907-ADFF6C01054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8916E5EA-371B-7ABE-51EA-5BFDFDE29CC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8916E5EA-371B-7ABE-51EA-5BFDFDE29C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3E58CCE-F058-60B1-3409-D3C330CF0A4D}"/>
              </a:ext>
            </a:extLst>
          </p:cNvPr>
          <p:cNvGrpSpPr/>
          <p:nvPr/>
        </p:nvGrpSpPr>
        <p:grpSpPr>
          <a:xfrm>
            <a:off x="7285567" y="2713566"/>
            <a:ext cx="508000" cy="512233"/>
            <a:chOff x="7035800" y="3716866"/>
            <a:chExt cx="508000" cy="51223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841BC2F-51B9-3991-6226-366A602C644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E5537F36-DECE-987C-EF79-A6A29CD14C7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E5537F36-DECE-987C-EF79-A6A29CD14C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790A17E9-6BB4-DC17-2974-43D4306FF54C}"/>
              </a:ext>
            </a:extLst>
          </p:cNvPr>
          <p:cNvGrpSpPr/>
          <p:nvPr/>
        </p:nvGrpSpPr>
        <p:grpSpPr>
          <a:xfrm>
            <a:off x="7848601" y="2713566"/>
            <a:ext cx="508000" cy="512233"/>
            <a:chOff x="7035800" y="3716866"/>
            <a:chExt cx="508000" cy="5122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ED51BF7-E8A4-4929-A0C4-95555338D36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4D37BA41-F16F-DC73-3285-02BC791C93D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4D37BA41-F16F-DC73-3285-02BC791C93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3F85E94-4C22-01FF-C4E4-DDBE51344035}"/>
              </a:ext>
            </a:extLst>
          </p:cNvPr>
          <p:cNvGrpSpPr/>
          <p:nvPr/>
        </p:nvGrpSpPr>
        <p:grpSpPr>
          <a:xfrm>
            <a:off x="8394703" y="2713566"/>
            <a:ext cx="524932" cy="512233"/>
            <a:chOff x="7018868" y="3716866"/>
            <a:chExt cx="524932" cy="51223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0500B335-416E-7D82-3646-7359F085BEC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4CBFC63-2433-F920-5FAA-9CAC4AC6F695}"/>
                    </a:ext>
                  </a:extLst>
                </p:cNvPr>
                <p:cNvSpPr txBox="1"/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4CBFC63-2433-F920-5FAA-9CAC4AC6F6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868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8EA466E2-2D8B-4D8C-EF8E-CB44D60241AC}"/>
              </a:ext>
            </a:extLst>
          </p:cNvPr>
          <p:cNvGrpSpPr/>
          <p:nvPr/>
        </p:nvGrpSpPr>
        <p:grpSpPr>
          <a:xfrm>
            <a:off x="8974669" y="2713566"/>
            <a:ext cx="508000" cy="512233"/>
            <a:chOff x="7035800" y="3716866"/>
            <a:chExt cx="508000" cy="51223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10875B18-819E-3A71-7870-A79B49205058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9E8385E8-537C-B6DD-DC0E-B67B487E7BB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9E8385E8-537C-B6DD-DC0E-B67B487E7B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FDE9F75A-CB03-8453-C64E-21A5B4D05427}"/>
              </a:ext>
            </a:extLst>
          </p:cNvPr>
          <p:cNvGrpSpPr/>
          <p:nvPr/>
        </p:nvGrpSpPr>
        <p:grpSpPr>
          <a:xfrm>
            <a:off x="9499601" y="2713566"/>
            <a:ext cx="546102" cy="512233"/>
            <a:chOff x="6997698" y="3716866"/>
            <a:chExt cx="546102" cy="51223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16AD8AA5-F14F-3319-7D1D-A3648E446F9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8CD3C33-E353-3F4B-0C4F-7397FACB9242}"/>
                    </a:ext>
                  </a:extLst>
                </p:cNvPr>
                <p:cNvSpPr txBox="1"/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𝑛𝑢𝑙𝑙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8CD3C33-E353-3F4B-0C4F-7397FACB92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7698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796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726AF15-9FC6-E014-B4F2-E16A8598457D}"/>
              </a:ext>
            </a:extLst>
          </p:cNvPr>
          <p:cNvGrpSpPr/>
          <p:nvPr/>
        </p:nvGrpSpPr>
        <p:grpSpPr>
          <a:xfrm>
            <a:off x="10100737" y="2713566"/>
            <a:ext cx="508000" cy="512233"/>
            <a:chOff x="7035800" y="3716866"/>
            <a:chExt cx="508000" cy="51223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6DD0B5CC-EEF4-56E5-4D75-E18A434110A0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386B0E1-C700-2A97-7B54-E2B4A5B7D934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386B0E1-C700-2A97-7B54-E2B4A5B7D9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3DF156E2-17BF-B998-CADA-12261E7E4F50}"/>
              </a:ext>
            </a:extLst>
          </p:cNvPr>
          <p:cNvGrpSpPr/>
          <p:nvPr/>
        </p:nvGrpSpPr>
        <p:grpSpPr>
          <a:xfrm>
            <a:off x="10663771" y="2713565"/>
            <a:ext cx="508000" cy="512233"/>
            <a:chOff x="7035800" y="3716866"/>
            <a:chExt cx="508000" cy="512233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BCE01B27-2659-C370-A088-84199890312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4E7A7C84-29A0-758A-B65A-32C3076E1076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4E7A7C84-29A0-758A-B65A-32C3076E10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A9BA1320-4DD5-50ED-DEAA-7BA4B52FA6C9}"/>
              </a:ext>
            </a:extLst>
          </p:cNvPr>
          <p:cNvCxnSpPr/>
          <p:nvPr/>
        </p:nvCxnSpPr>
        <p:spPr>
          <a:xfrm>
            <a:off x="6549821" y="2032000"/>
            <a:ext cx="0" cy="21717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DEDC9297-EEDF-CD2F-A0C2-6424947AECCF}"/>
              </a:ext>
            </a:extLst>
          </p:cNvPr>
          <p:cNvGrpSpPr/>
          <p:nvPr/>
        </p:nvGrpSpPr>
        <p:grpSpPr>
          <a:xfrm>
            <a:off x="4261860" y="4504671"/>
            <a:ext cx="3023707" cy="1180267"/>
            <a:chOff x="6396566" y="4559200"/>
            <a:chExt cx="3023707" cy="1180267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9744D862-7E14-E95F-5844-85B78455B57B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DDE608D2-A8FB-609B-5E5A-7A2314DE6D43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3A1BBBC9-5590-0E74-CF38-5B4F7560F1B2}"/>
                    </a:ext>
                  </a:extLst>
                </p:cNvPr>
                <p:cNvSpPr txBox="1"/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队列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3A1BBBC9-5590-0E74-CF38-5B4F7560F1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66" y="4559200"/>
                  <a:ext cx="32596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556" r="-10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88610A27-62A5-E49F-6216-140E9116AD1F}"/>
              </a:ext>
            </a:extLst>
          </p:cNvPr>
          <p:cNvGrpSpPr/>
          <p:nvPr/>
        </p:nvGrpSpPr>
        <p:grpSpPr>
          <a:xfrm>
            <a:off x="11171771" y="1909696"/>
            <a:ext cx="325967" cy="699280"/>
            <a:chOff x="6662062" y="1909696"/>
            <a:chExt cx="325967" cy="699280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53C5CA7C-BFEF-703A-67C5-C0C7CB142EC1}"/>
                </a:ext>
              </a:extLst>
            </p:cNvPr>
            <p:cNvCxnSpPr>
              <a:cxnSpLocks/>
            </p:cNvCxnSpPr>
            <p:nvPr/>
          </p:nvCxnSpPr>
          <p:spPr>
            <a:xfrm>
              <a:off x="6988029" y="2248250"/>
              <a:ext cx="0" cy="360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2EB301AE-2AF8-DCDD-B598-7F328623925D}"/>
                    </a:ext>
                  </a:extLst>
                </p:cNvPr>
                <p:cNvSpPr txBox="1"/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2EB301AE-2AF8-DCDD-B598-7F32862392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2062" y="1909696"/>
                  <a:ext cx="325967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1075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81A40BB8-59F0-88A3-5710-59506B488A48}"/>
              </a:ext>
            </a:extLst>
          </p:cNvPr>
          <p:cNvGrpSpPr/>
          <p:nvPr/>
        </p:nvGrpSpPr>
        <p:grpSpPr>
          <a:xfrm>
            <a:off x="284903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8204FD71-F3CF-169E-9E34-5FDFB69FD244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365B48AE-4998-5BD9-7F8B-042BE4BE799A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365B48AE-4998-5BD9-7F8B-042BE4BE79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3D68CE27-CE09-A668-AEE1-327F9420F70C}"/>
              </a:ext>
            </a:extLst>
          </p:cNvPr>
          <p:cNvCxnSpPr>
            <a:cxnSpLocks/>
          </p:cNvCxnSpPr>
          <p:nvPr/>
        </p:nvCxnSpPr>
        <p:spPr>
          <a:xfrm flipV="1">
            <a:off x="231072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4AC00F93-749E-76CD-8E5C-4E15773FDFA2}"/>
              </a:ext>
            </a:extLst>
          </p:cNvPr>
          <p:cNvCxnSpPr>
            <a:cxnSpLocks/>
          </p:cNvCxnSpPr>
          <p:nvPr/>
        </p:nvCxnSpPr>
        <p:spPr>
          <a:xfrm flipH="1" flipV="1">
            <a:off x="310303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FFB208E7-6855-FCC6-262B-34122F43B82A}"/>
              </a:ext>
            </a:extLst>
          </p:cNvPr>
          <p:cNvGrpSpPr/>
          <p:nvPr/>
        </p:nvGrpSpPr>
        <p:grpSpPr>
          <a:xfrm>
            <a:off x="204013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76F3B871-35E0-6047-3A08-DA2F9F7F67D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02B6D320-2E4A-227A-40EB-055341E4C58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02B6D320-2E4A-227A-40EB-055341E4C5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BC31BAD0-04DF-1DEA-992C-93E4CAE2F8C1}"/>
              </a:ext>
            </a:extLst>
          </p:cNvPr>
          <p:cNvGrpSpPr/>
          <p:nvPr/>
        </p:nvGrpSpPr>
        <p:grpSpPr>
          <a:xfrm>
            <a:off x="361680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A8742D57-4991-E290-AA1E-BE46682C4739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79259638-243F-4292-E842-EB49443FBA4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79259638-243F-4292-E842-EB49443FBA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2DF549A5-1728-7DC4-1C26-7E83430F2076}"/>
              </a:ext>
            </a:extLst>
          </p:cNvPr>
          <p:cNvCxnSpPr>
            <a:cxnSpLocks/>
          </p:cNvCxnSpPr>
          <p:nvPr/>
        </p:nvCxnSpPr>
        <p:spPr>
          <a:xfrm flipH="1" flipV="1">
            <a:off x="230233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0646630E-B911-62F4-85C1-618EA7B7AD9D}"/>
              </a:ext>
            </a:extLst>
          </p:cNvPr>
          <p:cNvGrpSpPr/>
          <p:nvPr/>
        </p:nvGrpSpPr>
        <p:grpSpPr>
          <a:xfrm>
            <a:off x="2430012" y="3314700"/>
            <a:ext cx="508000" cy="512233"/>
            <a:chOff x="7035800" y="3716866"/>
            <a:chExt cx="508000" cy="51223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081DB1F3-5D34-AED5-574F-5170E878E88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6389C8F0-AD3A-1E55-BE90-1049E3B77042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6389C8F0-AD3A-1E55-BE90-1049E3B770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9EC986E8-1716-2326-F31F-E5E32325580D}"/>
              </a:ext>
            </a:extLst>
          </p:cNvPr>
          <p:cNvCxnSpPr>
            <a:cxnSpLocks/>
          </p:cNvCxnSpPr>
          <p:nvPr/>
        </p:nvCxnSpPr>
        <p:spPr>
          <a:xfrm flipH="1" flipV="1">
            <a:off x="389220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50719466-F021-5050-F020-E9E654737CDB}"/>
              </a:ext>
            </a:extLst>
          </p:cNvPr>
          <p:cNvGrpSpPr/>
          <p:nvPr/>
        </p:nvGrpSpPr>
        <p:grpSpPr>
          <a:xfrm>
            <a:off x="4019887" y="3314700"/>
            <a:ext cx="508000" cy="512233"/>
            <a:chOff x="7035800" y="3716866"/>
            <a:chExt cx="508000" cy="512233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252C3F0C-F995-0050-5963-A36EDFB25EA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412B5B92-2AB9-A612-D602-A020536F500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412B5B92-2AB9-A612-D602-A020536F50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8A034B09-B426-C637-3340-5146716DCD77}"/>
              </a:ext>
            </a:extLst>
          </p:cNvPr>
          <p:cNvGrpSpPr/>
          <p:nvPr/>
        </p:nvGrpSpPr>
        <p:grpSpPr>
          <a:xfrm>
            <a:off x="3575048" y="5061431"/>
            <a:ext cx="508000" cy="512233"/>
            <a:chOff x="7035800" y="3716866"/>
            <a:chExt cx="508000" cy="512233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C1B85EA7-8CC4-954B-5920-2C131C49698E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FF35F1AE-F729-771B-D66C-1F8CF568EE2E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FF35F1AE-F729-771B-D66C-1F8CF568EE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628BE513-12B6-8CD0-CC28-0966214FF291}"/>
              </a:ext>
            </a:extLst>
          </p:cNvPr>
          <p:cNvCxnSpPr>
            <a:cxnSpLocks/>
          </p:cNvCxnSpPr>
          <p:nvPr/>
        </p:nvCxnSpPr>
        <p:spPr>
          <a:xfrm flipV="1">
            <a:off x="2370266" y="3826933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C83831B3-DDD3-5661-DD5F-2404EE82DFB9}"/>
              </a:ext>
            </a:extLst>
          </p:cNvPr>
          <p:cNvCxnSpPr>
            <a:cxnSpLocks/>
          </p:cNvCxnSpPr>
          <p:nvPr/>
        </p:nvCxnSpPr>
        <p:spPr>
          <a:xfrm flipH="1" flipV="1">
            <a:off x="2695764" y="3820533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15655730-0D54-F8E5-88D5-E4F8D0155D3B}"/>
              </a:ext>
            </a:extLst>
          </p:cNvPr>
          <p:cNvGrpSpPr/>
          <p:nvPr/>
        </p:nvGrpSpPr>
        <p:grpSpPr>
          <a:xfrm>
            <a:off x="2116266" y="4510571"/>
            <a:ext cx="508000" cy="512233"/>
            <a:chOff x="7035800" y="3716866"/>
            <a:chExt cx="508000" cy="512233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A5282F67-75FA-D3C0-89FB-B771EA189FA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BE964057-672D-B594-A4BF-88893115864B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BE964057-672D-B594-A4BF-8889311586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6DC2CB7D-3EF4-5F08-1549-EBF6BF0E1423}"/>
              </a:ext>
            </a:extLst>
          </p:cNvPr>
          <p:cNvGrpSpPr/>
          <p:nvPr/>
        </p:nvGrpSpPr>
        <p:grpSpPr>
          <a:xfrm>
            <a:off x="4333827" y="5061431"/>
            <a:ext cx="508000" cy="512233"/>
            <a:chOff x="7035800" y="3716866"/>
            <a:chExt cx="508000" cy="512233"/>
          </a:xfrm>
        </p:grpSpPr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01EB12AF-CDE5-FA4C-4861-CC903139EFE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794B933E-A69D-D2A8-E090-697AD6B0DBC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794B933E-A69D-D2A8-E090-697AD6B0DB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64E1086B-523F-CD4D-ACA3-6C8A69F9B673}"/>
                  </a:ext>
                </a:extLst>
              </p:cNvPr>
              <p:cNvSpPr txBox="1"/>
              <p:nvPr/>
            </p:nvSpPr>
            <p:spPr>
              <a:xfrm>
                <a:off x="6943251" y="3780616"/>
                <a:ext cx="487351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zh-CN" alt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下标</m:t>
                    </m:r>
                  </m:oMath>
                </a14:m>
                <a:r>
                  <a:rPr lang="zh-CN" altLang="en-US" b="1" dirty="0">
                    <a:solidFill>
                      <a:srgbClr val="FF0000"/>
                    </a:solidFill>
                  </a:rPr>
                  <a:t>越界，树节点被访问完毕，树构建完成</a:t>
                </a:r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64E1086B-523F-CD4D-ACA3-6C8A69F9B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251" y="3780616"/>
                <a:ext cx="4873515" cy="369332"/>
              </a:xfrm>
              <a:prstGeom prst="rect">
                <a:avLst/>
              </a:prstGeom>
              <a:blipFill>
                <a:blip r:embed="rId20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67516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300BA-0306-6149-804F-915A46814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>
            <a:extLst>
              <a:ext uri="{FF2B5EF4-FFF2-40B4-BE49-F238E27FC236}">
                <a16:creationId xmlns:a16="http://schemas.microsoft.com/office/drawing/2014/main" id="{1018EA1A-C149-1302-2AA7-E186A2B70088}"/>
              </a:ext>
            </a:extLst>
          </p:cNvPr>
          <p:cNvGrpSpPr/>
          <p:nvPr/>
        </p:nvGrpSpPr>
        <p:grpSpPr>
          <a:xfrm>
            <a:off x="6096000" y="1185332"/>
            <a:ext cx="508000" cy="512233"/>
            <a:chOff x="7035800" y="3716866"/>
            <a:chExt cx="508000" cy="51223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59617171-0B62-C624-3BD6-EC7E31DB7451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EC8644B5-7CD5-2A1C-3025-6C6F8C140390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EC8644B5-7CD5-2A1C-3025-6C6F8C1403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4E61A2E7-3B4E-7F19-6826-9C31F5231432}"/>
              </a:ext>
            </a:extLst>
          </p:cNvPr>
          <p:cNvCxnSpPr>
            <a:cxnSpLocks/>
          </p:cNvCxnSpPr>
          <p:nvPr/>
        </p:nvCxnSpPr>
        <p:spPr>
          <a:xfrm flipV="1">
            <a:off x="5557692" y="1697565"/>
            <a:ext cx="792308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6F92C857-96E0-F1DB-C818-7685AD60DA77}"/>
              </a:ext>
            </a:extLst>
          </p:cNvPr>
          <p:cNvCxnSpPr>
            <a:cxnSpLocks/>
          </p:cNvCxnSpPr>
          <p:nvPr/>
        </p:nvCxnSpPr>
        <p:spPr>
          <a:xfrm flipH="1" flipV="1">
            <a:off x="6350000" y="1697565"/>
            <a:ext cx="791637" cy="42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3F2F0CC9-A847-EC42-4A99-5F4E490BC7F7}"/>
              </a:ext>
            </a:extLst>
          </p:cNvPr>
          <p:cNvGrpSpPr/>
          <p:nvPr/>
        </p:nvGrpSpPr>
        <p:grpSpPr>
          <a:xfrm>
            <a:off x="5287109" y="2125229"/>
            <a:ext cx="508000" cy="512233"/>
            <a:chOff x="7035800" y="3716866"/>
            <a:chExt cx="508000" cy="512233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4AAE2219-174B-B25B-647E-00CFD17EBF12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4D25775E-9EA5-146C-1A3E-E1ED538558A1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4D25775E-9EA5-146C-1A3E-E1ED538558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F9DFFC64-1E4C-6AEC-3C2D-6F97BD3ED415}"/>
              </a:ext>
            </a:extLst>
          </p:cNvPr>
          <p:cNvGrpSpPr/>
          <p:nvPr/>
        </p:nvGrpSpPr>
        <p:grpSpPr>
          <a:xfrm>
            <a:off x="6863774" y="2125228"/>
            <a:ext cx="508000" cy="512233"/>
            <a:chOff x="7035800" y="3716866"/>
            <a:chExt cx="508000" cy="512233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0D411107-697B-6705-8965-5623EEF293BD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EC6DAE81-912E-0948-6EAA-6EB7AC3AD52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EC6DAE81-912E-0948-6EAA-6EB7AC3AD5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B1B282C0-D261-B930-A970-1E98EFC007FD}"/>
              </a:ext>
            </a:extLst>
          </p:cNvPr>
          <p:cNvCxnSpPr>
            <a:cxnSpLocks/>
          </p:cNvCxnSpPr>
          <p:nvPr/>
        </p:nvCxnSpPr>
        <p:spPr>
          <a:xfrm flipH="1" flipV="1">
            <a:off x="5549304" y="26374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C9148A6D-2A20-3FAA-70D2-EBE38BFB27B2}"/>
              </a:ext>
            </a:extLst>
          </p:cNvPr>
          <p:cNvGrpSpPr/>
          <p:nvPr/>
        </p:nvGrpSpPr>
        <p:grpSpPr>
          <a:xfrm>
            <a:off x="5676982" y="3314700"/>
            <a:ext cx="508000" cy="512233"/>
            <a:chOff x="7035800" y="3716866"/>
            <a:chExt cx="508000" cy="512233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3A46041B-008D-0807-391A-8A1F2A0E76C7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58E6B27D-7BC5-0C40-8444-FEE088BA48F9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58E6B27D-7BC5-0C40-8444-FEE088BA48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B85E1957-B838-6037-AD59-5A4BA1AF66F5}"/>
              </a:ext>
            </a:extLst>
          </p:cNvPr>
          <p:cNvCxnSpPr>
            <a:cxnSpLocks/>
          </p:cNvCxnSpPr>
          <p:nvPr/>
        </p:nvCxnSpPr>
        <p:spPr>
          <a:xfrm flipH="1" flipV="1">
            <a:off x="7139179" y="2631062"/>
            <a:ext cx="381678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F7381462-623D-1E22-B4C6-1B43A3309E39}"/>
              </a:ext>
            </a:extLst>
          </p:cNvPr>
          <p:cNvGrpSpPr/>
          <p:nvPr/>
        </p:nvGrpSpPr>
        <p:grpSpPr>
          <a:xfrm>
            <a:off x="7266857" y="3314700"/>
            <a:ext cx="508000" cy="512233"/>
            <a:chOff x="7035800" y="3716866"/>
            <a:chExt cx="508000" cy="512233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AC818DE4-5526-ECBD-701A-EA2E440DB68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765AF1C9-EF11-0B93-563F-357BF1B8A2D7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765AF1C9-EF11-0B93-563F-357BF1B8A2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991EABE1-F120-B004-3DF5-E3A7269F2068}"/>
              </a:ext>
            </a:extLst>
          </p:cNvPr>
          <p:cNvCxnSpPr>
            <a:cxnSpLocks/>
          </p:cNvCxnSpPr>
          <p:nvPr/>
        </p:nvCxnSpPr>
        <p:spPr>
          <a:xfrm flipV="1">
            <a:off x="5617236" y="3826933"/>
            <a:ext cx="321055" cy="6772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DCAB6FF8-8D2F-A2EB-54C4-9C0D1E036189}"/>
              </a:ext>
            </a:extLst>
          </p:cNvPr>
          <p:cNvGrpSpPr/>
          <p:nvPr/>
        </p:nvGrpSpPr>
        <p:grpSpPr>
          <a:xfrm>
            <a:off x="5363236" y="4510571"/>
            <a:ext cx="508000" cy="512233"/>
            <a:chOff x="7035800" y="3716866"/>
            <a:chExt cx="508000" cy="512233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0D50B131-C044-7A45-CD8A-9385B65316B5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1CF817FA-B552-52BA-27D2-3462E8FDFE4F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1CF817FA-B552-52BA-27D2-3462E8FDFE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541659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1980</TotalTime>
  <Words>639</Words>
  <Application>Microsoft Office PowerPoint</Application>
  <PresentationFormat>宽屏</PresentationFormat>
  <Paragraphs>617</Paragraphs>
  <Slides>51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57" baseType="lpstr">
      <vt:lpstr>等线</vt:lpstr>
      <vt:lpstr>等线 Light</vt:lpstr>
      <vt:lpstr>Arial</vt:lpstr>
      <vt:lpstr>Calibri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昕 许</dc:creator>
  <cp:lastModifiedBy>昕 许</cp:lastModifiedBy>
  <cp:revision>8</cp:revision>
  <dcterms:created xsi:type="dcterms:W3CDTF">2025-04-14T10:26:00Z</dcterms:created>
  <dcterms:modified xsi:type="dcterms:W3CDTF">2026-04-26T01:54:39Z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C8A80F63587440BF9DD05ED80C96F806_12</vt:lpwstr>
  </property>
  <property fmtid="{D5CDD505-2E9C-101B-9397-08002B2CF9AE}" pid="3" name="KSOProductBuildVer">
    <vt:lpwstr>2052-12.1.0.20784</vt:lpwstr>
  </property>
</Properties>
</file>