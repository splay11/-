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06" r:id="rId2"/>
    <p:sldId id="358" r:id="rId3"/>
    <p:sldId id="359" r:id="rId4"/>
    <p:sldId id="360" r:id="rId5"/>
    <p:sldId id="361" r:id="rId6"/>
    <p:sldId id="311" r:id="rId7"/>
    <p:sldId id="325" r:id="rId8"/>
    <p:sldId id="331" r:id="rId9"/>
    <p:sldId id="326" r:id="rId10"/>
    <p:sldId id="327" r:id="rId11"/>
    <p:sldId id="330" r:id="rId12"/>
    <p:sldId id="328" r:id="rId13"/>
    <p:sldId id="356" r:id="rId14"/>
    <p:sldId id="329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7" r:id="rId39"/>
    <p:sldId id="35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3D02E-E415-41FB-A9DF-3D72B214396C}" v="329" dt="2026-04-23T08:18:26.235"/>
    <p1510:client id="{FA5C46D2-D695-4396-B1FB-6B7DF642D184}" v="424" dt="2026-04-23T04:41:2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8" autoAdjust="0"/>
  </p:normalViewPr>
  <p:slideViewPr>
    <p:cSldViewPr snapToGrid="0">
      <p:cViewPr>
        <p:scale>
          <a:sx n="200" d="100"/>
          <a:sy n="200" d="100"/>
        </p:scale>
        <p:origin x="-1468" y="-9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3T08:18:32.530" v="10998" actId="14100"/>
      <pc:docMkLst>
        <pc:docMk/>
      </pc:docMkLst>
      <pc:sldChg chg="addSp delSp modSp add del mod ord">
        <pc:chgData name="昕 许" userId="a2975fcd840abfc3" providerId="LiveId" clId="{49CCD4F9-177C-4270-9A14-60236FF377E8}" dt="2026-04-23T02:18:11.109" v="9626" actId="47"/>
        <pc:sldMkLst>
          <pc:docMk/>
          <pc:sldMk cId="3112887342" sldId="297"/>
        </pc:sldMkLst>
      </pc:sldChg>
      <pc:sldChg chg="addSp delSp modSp add del mod">
        <pc:chgData name="昕 许" userId="a2975fcd840abfc3" providerId="LiveId" clId="{49CCD4F9-177C-4270-9A14-60236FF377E8}" dt="2026-04-23T02:18:11.926" v="9628" actId="47"/>
        <pc:sldMkLst>
          <pc:docMk/>
          <pc:sldMk cId="592326987" sldId="298"/>
        </pc:sldMkLst>
      </pc:sldChg>
      <pc:sldChg chg="addSp delSp modSp add del mod">
        <pc:chgData name="昕 许" userId="a2975fcd840abfc3" providerId="LiveId" clId="{49CCD4F9-177C-4270-9A14-60236FF377E8}" dt="2026-04-23T02:18:10.360" v="9622" actId="47"/>
        <pc:sldMkLst>
          <pc:docMk/>
          <pc:sldMk cId="2309694047" sldId="300"/>
        </pc:sldMkLst>
      </pc:sldChg>
      <pc:sldChg chg="addSp delSp modSp add del mod">
        <pc:chgData name="昕 许" userId="a2975fcd840abfc3" providerId="LiveId" clId="{49CCD4F9-177C-4270-9A14-60236FF377E8}" dt="2026-04-23T02:18:10.523" v="9623" actId="47"/>
        <pc:sldMkLst>
          <pc:docMk/>
          <pc:sldMk cId="3431865041" sldId="301"/>
        </pc:sldMkLst>
      </pc:sldChg>
      <pc:sldChg chg="addSp delSp modSp add del mod">
        <pc:chgData name="昕 许" userId="a2975fcd840abfc3" providerId="LiveId" clId="{49CCD4F9-177C-4270-9A14-60236FF377E8}" dt="2026-04-23T02:18:10.676" v="9624" actId="47"/>
        <pc:sldMkLst>
          <pc:docMk/>
          <pc:sldMk cId="4172256641" sldId="302"/>
        </pc:sldMkLst>
      </pc:sldChg>
      <pc:sldChg chg="addSp delSp modSp add del mod">
        <pc:chgData name="昕 许" userId="a2975fcd840abfc3" providerId="LiveId" clId="{49CCD4F9-177C-4270-9A14-60236FF377E8}" dt="2026-04-23T02:18:10.839" v="9625" actId="47"/>
        <pc:sldMkLst>
          <pc:docMk/>
          <pc:sldMk cId="365956669" sldId="303"/>
        </pc:sldMkLst>
      </pc:sldChg>
      <pc:sldChg chg="addSp delSp modSp add del mod">
        <pc:chgData name="昕 许" userId="a2975fcd840abfc3" providerId="LiveId" clId="{49CCD4F9-177C-4270-9A14-60236FF377E8}" dt="2026-04-23T01:43:46.929" v="9502" actId="47"/>
        <pc:sldMkLst>
          <pc:docMk/>
          <pc:sldMk cId="1938806487" sldId="305"/>
        </pc:sldMkLst>
      </pc:sldChg>
      <pc:sldChg chg="addSp delSp modSp add mod ord modTransition">
        <pc:chgData name="昕 许" userId="a2975fcd840abfc3" providerId="LiveId" clId="{49CCD4F9-177C-4270-9A14-60236FF377E8}" dt="2026-04-23T08:18:32.530" v="10998" actId="14100"/>
        <pc:sldMkLst>
          <pc:docMk/>
          <pc:sldMk cId="380520240" sldId="306"/>
        </pc:sldMkLst>
        <pc:spChg chg="add mod">
          <ac:chgData name="昕 许" userId="a2975fcd840abfc3" providerId="LiveId" clId="{49CCD4F9-177C-4270-9A14-60236FF377E8}" dt="2026-04-23T07:22:14.367" v="10571" actId="20577"/>
          <ac:spMkLst>
            <pc:docMk/>
            <pc:sldMk cId="380520240" sldId="306"/>
            <ac:spMk id="3" creationId="{34D782F6-0E3A-958B-EF58-D6F83A7F3937}"/>
          </ac:spMkLst>
        </pc:spChg>
        <pc:spChg chg="add mod">
          <ac:chgData name="昕 许" userId="a2975fcd840abfc3" providerId="LiveId" clId="{49CCD4F9-177C-4270-9A14-60236FF377E8}" dt="2026-04-23T08:16:22.748" v="10843" actId="20577"/>
          <ac:spMkLst>
            <pc:docMk/>
            <pc:sldMk cId="380520240" sldId="306"/>
            <ac:spMk id="4" creationId="{0B94F11A-B1AB-6AFA-DCE4-8AE1ACE13DD5}"/>
          </ac:spMkLst>
        </pc:spChg>
        <pc:spChg chg="add mod">
          <ac:chgData name="昕 许" userId="a2975fcd840abfc3" providerId="LiveId" clId="{49CCD4F9-177C-4270-9A14-60236FF377E8}" dt="2026-04-23T07:21:57.376" v="10533" actId="1076"/>
          <ac:spMkLst>
            <pc:docMk/>
            <pc:sldMk cId="380520240" sldId="306"/>
            <ac:spMk id="5" creationId="{72C51C97-4322-55BB-0448-B9887EF1D3ED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6" creationId="{8B673344-D5B2-8027-0249-6DF7BF96C5EC}"/>
          </ac:spMkLst>
        </pc:spChg>
        <pc:spChg chg="add mod">
          <ac:chgData name="昕 许" userId="a2975fcd840abfc3" providerId="LiveId" clId="{49CCD4F9-177C-4270-9A14-60236FF377E8}" dt="2026-04-23T08:18:32.530" v="10998" actId="14100"/>
          <ac:spMkLst>
            <pc:docMk/>
            <pc:sldMk cId="380520240" sldId="306"/>
            <ac:spMk id="7" creationId="{C5D15159-F4F0-4947-A214-7BF104772D07}"/>
          </ac:spMkLst>
        </pc:spChg>
        <pc:spChg chg="del">
          <ac:chgData name="昕 许" userId="a2975fcd840abfc3" providerId="LiveId" clId="{49CCD4F9-177C-4270-9A14-60236FF377E8}" dt="2026-04-23T01:43:51.239" v="9505" actId="478"/>
          <ac:spMkLst>
            <pc:docMk/>
            <pc:sldMk cId="380520240" sldId="306"/>
            <ac:spMk id="8" creationId="{4BC06749-F080-061C-9350-D31D1C593D5E}"/>
          </ac:spMkLst>
        </pc:spChg>
        <pc:spChg chg="add del mod">
          <ac:chgData name="昕 许" userId="a2975fcd840abfc3" providerId="LiveId" clId="{49CCD4F9-177C-4270-9A14-60236FF377E8}" dt="2026-04-23T07:22:18.391" v="10572" actId="478"/>
          <ac:spMkLst>
            <pc:docMk/>
            <pc:sldMk cId="380520240" sldId="306"/>
            <ac:spMk id="8" creationId="{A3870197-22EC-865B-0D71-5AFD1EEDD4A1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9" creationId="{02A3CB66-D81E-1219-5232-C1F02A1C29FD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0" creationId="{E49E85A1-2F96-794B-ACBA-8AA0DF2BF050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1" creationId="{A3769E2C-1F7D-F60E-2D84-CC25E7CED9F4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2" creationId="{7CE18A94-C184-8114-BD35-B3644F8E7E43}"/>
          </ac:spMkLst>
        </pc:spChg>
        <pc:spChg chg="add mod">
          <ac:chgData name="昕 许" userId="a2975fcd840abfc3" providerId="LiveId" clId="{49CCD4F9-177C-4270-9A14-60236FF377E8}" dt="2026-04-23T08:16:13.078" v="10820" actId="20577"/>
          <ac:spMkLst>
            <pc:docMk/>
            <pc:sldMk cId="380520240" sldId="306"/>
            <ac:spMk id="14" creationId="{172A37EF-AD6B-36E1-C9A7-445B4187B01D}"/>
          </ac:spMkLst>
        </pc:spChg>
        <pc:spChg chg="del">
          <ac:chgData name="昕 许" userId="a2975fcd840abfc3" providerId="LiveId" clId="{49CCD4F9-177C-4270-9A14-60236FF377E8}" dt="2026-04-23T01:43:51.239" v="9505" actId="478"/>
          <ac:spMkLst>
            <pc:docMk/>
            <pc:sldMk cId="380520240" sldId="306"/>
            <ac:spMk id="14" creationId="{99E9758C-3E89-9178-7530-C32C39AA9A03}"/>
          </ac:spMkLst>
        </pc:spChg>
        <pc:spChg chg="add mod">
          <ac:chgData name="昕 许" userId="a2975fcd840abfc3" providerId="LiveId" clId="{49CCD4F9-177C-4270-9A14-60236FF377E8}" dt="2026-04-23T08:16:28.656" v="10845" actId="20577"/>
          <ac:spMkLst>
            <pc:docMk/>
            <pc:sldMk cId="380520240" sldId="306"/>
            <ac:spMk id="16" creationId="{F5E11843-C2AB-76D0-C519-1C712C36F1A6}"/>
          </ac:spMkLst>
        </pc:spChg>
        <pc:spChg chg="add 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18" creationId="{5EE9F1E0-D33D-C87B-D58B-C143846D5720}"/>
          </ac:spMkLst>
        </pc:spChg>
        <pc:spChg chg="add mod">
          <ac:chgData name="昕 许" userId="a2975fcd840abfc3" providerId="LiveId" clId="{49CCD4F9-177C-4270-9A14-60236FF377E8}" dt="2026-04-23T08:16:31.664" v="10847" actId="20577"/>
          <ac:spMkLst>
            <pc:docMk/>
            <pc:sldMk cId="380520240" sldId="306"/>
            <ac:spMk id="18" creationId="{6046803B-C9C9-A992-EE70-C27286DA8DFE}"/>
          </ac:spMkLst>
        </pc:spChg>
        <pc:spChg chg="add mod">
          <ac:chgData name="昕 许" userId="a2975fcd840abfc3" providerId="LiveId" clId="{49CCD4F9-177C-4270-9A14-60236FF377E8}" dt="2026-04-23T08:18:15.156" v="10976"/>
          <ac:spMkLst>
            <pc:docMk/>
            <pc:sldMk cId="380520240" sldId="306"/>
            <ac:spMk id="19" creationId="{3FAFB7F9-B327-B85F-FC13-24B92CF46842}"/>
          </ac:spMkLst>
        </pc:spChg>
        <pc:spChg chg="add 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19" creationId="{CD1CEEC1-C8BE-F383-43CD-63BB943293CD}"/>
          </ac:spMkLst>
        </pc:spChg>
        <pc:spChg chg="add mod">
          <ac:chgData name="昕 许" userId="a2975fcd840abfc3" providerId="LiveId" clId="{49CCD4F9-177C-4270-9A14-60236FF377E8}" dt="2026-04-23T08:18:26.235" v="10997"/>
          <ac:spMkLst>
            <pc:docMk/>
            <pc:sldMk cId="380520240" sldId="306"/>
            <ac:spMk id="20" creationId="{16F8E13A-3FE0-4E7E-3832-E9EDF1D24C83}"/>
          </ac:spMkLst>
        </pc:spChg>
        <pc:spChg chg="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20" creationId="{FB40659C-BB27-89F1-03EE-0FC5BB07D9BD}"/>
          </ac:spMkLst>
        </pc:spChg>
        <pc:spChg chg="add 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23" creationId="{FE37A021-22C3-CAAC-C6A5-0750F1763559}"/>
          </ac:spMkLst>
        </pc:spChg>
        <pc:spChg chg="add 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25" creationId="{E14915B0-376E-B8A1-08EA-EF5417AE545F}"/>
          </ac:spMkLst>
        </pc:spChg>
        <pc:spChg chg="add del mod">
          <ac:chgData name="昕 许" userId="a2975fcd840abfc3" providerId="LiveId" clId="{49CCD4F9-177C-4270-9A14-60236FF377E8}" dt="2026-04-23T01:43:49.747" v="9503" actId="478"/>
          <ac:spMkLst>
            <pc:docMk/>
            <pc:sldMk cId="380520240" sldId="306"/>
            <ac:spMk id="28" creationId="{3D9EA7A1-A004-060B-E4E9-79B6582EBBCD}"/>
          </ac:spMkLst>
        </pc:spChg>
        <pc:spChg chg="mod">
          <ac:chgData name="昕 许" userId="a2975fcd840abfc3" providerId="LiveId" clId="{49CCD4F9-177C-4270-9A14-60236FF377E8}" dt="2026-04-23T01:45:25.276" v="9536"/>
          <ac:spMkLst>
            <pc:docMk/>
            <pc:sldMk cId="380520240" sldId="306"/>
            <ac:spMk id="39" creationId="{27D88B66-3E7E-E671-1BD9-E8B5BA417243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40" creationId="{AA4AB440-300D-8DDD-03F3-80F883257AEE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44" creationId="{BB063973-2474-4C32-252F-E8EA8B2EB727}"/>
          </ac:spMkLst>
        </pc:spChg>
        <pc:spChg chg="mod">
          <ac:chgData name="昕 许" userId="a2975fcd840abfc3" providerId="LiveId" clId="{49CCD4F9-177C-4270-9A14-60236FF377E8}" dt="2026-04-23T02:19:09.951" v="9645" actId="1076"/>
          <ac:spMkLst>
            <pc:docMk/>
            <pc:sldMk cId="380520240" sldId="306"/>
            <ac:spMk id="45" creationId="{808CA5E2-FD08-FDF1-8A31-3B825FF57D5F}"/>
          </ac:spMkLst>
        </pc:spChg>
        <pc:spChg chg="add del mod">
          <ac:chgData name="昕 许" userId="a2975fcd840abfc3" providerId="LiveId" clId="{49CCD4F9-177C-4270-9A14-60236FF377E8}" dt="2026-04-23T07:21:35.498" v="10482" actId="478"/>
          <ac:spMkLst>
            <pc:docMk/>
            <pc:sldMk cId="380520240" sldId="306"/>
            <ac:spMk id="49" creationId="{55EC57FF-C60C-8C3C-F536-52B4B79D1DFE}"/>
          </ac:spMkLst>
        </pc:spChg>
        <pc:spChg chg="add mod">
          <ac:chgData name="昕 许" userId="a2975fcd840abfc3" providerId="LiveId" clId="{49CCD4F9-177C-4270-9A14-60236FF377E8}" dt="2026-04-23T01:48:21.360" v="9599" actId="1076"/>
          <ac:spMkLst>
            <pc:docMk/>
            <pc:sldMk cId="380520240" sldId="306"/>
            <ac:spMk id="50" creationId="{5880EFF3-2C8F-B9BC-DD7F-B37C4517AAF0}"/>
          </ac:spMkLst>
        </pc:spChg>
        <pc:spChg chg="mod">
          <ac:chgData name="昕 许" userId="a2975fcd840abfc3" providerId="LiveId" clId="{49CCD4F9-177C-4270-9A14-60236FF377E8}" dt="2026-04-23T01:48:28.738" v="9600"/>
          <ac:spMkLst>
            <pc:docMk/>
            <pc:sldMk cId="380520240" sldId="306"/>
            <ac:spMk id="52" creationId="{532F2753-9EE9-D9CA-6DD2-C9CF4D0D9FE1}"/>
          </ac:spMkLst>
        </pc:spChg>
        <pc:spChg chg="mod">
          <ac:chgData name="昕 许" userId="a2975fcd840abfc3" providerId="LiveId" clId="{49CCD4F9-177C-4270-9A14-60236FF377E8}" dt="2026-04-23T01:48:28.738" v="9600"/>
          <ac:spMkLst>
            <pc:docMk/>
            <pc:sldMk cId="380520240" sldId="306"/>
            <ac:spMk id="53" creationId="{58A81AE8-6AC4-7600-BD75-82FFE66EC707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55" creationId="{05BA8397-7424-F7BA-B75D-0985803E6357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56" creationId="{51574C3D-DB61-0762-8532-DCDDEF7F6E0A}"/>
          </ac:spMkLst>
        </pc:spChg>
        <pc:grpChg chg="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2" creationId="{A07AF023-F658-B31F-69F6-B8E40CFC698C}"/>
          </ac:grpSpMkLst>
        </pc:grpChg>
        <pc:grpChg chg="del">
          <ac:chgData name="昕 许" userId="a2975fcd840abfc3" providerId="LiveId" clId="{49CCD4F9-177C-4270-9A14-60236FF377E8}" dt="2026-04-23T01:43:51.239" v="9505" actId="478"/>
          <ac:grpSpMkLst>
            <pc:docMk/>
            <pc:sldMk cId="380520240" sldId="306"/>
            <ac:grpSpMk id="3" creationId="{7C578B4D-1232-AC8D-21B0-95320054A772}"/>
          </ac:grpSpMkLst>
        </pc:grpChg>
        <pc:grpChg chg="add 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21" creationId="{4AE86BB3-5BBF-C4FE-2066-56CF0633D77E}"/>
          </ac:grpSpMkLst>
        </pc:grpChg>
        <pc:grpChg chg="add 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29" creationId="{ADC6EE60-7C02-C221-5630-CF617C5A91BA}"/>
          </ac:grpSpMkLst>
        </pc:grpChg>
        <pc:grpChg chg="add 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38" creationId="{983467DC-CC8A-AE26-F040-45B468954A42}"/>
          </ac:grpSpMkLst>
        </pc:grpChg>
        <pc:grpChg chg="add 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43" creationId="{CFF9AFF5-490D-41B7-FD09-19D9690DE03C}"/>
          </ac:grpSpMkLst>
        </pc:grpChg>
        <pc:grpChg chg="add del mod">
          <ac:chgData name="昕 许" userId="a2975fcd840abfc3" providerId="LiveId" clId="{49CCD4F9-177C-4270-9A14-60236FF377E8}" dt="2026-04-23T01:49:01.298" v="9602" actId="478"/>
          <ac:grpSpMkLst>
            <pc:docMk/>
            <pc:sldMk cId="380520240" sldId="306"/>
            <ac:grpSpMk id="51" creationId="{3CCBA17E-C396-0EF1-539A-960576C03020}"/>
          </ac:grpSpMkLst>
        </pc:grpChg>
        <pc:grpChg chg="add del mod">
          <ac:chgData name="昕 许" userId="a2975fcd840abfc3" providerId="LiveId" clId="{49CCD4F9-177C-4270-9A14-60236FF377E8}" dt="2026-04-23T07:21:35.498" v="10482" actId="478"/>
          <ac:grpSpMkLst>
            <pc:docMk/>
            <pc:sldMk cId="380520240" sldId="306"/>
            <ac:grpSpMk id="54" creationId="{3EBDCAC9-91A4-A730-9828-4DEC47811E40}"/>
          </ac:grpSpMkLst>
        </pc:grpChg>
        <pc:cxnChg chg="del mod">
          <ac:chgData name="昕 许" userId="a2975fcd840abfc3" providerId="LiveId" clId="{49CCD4F9-177C-4270-9A14-60236FF377E8}" dt="2026-04-23T01:43:52.366" v="9507" actId="478"/>
          <ac:cxnSpMkLst>
            <pc:docMk/>
            <pc:sldMk cId="380520240" sldId="306"/>
            <ac:cxnSpMk id="7" creationId="{A025A972-3C69-BCBA-6BC2-6CE6F839B650}"/>
          </ac:cxnSpMkLst>
        </pc:cxnChg>
        <pc:cxnChg chg="del mod">
          <ac:chgData name="昕 许" userId="a2975fcd840abfc3" providerId="LiveId" clId="{49CCD4F9-177C-4270-9A14-60236FF377E8}" dt="2026-04-23T07:21:35.498" v="10482" actId="478"/>
          <ac:cxnSpMkLst>
            <pc:docMk/>
            <pc:sldMk cId="380520240" sldId="306"/>
            <ac:cxnSpMk id="13" creationId="{3FD34963-FEEE-94D9-F200-2DB08F75F400}"/>
          </ac:cxnSpMkLst>
        </pc:cxnChg>
        <pc:cxnChg chg="del mod">
          <ac:chgData name="昕 许" userId="a2975fcd840abfc3" providerId="LiveId" clId="{49CCD4F9-177C-4270-9A14-60236FF377E8}" dt="2026-04-23T01:43:52.877" v="9508" actId="478"/>
          <ac:cxnSpMkLst>
            <pc:docMk/>
            <pc:sldMk cId="380520240" sldId="306"/>
            <ac:cxnSpMk id="16" creationId="{F348AFDB-0CF3-47AE-7F84-4624B5B462C5}"/>
          </ac:cxnSpMkLst>
        </pc:cxnChg>
        <pc:cxnChg chg="mod">
          <ac:chgData name="昕 许" userId="a2975fcd840abfc3" providerId="LiveId" clId="{49CCD4F9-177C-4270-9A14-60236FF377E8}" dt="2026-04-23T02:18:56.759" v="9639" actId="14100"/>
          <ac:cxnSpMkLst>
            <pc:docMk/>
            <pc:sldMk cId="380520240" sldId="306"/>
            <ac:cxnSpMk id="17" creationId="{529507DE-6D20-F0B7-D1E6-58638CA2A045}"/>
          </ac:cxnSpMkLst>
        </pc:cxnChg>
        <pc:cxnChg chg="del mod">
          <ac:chgData name="昕 许" userId="a2975fcd840abfc3" providerId="LiveId" clId="{49CCD4F9-177C-4270-9A14-60236FF377E8}" dt="2026-04-23T01:43:54.489" v="9509" actId="478"/>
          <ac:cxnSpMkLst>
            <pc:docMk/>
            <pc:sldMk cId="380520240" sldId="306"/>
            <ac:cxnSpMk id="22" creationId="{7967A141-717C-E586-51F7-C02B8B14EFFA}"/>
          </ac:cxnSpMkLst>
        </pc:cxnChg>
        <pc:cxnChg chg="del mod">
          <ac:chgData name="昕 许" userId="a2975fcd840abfc3" providerId="LiveId" clId="{49CCD4F9-177C-4270-9A14-60236FF377E8}" dt="2026-04-23T01:43:50.652" v="9504" actId="478"/>
          <ac:cxnSpMkLst>
            <pc:docMk/>
            <pc:sldMk cId="380520240" sldId="306"/>
            <ac:cxnSpMk id="24" creationId="{E2D1AE51-F424-AC5D-5D9C-DA80D586014C}"/>
          </ac:cxnSpMkLst>
        </pc:cxnChg>
        <pc:cxnChg chg="add mod">
          <ac:chgData name="昕 许" userId="a2975fcd840abfc3" providerId="LiveId" clId="{49CCD4F9-177C-4270-9A14-60236FF377E8}" dt="2026-04-23T01:48:13.662" v="9595" actId="1076"/>
          <ac:cxnSpMkLst>
            <pc:docMk/>
            <pc:sldMk cId="380520240" sldId="306"/>
            <ac:cxnSpMk id="35" creationId="{933ACFEE-6D35-8397-479A-93958C83B905}"/>
          </ac:cxnSpMkLst>
        </pc:cxnChg>
        <pc:cxnChg chg="add mod">
          <ac:chgData name="昕 许" userId="a2975fcd840abfc3" providerId="LiveId" clId="{49CCD4F9-177C-4270-9A14-60236FF377E8}" dt="2026-04-23T02:19:00.407" v="9641" actId="1076"/>
          <ac:cxnSpMkLst>
            <pc:docMk/>
            <pc:sldMk cId="380520240" sldId="306"/>
            <ac:cxnSpMk id="46" creationId="{110FB7BE-9B66-B372-FBEF-050A6FA00198}"/>
          </ac:cxnSpMkLst>
        </pc:cxnChg>
        <pc:cxnChg chg="add del mod">
          <ac:chgData name="昕 许" userId="a2975fcd840abfc3" providerId="LiveId" clId="{49CCD4F9-177C-4270-9A14-60236FF377E8}" dt="2026-04-23T07:21:35.498" v="10482" actId="478"/>
          <ac:cxnSpMkLst>
            <pc:docMk/>
            <pc:sldMk cId="380520240" sldId="306"/>
            <ac:cxnSpMk id="57" creationId="{BBBB4F17-FFB9-EB9F-76FA-6FE169E938C7}"/>
          </ac:cxnSpMkLst>
        </pc:cxnChg>
        <pc:cxnChg chg="add del mod">
          <ac:chgData name="昕 许" userId="a2975fcd840abfc3" providerId="LiveId" clId="{49CCD4F9-177C-4270-9A14-60236FF377E8}" dt="2026-04-23T07:21:35.498" v="10482" actId="478"/>
          <ac:cxnSpMkLst>
            <pc:docMk/>
            <pc:sldMk cId="380520240" sldId="306"/>
            <ac:cxnSpMk id="64" creationId="{87517AD5-5186-9C20-6B93-D9AE8ABBCC5A}"/>
          </ac:cxnSpMkLst>
        </pc:cxnChg>
      </pc:sldChg>
      <pc:sldChg chg="delSp modSp add del mod modTransition">
        <pc:chgData name="昕 许" userId="a2975fcd840abfc3" providerId="LiveId" clId="{49CCD4F9-177C-4270-9A14-60236FF377E8}" dt="2026-04-23T05:11:51.686" v="10436" actId="47"/>
        <pc:sldMkLst>
          <pc:docMk/>
          <pc:sldMk cId="1429644874" sldId="307"/>
        </pc:sldMkLst>
        <pc:spChg chg="mod">
          <ac:chgData name="昕 许" userId="a2975fcd840abfc3" providerId="LiveId" clId="{49CCD4F9-177C-4270-9A14-60236FF377E8}" dt="2026-04-23T02:23:38.432" v="9705" actId="1076"/>
          <ac:spMkLst>
            <pc:docMk/>
            <pc:sldMk cId="1429644874" sldId="307"/>
            <ac:spMk id="49" creationId="{59875B90-0BB6-26D2-756E-A63697003B77}"/>
          </ac:spMkLst>
        </pc:s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2" creationId="{9F05F181-58AB-8768-B247-2371D4397119}"/>
          </ac:grpSpMkLst>
        </pc:gr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21" creationId="{33F88421-10E2-1C99-557B-E15E4D935876}"/>
          </ac:grpSpMkLst>
        </pc:gr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29" creationId="{D86B7248-7973-6A0B-193D-6591B657C1EC}"/>
          </ac:grpSpMkLst>
        </pc:gr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38" creationId="{015C7AC3-17A3-6219-92D4-E28562A68887}"/>
          </ac:grpSpMkLst>
        </pc:gr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43" creationId="{3D5253A8-ACAA-6746-E57E-9AED82C28879}"/>
          </ac:grpSpMkLst>
        </pc:grpChg>
        <pc:grpChg chg="del">
          <ac:chgData name="昕 许" userId="a2975fcd840abfc3" providerId="LiveId" clId="{49CCD4F9-177C-4270-9A14-60236FF377E8}" dt="2026-04-23T02:19:22.336" v="9649" actId="478"/>
          <ac:grpSpMkLst>
            <pc:docMk/>
            <pc:sldMk cId="1429644874" sldId="307"/>
            <ac:grpSpMk id="54" creationId="{C0B13152-C38C-B4EE-931A-9DB9185AE78F}"/>
          </ac:grpSpMkLst>
        </pc:grpChg>
        <pc:cxnChg chg="del mod">
          <ac:chgData name="昕 许" userId="a2975fcd840abfc3" providerId="LiveId" clId="{49CCD4F9-177C-4270-9A14-60236FF377E8}" dt="2026-04-23T02:19:22.336" v="9649" actId="478"/>
          <ac:cxnSpMkLst>
            <pc:docMk/>
            <pc:sldMk cId="1429644874" sldId="307"/>
            <ac:cxnSpMk id="13" creationId="{50CB24C2-A952-9338-D6A5-C2231A6C5A41}"/>
          </ac:cxnSpMkLst>
        </pc:cxnChg>
        <pc:cxnChg chg="del mod">
          <ac:chgData name="昕 许" userId="a2975fcd840abfc3" providerId="LiveId" clId="{49CCD4F9-177C-4270-9A14-60236FF377E8}" dt="2026-04-23T02:19:22.336" v="9649" actId="478"/>
          <ac:cxnSpMkLst>
            <pc:docMk/>
            <pc:sldMk cId="1429644874" sldId="307"/>
            <ac:cxnSpMk id="17" creationId="{EC9B1302-21A4-42B3-BC52-22D1F1C444EE}"/>
          </ac:cxnSpMkLst>
        </pc:cxnChg>
        <pc:cxnChg chg="del mod">
          <ac:chgData name="昕 许" userId="a2975fcd840abfc3" providerId="LiveId" clId="{49CCD4F9-177C-4270-9A14-60236FF377E8}" dt="2026-04-23T02:19:22.336" v="9649" actId="478"/>
          <ac:cxnSpMkLst>
            <pc:docMk/>
            <pc:sldMk cId="1429644874" sldId="307"/>
            <ac:cxnSpMk id="46" creationId="{16C8352B-FB9F-C9CA-146B-2382D612486E}"/>
          </ac:cxnSpMkLst>
        </pc:cxnChg>
        <pc:cxnChg chg="del mod">
          <ac:chgData name="昕 许" userId="a2975fcd840abfc3" providerId="LiveId" clId="{49CCD4F9-177C-4270-9A14-60236FF377E8}" dt="2026-04-23T02:19:22.336" v="9649" actId="478"/>
          <ac:cxnSpMkLst>
            <pc:docMk/>
            <pc:sldMk cId="1429644874" sldId="307"/>
            <ac:cxnSpMk id="57" creationId="{30670F28-18CB-65A3-9FED-7B15D8F30BA0}"/>
          </ac:cxnSpMkLst>
        </pc:cxnChg>
      </pc:sldChg>
      <pc:sldChg chg="addSp delSp modSp add del mod">
        <pc:chgData name="昕 许" userId="a2975fcd840abfc3" providerId="LiveId" clId="{49CCD4F9-177C-4270-9A14-60236FF377E8}" dt="2026-04-23T02:18:09.888" v="9619" actId="47"/>
        <pc:sldMkLst>
          <pc:docMk/>
          <pc:sldMk cId="2074939494" sldId="307"/>
        </pc:sldMkLst>
      </pc:sldChg>
      <pc:sldChg chg="delSp modSp add del mod">
        <pc:chgData name="昕 许" userId="a2975fcd840abfc3" providerId="LiveId" clId="{49CCD4F9-177C-4270-9A14-60236FF377E8}" dt="2026-04-23T02:19:19.214" v="9647" actId="47"/>
        <pc:sldMkLst>
          <pc:docMk/>
          <pc:sldMk cId="4288894805" sldId="307"/>
        </pc:sldMkLst>
        <pc:spChg chg="mod">
          <ac:chgData name="昕 许" userId="a2975fcd840abfc3" providerId="LiveId" clId="{49CCD4F9-177C-4270-9A14-60236FF377E8}" dt="2026-04-23T02:18:28.959" v="9633" actId="1076"/>
          <ac:spMkLst>
            <pc:docMk/>
            <pc:sldMk cId="4288894805" sldId="307"/>
            <ac:spMk id="49" creationId="{633F04BC-A23C-C13B-30C4-0ECB1AEE60D8}"/>
          </ac:spMkLst>
        </pc:s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2" creationId="{92A361A0-9E91-CC18-6E80-FE0374129A59}"/>
          </ac:grpSpMkLst>
        </pc:gr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21" creationId="{AE625AE7-04E3-5D25-3E6F-F13D6F31E501}"/>
          </ac:grpSpMkLst>
        </pc:gr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29" creationId="{52E0EC7A-879A-F365-009F-186A8B6E6A71}"/>
          </ac:grpSpMkLst>
        </pc:gr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38" creationId="{BACF9811-2786-5A64-581E-FBA09333C8F9}"/>
          </ac:grpSpMkLst>
        </pc:gr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43" creationId="{443A5340-2C26-235D-AF27-D3966BB5E2E4}"/>
          </ac:grpSpMkLst>
        </pc:grpChg>
        <pc:grpChg chg="del">
          <ac:chgData name="昕 许" userId="a2975fcd840abfc3" providerId="LiveId" clId="{49CCD4F9-177C-4270-9A14-60236FF377E8}" dt="2026-04-23T02:18:17.554" v="9630" actId="478"/>
          <ac:grpSpMkLst>
            <pc:docMk/>
            <pc:sldMk cId="4288894805" sldId="307"/>
            <ac:grpSpMk id="54" creationId="{D4534E32-A90B-E48F-4599-C85A36E6BB56}"/>
          </ac:grpSpMkLst>
        </pc:grpChg>
        <pc:cxnChg chg="del mod">
          <ac:chgData name="昕 许" userId="a2975fcd840abfc3" providerId="LiveId" clId="{49CCD4F9-177C-4270-9A14-60236FF377E8}" dt="2026-04-23T02:18:17.554" v="9630" actId="478"/>
          <ac:cxnSpMkLst>
            <pc:docMk/>
            <pc:sldMk cId="4288894805" sldId="307"/>
            <ac:cxnSpMk id="13" creationId="{60514CD5-0462-ACEE-15AD-EFAAB845BE0D}"/>
          </ac:cxnSpMkLst>
        </pc:cxnChg>
        <pc:cxnChg chg="del mod">
          <ac:chgData name="昕 许" userId="a2975fcd840abfc3" providerId="LiveId" clId="{49CCD4F9-177C-4270-9A14-60236FF377E8}" dt="2026-04-23T02:18:17.554" v="9630" actId="478"/>
          <ac:cxnSpMkLst>
            <pc:docMk/>
            <pc:sldMk cId="4288894805" sldId="307"/>
            <ac:cxnSpMk id="35" creationId="{68BECDE2-256B-FE66-811B-A14FC737B879}"/>
          </ac:cxnSpMkLst>
        </pc:cxnChg>
        <pc:cxnChg chg="del mod">
          <ac:chgData name="昕 许" userId="a2975fcd840abfc3" providerId="LiveId" clId="{49CCD4F9-177C-4270-9A14-60236FF377E8}" dt="2026-04-23T02:18:17.554" v="9630" actId="478"/>
          <ac:cxnSpMkLst>
            <pc:docMk/>
            <pc:sldMk cId="4288894805" sldId="307"/>
            <ac:cxnSpMk id="46" creationId="{4286B60F-66EA-3BA8-F91C-5A21D0936D32}"/>
          </ac:cxnSpMkLst>
        </pc:cxnChg>
        <pc:cxnChg chg="del mod">
          <ac:chgData name="昕 许" userId="a2975fcd840abfc3" providerId="LiveId" clId="{49CCD4F9-177C-4270-9A14-60236FF377E8}" dt="2026-04-23T02:18:17.554" v="9630" actId="478"/>
          <ac:cxnSpMkLst>
            <pc:docMk/>
            <pc:sldMk cId="4288894805" sldId="307"/>
            <ac:cxnSpMk id="57" creationId="{11F13A50-B63E-D4AD-6EEE-ADE52E239F2E}"/>
          </ac:cxnSpMkLst>
        </pc:cxnChg>
      </pc:sldChg>
      <pc:sldChg chg="addSp delSp modSp add del mod">
        <pc:chgData name="昕 许" userId="a2975fcd840abfc3" providerId="LiveId" clId="{49CCD4F9-177C-4270-9A14-60236FF377E8}" dt="2026-04-23T02:18:10.028" v="9620" actId="47"/>
        <pc:sldMkLst>
          <pc:docMk/>
          <pc:sldMk cId="1803868461" sldId="308"/>
        </pc:sldMkLst>
      </pc:sldChg>
      <pc:sldChg chg="modSp add del modTransition">
        <pc:chgData name="昕 许" userId="a2975fcd840abfc3" providerId="LiveId" clId="{49CCD4F9-177C-4270-9A14-60236FF377E8}" dt="2026-04-23T02:23:47.210" v="9708" actId="47"/>
        <pc:sldMkLst>
          <pc:docMk/>
          <pc:sldMk cId="4247817868" sldId="308"/>
        </pc:sldMkLst>
        <pc:spChg chg="mod">
          <ac:chgData name="昕 许" userId="a2975fcd840abfc3" providerId="LiveId" clId="{49CCD4F9-177C-4270-9A14-60236FF377E8}" dt="2026-04-23T02:19:33.879" v="9653" actId="20577"/>
          <ac:spMkLst>
            <pc:docMk/>
            <pc:sldMk cId="4247817868" sldId="308"/>
            <ac:spMk id="49" creationId="{BB5ADF88-B368-0AE8-86BB-BE13D5B6D959}"/>
          </ac:spMkLst>
        </pc:spChg>
      </pc:sldChg>
      <pc:sldChg chg="addSp delSp modSp add del mod">
        <pc:chgData name="昕 许" userId="a2975fcd840abfc3" providerId="LiveId" clId="{49CCD4F9-177C-4270-9A14-60236FF377E8}" dt="2026-04-23T05:12:05.560" v="10439" actId="47"/>
        <pc:sldMkLst>
          <pc:docMk/>
          <pc:sldMk cId="1206362108" sldId="309"/>
        </pc:sldMkLst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2" creationId="{CF04F4DF-D262-1638-19BA-EFB87F991755}"/>
          </ac:spMkLst>
        </pc:spChg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4" creationId="{7DB75B09-2E4B-8E74-A674-81E48FBFE653}"/>
          </ac:spMkLst>
        </pc:spChg>
        <pc:spChg chg="mod">
          <ac:chgData name="昕 许" userId="a2975fcd840abfc3" providerId="LiveId" clId="{49CCD4F9-177C-4270-9A14-60236FF377E8}" dt="2026-04-23T02:22:31.184" v="9667"/>
          <ac:spMkLst>
            <pc:docMk/>
            <pc:sldMk cId="1206362108" sldId="309"/>
            <ac:spMk id="7" creationId="{1D2CD5F8-86DD-A8A5-055B-304839A3FED3}"/>
          </ac:spMkLst>
        </pc:spChg>
        <pc:spChg chg="mod">
          <ac:chgData name="昕 许" userId="a2975fcd840abfc3" providerId="LiveId" clId="{49CCD4F9-177C-4270-9A14-60236FF377E8}" dt="2026-04-23T02:22:35.579" v="9669" actId="20577"/>
          <ac:spMkLst>
            <pc:docMk/>
            <pc:sldMk cId="1206362108" sldId="309"/>
            <ac:spMk id="8" creationId="{AA09BCA3-B993-CDEC-4A18-F789AE8A1420}"/>
          </ac:spMkLst>
        </pc:spChg>
        <pc:spChg chg="mod">
          <ac:chgData name="昕 许" userId="a2975fcd840abfc3" providerId="LiveId" clId="{49CCD4F9-177C-4270-9A14-60236FF377E8}" dt="2026-04-23T02:22:40.331" v="9671"/>
          <ac:spMkLst>
            <pc:docMk/>
            <pc:sldMk cId="1206362108" sldId="309"/>
            <ac:spMk id="10" creationId="{81F3EFE4-2136-FF6B-AF81-BB0C79BBDF96}"/>
          </ac:spMkLst>
        </pc:spChg>
        <pc:spChg chg="mod">
          <ac:chgData name="昕 许" userId="a2975fcd840abfc3" providerId="LiveId" clId="{49CCD4F9-177C-4270-9A14-60236FF377E8}" dt="2026-04-23T02:22:57.133" v="9673" actId="20577"/>
          <ac:spMkLst>
            <pc:docMk/>
            <pc:sldMk cId="1206362108" sldId="309"/>
            <ac:spMk id="11" creationId="{8377A0CD-0930-67D7-0B62-2577DC7A8AED}"/>
          </ac:spMkLst>
        </pc:spChg>
        <pc:spChg chg="mod">
          <ac:chgData name="昕 许" userId="a2975fcd840abfc3" providerId="LiveId" clId="{49CCD4F9-177C-4270-9A14-60236FF377E8}" dt="2026-04-23T02:23:00.046" v="9677" actId="20577"/>
          <ac:spMkLst>
            <pc:docMk/>
            <pc:sldMk cId="1206362108" sldId="309"/>
            <ac:spMk id="13" creationId="{25EE3CB2-7FDC-FCE3-5B46-B686F2FC37F9}"/>
          </ac:spMkLst>
        </pc:spChg>
        <pc:spChg chg="mod">
          <ac:chgData name="昕 许" userId="a2975fcd840abfc3" providerId="LiveId" clId="{49CCD4F9-177C-4270-9A14-60236FF377E8}" dt="2026-04-23T02:23:07.400" v="9688" actId="1037"/>
          <ac:spMkLst>
            <pc:docMk/>
            <pc:sldMk cId="1206362108" sldId="309"/>
            <ac:spMk id="14" creationId="{73A37AEA-93E4-8AEB-53AB-FCB994ACA50F}"/>
          </ac:spMkLst>
        </pc:spChg>
        <pc:spChg chg="mod">
          <ac:chgData name="昕 许" userId="a2975fcd840abfc3" providerId="LiveId" clId="{49CCD4F9-177C-4270-9A14-60236FF377E8}" dt="2026-04-23T02:23:16.347" v="9691" actId="20577"/>
          <ac:spMkLst>
            <pc:docMk/>
            <pc:sldMk cId="1206362108" sldId="309"/>
            <ac:spMk id="16" creationId="{839A5965-B17F-DB16-DA13-16DA35FF82EC}"/>
          </ac:spMkLst>
        </pc:spChg>
        <pc:spChg chg="mod">
          <ac:chgData name="昕 许" userId="a2975fcd840abfc3" providerId="LiveId" clId="{49CCD4F9-177C-4270-9A14-60236FF377E8}" dt="2026-04-23T02:23:16.431" v="9692" actId="20577"/>
          <ac:spMkLst>
            <pc:docMk/>
            <pc:sldMk cId="1206362108" sldId="309"/>
            <ac:spMk id="17" creationId="{D7036795-3CF6-F5C5-E7C1-A2BCA84504D4}"/>
          </ac:spMkLst>
        </pc:spChg>
        <pc:spChg chg="mod">
          <ac:chgData name="昕 许" userId="a2975fcd840abfc3" providerId="LiveId" clId="{49CCD4F9-177C-4270-9A14-60236FF377E8}" dt="2026-04-23T02:23:17.964" v="9693" actId="20577"/>
          <ac:spMkLst>
            <pc:docMk/>
            <pc:sldMk cId="1206362108" sldId="309"/>
            <ac:spMk id="19" creationId="{1FA37970-FD9D-1BF9-59C1-20D553CCDE78}"/>
          </ac:spMkLst>
        </pc:spChg>
        <pc:spChg chg="mod">
          <ac:chgData name="昕 许" userId="a2975fcd840abfc3" providerId="LiveId" clId="{49CCD4F9-177C-4270-9A14-60236FF377E8}" dt="2026-04-23T02:23:21.707" v="9698" actId="1076"/>
          <ac:spMkLst>
            <pc:docMk/>
            <pc:sldMk cId="1206362108" sldId="309"/>
            <ac:spMk id="20" creationId="{21A7C79C-BF28-9B0E-9CFB-FA1C22DCAE87}"/>
          </ac:spMkLst>
        </pc:spChg>
        <pc:spChg chg="mod">
          <ac:chgData name="昕 许" userId="a2975fcd840abfc3" providerId="LiveId" clId="{49CCD4F9-177C-4270-9A14-60236FF377E8}" dt="2026-04-23T02:23:11.453" v="9689"/>
          <ac:spMkLst>
            <pc:docMk/>
            <pc:sldMk cId="1206362108" sldId="309"/>
            <ac:spMk id="22" creationId="{FC573AEA-EB4B-8F2B-6651-62CCDFC05CEE}"/>
          </ac:spMkLst>
        </pc:spChg>
        <pc:spChg chg="mod">
          <ac:chgData name="昕 许" userId="a2975fcd840abfc3" providerId="LiveId" clId="{49CCD4F9-177C-4270-9A14-60236FF377E8}" dt="2026-04-23T02:23:25.476" v="9700" actId="1076"/>
          <ac:spMkLst>
            <pc:docMk/>
            <pc:sldMk cId="1206362108" sldId="309"/>
            <ac:spMk id="23" creationId="{6F401D2F-6D13-9E94-C32D-7939476A9620}"/>
          </ac:spMkLst>
        </pc:spChg>
        <pc:spChg chg="mod">
          <ac:chgData name="昕 许" userId="a2975fcd840abfc3" providerId="LiveId" clId="{49CCD4F9-177C-4270-9A14-60236FF377E8}" dt="2026-04-23T02:23:31.181" v="9703" actId="20577"/>
          <ac:spMkLst>
            <pc:docMk/>
            <pc:sldMk cId="1206362108" sldId="309"/>
            <ac:spMk id="25" creationId="{FEA8FA33-0408-B012-C984-7C8FC7703B64}"/>
          </ac:spMkLst>
        </pc:spChg>
        <pc:spChg chg="mod">
          <ac:chgData name="昕 许" userId="a2975fcd840abfc3" providerId="LiveId" clId="{49CCD4F9-177C-4270-9A14-60236FF377E8}" dt="2026-04-23T02:23:31.407" v="9704" actId="20577"/>
          <ac:spMkLst>
            <pc:docMk/>
            <pc:sldMk cId="1206362108" sldId="309"/>
            <ac:spMk id="26" creationId="{B7EA7CB5-0DAA-29CE-C44D-285FE238EF81}"/>
          </ac:spMkLst>
        </pc:spChg>
        <pc:spChg chg="mod">
          <ac:chgData name="昕 许" userId="a2975fcd840abfc3" providerId="LiveId" clId="{49CCD4F9-177C-4270-9A14-60236FF377E8}" dt="2026-04-23T04:06:13.331" v="9882"/>
          <ac:spMkLst>
            <pc:docMk/>
            <pc:sldMk cId="1206362108" sldId="309"/>
            <ac:spMk id="30" creationId="{337F2F61-3DE9-863A-0780-C10AF14DA504}"/>
          </ac:spMkLst>
        </pc:spChg>
        <pc:spChg chg="mod">
          <ac:chgData name="昕 许" userId="a2975fcd840abfc3" providerId="LiveId" clId="{49CCD4F9-177C-4270-9A14-60236FF377E8}" dt="2026-04-23T04:06:13.331" v="9882"/>
          <ac:spMkLst>
            <pc:docMk/>
            <pc:sldMk cId="1206362108" sldId="309"/>
            <ac:spMk id="31" creationId="{0F97A57B-93B7-E331-21EF-5DACCA75E71D}"/>
          </ac:spMkLst>
        </pc:spChg>
        <pc:spChg chg="del">
          <ac:chgData name="昕 许" userId="a2975fcd840abfc3" providerId="LiveId" clId="{49CCD4F9-177C-4270-9A14-60236FF377E8}" dt="2026-04-23T02:23:41.316" v="9706" actId="478"/>
          <ac:spMkLst>
            <pc:docMk/>
            <pc:sldMk cId="1206362108" sldId="309"/>
            <ac:spMk id="49" creationId="{298A8DA1-82FC-3246-8E14-9D927D18407D}"/>
          </ac:spMkLst>
        </pc:s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5" creationId="{E3D0AE51-798D-D713-44B5-69AF6EA33C4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6" creationId="{2D025702-BFD6-C23E-79C1-F0B1D89D06F5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9" creationId="{9E2246FB-5A36-FB5A-1D14-AFB9C8E9E1A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2" creationId="{B11DA214-1BD0-8AAC-3A0A-7D9E5041170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5" creationId="{1DCB0AD3-CE2D-FFBF-D9D1-D7ACDC96A8B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8" creationId="{F87F30CB-87FE-129D-E3C1-3C319B6D10D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1" creationId="{0F992541-2AD9-F166-C0A5-5E273000F0C9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4" creationId="{585A1D33-4042-3152-7D48-68208A1E843B}"/>
          </ac:grpSpMkLst>
        </pc:grpChg>
        <pc:grpChg chg="add del mod">
          <ac:chgData name="昕 许" userId="a2975fcd840abfc3" providerId="LiveId" clId="{49CCD4F9-177C-4270-9A14-60236FF377E8}" dt="2026-04-23T04:06:25.583" v="9884" actId="478"/>
          <ac:grpSpMkLst>
            <pc:docMk/>
            <pc:sldMk cId="1206362108" sldId="309"/>
            <ac:grpSpMk id="29" creationId="{3AF387A1-A793-D1F6-3267-37C5B2AD47EF}"/>
          </ac:grpSpMkLst>
        </pc:grpChg>
        <pc:cxnChg chg="add mod">
          <ac:chgData name="昕 许" userId="a2975fcd840abfc3" providerId="LiveId" clId="{49CCD4F9-177C-4270-9A14-60236FF377E8}" dt="2026-04-23T02:24:39.711" v="9724" actId="1076"/>
          <ac:cxnSpMkLst>
            <pc:docMk/>
            <pc:sldMk cId="1206362108" sldId="309"/>
            <ac:cxnSpMk id="28" creationId="{FE57A6D4-2FE9-3E96-2DA5-CA54FAE5F521}"/>
          </ac:cxnSpMkLst>
        </pc:cxnChg>
      </pc:sldChg>
      <pc:sldChg chg="addSp delSp modSp add del mod">
        <pc:chgData name="昕 许" userId="a2975fcd840abfc3" providerId="LiveId" clId="{49CCD4F9-177C-4270-9A14-60236FF377E8}" dt="2026-04-23T02:18:10.192" v="9621" actId="47"/>
        <pc:sldMkLst>
          <pc:docMk/>
          <pc:sldMk cId="2436741685" sldId="309"/>
        </pc:sldMkLst>
      </pc:sldChg>
      <pc:sldChg chg="addSp modSp add del mod">
        <pc:chgData name="昕 许" userId="a2975fcd840abfc3" providerId="LiveId" clId="{49CCD4F9-177C-4270-9A14-60236FF377E8}" dt="2026-04-23T05:12:20.226" v="10443" actId="47"/>
        <pc:sldMkLst>
          <pc:docMk/>
          <pc:sldMk cId="877935782" sldId="310"/>
        </pc:sldMkLst>
        <pc:spChg chg="mod">
          <ac:chgData name="昕 许" userId="a2975fcd840abfc3" providerId="LiveId" clId="{49CCD4F9-177C-4270-9A14-60236FF377E8}" dt="2026-04-23T02:30:11.428" v="9785" actId="208"/>
          <ac:spMkLst>
            <pc:docMk/>
            <pc:sldMk cId="877935782" sldId="310"/>
            <ac:spMk id="2" creationId="{42AE2D51-4516-B083-0BC3-7E4CBD07484F}"/>
          </ac:spMkLst>
        </pc:spChg>
        <pc:grpChg chg="mod">
          <ac:chgData name="昕 许" userId="a2975fcd840abfc3" providerId="LiveId" clId="{49CCD4F9-177C-4270-9A14-60236FF377E8}" dt="2026-04-23T02:24:57.528" v="9729" actId="1076"/>
          <ac:grpSpMkLst>
            <pc:docMk/>
            <pc:sldMk cId="877935782" sldId="310"/>
            <ac:grpSpMk id="5" creationId="{A17BF685-927F-E597-B25B-25AC9A1D5858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6" creationId="{2E218975-6AEF-50A7-382F-0A48F27898F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9" creationId="{BA4BD6EA-1CB4-9102-F8C2-A833F7185CB2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2" creationId="{B8BC5697-B759-76F5-3CB0-49E32A80F9C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5" creationId="{2379307F-C42A-BDF7-5934-8C659BF67197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8" creationId="{6B00C6E2-94F0-ECA9-85AF-71210946586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1" creationId="{70713F7D-E3C2-ADDD-84EC-929C5D1E38F0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4" creationId="{FD4C3EAB-2701-FE62-5F9C-DAA83E3FD674}"/>
          </ac:grpSpMkLst>
        </pc:grpChg>
        <pc:cxnChg chg="add mod">
          <ac:chgData name="昕 许" userId="a2975fcd840abfc3" providerId="LiveId" clId="{49CCD4F9-177C-4270-9A14-60236FF377E8}" dt="2026-04-23T02:25:09.110" v="9732" actId="14100"/>
          <ac:cxnSpMkLst>
            <pc:docMk/>
            <pc:sldMk cId="877935782" sldId="310"/>
            <ac:cxnSpMk id="3" creationId="{89F585A4-90DE-B440-12BE-1DF171A53E42}"/>
          </ac:cxnSpMkLst>
        </pc:cxnChg>
        <pc:cxnChg chg="add mod">
          <ac:chgData name="昕 许" userId="a2975fcd840abfc3" providerId="LiveId" clId="{49CCD4F9-177C-4270-9A14-60236FF377E8}" dt="2026-04-23T02:25:22.841" v="9737" actId="14100"/>
          <ac:cxnSpMkLst>
            <pc:docMk/>
            <pc:sldMk cId="877935782" sldId="310"/>
            <ac:cxnSpMk id="29" creationId="{87CAE3D5-44E9-85EF-6DBE-E61B92E707A4}"/>
          </ac:cxnSpMkLst>
        </pc:cxnChg>
      </pc:sldChg>
      <pc:sldChg chg="addSp delSp modSp add del mod">
        <pc:chgData name="昕 许" userId="a2975fcd840abfc3" providerId="LiveId" clId="{49CCD4F9-177C-4270-9A14-60236FF377E8}" dt="2026-04-23T02:18:11.525" v="9627" actId="47"/>
        <pc:sldMkLst>
          <pc:docMk/>
          <pc:sldMk cId="1753391545" sldId="310"/>
        </pc:sldMkLst>
      </pc:sldChg>
      <pc:sldChg chg="modSp add del mod">
        <pc:chgData name="昕 许" userId="a2975fcd840abfc3" providerId="LiveId" clId="{49CCD4F9-177C-4270-9A14-60236FF377E8}" dt="2026-04-23T02:24:41.126" v="9725" actId="47"/>
        <pc:sldMkLst>
          <pc:docMk/>
          <pc:sldMk cId="2492648774" sldId="310"/>
        </pc:sldMkLst>
        <pc:grpChg chg="mod">
          <ac:chgData name="昕 许" userId="a2975fcd840abfc3" providerId="LiveId" clId="{49CCD4F9-177C-4270-9A14-60236FF377E8}" dt="2026-04-23T02:23:53.638" v="9710" actId="1076"/>
          <ac:grpSpMkLst>
            <pc:docMk/>
            <pc:sldMk cId="2492648774" sldId="310"/>
            <ac:grpSpMk id="5" creationId="{7F1683CA-80D2-FEFE-1B21-8EA251B3CF1B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6" creationId="{23F97E0F-36E6-FB07-F09C-C8A40A1E653C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9" creationId="{E9D000BB-0EB2-8842-EF6E-793636D26944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12" creationId="{3F972AB7-1E7E-AAFC-BC43-0D4D61BAD267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15" creationId="{F60B25A8-323F-79DD-2687-1AE389903976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18" creationId="{9CAF9B8B-883E-CFF2-FD3B-0D14C9CFCF55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21" creationId="{89D39063-FC71-0AA9-CF56-5FB0D8AE48AB}"/>
          </ac:grpSpMkLst>
        </pc:grpChg>
        <pc:grpChg chg="mod">
          <ac:chgData name="昕 许" userId="a2975fcd840abfc3" providerId="LiveId" clId="{49CCD4F9-177C-4270-9A14-60236FF377E8}" dt="2026-04-23T02:24:09.833" v="9717" actId="1076"/>
          <ac:grpSpMkLst>
            <pc:docMk/>
            <pc:sldMk cId="2492648774" sldId="310"/>
            <ac:grpSpMk id="24" creationId="{4651947F-6831-7C99-B852-6CE5280A76B5}"/>
          </ac:grpSpMkLst>
        </pc:grpChg>
      </pc:sldChg>
      <pc:sldChg chg="modSp add del mod">
        <pc:chgData name="昕 许" userId="a2975fcd840abfc3" providerId="LiveId" clId="{49CCD4F9-177C-4270-9A14-60236FF377E8}" dt="2026-04-23T02:24:12.700" v="9718" actId="47"/>
        <pc:sldMkLst>
          <pc:docMk/>
          <pc:sldMk cId="356283909" sldId="311"/>
        </pc:sldMkLst>
        <pc:grpChg chg="mod">
          <ac:chgData name="昕 许" userId="a2975fcd840abfc3" providerId="LiveId" clId="{49CCD4F9-177C-4270-9A14-60236FF377E8}" dt="2026-04-23T02:24:04.067" v="9716" actId="1076"/>
          <ac:grpSpMkLst>
            <pc:docMk/>
            <pc:sldMk cId="356283909" sldId="311"/>
            <ac:grpSpMk id="5" creationId="{3EB324F4-0C6D-E8A5-60CD-9CFD1A0C70C8}"/>
          </ac:grpSpMkLst>
        </pc:grpChg>
      </pc:sldChg>
      <pc:sldChg chg="modSp add del mod">
        <pc:chgData name="昕 许" userId="a2975fcd840abfc3" providerId="LiveId" clId="{49CCD4F9-177C-4270-9A14-60236FF377E8}" dt="2026-04-23T02:24:00.022" v="9714"/>
        <pc:sldMkLst>
          <pc:docMk/>
          <pc:sldMk cId="2519670112" sldId="311"/>
        </pc:sldMkLst>
        <pc:grpChg chg="mod">
          <ac:chgData name="昕 许" userId="a2975fcd840abfc3" providerId="LiveId" clId="{49CCD4F9-177C-4270-9A14-60236FF377E8}" dt="2026-04-23T02:23:59.521" v="9713" actId="1076"/>
          <ac:grpSpMkLst>
            <pc:docMk/>
            <pc:sldMk cId="2519670112" sldId="311"/>
            <ac:grpSpMk id="5" creationId="{4F6BAFCB-0C3F-9FD1-FEA0-689A85DF5853}"/>
          </ac:grpSpMkLst>
        </pc:grpChg>
      </pc:sldChg>
      <pc:sldChg chg="delSp modSp add mod">
        <pc:chgData name="昕 许" userId="a2975fcd840abfc3" providerId="LiveId" clId="{49CCD4F9-177C-4270-9A14-60236FF377E8}" dt="2026-04-23T02:25:16.403" v="9734" actId="478"/>
        <pc:sldMkLst>
          <pc:docMk/>
          <pc:sldMk cId="3640899981" sldId="311"/>
        </pc:sldMkLst>
        <pc:cxnChg chg="del mod">
          <ac:chgData name="昕 许" userId="a2975fcd840abfc3" providerId="LiveId" clId="{49CCD4F9-177C-4270-9A14-60236FF377E8}" dt="2026-04-23T02:25:16.403" v="9734" actId="478"/>
          <ac:cxnSpMkLst>
            <pc:docMk/>
            <pc:sldMk cId="3640899981" sldId="311"/>
            <ac:cxnSpMk id="3" creationId="{08F19F4C-BC64-5E7B-22A3-7AEEAF2D4341}"/>
          </ac:cxnSpMkLst>
        </pc:cxnChg>
      </pc:sldChg>
      <pc:sldChg chg="modSp add del mod">
        <pc:chgData name="昕 许" userId="a2975fcd840abfc3" providerId="LiveId" clId="{49CCD4F9-177C-4270-9A14-60236FF377E8}" dt="2026-04-23T05:12:20.378" v="10444" actId="47"/>
        <pc:sldMkLst>
          <pc:docMk/>
          <pc:sldMk cId="3958270624" sldId="312"/>
        </pc:sldMkLst>
        <pc:spChg chg="mod">
          <ac:chgData name="昕 许" userId="a2975fcd840abfc3" providerId="LiveId" clId="{49CCD4F9-177C-4270-9A14-60236FF377E8}" dt="2026-04-23T02:30:15.793" v="9786" actId="208"/>
          <ac:spMkLst>
            <pc:docMk/>
            <pc:sldMk cId="3958270624" sldId="312"/>
            <ac:spMk id="2" creationId="{F678860D-F9DF-AB37-B0EB-DA382D972DCC}"/>
          </ac:spMkLst>
        </pc:spChg>
        <pc:grpChg chg="mod">
          <ac:chgData name="昕 许" userId="a2975fcd840abfc3" providerId="LiveId" clId="{49CCD4F9-177C-4270-9A14-60236FF377E8}" dt="2026-04-23T02:25:28.299" v="9739" actId="1076"/>
          <ac:grpSpMkLst>
            <pc:docMk/>
            <pc:sldMk cId="3958270624" sldId="312"/>
            <ac:grpSpMk id="6" creationId="{D6D25B96-2E98-4C77-E949-4DF7EDCC5F5E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9" creationId="{AEA1F9A7-EAB4-8C69-BB7D-0E1840A8A19D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2" creationId="{0529D68C-27B2-E9AB-94D0-3B8112EED892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5" creationId="{C96F1C41-8C7F-F831-1DC2-7C7F58D653C0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8" creationId="{04EDF8E2-C65E-B231-80F5-C9A174E5BC75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1" creationId="{97C35142-2788-F341-E954-7941A2929489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4" creationId="{282525E9-A773-88E3-862D-D93913419621}"/>
          </ac:grpSpMkLst>
        </pc:grpChg>
      </pc:sldChg>
      <pc:sldChg chg="modSp add del mod">
        <pc:chgData name="昕 许" userId="a2975fcd840abfc3" providerId="LiveId" clId="{49CCD4F9-177C-4270-9A14-60236FF377E8}" dt="2026-04-23T05:12:20.532" v="10445" actId="47"/>
        <pc:sldMkLst>
          <pc:docMk/>
          <pc:sldMk cId="3445403889" sldId="313"/>
        </pc:sldMkLst>
        <pc:spChg chg="mod">
          <ac:chgData name="昕 许" userId="a2975fcd840abfc3" providerId="LiveId" clId="{49CCD4F9-177C-4270-9A14-60236FF377E8}" dt="2026-04-23T02:30:19.586" v="9787" actId="208"/>
          <ac:spMkLst>
            <pc:docMk/>
            <pc:sldMk cId="3445403889" sldId="313"/>
            <ac:spMk id="2" creationId="{B64B81C7-A227-6230-C72E-D6EBFDFB909C}"/>
          </ac:spMkLst>
        </pc:spChg>
        <pc:grpChg chg="mod">
          <ac:chgData name="昕 许" userId="a2975fcd840abfc3" providerId="LiveId" clId="{49CCD4F9-177C-4270-9A14-60236FF377E8}" dt="2026-04-23T02:26:35.080" v="9762" actId="1076"/>
          <ac:grpSpMkLst>
            <pc:docMk/>
            <pc:sldMk cId="3445403889" sldId="313"/>
            <ac:grpSpMk id="9" creationId="{1C804E93-AB23-D848-F26E-43F577B5923E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2" creationId="{6F66A92A-AB14-85C5-0285-49A71BA04080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5" creationId="{A2A01A29-E697-1C31-28D4-8BCE3AEF0271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8" creationId="{B829B9B5-9752-F620-8FE7-55418362FBF3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1" creationId="{6B150034-90AD-0E4C-C308-98F7D7FA7C96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4" creationId="{9443D60B-2DE6-E909-A542-F18E5F04353F}"/>
          </ac:grpSpMkLst>
        </pc:grpChg>
        <pc:cxnChg chg="mod">
          <ac:chgData name="昕 许" userId="a2975fcd840abfc3" providerId="LiveId" clId="{49CCD4F9-177C-4270-9A14-60236FF377E8}" dt="2026-04-23T02:26:34.601" v="9761" actId="14100"/>
          <ac:cxnSpMkLst>
            <pc:docMk/>
            <pc:sldMk cId="3445403889" sldId="313"/>
            <ac:cxnSpMk id="29" creationId="{A1D9432B-1377-6E59-B127-EB0946D9C2A1}"/>
          </ac:cxnSpMkLst>
        </pc:cxnChg>
      </pc:sldChg>
      <pc:sldChg chg="addSp modSp add del mod">
        <pc:chgData name="昕 许" userId="a2975fcd840abfc3" providerId="LiveId" clId="{49CCD4F9-177C-4270-9A14-60236FF377E8}" dt="2026-04-23T05:12:20.660" v="10446" actId="47"/>
        <pc:sldMkLst>
          <pc:docMk/>
          <pc:sldMk cId="4187811640" sldId="314"/>
        </pc:sldMkLst>
        <pc:spChg chg="mod">
          <ac:chgData name="昕 许" userId="a2975fcd840abfc3" providerId="LiveId" clId="{49CCD4F9-177C-4270-9A14-60236FF377E8}" dt="2026-04-23T02:29:48.358" v="9781" actId="208"/>
          <ac:spMkLst>
            <pc:docMk/>
            <pc:sldMk cId="4187811640" sldId="314"/>
            <ac:spMk id="7" creationId="{E7B37E85-50DC-2CED-C68B-A7B67ECA0370}"/>
          </ac:spMkLst>
        </pc:spChg>
        <pc:cxnChg chg="add mod">
          <ac:chgData name="昕 许" userId="a2975fcd840abfc3" providerId="LiveId" clId="{49CCD4F9-177C-4270-9A14-60236FF377E8}" dt="2026-04-23T02:26:43.006" v="9764" actId="14100"/>
          <ac:cxnSpMkLst>
            <pc:docMk/>
            <pc:sldMk cId="4187811640" sldId="314"/>
            <ac:cxnSpMk id="27" creationId="{067EA871-0966-0882-A7FB-5E2B51F10A86}"/>
          </ac:cxnSpMkLst>
        </pc:cxnChg>
        <pc:cxnChg chg="add mod">
          <ac:chgData name="昕 许" userId="a2975fcd840abfc3" providerId="LiveId" clId="{49CCD4F9-177C-4270-9A14-60236FF377E8}" dt="2026-04-23T02:26:40.642" v="9763" actId="14100"/>
          <ac:cxnSpMkLst>
            <pc:docMk/>
            <pc:sldMk cId="4187811640" sldId="314"/>
            <ac:cxnSpMk id="31" creationId="{A9E0F632-D3D4-A9EC-6747-366B652245E6}"/>
          </ac:cxnSpMkLst>
        </pc:cxnChg>
      </pc:sldChg>
      <pc:sldChg chg="modSp add del mod">
        <pc:chgData name="昕 许" userId="a2975fcd840abfc3" providerId="LiveId" clId="{49CCD4F9-177C-4270-9A14-60236FF377E8}" dt="2026-04-23T02:26:44.488" v="9765" actId="47"/>
        <pc:sldMkLst>
          <pc:docMk/>
          <pc:sldMk cId="327664888" sldId="315"/>
        </pc:sldMkLst>
        <pc:grpChg chg="mod">
          <ac:chgData name="昕 许" userId="a2975fcd840abfc3" providerId="LiveId" clId="{49CCD4F9-177C-4270-9A14-60236FF377E8}" dt="2026-04-23T02:26:02.095" v="9753" actId="1076"/>
          <ac:grpSpMkLst>
            <pc:docMk/>
            <pc:sldMk cId="327664888" sldId="315"/>
            <ac:grpSpMk id="12" creationId="{C73D69FD-A1EC-02C4-48D3-16EE20ADA440}"/>
          </ac:grpSpMkLst>
        </pc:grpChg>
        <pc:grpChg chg="mod">
          <ac:chgData name="昕 许" userId="a2975fcd840abfc3" providerId="LiveId" clId="{49CCD4F9-177C-4270-9A14-60236FF377E8}" dt="2026-04-23T02:26:05.143" v="9754" actId="1076"/>
          <ac:grpSpMkLst>
            <pc:docMk/>
            <pc:sldMk cId="327664888" sldId="315"/>
            <ac:grpSpMk id="15" creationId="{6CC38DF2-94C0-79E2-F439-4F3A410E4DAF}"/>
          </ac:grpSpMkLst>
        </pc:grpChg>
        <pc:grpChg chg="mod">
          <ac:chgData name="昕 许" userId="a2975fcd840abfc3" providerId="LiveId" clId="{49CCD4F9-177C-4270-9A14-60236FF377E8}" dt="2026-04-23T02:26:05.143" v="9754" actId="1076"/>
          <ac:grpSpMkLst>
            <pc:docMk/>
            <pc:sldMk cId="327664888" sldId="315"/>
            <ac:grpSpMk id="18" creationId="{19B09DE0-7673-C89A-8499-0627F213F5EC}"/>
          </ac:grpSpMkLst>
        </pc:grpChg>
        <pc:grpChg chg="mod">
          <ac:chgData name="昕 许" userId="a2975fcd840abfc3" providerId="LiveId" clId="{49CCD4F9-177C-4270-9A14-60236FF377E8}" dt="2026-04-23T02:26:05.143" v="9754" actId="1076"/>
          <ac:grpSpMkLst>
            <pc:docMk/>
            <pc:sldMk cId="327664888" sldId="315"/>
            <ac:grpSpMk id="21" creationId="{FDE3BF3C-66AD-1E7D-20AD-C1A6A7BCE363}"/>
          </ac:grpSpMkLst>
        </pc:grpChg>
        <pc:grpChg chg="mod">
          <ac:chgData name="昕 许" userId="a2975fcd840abfc3" providerId="LiveId" clId="{49CCD4F9-177C-4270-9A14-60236FF377E8}" dt="2026-04-23T02:26:05.143" v="9754" actId="1076"/>
          <ac:grpSpMkLst>
            <pc:docMk/>
            <pc:sldMk cId="327664888" sldId="315"/>
            <ac:grpSpMk id="24" creationId="{C743FC04-CC87-D9AC-6A97-6F6D13208018}"/>
          </ac:grpSpMkLst>
        </pc:grpChg>
      </pc:sldChg>
      <pc:sldChg chg="modSp add del mod">
        <pc:chgData name="昕 许" userId="a2975fcd840abfc3" providerId="LiveId" clId="{49CCD4F9-177C-4270-9A14-60236FF377E8}" dt="2026-04-23T05:12:20.800" v="10447" actId="47"/>
        <pc:sldMkLst>
          <pc:docMk/>
          <pc:sldMk cId="3022624182" sldId="315"/>
        </pc:sldMkLst>
        <pc:spChg chg="mod">
          <ac:chgData name="昕 许" userId="a2975fcd840abfc3" providerId="LiveId" clId="{49CCD4F9-177C-4270-9A14-60236FF377E8}" dt="2026-04-23T02:29:53.450" v="9782" actId="208"/>
          <ac:spMkLst>
            <pc:docMk/>
            <pc:sldMk cId="3022624182" sldId="315"/>
            <ac:spMk id="7" creationId="{3B22BEC5-A6FB-411A-D7F5-DA3E1AB56E7A}"/>
          </ac:spMkLst>
        </pc:spChg>
        <pc:grpChg chg="mod">
          <ac:chgData name="昕 许" userId="a2975fcd840abfc3" providerId="LiveId" clId="{49CCD4F9-177C-4270-9A14-60236FF377E8}" dt="2026-04-23T02:29:04.428" v="9769" actId="1076"/>
          <ac:grpSpMkLst>
            <pc:docMk/>
            <pc:sldMk cId="3022624182" sldId="315"/>
            <ac:grpSpMk id="12" creationId="{871EBAC1-6C4C-19EB-8546-011718A2EFB1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5" creationId="{7A45BE20-1C26-AC30-D696-8AD9A15BF39D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8" creationId="{864D60B6-200D-ED98-EDB5-AE4F8DA85AE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1" creationId="{0F7BE326-622C-E6D8-21B1-6B1B5AF9ECD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4" creationId="{3814E8E9-0DE1-932B-CC55-5C6793303E36}"/>
          </ac:grpSpMkLst>
        </pc:grpChg>
      </pc:sldChg>
      <pc:sldChg chg="modSp add del mod">
        <pc:chgData name="昕 许" userId="a2975fcd840abfc3" providerId="LiveId" clId="{49CCD4F9-177C-4270-9A14-60236FF377E8}" dt="2026-04-23T05:12:20.974" v="10448" actId="47"/>
        <pc:sldMkLst>
          <pc:docMk/>
          <pc:sldMk cId="2298595746" sldId="316"/>
        </pc:sldMkLst>
        <pc:spChg chg="mod">
          <ac:chgData name="昕 许" userId="a2975fcd840abfc3" providerId="LiveId" clId="{49CCD4F9-177C-4270-9A14-60236FF377E8}" dt="2026-04-23T02:29:58.642" v="9783" actId="208"/>
          <ac:spMkLst>
            <pc:docMk/>
            <pc:sldMk cId="2298595746" sldId="316"/>
            <ac:spMk id="7" creationId="{364449A3-8DB1-BFEF-87C1-B4328AADAFAD}"/>
          </ac:spMkLst>
        </pc:spChg>
        <pc:spChg chg="mod">
          <ac:chgData name="昕 许" userId="a2975fcd840abfc3" providerId="LiveId" clId="{49CCD4F9-177C-4270-9A14-60236FF377E8}" dt="2026-04-23T02:29:12.486" v="9773" actId="1076"/>
          <ac:spMkLst>
            <pc:docMk/>
            <pc:sldMk cId="2298595746" sldId="316"/>
            <ac:spMk id="16" creationId="{4E6A3533-9B1A-C55B-9EBB-49F6D947B5E2}"/>
          </ac:spMkLst>
        </pc:spChg>
        <pc:grpChg chg="mod">
          <ac:chgData name="昕 许" userId="a2975fcd840abfc3" providerId="LiveId" clId="{49CCD4F9-177C-4270-9A14-60236FF377E8}" dt="2026-04-23T02:29:16.341" v="9774" actId="1076"/>
          <ac:grpSpMkLst>
            <pc:docMk/>
            <pc:sldMk cId="2298595746" sldId="316"/>
            <ac:grpSpMk id="15" creationId="{FAA72396-7644-3678-ED4C-7DFFB7195356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18" creationId="{EEAD0D10-5764-B215-B406-897B7647DE67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1" creationId="{5A24251F-2FE1-B857-2B61-FF9BC0D98FF0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4" creationId="{FA5B7A20-7F43-69B7-2113-F16EA4880520}"/>
          </ac:grpSpMkLst>
        </pc:grpChg>
      </pc:sldChg>
      <pc:sldChg chg="modSp add del mod">
        <pc:chgData name="昕 许" userId="a2975fcd840abfc3" providerId="LiveId" clId="{49CCD4F9-177C-4270-9A14-60236FF377E8}" dt="2026-04-23T02:26:44.705" v="9766" actId="47"/>
        <pc:sldMkLst>
          <pc:docMk/>
          <pc:sldMk cId="3668857339" sldId="316"/>
        </pc:sldMkLst>
        <pc:grpChg chg="mod">
          <ac:chgData name="昕 许" userId="a2975fcd840abfc3" providerId="LiveId" clId="{49CCD4F9-177C-4270-9A14-60236FF377E8}" dt="2026-04-23T02:26:09.334" v="9756" actId="1076"/>
          <ac:grpSpMkLst>
            <pc:docMk/>
            <pc:sldMk cId="3668857339" sldId="316"/>
            <ac:grpSpMk id="15" creationId="{CDBCF83A-9E75-FB10-518F-7C496C89A70A}"/>
          </ac:grpSpMkLst>
        </pc:grpChg>
        <pc:grpChg chg="mod">
          <ac:chgData name="昕 许" userId="a2975fcd840abfc3" providerId="LiveId" clId="{49CCD4F9-177C-4270-9A14-60236FF377E8}" dt="2026-04-23T02:26:11.842" v="9757" actId="1076"/>
          <ac:grpSpMkLst>
            <pc:docMk/>
            <pc:sldMk cId="3668857339" sldId="316"/>
            <ac:grpSpMk id="18" creationId="{9D8D9594-443D-409B-5D35-E2A0B6AEE094}"/>
          </ac:grpSpMkLst>
        </pc:grpChg>
        <pc:grpChg chg="mod">
          <ac:chgData name="昕 许" userId="a2975fcd840abfc3" providerId="LiveId" clId="{49CCD4F9-177C-4270-9A14-60236FF377E8}" dt="2026-04-23T02:26:11.842" v="9757" actId="1076"/>
          <ac:grpSpMkLst>
            <pc:docMk/>
            <pc:sldMk cId="3668857339" sldId="316"/>
            <ac:grpSpMk id="21" creationId="{95A4DB57-C4C3-E28C-119D-80ECA6D6D4B3}"/>
          </ac:grpSpMkLst>
        </pc:grpChg>
        <pc:grpChg chg="mod">
          <ac:chgData name="昕 许" userId="a2975fcd840abfc3" providerId="LiveId" clId="{49CCD4F9-177C-4270-9A14-60236FF377E8}" dt="2026-04-23T02:26:11.842" v="9757" actId="1076"/>
          <ac:grpSpMkLst>
            <pc:docMk/>
            <pc:sldMk cId="3668857339" sldId="316"/>
            <ac:grpSpMk id="24" creationId="{9334DBFE-C56D-032E-B184-02AA828D5BBD}"/>
          </ac:grpSpMkLst>
        </pc:grpChg>
      </pc:sldChg>
      <pc:sldChg chg="addSp modSp add del mod">
        <pc:chgData name="昕 许" userId="a2975fcd840abfc3" providerId="LiveId" clId="{49CCD4F9-177C-4270-9A14-60236FF377E8}" dt="2026-04-23T05:12:21.455" v="10450" actId="47"/>
        <pc:sldMkLst>
          <pc:docMk/>
          <pc:sldMk cId="3470229148" sldId="317"/>
        </pc:sldMkLst>
        <pc:spChg chg="mod">
          <ac:chgData name="昕 许" userId="a2975fcd840abfc3" providerId="LiveId" clId="{49CCD4F9-177C-4270-9A14-60236FF377E8}" dt="2026-04-23T02:30:05.709" v="9784" actId="208"/>
          <ac:spMkLst>
            <pc:docMk/>
            <pc:sldMk cId="3470229148" sldId="317"/>
            <ac:spMk id="10" creationId="{AA667AD7-5F0B-BB9C-6D36-7D85A7BC5597}"/>
          </ac:spMkLst>
        </pc:spChg>
        <pc:grpChg chg="mod">
          <ac:chgData name="昕 许" userId="a2975fcd840abfc3" providerId="LiveId" clId="{49CCD4F9-177C-4270-9A14-60236FF377E8}" dt="2026-04-23T02:30:57.803" v="9797" actId="1076"/>
          <ac:grpSpMkLst>
            <pc:docMk/>
            <pc:sldMk cId="3470229148" sldId="317"/>
            <ac:grpSpMk id="18" creationId="{4499568C-3539-43C5-BDAA-73BD425BA16E}"/>
          </ac:grpSpMkLst>
        </pc:grpChg>
        <pc:grpChg chg="mod">
          <ac:chgData name="昕 许" userId="a2975fcd840abfc3" providerId="LiveId" clId="{49CCD4F9-177C-4270-9A14-60236FF377E8}" dt="2026-04-23T02:30:49.969" v="9794" actId="1076"/>
          <ac:grpSpMkLst>
            <pc:docMk/>
            <pc:sldMk cId="3470229148" sldId="317"/>
            <ac:grpSpMk id="21" creationId="{E85E1DDE-4FA0-6AC3-FF35-32511446EDEE}"/>
          </ac:grpSpMkLst>
        </pc:grpChg>
        <pc:grpChg chg="mod">
          <ac:chgData name="昕 许" userId="a2975fcd840abfc3" providerId="LiveId" clId="{49CCD4F9-177C-4270-9A14-60236FF377E8}" dt="2026-04-23T02:30:49.569" v="9793" actId="1076"/>
          <ac:grpSpMkLst>
            <pc:docMk/>
            <pc:sldMk cId="3470229148" sldId="317"/>
            <ac:grpSpMk id="24" creationId="{7083612A-773B-B9A8-980A-4B5BEC637FDE}"/>
          </ac:grpSpMkLst>
        </pc:grpChg>
        <pc:cxnChg chg="add mod">
          <ac:chgData name="昕 许" userId="a2975fcd840abfc3" providerId="LiveId" clId="{49CCD4F9-177C-4270-9A14-60236FF377E8}" dt="2026-04-23T02:29:24.215" v="9778" actId="1076"/>
          <ac:cxnSpMkLst>
            <pc:docMk/>
            <pc:sldMk cId="3470229148" sldId="317"/>
            <ac:cxnSpMk id="30" creationId="{3CE6B764-2AC5-0F53-2AB3-54989829110B}"/>
          </ac:cxnSpMkLst>
        </pc:cxnChg>
        <pc:cxnChg chg="add mod">
          <ac:chgData name="昕 许" userId="a2975fcd840abfc3" providerId="LiveId" clId="{49CCD4F9-177C-4270-9A14-60236FF377E8}" dt="2026-04-23T02:29:27.158" v="9780" actId="1076"/>
          <ac:cxnSpMkLst>
            <pc:docMk/>
            <pc:sldMk cId="3470229148" sldId="317"/>
            <ac:cxnSpMk id="32" creationId="{BF56C491-882F-E129-1CD1-7AA81D527009}"/>
          </ac:cxnSpMkLst>
        </pc:cxnChg>
      </pc:sldChg>
      <pc:sldChg chg="add del">
        <pc:chgData name="昕 许" userId="a2975fcd840abfc3" providerId="LiveId" clId="{49CCD4F9-177C-4270-9A14-60236FF377E8}" dt="2026-04-23T02:26:45.723" v="9767" actId="47"/>
        <pc:sldMkLst>
          <pc:docMk/>
          <pc:sldMk cId="3999455013" sldId="317"/>
        </pc:sldMkLst>
      </pc:sldChg>
      <pc:sldChg chg="modSp add del mod">
        <pc:chgData name="昕 许" userId="a2975fcd840abfc3" providerId="LiveId" clId="{49CCD4F9-177C-4270-9A14-60236FF377E8}" dt="2026-04-23T05:12:21.877" v="10452" actId="47"/>
        <pc:sldMkLst>
          <pc:docMk/>
          <pc:sldMk cId="353382097" sldId="318"/>
        </pc:sldMkLst>
        <pc:grpChg chg="mod">
          <ac:chgData name="昕 许" userId="a2975fcd840abfc3" providerId="LiveId" clId="{49CCD4F9-177C-4270-9A14-60236FF377E8}" dt="2026-04-23T02:31:29.585" v="9806" actId="1076"/>
          <ac:grpSpMkLst>
            <pc:docMk/>
            <pc:sldMk cId="353382097" sldId="318"/>
            <ac:grpSpMk id="21" creationId="{9CC1843D-CFFF-7283-5C4C-AFEA91774853}"/>
          </ac:grpSpMkLst>
        </pc:grpChg>
        <pc:grpChg chg="mod">
          <ac:chgData name="昕 许" userId="a2975fcd840abfc3" providerId="LiveId" clId="{49CCD4F9-177C-4270-9A14-60236FF377E8}" dt="2026-04-23T02:31:32.143" v="9807" actId="1076"/>
          <ac:grpSpMkLst>
            <pc:docMk/>
            <pc:sldMk cId="353382097" sldId="318"/>
            <ac:grpSpMk id="24" creationId="{889D40FA-010C-6460-E723-35AFA519505C}"/>
          </ac:grpSpMkLst>
        </pc:grpChg>
      </pc:sldChg>
      <pc:sldChg chg="add del">
        <pc:chgData name="昕 许" userId="a2975fcd840abfc3" providerId="LiveId" clId="{49CCD4F9-177C-4270-9A14-60236FF377E8}" dt="2026-04-23T05:12:21.683" v="10451" actId="47"/>
        <pc:sldMkLst>
          <pc:docMk/>
          <pc:sldMk cId="3544593263" sldId="319"/>
        </pc:sldMkLst>
      </pc:sldChg>
      <pc:sldChg chg="addSp delSp modSp add del mod">
        <pc:chgData name="昕 许" userId="a2975fcd840abfc3" providerId="LiveId" clId="{49CCD4F9-177C-4270-9A14-60236FF377E8}" dt="2026-04-23T05:12:21.120" v="10449" actId="47"/>
        <pc:sldMkLst>
          <pc:docMk/>
          <pc:sldMk cId="554829307" sldId="320"/>
        </pc:sldMkLst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4" creationId="{4AB3F5B0-DB0F-2E4E-9FC1-C13A7ED125C9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5" creationId="{CAB0C6FF-8CAA-9713-A235-1E9C51A6F897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7" creationId="{18B92068-DCCA-5CB0-4BD8-9434DE9DB1FE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8" creationId="{134DAC62-D23F-501A-C6DF-5697ACCA887B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0" creationId="{165B2AC2-955B-7DF0-94F1-408C49F59B93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1" creationId="{B9B81C96-C62A-27C2-D642-1C76C6192AC8}"/>
          </ac:spMkLst>
        </pc:spChg>
        <pc:grpChg chg="add del">
          <ac:chgData name="昕 许" userId="a2975fcd840abfc3" providerId="LiveId" clId="{49CCD4F9-177C-4270-9A14-60236FF377E8}" dt="2026-04-23T02:31:13.438" v="9803" actId="478"/>
          <ac:grpSpMkLst>
            <pc:docMk/>
            <pc:sldMk cId="554829307" sldId="320"/>
            <ac:grpSpMk id="18" creationId="{C28E0B88-3E12-6E4B-BB62-19AD5BF68592}"/>
          </ac:grpSpMkLst>
        </pc:grpChg>
        <pc:grpChg chg="del">
          <ac:chgData name="昕 许" userId="a2975fcd840abfc3" providerId="LiveId" clId="{49CCD4F9-177C-4270-9A14-60236FF377E8}" dt="2026-04-23T02:31:15.144" v="9804" actId="478"/>
          <ac:grpSpMkLst>
            <pc:docMk/>
            <pc:sldMk cId="554829307" sldId="320"/>
            <ac:grpSpMk id="21" creationId="{1755DD43-E6A5-684C-1F10-CA60284A2A2E}"/>
          </ac:grpSpMkLst>
        </pc:grpChg>
        <pc:grpChg chg="del">
          <ac:chgData name="昕 许" userId="a2975fcd840abfc3" providerId="LiveId" clId="{49CCD4F9-177C-4270-9A14-60236FF377E8}" dt="2026-04-23T02:31:15.144" v="9804" actId="478"/>
          <ac:grpSpMkLst>
            <pc:docMk/>
            <pc:sldMk cId="554829307" sldId="320"/>
            <ac:grpSpMk id="24" creationId="{69B3EB7E-625D-92BC-3ED3-D28E23BCC0D5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3" creationId="{3161D87E-6563-74FD-7E75-DF259BC07E47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6" creationId="{FE5C3413-9051-ECA4-123A-3CDEE7477866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9" creationId="{C0D35CC9-58A0-440F-8A60-CBE68187E7CA}"/>
          </ac:grpSpMkLst>
        </pc:grpChg>
      </pc:sldChg>
      <pc:sldChg chg="add del">
        <pc:chgData name="昕 许" userId="a2975fcd840abfc3" providerId="LiveId" clId="{49CCD4F9-177C-4270-9A14-60236FF377E8}" dt="2026-04-23T02:31:01.205" v="9799"/>
        <pc:sldMkLst>
          <pc:docMk/>
          <pc:sldMk cId="3432090816" sldId="320"/>
        </pc:sldMkLst>
      </pc:sldChg>
      <pc:sldChg chg="addSp modSp add del mod">
        <pc:chgData name="昕 许" userId="a2975fcd840abfc3" providerId="LiveId" clId="{49CCD4F9-177C-4270-9A14-60236FF377E8}" dt="2026-04-23T05:12:22.055" v="10453" actId="47"/>
        <pc:sldMkLst>
          <pc:docMk/>
          <pc:sldMk cId="252883800" sldId="321"/>
        </pc:sldMkLst>
        <pc:spChg chg="mod">
          <ac:chgData name="昕 许" userId="a2975fcd840abfc3" providerId="LiveId" clId="{49CCD4F9-177C-4270-9A14-60236FF377E8}" dt="2026-04-23T02:31:50.939" v="9813" actId="208"/>
          <ac:spMkLst>
            <pc:docMk/>
            <pc:sldMk cId="252883800" sldId="321"/>
            <ac:spMk id="10" creationId="{F2737DC0-DAF7-1394-EE6F-B525A4BDF072}"/>
          </ac:spMkLst>
        </pc:spChg>
        <pc:spChg chg="mod">
          <ac:chgData name="昕 许" userId="a2975fcd840abfc3" providerId="LiveId" clId="{49CCD4F9-177C-4270-9A14-60236FF377E8}" dt="2026-04-23T02:31:54.771" v="9814" actId="208"/>
          <ac:spMkLst>
            <pc:docMk/>
            <pc:sldMk cId="252883800" sldId="321"/>
            <ac:spMk id="16" creationId="{24482B87-19A3-DFFB-EF13-B1963B6F8482}"/>
          </ac:spMkLst>
        </pc:spChg>
        <pc:cxnChg chg="add mod">
          <ac:chgData name="昕 许" userId="a2975fcd840abfc3" providerId="LiveId" clId="{49CCD4F9-177C-4270-9A14-60236FF377E8}" dt="2026-04-23T02:31:38.578" v="9810" actId="1076"/>
          <ac:cxnSpMkLst>
            <pc:docMk/>
            <pc:sldMk cId="252883800" sldId="321"/>
            <ac:cxnSpMk id="33" creationId="{881E082C-BE58-1BE4-9A2A-002A7956F0B6}"/>
          </ac:cxnSpMkLst>
        </pc:cxnChg>
        <pc:cxnChg chg="add mod">
          <ac:chgData name="昕 许" userId="a2975fcd840abfc3" providerId="LiveId" clId="{49CCD4F9-177C-4270-9A14-60236FF377E8}" dt="2026-04-23T02:31:42.466" v="9812" actId="1076"/>
          <ac:cxnSpMkLst>
            <pc:docMk/>
            <pc:sldMk cId="252883800" sldId="321"/>
            <ac:cxnSpMk id="34" creationId="{178236F7-BFB2-0AA6-2D6C-9BBB805D2BE7}"/>
          </ac:cxnSpMkLst>
        </pc:cxnChg>
      </pc:sldChg>
      <pc:sldChg chg="modSp add del mod">
        <pc:chgData name="昕 许" userId="a2975fcd840abfc3" providerId="LiveId" clId="{49CCD4F9-177C-4270-9A14-60236FF377E8}" dt="2026-04-23T05:12:22.243" v="10454" actId="47"/>
        <pc:sldMkLst>
          <pc:docMk/>
          <pc:sldMk cId="1005920350" sldId="322"/>
        </pc:sldMkLst>
        <pc:grpChg chg="mod">
          <ac:chgData name="昕 许" userId="a2975fcd840abfc3" providerId="LiveId" clId="{49CCD4F9-177C-4270-9A14-60236FF377E8}" dt="2026-04-23T02:35:30.149" v="9816" actId="1076"/>
          <ac:grpSpMkLst>
            <pc:docMk/>
            <pc:sldMk cId="1005920350" sldId="322"/>
            <ac:grpSpMk id="24" creationId="{9188CE44-F744-C7D1-6FC8-5DC9BC8EAC43}"/>
          </ac:grpSpMkLst>
        </pc:grpChg>
      </pc:sldChg>
      <pc:sldChg chg="addSp delSp modSp add del mod">
        <pc:chgData name="昕 许" userId="a2975fcd840abfc3" providerId="LiveId" clId="{49CCD4F9-177C-4270-9A14-60236FF377E8}" dt="2026-04-23T05:12:23.119" v="10456" actId="47"/>
        <pc:sldMkLst>
          <pc:docMk/>
          <pc:sldMk cId="670697918" sldId="323"/>
        </pc:sldMkLst>
        <pc:spChg chg="add mod">
          <ac:chgData name="昕 许" userId="a2975fcd840abfc3" providerId="LiveId" clId="{49CCD4F9-177C-4270-9A14-60236FF377E8}" dt="2026-04-23T04:13:42.184" v="9917" actId="164"/>
          <ac:spMkLst>
            <pc:docMk/>
            <pc:sldMk cId="670697918" sldId="323"/>
            <ac:spMk id="31" creationId="{ADFDA917-55F7-55AF-B34D-76505D4F81EA}"/>
          </ac:spMkLst>
        </pc:spChg>
        <pc:spChg chg="add mod">
          <ac:chgData name="昕 许" userId="a2975fcd840abfc3" providerId="LiveId" clId="{49CCD4F9-177C-4270-9A14-60236FF377E8}" dt="2026-04-23T04:13:29.100" v="9912"/>
          <ac:spMkLst>
            <pc:docMk/>
            <pc:sldMk cId="670697918" sldId="323"/>
            <ac:spMk id="32" creationId="{93A3C8FD-0B20-80F5-C302-69B0602E7650}"/>
          </ac:spMkLst>
        </pc:spChg>
        <pc:grpChg chg="add mod">
          <ac:chgData name="昕 许" userId="a2975fcd840abfc3" providerId="LiveId" clId="{49CCD4F9-177C-4270-9A14-60236FF377E8}" dt="2026-04-23T04:13:45.107" v="9918" actId="1076"/>
          <ac:grpSpMkLst>
            <pc:docMk/>
            <pc:sldMk cId="670697918" sldId="323"/>
            <ac:grpSpMk id="33" creationId="{4DEABBAF-7CC3-C057-8276-F0C47DE11AE5}"/>
          </ac:grpSpMkLst>
        </pc:grp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" creationId="{38F275E1-63A0-7C95-82CB-E72DBDA6C2DE}"/>
          </ac:cxnSpMkLst>
        </pc:cxnChg>
        <pc:cxnChg chg="del mod">
          <ac:chgData name="昕 许" userId="a2975fcd840abfc3" providerId="LiveId" clId="{49CCD4F9-177C-4270-9A14-60236FF377E8}" dt="2026-04-23T04:25:49.982" v="10114" actId="478"/>
          <ac:cxnSpMkLst>
            <pc:docMk/>
            <pc:sldMk cId="670697918" sldId="323"/>
            <ac:cxnSpMk id="28" creationId="{0DC0377F-EFD7-A43E-EB12-51A6A4F95866}"/>
          </ac:cxnSpMkLst>
        </pc:cxn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0" creationId="{771EB1DD-1454-240D-2A8F-683A7669E58A}"/>
          </ac:cxnSpMkLst>
        </pc:cxnChg>
        <pc:cxnChg chg="add mod">
          <ac:chgData name="昕 许" userId="a2975fcd840abfc3" providerId="LiveId" clId="{49CCD4F9-177C-4270-9A14-60236FF377E8}" dt="2026-04-23T04:25:51.884" v="10115"/>
          <ac:cxnSpMkLst>
            <pc:docMk/>
            <pc:sldMk cId="670697918" sldId="323"/>
            <ac:cxnSpMk id="34" creationId="{5D3FCBCD-E6D6-EF07-F3D9-716EB714C799}"/>
          </ac:cxnSpMkLst>
        </pc:cxnChg>
      </pc:sldChg>
      <pc:sldChg chg="modSp add del mod ord">
        <pc:chgData name="昕 许" userId="a2975fcd840abfc3" providerId="LiveId" clId="{49CCD4F9-177C-4270-9A14-60236FF377E8}" dt="2026-04-23T03:14:33.169" v="9878" actId="47"/>
        <pc:sldMkLst>
          <pc:docMk/>
          <pc:sldMk cId="3257674159" sldId="323"/>
        </pc:sldMkLst>
        <pc:spChg chg="mod">
          <ac:chgData name="昕 许" userId="a2975fcd840abfc3" providerId="LiveId" clId="{49CCD4F9-177C-4270-9A14-60236FF377E8}" dt="2026-04-23T03:04:42.744" v="9827" actId="1076"/>
          <ac:spMkLst>
            <pc:docMk/>
            <pc:sldMk cId="3257674159" sldId="323"/>
            <ac:spMk id="15" creationId="{722BE1C2-5426-2148-B722-76952EC72249}"/>
          </ac:spMkLst>
        </pc:spChg>
        <pc:spChg chg="mod">
          <ac:chgData name="昕 许" userId="a2975fcd840abfc3" providerId="LiveId" clId="{49CCD4F9-177C-4270-9A14-60236FF377E8}" dt="2026-04-23T03:05:11.688" v="9837" actId="20577"/>
          <ac:spMkLst>
            <pc:docMk/>
            <pc:sldMk cId="3257674159" sldId="323"/>
            <ac:spMk id="39" creationId="{F7B4CF04-5C2D-BC8B-6AB3-B4E861B6D5AC}"/>
          </ac:spMkLst>
        </pc:spChg>
        <pc:spChg chg="mod">
          <ac:chgData name="昕 许" userId="a2975fcd840abfc3" providerId="LiveId" clId="{49CCD4F9-177C-4270-9A14-60236FF377E8}" dt="2026-04-23T03:05:11.688" v="9837" actId="20577"/>
          <ac:spMkLst>
            <pc:docMk/>
            <pc:sldMk cId="3257674159" sldId="323"/>
            <ac:spMk id="40" creationId="{6FC3A6BE-DA8E-EBC1-D049-B807B262ED01}"/>
          </ac:spMkLst>
        </pc:spChg>
        <pc:spChg chg="mod">
          <ac:chgData name="昕 许" userId="a2975fcd840abfc3" providerId="LiveId" clId="{49CCD4F9-177C-4270-9A14-60236FF377E8}" dt="2026-04-23T03:07:46.224" v="9877" actId="20577"/>
          <ac:spMkLst>
            <pc:docMk/>
            <pc:sldMk cId="3257674159" sldId="323"/>
            <ac:spMk id="49" creationId="{D22C1808-C98F-8A3C-4AAB-006A5897E375}"/>
          </ac:spMkLst>
        </pc:spChg>
        <pc:spChg chg="mod">
          <ac:chgData name="昕 许" userId="a2975fcd840abfc3" providerId="LiveId" clId="{49CCD4F9-177C-4270-9A14-60236FF377E8}" dt="2026-04-23T03:05:09.775" v="9835" actId="20577"/>
          <ac:spMkLst>
            <pc:docMk/>
            <pc:sldMk cId="3257674159" sldId="323"/>
            <ac:spMk id="55" creationId="{5D001BE6-34AB-E3C9-7C5E-55924D1F6FA0}"/>
          </ac:spMkLst>
        </pc:spChg>
        <pc:spChg chg="mod">
          <ac:chgData name="昕 许" userId="a2975fcd840abfc3" providerId="LiveId" clId="{49CCD4F9-177C-4270-9A14-60236FF377E8}" dt="2026-04-23T03:05:09.797" v="9836" actId="20577"/>
          <ac:spMkLst>
            <pc:docMk/>
            <pc:sldMk cId="3257674159" sldId="323"/>
            <ac:spMk id="56" creationId="{EA3194F9-E6C2-D40D-5934-6A1C5B169014}"/>
          </ac:spMkLst>
        </pc:s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2" creationId="{B4C94528-D67A-B07A-D421-D028234FA7A6}"/>
          </ac:grpSpMkLst>
        </pc:gr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21" creationId="{9C6F72ED-2227-9AED-5E50-AB6EB020ADDE}"/>
          </ac:grpSpMkLst>
        </pc:gr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29" creationId="{149831C9-3D0F-7836-642E-0A8E5731CDD5}"/>
          </ac:grpSpMkLst>
        </pc:gr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38" creationId="{2C15D088-F42C-D98A-B1A5-45B1ADB40327}"/>
          </ac:grpSpMkLst>
        </pc:gr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43" creationId="{43792137-8E25-E883-849D-E5EFD6F17763}"/>
          </ac:grpSpMkLst>
        </pc:grpChg>
        <pc:grpChg chg="mod">
          <ac:chgData name="昕 许" userId="a2975fcd840abfc3" providerId="LiveId" clId="{49CCD4F9-177C-4270-9A14-60236FF377E8}" dt="2026-04-23T03:05:17.471" v="9839" actId="1076"/>
          <ac:grpSpMkLst>
            <pc:docMk/>
            <pc:sldMk cId="3257674159" sldId="323"/>
            <ac:grpSpMk id="54" creationId="{BA8B5C14-2AD1-403D-E9DE-CA3AB7849153}"/>
          </ac:grpSpMkLst>
        </pc:grpChg>
        <pc:cxnChg chg="mod">
          <ac:chgData name="昕 许" userId="a2975fcd840abfc3" providerId="LiveId" clId="{49CCD4F9-177C-4270-9A14-60236FF377E8}" dt="2026-04-23T03:05:17.471" v="9839" actId="1076"/>
          <ac:cxnSpMkLst>
            <pc:docMk/>
            <pc:sldMk cId="3257674159" sldId="323"/>
            <ac:cxnSpMk id="13" creationId="{9FA9C7E0-142C-F40A-813A-E6DCB9321D4B}"/>
          </ac:cxnSpMkLst>
        </pc:cxnChg>
        <pc:cxnChg chg="mod">
          <ac:chgData name="昕 许" userId="a2975fcd840abfc3" providerId="LiveId" clId="{49CCD4F9-177C-4270-9A14-60236FF377E8}" dt="2026-04-23T03:05:17.471" v="9839" actId="1076"/>
          <ac:cxnSpMkLst>
            <pc:docMk/>
            <pc:sldMk cId="3257674159" sldId="323"/>
            <ac:cxnSpMk id="17" creationId="{9B00518A-0F89-5ACC-F08C-F9D83947D2B9}"/>
          </ac:cxnSpMkLst>
        </pc:cxnChg>
        <pc:cxnChg chg="mod">
          <ac:chgData name="昕 许" userId="a2975fcd840abfc3" providerId="LiveId" clId="{49CCD4F9-177C-4270-9A14-60236FF377E8}" dt="2026-04-23T03:05:17.471" v="9839" actId="1076"/>
          <ac:cxnSpMkLst>
            <pc:docMk/>
            <pc:sldMk cId="3257674159" sldId="323"/>
            <ac:cxnSpMk id="35" creationId="{ABF3A1E3-46D0-A694-1A35-BAF1A244C20C}"/>
          </ac:cxnSpMkLst>
        </pc:cxnChg>
        <pc:cxnChg chg="mod">
          <ac:chgData name="昕 许" userId="a2975fcd840abfc3" providerId="LiveId" clId="{49CCD4F9-177C-4270-9A14-60236FF377E8}" dt="2026-04-23T03:05:17.471" v="9839" actId="1076"/>
          <ac:cxnSpMkLst>
            <pc:docMk/>
            <pc:sldMk cId="3257674159" sldId="323"/>
            <ac:cxnSpMk id="46" creationId="{7BCA8799-4B55-E704-5701-AC25301DD573}"/>
          </ac:cxnSpMkLst>
        </pc:cxnChg>
        <pc:cxnChg chg="mod">
          <ac:chgData name="昕 许" userId="a2975fcd840abfc3" providerId="LiveId" clId="{49CCD4F9-177C-4270-9A14-60236FF377E8}" dt="2026-04-23T03:05:04.593" v="9833" actId="1076"/>
          <ac:cxnSpMkLst>
            <pc:docMk/>
            <pc:sldMk cId="3257674159" sldId="323"/>
            <ac:cxnSpMk id="57" creationId="{ECD4AACC-0889-65EB-F563-A0C938779F17}"/>
          </ac:cxnSpMkLst>
        </pc:cxnChg>
      </pc:sldChg>
      <pc:sldChg chg="delSp modSp add del mod">
        <pc:chgData name="昕 许" userId="a2975fcd840abfc3" providerId="LiveId" clId="{49CCD4F9-177C-4270-9A14-60236FF377E8}" dt="2026-04-23T05:12:22.780" v="10455" actId="47"/>
        <pc:sldMkLst>
          <pc:docMk/>
          <pc:sldMk cId="2326709240" sldId="324"/>
        </pc:sldMkLst>
        <pc:spChg chg="del">
          <ac:chgData name="昕 许" userId="a2975fcd840abfc3" providerId="LiveId" clId="{49CCD4F9-177C-4270-9A14-60236FF377E8}" dt="2026-04-23T04:13:37.849" v="9916" actId="478"/>
          <ac:spMkLst>
            <pc:docMk/>
            <pc:sldMk cId="2326709240" sldId="324"/>
            <ac:spMk id="31" creationId="{8B671B1B-4721-0C33-43F0-F75E0CBE81E0}"/>
          </ac:spMkLst>
        </pc:spChg>
        <pc:cxnChg chg="del">
          <ac:chgData name="昕 许" userId="a2975fcd840abfc3" providerId="LiveId" clId="{49CCD4F9-177C-4270-9A14-60236FF377E8}" dt="2026-04-23T04:13:37.849" v="9916" actId="478"/>
          <ac:cxnSpMkLst>
            <pc:docMk/>
            <pc:sldMk cId="2326709240" sldId="324"/>
            <ac:cxnSpMk id="3" creationId="{142285C2-2366-FF54-AC5F-598988D35483}"/>
          </ac:cxnSpMkLst>
        </pc:cxnChg>
        <pc:cxnChg chg="mod">
          <ac:chgData name="昕 许" userId="a2975fcd840abfc3" providerId="LiveId" clId="{49CCD4F9-177C-4270-9A14-60236FF377E8}" dt="2026-04-23T04:25:41.875" v="10112" actId="1076"/>
          <ac:cxnSpMkLst>
            <pc:docMk/>
            <pc:sldMk cId="2326709240" sldId="324"/>
            <ac:cxnSpMk id="28" creationId="{C18E1873-52CC-F830-705D-6EB417941049}"/>
          </ac:cxnSpMkLst>
        </pc:cxnChg>
        <pc:cxnChg chg="del">
          <ac:chgData name="昕 许" userId="a2975fcd840abfc3" providerId="LiveId" clId="{49CCD4F9-177C-4270-9A14-60236FF377E8}" dt="2026-04-23T04:13:37.849" v="9916" actId="478"/>
          <ac:cxnSpMkLst>
            <pc:docMk/>
            <pc:sldMk cId="2326709240" sldId="324"/>
            <ac:cxnSpMk id="30" creationId="{444E191C-1CE5-A8CB-9A01-A0E82C225393}"/>
          </ac:cxnSpMkLst>
        </pc:cxnChg>
      </pc:sldChg>
      <pc:sldChg chg="modSp add del mod">
        <pc:chgData name="昕 许" userId="a2975fcd840abfc3" providerId="LiveId" clId="{49CCD4F9-177C-4270-9A14-60236FF377E8}" dt="2026-04-23T04:24:09.575" v="10064" actId="47"/>
        <pc:sldMkLst>
          <pc:docMk/>
          <pc:sldMk cId="1279649632" sldId="325"/>
        </pc:sldMkLst>
        <pc:grpChg chg="mod">
          <ac:chgData name="昕 许" userId="a2975fcd840abfc3" providerId="LiveId" clId="{49CCD4F9-177C-4270-9A14-60236FF377E8}" dt="2026-04-23T04:13:49.429" v="9920" actId="1076"/>
          <ac:grpSpMkLst>
            <pc:docMk/>
            <pc:sldMk cId="1279649632" sldId="325"/>
            <ac:grpSpMk id="5" creationId="{2CCF8333-350F-2E67-55EF-66E1BC51B54E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6" creationId="{EAB2A7F9-2D35-9502-8C2E-0F7A9113337B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9" creationId="{0CA30321-C000-A2F7-822B-6D13E77DE95F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12" creationId="{5C7C2410-A8C9-BB23-BF37-6C1E5E683AF6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15" creationId="{08899963-96B1-3E10-ED69-A42410669708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18" creationId="{A74B451B-8F92-427B-C7C6-47ACC4CFB5B3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21" creationId="{EEF6F029-3879-6F11-3D8F-91331FCE3DC5}"/>
          </ac:grpSpMkLst>
        </pc:grpChg>
        <pc:grpChg chg="mod">
          <ac:chgData name="昕 许" userId="a2975fcd840abfc3" providerId="LiveId" clId="{49CCD4F9-177C-4270-9A14-60236FF377E8}" dt="2026-04-23T04:13:52.271" v="9921" actId="1076"/>
          <ac:grpSpMkLst>
            <pc:docMk/>
            <pc:sldMk cId="1279649632" sldId="325"/>
            <ac:grpSpMk id="24" creationId="{EDF9239E-3BB6-5ED5-5D00-7F7FB73CB59F}"/>
          </ac:grpSpMkLst>
        </pc:grpChg>
      </pc:sldChg>
      <pc:sldChg chg="addSp modSp add mod">
        <pc:chgData name="昕 许" userId="a2975fcd840abfc3" providerId="LiveId" clId="{49CCD4F9-177C-4270-9A14-60236FF377E8}" dt="2026-04-23T04:25:57.795" v="10116" actId="164"/>
        <pc:sldMkLst>
          <pc:docMk/>
          <pc:sldMk cId="1337936366" sldId="325"/>
        </pc:sldMkLst>
        <pc:spChg chg="add mod">
          <ac:chgData name="昕 许" userId="a2975fcd840abfc3" providerId="LiveId" clId="{49CCD4F9-177C-4270-9A14-60236FF377E8}" dt="2026-04-23T04:25:57.795" v="10116" actId="164"/>
          <ac:spMkLst>
            <pc:docMk/>
            <pc:sldMk cId="1337936366" sldId="325"/>
            <ac:spMk id="34" creationId="{99584E79-95EF-ADF7-6D51-444A46DDB30E}"/>
          </ac:spMkLst>
        </pc:spChg>
        <pc:grpChg chg="add mod">
          <ac:chgData name="昕 许" userId="a2975fcd840abfc3" providerId="LiveId" clId="{49CCD4F9-177C-4270-9A14-60236FF377E8}" dt="2026-04-23T04:25:57.795" v="10116" actId="164"/>
          <ac:grpSpMkLst>
            <pc:docMk/>
            <pc:sldMk cId="1337936366" sldId="325"/>
            <ac:grpSpMk id="35" creationId="{B17D9AAF-CB03-006E-F207-E969BB1A2536}"/>
          </ac:grpSpMkLst>
        </pc:grpChg>
        <pc:cxnChg chg="mod">
          <ac:chgData name="昕 许" userId="a2975fcd840abfc3" providerId="LiveId" clId="{49CCD4F9-177C-4270-9A14-60236FF377E8}" dt="2026-04-23T04:25:39.587" v="10111" actId="1076"/>
          <ac:cxnSpMkLst>
            <pc:docMk/>
            <pc:sldMk cId="1337936366" sldId="325"/>
            <ac:cxnSpMk id="28" creationId="{7A1D49F6-A835-BB74-12BF-51DB63AFE7A8}"/>
          </ac:cxnSpMkLst>
        </pc:cxnChg>
        <pc:cxnChg chg="add mod">
          <ac:chgData name="昕 许" userId="a2975fcd840abfc3" providerId="LiveId" clId="{49CCD4F9-177C-4270-9A14-60236FF377E8}" dt="2026-04-23T04:25:57.795" v="10116" actId="164"/>
          <ac:cxnSpMkLst>
            <pc:docMk/>
            <pc:sldMk cId="1337936366" sldId="325"/>
            <ac:cxnSpMk id="29" creationId="{B43ADC66-D3A4-ADC2-52B8-CA5129A7728D}"/>
          </ac:cxnSpMkLst>
        </pc:cxnChg>
      </pc:sldChg>
      <pc:sldChg chg="addSp delSp modSp add mod">
        <pc:chgData name="昕 许" userId="a2975fcd840abfc3" providerId="LiveId" clId="{49CCD4F9-177C-4270-9A14-60236FF377E8}" dt="2026-04-23T04:37:23.242" v="10372"/>
        <pc:sldMkLst>
          <pc:docMk/>
          <pc:sldMk cId="693524418" sldId="326"/>
        </pc:sldMkLst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2" creationId="{07DFA5B8-BF0D-4590-1C12-E68E0FE7C7C1}"/>
          </ac:spMkLst>
        </pc:spChg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6" creationId="{C6EFA0E9-929C-17CE-0B1A-CFC016703FEF}"/>
          </ac:spMkLst>
        </pc:spChg>
        <pc:spChg chg="mod">
          <ac:chgData name="昕 许" userId="a2975fcd840abfc3" providerId="LiveId" clId="{49CCD4F9-177C-4270-9A14-60236FF377E8}" dt="2026-04-23T04:37:23.242" v="10372"/>
          <ac:spMkLst>
            <pc:docMk/>
            <pc:sldMk cId="693524418" sldId="326"/>
            <ac:spMk id="39" creationId="{B2581107-7A43-52FA-65F6-7B38C9E7A1DD}"/>
          </ac:spMkLst>
        </pc:spChg>
        <pc:grpChg chg="add mod">
          <ac:chgData name="昕 许" userId="a2975fcd840abfc3" providerId="LiveId" clId="{49CCD4F9-177C-4270-9A14-60236FF377E8}" dt="2026-04-23T04:26:05.970" v="10119" actId="1076"/>
          <ac:grpSpMkLst>
            <pc:docMk/>
            <pc:sldMk cId="693524418" sldId="326"/>
            <ac:grpSpMk id="27" creationId="{0826D13F-EAF7-74F7-4AB6-98EE6DBF225F}"/>
          </ac:grpSpMkLst>
        </pc:grpChg>
        <pc:grpChg chg="del mod">
          <ac:chgData name="昕 许" userId="a2975fcd840abfc3" providerId="LiveId" clId="{49CCD4F9-177C-4270-9A14-60236FF377E8}" dt="2026-04-23T04:37:19.847" v="10371" actId="478"/>
          <ac:grpSpMkLst>
            <pc:docMk/>
            <pc:sldMk cId="693524418" sldId="326"/>
            <ac:grpSpMk id="35" creationId="{C2E246B9-0C67-80B8-D6AE-2084CFAA7864}"/>
          </ac:grpSpMkLst>
        </pc:grpChg>
        <pc:grpChg chg="add mod">
          <ac:chgData name="昕 许" userId="a2975fcd840abfc3" providerId="LiveId" clId="{49CCD4F9-177C-4270-9A14-60236FF377E8}" dt="2026-04-23T04:37:23.242" v="10372"/>
          <ac:grpSpMkLst>
            <pc:docMk/>
            <pc:sldMk cId="693524418" sldId="326"/>
            <ac:grpSpMk id="37" creationId="{DF86D359-DA41-D0D0-2C76-27ABA22ADA51}"/>
          </ac:grpSpMkLst>
        </pc:grpChg>
        <pc:cxnChg chg="mod">
          <ac:chgData name="昕 许" userId="a2975fcd840abfc3" providerId="LiveId" clId="{49CCD4F9-177C-4270-9A14-60236FF377E8}" dt="2026-04-23T04:37:23.242" v="10372"/>
          <ac:cxnSpMkLst>
            <pc:docMk/>
            <pc:sldMk cId="693524418" sldId="326"/>
            <ac:cxnSpMk id="38" creationId="{4831D19A-E295-24F6-A164-19A23CE65B5F}"/>
          </ac:cxnSpMkLst>
        </pc:cxnChg>
      </pc:sldChg>
      <pc:sldChg chg="modSp add del mod">
        <pc:chgData name="昕 许" userId="a2975fcd840abfc3" providerId="LiveId" clId="{49CCD4F9-177C-4270-9A14-60236FF377E8}" dt="2026-04-23T04:24:09.748" v="10065" actId="47"/>
        <pc:sldMkLst>
          <pc:docMk/>
          <pc:sldMk cId="3949048877" sldId="326"/>
        </pc:sldMkLst>
        <pc:grpChg chg="mod">
          <ac:chgData name="昕 许" userId="a2975fcd840abfc3" providerId="LiveId" clId="{49CCD4F9-177C-4270-9A14-60236FF377E8}" dt="2026-04-23T04:13:57.489" v="9923" actId="1076"/>
          <ac:grpSpMkLst>
            <pc:docMk/>
            <pc:sldMk cId="3949048877" sldId="326"/>
            <ac:grpSpMk id="5" creationId="{9BBEFDC3-16A9-4124-DFBA-1868F5FB4847}"/>
          </ac:grpSpMkLst>
        </pc:grpChg>
      </pc:sldChg>
      <pc:sldChg chg="modSp add del mod">
        <pc:chgData name="昕 许" userId="a2975fcd840abfc3" providerId="LiveId" clId="{49CCD4F9-177C-4270-9A14-60236FF377E8}" dt="2026-04-23T04:24:09.904" v="10066" actId="47"/>
        <pc:sldMkLst>
          <pc:docMk/>
          <pc:sldMk cId="880867154" sldId="327"/>
        </pc:sldMkLst>
        <pc:grpChg chg="mod">
          <ac:chgData name="昕 许" userId="a2975fcd840abfc3" providerId="LiveId" clId="{49CCD4F9-177C-4270-9A14-60236FF377E8}" dt="2026-04-23T04:14:01.748" v="9925" actId="1076"/>
          <ac:grpSpMkLst>
            <pc:docMk/>
            <pc:sldMk cId="880867154" sldId="327"/>
            <ac:grpSpMk id="5" creationId="{FD8ACDC2-B177-6C0F-7820-4F0287AC5178}"/>
          </ac:grpSpMkLst>
        </pc:grpChg>
      </pc:sldChg>
      <pc:sldChg chg="addSp delSp modSp add mod">
        <pc:chgData name="昕 许" userId="a2975fcd840abfc3" providerId="LiveId" clId="{49CCD4F9-177C-4270-9A14-60236FF377E8}" dt="2026-04-23T04:37:26.977" v="10374"/>
        <pc:sldMkLst>
          <pc:docMk/>
          <pc:sldMk cId="4137702817" sldId="327"/>
        </pc:sldMkLst>
        <pc:spChg chg="mod">
          <ac:chgData name="昕 许" userId="a2975fcd840abfc3" providerId="LiveId" clId="{49CCD4F9-177C-4270-9A14-60236FF377E8}" dt="2026-04-23T04:37:26.977" v="10374"/>
          <ac:spMkLst>
            <pc:docMk/>
            <pc:sldMk cId="4137702817" sldId="327"/>
            <ac:spMk id="39" creationId="{82672BBF-883C-1C4A-D25E-12A3A71F805E}"/>
          </ac:spMkLst>
        </pc:spChg>
        <pc:grpChg chg="mod">
          <ac:chgData name="昕 许" userId="a2975fcd840abfc3" providerId="LiveId" clId="{49CCD4F9-177C-4270-9A14-60236FF377E8}" dt="2026-04-23T04:26:18.764" v="10124" actId="1076"/>
          <ac:grpSpMkLst>
            <pc:docMk/>
            <pc:sldMk cId="4137702817" sldId="327"/>
            <ac:grpSpMk id="27" creationId="{DF0FC4C8-A7D2-90B9-0A8A-09750EAC6A1A}"/>
          </ac:grpSpMkLst>
        </pc:grpChg>
        <pc:grpChg chg="del">
          <ac:chgData name="昕 许" userId="a2975fcd840abfc3" providerId="LiveId" clId="{49CCD4F9-177C-4270-9A14-60236FF377E8}" dt="2026-04-23T04:37:26.795" v="10373" actId="478"/>
          <ac:grpSpMkLst>
            <pc:docMk/>
            <pc:sldMk cId="4137702817" sldId="327"/>
            <ac:grpSpMk id="35" creationId="{F63F70A0-9951-0687-8315-558107DD4A84}"/>
          </ac:grpSpMkLst>
        </pc:grpChg>
        <pc:grpChg chg="add mod">
          <ac:chgData name="昕 许" userId="a2975fcd840abfc3" providerId="LiveId" clId="{49CCD4F9-177C-4270-9A14-60236FF377E8}" dt="2026-04-23T04:37:26.977" v="10374"/>
          <ac:grpSpMkLst>
            <pc:docMk/>
            <pc:sldMk cId="4137702817" sldId="327"/>
            <ac:grpSpMk id="37" creationId="{B9160667-E187-0F77-518C-AF1F110C6A39}"/>
          </ac:grpSpMkLst>
        </pc:grpChg>
        <pc:cxnChg chg="mod">
          <ac:chgData name="昕 许" userId="a2975fcd840abfc3" providerId="LiveId" clId="{49CCD4F9-177C-4270-9A14-60236FF377E8}" dt="2026-04-23T04:37:26.977" v="10374"/>
          <ac:cxnSpMkLst>
            <pc:docMk/>
            <pc:sldMk cId="4137702817" sldId="327"/>
            <ac:cxnSpMk id="38" creationId="{6AE231BC-A5CC-803C-F2C9-03CCE350DDD6}"/>
          </ac:cxnSpMkLst>
        </pc:cxnChg>
      </pc:sldChg>
      <pc:sldChg chg="addSp delSp modSp add mod">
        <pc:chgData name="昕 许" userId="a2975fcd840abfc3" providerId="LiveId" clId="{49CCD4F9-177C-4270-9A14-60236FF377E8}" dt="2026-04-23T04:39:33.012" v="10385" actId="208"/>
        <pc:sldMkLst>
          <pc:docMk/>
          <pc:sldMk cId="1613245601" sldId="328"/>
        </pc:sldMkLst>
        <pc:spChg chg="mod">
          <ac:chgData name="昕 许" userId="a2975fcd840abfc3" providerId="LiveId" clId="{49CCD4F9-177C-4270-9A14-60236FF377E8}" dt="2026-04-23T04:39:33.012" v="10385" actId="208"/>
          <ac:spMkLst>
            <pc:docMk/>
            <pc:sldMk cId="1613245601" sldId="328"/>
            <ac:spMk id="32" creationId="{159B55A3-34E2-0729-82C7-2827D62F16CA}"/>
          </ac:spMkLst>
        </pc:spChg>
        <pc:spChg chg="mod">
          <ac:chgData name="昕 许" userId="a2975fcd840abfc3" providerId="LiveId" clId="{49CCD4F9-177C-4270-9A14-60236FF377E8}" dt="2026-04-23T04:37:36.921" v="10378"/>
          <ac:spMkLst>
            <pc:docMk/>
            <pc:sldMk cId="1613245601" sldId="328"/>
            <ac:spMk id="41" creationId="{16433FD4-AF62-E5FB-6E53-F9F99145E6B9}"/>
          </ac:spMkLst>
        </pc:spChg>
        <pc:spChg chg="mod">
          <ac:chgData name="昕 许" userId="a2975fcd840abfc3" providerId="LiveId" clId="{49CCD4F9-177C-4270-9A14-60236FF377E8}" dt="2026-04-23T04:37:41.139" v="10379"/>
          <ac:spMkLst>
            <pc:docMk/>
            <pc:sldMk cId="1613245601" sldId="328"/>
            <ac:spMk id="44" creationId="{7270F250-D70B-9741-6F7C-07FB75A1CD1F}"/>
          </ac:spMkLst>
        </pc:spChg>
        <pc:grpChg chg="mod">
          <ac:chgData name="昕 许" userId="a2975fcd840abfc3" providerId="LiveId" clId="{49CCD4F9-177C-4270-9A14-60236FF377E8}" dt="2026-04-23T04:26:39.906" v="10129" actId="1076"/>
          <ac:grpSpMkLst>
            <pc:docMk/>
            <pc:sldMk cId="1613245601" sldId="328"/>
            <ac:grpSpMk id="27" creationId="{4BF42184-23B9-95BB-905B-12B1475E1DC7}"/>
          </ac:grpSpMkLst>
        </pc:grpChg>
        <pc:grpChg chg="del">
          <ac:chgData name="昕 许" userId="a2975fcd840abfc3" providerId="LiveId" clId="{49CCD4F9-177C-4270-9A14-60236FF377E8}" dt="2026-04-23T04:37:36.639" v="10377" actId="478"/>
          <ac:grpSpMkLst>
            <pc:docMk/>
            <pc:sldMk cId="1613245601" sldId="328"/>
            <ac:grpSpMk id="35" creationId="{E47FE332-3EF6-A3C3-1213-71686857A33E}"/>
          </ac:grpSpMkLst>
        </pc:grpChg>
        <pc:grpChg chg="add mod">
          <ac:chgData name="昕 许" userId="a2975fcd840abfc3" providerId="LiveId" clId="{49CCD4F9-177C-4270-9A14-60236FF377E8}" dt="2026-04-23T04:37:36.921" v="10378"/>
          <ac:grpSpMkLst>
            <pc:docMk/>
            <pc:sldMk cId="1613245601" sldId="328"/>
            <ac:grpSpMk id="39" creationId="{3B6ADD7A-BED9-1442-DA25-843C156A972E}"/>
          </ac:grpSpMkLst>
        </pc:grpChg>
        <pc:grpChg chg="add mod">
          <ac:chgData name="昕 许" userId="a2975fcd840abfc3" providerId="LiveId" clId="{49CCD4F9-177C-4270-9A14-60236FF377E8}" dt="2026-04-23T04:37:41.139" v="10379"/>
          <ac:grpSpMkLst>
            <pc:docMk/>
            <pc:sldMk cId="1613245601" sldId="328"/>
            <ac:grpSpMk id="42" creationId="{8281139F-C513-3716-4413-2103376D1E65}"/>
          </ac:grpSpMkLst>
        </pc:grp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7" creationId="{ABE5C031-A598-D0F6-2F74-5755616103DE}"/>
          </ac:cxnSpMkLst>
        </pc:cxn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8" creationId="{8F2C1A69-2214-3E30-39AD-32933353CBFB}"/>
          </ac:cxnSpMkLst>
        </pc:cxnChg>
        <pc:cxnChg chg="mod">
          <ac:chgData name="昕 许" userId="a2975fcd840abfc3" providerId="LiveId" clId="{49CCD4F9-177C-4270-9A14-60236FF377E8}" dt="2026-04-23T04:37:36.921" v="10378"/>
          <ac:cxnSpMkLst>
            <pc:docMk/>
            <pc:sldMk cId="1613245601" sldId="328"/>
            <ac:cxnSpMk id="40" creationId="{15B7A8DA-73E2-30D5-2ACF-92FE8B3BB867}"/>
          </ac:cxnSpMkLst>
        </pc:cxnChg>
        <pc:cxnChg chg="mod">
          <ac:chgData name="昕 许" userId="a2975fcd840abfc3" providerId="LiveId" clId="{49CCD4F9-177C-4270-9A14-60236FF377E8}" dt="2026-04-23T04:37:41.139" v="10379"/>
          <ac:cxnSpMkLst>
            <pc:docMk/>
            <pc:sldMk cId="1613245601" sldId="328"/>
            <ac:cxnSpMk id="43" creationId="{6996A4CD-B314-D06D-D13C-2737554897ED}"/>
          </ac:cxnSpMkLst>
        </pc:cxnChg>
      </pc:sldChg>
      <pc:sldChg chg="modSp add del mod">
        <pc:chgData name="昕 许" userId="a2975fcd840abfc3" providerId="LiveId" clId="{49CCD4F9-177C-4270-9A14-60236FF377E8}" dt="2026-04-23T04:24:10.055" v="10067" actId="47"/>
        <pc:sldMkLst>
          <pc:docMk/>
          <pc:sldMk cId="3175855901" sldId="328"/>
        </pc:sldMkLst>
        <pc:grpChg chg="mod">
          <ac:chgData name="昕 许" userId="a2975fcd840abfc3" providerId="LiveId" clId="{49CCD4F9-177C-4270-9A14-60236FF377E8}" dt="2026-04-23T04:14:08.293" v="9927" actId="1076"/>
          <ac:grpSpMkLst>
            <pc:docMk/>
            <pc:sldMk cId="3175855901" sldId="328"/>
            <ac:grpSpMk id="6" creationId="{35C72991-E45A-B8A1-6142-999C9AB716FE}"/>
          </ac:grpSpMkLst>
        </pc:grpChg>
        <pc:grpChg chg="mod">
          <ac:chgData name="昕 许" userId="a2975fcd840abfc3" providerId="LiveId" clId="{49CCD4F9-177C-4270-9A14-60236FF377E8}" dt="2026-04-23T04:14:08.293" v="9927" actId="1076"/>
          <ac:grpSpMkLst>
            <pc:docMk/>
            <pc:sldMk cId="3175855901" sldId="328"/>
            <ac:grpSpMk id="9" creationId="{B9C413FC-7842-4ED6-9DA9-36B50FD55829}"/>
          </ac:grpSpMkLst>
        </pc:grpChg>
        <pc:grpChg chg="mod">
          <ac:chgData name="昕 许" userId="a2975fcd840abfc3" providerId="LiveId" clId="{49CCD4F9-177C-4270-9A14-60236FF377E8}" dt="2026-04-23T04:14:10.884" v="9928" actId="1076"/>
          <ac:grpSpMkLst>
            <pc:docMk/>
            <pc:sldMk cId="3175855901" sldId="328"/>
            <ac:grpSpMk id="12" creationId="{BC98CF20-C757-52C0-9D71-6E1E66EE6502}"/>
          </ac:grpSpMkLst>
        </pc:grpChg>
        <pc:grpChg chg="mod">
          <ac:chgData name="昕 许" userId="a2975fcd840abfc3" providerId="LiveId" clId="{49CCD4F9-177C-4270-9A14-60236FF377E8}" dt="2026-04-23T04:14:10.884" v="9928" actId="1076"/>
          <ac:grpSpMkLst>
            <pc:docMk/>
            <pc:sldMk cId="3175855901" sldId="328"/>
            <ac:grpSpMk id="15" creationId="{85E7A11C-AD95-035A-3417-98C6032E263E}"/>
          </ac:grpSpMkLst>
        </pc:grpChg>
        <pc:grpChg chg="mod">
          <ac:chgData name="昕 许" userId="a2975fcd840abfc3" providerId="LiveId" clId="{49CCD4F9-177C-4270-9A14-60236FF377E8}" dt="2026-04-23T04:14:10.884" v="9928" actId="1076"/>
          <ac:grpSpMkLst>
            <pc:docMk/>
            <pc:sldMk cId="3175855901" sldId="328"/>
            <ac:grpSpMk id="18" creationId="{BB1E6F84-EA74-C753-D0B5-054BB52D0BE7}"/>
          </ac:grpSpMkLst>
        </pc:grpChg>
        <pc:grpChg chg="mod">
          <ac:chgData name="昕 许" userId="a2975fcd840abfc3" providerId="LiveId" clId="{49CCD4F9-177C-4270-9A14-60236FF377E8}" dt="2026-04-23T04:14:10.884" v="9928" actId="1076"/>
          <ac:grpSpMkLst>
            <pc:docMk/>
            <pc:sldMk cId="3175855901" sldId="328"/>
            <ac:grpSpMk id="21" creationId="{EFD67737-4478-4ECB-4EBD-91B4A5E3A8D6}"/>
          </ac:grpSpMkLst>
        </pc:grpChg>
        <pc:grpChg chg="mod">
          <ac:chgData name="昕 许" userId="a2975fcd840abfc3" providerId="LiveId" clId="{49CCD4F9-177C-4270-9A14-60236FF377E8}" dt="2026-04-23T04:14:10.884" v="9928" actId="1076"/>
          <ac:grpSpMkLst>
            <pc:docMk/>
            <pc:sldMk cId="3175855901" sldId="328"/>
            <ac:grpSpMk id="24" creationId="{B4F7E866-86C0-9CF4-A578-9B9D20D9C7BE}"/>
          </ac:grpSpMkLst>
        </pc:grpChg>
      </pc:sldChg>
      <pc:sldChg chg="addSp modSp add mod">
        <pc:chgData name="昕 许" userId="a2975fcd840abfc3" providerId="LiveId" clId="{49CCD4F9-177C-4270-9A14-60236FF377E8}" dt="2026-04-23T04:39:44.588" v="10387" actId="208"/>
        <pc:sldMkLst>
          <pc:docMk/>
          <pc:sldMk cId="1683487903" sldId="329"/>
        </pc:sldMkLst>
        <pc:spChg chg="mod">
          <ac:chgData name="昕 许" userId="a2975fcd840abfc3" providerId="LiveId" clId="{49CCD4F9-177C-4270-9A14-60236FF377E8}" dt="2026-04-23T04:39:44.588" v="10387" actId="208"/>
          <ac:spMkLst>
            <pc:docMk/>
            <pc:sldMk cId="1683487903" sldId="329"/>
            <ac:spMk id="32" creationId="{9436092C-2F2F-AFF0-336D-978523262EE9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0" creationId="{4574BF79-F62F-8219-CC93-7D5C5574F7CE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1" creationId="{46D1F023-4820-1275-F38B-B519E4516E13}"/>
          </ac:spMkLst>
        </pc:spChg>
        <pc:spChg chg="mod">
          <ac:chgData name="昕 许" userId="a2975fcd840abfc3" providerId="LiveId" clId="{49CCD4F9-177C-4270-9A14-60236FF377E8}" dt="2026-04-23T04:26:53.806" v="10133"/>
          <ac:spMkLst>
            <pc:docMk/>
            <pc:sldMk cId="1683487903" sldId="329"/>
            <ac:spMk id="43" creationId="{754368C9-514C-65D6-4DDD-39BC14AA2F3A}"/>
          </ac:spMkLst>
        </pc:spChg>
        <pc:spChg chg="mod">
          <ac:chgData name="昕 许" userId="a2975fcd840abfc3" providerId="LiveId" clId="{49CCD4F9-177C-4270-9A14-60236FF377E8}" dt="2026-04-23T04:26:53.806" v="10133"/>
          <ac:spMkLst>
            <pc:docMk/>
            <pc:sldMk cId="1683487903" sldId="329"/>
            <ac:spMk id="44" creationId="{09C2C6BF-70C5-BA81-3710-BAA62CD0B341}"/>
          </ac:spMkLst>
        </pc:spChg>
        <pc:grpChg chg="add mod">
          <ac:chgData name="昕 许" userId="a2975fcd840abfc3" providerId="LiveId" clId="{49CCD4F9-177C-4270-9A14-60236FF377E8}" dt="2026-04-23T04:26:51.685" v="10132" actId="1076"/>
          <ac:grpSpMkLst>
            <pc:docMk/>
            <pc:sldMk cId="1683487903" sldId="329"/>
            <ac:grpSpMk id="39" creationId="{82E7905E-2FD6-B930-767B-BB2F2C1A97ED}"/>
          </ac:grpSpMkLst>
        </pc:grpChg>
        <pc:grpChg chg="add mod">
          <ac:chgData name="昕 许" userId="a2975fcd840abfc3" providerId="LiveId" clId="{49CCD4F9-177C-4270-9A14-60236FF377E8}" dt="2026-04-23T04:26:56.888" v="10135" actId="1076"/>
          <ac:grpSpMkLst>
            <pc:docMk/>
            <pc:sldMk cId="1683487903" sldId="329"/>
            <ac:grpSpMk id="42" creationId="{77640460-DB00-DEAF-CBB1-E2B7EC1A96F4}"/>
          </ac:grpSpMkLst>
        </pc:grpChg>
      </pc:sldChg>
      <pc:sldChg chg="addSp modSp add del mod">
        <pc:chgData name="昕 许" userId="a2975fcd840abfc3" providerId="LiveId" clId="{49CCD4F9-177C-4270-9A14-60236FF377E8}" dt="2026-04-23T04:24:10.218" v="10068" actId="47"/>
        <pc:sldMkLst>
          <pc:docMk/>
          <pc:sldMk cId="1980442860" sldId="329"/>
        </pc:sldMkLst>
        <pc:grpChg chg="mod">
          <ac:chgData name="昕 许" userId="a2975fcd840abfc3" providerId="LiveId" clId="{49CCD4F9-177C-4270-9A14-60236FF377E8}" dt="2026-04-23T04:14:30.586" v="9931" actId="1076"/>
          <ac:grpSpMkLst>
            <pc:docMk/>
            <pc:sldMk cId="1980442860" sldId="329"/>
            <ac:grpSpMk id="5" creationId="{CF42D90C-D585-2F8E-DC2B-323A4986A998}"/>
          </ac:grpSpMkLst>
        </pc:grpChg>
        <pc:cxnChg chg="add mod">
          <ac:chgData name="昕 许" userId="a2975fcd840abfc3" providerId="LiveId" clId="{49CCD4F9-177C-4270-9A14-60236FF377E8}" dt="2026-04-23T04:14:24.770" v="9930"/>
          <ac:cxnSpMkLst>
            <pc:docMk/>
            <pc:sldMk cId="1980442860" sldId="329"/>
            <ac:cxnSpMk id="27" creationId="{5A19BA09-88FC-BEAD-801F-D14E7ED847DB}"/>
          </ac:cxnSpMkLst>
        </pc:cxnChg>
        <pc:cxnChg chg="add mod">
          <ac:chgData name="昕 许" userId="a2975fcd840abfc3" providerId="LiveId" clId="{49CCD4F9-177C-4270-9A14-60236FF377E8}" dt="2026-04-23T04:14:24.770" v="9930"/>
          <ac:cxnSpMkLst>
            <pc:docMk/>
            <pc:sldMk cId="1980442860" sldId="329"/>
            <ac:cxnSpMk id="29" creationId="{ABCF4387-0E4B-A4CE-1046-02002E1BFDD8}"/>
          </ac:cxnSpMkLst>
        </pc:cxnChg>
      </pc:sldChg>
      <pc:sldChg chg="addSp delSp modSp add mod">
        <pc:chgData name="昕 许" userId="a2975fcd840abfc3" providerId="LiveId" clId="{49CCD4F9-177C-4270-9A14-60236FF377E8}" dt="2026-04-23T04:39:27.145" v="10384" actId="208"/>
        <pc:sldMkLst>
          <pc:docMk/>
          <pc:sldMk cId="372579475" sldId="330"/>
        </pc:sldMkLst>
        <pc:spChg chg="mod">
          <ac:chgData name="昕 许" userId="a2975fcd840abfc3" providerId="LiveId" clId="{49CCD4F9-177C-4270-9A14-60236FF377E8}" dt="2026-04-23T04:39:27.145" v="10384" actId="208"/>
          <ac:spMkLst>
            <pc:docMk/>
            <pc:sldMk cId="372579475" sldId="330"/>
            <ac:spMk id="32" creationId="{1447E521-075F-2E25-8F32-AD31CAAC6810}"/>
          </ac:spMkLst>
        </pc:spChg>
        <pc:spChg chg="mod">
          <ac:chgData name="昕 许" userId="a2975fcd840abfc3" providerId="LiveId" clId="{49CCD4F9-177C-4270-9A14-60236FF377E8}" dt="2026-04-23T04:39:24.437" v="10383" actId="208"/>
          <ac:spMkLst>
            <pc:docMk/>
            <pc:sldMk cId="372579475" sldId="330"/>
            <ac:spMk id="36" creationId="{B46436FD-6831-5C40-7F76-B04443506451}"/>
          </ac:spMkLst>
        </pc:spChg>
        <pc:spChg chg="mod">
          <ac:chgData name="昕 许" userId="a2975fcd840abfc3" providerId="LiveId" clId="{49CCD4F9-177C-4270-9A14-60236FF377E8}" dt="2026-04-23T04:37:31.816" v="10376"/>
          <ac:spMkLst>
            <pc:docMk/>
            <pc:sldMk cId="372579475" sldId="330"/>
            <ac:spMk id="41" creationId="{0E8934BE-7201-510C-74A3-343DB7F14C22}"/>
          </ac:spMkLst>
        </pc:spChg>
        <pc:grpChg chg="del">
          <ac:chgData name="昕 许" userId="a2975fcd840abfc3" providerId="LiveId" clId="{49CCD4F9-177C-4270-9A14-60236FF377E8}" dt="2026-04-23T04:37:31.438" v="10375" actId="478"/>
          <ac:grpSpMkLst>
            <pc:docMk/>
            <pc:sldMk cId="372579475" sldId="330"/>
            <ac:grpSpMk id="35" creationId="{71717C07-DB9B-9D92-57CC-BE65409E8F99}"/>
          </ac:grpSpMkLst>
        </pc:grpChg>
        <pc:grpChg chg="add mod">
          <ac:chgData name="昕 许" userId="a2975fcd840abfc3" providerId="LiveId" clId="{49CCD4F9-177C-4270-9A14-60236FF377E8}" dt="2026-04-23T04:37:31.816" v="10376"/>
          <ac:grpSpMkLst>
            <pc:docMk/>
            <pc:sldMk cId="372579475" sldId="330"/>
            <ac:grpSpMk id="39" creationId="{11943FE1-2F56-FC8A-25FA-529EF8DBB47C}"/>
          </ac:grpSpMkLst>
        </pc:grpChg>
        <pc:cxnChg chg="del">
          <ac:chgData name="昕 许" userId="a2975fcd840abfc3" providerId="LiveId" clId="{49CCD4F9-177C-4270-9A14-60236FF377E8}" dt="2026-04-23T04:27:09.557" v="10137" actId="478"/>
          <ac:cxnSpMkLst>
            <pc:docMk/>
            <pc:sldMk cId="372579475" sldId="330"/>
            <ac:cxnSpMk id="37" creationId="{F44231A2-0A76-CC51-AE90-7CE94E1F5F5F}"/>
          </ac:cxnSpMkLst>
        </pc:cxnChg>
        <pc:cxnChg chg="del">
          <ac:chgData name="昕 许" userId="a2975fcd840abfc3" providerId="LiveId" clId="{49CCD4F9-177C-4270-9A14-60236FF377E8}" dt="2026-04-23T04:27:10.423" v="10138" actId="478"/>
          <ac:cxnSpMkLst>
            <pc:docMk/>
            <pc:sldMk cId="372579475" sldId="330"/>
            <ac:cxnSpMk id="38" creationId="{695140A6-B79C-A567-C437-DEF2C89231AB}"/>
          </ac:cxnSpMkLst>
        </pc:cxnChg>
        <pc:cxnChg chg="mod">
          <ac:chgData name="昕 许" userId="a2975fcd840abfc3" providerId="LiveId" clId="{49CCD4F9-177C-4270-9A14-60236FF377E8}" dt="2026-04-23T04:37:31.816" v="10376"/>
          <ac:cxnSpMkLst>
            <pc:docMk/>
            <pc:sldMk cId="372579475" sldId="330"/>
            <ac:cxnSpMk id="40" creationId="{6E0434FC-4582-24A0-C59C-339A5E84DBC3}"/>
          </ac:cxnSpMkLst>
        </pc:cxnChg>
      </pc:sldChg>
      <pc:sldChg chg="modSp add del mod">
        <pc:chgData name="昕 许" userId="a2975fcd840abfc3" providerId="LiveId" clId="{49CCD4F9-177C-4270-9A14-60236FF377E8}" dt="2026-04-23T04:15:06.168" v="9942" actId="47"/>
        <pc:sldMkLst>
          <pc:docMk/>
          <pc:sldMk cId="1292127199" sldId="330"/>
        </pc:sldMkLst>
        <pc:grpChg chg="mod">
          <ac:chgData name="昕 许" userId="a2975fcd840abfc3" providerId="LiveId" clId="{49CCD4F9-177C-4270-9A14-60236FF377E8}" dt="2026-04-23T04:14:37.616" v="9933" actId="1076"/>
          <ac:grpSpMkLst>
            <pc:docMk/>
            <pc:sldMk cId="1292127199" sldId="330"/>
            <ac:grpSpMk id="6" creationId="{4CF211BA-2BFE-A2E2-2DD5-3D49F68D8192}"/>
          </ac:grpSpMkLst>
        </pc:grpChg>
        <pc:grpChg chg="mod">
          <ac:chgData name="昕 许" userId="a2975fcd840abfc3" providerId="LiveId" clId="{49CCD4F9-177C-4270-9A14-60236FF377E8}" dt="2026-04-23T04:14:41.300" v="9934" actId="1076"/>
          <ac:grpSpMkLst>
            <pc:docMk/>
            <pc:sldMk cId="1292127199" sldId="330"/>
            <ac:grpSpMk id="9" creationId="{D7C5FB98-8FE1-D3F6-9DED-FF9D16810125}"/>
          </ac:grpSpMkLst>
        </pc:grpChg>
      </pc:sldChg>
      <pc:sldChg chg="modSp add mod">
        <pc:chgData name="昕 许" userId="a2975fcd840abfc3" providerId="LiveId" clId="{49CCD4F9-177C-4270-9A14-60236FF377E8}" dt="2026-04-23T04:27:59.823" v="10140" actId="1076"/>
        <pc:sldMkLst>
          <pc:docMk/>
          <pc:sldMk cId="2037890411" sldId="331"/>
        </pc:sldMkLst>
        <pc:grpChg chg="mod">
          <ac:chgData name="昕 许" userId="a2975fcd840abfc3" providerId="LiveId" clId="{49CCD4F9-177C-4270-9A14-60236FF377E8}" dt="2026-04-23T04:27:59.823" v="10140" actId="1076"/>
          <ac:grpSpMkLst>
            <pc:docMk/>
            <pc:sldMk cId="2037890411" sldId="331"/>
            <ac:grpSpMk id="35" creationId="{6BD5B3B6-6CFD-5721-6B19-06C5D82B1563}"/>
          </ac:grpSpMkLst>
        </pc:grpChg>
      </pc:sldChg>
      <pc:sldChg chg="addSp delSp modSp add del mod">
        <pc:chgData name="昕 许" userId="a2975fcd840abfc3" providerId="LiveId" clId="{49CCD4F9-177C-4270-9A14-60236FF377E8}" dt="2026-04-23T04:24:10.368" v="10069" actId="47"/>
        <pc:sldMkLst>
          <pc:docMk/>
          <pc:sldMk cId="3951850922" sldId="331"/>
        </pc:sldMkLst>
        <pc:spChg chg="mod">
          <ac:chgData name="昕 许" userId="a2975fcd840abfc3" providerId="LiveId" clId="{49CCD4F9-177C-4270-9A14-60236FF377E8}" dt="2026-04-23T04:14:49.011" v="9936"/>
          <ac:spMkLst>
            <pc:docMk/>
            <pc:sldMk cId="3951850922" sldId="331"/>
            <ac:spMk id="34" creationId="{AAC91950-2132-F8DF-6627-11B40C08A614}"/>
          </ac:spMkLst>
        </pc:spChg>
        <pc:spChg chg="mod">
          <ac:chgData name="昕 许" userId="a2975fcd840abfc3" providerId="LiveId" clId="{49CCD4F9-177C-4270-9A14-60236FF377E8}" dt="2026-04-23T04:14:49.011" v="9936"/>
          <ac:spMkLst>
            <pc:docMk/>
            <pc:sldMk cId="3951850922" sldId="331"/>
            <ac:spMk id="35" creationId="{D1E6312D-D9F3-5A71-65D1-B7A711E196F9}"/>
          </ac:spMkLst>
        </pc:spChg>
        <pc:spChg chg="mod">
          <ac:chgData name="昕 许" userId="a2975fcd840abfc3" providerId="LiveId" clId="{49CCD4F9-177C-4270-9A14-60236FF377E8}" dt="2026-04-23T04:14:49.011" v="9936"/>
          <ac:spMkLst>
            <pc:docMk/>
            <pc:sldMk cId="3951850922" sldId="331"/>
            <ac:spMk id="37" creationId="{887B9BA6-0EBF-834E-5B47-03E79AA429BC}"/>
          </ac:spMkLst>
        </pc:spChg>
        <pc:spChg chg="mod">
          <ac:chgData name="昕 许" userId="a2975fcd840abfc3" providerId="LiveId" clId="{49CCD4F9-177C-4270-9A14-60236FF377E8}" dt="2026-04-23T04:14:49.011" v="9936"/>
          <ac:spMkLst>
            <pc:docMk/>
            <pc:sldMk cId="3951850922" sldId="331"/>
            <ac:spMk id="38" creationId="{F5C26404-A252-9CBA-C74C-979B4938121C}"/>
          </ac:spMkLst>
        </pc:spChg>
        <pc:spChg chg="mod">
          <ac:chgData name="昕 许" userId="a2975fcd840abfc3" providerId="LiveId" clId="{49CCD4F9-177C-4270-9A14-60236FF377E8}" dt="2026-04-23T04:16:13.177" v="9953"/>
          <ac:spMkLst>
            <pc:docMk/>
            <pc:sldMk cId="3951850922" sldId="331"/>
            <ac:spMk id="40" creationId="{AE52256C-7C83-3AEC-545B-CD6A23341ECE}"/>
          </ac:spMkLst>
        </pc:spChg>
        <pc:spChg chg="mod">
          <ac:chgData name="昕 许" userId="a2975fcd840abfc3" providerId="LiveId" clId="{49CCD4F9-177C-4270-9A14-60236FF377E8}" dt="2026-04-23T04:16:13.177" v="9953"/>
          <ac:spMkLst>
            <pc:docMk/>
            <pc:sldMk cId="3951850922" sldId="331"/>
            <ac:spMk id="41" creationId="{14C91864-C59B-7ABB-FA9F-AF7CCE1F1B0F}"/>
          </ac:spMkLst>
        </pc:spChg>
        <pc:spChg chg="mod">
          <ac:chgData name="昕 许" userId="a2975fcd840abfc3" providerId="LiveId" clId="{49CCD4F9-177C-4270-9A14-60236FF377E8}" dt="2026-04-23T04:16:13.177" v="9953"/>
          <ac:spMkLst>
            <pc:docMk/>
            <pc:sldMk cId="3951850922" sldId="331"/>
            <ac:spMk id="43" creationId="{408FDAE9-41D4-98CA-8F0B-1CA69EE9D4C3}"/>
          </ac:spMkLst>
        </pc:spChg>
        <pc:spChg chg="mod">
          <ac:chgData name="昕 许" userId="a2975fcd840abfc3" providerId="LiveId" clId="{49CCD4F9-177C-4270-9A14-60236FF377E8}" dt="2026-04-23T04:16:13.177" v="9953"/>
          <ac:spMkLst>
            <pc:docMk/>
            <pc:sldMk cId="3951850922" sldId="331"/>
            <ac:spMk id="44" creationId="{0FDCE4C1-5033-6B3F-9118-943CD0F87189}"/>
          </ac:spMkLst>
        </pc:spChg>
        <pc:grpChg chg="del">
          <ac:chgData name="昕 许" userId="a2975fcd840abfc3" providerId="LiveId" clId="{49CCD4F9-177C-4270-9A14-60236FF377E8}" dt="2026-04-23T04:15:10.137" v="9944" actId="478"/>
          <ac:grpSpMkLst>
            <pc:docMk/>
            <pc:sldMk cId="3951850922" sldId="331"/>
            <ac:grpSpMk id="6" creationId="{7701658E-CE89-ACE1-BB74-34DD0861B625}"/>
          </ac:grpSpMkLst>
        </pc:grpChg>
        <pc:grpChg chg="del">
          <ac:chgData name="昕 许" userId="a2975fcd840abfc3" providerId="LiveId" clId="{49CCD4F9-177C-4270-9A14-60236FF377E8}" dt="2026-04-23T04:15:09.334" v="9943" actId="478"/>
          <ac:grpSpMkLst>
            <pc:docMk/>
            <pc:sldMk cId="3951850922" sldId="331"/>
            <ac:grpSpMk id="9" creationId="{B41B36AB-2467-CD30-3B88-EC7C4941C9CE}"/>
          </ac:grpSpMkLst>
        </pc:grpChg>
        <pc:grpChg chg="add mod">
          <ac:chgData name="昕 许" userId="a2975fcd840abfc3" providerId="LiveId" clId="{49CCD4F9-177C-4270-9A14-60236FF377E8}" dt="2026-04-23T04:14:51.448" v="9937" actId="1076"/>
          <ac:grpSpMkLst>
            <pc:docMk/>
            <pc:sldMk cId="3951850922" sldId="331"/>
            <ac:grpSpMk id="32" creationId="{4528A7FF-2F66-630C-25A9-B46261621C7F}"/>
          </ac:grpSpMkLst>
        </pc:grpChg>
        <pc:grpChg chg="add mod">
          <ac:chgData name="昕 许" userId="a2975fcd840abfc3" providerId="LiveId" clId="{49CCD4F9-177C-4270-9A14-60236FF377E8}" dt="2026-04-23T04:14:53.967" v="9938" actId="1076"/>
          <ac:grpSpMkLst>
            <pc:docMk/>
            <pc:sldMk cId="3951850922" sldId="331"/>
            <ac:grpSpMk id="36" creationId="{CFBF7BC8-6D24-7EB3-976C-692CD466877A}"/>
          </ac:grpSpMkLst>
        </pc:grpChg>
        <pc:grpChg chg="add mod">
          <ac:chgData name="昕 许" userId="a2975fcd840abfc3" providerId="LiveId" clId="{49CCD4F9-177C-4270-9A14-60236FF377E8}" dt="2026-04-23T04:16:18.417" v="9955" actId="1076"/>
          <ac:grpSpMkLst>
            <pc:docMk/>
            <pc:sldMk cId="3951850922" sldId="331"/>
            <ac:grpSpMk id="39" creationId="{C0D11873-E588-262B-6962-0E0C0358FF37}"/>
          </ac:grpSpMkLst>
        </pc:grpChg>
        <pc:grpChg chg="add mod">
          <ac:chgData name="昕 许" userId="a2975fcd840abfc3" providerId="LiveId" clId="{49CCD4F9-177C-4270-9A14-60236FF377E8}" dt="2026-04-23T04:16:22.238" v="9957" actId="1076"/>
          <ac:grpSpMkLst>
            <pc:docMk/>
            <pc:sldMk cId="3951850922" sldId="331"/>
            <ac:grpSpMk id="42" creationId="{987A7002-6F6B-7DA6-6D35-2AA1263C068A}"/>
          </ac:grpSpMkLst>
        </pc:grpChg>
      </pc:sldChg>
      <pc:sldChg chg="modSp add del mod">
        <pc:chgData name="昕 许" userId="a2975fcd840abfc3" providerId="LiveId" clId="{49CCD4F9-177C-4270-9A14-60236FF377E8}" dt="2026-04-23T04:15:11.720" v="9945" actId="47"/>
        <pc:sldMkLst>
          <pc:docMk/>
          <pc:sldMk cId="601836829" sldId="332"/>
        </pc:sldMkLst>
        <pc:spChg chg="mod">
          <ac:chgData name="昕 许" userId="a2975fcd840abfc3" providerId="LiveId" clId="{49CCD4F9-177C-4270-9A14-60236FF377E8}" dt="2026-04-23T04:15:00.622" v="9941" actId="1076"/>
          <ac:spMkLst>
            <pc:docMk/>
            <pc:sldMk cId="601836829" sldId="332"/>
            <ac:spMk id="34" creationId="{BDF8E90C-9FF8-7F40-7E73-1CBBF675D3DE}"/>
          </ac:spMkLst>
        </pc:spChg>
      </pc:sldChg>
      <pc:sldChg chg="modSp add del mod">
        <pc:chgData name="昕 许" userId="a2975fcd840abfc3" providerId="LiveId" clId="{49CCD4F9-177C-4270-9A14-60236FF377E8}" dt="2026-04-23T04:15:49.911" v="9952" actId="47"/>
        <pc:sldMkLst>
          <pc:docMk/>
          <pc:sldMk cId="1476839837" sldId="332"/>
        </pc:sldMkLst>
        <pc:grpChg chg="mod">
          <ac:chgData name="昕 许" userId="a2975fcd840abfc3" providerId="LiveId" clId="{49CCD4F9-177C-4270-9A14-60236FF377E8}" dt="2026-04-23T04:15:36.097" v="9947" actId="1076"/>
          <ac:grpSpMkLst>
            <pc:docMk/>
            <pc:sldMk cId="1476839837" sldId="332"/>
            <ac:grpSpMk id="32" creationId="{58F75564-A958-D9E6-9608-2B24E3360831}"/>
          </ac:grpSpMkLst>
        </pc:grpChg>
        <pc:grpChg chg="mod">
          <ac:chgData name="昕 许" userId="a2975fcd840abfc3" providerId="LiveId" clId="{49CCD4F9-177C-4270-9A14-60236FF377E8}" dt="2026-04-23T04:15:37.863" v="9948" actId="1076"/>
          <ac:grpSpMkLst>
            <pc:docMk/>
            <pc:sldMk cId="1476839837" sldId="332"/>
            <ac:grpSpMk id="36" creationId="{DB7E2801-6B0A-C1D7-C002-A981756C8292}"/>
          </ac:grpSpMkLst>
        </pc:grpChg>
      </pc:sldChg>
      <pc:sldChg chg="addSp delSp modSp add mod">
        <pc:chgData name="昕 许" userId="a2975fcd840abfc3" providerId="LiveId" clId="{49CCD4F9-177C-4270-9A14-60236FF377E8}" dt="2026-04-23T04:39:52.957" v="10389"/>
        <pc:sldMkLst>
          <pc:docMk/>
          <pc:sldMk cId="3182836965" sldId="332"/>
        </pc:sldMkLst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3" creationId="{8E09BC4D-7EF8-143A-1DE9-FDB3D851F942}"/>
          </ac:spMkLst>
        </pc:spChg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4" creationId="{2F557775-278C-7CCB-0AA8-9679D2A10210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6" creationId="{A9771A73-69EB-1044-BA88-B9BCDF3D7F3A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7" creationId="{F87DA595-8220-8378-9497-A51C229387F0}"/>
          </ac:spMkLst>
        </pc:spChg>
        <pc:grpChg chg="del">
          <ac:chgData name="昕 许" userId="a2975fcd840abfc3" providerId="LiveId" clId="{49CCD4F9-177C-4270-9A14-60236FF377E8}" dt="2026-04-23T04:39:52.833" v="10388" actId="478"/>
          <ac:grpSpMkLst>
            <pc:docMk/>
            <pc:sldMk cId="3182836965" sldId="332"/>
            <ac:grpSpMk id="27" creationId="{E2821E4F-44E2-71D9-199D-4747967C570D}"/>
          </ac:grpSpMkLst>
        </pc:grpChg>
        <pc:grpChg chg="add mod">
          <ac:chgData name="昕 许" userId="a2975fcd840abfc3" providerId="LiveId" clId="{49CCD4F9-177C-4270-9A14-60236FF377E8}" dt="2026-04-23T04:28:15.112" v="10143" actId="1076"/>
          <ac:grpSpMkLst>
            <pc:docMk/>
            <pc:sldMk cId="3182836965" sldId="332"/>
            <ac:grpSpMk id="42" creationId="{E5E36460-8A83-AAEA-59DA-0C0E37835501}"/>
          </ac:grpSpMkLst>
        </pc:grpChg>
        <pc:grpChg chg="add mod">
          <ac:chgData name="昕 许" userId="a2975fcd840abfc3" providerId="LiveId" clId="{49CCD4F9-177C-4270-9A14-60236FF377E8}" dt="2026-04-23T04:39:52.957" v="10389"/>
          <ac:grpSpMkLst>
            <pc:docMk/>
            <pc:sldMk cId="3182836965" sldId="332"/>
            <ac:grpSpMk id="45" creationId="{2FBD99BD-AD05-0C72-33BD-639D171CB3DA}"/>
          </ac:grpSpMkLst>
        </pc:grpChg>
      </pc:sldChg>
      <pc:sldChg chg="modSp add del mod">
        <pc:chgData name="昕 许" userId="a2975fcd840abfc3" providerId="LiveId" clId="{49CCD4F9-177C-4270-9A14-60236FF377E8}" dt="2026-04-23T04:24:10.532" v="10070" actId="47"/>
        <pc:sldMkLst>
          <pc:docMk/>
          <pc:sldMk cId="3432606991" sldId="332"/>
        </pc:sldMkLst>
        <pc:grpChg chg="mod">
          <ac:chgData name="昕 许" userId="a2975fcd840abfc3" providerId="LiveId" clId="{49CCD4F9-177C-4270-9A14-60236FF377E8}" dt="2026-04-23T04:16:26.565" v="9959" actId="1076"/>
          <ac:grpSpMkLst>
            <pc:docMk/>
            <pc:sldMk cId="3432606991" sldId="332"/>
            <ac:grpSpMk id="32" creationId="{09FEA72D-8084-5871-5360-9F6584F99DC4}"/>
          </ac:grpSpMkLst>
        </pc:grpChg>
        <pc:grpChg chg="mod">
          <ac:chgData name="昕 许" userId="a2975fcd840abfc3" providerId="LiveId" clId="{49CCD4F9-177C-4270-9A14-60236FF377E8}" dt="2026-04-23T04:16:28.783" v="9960" actId="1076"/>
          <ac:grpSpMkLst>
            <pc:docMk/>
            <pc:sldMk cId="3432606991" sldId="332"/>
            <ac:grpSpMk id="36" creationId="{080B7EA0-CFA0-EB05-D031-3DD6B0449EDF}"/>
          </ac:grpSpMkLst>
        </pc:grpChg>
      </pc:sldChg>
      <pc:sldChg chg="addSp modSp add del mod">
        <pc:chgData name="昕 许" userId="a2975fcd840abfc3" providerId="LiveId" clId="{49CCD4F9-177C-4270-9A14-60236FF377E8}" dt="2026-04-23T04:24:10.693" v="10071" actId="47"/>
        <pc:sldMkLst>
          <pc:docMk/>
          <pc:sldMk cId="2543002240" sldId="333"/>
        </pc:sldMkLst>
        <pc:cxnChg chg="add mod">
          <ac:chgData name="昕 许" userId="a2975fcd840abfc3" providerId="LiveId" clId="{49CCD4F9-177C-4270-9A14-60236FF377E8}" dt="2026-04-23T04:16:43.172" v="9965" actId="1076"/>
          <ac:cxnSpMkLst>
            <pc:docMk/>
            <pc:sldMk cId="2543002240" sldId="333"/>
            <ac:cxnSpMk id="6" creationId="{2BE313D7-9728-ECF0-6C35-6CE6AA84E901}"/>
          </ac:cxnSpMkLst>
        </pc:cxnChg>
        <pc:cxnChg chg="add mod">
          <ac:chgData name="昕 许" userId="a2975fcd840abfc3" providerId="LiveId" clId="{49CCD4F9-177C-4270-9A14-60236FF377E8}" dt="2026-04-23T04:16:43.172" v="9965" actId="1076"/>
          <ac:cxnSpMkLst>
            <pc:docMk/>
            <pc:sldMk cId="2543002240" sldId="333"/>
            <ac:cxnSpMk id="7" creationId="{11536308-EFE9-2782-6563-E64C10CBA30F}"/>
          </ac:cxnSpMkLst>
        </pc:cxnChg>
        <pc:cxnChg chg="mod">
          <ac:chgData name="昕 许" userId="a2975fcd840abfc3" providerId="LiveId" clId="{49CCD4F9-177C-4270-9A14-60236FF377E8}" dt="2026-04-23T04:16:35.114" v="9963" actId="1076"/>
          <ac:cxnSpMkLst>
            <pc:docMk/>
            <pc:sldMk cId="2543002240" sldId="333"/>
            <ac:cxnSpMk id="27" creationId="{C33C27C4-A7AB-D872-A889-8EA19FB33530}"/>
          </ac:cxnSpMkLst>
        </pc:cxnChg>
      </pc:sldChg>
      <pc:sldChg chg="modSp add del mod">
        <pc:chgData name="昕 许" userId="a2975fcd840abfc3" providerId="LiveId" clId="{49CCD4F9-177C-4270-9A14-60236FF377E8}" dt="2026-04-23T04:15:49.518" v="9951" actId="47"/>
        <pc:sldMkLst>
          <pc:docMk/>
          <pc:sldMk cId="2703861027" sldId="333"/>
        </pc:sldMkLst>
        <pc:grpChg chg="mod">
          <ac:chgData name="昕 许" userId="a2975fcd840abfc3" providerId="LiveId" clId="{49CCD4F9-177C-4270-9A14-60236FF377E8}" dt="2026-04-23T04:15:41.756" v="9950" actId="1076"/>
          <ac:grpSpMkLst>
            <pc:docMk/>
            <pc:sldMk cId="2703861027" sldId="333"/>
            <ac:grpSpMk id="32" creationId="{C5FFBEA3-21D2-4595-AEBF-88AC889F3B26}"/>
          </ac:grpSpMkLst>
        </pc:grpChg>
      </pc:sldChg>
      <pc:sldChg chg="addSp delSp modSp add mod">
        <pc:chgData name="昕 许" userId="a2975fcd840abfc3" providerId="LiveId" clId="{49CCD4F9-177C-4270-9A14-60236FF377E8}" dt="2026-04-23T04:39:55.532" v="10391"/>
        <pc:sldMkLst>
          <pc:docMk/>
          <pc:sldMk cId="3793261045" sldId="333"/>
        </pc:sldMkLst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6" creationId="{7BBA8BC4-418F-71C5-A76D-B375FC31FEC8}"/>
          </ac:spMkLst>
        </pc:spChg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7" creationId="{CA038B4B-A1E4-9C21-D167-E24804F266F8}"/>
          </ac:spMkLst>
        </pc:spChg>
        <pc:grpChg chg="del">
          <ac:chgData name="昕 许" userId="a2975fcd840abfc3" providerId="LiveId" clId="{49CCD4F9-177C-4270-9A14-60236FF377E8}" dt="2026-04-23T04:39:55.405" v="10390" actId="478"/>
          <ac:grpSpMkLst>
            <pc:docMk/>
            <pc:sldMk cId="3793261045" sldId="333"/>
            <ac:grpSpMk id="27" creationId="{7D5310E1-7379-1589-B9B4-607B9EBB3649}"/>
          </ac:grpSpMkLst>
        </pc:grpChg>
        <pc:grpChg chg="mod">
          <ac:chgData name="昕 许" userId="a2975fcd840abfc3" providerId="LiveId" clId="{49CCD4F9-177C-4270-9A14-60236FF377E8}" dt="2026-04-23T04:28:22.839" v="10145" actId="1076"/>
          <ac:grpSpMkLst>
            <pc:docMk/>
            <pc:sldMk cId="3793261045" sldId="333"/>
            <ac:grpSpMk id="35" creationId="{A253B3FF-6186-4052-2D0F-4472758D89F9}"/>
          </ac:grpSpMkLst>
        </pc:grpChg>
        <pc:grpChg chg="add mod">
          <ac:chgData name="昕 许" userId="a2975fcd840abfc3" providerId="LiveId" clId="{49CCD4F9-177C-4270-9A14-60236FF377E8}" dt="2026-04-23T04:39:55.532" v="10391"/>
          <ac:grpSpMkLst>
            <pc:docMk/>
            <pc:sldMk cId="3793261045" sldId="333"/>
            <ac:grpSpMk id="45" creationId="{8E69F286-6D46-19EF-2894-BB77E36D265C}"/>
          </ac:grpSpMkLst>
        </pc:grpChg>
      </pc:sldChg>
      <pc:sldChg chg="modSp add del mod">
        <pc:chgData name="昕 许" userId="a2975fcd840abfc3" providerId="LiveId" clId="{49CCD4F9-177C-4270-9A14-60236FF377E8}" dt="2026-04-23T04:24:10.851" v="10072" actId="47"/>
        <pc:sldMkLst>
          <pc:docMk/>
          <pc:sldMk cId="372450266" sldId="334"/>
        </pc:sldMkLst>
        <pc:grpChg chg="mod">
          <ac:chgData name="昕 许" userId="a2975fcd840abfc3" providerId="LiveId" clId="{49CCD4F9-177C-4270-9A14-60236FF377E8}" dt="2026-04-23T04:16:53.664" v="9967" actId="1076"/>
          <ac:grpSpMkLst>
            <pc:docMk/>
            <pc:sldMk cId="372450266" sldId="334"/>
            <ac:grpSpMk id="12" creationId="{5499B6A6-C91C-DFA1-4B50-1A6E29E6318C}"/>
          </ac:grpSpMkLst>
        </pc:grpChg>
        <pc:grpChg chg="mod">
          <ac:chgData name="昕 许" userId="a2975fcd840abfc3" providerId="LiveId" clId="{49CCD4F9-177C-4270-9A14-60236FF377E8}" dt="2026-04-23T04:16:53.664" v="9967" actId="1076"/>
          <ac:grpSpMkLst>
            <pc:docMk/>
            <pc:sldMk cId="372450266" sldId="334"/>
            <ac:grpSpMk id="15" creationId="{504E232D-F29B-5EAF-D85C-33ACD1A77A8C}"/>
          </ac:grpSpMkLst>
        </pc:grpChg>
        <pc:grpChg chg="mod">
          <ac:chgData name="昕 许" userId="a2975fcd840abfc3" providerId="LiveId" clId="{49CCD4F9-177C-4270-9A14-60236FF377E8}" dt="2026-04-23T04:16:56.420" v="9968" actId="1076"/>
          <ac:grpSpMkLst>
            <pc:docMk/>
            <pc:sldMk cId="372450266" sldId="334"/>
            <ac:grpSpMk id="18" creationId="{317E28F4-0AEE-2E2A-C0B2-0A73005B1266}"/>
          </ac:grpSpMkLst>
        </pc:grpChg>
        <pc:grpChg chg="mod">
          <ac:chgData name="昕 许" userId="a2975fcd840abfc3" providerId="LiveId" clId="{49CCD4F9-177C-4270-9A14-60236FF377E8}" dt="2026-04-23T04:16:56.420" v="9968" actId="1076"/>
          <ac:grpSpMkLst>
            <pc:docMk/>
            <pc:sldMk cId="372450266" sldId="334"/>
            <ac:grpSpMk id="21" creationId="{FA70F1C9-444A-2116-E9F4-25F564B511E8}"/>
          </ac:grpSpMkLst>
        </pc:grpChg>
        <pc:grpChg chg="mod">
          <ac:chgData name="昕 许" userId="a2975fcd840abfc3" providerId="LiveId" clId="{49CCD4F9-177C-4270-9A14-60236FF377E8}" dt="2026-04-23T04:16:56.420" v="9968" actId="1076"/>
          <ac:grpSpMkLst>
            <pc:docMk/>
            <pc:sldMk cId="372450266" sldId="334"/>
            <ac:grpSpMk id="24" creationId="{BA728974-3208-64F2-21EC-C540E7DA6B47}"/>
          </ac:grpSpMkLst>
        </pc:grpChg>
      </pc:sldChg>
      <pc:sldChg chg="addSp delSp modSp add mod">
        <pc:chgData name="昕 许" userId="a2975fcd840abfc3" providerId="LiveId" clId="{49CCD4F9-177C-4270-9A14-60236FF377E8}" dt="2026-04-23T04:39:59.845" v="10393"/>
        <pc:sldMkLst>
          <pc:docMk/>
          <pc:sldMk cId="750551222" sldId="334"/>
        </pc:sldMkLst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6" creationId="{7E9024CB-4251-5CCB-342F-F973841BB259}"/>
          </ac:spMkLst>
        </pc:spChg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7" creationId="{D3317317-FDBA-9F0B-3A6B-2C77FFB8F52C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49" creationId="{66B3718A-B873-CE6A-426A-CB7E172D0B8F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50" creationId="{57454236-29C4-1FF0-99DC-748A4A21C9F5}"/>
          </ac:spMkLst>
        </pc:spChg>
        <pc:grpChg chg="del">
          <ac:chgData name="昕 许" userId="a2975fcd840abfc3" providerId="LiveId" clId="{49CCD4F9-177C-4270-9A14-60236FF377E8}" dt="2026-04-23T04:39:59.647" v="10392" actId="478"/>
          <ac:grpSpMkLst>
            <pc:docMk/>
            <pc:sldMk cId="750551222" sldId="334"/>
            <ac:grpSpMk id="27" creationId="{BFC31C05-7138-5E73-0068-F6C12330BE9F}"/>
          </ac:grpSpMkLst>
        </pc:grpChg>
        <pc:grpChg chg="add mod">
          <ac:chgData name="昕 许" userId="a2975fcd840abfc3" providerId="LiveId" clId="{49CCD4F9-177C-4270-9A14-60236FF377E8}" dt="2026-04-23T04:28:29.756" v="10148" actId="1076"/>
          <ac:grpSpMkLst>
            <pc:docMk/>
            <pc:sldMk cId="750551222" sldId="334"/>
            <ac:grpSpMk id="45" creationId="{633AE717-0392-CA0B-A422-809F08F56F4B}"/>
          </ac:grpSpMkLst>
        </pc:grpChg>
        <pc:grpChg chg="add mod">
          <ac:chgData name="昕 许" userId="a2975fcd840abfc3" providerId="LiveId" clId="{49CCD4F9-177C-4270-9A14-60236FF377E8}" dt="2026-04-23T04:39:59.845" v="10393"/>
          <ac:grpSpMkLst>
            <pc:docMk/>
            <pc:sldMk cId="750551222" sldId="334"/>
            <ac:grpSpMk id="48" creationId="{A7455332-05ED-E208-AEDE-A7B3AAD13C20}"/>
          </ac:grpSpMkLst>
        </pc:grpChg>
      </pc:sldChg>
      <pc:sldChg chg="addSp modSp add mod">
        <pc:chgData name="昕 许" userId="a2975fcd840abfc3" providerId="LiveId" clId="{49CCD4F9-177C-4270-9A14-60236FF377E8}" dt="2026-04-23T04:28:38.873" v="10152" actId="1076"/>
        <pc:sldMkLst>
          <pc:docMk/>
          <pc:sldMk cId="2365477218" sldId="335"/>
        </pc:sldMkLst>
        <pc:spChg chg="add mod">
          <ac:chgData name="昕 许" userId="a2975fcd840abfc3" providerId="LiveId" clId="{49CCD4F9-177C-4270-9A14-60236FF377E8}" dt="2026-04-23T04:28:33.420" v="10150"/>
          <ac:spMkLst>
            <pc:docMk/>
            <pc:sldMk cId="2365477218" sldId="335"/>
            <ac:spMk id="48" creationId="{55F89945-6976-6932-7D32-5057B4B688F7}"/>
          </ac:spMkLst>
        </pc:spChg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0" creationId="{5136140E-D1F6-016D-16DB-BD35E2D3B144}"/>
          </ac:spMkLst>
        </pc:spChg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1" creationId="{F4BC975C-B1F2-3C9B-B973-1CF5F1B72E67}"/>
          </ac:spMkLst>
        </pc:spChg>
        <pc:grpChg chg="add mod">
          <ac:chgData name="昕 许" userId="a2975fcd840abfc3" providerId="LiveId" clId="{49CCD4F9-177C-4270-9A14-60236FF377E8}" dt="2026-04-23T04:28:38.873" v="10152" actId="1076"/>
          <ac:grpSpMkLst>
            <pc:docMk/>
            <pc:sldMk cId="2365477218" sldId="335"/>
            <ac:grpSpMk id="49" creationId="{E245BF30-A345-A3F3-C0A7-B466896E63EB}"/>
          </ac:grpSpMkLst>
        </pc:grpChg>
      </pc:sldChg>
      <pc:sldChg chg="addSp modSp add del mod">
        <pc:chgData name="昕 许" userId="a2975fcd840abfc3" providerId="LiveId" clId="{49CCD4F9-177C-4270-9A14-60236FF377E8}" dt="2026-04-23T04:24:11.005" v="10073" actId="47"/>
        <pc:sldMkLst>
          <pc:docMk/>
          <pc:sldMk cId="2547587541" sldId="335"/>
        </pc:sldMkLst>
        <pc:spChg chg="mod">
          <ac:chgData name="昕 许" userId="a2975fcd840abfc3" providerId="LiveId" clId="{49CCD4F9-177C-4270-9A14-60236FF377E8}" dt="2026-04-23T04:18:17.678" v="9971"/>
          <ac:spMkLst>
            <pc:docMk/>
            <pc:sldMk cId="2547587541" sldId="335"/>
            <ac:spMk id="9" creationId="{5C379D33-8BC5-3913-6E85-2C590B6A6C24}"/>
          </ac:spMkLst>
        </pc:spChg>
        <pc:spChg chg="mod">
          <ac:chgData name="昕 许" userId="a2975fcd840abfc3" providerId="LiveId" clId="{49CCD4F9-177C-4270-9A14-60236FF377E8}" dt="2026-04-23T04:18:17.678" v="9971"/>
          <ac:spMkLst>
            <pc:docMk/>
            <pc:sldMk cId="2547587541" sldId="335"/>
            <ac:spMk id="10" creationId="{509744E6-E6B9-DF56-2BDB-184E894A97D8}"/>
          </ac:spMkLst>
        </pc:spChg>
        <pc:grpChg chg="add mod">
          <ac:chgData name="昕 许" userId="a2975fcd840abfc3" providerId="LiveId" clId="{49CCD4F9-177C-4270-9A14-60236FF377E8}" dt="2026-04-23T04:18:17.678" v="9971"/>
          <ac:grpSpMkLst>
            <pc:docMk/>
            <pc:sldMk cId="2547587541" sldId="335"/>
            <ac:grpSpMk id="8" creationId="{22F92BB5-7A25-434F-D1BA-7322B543F3C7}"/>
          </ac:grpSpMkLst>
        </pc:grpChg>
        <pc:grpChg chg="mod">
          <ac:chgData name="昕 许" userId="a2975fcd840abfc3" providerId="LiveId" clId="{49CCD4F9-177C-4270-9A14-60236FF377E8}" dt="2026-04-23T04:18:16.525" v="9970" actId="1076"/>
          <ac:grpSpMkLst>
            <pc:docMk/>
            <pc:sldMk cId="2547587541" sldId="335"/>
            <ac:grpSpMk id="12" creationId="{3672AEC2-3800-0D86-E471-62E467A382A0}"/>
          </ac:grpSpMkLst>
        </pc:grpChg>
        <pc:grpChg chg="mod">
          <ac:chgData name="昕 许" userId="a2975fcd840abfc3" providerId="LiveId" clId="{49CCD4F9-177C-4270-9A14-60236FF377E8}" dt="2026-04-23T04:18:20.798" v="9972" actId="1076"/>
          <ac:grpSpMkLst>
            <pc:docMk/>
            <pc:sldMk cId="2547587541" sldId="335"/>
            <ac:grpSpMk id="15" creationId="{D073B771-E4AF-0154-D103-2263799F7FA1}"/>
          </ac:grpSpMkLst>
        </pc:grpChg>
      </pc:sldChg>
      <pc:sldChg chg="addSp delSp modSp add del mod">
        <pc:chgData name="昕 许" userId="a2975fcd840abfc3" providerId="LiveId" clId="{49CCD4F9-177C-4270-9A14-60236FF377E8}" dt="2026-04-23T04:24:11.161" v="10074" actId="47"/>
        <pc:sldMkLst>
          <pc:docMk/>
          <pc:sldMk cId="915382489" sldId="336"/>
        </pc:sldMkLst>
        <pc:spChg chg="mod">
          <ac:chgData name="昕 许" userId="a2975fcd840abfc3" providerId="LiveId" clId="{49CCD4F9-177C-4270-9A14-60236FF377E8}" dt="2026-04-23T04:18:24.194" v="9974"/>
          <ac:spMkLst>
            <pc:docMk/>
            <pc:sldMk cId="915382489" sldId="336"/>
            <ac:spMk id="9" creationId="{F977000D-14C8-681B-8625-A95D97D31630}"/>
          </ac:spMkLst>
        </pc:spChg>
        <pc:spChg chg="mod">
          <ac:chgData name="昕 许" userId="a2975fcd840abfc3" providerId="LiveId" clId="{49CCD4F9-177C-4270-9A14-60236FF377E8}" dt="2026-04-23T04:18:24.194" v="9974"/>
          <ac:spMkLst>
            <pc:docMk/>
            <pc:sldMk cId="915382489" sldId="336"/>
            <ac:spMk id="10" creationId="{955E142C-1738-DABB-0DE6-01D100F6E7A8}"/>
          </ac:spMkLst>
        </pc:spChg>
        <pc:grpChg chg="add mod">
          <ac:chgData name="昕 许" userId="a2975fcd840abfc3" providerId="LiveId" clId="{49CCD4F9-177C-4270-9A14-60236FF377E8}" dt="2026-04-23T04:18:26.905" v="9975" actId="1076"/>
          <ac:grpSpMkLst>
            <pc:docMk/>
            <pc:sldMk cId="915382489" sldId="336"/>
            <ac:grpSpMk id="8" creationId="{114BD192-9547-F696-B518-96F9082E4C49}"/>
          </ac:grpSpMkLst>
        </pc:grpChg>
        <pc:grpChg chg="del">
          <ac:chgData name="昕 许" userId="a2975fcd840abfc3" providerId="LiveId" clId="{49CCD4F9-177C-4270-9A14-60236FF377E8}" dt="2026-04-23T04:22:38.847" v="10063" actId="478"/>
          <ac:grpSpMkLst>
            <pc:docMk/>
            <pc:sldMk cId="915382489" sldId="336"/>
            <ac:grpSpMk id="32" creationId="{5344627E-3073-8FEB-5A86-8DC98F7D226D}"/>
          </ac:grpSpMkLst>
        </pc:grpChg>
      </pc:sldChg>
      <pc:sldChg chg="modSp add mod">
        <pc:chgData name="昕 许" userId="a2975fcd840abfc3" providerId="LiveId" clId="{49CCD4F9-177C-4270-9A14-60236FF377E8}" dt="2026-04-23T04:40:11.016" v="10396" actId="208"/>
        <pc:sldMkLst>
          <pc:docMk/>
          <pc:sldMk cId="1264389566" sldId="336"/>
        </pc:sldMkLst>
        <pc:spChg chg="mod">
          <ac:chgData name="昕 许" userId="a2975fcd840abfc3" providerId="LiveId" clId="{49CCD4F9-177C-4270-9A14-60236FF377E8}" dt="2026-04-23T04:40:11.016" v="10396" actId="208"/>
          <ac:spMkLst>
            <pc:docMk/>
            <pc:sldMk cId="1264389566" sldId="336"/>
            <ac:spMk id="40" creationId="{2D5B5644-477B-6DA1-9D9A-84BEAB5841FA}"/>
          </ac:spMkLst>
        </pc:spChg>
        <pc:spChg chg="mod">
          <ac:chgData name="昕 许" userId="a2975fcd840abfc3" providerId="LiveId" clId="{49CCD4F9-177C-4270-9A14-60236FF377E8}" dt="2026-04-23T04:40:06.321" v="10395" actId="208"/>
          <ac:spMkLst>
            <pc:docMk/>
            <pc:sldMk cId="1264389566" sldId="336"/>
            <ac:spMk id="41" creationId="{A6382DB9-DFF1-EA20-35B8-EAB74FE50260}"/>
          </ac:spMkLst>
        </pc:spChg>
        <pc:grpChg chg="mod">
          <ac:chgData name="昕 许" userId="a2975fcd840abfc3" providerId="LiveId" clId="{49CCD4F9-177C-4270-9A14-60236FF377E8}" dt="2026-04-23T04:28:50.172" v="10155" actId="1076"/>
          <ac:grpSpMkLst>
            <pc:docMk/>
            <pc:sldMk cId="1264389566" sldId="336"/>
            <ac:grpSpMk id="42" creationId="{42453692-43EB-64BA-9D51-188507469199}"/>
          </ac:grpSpMkLst>
        </pc:grpChg>
        <pc:grpChg chg="mod">
          <ac:chgData name="昕 许" userId="a2975fcd840abfc3" providerId="LiveId" clId="{49CCD4F9-177C-4270-9A14-60236FF377E8}" dt="2026-04-23T04:28:52.606" v="10156" actId="1076"/>
          <ac:grpSpMkLst>
            <pc:docMk/>
            <pc:sldMk cId="1264389566" sldId="336"/>
            <ac:grpSpMk id="49" creationId="{7023A7AB-CC0E-B529-38C4-EFB82C3F3977}"/>
          </ac:grpSpMkLst>
        </pc:grpChg>
      </pc:sldChg>
      <pc:sldChg chg="delSp modSp add del mod">
        <pc:chgData name="昕 许" userId="a2975fcd840abfc3" providerId="LiveId" clId="{49CCD4F9-177C-4270-9A14-60236FF377E8}" dt="2026-04-23T04:24:11.321" v="10075" actId="47"/>
        <pc:sldMkLst>
          <pc:docMk/>
          <pc:sldMk cId="2930779776" sldId="337"/>
        </pc:sldMkLst>
        <pc:grpChg chg="mod">
          <ac:chgData name="昕 许" userId="a2975fcd840abfc3" providerId="LiveId" clId="{49CCD4F9-177C-4270-9A14-60236FF377E8}" dt="2026-04-23T04:18:35.852" v="9979" actId="1076"/>
          <ac:grpSpMkLst>
            <pc:docMk/>
            <pc:sldMk cId="2930779776" sldId="337"/>
            <ac:grpSpMk id="8" creationId="{6AD1D380-DDCC-BD99-1E95-7466D7787F8D}"/>
          </ac:grpSpMkLst>
        </pc:grpChg>
        <pc:grpChg chg="del">
          <ac:chgData name="昕 许" userId="a2975fcd840abfc3" providerId="LiveId" clId="{49CCD4F9-177C-4270-9A14-60236FF377E8}" dt="2026-04-23T04:18:31.376" v="9977" actId="478"/>
          <ac:grpSpMkLst>
            <pc:docMk/>
            <pc:sldMk cId="2930779776" sldId="337"/>
            <ac:grpSpMk id="32" creationId="{A749BEEB-5F20-68A0-341B-E72B9B80547F}"/>
          </ac:grpSpMkLst>
        </pc:grpChg>
        <pc:grpChg chg="mod">
          <ac:chgData name="昕 许" userId="a2975fcd840abfc3" providerId="LiveId" clId="{49CCD4F9-177C-4270-9A14-60236FF377E8}" dt="2026-04-23T04:18:33.197" v="9978" actId="1076"/>
          <ac:grpSpMkLst>
            <pc:docMk/>
            <pc:sldMk cId="2930779776" sldId="337"/>
            <ac:grpSpMk id="36" creationId="{CCED2A37-67B8-4593-9A67-5168433C9701}"/>
          </ac:grpSpMkLst>
        </pc:grpChg>
      </pc:sldChg>
      <pc:sldChg chg="addSp delSp modSp add mod">
        <pc:chgData name="昕 许" userId="a2975fcd840abfc3" providerId="LiveId" clId="{49CCD4F9-177C-4270-9A14-60236FF377E8}" dt="2026-04-23T04:40:15.560" v="10398"/>
        <pc:sldMkLst>
          <pc:docMk/>
          <pc:sldMk cId="3948688354" sldId="337"/>
        </pc:sldMkLst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59" creationId="{6D9FE049-90C1-1A24-CCA8-165ED19233D1}"/>
          </ac:spMkLst>
        </pc:spChg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60" creationId="{1F7EC44C-0E98-432C-12E5-9FBF458E8A34}"/>
          </ac:spMkLst>
        </pc:spChg>
        <pc:grpChg chg="del">
          <ac:chgData name="昕 许" userId="a2975fcd840abfc3" providerId="LiveId" clId="{49CCD4F9-177C-4270-9A14-60236FF377E8}" dt="2026-04-23T04:40:15.443" v="10397" actId="478"/>
          <ac:grpSpMkLst>
            <pc:docMk/>
            <pc:sldMk cId="3948688354" sldId="337"/>
            <ac:grpSpMk id="39" creationId="{E649E46E-6AA5-5158-8067-BF8B59EA703B}"/>
          </ac:grpSpMkLst>
        </pc:grpChg>
        <pc:grpChg chg="add mod">
          <ac:chgData name="昕 许" userId="a2975fcd840abfc3" providerId="LiveId" clId="{49CCD4F9-177C-4270-9A14-60236FF377E8}" dt="2026-04-23T04:40:15.560" v="10398"/>
          <ac:grpSpMkLst>
            <pc:docMk/>
            <pc:sldMk cId="3948688354" sldId="337"/>
            <ac:grpSpMk id="58" creationId="{7AB4B6F6-26F2-7226-C6A0-C3E1C56915EC}"/>
          </ac:grpSpMkLst>
        </pc:grpChg>
        <pc:cxnChg chg="add del mod">
          <ac:chgData name="昕 许" userId="a2975fcd840abfc3" providerId="LiveId" clId="{49CCD4F9-177C-4270-9A14-60236FF377E8}" dt="2026-04-23T04:31:46.922" v="10206" actId="478"/>
          <ac:cxnSpMkLst>
            <pc:docMk/>
            <pc:sldMk cId="3948688354" sldId="337"/>
            <ac:cxnSpMk id="48" creationId="{CFE98670-BF05-7A92-0A23-B4C58715389B}"/>
          </ac:cxnSpMkLst>
        </pc:cxnChg>
        <pc:cxnChg chg="add del mod">
          <ac:chgData name="昕 许" userId="a2975fcd840abfc3" providerId="LiveId" clId="{49CCD4F9-177C-4270-9A14-60236FF377E8}" dt="2026-04-23T04:31:46.397" v="10205" actId="478"/>
          <ac:cxnSpMkLst>
            <pc:docMk/>
            <pc:sldMk cId="3948688354" sldId="337"/>
            <ac:cxnSpMk id="52" creationId="{25DCA586-0443-4037-498A-3E8D980BD9B4}"/>
          </ac:cxnSpMkLst>
        </pc:cxn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6" creationId="{CF628AD1-6A5C-F1D6-FE6F-A8A4927C76C8}"/>
          </ac:cxnSpMkLst>
        </pc:cxn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7" creationId="{028FF22D-9CC7-36FE-B37F-D4910F2161F9}"/>
          </ac:cxnSpMkLst>
        </pc:cxnChg>
      </pc:sldChg>
      <pc:sldChg chg="modSp add del mod">
        <pc:chgData name="昕 许" userId="a2975fcd840abfc3" providerId="LiveId" clId="{49CCD4F9-177C-4270-9A14-60236FF377E8}" dt="2026-04-23T04:31:35.213" v="10194" actId="47"/>
        <pc:sldMkLst>
          <pc:docMk/>
          <pc:sldMk cId="1859488272" sldId="338"/>
        </pc:sldMkLst>
        <pc:grpChg chg="mod">
          <ac:chgData name="昕 许" userId="a2975fcd840abfc3" providerId="LiveId" clId="{49CCD4F9-177C-4270-9A14-60236FF377E8}" dt="2026-04-23T04:29:15.599" v="10161" actId="1076"/>
          <ac:grpSpMkLst>
            <pc:docMk/>
            <pc:sldMk cId="1859488272" sldId="338"/>
            <ac:grpSpMk id="35" creationId="{06871135-04AF-5B8B-3468-AC23E62837F7}"/>
          </ac:grpSpMkLst>
        </pc:grpChg>
      </pc:sldChg>
      <pc:sldChg chg="addSp delSp modSp add mod">
        <pc:chgData name="昕 许" userId="a2975fcd840abfc3" providerId="LiveId" clId="{49CCD4F9-177C-4270-9A14-60236FF377E8}" dt="2026-04-23T04:40:18.493" v="10400"/>
        <pc:sldMkLst>
          <pc:docMk/>
          <pc:sldMk cId="1919486097" sldId="338"/>
        </pc:sldMkLst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2" creationId="{BE32F3C9-736D-0D27-6D1F-777E44FD0AA3}"/>
          </ac:spMkLst>
        </pc:spChg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3" creationId="{E51A3B8E-3E64-7730-414C-04EF68087EE1}"/>
          </ac:spMkLst>
        </pc:spChg>
        <pc:grpChg chg="mod">
          <ac:chgData name="昕 许" userId="a2975fcd840abfc3" providerId="LiveId" clId="{49CCD4F9-177C-4270-9A14-60236FF377E8}" dt="2026-04-23T04:32:26.689" v="10211" actId="1076"/>
          <ac:grpSpMkLst>
            <pc:docMk/>
            <pc:sldMk cId="1919486097" sldId="338"/>
            <ac:grpSpMk id="35" creationId="{B80E0342-661B-E01D-50BE-08E42E301FF3}"/>
          </ac:grpSpMkLst>
        </pc:grpChg>
        <pc:grpChg chg="del">
          <ac:chgData name="昕 许" userId="a2975fcd840abfc3" providerId="LiveId" clId="{49CCD4F9-177C-4270-9A14-60236FF377E8}" dt="2026-04-23T04:40:18.387" v="10399" actId="478"/>
          <ac:grpSpMkLst>
            <pc:docMk/>
            <pc:sldMk cId="1919486097" sldId="338"/>
            <ac:grpSpMk id="39" creationId="{95158A6F-C720-10D9-3FC3-0094D9057203}"/>
          </ac:grpSpMkLst>
        </pc:grpChg>
        <pc:grpChg chg="add mod">
          <ac:chgData name="昕 许" userId="a2975fcd840abfc3" providerId="LiveId" clId="{49CCD4F9-177C-4270-9A14-60236FF377E8}" dt="2026-04-23T04:40:18.493" v="10400"/>
          <ac:grpSpMkLst>
            <pc:docMk/>
            <pc:sldMk cId="1919486097" sldId="338"/>
            <ac:grpSpMk id="48" creationId="{88E9D373-2505-0F46-B4A4-D4231360B34E}"/>
          </ac:grpSpMkLst>
        </pc:grpChg>
      </pc:sldChg>
      <pc:sldChg chg="addSp modSp add del mod">
        <pc:chgData name="昕 许" userId="a2975fcd840abfc3" providerId="LiveId" clId="{49CCD4F9-177C-4270-9A14-60236FF377E8}" dt="2026-04-23T04:24:11.677" v="10076" actId="47"/>
        <pc:sldMkLst>
          <pc:docMk/>
          <pc:sldMk cId="3573484624" sldId="338"/>
        </pc:sldMkLst>
        <pc:grpChg chg="mod">
          <ac:chgData name="昕 许" userId="a2975fcd840abfc3" providerId="LiveId" clId="{49CCD4F9-177C-4270-9A14-60236FF377E8}" dt="2026-04-23T04:19:20.885" v="9983" actId="1076"/>
          <ac:grpSpMkLst>
            <pc:docMk/>
            <pc:sldMk cId="3573484624" sldId="338"/>
            <ac:grpSpMk id="18" creationId="{58E92127-416F-AB5A-5377-7B6F9AD4DB73}"/>
          </ac:grpSpMkLst>
        </pc:grpChg>
        <pc:grpChg chg="mod">
          <ac:chgData name="昕 许" userId="a2975fcd840abfc3" providerId="LiveId" clId="{49CCD4F9-177C-4270-9A14-60236FF377E8}" dt="2026-04-23T04:19:20.885" v="9983" actId="1076"/>
          <ac:grpSpMkLst>
            <pc:docMk/>
            <pc:sldMk cId="3573484624" sldId="338"/>
            <ac:grpSpMk id="21" creationId="{55D3273F-6289-C577-A348-AF6787C31816}"/>
          </ac:grpSpMkLst>
        </pc:grpChg>
        <pc:grpChg chg="mod">
          <ac:chgData name="昕 许" userId="a2975fcd840abfc3" providerId="LiveId" clId="{49CCD4F9-177C-4270-9A14-60236FF377E8}" dt="2026-04-23T04:19:23.011" v="9984" actId="1076"/>
          <ac:grpSpMkLst>
            <pc:docMk/>
            <pc:sldMk cId="3573484624" sldId="338"/>
            <ac:grpSpMk id="24" creationId="{62DDE2E5-27AF-AF6B-386E-B9103E8301A6}"/>
          </ac:grpSpMkLst>
        </pc:grpChg>
        <pc:cxnChg chg="add mod">
          <ac:chgData name="昕 许" userId="a2975fcd840abfc3" providerId="LiveId" clId="{49CCD4F9-177C-4270-9A14-60236FF377E8}" dt="2026-04-23T04:18:42.185" v="9982" actId="1076"/>
          <ac:cxnSpMkLst>
            <pc:docMk/>
            <pc:sldMk cId="3573484624" sldId="338"/>
            <ac:cxnSpMk id="11" creationId="{B43BFA49-C18D-A24C-D8E1-37509D12F26F}"/>
          </ac:cxnSpMkLst>
        </pc:cxnChg>
        <pc:cxnChg chg="add mod">
          <ac:chgData name="昕 许" userId="a2975fcd840abfc3" providerId="LiveId" clId="{49CCD4F9-177C-4270-9A14-60236FF377E8}" dt="2026-04-23T04:18:42.185" v="9982" actId="1076"/>
          <ac:cxnSpMkLst>
            <pc:docMk/>
            <pc:sldMk cId="3573484624" sldId="338"/>
            <ac:cxnSpMk id="32" creationId="{BF8ABFD2-6B58-DF38-3E16-F70A175A0437}"/>
          </ac:cxnSpMkLst>
        </pc:cxnChg>
      </pc:sldChg>
      <pc:sldChg chg="addSp delSp modSp add mod">
        <pc:chgData name="昕 许" userId="a2975fcd840abfc3" providerId="LiveId" clId="{49CCD4F9-177C-4270-9A14-60236FF377E8}" dt="2026-04-23T04:40:20.989" v="10402"/>
        <pc:sldMkLst>
          <pc:docMk/>
          <pc:sldMk cId="2819946207" sldId="339"/>
        </pc:sldMkLst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2" creationId="{70AB5B71-6822-4C13-4488-0A2FB92D8916}"/>
          </ac:spMkLst>
        </pc:spChg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3" creationId="{4FB775A4-5AB8-DF48-0155-03E7D9E9F0ED}"/>
          </ac:spMkLst>
        </pc:spChg>
        <pc:grpChg chg="mod">
          <ac:chgData name="昕 许" userId="a2975fcd840abfc3" providerId="LiveId" clId="{49CCD4F9-177C-4270-9A14-60236FF377E8}" dt="2026-04-23T04:32:32.759" v="10214" actId="1076"/>
          <ac:grpSpMkLst>
            <pc:docMk/>
            <pc:sldMk cId="2819946207" sldId="339"/>
            <ac:grpSpMk id="35" creationId="{F59FAA58-CFAE-28D9-3289-220433DD7D8F}"/>
          </ac:grpSpMkLst>
        </pc:grpChg>
        <pc:grpChg chg="del">
          <ac:chgData name="昕 许" userId="a2975fcd840abfc3" providerId="LiveId" clId="{49CCD4F9-177C-4270-9A14-60236FF377E8}" dt="2026-04-23T04:40:20.869" v="10401" actId="478"/>
          <ac:grpSpMkLst>
            <pc:docMk/>
            <pc:sldMk cId="2819946207" sldId="339"/>
            <ac:grpSpMk id="39" creationId="{5D53F097-95D9-39A8-B291-37C5727CCE79}"/>
          </ac:grpSpMkLst>
        </pc:grpChg>
        <pc:grpChg chg="add mod">
          <ac:chgData name="昕 许" userId="a2975fcd840abfc3" providerId="LiveId" clId="{49CCD4F9-177C-4270-9A14-60236FF377E8}" dt="2026-04-23T04:40:20.989" v="10402"/>
          <ac:grpSpMkLst>
            <pc:docMk/>
            <pc:sldMk cId="2819946207" sldId="339"/>
            <ac:grpSpMk id="48" creationId="{8B94194A-FA8A-10B6-6BC4-10E14D63D701}"/>
          </ac:grpSpMkLst>
        </pc:grpChg>
        <pc:cxnChg chg="del">
          <ac:chgData name="昕 许" userId="a2975fcd840abfc3" providerId="LiveId" clId="{49CCD4F9-177C-4270-9A14-60236FF377E8}" dt="2026-04-23T04:32:29.342" v="10213" actId="478"/>
          <ac:cxnSpMkLst>
            <pc:docMk/>
            <pc:sldMk cId="2819946207" sldId="339"/>
            <ac:cxnSpMk id="56" creationId="{7E949398-5AFE-876F-19C8-7BE8F7ADC8DB}"/>
          </ac:cxnSpMkLst>
        </pc:cxnChg>
      </pc:sldChg>
      <pc:sldChg chg="delSp add del mod">
        <pc:chgData name="昕 许" userId="a2975fcd840abfc3" providerId="LiveId" clId="{49CCD4F9-177C-4270-9A14-60236FF377E8}" dt="2026-04-23T04:31:35.367" v="10195" actId="47"/>
        <pc:sldMkLst>
          <pc:docMk/>
          <pc:sldMk cId="3860857142" sldId="339"/>
        </pc:sldMkLst>
        <pc:cxnChg chg="del">
          <ac:chgData name="昕 许" userId="a2975fcd840abfc3" providerId="LiveId" clId="{49CCD4F9-177C-4270-9A14-60236FF377E8}" dt="2026-04-23T04:29:23.928" v="10163" actId="478"/>
          <ac:cxnSpMkLst>
            <pc:docMk/>
            <pc:sldMk cId="3860857142" sldId="339"/>
            <ac:cxnSpMk id="48" creationId="{1B761DC0-FD2B-66D7-F057-2C6F85EDD22C}"/>
          </ac:cxnSpMkLst>
        </pc:cxnChg>
      </pc:sldChg>
      <pc:sldChg chg="modSp add del mod">
        <pc:chgData name="昕 许" userId="a2975fcd840abfc3" providerId="LiveId" clId="{49CCD4F9-177C-4270-9A14-60236FF377E8}" dt="2026-04-23T04:24:11.891" v="10077" actId="47"/>
        <pc:sldMkLst>
          <pc:docMk/>
          <pc:sldMk cId="4080798283" sldId="339"/>
        </pc:sldMkLst>
        <pc:grpChg chg="mod">
          <ac:chgData name="昕 许" userId="a2975fcd840abfc3" providerId="LiveId" clId="{49CCD4F9-177C-4270-9A14-60236FF377E8}" dt="2026-04-23T04:19:29.583" v="9986" actId="1076"/>
          <ac:grpSpMkLst>
            <pc:docMk/>
            <pc:sldMk cId="4080798283" sldId="339"/>
            <ac:grpSpMk id="18" creationId="{55A6DF2F-7077-70B1-EF68-AB2565CC9620}"/>
          </ac:grpSpMkLst>
        </pc:grpChg>
        <pc:grpChg chg="mod">
          <ac:chgData name="昕 许" userId="a2975fcd840abfc3" providerId="LiveId" clId="{49CCD4F9-177C-4270-9A14-60236FF377E8}" dt="2026-04-23T04:19:33.030" v="9987" actId="1076"/>
          <ac:grpSpMkLst>
            <pc:docMk/>
            <pc:sldMk cId="4080798283" sldId="339"/>
            <ac:grpSpMk id="21" creationId="{9DB63374-0ECE-9363-D839-4BBE0F03611E}"/>
          </ac:grpSpMkLst>
        </pc:grpChg>
      </pc:sldChg>
      <pc:sldChg chg="modSp add del mod">
        <pc:chgData name="昕 许" userId="a2975fcd840abfc3" providerId="LiveId" clId="{49CCD4F9-177C-4270-9A14-60236FF377E8}" dt="2026-04-23T04:31:35.879" v="10196" actId="47"/>
        <pc:sldMkLst>
          <pc:docMk/>
          <pc:sldMk cId="716446761" sldId="340"/>
        </pc:sldMkLst>
        <pc:grpChg chg="mod">
          <ac:chgData name="昕 许" userId="a2975fcd840abfc3" providerId="LiveId" clId="{49CCD4F9-177C-4270-9A14-60236FF377E8}" dt="2026-04-23T04:29:39.330" v="10169" actId="1076"/>
          <ac:grpSpMkLst>
            <pc:docMk/>
            <pc:sldMk cId="716446761" sldId="340"/>
            <ac:grpSpMk id="35" creationId="{1608913B-6716-AB38-893D-AF8E5E75AC69}"/>
          </ac:grpSpMkLst>
        </pc:grpChg>
        <pc:cxnChg chg="mod">
          <ac:chgData name="昕 许" userId="a2975fcd840abfc3" providerId="LiveId" clId="{49CCD4F9-177C-4270-9A14-60236FF377E8}" dt="2026-04-23T04:29:34.467" v="10166" actId="1076"/>
          <ac:cxnSpMkLst>
            <pc:docMk/>
            <pc:sldMk cId="716446761" sldId="340"/>
            <ac:cxnSpMk id="29" creationId="{FCCDAEA3-96D0-8885-5E54-A0A85A37BBFC}"/>
          </ac:cxnSpMkLst>
        </pc:cxnChg>
      </pc:sldChg>
      <pc:sldChg chg="addSp delSp modSp add del mod">
        <pc:chgData name="昕 许" userId="a2975fcd840abfc3" providerId="LiveId" clId="{49CCD4F9-177C-4270-9A14-60236FF377E8}" dt="2026-04-23T04:24:12.191" v="10078" actId="47"/>
        <pc:sldMkLst>
          <pc:docMk/>
          <pc:sldMk cId="1185286564" sldId="340"/>
        </pc:sldMkLst>
        <pc:spChg chg="mod">
          <ac:chgData name="昕 许" userId="a2975fcd840abfc3" providerId="LiveId" clId="{49CCD4F9-177C-4270-9A14-60236FF377E8}" dt="2026-04-23T04:19:35.478" v="9989"/>
          <ac:spMkLst>
            <pc:docMk/>
            <pc:sldMk cId="1185286564" sldId="340"/>
            <ac:spMk id="35" creationId="{D46B27AE-EFDC-6046-30D0-1DA846781858}"/>
          </ac:spMkLst>
        </pc:spChg>
        <pc:spChg chg="mod">
          <ac:chgData name="昕 许" userId="a2975fcd840abfc3" providerId="LiveId" clId="{49CCD4F9-177C-4270-9A14-60236FF377E8}" dt="2026-04-23T04:19:35.478" v="9989"/>
          <ac:spMkLst>
            <pc:docMk/>
            <pc:sldMk cId="1185286564" sldId="340"/>
            <ac:spMk id="45" creationId="{4353D258-38BF-F0AB-97E0-724BF80C0563}"/>
          </ac:spMkLst>
        </pc:spChg>
        <pc:grpChg chg="add mod">
          <ac:chgData name="昕 许" userId="a2975fcd840abfc3" providerId="LiveId" clId="{49CCD4F9-177C-4270-9A14-60236FF377E8}" dt="2026-04-23T04:19:37.863" v="9990" actId="1076"/>
          <ac:grpSpMkLst>
            <pc:docMk/>
            <pc:sldMk cId="1185286564" sldId="340"/>
            <ac:grpSpMk id="34" creationId="{A987BD38-A907-F85E-0F7F-C671717AA7C4}"/>
          </ac:grpSpMkLst>
        </pc:grpChg>
        <pc:grpChg chg="del">
          <ac:chgData name="昕 许" userId="a2975fcd840abfc3" providerId="LiveId" clId="{49CCD4F9-177C-4270-9A14-60236FF377E8}" dt="2026-04-23T04:19:43.987" v="9991" actId="478"/>
          <ac:grpSpMkLst>
            <pc:docMk/>
            <pc:sldMk cId="1185286564" sldId="340"/>
            <ac:grpSpMk id="36" creationId="{8A6C4B57-DEFE-89F3-6838-7EB81C2F1CB8}"/>
          </ac:grpSpMkLst>
        </pc:grpChg>
      </pc:sldChg>
      <pc:sldChg chg="addSp delSp modSp add mod">
        <pc:chgData name="昕 许" userId="a2975fcd840abfc3" providerId="LiveId" clId="{49CCD4F9-177C-4270-9A14-60236FF377E8}" dt="2026-04-23T04:40:23.595" v="10404"/>
        <pc:sldMkLst>
          <pc:docMk/>
          <pc:sldMk cId="3042102254" sldId="340"/>
        </pc:sldMkLst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2" creationId="{3E2D5B20-501C-7DBC-1E67-BEA55EF466E7}"/>
          </ac:spMkLst>
        </pc:spChg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3" creationId="{2F8C11AF-7DB9-36F7-9FCE-B521488523B7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5" creationId="{19F67A8A-B649-5342-C144-2E669D6EC0BE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6" creationId="{110317BF-94ED-4CE4-893F-4953D32887FD}"/>
          </ac:spMkLst>
        </pc:spChg>
        <pc:grpChg chg="mod">
          <ac:chgData name="昕 许" userId="a2975fcd840abfc3" providerId="LiveId" clId="{49CCD4F9-177C-4270-9A14-60236FF377E8}" dt="2026-04-23T04:32:37.643" v="10218" actId="1076"/>
          <ac:grpSpMkLst>
            <pc:docMk/>
            <pc:sldMk cId="3042102254" sldId="340"/>
            <ac:grpSpMk id="18" creationId="{D2BC85ED-1679-C0D2-AFF3-8F06B768E1DC}"/>
          </ac:grpSpMkLst>
        </pc:grpChg>
        <pc:grpChg chg="del">
          <ac:chgData name="昕 许" userId="a2975fcd840abfc3" providerId="LiveId" clId="{49CCD4F9-177C-4270-9A14-60236FF377E8}" dt="2026-04-23T04:40:23.488" v="10403" actId="478"/>
          <ac:grpSpMkLst>
            <pc:docMk/>
            <pc:sldMk cId="3042102254" sldId="340"/>
            <ac:grpSpMk id="39" creationId="{C4AAF278-740B-7DB1-4FD5-9C2376622C54}"/>
          </ac:grpSpMkLst>
        </pc:grpChg>
        <pc:grpChg chg="add mod">
          <ac:chgData name="昕 许" userId="a2975fcd840abfc3" providerId="LiveId" clId="{49CCD4F9-177C-4270-9A14-60236FF377E8}" dt="2026-04-23T04:32:41.270" v="10219" actId="1076"/>
          <ac:grpSpMkLst>
            <pc:docMk/>
            <pc:sldMk cId="3042102254" sldId="340"/>
            <ac:grpSpMk id="48" creationId="{B6CE8889-1618-8B11-710F-471FC0A6AA81}"/>
          </ac:grpSpMkLst>
        </pc:grpChg>
        <pc:grpChg chg="add mod">
          <ac:chgData name="昕 许" userId="a2975fcd840abfc3" providerId="LiveId" clId="{49CCD4F9-177C-4270-9A14-60236FF377E8}" dt="2026-04-23T04:40:23.595" v="10404"/>
          <ac:grpSpMkLst>
            <pc:docMk/>
            <pc:sldMk cId="3042102254" sldId="340"/>
            <ac:grpSpMk id="54" creationId="{43826C65-8B5D-E113-B0BE-0241311DEE75}"/>
          </ac:grpSpMkLst>
        </pc:grpChg>
      </pc:sldChg>
      <pc:sldChg chg="modSp add del mod">
        <pc:chgData name="昕 许" userId="a2975fcd840abfc3" providerId="LiveId" clId="{49CCD4F9-177C-4270-9A14-60236FF377E8}" dt="2026-04-23T04:24:12.465" v="10079" actId="47"/>
        <pc:sldMkLst>
          <pc:docMk/>
          <pc:sldMk cId="96850901" sldId="341"/>
        </pc:sldMkLst>
        <pc:grpChg chg="mod">
          <ac:chgData name="昕 许" userId="a2975fcd840abfc3" providerId="LiveId" clId="{49CCD4F9-177C-4270-9A14-60236FF377E8}" dt="2026-04-23T04:19:47.198" v="9993" actId="1076"/>
          <ac:grpSpMkLst>
            <pc:docMk/>
            <pc:sldMk cId="96850901" sldId="341"/>
            <ac:grpSpMk id="8" creationId="{86C8D87E-6DBB-69AE-49A1-25933BAC8425}"/>
          </ac:grpSpMkLst>
        </pc:grpChg>
        <pc:grpChg chg="mod">
          <ac:chgData name="昕 许" userId="a2975fcd840abfc3" providerId="LiveId" clId="{49CCD4F9-177C-4270-9A14-60236FF377E8}" dt="2026-04-23T04:19:49.170" v="9994" actId="1076"/>
          <ac:grpSpMkLst>
            <pc:docMk/>
            <pc:sldMk cId="96850901" sldId="341"/>
            <ac:grpSpMk id="34" creationId="{9E3C10A6-7578-A372-DE12-21318DCB0CF5}"/>
          </ac:grpSpMkLst>
        </pc:grpChg>
      </pc:sldChg>
      <pc:sldChg chg="addSp modSp add del mod">
        <pc:chgData name="昕 许" userId="a2975fcd840abfc3" providerId="LiveId" clId="{49CCD4F9-177C-4270-9A14-60236FF377E8}" dt="2026-04-23T04:31:35.935" v="10197" actId="47"/>
        <pc:sldMkLst>
          <pc:docMk/>
          <pc:sldMk cId="2721167435" sldId="341"/>
        </pc:sldMkLst>
        <pc:spChg chg="mod">
          <ac:chgData name="昕 许" userId="a2975fcd840abfc3" providerId="LiveId" clId="{49CCD4F9-177C-4270-9A14-60236FF377E8}" dt="2026-04-23T04:29:45.989" v="10171"/>
          <ac:spMkLst>
            <pc:docMk/>
            <pc:sldMk cId="2721167435" sldId="341"/>
            <ac:spMk id="53" creationId="{1279E3CB-91FE-6198-5BFE-9CA1CFD12E9A}"/>
          </ac:spMkLst>
        </pc:spChg>
        <pc:spChg chg="mod">
          <ac:chgData name="昕 许" userId="a2975fcd840abfc3" providerId="LiveId" clId="{49CCD4F9-177C-4270-9A14-60236FF377E8}" dt="2026-04-23T04:29:45.989" v="10171"/>
          <ac:spMkLst>
            <pc:docMk/>
            <pc:sldMk cId="2721167435" sldId="341"/>
            <ac:spMk id="54" creationId="{8DB5071F-0209-6FEC-A601-DFB2CADA2A68}"/>
          </ac:spMkLst>
        </pc:spChg>
        <pc:spChg chg="mod">
          <ac:chgData name="昕 许" userId="a2975fcd840abfc3" providerId="LiveId" clId="{49CCD4F9-177C-4270-9A14-60236FF377E8}" dt="2026-04-23T04:29:54.996" v="10174"/>
          <ac:spMkLst>
            <pc:docMk/>
            <pc:sldMk cId="2721167435" sldId="341"/>
            <ac:spMk id="56" creationId="{0A090972-DEAC-B6E3-F970-C64062D2D1FD}"/>
          </ac:spMkLst>
        </pc:spChg>
        <pc:spChg chg="mod">
          <ac:chgData name="昕 许" userId="a2975fcd840abfc3" providerId="LiveId" clId="{49CCD4F9-177C-4270-9A14-60236FF377E8}" dt="2026-04-23T04:29:54.996" v="10174"/>
          <ac:spMkLst>
            <pc:docMk/>
            <pc:sldMk cId="2721167435" sldId="341"/>
            <ac:spMk id="57" creationId="{DC977E7A-DA65-D1EF-8771-B53481A1507A}"/>
          </ac:spMkLst>
        </pc:spChg>
        <pc:grpChg chg="mod">
          <ac:chgData name="昕 许" userId="a2975fcd840abfc3" providerId="LiveId" clId="{49CCD4F9-177C-4270-9A14-60236FF377E8}" dt="2026-04-23T04:30:28.230" v="10180" actId="1076"/>
          <ac:grpSpMkLst>
            <pc:docMk/>
            <pc:sldMk cId="2721167435" sldId="341"/>
            <ac:grpSpMk id="18" creationId="{3A052C5B-FAF9-43B1-1918-86481BFC92E1}"/>
          </ac:grpSpMkLst>
        </pc:grpChg>
        <pc:grpChg chg="add mod">
          <ac:chgData name="昕 许" userId="a2975fcd840abfc3" providerId="LiveId" clId="{49CCD4F9-177C-4270-9A14-60236FF377E8}" dt="2026-04-23T04:29:45.989" v="10171"/>
          <ac:grpSpMkLst>
            <pc:docMk/>
            <pc:sldMk cId="2721167435" sldId="341"/>
            <ac:grpSpMk id="48" creationId="{C9501656-CE42-F9E9-E48B-A740A56BDC76}"/>
          </ac:grpSpMkLst>
        </pc:grpChg>
        <pc:grpChg chg="add mod">
          <ac:chgData name="昕 许" userId="a2975fcd840abfc3" providerId="LiveId" clId="{49CCD4F9-177C-4270-9A14-60236FF377E8}" dt="2026-04-23T04:30:38.559" v="10184" actId="1035"/>
          <ac:grpSpMkLst>
            <pc:docMk/>
            <pc:sldMk cId="2721167435" sldId="341"/>
            <ac:grpSpMk id="55" creationId="{3FA2B4E7-716B-F831-3B3A-785085DB1972}"/>
          </ac:grpSpMkLst>
        </pc:grpChg>
      </pc:sldChg>
      <pc:sldChg chg="addSp delSp modSp add mod">
        <pc:chgData name="昕 许" userId="a2975fcd840abfc3" providerId="LiveId" clId="{49CCD4F9-177C-4270-9A14-60236FF377E8}" dt="2026-04-23T04:40:27.537" v="10406"/>
        <pc:sldMkLst>
          <pc:docMk/>
          <pc:sldMk cId="3378110510" sldId="341"/>
        </pc:sldMkLst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5" creationId="{DCCB5510-A1E4-6AC3-6B67-BED83C8281AB}"/>
          </ac:spMkLst>
        </pc:spChg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6" creationId="{BDDC1524-CC88-8B93-BBDB-61C14EECB84B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59" creationId="{242E8BBD-1D69-00A2-150B-24FA35688419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60" creationId="{8110C16B-F29E-D514-2886-3684113B2F7E}"/>
          </ac:spMkLst>
        </pc:spChg>
        <pc:grpChg chg="del">
          <ac:chgData name="昕 许" userId="a2975fcd840abfc3" providerId="LiveId" clId="{49CCD4F9-177C-4270-9A14-60236FF377E8}" dt="2026-04-23T04:40:27.435" v="10405" actId="478"/>
          <ac:grpSpMkLst>
            <pc:docMk/>
            <pc:sldMk cId="3378110510" sldId="341"/>
            <ac:grpSpMk id="39" creationId="{E08C245E-54C8-B863-57D2-82230F213843}"/>
          </ac:grpSpMkLst>
        </pc:grpChg>
        <pc:grpChg chg="del">
          <ac:chgData name="昕 许" userId="a2975fcd840abfc3" providerId="LiveId" clId="{49CCD4F9-177C-4270-9A14-60236FF377E8}" dt="2026-04-23T04:32:50.635" v="10223" actId="478"/>
          <ac:grpSpMkLst>
            <pc:docMk/>
            <pc:sldMk cId="3378110510" sldId="341"/>
            <ac:grpSpMk id="42" creationId="{91297EC8-A64F-1AE3-7F2F-2F83355B29C3}"/>
          </ac:grpSpMkLst>
        </pc:grpChg>
        <pc:grpChg chg="add mod">
          <ac:chgData name="昕 许" userId="a2975fcd840abfc3" providerId="LiveId" clId="{49CCD4F9-177C-4270-9A14-60236FF377E8}" dt="2026-04-23T04:32:49.157" v="10222" actId="1076"/>
          <ac:grpSpMkLst>
            <pc:docMk/>
            <pc:sldMk cId="3378110510" sldId="341"/>
            <ac:grpSpMk id="54" creationId="{094C361E-BF48-D893-2F6B-6E2C0F8206B8}"/>
          </ac:grpSpMkLst>
        </pc:grpChg>
        <pc:grpChg chg="add mod">
          <ac:chgData name="昕 许" userId="a2975fcd840abfc3" providerId="LiveId" clId="{49CCD4F9-177C-4270-9A14-60236FF377E8}" dt="2026-04-23T04:40:27.537" v="10406"/>
          <ac:grpSpMkLst>
            <pc:docMk/>
            <pc:sldMk cId="3378110510" sldId="341"/>
            <ac:grpSpMk id="58" creationId="{33BA9A21-26EB-022B-4BCA-E224423D7D1E}"/>
          </ac:grpSpMkLst>
        </pc:grpChg>
      </pc:sldChg>
      <pc:sldChg chg="modSp add del mod">
        <pc:chgData name="昕 许" userId="a2975fcd840abfc3" providerId="LiveId" clId="{49CCD4F9-177C-4270-9A14-60236FF377E8}" dt="2026-04-23T04:24:12.666" v="10080" actId="47"/>
        <pc:sldMkLst>
          <pc:docMk/>
          <pc:sldMk cId="111252992" sldId="342"/>
        </pc:sldMkLst>
        <pc:grpChg chg="mod">
          <ac:chgData name="昕 许" userId="a2975fcd840abfc3" providerId="LiveId" clId="{49CCD4F9-177C-4270-9A14-60236FF377E8}" dt="2026-04-23T04:19:57.021" v="9998" actId="1076"/>
          <ac:grpSpMkLst>
            <pc:docMk/>
            <pc:sldMk cId="111252992" sldId="342"/>
            <ac:grpSpMk id="24" creationId="{C5876183-CB3A-3A0D-EF77-C92D12BBAF48}"/>
          </ac:grpSpMkLst>
        </pc:grpChg>
      </pc:sldChg>
      <pc:sldChg chg="modSp add mod">
        <pc:chgData name="昕 许" userId="a2975fcd840abfc3" providerId="LiveId" clId="{49CCD4F9-177C-4270-9A14-60236FF377E8}" dt="2026-04-23T04:40:33.319" v="10407" actId="208"/>
        <pc:sldMkLst>
          <pc:docMk/>
          <pc:sldMk cId="221213453" sldId="342"/>
        </pc:sldMkLst>
        <pc:spChg chg="mod">
          <ac:chgData name="昕 许" userId="a2975fcd840abfc3" providerId="LiveId" clId="{49CCD4F9-177C-4270-9A14-60236FF377E8}" dt="2026-04-23T04:40:33.319" v="10407" actId="208"/>
          <ac:spMkLst>
            <pc:docMk/>
            <pc:sldMk cId="221213453" sldId="342"/>
            <ac:spMk id="46" creationId="{BA0F026E-5AB7-6E68-EB4D-C14AC34D5FC4}"/>
          </ac:spMkLst>
        </pc:spChg>
        <pc:grpChg chg="mod">
          <ac:chgData name="昕 许" userId="a2975fcd840abfc3" providerId="LiveId" clId="{49CCD4F9-177C-4270-9A14-60236FF377E8}" dt="2026-04-23T04:32:55.852" v="10225" actId="1076"/>
          <ac:grpSpMkLst>
            <pc:docMk/>
            <pc:sldMk cId="221213453" sldId="342"/>
            <ac:grpSpMk id="49" creationId="{22894914-8858-1227-A673-1C907480A4B2}"/>
          </ac:grpSpMkLst>
        </pc:grpChg>
        <pc:grpChg chg="mod">
          <ac:chgData name="昕 许" userId="a2975fcd840abfc3" providerId="LiveId" clId="{49CCD4F9-177C-4270-9A14-60236FF377E8}" dt="2026-04-23T04:32:58.169" v="10226" actId="1076"/>
          <ac:grpSpMkLst>
            <pc:docMk/>
            <pc:sldMk cId="221213453" sldId="342"/>
            <ac:grpSpMk id="54" creationId="{8D402BBF-B786-CB29-F5D3-F153657473BA}"/>
          </ac:grpSpMkLst>
        </pc:grpChg>
      </pc:sldChg>
      <pc:sldChg chg="addSp delSp modSp add del mod">
        <pc:chgData name="昕 许" userId="a2975fcd840abfc3" providerId="LiveId" clId="{49CCD4F9-177C-4270-9A14-60236FF377E8}" dt="2026-04-23T04:31:35.995" v="10198" actId="47"/>
        <pc:sldMkLst>
          <pc:docMk/>
          <pc:sldMk cId="2561153067" sldId="342"/>
        </pc:sldMkLst>
        <pc:spChg chg="mod">
          <ac:chgData name="昕 许" userId="a2975fcd840abfc3" providerId="LiveId" clId="{49CCD4F9-177C-4270-9A14-60236FF377E8}" dt="2026-04-23T04:30:54.398" v="10186"/>
          <ac:spMkLst>
            <pc:docMk/>
            <pc:sldMk cId="2561153067" sldId="342"/>
            <ac:spMk id="53" creationId="{7E02C7E6-2544-8DA9-CFD7-21A2FA548654}"/>
          </ac:spMkLst>
        </pc:spChg>
        <pc:spChg chg="mod">
          <ac:chgData name="昕 许" userId="a2975fcd840abfc3" providerId="LiveId" clId="{49CCD4F9-177C-4270-9A14-60236FF377E8}" dt="2026-04-23T04:30:54.398" v="10186"/>
          <ac:spMkLst>
            <pc:docMk/>
            <pc:sldMk cId="2561153067" sldId="342"/>
            <ac:spMk id="54" creationId="{BCF3FC29-E23E-949E-171D-DA4EEE05A11A}"/>
          </ac:spMkLst>
        </pc:spChg>
        <pc:grpChg chg="del">
          <ac:chgData name="昕 许" userId="a2975fcd840abfc3" providerId="LiveId" clId="{49CCD4F9-177C-4270-9A14-60236FF377E8}" dt="2026-04-23T04:31:04.350" v="10188" actId="478"/>
          <ac:grpSpMkLst>
            <pc:docMk/>
            <pc:sldMk cId="2561153067" sldId="342"/>
            <ac:grpSpMk id="42" creationId="{D8D7249B-BD3A-F9F0-E01A-A14CE44717F3}"/>
          </ac:grpSpMkLst>
        </pc:grpChg>
        <pc:grpChg chg="add mod">
          <ac:chgData name="昕 许" userId="a2975fcd840abfc3" providerId="LiveId" clId="{49CCD4F9-177C-4270-9A14-60236FF377E8}" dt="2026-04-23T04:30:56.964" v="10187" actId="1076"/>
          <ac:grpSpMkLst>
            <pc:docMk/>
            <pc:sldMk cId="2561153067" sldId="342"/>
            <ac:grpSpMk id="48" creationId="{BFBCFFED-591E-FF73-E60F-75C486F0B4FE}"/>
          </ac:grpSpMkLst>
        </pc:grpChg>
      </pc:sldChg>
      <pc:sldChg chg="modSp add del mod">
        <pc:chgData name="昕 许" userId="a2975fcd840abfc3" providerId="LiveId" clId="{49CCD4F9-177C-4270-9A14-60236FF377E8}" dt="2026-04-23T04:31:36.054" v="10199" actId="47"/>
        <pc:sldMkLst>
          <pc:docMk/>
          <pc:sldMk cId="367537826" sldId="343"/>
        </pc:sldMkLst>
        <pc:grpChg chg="mod">
          <ac:chgData name="昕 许" userId="a2975fcd840abfc3" providerId="LiveId" clId="{49CCD4F9-177C-4270-9A14-60236FF377E8}" dt="2026-04-23T04:31:10.717" v="10191" actId="1076"/>
          <ac:grpSpMkLst>
            <pc:docMk/>
            <pc:sldMk cId="367537826" sldId="343"/>
            <ac:grpSpMk id="48" creationId="{81D8D1F2-6408-4053-73DA-746F6F355E80}"/>
          </ac:grpSpMkLst>
        </pc:grpChg>
        <pc:grpChg chg="mod">
          <ac:chgData name="昕 许" userId="a2975fcd840abfc3" providerId="LiveId" clId="{49CCD4F9-177C-4270-9A14-60236FF377E8}" dt="2026-04-23T04:31:08.819" v="10190" actId="1076"/>
          <ac:grpSpMkLst>
            <pc:docMk/>
            <pc:sldMk cId="367537826" sldId="343"/>
            <ac:grpSpMk id="49" creationId="{C5C95A55-F47C-359C-75B1-6E1ECED3ADF7}"/>
          </ac:grpSpMkLst>
        </pc:grpChg>
      </pc:sldChg>
      <pc:sldChg chg="addSp modSp add del mod">
        <pc:chgData name="昕 许" userId="a2975fcd840abfc3" providerId="LiveId" clId="{49CCD4F9-177C-4270-9A14-60236FF377E8}" dt="2026-04-23T04:24:12.938" v="10081" actId="47"/>
        <pc:sldMkLst>
          <pc:docMk/>
          <pc:sldMk cId="519050104" sldId="343"/>
        </pc:sldMkLst>
        <pc:cxnChg chg="mod">
          <ac:chgData name="昕 许" userId="a2975fcd840abfc3" providerId="LiveId" clId="{49CCD4F9-177C-4270-9A14-60236FF377E8}" dt="2026-04-23T04:19:58.968" v="10000" actId="1076"/>
          <ac:cxnSpMkLst>
            <pc:docMk/>
            <pc:sldMk cId="519050104" sldId="343"/>
            <ac:cxnSpMk id="7" creationId="{14405D71-DA5B-5FCB-1B4B-A16D4B0F1E17}"/>
          </ac:cxnSpMkLst>
        </pc:cxnChg>
        <pc:cxnChg chg="add mod">
          <ac:chgData name="昕 许" userId="a2975fcd840abfc3" providerId="LiveId" clId="{49CCD4F9-177C-4270-9A14-60236FF377E8}" dt="2026-04-23T04:20:04.235" v="10004" actId="14100"/>
          <ac:cxnSpMkLst>
            <pc:docMk/>
            <pc:sldMk cId="519050104" sldId="343"/>
            <ac:cxnSpMk id="36" creationId="{D80BE28E-3865-23BD-E062-EE43AB87BF57}"/>
          </ac:cxnSpMkLst>
        </pc:cxnChg>
      </pc:sldChg>
      <pc:sldChg chg="addSp delSp modSp add mod">
        <pc:chgData name="昕 许" userId="a2975fcd840abfc3" providerId="LiveId" clId="{49CCD4F9-177C-4270-9A14-60236FF377E8}" dt="2026-04-23T04:40:42.859" v="10409"/>
        <pc:sldMkLst>
          <pc:docMk/>
          <pc:sldMk cId="984411142" sldId="343"/>
        </pc:sldMkLst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8" creationId="{9954F30A-5215-68A6-C8DE-C17FBEEF3DFC}"/>
          </ac:spMkLst>
        </pc:spChg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9" creationId="{D877AAA5-5509-60BA-C2E5-7679E7F24A35}"/>
          </ac:spMkLst>
        </pc:spChg>
        <pc:grpChg chg="add mod">
          <ac:chgData name="昕 许" userId="a2975fcd840abfc3" providerId="LiveId" clId="{49CCD4F9-177C-4270-9A14-60236FF377E8}" dt="2026-04-23T04:40:42.859" v="10409"/>
          <ac:grpSpMkLst>
            <pc:docMk/>
            <pc:sldMk cId="984411142" sldId="343"/>
            <ac:grpSpMk id="44" creationId="{D06DF415-5074-2165-ADE2-1CBBFBB95F0D}"/>
          </ac:grpSpMkLst>
        </pc:grpChg>
        <pc:grpChg chg="del">
          <ac:chgData name="昕 许" userId="a2975fcd840abfc3" providerId="LiveId" clId="{49CCD4F9-177C-4270-9A14-60236FF377E8}" dt="2026-04-23T04:40:42.780" v="10408" actId="478"/>
          <ac:grpSpMkLst>
            <pc:docMk/>
            <pc:sldMk cId="984411142" sldId="343"/>
            <ac:grpSpMk id="45" creationId="{B11E3F96-621F-7F05-54FE-1CE20E0B7BE3}"/>
          </ac:grpSpMkLst>
        </pc:grp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2" creationId="{6564CCA7-0739-6653-C2C8-148CABDFE8F4}"/>
          </ac:cxnSpMkLst>
        </pc:cxn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3" creationId="{04EE2E0C-594C-B3B3-B75F-564DC61D519A}"/>
          </ac:cxnSpMkLst>
        </pc:cxnChg>
      </pc:sldChg>
      <pc:sldChg chg="modSp add del mod">
        <pc:chgData name="昕 许" userId="a2975fcd840abfc3" providerId="LiveId" clId="{49CCD4F9-177C-4270-9A14-60236FF377E8}" dt="2026-04-23T04:24:13.253" v="10082" actId="47"/>
        <pc:sldMkLst>
          <pc:docMk/>
          <pc:sldMk cId="544297997" sldId="344"/>
        </pc:sldMkLst>
        <pc:grpChg chg="mod">
          <ac:chgData name="昕 许" userId="a2975fcd840abfc3" providerId="LiveId" clId="{49CCD4F9-177C-4270-9A14-60236FF377E8}" dt="2026-04-23T04:20:09.734" v="10006" actId="1076"/>
          <ac:grpSpMkLst>
            <pc:docMk/>
            <pc:sldMk cId="544297997" sldId="344"/>
            <ac:grpSpMk id="24" creationId="{1A98E89B-D7B1-CF68-7480-14DB99E638B2}"/>
          </ac:grpSpMkLst>
        </pc:grpChg>
      </pc:sldChg>
      <pc:sldChg chg="addSp delSp modSp add mod">
        <pc:chgData name="昕 许" userId="a2975fcd840abfc3" providerId="LiveId" clId="{49CCD4F9-177C-4270-9A14-60236FF377E8}" dt="2026-04-23T04:40:45.309" v="10411"/>
        <pc:sldMkLst>
          <pc:docMk/>
          <pc:sldMk cId="1311333290" sldId="344"/>
        </pc:sldMkLst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8" creationId="{CF7649ED-01CB-0EDC-1A18-5D717BC2496E}"/>
          </ac:spMkLst>
        </pc:spChg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9" creationId="{4217C7F2-72FC-989F-5FB4-532D727DAD97}"/>
          </ac:spMkLst>
        </pc:spChg>
        <pc:grpChg chg="mod">
          <ac:chgData name="昕 许" userId="a2975fcd840abfc3" providerId="LiveId" clId="{49CCD4F9-177C-4270-9A14-60236FF377E8}" dt="2026-04-23T04:33:21.141" v="10230" actId="1076"/>
          <ac:grpSpMkLst>
            <pc:docMk/>
            <pc:sldMk cId="1311333290" sldId="344"/>
            <ac:grpSpMk id="35" creationId="{A0FC90AC-AD63-AD40-82D3-63DACE66D0D7}"/>
          </ac:grpSpMkLst>
        </pc:grpChg>
        <pc:grpChg chg="add mod">
          <ac:chgData name="昕 许" userId="a2975fcd840abfc3" providerId="LiveId" clId="{49CCD4F9-177C-4270-9A14-60236FF377E8}" dt="2026-04-23T04:40:45.309" v="10411"/>
          <ac:grpSpMkLst>
            <pc:docMk/>
            <pc:sldMk cId="1311333290" sldId="344"/>
            <ac:grpSpMk id="44" creationId="{D4760FFA-0CD6-B3DC-AAC8-C616B35EC1AF}"/>
          </ac:grpSpMkLst>
        </pc:grpChg>
        <pc:grpChg chg="del">
          <ac:chgData name="昕 许" userId="a2975fcd840abfc3" providerId="LiveId" clId="{49CCD4F9-177C-4270-9A14-60236FF377E8}" dt="2026-04-23T04:40:45.204" v="10410" actId="478"/>
          <ac:grpSpMkLst>
            <pc:docMk/>
            <pc:sldMk cId="1311333290" sldId="344"/>
            <ac:grpSpMk id="45" creationId="{07EF8ABA-B311-E174-5A4F-BB891231C2AB}"/>
          </ac:grpSpMkLst>
        </pc:grpChg>
        <pc:cxnChg chg="del">
          <ac:chgData name="昕 许" userId="a2975fcd840abfc3" providerId="LiveId" clId="{49CCD4F9-177C-4270-9A14-60236FF377E8}" dt="2026-04-23T04:33:24.557" v="10231" actId="478"/>
          <ac:cxnSpMkLst>
            <pc:docMk/>
            <pc:sldMk cId="1311333290" sldId="344"/>
            <ac:cxnSpMk id="42" creationId="{303C1B44-D1CD-0BD9-D22F-44B1246A986A}"/>
          </ac:cxnSpMkLst>
        </pc:cxnChg>
      </pc:sldChg>
      <pc:sldChg chg="modSp add del mod">
        <pc:chgData name="昕 许" userId="a2975fcd840abfc3" providerId="LiveId" clId="{49CCD4F9-177C-4270-9A14-60236FF377E8}" dt="2026-04-23T04:31:36.115" v="10200" actId="47"/>
        <pc:sldMkLst>
          <pc:docMk/>
          <pc:sldMk cId="3347422232" sldId="344"/>
        </pc:sldMkLst>
        <pc:grpChg chg="mod">
          <ac:chgData name="昕 许" userId="a2975fcd840abfc3" providerId="LiveId" clId="{49CCD4F9-177C-4270-9A14-60236FF377E8}" dt="2026-04-23T04:31:16.060" v="10193" actId="1076"/>
          <ac:grpSpMkLst>
            <pc:docMk/>
            <pc:sldMk cId="3347422232" sldId="344"/>
            <ac:grpSpMk id="35" creationId="{3131A202-0145-2CF3-CDEE-0FDD0048ED99}"/>
          </ac:grpSpMkLst>
        </pc:grpChg>
      </pc:sldChg>
      <pc:sldChg chg="addSp delSp modSp add mod">
        <pc:chgData name="昕 许" userId="a2975fcd840abfc3" providerId="LiveId" clId="{49CCD4F9-177C-4270-9A14-60236FF377E8}" dt="2026-04-23T04:40:47.995" v="10413"/>
        <pc:sldMkLst>
          <pc:docMk/>
          <pc:sldMk cId="126704408" sldId="345"/>
        </pc:sldMkLst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44" creationId="{C10C6E86-EE5F-211F-4336-1F3F65E3101A}"/>
          </ac:spMkLst>
        </pc:spChg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58" creationId="{2D9B72B8-6C24-DF30-8024-AC28C2F6E722}"/>
          </ac:spMkLst>
        </pc:spChg>
        <pc:grpChg chg="mod">
          <ac:chgData name="昕 许" userId="a2975fcd840abfc3" providerId="LiveId" clId="{49CCD4F9-177C-4270-9A14-60236FF377E8}" dt="2026-04-23T04:33:28.550" v="10233" actId="1076"/>
          <ac:grpSpMkLst>
            <pc:docMk/>
            <pc:sldMk cId="126704408" sldId="345"/>
            <ac:grpSpMk id="35" creationId="{B89068D6-4D3B-9793-C585-BBA04194A3A5}"/>
          </ac:grpSpMkLst>
        </pc:grpChg>
        <pc:grpChg chg="add mod">
          <ac:chgData name="昕 许" userId="a2975fcd840abfc3" providerId="LiveId" clId="{49CCD4F9-177C-4270-9A14-60236FF377E8}" dt="2026-04-23T04:40:47.995" v="10413"/>
          <ac:grpSpMkLst>
            <pc:docMk/>
            <pc:sldMk cId="126704408" sldId="345"/>
            <ac:grpSpMk id="42" creationId="{A87BC20B-A2E3-0FB0-D5B8-BC1226227118}"/>
          </ac:grpSpMkLst>
        </pc:grpChg>
        <pc:grpChg chg="del">
          <ac:chgData name="昕 许" userId="a2975fcd840abfc3" providerId="LiveId" clId="{49CCD4F9-177C-4270-9A14-60236FF377E8}" dt="2026-04-23T04:40:47.896" v="10412" actId="478"/>
          <ac:grpSpMkLst>
            <pc:docMk/>
            <pc:sldMk cId="126704408" sldId="345"/>
            <ac:grpSpMk id="45" creationId="{A35FA4E9-7F13-4328-DBC3-5CC7D57BF71A}"/>
          </ac:grpSpMkLst>
        </pc:grpChg>
      </pc:sldChg>
      <pc:sldChg chg="delSp modSp add del mod">
        <pc:chgData name="昕 许" userId="a2975fcd840abfc3" providerId="LiveId" clId="{49CCD4F9-177C-4270-9A14-60236FF377E8}" dt="2026-04-23T04:24:13.612" v="10083" actId="47"/>
        <pc:sldMkLst>
          <pc:docMk/>
          <pc:sldMk cId="2659870070" sldId="345"/>
        </pc:sldMkLst>
        <pc:grpChg chg="del">
          <ac:chgData name="昕 许" userId="a2975fcd840abfc3" providerId="LiveId" clId="{49CCD4F9-177C-4270-9A14-60236FF377E8}" dt="2026-04-23T04:20:15.178" v="10008" actId="478"/>
          <ac:grpSpMkLst>
            <pc:docMk/>
            <pc:sldMk cId="2659870070" sldId="345"/>
            <ac:grpSpMk id="8" creationId="{06D7B768-837E-1AD5-A061-ED7576C80B81}"/>
          </ac:grpSpMkLst>
        </pc:grpChg>
        <pc:grpChg chg="mod">
          <ac:chgData name="昕 许" userId="a2975fcd840abfc3" providerId="LiveId" clId="{49CCD4F9-177C-4270-9A14-60236FF377E8}" dt="2026-04-23T04:20:17.459" v="10009" actId="1076"/>
          <ac:grpSpMkLst>
            <pc:docMk/>
            <pc:sldMk cId="2659870070" sldId="345"/>
            <ac:grpSpMk id="34" creationId="{3B9FC0A3-52C6-D5B1-5D9D-4918E91CA44E}"/>
          </ac:grpSpMkLst>
        </pc:grpChg>
      </pc:sldChg>
      <pc:sldChg chg="addSp modSp add del mod">
        <pc:chgData name="昕 许" userId="a2975fcd840abfc3" providerId="LiveId" clId="{49CCD4F9-177C-4270-9A14-60236FF377E8}" dt="2026-04-23T04:24:13.945" v="10084" actId="47"/>
        <pc:sldMkLst>
          <pc:docMk/>
          <pc:sldMk cId="443692129" sldId="346"/>
        </pc:sldMkLst>
        <pc:spChg chg="add mod">
          <ac:chgData name="昕 许" userId="a2975fcd840abfc3" providerId="LiveId" clId="{49CCD4F9-177C-4270-9A14-60236FF377E8}" dt="2026-04-23T04:20:46.166" v="10057" actId="207"/>
          <ac:spMkLst>
            <pc:docMk/>
            <pc:sldMk cId="443692129" sldId="346"/>
            <ac:spMk id="8" creationId="{FA2FA174-DE5E-91E6-684D-9E8F6712D840}"/>
          </ac:spMkLst>
        </pc:spChg>
      </pc:sldChg>
      <pc:sldChg chg="addSp delSp modSp add mod">
        <pc:chgData name="昕 许" userId="a2975fcd840abfc3" providerId="LiveId" clId="{49CCD4F9-177C-4270-9A14-60236FF377E8}" dt="2026-04-23T04:40:50.508" v="10415"/>
        <pc:sldMkLst>
          <pc:docMk/>
          <pc:sldMk cId="1187665401" sldId="346"/>
        </pc:sldMkLst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44" creationId="{EFCA98C9-167B-9489-946A-D5C6EC477D0F}"/>
          </ac:spMkLst>
        </pc:spChg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58" creationId="{098F3A06-A493-DBE3-F76E-A1EB22CC542E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0" creationId="{E024FD29-F67D-723B-325C-8E477C302A5D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1" creationId="{A0CBEE7D-0AD7-70FE-DD88-4BD1D4E359E5}"/>
          </ac:spMkLst>
        </pc:spChg>
        <pc:grpChg chg="mod">
          <ac:chgData name="昕 许" userId="a2975fcd840abfc3" providerId="LiveId" clId="{49CCD4F9-177C-4270-9A14-60236FF377E8}" dt="2026-04-23T04:33:39.853" v="10239" actId="1076"/>
          <ac:grpSpMkLst>
            <pc:docMk/>
            <pc:sldMk cId="1187665401" sldId="346"/>
            <ac:grpSpMk id="24" creationId="{5523F4D0-5B97-4278-51EE-E972BEA5AF12}"/>
          </ac:grpSpMkLst>
        </pc:grpChg>
        <pc:grpChg chg="add mod">
          <ac:chgData name="昕 许" userId="a2975fcd840abfc3" providerId="LiveId" clId="{49CCD4F9-177C-4270-9A14-60236FF377E8}" dt="2026-04-23T04:33:44.198" v="10240" actId="1076"/>
          <ac:grpSpMkLst>
            <pc:docMk/>
            <pc:sldMk cId="1187665401" sldId="346"/>
            <ac:grpSpMk id="42" creationId="{4C06D7DB-BF96-C4CC-AC4E-BC45E9EAD213}"/>
          </ac:grpSpMkLst>
        </pc:grpChg>
        <pc:grpChg chg="del">
          <ac:chgData name="昕 许" userId="a2975fcd840abfc3" providerId="LiveId" clId="{49CCD4F9-177C-4270-9A14-60236FF377E8}" dt="2026-04-23T04:40:50.392" v="10414" actId="478"/>
          <ac:grpSpMkLst>
            <pc:docMk/>
            <pc:sldMk cId="1187665401" sldId="346"/>
            <ac:grpSpMk id="45" creationId="{70DFC4EB-7724-2E26-A540-59CCFEDB886D}"/>
          </ac:grpSpMkLst>
        </pc:grpChg>
        <pc:grpChg chg="add mod">
          <ac:chgData name="昕 许" userId="a2975fcd840abfc3" providerId="LiveId" clId="{49CCD4F9-177C-4270-9A14-60236FF377E8}" dt="2026-04-23T04:40:50.508" v="10415"/>
          <ac:grpSpMkLst>
            <pc:docMk/>
            <pc:sldMk cId="1187665401" sldId="346"/>
            <ac:grpSpMk id="59" creationId="{395BA1D2-7DF7-D841-312C-8DCC394DD287}"/>
          </ac:grpSpMkLst>
        </pc:grpChg>
      </pc:sldChg>
      <pc:sldChg chg="delSp add del mod">
        <pc:chgData name="昕 许" userId="a2975fcd840abfc3" providerId="LiveId" clId="{49CCD4F9-177C-4270-9A14-60236FF377E8}" dt="2026-04-23T04:24:14.560" v="10085" actId="47"/>
        <pc:sldMkLst>
          <pc:docMk/>
          <pc:sldMk cId="1641401889" sldId="347"/>
        </pc:sldMkLst>
        <pc:spChg chg="del">
          <ac:chgData name="昕 许" userId="a2975fcd840abfc3" providerId="LiveId" clId="{49CCD4F9-177C-4270-9A14-60236FF377E8}" dt="2026-04-23T04:20:54.966" v="10060" actId="478"/>
          <ac:spMkLst>
            <pc:docMk/>
            <pc:sldMk cId="1641401889" sldId="347"/>
            <ac:spMk id="8" creationId="{489D3C52-0B2F-D5F2-A3D3-59B1BFE14332}"/>
          </ac:spMkLst>
        </pc:spChg>
        <pc:grpChg chg="del">
          <ac:chgData name="昕 许" userId="a2975fcd840abfc3" providerId="LiveId" clId="{49CCD4F9-177C-4270-9A14-60236FF377E8}" dt="2026-04-23T04:20:52.639" v="10059" actId="478"/>
          <ac:grpSpMkLst>
            <pc:docMk/>
            <pc:sldMk cId="1641401889" sldId="347"/>
            <ac:grpSpMk id="33" creationId="{9B66DCA9-0545-23E8-2BA5-F0C8F02E9012}"/>
          </ac:grpSpMkLst>
        </pc:grpChg>
        <pc:grpChg chg="del">
          <ac:chgData name="昕 许" userId="a2975fcd840abfc3" providerId="LiveId" clId="{49CCD4F9-177C-4270-9A14-60236FF377E8}" dt="2026-04-23T04:20:52.639" v="10059" actId="478"/>
          <ac:grpSpMkLst>
            <pc:docMk/>
            <pc:sldMk cId="1641401889" sldId="347"/>
            <ac:grpSpMk id="34" creationId="{908BDEC0-A99F-9911-424D-2E68A7A5DFEF}"/>
          </ac:grpSpMkLst>
        </pc:grpChg>
        <pc:cxnChg chg="del">
          <ac:chgData name="昕 许" userId="a2975fcd840abfc3" providerId="LiveId" clId="{49CCD4F9-177C-4270-9A14-60236FF377E8}" dt="2026-04-23T04:20:54.966" v="10060" actId="478"/>
          <ac:cxnSpMkLst>
            <pc:docMk/>
            <pc:sldMk cId="1641401889" sldId="347"/>
            <ac:cxnSpMk id="28" creationId="{5D6F6B99-FC02-AF59-8DD2-116E118354F4}"/>
          </ac:cxnSpMkLst>
        </pc:cxnChg>
      </pc:sldChg>
      <pc:sldChg chg="addSp delSp modSp add mod">
        <pc:chgData name="昕 许" userId="a2975fcd840abfc3" providerId="LiveId" clId="{49CCD4F9-177C-4270-9A14-60236FF377E8}" dt="2026-04-23T04:40:53.399" v="10417"/>
        <pc:sldMkLst>
          <pc:docMk/>
          <pc:sldMk cId="2857091337" sldId="347"/>
        </pc:sldMkLst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0" creationId="{7DB66926-E294-B569-1226-4AB59DF3B546}"/>
          </ac:spMkLst>
        </pc:spChg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1" creationId="{808802C0-9089-894D-543F-45D62A4CC05C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3" creationId="{C055A43E-03D0-186B-9694-E52923862365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4" creationId="{AAEDD27E-207F-B1F7-0504-D2419D527E1D}"/>
          </ac:spMkLst>
        </pc:spChg>
        <pc:grpChg chg="del">
          <ac:chgData name="昕 许" userId="a2975fcd840abfc3" providerId="LiveId" clId="{49CCD4F9-177C-4270-9A14-60236FF377E8}" dt="2026-04-23T04:40:53.273" v="10416" actId="478"/>
          <ac:grpSpMkLst>
            <pc:docMk/>
            <pc:sldMk cId="2857091337" sldId="347"/>
            <ac:grpSpMk id="45" creationId="{2B79F1DB-AAE1-FDDC-4AB2-E1D9FB64D400}"/>
          </ac:grpSpMkLst>
        </pc:grpChg>
        <pc:grpChg chg="del">
          <ac:chgData name="昕 许" userId="a2975fcd840abfc3" providerId="LiveId" clId="{49CCD4F9-177C-4270-9A14-60236FF377E8}" dt="2026-04-23T04:33:55.886" v="10244" actId="478"/>
          <ac:grpSpMkLst>
            <pc:docMk/>
            <pc:sldMk cId="2857091337" sldId="347"/>
            <ac:grpSpMk id="49" creationId="{376E0BC4-E4A1-7C33-FE51-C38E6D5B4F83}"/>
          </ac:grpSpMkLst>
        </pc:grpChg>
        <pc:grpChg chg="add mod">
          <ac:chgData name="昕 许" userId="a2975fcd840abfc3" providerId="LiveId" clId="{49CCD4F9-177C-4270-9A14-60236FF377E8}" dt="2026-04-23T04:33:53.667" v="10243" actId="1076"/>
          <ac:grpSpMkLst>
            <pc:docMk/>
            <pc:sldMk cId="2857091337" sldId="347"/>
            <ac:grpSpMk id="59" creationId="{8324E84B-A89F-0526-BFE8-7894DB033F88}"/>
          </ac:grpSpMkLst>
        </pc:grpChg>
        <pc:grpChg chg="add mod">
          <ac:chgData name="昕 许" userId="a2975fcd840abfc3" providerId="LiveId" clId="{49CCD4F9-177C-4270-9A14-60236FF377E8}" dt="2026-04-23T04:40:53.399" v="10417"/>
          <ac:grpSpMkLst>
            <pc:docMk/>
            <pc:sldMk cId="2857091337" sldId="347"/>
            <ac:grpSpMk id="62" creationId="{F53B3FAF-FCB3-47A7-2941-A759C8AF0545}"/>
          </ac:grpSpMkLst>
        </pc:grpChg>
      </pc:sldChg>
      <pc:sldChg chg="modSp add mod">
        <pc:chgData name="昕 许" userId="a2975fcd840abfc3" providerId="LiveId" clId="{49CCD4F9-177C-4270-9A14-60236FF377E8}" dt="2026-04-23T04:41:01.831" v="10420" actId="208"/>
        <pc:sldMkLst>
          <pc:docMk/>
          <pc:sldMk cId="1105811415" sldId="348"/>
        </pc:sldMkLst>
        <pc:spChg chg="mod">
          <ac:chgData name="昕 许" userId="a2975fcd840abfc3" providerId="LiveId" clId="{49CCD4F9-177C-4270-9A14-60236FF377E8}" dt="2026-04-23T04:41:01.831" v="10420" actId="208"/>
          <ac:spMkLst>
            <pc:docMk/>
            <pc:sldMk cId="1105811415" sldId="348"/>
            <ac:spMk id="52" creationId="{C9B93D84-5C93-F283-C42C-41A850341832}"/>
          </ac:spMkLst>
        </pc:spChg>
        <pc:spChg chg="mod">
          <ac:chgData name="昕 许" userId="a2975fcd840abfc3" providerId="LiveId" clId="{49CCD4F9-177C-4270-9A14-60236FF377E8}" dt="2026-04-23T04:40:58.605" v="10419" actId="208"/>
          <ac:spMkLst>
            <pc:docMk/>
            <pc:sldMk cId="1105811415" sldId="348"/>
            <ac:spMk id="53" creationId="{520AD54E-79B8-80D8-C104-E8FEFDAA6FC1}"/>
          </ac:spMkLst>
        </pc:spChg>
        <pc:grpChg chg="mod">
          <ac:chgData name="昕 许" userId="a2975fcd840abfc3" providerId="LiveId" clId="{49CCD4F9-177C-4270-9A14-60236FF377E8}" dt="2026-04-23T04:33:59.349" v="10246" actId="1076"/>
          <ac:grpSpMkLst>
            <pc:docMk/>
            <pc:sldMk cId="1105811415" sldId="348"/>
            <ac:grpSpMk id="54" creationId="{BCC1C6B8-EB63-FFAA-2331-FEE389509B76}"/>
          </ac:grpSpMkLst>
        </pc:grpChg>
        <pc:grpChg chg="mod">
          <ac:chgData name="昕 许" userId="a2975fcd840abfc3" providerId="LiveId" clId="{49CCD4F9-177C-4270-9A14-60236FF377E8}" dt="2026-04-23T04:34:01.866" v="10247" actId="1076"/>
          <ac:grpSpMkLst>
            <pc:docMk/>
            <pc:sldMk cId="1105811415" sldId="348"/>
            <ac:grpSpMk id="59" creationId="{034F3DBB-6A1E-CD2A-239A-79B253854E84}"/>
          </ac:grpSpMkLst>
        </pc:grpChg>
      </pc:sldChg>
      <pc:sldChg chg="add del">
        <pc:chgData name="昕 许" userId="a2975fcd840abfc3" providerId="LiveId" clId="{49CCD4F9-177C-4270-9A14-60236FF377E8}" dt="2026-04-23T04:21:01.397" v="10062"/>
        <pc:sldMkLst>
          <pc:docMk/>
          <pc:sldMk cId="1621584545" sldId="348"/>
        </pc:sldMkLst>
      </pc:sldChg>
      <pc:sldChg chg="addSp delSp modSp add mod">
        <pc:chgData name="昕 许" userId="a2975fcd840abfc3" providerId="LiveId" clId="{49CCD4F9-177C-4270-9A14-60236FF377E8}" dt="2026-04-23T04:41:05.961" v="10422"/>
        <pc:sldMkLst>
          <pc:docMk/>
          <pc:sldMk cId="3801663565" sldId="349"/>
        </pc:sldMkLst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2" creationId="{592FA955-7D81-DA54-78E8-40ECC22E47EB}"/>
          </ac:spMkLst>
        </pc:spChg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3" creationId="{E65405E4-A826-BCC1-8FA4-0CBD6F610F02}"/>
          </ac:spMkLst>
        </pc:spChg>
        <pc:grpChg chg="del">
          <ac:chgData name="昕 许" userId="a2975fcd840abfc3" providerId="LiveId" clId="{49CCD4F9-177C-4270-9A14-60236FF377E8}" dt="2026-04-23T04:41:05.841" v="10421" actId="478"/>
          <ac:grpSpMkLst>
            <pc:docMk/>
            <pc:sldMk cId="3801663565" sldId="349"/>
            <ac:grpSpMk id="48" creationId="{A0067F35-F4B1-8F6D-0F1A-E41839E44856}"/>
          </ac:grpSpMkLst>
        </pc:grpChg>
        <pc:grpChg chg="add mod">
          <ac:chgData name="昕 许" userId="a2975fcd840abfc3" providerId="LiveId" clId="{49CCD4F9-177C-4270-9A14-60236FF377E8}" dt="2026-04-23T04:41:05.961" v="10422"/>
          <ac:grpSpMkLst>
            <pc:docMk/>
            <pc:sldMk cId="3801663565" sldId="349"/>
            <ac:grpSpMk id="51" creationId="{5A8DE228-3861-D7F7-7A64-DAA89D9D13D4}"/>
          </ac:grpSpMkLst>
        </pc:grp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49" creationId="{A437411B-056B-BECE-7859-B4A4C1537585}"/>
          </ac:cxnSpMkLst>
        </pc:cxn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50" creationId="{CEFC8086-D9F9-4DB9-8B89-0A17F77EB66E}"/>
          </ac:cxnSpMkLst>
        </pc:cxnChg>
      </pc:sldChg>
      <pc:sldChg chg="addSp delSp modSp add mod">
        <pc:chgData name="昕 许" userId="a2975fcd840abfc3" providerId="LiveId" clId="{49CCD4F9-177C-4270-9A14-60236FF377E8}" dt="2026-04-23T04:41:08.079" v="10424"/>
        <pc:sldMkLst>
          <pc:docMk/>
          <pc:sldMk cId="4090518086" sldId="350"/>
        </pc:sldMkLst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2" creationId="{EC77E16D-4956-26FC-A005-2A9710067DB9}"/>
          </ac:spMkLst>
        </pc:spChg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3" creationId="{0ACC4B19-87B0-45CC-A0DC-E51020DEE027}"/>
          </ac:spMkLst>
        </pc:spChg>
        <pc:grpChg chg="mod">
          <ac:chgData name="昕 许" userId="a2975fcd840abfc3" providerId="LiveId" clId="{49CCD4F9-177C-4270-9A14-60236FF377E8}" dt="2026-04-23T04:35:29.998" v="10252" actId="1076"/>
          <ac:grpSpMkLst>
            <pc:docMk/>
            <pc:sldMk cId="4090518086" sldId="350"/>
            <ac:grpSpMk id="35" creationId="{79EFA1F3-2D68-916E-5F06-4B72A78C3C00}"/>
          </ac:grpSpMkLst>
        </pc:grpChg>
        <pc:grpChg chg="del">
          <ac:chgData name="昕 许" userId="a2975fcd840abfc3" providerId="LiveId" clId="{49CCD4F9-177C-4270-9A14-60236FF377E8}" dt="2026-04-23T04:41:07.970" v="10423" actId="478"/>
          <ac:grpSpMkLst>
            <pc:docMk/>
            <pc:sldMk cId="4090518086" sldId="350"/>
            <ac:grpSpMk id="48" creationId="{A7B07563-4839-0125-CC08-DD9C08239DF2}"/>
          </ac:grpSpMkLst>
        </pc:grpChg>
        <pc:grpChg chg="add mod">
          <ac:chgData name="昕 许" userId="a2975fcd840abfc3" providerId="LiveId" clId="{49CCD4F9-177C-4270-9A14-60236FF377E8}" dt="2026-04-23T04:41:08.079" v="10424"/>
          <ac:grpSpMkLst>
            <pc:docMk/>
            <pc:sldMk cId="4090518086" sldId="350"/>
            <ac:grpSpMk id="51" creationId="{06122685-B5ED-59CB-7656-9AE7824F7A2E}"/>
          </ac:grpSpMkLst>
        </pc:grpChg>
      </pc:sldChg>
      <pc:sldChg chg="addSp delSp modSp add mod">
        <pc:chgData name="昕 许" userId="a2975fcd840abfc3" providerId="LiveId" clId="{49CCD4F9-177C-4270-9A14-60236FF377E8}" dt="2026-04-23T04:41:10.066" v="10426"/>
        <pc:sldMkLst>
          <pc:docMk/>
          <pc:sldMk cId="683976196" sldId="351"/>
        </pc:sldMkLst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2" creationId="{F8959A75-0C05-4BEC-49A3-81C0FDC6BB9E}"/>
          </ac:spMkLst>
        </pc:spChg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3" creationId="{22C6D24B-CB24-1FBC-D2AD-3908929982DD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5" creationId="{8E31CA17-B59F-9693-94F6-827397A2A040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6" creationId="{DF418E69-97F3-A441-F474-FD1F50EBDDC3}"/>
          </ac:spMkLst>
        </pc:spChg>
        <pc:grpChg chg="del">
          <ac:chgData name="昕 许" userId="a2975fcd840abfc3" providerId="LiveId" clId="{49CCD4F9-177C-4270-9A14-60236FF377E8}" dt="2026-04-23T04:41:09.973" v="10425" actId="478"/>
          <ac:grpSpMkLst>
            <pc:docMk/>
            <pc:sldMk cId="683976196" sldId="351"/>
            <ac:grpSpMk id="48" creationId="{1F80F774-1574-02E7-38FA-0649B7BC1191}"/>
          </ac:grpSpMkLst>
        </pc:grpChg>
        <pc:grpChg chg="add mod">
          <ac:chgData name="昕 许" userId="a2975fcd840abfc3" providerId="LiveId" clId="{49CCD4F9-177C-4270-9A14-60236FF377E8}" dt="2026-04-23T04:35:35.762" v="10255" actId="1076"/>
          <ac:grpSpMkLst>
            <pc:docMk/>
            <pc:sldMk cId="683976196" sldId="351"/>
            <ac:grpSpMk id="51" creationId="{D3589BFE-A03A-2948-4709-F862671F86DD}"/>
          </ac:grpSpMkLst>
        </pc:grpChg>
        <pc:grpChg chg="add mod">
          <ac:chgData name="昕 许" userId="a2975fcd840abfc3" providerId="LiveId" clId="{49CCD4F9-177C-4270-9A14-60236FF377E8}" dt="2026-04-23T04:41:10.066" v="10426"/>
          <ac:grpSpMkLst>
            <pc:docMk/>
            <pc:sldMk cId="683976196" sldId="351"/>
            <ac:grpSpMk id="64" creationId="{DB130B42-354F-14B3-4592-550FED7C9CFE}"/>
          </ac:grpSpMkLst>
        </pc:grpChg>
      </pc:sldChg>
      <pc:sldChg chg="addSp delSp modSp add mod">
        <pc:chgData name="昕 许" userId="a2975fcd840abfc3" providerId="LiveId" clId="{49CCD4F9-177C-4270-9A14-60236FF377E8}" dt="2026-04-23T04:41:12.228" v="10428"/>
        <pc:sldMkLst>
          <pc:docMk/>
          <pc:sldMk cId="1976370940" sldId="352"/>
        </pc:sldMkLst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5" creationId="{31D5B8AB-0E52-1C03-2BC7-F776D1FEAC24}"/>
          </ac:spMkLst>
        </pc:spChg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6" creationId="{EFD5C1BE-8F56-A4FE-10A8-AF4A2D20FDDE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8" creationId="{77B6A002-DBC3-FF25-BE70-EF94170D5F61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9" creationId="{7A3EA866-F4B5-EEC7-7CBC-397C5916543A}"/>
          </ac:spMkLst>
        </pc:spChg>
        <pc:grpChg chg="del">
          <ac:chgData name="昕 许" userId="a2975fcd840abfc3" providerId="LiveId" clId="{49CCD4F9-177C-4270-9A14-60236FF377E8}" dt="2026-04-23T04:41:12.095" v="10427" actId="478"/>
          <ac:grpSpMkLst>
            <pc:docMk/>
            <pc:sldMk cId="1976370940" sldId="352"/>
            <ac:grpSpMk id="48" creationId="{606A740D-B1A5-E731-3E6A-8C8114F5E68F}"/>
          </ac:grpSpMkLst>
        </pc:grpChg>
        <pc:grpChg chg="del">
          <ac:chgData name="昕 许" userId="a2975fcd840abfc3" providerId="LiveId" clId="{49CCD4F9-177C-4270-9A14-60236FF377E8}" dt="2026-04-23T04:35:42.056" v="10259" actId="478"/>
          <ac:grpSpMkLst>
            <pc:docMk/>
            <pc:sldMk cId="1976370940" sldId="352"/>
            <ac:grpSpMk id="54" creationId="{60D36709-9C81-EF28-BD44-DA9C69FD1553}"/>
          </ac:grpSpMkLst>
        </pc:grpChg>
        <pc:grpChg chg="add mod">
          <ac:chgData name="昕 许" userId="a2975fcd840abfc3" providerId="LiveId" clId="{49CCD4F9-177C-4270-9A14-60236FF377E8}" dt="2026-04-23T04:35:40.534" v="10258" actId="1076"/>
          <ac:grpSpMkLst>
            <pc:docMk/>
            <pc:sldMk cId="1976370940" sldId="352"/>
            <ac:grpSpMk id="64" creationId="{825E91E7-6D78-12B7-A80C-8DE72AF330EB}"/>
          </ac:grpSpMkLst>
        </pc:grpChg>
        <pc:grpChg chg="add mod">
          <ac:chgData name="昕 许" userId="a2975fcd840abfc3" providerId="LiveId" clId="{49CCD4F9-177C-4270-9A14-60236FF377E8}" dt="2026-04-23T04:41:12.228" v="10428"/>
          <ac:grpSpMkLst>
            <pc:docMk/>
            <pc:sldMk cId="1976370940" sldId="352"/>
            <ac:grpSpMk id="67" creationId="{A0F9D434-64AA-0C1A-259C-ACF4AE07A08D}"/>
          </ac:grpSpMkLst>
        </pc:grpChg>
      </pc:sldChg>
      <pc:sldChg chg="addSp delSp modSp add mod">
        <pc:chgData name="昕 许" userId="a2975fcd840abfc3" providerId="LiveId" clId="{49CCD4F9-177C-4270-9A14-60236FF377E8}" dt="2026-04-23T04:41:14.308" v="10430"/>
        <pc:sldMkLst>
          <pc:docMk/>
          <pc:sldMk cId="1544611831" sldId="353"/>
        </pc:sldMkLst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5" creationId="{798077B6-DA23-8DA2-C555-711A2D01F552}"/>
          </ac:spMkLst>
        </pc:spChg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6" creationId="{6F2D1991-1AA9-55D5-0D46-3563DED8D29F}"/>
          </ac:spMkLst>
        </pc:spChg>
        <pc:grpChg chg="del">
          <ac:chgData name="昕 许" userId="a2975fcd840abfc3" providerId="LiveId" clId="{49CCD4F9-177C-4270-9A14-60236FF377E8}" dt="2026-04-23T04:41:14.202" v="10429" actId="478"/>
          <ac:grpSpMkLst>
            <pc:docMk/>
            <pc:sldMk cId="1544611831" sldId="353"/>
            <ac:grpSpMk id="48" creationId="{B6DCE324-0DB8-4775-60CB-AA22D131DF8E}"/>
          </ac:grpSpMkLst>
        </pc:grpChg>
        <pc:grpChg chg="add mod">
          <ac:chgData name="昕 许" userId="a2975fcd840abfc3" providerId="LiveId" clId="{49CCD4F9-177C-4270-9A14-60236FF377E8}" dt="2026-04-23T04:41:14.308" v="10430"/>
          <ac:grpSpMkLst>
            <pc:docMk/>
            <pc:sldMk cId="1544611831" sldId="353"/>
            <ac:grpSpMk id="54" creationId="{274FE7C3-C409-B4A5-309D-777457BD3CA4}"/>
          </ac:grpSpMkLst>
        </pc:grpChg>
        <pc:grpChg chg="mod">
          <ac:chgData name="昕 许" userId="a2975fcd840abfc3" providerId="LiveId" clId="{49CCD4F9-177C-4270-9A14-60236FF377E8}" dt="2026-04-23T04:35:46.861" v="10261" actId="1076"/>
          <ac:grpSpMkLst>
            <pc:docMk/>
            <pc:sldMk cId="1544611831" sldId="353"/>
            <ac:grpSpMk id="59" creationId="{78E11839-E64E-32B1-9F84-F4294479BD80}"/>
          </ac:grpSpMkLst>
        </pc:grpChg>
        <pc:grpChg chg="mod">
          <ac:chgData name="昕 许" userId="a2975fcd840abfc3" providerId="LiveId" clId="{49CCD4F9-177C-4270-9A14-60236FF377E8}" dt="2026-04-23T04:35:49.559" v="10262" actId="1076"/>
          <ac:grpSpMkLst>
            <pc:docMk/>
            <pc:sldMk cId="1544611831" sldId="353"/>
            <ac:grpSpMk id="64" creationId="{D74C5161-EF03-CBB3-83FE-55E97E00615C}"/>
          </ac:grpSpMkLst>
        </pc:grpChg>
      </pc:sldChg>
      <pc:sldChg chg="addSp delSp modSp add mod">
        <pc:chgData name="昕 许" userId="a2975fcd840abfc3" providerId="LiveId" clId="{49CCD4F9-177C-4270-9A14-60236FF377E8}" dt="2026-04-23T04:41:26.126" v="10433" actId="478"/>
        <pc:sldMkLst>
          <pc:docMk/>
          <pc:sldMk cId="636473752" sldId="354"/>
        </pc:sldMkLst>
        <pc:spChg chg="mod">
          <ac:chgData name="昕 许" userId="a2975fcd840abfc3" providerId="LiveId" clId="{49CCD4F9-177C-4270-9A14-60236FF377E8}" dt="2026-04-23T04:41:20.931" v="10431" actId="208"/>
          <ac:spMkLst>
            <pc:docMk/>
            <pc:sldMk cId="636473752" sldId="354"/>
            <ac:spMk id="44" creationId="{8F608933-1205-F56B-4620-944CC97F8EB2}"/>
          </ac:spMkLst>
        </pc:spChg>
        <pc:spChg chg="add del mod">
          <ac:chgData name="昕 许" userId="a2975fcd840abfc3" providerId="LiveId" clId="{49CCD4F9-177C-4270-9A14-60236FF377E8}" dt="2026-04-23T04:41:26.126" v="10433" actId="478"/>
          <ac:spMkLst>
            <pc:docMk/>
            <pc:sldMk cId="636473752" sldId="354"/>
            <ac:spMk id="54" creationId="{2512D16E-F786-2AC4-9EBE-19A58C1059CA}"/>
          </ac:spMkLst>
        </pc:spChg>
        <pc:grpChg chg="mod">
          <ac:chgData name="昕 许" userId="a2975fcd840abfc3" providerId="LiveId" clId="{49CCD4F9-177C-4270-9A14-60236FF377E8}" dt="2026-04-23T04:35:53.552" v="10264" actId="1076"/>
          <ac:grpSpMkLst>
            <pc:docMk/>
            <pc:sldMk cId="636473752" sldId="354"/>
            <ac:grpSpMk id="35" creationId="{970AB2B6-FD48-7B95-8A13-BAF297F4EDCE}"/>
          </ac:grpSpMkLst>
        </pc:grpChg>
      </pc:sldChg>
      <pc:sldChg chg="delSp modSp add mod">
        <pc:chgData name="昕 许" userId="a2975fcd840abfc3" providerId="LiveId" clId="{49CCD4F9-177C-4270-9A14-60236FF377E8}" dt="2026-04-23T04:36:48.016" v="10369" actId="1076"/>
        <pc:sldMkLst>
          <pc:docMk/>
          <pc:sldMk cId="2754165984" sldId="355"/>
        </pc:sldMkLst>
        <pc:spChg chg="del">
          <ac:chgData name="昕 许" userId="a2975fcd840abfc3" providerId="LiveId" clId="{49CCD4F9-177C-4270-9A14-60236FF377E8}" dt="2026-04-23T04:36:42.038" v="10367" actId="478"/>
          <ac:spMkLst>
            <pc:docMk/>
            <pc:sldMk cId="2754165984" sldId="355"/>
            <ac:spMk id="54" creationId="{CCE4585E-BF58-863F-2AF7-0B8E1A5B9BFB}"/>
          </ac:spMkLst>
        </pc:s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5" creationId="{1091AAFC-C379-D76D-D454-44FCFAF1BAA7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6" creationId="{AAE07A8C-EC95-4E97-AB4B-B7D1854E172E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9" creationId="{1D858CA8-33AA-2C6D-B524-57F87B54F735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12" creationId="{8E94F4DE-FB4C-BA15-D994-722FC41B221D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15" creationId="{82299722-ECDD-E714-CB0B-5D7EFA39892E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18" creationId="{CAF91BF3-61BB-7C62-02F8-60F348FD29C9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21" creationId="{249A4040-417F-C094-346E-A2FF0A9D75A6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24" creationId="{F8F92C8E-2C1E-F58A-910E-B258CE0498EE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27" creationId="{1018EA1A-C149-1302-2AA7-E186A2B70088}"/>
          </ac:grpSpMkLst>
        </pc:grpChg>
        <pc:grpChg chg="del">
          <ac:chgData name="昕 许" userId="a2975fcd840abfc3" providerId="LiveId" clId="{49CCD4F9-177C-4270-9A14-60236FF377E8}" dt="2026-04-23T04:36:40.161" v="10365" actId="478"/>
          <ac:grpSpMkLst>
            <pc:docMk/>
            <pc:sldMk cId="2754165984" sldId="355"/>
            <ac:grpSpMk id="33" creationId="{B2DF9432-08A5-B9FD-30BB-82F1B8B138D1}"/>
          </ac:grpSpMkLst>
        </pc:grpChg>
        <pc:grpChg chg="del">
          <ac:chgData name="昕 许" userId="a2975fcd840abfc3" providerId="LiveId" clId="{49CCD4F9-177C-4270-9A14-60236FF377E8}" dt="2026-04-23T04:36:42.038" v="10367" actId="478"/>
          <ac:grpSpMkLst>
            <pc:docMk/>
            <pc:sldMk cId="2754165984" sldId="355"/>
            <ac:grpSpMk id="35" creationId="{24F54F82-BCA2-D939-DC35-70B29DB12D9D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39" creationId="{3F2F0CC9-A847-EC42-4A99-5F4E490BC7F7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2" creationId="{F7381462-623D-1E22-B4C6-1B43A3309E39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5" creationId="{F9DFFC64-1E4C-6AEC-3C2D-6F97BD3ED415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8" creationId="{C9148A6D-2A20-3FAA-70D2-EBE38BFB27B2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51" creationId="{DCAB6FF8-8D2F-A2EB-54C4-9C0D1E036189}"/>
          </ac:grpSpMkLst>
        </pc:grpChg>
        <pc:grpChg chg="del">
          <ac:chgData name="昕 许" userId="a2975fcd840abfc3" providerId="LiveId" clId="{49CCD4F9-177C-4270-9A14-60236FF377E8}" dt="2026-04-23T04:36:41.062" v="10366" actId="478"/>
          <ac:grpSpMkLst>
            <pc:docMk/>
            <pc:sldMk cId="2754165984" sldId="355"/>
            <ac:grpSpMk id="59" creationId="{BD22175C-BC69-4873-1645-958D5BFAE94C}"/>
          </ac:grpSpMkLst>
        </pc:grpChg>
        <pc:grpChg chg="del">
          <ac:chgData name="昕 许" userId="a2975fcd840abfc3" providerId="LiveId" clId="{49CCD4F9-177C-4270-9A14-60236FF377E8}" dt="2026-04-23T04:36:40.161" v="10365" actId="478"/>
          <ac:grpSpMkLst>
            <pc:docMk/>
            <pc:sldMk cId="2754165984" sldId="355"/>
            <ac:grpSpMk id="64" creationId="{B794BAAA-9E76-4B08-34CA-A66909E17C62}"/>
          </ac:grpSpMkLst>
        </pc:grp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7" creationId="{4E61A2E7-3B4E-7F19-6826-9C31F5231432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8" creationId="{6F92C857-96E0-F1DB-C818-7685AD60DA77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3" creationId="{B85E1957-B838-6037-AD59-5A4BA1AF66F5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9" creationId="{991EABE1-F120-B004-3DF5-E3A7269F2068}"/>
          </ac:cxnSpMkLst>
        </pc:cxnChg>
        <pc:cxnChg chg="del">
          <ac:chgData name="昕 许" userId="a2975fcd840abfc3" providerId="LiveId" clId="{49CCD4F9-177C-4270-9A14-60236FF377E8}" dt="2026-04-23T04:36:44.466" v="10368" actId="478"/>
          <ac:cxnSpMkLst>
            <pc:docMk/>
            <pc:sldMk cId="2754165984" sldId="355"/>
            <ac:cxnSpMk id="50" creationId="{A39CDF29-1738-C0B3-4475-EA713BCAAEB8}"/>
          </ac:cxnSpMkLst>
        </pc:cxnChg>
      </pc:sldChg>
      <pc:sldChg chg="delSp modSp add mod">
        <pc:chgData name="昕 许" userId="a2975fcd840abfc3" providerId="LiveId" clId="{49CCD4F9-177C-4270-9A14-60236FF377E8}" dt="2026-04-23T04:39:38.653" v="10386" actId="208"/>
        <pc:sldMkLst>
          <pc:docMk/>
          <pc:sldMk cId="577621370" sldId="356"/>
        </pc:sldMkLst>
        <pc:spChg chg="mod">
          <ac:chgData name="昕 许" userId="a2975fcd840abfc3" providerId="LiveId" clId="{49CCD4F9-177C-4270-9A14-60236FF377E8}" dt="2026-04-23T04:39:38.653" v="10386" actId="208"/>
          <ac:spMkLst>
            <pc:docMk/>
            <pc:sldMk cId="577621370" sldId="356"/>
            <ac:spMk id="32" creationId="{FF4B5964-BCBF-918A-5AF5-152D4F08DA34}"/>
          </ac:spMkLst>
        </pc:spChg>
        <pc:grpChg chg="del">
          <ac:chgData name="昕 许" userId="a2975fcd840abfc3" providerId="LiveId" clId="{49CCD4F9-177C-4270-9A14-60236FF377E8}" dt="2026-04-23T04:37:55.247" v="10381" actId="478"/>
          <ac:grpSpMkLst>
            <pc:docMk/>
            <pc:sldMk cId="577621370" sldId="356"/>
            <ac:grpSpMk id="39" creationId="{7649A7F7-2C5B-2FB1-FD5B-3F8FA03D2CBB}"/>
          </ac:grpSpMkLst>
        </pc:grpChg>
      </pc:sldChg>
      <pc:sldChg chg="add">
        <pc:chgData name="昕 许" userId="a2975fcd840abfc3" providerId="LiveId" clId="{49CCD4F9-177C-4270-9A14-60236FF377E8}" dt="2026-04-23T04:41:23.851" v="10432"/>
        <pc:sldMkLst>
          <pc:docMk/>
          <pc:sldMk cId="1866751662" sldId="357"/>
        </pc:sldMkLst>
      </pc:sldChg>
      <pc:sldChg chg="addSp delSp modSp add mod">
        <pc:chgData name="昕 许" userId="a2975fcd840abfc3" providerId="LiveId" clId="{49CCD4F9-177C-4270-9A14-60236FF377E8}" dt="2026-04-23T05:13:38.158" v="10471" actId="1076"/>
        <pc:sldMkLst>
          <pc:docMk/>
          <pc:sldMk cId="2857483550" sldId="358"/>
        </pc:sldMkLst>
        <pc:spChg chg="mod">
          <ac:chgData name="昕 许" userId="a2975fcd840abfc3" providerId="LiveId" clId="{49CCD4F9-177C-4270-9A14-60236FF377E8}" dt="2026-04-23T05:12:25.732" v="10457"/>
          <ac:spMkLst>
            <pc:docMk/>
            <pc:sldMk cId="2857483550" sldId="358"/>
            <ac:spMk id="7" creationId="{930DDFDE-86F8-5D79-B23A-4D8931B0E7F1}"/>
          </ac:spMkLst>
        </pc:spChg>
        <pc:spChg chg="mod">
          <ac:chgData name="昕 许" userId="a2975fcd840abfc3" providerId="LiveId" clId="{49CCD4F9-177C-4270-9A14-60236FF377E8}" dt="2026-04-23T05:13:30.470" v="10468"/>
          <ac:spMkLst>
            <pc:docMk/>
            <pc:sldMk cId="2857483550" sldId="358"/>
            <ac:spMk id="18" creationId="{4304FF2E-7D96-EC07-5C54-3DFF0ACDDBD5}"/>
          </ac:spMkLst>
        </pc:spChg>
        <pc:spChg chg="mod">
          <ac:chgData name="昕 许" userId="a2975fcd840abfc3" providerId="LiveId" clId="{49CCD4F9-177C-4270-9A14-60236FF377E8}" dt="2026-04-23T05:13:30.470" v="10468"/>
          <ac:spMkLst>
            <pc:docMk/>
            <pc:sldMk cId="2857483550" sldId="358"/>
            <ac:spMk id="20" creationId="{9580ADEE-9B71-8D5C-CEBD-5E00656A6A91}"/>
          </ac:spMkLst>
        </pc:spChg>
        <pc:spChg chg="mod">
          <ac:chgData name="昕 许" userId="a2975fcd840abfc3" providerId="LiveId" clId="{49CCD4F9-177C-4270-9A14-60236FF377E8}" dt="2026-04-23T05:13:30.470" v="10468"/>
          <ac:spMkLst>
            <pc:docMk/>
            <pc:sldMk cId="2857483550" sldId="358"/>
            <ac:spMk id="22" creationId="{956F9E5D-1C1C-87BC-C83F-C565A7830CCC}"/>
          </ac:spMkLst>
        </pc:spChg>
        <pc:spChg chg="del">
          <ac:chgData name="昕 许" userId="a2975fcd840abfc3" providerId="LiveId" clId="{49CCD4F9-177C-4270-9A14-60236FF377E8}" dt="2026-04-23T05:12:12.300" v="10441" actId="478"/>
          <ac:spMkLst>
            <pc:docMk/>
            <pc:sldMk cId="2857483550" sldId="358"/>
            <ac:spMk id="49" creationId="{A669B570-47C8-87D1-388F-45F8B8A541B9}"/>
          </ac:spMkLst>
        </pc:s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2" creationId="{E8BC542B-482D-A1E4-4417-EBAA8EA8FE41}"/>
          </ac:grpSpMkLst>
        </pc:grpChg>
        <pc:grpChg chg="add del mod">
          <ac:chgData name="昕 许" userId="a2975fcd840abfc3" providerId="LiveId" clId="{49CCD4F9-177C-4270-9A14-60236FF377E8}" dt="2026-04-23T05:13:31.993" v="10469" actId="478"/>
          <ac:grpSpMkLst>
            <pc:docMk/>
            <pc:sldMk cId="2857483550" sldId="358"/>
            <ac:grpSpMk id="3" creationId="{BB2665BB-808A-EFF2-46FB-C8904E74FAA7}"/>
          </ac:grpSpMkLst>
        </pc:grpChg>
        <pc:grpChg chg="add mod">
          <ac:chgData name="昕 许" userId="a2975fcd840abfc3" providerId="LiveId" clId="{49CCD4F9-177C-4270-9A14-60236FF377E8}" dt="2026-04-23T05:13:38.158" v="10471" actId="1076"/>
          <ac:grpSpMkLst>
            <pc:docMk/>
            <pc:sldMk cId="2857483550" sldId="358"/>
            <ac:grpSpMk id="8" creationId="{D2834D42-9ADE-B0A1-0395-5107229D1733}"/>
          </ac:grpSpMkLst>
        </pc:grpChg>
        <pc:grpChg chg="add del mod">
          <ac:chgData name="昕 许" userId="a2975fcd840abfc3" providerId="LiveId" clId="{49CCD4F9-177C-4270-9A14-60236FF377E8}" dt="2026-04-23T05:13:32.843" v="10470" actId="478"/>
          <ac:grpSpMkLst>
            <pc:docMk/>
            <pc:sldMk cId="2857483550" sldId="358"/>
            <ac:grpSpMk id="19" creationId="{32E24FAC-D1DD-34BF-3176-45F87623602B}"/>
          </ac:grpSpMkLst>
        </pc:gr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21" creationId="{57BD7C7E-E574-8542-1E8B-815F7FD43F51}"/>
          </ac:grpSpMkLst>
        </pc:gr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29" creationId="{C1C84021-B057-5C00-82D6-8B87F145146F}"/>
          </ac:grpSpMkLst>
        </pc:gr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38" creationId="{6D691958-335F-3839-7AB9-3A87B35D84B1}"/>
          </ac:grpSpMkLst>
        </pc:gr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43" creationId="{3C5946CA-E2AD-3495-7A4C-10AAA994B909}"/>
          </ac:grpSpMkLst>
        </pc:grpChg>
        <pc:grpChg chg="mod">
          <ac:chgData name="昕 许" userId="a2975fcd840abfc3" providerId="LiveId" clId="{49CCD4F9-177C-4270-9A14-60236FF377E8}" dt="2026-04-23T05:12:14.793" v="10442" actId="1076"/>
          <ac:grpSpMkLst>
            <pc:docMk/>
            <pc:sldMk cId="2857483550" sldId="358"/>
            <ac:grpSpMk id="54" creationId="{6C04CF2C-5FBD-CAA5-20CD-14E3EC73A96F}"/>
          </ac:grpSpMkLst>
        </pc:grpChg>
        <pc:cxnChg chg="mod">
          <ac:chgData name="昕 许" userId="a2975fcd840abfc3" providerId="LiveId" clId="{49CCD4F9-177C-4270-9A14-60236FF377E8}" dt="2026-04-23T05:12:25.732" v="10457"/>
          <ac:cxnSpMkLst>
            <pc:docMk/>
            <pc:sldMk cId="2857483550" sldId="358"/>
            <ac:cxnSpMk id="4" creationId="{1BE5C0E4-CE1F-AF98-09EA-B847DA8DF68A}"/>
          </ac:cxnSpMkLst>
        </pc:cxnChg>
        <pc:cxnChg chg="mod">
          <ac:chgData name="昕 许" userId="a2975fcd840abfc3" providerId="LiveId" clId="{49CCD4F9-177C-4270-9A14-60236FF377E8}" dt="2026-04-23T05:12:25.732" v="10457"/>
          <ac:cxnSpMkLst>
            <pc:docMk/>
            <pc:sldMk cId="2857483550" sldId="358"/>
            <ac:cxnSpMk id="5" creationId="{D312944D-D54D-C30D-90F1-CCD72A0BC115}"/>
          </ac:cxnSpMkLst>
        </pc:cxnChg>
        <pc:cxnChg chg="mod">
          <ac:chgData name="昕 许" userId="a2975fcd840abfc3" providerId="LiveId" clId="{49CCD4F9-177C-4270-9A14-60236FF377E8}" dt="2026-04-23T05:12:14.793" v="10442" actId="1076"/>
          <ac:cxnSpMkLst>
            <pc:docMk/>
            <pc:sldMk cId="2857483550" sldId="358"/>
            <ac:cxnSpMk id="13" creationId="{493519EC-0515-D33C-DA30-3000A79BE544}"/>
          </ac:cxnSpMkLst>
        </pc:cxnChg>
        <pc:cxnChg chg="mod">
          <ac:chgData name="昕 许" userId="a2975fcd840abfc3" providerId="LiveId" clId="{49CCD4F9-177C-4270-9A14-60236FF377E8}" dt="2026-04-23T05:13:30.470" v="10468"/>
          <ac:cxnSpMkLst>
            <pc:docMk/>
            <pc:sldMk cId="2857483550" sldId="358"/>
            <ac:cxnSpMk id="14" creationId="{83EFA240-68BA-8D0C-EBEC-970F158CB9B0}"/>
          </ac:cxnSpMkLst>
        </pc:cxnChg>
        <pc:cxnChg chg="mod">
          <ac:chgData name="昕 许" userId="a2975fcd840abfc3" providerId="LiveId" clId="{49CCD4F9-177C-4270-9A14-60236FF377E8}" dt="2026-04-23T05:13:30.470" v="10468"/>
          <ac:cxnSpMkLst>
            <pc:docMk/>
            <pc:sldMk cId="2857483550" sldId="358"/>
            <ac:cxnSpMk id="16" creationId="{8A998FE4-E52C-1597-500D-385E906FF87E}"/>
          </ac:cxnSpMkLst>
        </pc:cxnChg>
        <pc:cxnChg chg="mod">
          <ac:chgData name="昕 许" userId="a2975fcd840abfc3" providerId="LiveId" clId="{49CCD4F9-177C-4270-9A14-60236FF377E8}" dt="2026-04-23T05:12:14.793" v="10442" actId="1076"/>
          <ac:cxnSpMkLst>
            <pc:docMk/>
            <pc:sldMk cId="2857483550" sldId="358"/>
            <ac:cxnSpMk id="17" creationId="{F39D12DD-3AD6-C3D5-0034-DF7B730F3D76}"/>
          </ac:cxnSpMkLst>
        </pc:cxnChg>
        <pc:cxnChg chg="mod">
          <ac:chgData name="昕 许" userId="a2975fcd840abfc3" providerId="LiveId" clId="{49CCD4F9-177C-4270-9A14-60236FF377E8}" dt="2026-04-23T05:12:14.793" v="10442" actId="1076"/>
          <ac:cxnSpMkLst>
            <pc:docMk/>
            <pc:sldMk cId="2857483550" sldId="358"/>
            <ac:cxnSpMk id="46" creationId="{E44C72AC-B25F-3E25-06BC-8153DA4F4928}"/>
          </ac:cxnSpMkLst>
        </pc:cxnChg>
        <pc:cxnChg chg="mod">
          <ac:chgData name="昕 许" userId="a2975fcd840abfc3" providerId="LiveId" clId="{49CCD4F9-177C-4270-9A14-60236FF377E8}" dt="2026-04-23T05:12:14.793" v="10442" actId="1076"/>
          <ac:cxnSpMkLst>
            <pc:docMk/>
            <pc:sldMk cId="2857483550" sldId="358"/>
            <ac:cxnSpMk id="57" creationId="{5F258C09-8483-DC32-2D1D-C6AFAC30D240}"/>
          </ac:cxnSpMkLst>
        </pc:cxnChg>
        <pc:cxnChg chg="del">
          <ac:chgData name="昕 许" userId="a2975fcd840abfc3" providerId="LiveId" clId="{49CCD4F9-177C-4270-9A14-60236FF377E8}" dt="2026-04-23T05:12:12.300" v="10441" actId="478"/>
          <ac:cxnSpMkLst>
            <pc:docMk/>
            <pc:sldMk cId="2857483550" sldId="358"/>
            <ac:cxnSpMk id="64" creationId="{13B3E8BF-BB4C-53B3-C51F-786D291B6B3C}"/>
          </ac:cxnSpMkLst>
        </pc:cxnChg>
      </pc:sldChg>
      <pc:sldChg chg="addSp delSp modSp add mod">
        <pc:chgData name="昕 许" userId="a2975fcd840abfc3" providerId="LiveId" clId="{49CCD4F9-177C-4270-9A14-60236FF377E8}" dt="2026-04-23T05:13:53.472" v="10475" actId="1076"/>
        <pc:sldMkLst>
          <pc:docMk/>
          <pc:sldMk cId="3732526845" sldId="359"/>
        </pc:sldMkLst>
        <pc:spChg chg="mod">
          <ac:chgData name="昕 许" userId="a2975fcd840abfc3" providerId="LiveId" clId="{49CCD4F9-177C-4270-9A14-60236FF377E8}" dt="2026-04-23T05:13:10.792" v="10464" actId="208"/>
          <ac:spMkLst>
            <pc:docMk/>
            <pc:sldMk cId="3732526845" sldId="359"/>
            <ac:spMk id="6" creationId="{94835099-9627-506F-E325-B31A79F5FC65}"/>
          </ac:spMkLst>
        </pc:spChg>
        <pc:spChg chg="del mod topLvl">
          <ac:chgData name="昕 许" userId="a2975fcd840abfc3" providerId="LiveId" clId="{49CCD4F9-177C-4270-9A14-60236FF377E8}" dt="2026-04-23T05:13:47.470" v="10474" actId="478"/>
          <ac:spMkLst>
            <pc:docMk/>
            <pc:sldMk cId="3732526845" sldId="359"/>
            <ac:spMk id="7" creationId="{F0002F36-AE4C-D6CB-B7DC-9E0543F2CBC2}"/>
          </ac:spMkLst>
        </pc:spChg>
        <pc:spChg chg="mod">
          <ac:chgData name="昕 许" userId="a2975fcd840abfc3" providerId="LiveId" clId="{49CCD4F9-177C-4270-9A14-60236FF377E8}" dt="2026-04-23T05:13:03.892" v="10463" actId="208"/>
          <ac:spMkLst>
            <pc:docMk/>
            <pc:sldMk cId="3732526845" sldId="359"/>
            <ac:spMk id="10" creationId="{F3776C4F-A0C1-C659-ED6E-F23BE81D8F39}"/>
          </ac:spMkLst>
        </pc:spChg>
        <pc:spChg chg="mod">
          <ac:chgData name="昕 许" userId="a2975fcd840abfc3" providerId="LiveId" clId="{49CCD4F9-177C-4270-9A14-60236FF377E8}" dt="2026-04-23T05:12:51.803" v="10460"/>
          <ac:spMkLst>
            <pc:docMk/>
            <pc:sldMk cId="3732526845" sldId="359"/>
            <ac:spMk id="14" creationId="{EEFDAA02-5DF8-CFFF-BFA7-4ADE5F2B2B12}"/>
          </ac:spMkLst>
        </pc:spChg>
        <pc:spChg chg="mod">
          <ac:chgData name="昕 许" userId="a2975fcd840abfc3" providerId="LiveId" clId="{49CCD4F9-177C-4270-9A14-60236FF377E8}" dt="2026-04-23T05:12:51.803" v="10460"/>
          <ac:spMkLst>
            <pc:docMk/>
            <pc:sldMk cId="3732526845" sldId="359"/>
            <ac:spMk id="16" creationId="{BCD32461-37A8-9AFE-4A2D-62B6E72D8E30}"/>
          </ac:spMkLst>
        </pc:spChg>
        <pc:spChg chg="mod">
          <ac:chgData name="昕 许" userId="a2975fcd840abfc3" providerId="LiveId" clId="{49CCD4F9-177C-4270-9A14-60236FF377E8}" dt="2026-04-23T05:13:42.697" v="10472"/>
          <ac:spMkLst>
            <pc:docMk/>
            <pc:sldMk cId="3732526845" sldId="359"/>
            <ac:spMk id="22" creationId="{3941CF51-0D3C-0FB2-D3D4-79ABE250344F}"/>
          </ac:spMkLst>
        </pc:spChg>
        <pc:grpChg chg="del mod">
          <ac:chgData name="昕 许" userId="a2975fcd840abfc3" providerId="LiveId" clId="{49CCD4F9-177C-4270-9A14-60236FF377E8}" dt="2026-04-23T05:13:45.505" v="10473" actId="165"/>
          <ac:grpSpMkLst>
            <pc:docMk/>
            <pc:sldMk cId="3732526845" sldId="359"/>
            <ac:grpSpMk id="3" creationId="{54D135F8-011F-130E-8C6F-B84C21A14FD5}"/>
          </ac:grpSpMkLst>
        </pc:grpChg>
        <pc:grpChg chg="add mod">
          <ac:chgData name="昕 许" userId="a2975fcd840abfc3" providerId="LiveId" clId="{49CCD4F9-177C-4270-9A14-60236FF377E8}" dt="2026-04-23T05:13:53.472" v="10475" actId="1076"/>
          <ac:grpSpMkLst>
            <pc:docMk/>
            <pc:sldMk cId="3732526845" sldId="359"/>
            <ac:grpSpMk id="8" creationId="{205C50FB-BD4C-6C36-FA76-600FA186F639}"/>
          </ac:grpSpMkLst>
        </pc:grpChg>
        <pc:grpChg chg="add mod">
          <ac:chgData name="昕 许" userId="a2975fcd840abfc3" providerId="LiveId" clId="{49CCD4F9-177C-4270-9A14-60236FF377E8}" dt="2026-04-23T05:13:42.697" v="10472"/>
          <ac:grpSpMkLst>
            <pc:docMk/>
            <pc:sldMk cId="3732526845" sldId="359"/>
            <ac:grpSpMk id="18" creationId="{432D7775-91F0-A47D-AFE8-1EC9B4D2006C}"/>
          </ac:grpSpMkLst>
        </pc:grpChg>
        <pc:cxnChg chg="del mod topLvl">
          <ac:chgData name="昕 许" userId="a2975fcd840abfc3" providerId="LiveId" clId="{49CCD4F9-177C-4270-9A14-60236FF377E8}" dt="2026-04-23T05:13:47.470" v="10474" actId="478"/>
          <ac:cxnSpMkLst>
            <pc:docMk/>
            <pc:sldMk cId="3732526845" sldId="359"/>
            <ac:cxnSpMk id="4" creationId="{8A353C47-B0CE-4436-4D98-BBD5199DB869}"/>
          </ac:cxnSpMkLst>
        </pc:cxnChg>
        <pc:cxnChg chg="del mod topLvl">
          <ac:chgData name="昕 许" userId="a2975fcd840abfc3" providerId="LiveId" clId="{49CCD4F9-177C-4270-9A14-60236FF377E8}" dt="2026-04-23T05:13:47.470" v="10474" actId="478"/>
          <ac:cxnSpMkLst>
            <pc:docMk/>
            <pc:sldMk cId="3732526845" sldId="359"/>
            <ac:cxnSpMk id="5" creationId="{BFC2FE58-A3E9-C84C-4434-39A45D927479}"/>
          </ac:cxnSpMkLst>
        </pc:cxnChg>
        <pc:cxnChg chg="mod">
          <ac:chgData name="昕 许" userId="a2975fcd840abfc3" providerId="LiveId" clId="{49CCD4F9-177C-4270-9A14-60236FF377E8}" dt="2026-04-23T05:13:42.697" v="10472"/>
          <ac:cxnSpMkLst>
            <pc:docMk/>
            <pc:sldMk cId="3732526845" sldId="359"/>
            <ac:cxnSpMk id="19" creationId="{5625E56C-7C4A-D51A-9448-13DCA13AFE65}"/>
          </ac:cxnSpMkLst>
        </pc:cxnChg>
        <pc:cxnChg chg="mod">
          <ac:chgData name="昕 许" userId="a2975fcd840abfc3" providerId="LiveId" clId="{49CCD4F9-177C-4270-9A14-60236FF377E8}" dt="2026-04-23T05:13:42.697" v="10472"/>
          <ac:cxnSpMkLst>
            <pc:docMk/>
            <pc:sldMk cId="3732526845" sldId="359"/>
            <ac:cxnSpMk id="20" creationId="{C37D4D58-908D-EB17-4F6F-B6996B152620}"/>
          </ac:cxnSpMkLst>
        </pc:cxnChg>
      </pc:sldChg>
      <pc:sldChg chg="modSp add mod">
        <pc:chgData name="昕 许" userId="a2975fcd840abfc3" providerId="LiveId" clId="{49CCD4F9-177C-4270-9A14-60236FF377E8}" dt="2026-04-23T05:13:57.322" v="10477" actId="1076"/>
        <pc:sldMkLst>
          <pc:docMk/>
          <pc:sldMk cId="3234782735" sldId="360"/>
        </pc:sldMkLst>
        <pc:grpChg chg="mod">
          <ac:chgData name="昕 许" userId="a2975fcd840abfc3" providerId="LiveId" clId="{49CCD4F9-177C-4270-9A14-60236FF377E8}" dt="2026-04-23T05:13:57.322" v="10477" actId="1076"/>
          <ac:grpSpMkLst>
            <pc:docMk/>
            <pc:sldMk cId="3234782735" sldId="360"/>
            <ac:grpSpMk id="8" creationId="{F3BFF5B3-677C-D241-3AC7-D82D15EB15D1}"/>
          </ac:grpSpMkLst>
        </pc:grpChg>
      </pc:sldChg>
      <pc:sldChg chg="add del">
        <pc:chgData name="昕 许" userId="a2975fcd840abfc3" providerId="LiveId" clId="{49CCD4F9-177C-4270-9A14-60236FF377E8}" dt="2026-04-23T05:13:23.559" v="10467" actId="47"/>
        <pc:sldMkLst>
          <pc:docMk/>
          <pc:sldMk cId="3793494981" sldId="360"/>
        </pc:sldMkLst>
      </pc:sldChg>
      <pc:sldChg chg="addSp delSp modSp add mod">
        <pc:chgData name="昕 许" userId="a2975fcd840abfc3" providerId="LiveId" clId="{49CCD4F9-177C-4270-9A14-60236FF377E8}" dt="2026-04-23T05:24:30.446" v="10481" actId="478"/>
        <pc:sldMkLst>
          <pc:docMk/>
          <pc:sldMk cId="2763087443" sldId="361"/>
        </pc:sldMkLst>
        <pc:spChg chg="mod">
          <ac:chgData name="昕 许" userId="a2975fcd840abfc3" providerId="LiveId" clId="{49CCD4F9-177C-4270-9A14-60236FF377E8}" dt="2026-04-23T05:14:04.078" v="10479"/>
          <ac:spMkLst>
            <pc:docMk/>
            <pc:sldMk cId="2763087443" sldId="361"/>
            <ac:spMk id="4" creationId="{0FC4988A-5649-77AA-8E4B-D4CB6A21F6C4}"/>
          </ac:spMkLst>
        </pc:spChg>
        <pc:spChg chg="mod">
          <ac:chgData name="昕 许" userId="a2975fcd840abfc3" providerId="LiveId" clId="{49CCD4F9-177C-4270-9A14-60236FF377E8}" dt="2026-04-23T05:14:04.078" v="10479"/>
          <ac:spMkLst>
            <pc:docMk/>
            <pc:sldMk cId="2763087443" sldId="361"/>
            <ac:spMk id="5" creationId="{CDC30C69-CC5B-913D-580C-63A7535403F0}"/>
          </ac:spMkLst>
        </pc:spChg>
        <pc:grpChg chg="add del mod">
          <ac:chgData name="昕 许" userId="a2975fcd840abfc3" providerId="LiveId" clId="{49CCD4F9-177C-4270-9A14-60236FF377E8}" dt="2026-04-23T05:24:30.446" v="10481" actId="478"/>
          <ac:grpSpMkLst>
            <pc:docMk/>
            <pc:sldMk cId="2763087443" sldId="361"/>
            <ac:grpSpMk id="3" creationId="{43736241-C7EF-1B51-F6CC-052249338AA2}"/>
          </ac:grpSpMkLst>
        </pc:grp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2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3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4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5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4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9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8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2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9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6F32-FCC9-D54C-1AFA-7C9D419D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D782F6-0E3A-958B-EF58-D6F83A7F3937}"/>
              </a:ext>
            </a:extLst>
          </p:cNvPr>
          <p:cNvSpPr txBox="1"/>
          <p:nvPr/>
        </p:nvSpPr>
        <p:spPr>
          <a:xfrm>
            <a:off x="3865450" y="1643773"/>
            <a:ext cx="1986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二叉树的层序遍历</a:t>
            </a:r>
            <a:r>
              <a:rPr lang="en-US" altLang="zh-CN" sz="1100" b="1" dirty="0"/>
              <a:t>- </a:t>
            </a:r>
            <a:r>
              <a:rPr lang="zh-CN" altLang="en-US" sz="1100" b="1" dirty="0"/>
              <a:t>基本流程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B94F11A-B1AB-6AFA-DCE4-8AE1ACE13DD5}"/>
                  </a:ext>
                </a:extLst>
              </p:cNvPr>
              <p:cNvSpPr txBox="1"/>
              <p:nvPr/>
            </p:nvSpPr>
            <p:spPr>
              <a:xfrm>
                <a:off x="3903518" y="2093521"/>
                <a:ext cx="240392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1.</a:t>
                </a:r>
                <a:r>
                  <a:rPr lang="zh-CN" altLang="en-US" sz="1100" b="1" dirty="0"/>
                  <a:t>初始化队列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𝒒𝒖𝒆𝒖𝒆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(),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𝒓𝒆𝒔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=[]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B94F11A-B1AB-6AFA-DCE4-8AE1ACE1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518" y="2093521"/>
                <a:ext cx="2403928" cy="261610"/>
              </a:xfrm>
              <a:prstGeom prst="rect">
                <a:avLst/>
              </a:prstGeom>
              <a:blipFill>
                <a:blip r:embed="rId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C51C97-4322-55BB-0448-B9887EF1D3ED}"/>
                  </a:ext>
                </a:extLst>
              </p:cNvPr>
              <p:cNvSpPr txBox="1"/>
              <p:nvPr/>
            </p:nvSpPr>
            <p:spPr>
              <a:xfrm>
                <a:off x="3903518" y="2376582"/>
                <a:ext cx="19506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2.</a:t>
                </a:r>
                <a:r>
                  <a:rPr lang="zh-CN" altLang="en-US" sz="1100" b="1" dirty="0"/>
                  <a:t>起始节点入队：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C51C97-4322-55BB-0448-B9887EF1D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518" y="2376582"/>
                <a:ext cx="1950662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D15159-F4F0-4947-A214-7BF104772D07}"/>
              </a:ext>
            </a:extLst>
          </p:cNvPr>
          <p:cNvSpPr/>
          <p:nvPr/>
        </p:nvSpPr>
        <p:spPr>
          <a:xfrm>
            <a:off x="3781687" y="1947302"/>
            <a:ext cx="4562476" cy="222464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72A37EF-AD6B-36E1-C9A7-445B4187B01D}"/>
                  </a:ext>
                </a:extLst>
              </p:cNvPr>
              <p:cNvSpPr txBox="1"/>
              <p:nvPr/>
            </p:nvSpPr>
            <p:spPr>
              <a:xfrm>
                <a:off x="3903518" y="2680111"/>
                <a:ext cx="21822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</a:t>
                </a:r>
                <a:r>
                  <a:rPr lang="zh-CN" altLang="en-US" sz="1100" b="1" dirty="0"/>
                  <a:t>循环以下操作，直到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100" b="1" dirty="0"/>
                  <a:t>为空：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72A37EF-AD6B-36E1-C9A7-445B4187B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518" y="2680111"/>
                <a:ext cx="2182222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5E11843-C2AB-76D0-C519-1C712C36F1A6}"/>
                  </a:ext>
                </a:extLst>
              </p:cNvPr>
              <p:cNvSpPr txBox="1"/>
              <p:nvPr/>
            </p:nvSpPr>
            <p:spPr>
              <a:xfrm>
                <a:off x="4268642" y="2999343"/>
                <a:ext cx="27918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3.1 </a:t>
                </a:r>
                <a:r>
                  <a:rPr lang="zh-CN" altLang="en-US" sz="1100" b="1" dirty="0"/>
                  <a:t>取出整个队列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5E11843-C2AB-76D0-C519-1C712C36F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42" y="2999343"/>
                <a:ext cx="2791823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046803B-C9C9-A992-EE70-C27286DA8DFE}"/>
                  </a:ext>
                </a:extLst>
              </p:cNvPr>
              <p:cNvSpPr txBox="1"/>
              <p:nvPr/>
            </p:nvSpPr>
            <p:spPr>
              <a:xfrm>
                <a:off x="4313092" y="3302872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3.2 </a:t>
                </a:r>
                <a:r>
                  <a:rPr lang="zh-CN" altLang="en-US" sz="1100" b="1" dirty="0"/>
                  <a:t>记录答案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𝒓𝒆𝒔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𝒂𝒑𝒑𝒆𝒏𝒅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𝒗𝒂𝒍𝒔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𝒐𝒇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046803B-C9C9-A992-EE70-C27286DA8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092" y="3302872"/>
                <a:ext cx="3344273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FAFB7F9-B327-B85F-FC13-24B92CF46842}"/>
                  </a:ext>
                </a:extLst>
              </p:cNvPr>
              <p:cNvSpPr txBox="1"/>
              <p:nvPr/>
            </p:nvSpPr>
            <p:spPr>
              <a:xfrm>
                <a:off x="4313092" y="3606401"/>
                <a:ext cx="42340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3.3 </a:t>
                </a:r>
                <a:r>
                  <a:rPr lang="zh-CN" altLang="en-US" sz="1100" b="1" dirty="0"/>
                  <a:t>从左到右枚举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100" b="1" dirty="0"/>
                  <a:t>，依次拓展左右儿子节点</a:t>
                </a:r>
                <a:r>
                  <a:rPr lang="en-US" altLang="zh-CN" sz="1100" b="1" dirty="0"/>
                  <a:t>,</a:t>
                </a:r>
                <a:r>
                  <a:rPr lang="zh-CN" altLang="en-US" sz="1100" b="1" dirty="0"/>
                  <a:t>记作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𝒏𝒆𝒙𝒕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𝒍𝒆𝒗𝒆𝒍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FAFB7F9-B327-B85F-FC13-24B92CF46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092" y="3606401"/>
                <a:ext cx="4234008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6F8E13A-3FE0-4E7E-3832-E9EDF1D24C83}"/>
                  </a:ext>
                </a:extLst>
              </p:cNvPr>
              <p:cNvSpPr txBox="1"/>
              <p:nvPr/>
            </p:nvSpPr>
            <p:spPr>
              <a:xfrm>
                <a:off x="4313092" y="3868011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3.4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err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dirty="0" err="1" smtClean="0">
                        <a:latin typeface="Cambria Math" panose="02040503050406030204" pitchFamily="18" charset="0"/>
                      </a:rPr>
                      <m:t>𝒏𝒆𝒙𝒕</m:t>
                    </m:r>
                    <m:r>
                      <a:rPr lang="en-US" altLang="zh-CN" sz="1100" b="1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dirty="0" err="1" smtClean="0">
                        <a:latin typeface="Cambria Math" panose="02040503050406030204" pitchFamily="18" charset="0"/>
                      </a:rPr>
                      <m:t>𝒍𝒆𝒗𝒆𝒍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6F8E13A-3FE0-4E7E-3832-E9EDF1D24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092" y="3868011"/>
                <a:ext cx="3344273" cy="261610"/>
              </a:xfrm>
              <a:prstGeom prst="rect">
                <a:avLst/>
              </a:prstGeom>
              <a:blipFill>
                <a:blip r:embed="rId8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2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03AD-D1E4-DBCB-4D55-7EC6C5EA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C1C84021-B057-5C00-82D6-8B87F145146F}"/>
              </a:ext>
            </a:extLst>
          </p:cNvPr>
          <p:cNvGrpSpPr/>
          <p:nvPr/>
        </p:nvGrpSpPr>
        <p:grpSpPr>
          <a:xfrm>
            <a:off x="2833766" y="2027799"/>
            <a:ext cx="526432" cy="653993"/>
            <a:chOff x="8260822" y="2811298"/>
            <a:chExt cx="352425" cy="43782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64C6F83-D23A-1DDC-2B20-7181287D8C29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0EA0CCA-9C8C-B09F-C43A-1A7F8F1FDF02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BC542B-482D-A1E4-4417-EBAA8EA8FE41}"/>
              </a:ext>
            </a:extLst>
          </p:cNvPr>
          <p:cNvGrpSpPr/>
          <p:nvPr/>
        </p:nvGrpSpPr>
        <p:grpSpPr>
          <a:xfrm>
            <a:off x="2421708" y="2740689"/>
            <a:ext cx="526432" cy="653993"/>
            <a:chOff x="5594350" y="1358371"/>
            <a:chExt cx="352425" cy="43782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1429C09-B6D3-9D70-F6C1-019BDDF05FF7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AA31D53-0281-2BEA-044D-AE782B2248A4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7BD7C7E-E574-8542-1E8B-815F7FD43F51}"/>
              </a:ext>
            </a:extLst>
          </p:cNvPr>
          <p:cNvGrpSpPr/>
          <p:nvPr/>
        </p:nvGrpSpPr>
        <p:grpSpPr>
          <a:xfrm>
            <a:off x="3376620" y="2813193"/>
            <a:ext cx="526432" cy="653993"/>
            <a:chOff x="8580844" y="2091631"/>
            <a:chExt cx="352425" cy="43782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1EC4E0F-57A9-869D-F4A0-05A5D166CBE5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0E7AB13-E4FD-2D44-4054-54945CF3DF14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3519EC-0515-D33C-DA30-3000A79BE544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096982" y="2554231"/>
            <a:ext cx="542854" cy="258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39D12DD-3AD6-C3D5-0034-DF7B730F3D76}"/>
              </a:ext>
            </a:extLst>
          </p:cNvPr>
          <p:cNvCxnSpPr>
            <a:cxnSpLocks/>
            <a:stCxn id="11" idx="0"/>
            <a:endCxn id="6" idx="4"/>
          </p:cNvCxnSpPr>
          <p:nvPr/>
        </p:nvCxnSpPr>
        <p:spPr>
          <a:xfrm flipV="1">
            <a:off x="2684924" y="2554231"/>
            <a:ext cx="412058" cy="1864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4C247A2-208D-1C41-C833-0485E8DEFA93}"/>
              </a:ext>
            </a:extLst>
          </p:cNvPr>
          <p:cNvCxnSpPr>
            <a:cxnSpLocks/>
            <a:stCxn id="9" idx="4"/>
            <a:endCxn id="39" idx="0"/>
          </p:cNvCxnSpPr>
          <p:nvPr/>
        </p:nvCxnSpPr>
        <p:spPr>
          <a:xfrm>
            <a:off x="3639836" y="3339625"/>
            <a:ext cx="272684" cy="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D691958-335F-3839-7AB9-3A87B35D84B1}"/>
              </a:ext>
            </a:extLst>
          </p:cNvPr>
          <p:cNvGrpSpPr/>
          <p:nvPr/>
        </p:nvGrpSpPr>
        <p:grpSpPr>
          <a:xfrm>
            <a:off x="3649304" y="3422374"/>
            <a:ext cx="526432" cy="653993"/>
            <a:chOff x="8580844" y="2091631"/>
            <a:chExt cx="352425" cy="43782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76959081-3639-CD34-7E78-685542902026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1552B16-C028-2150-E057-2E5B05717778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C5946CA-E2AD-3495-7A4C-10AAA994B909}"/>
              </a:ext>
            </a:extLst>
          </p:cNvPr>
          <p:cNvGrpSpPr/>
          <p:nvPr/>
        </p:nvGrpSpPr>
        <p:grpSpPr>
          <a:xfrm>
            <a:off x="2597920" y="3460086"/>
            <a:ext cx="526432" cy="526432"/>
            <a:chOff x="8580844" y="209163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FDADB8C-FEAA-85D0-A63A-38188B7D7B52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47F79EB3-5EA4-4242-1D28-3DBA17F0A2F4}"/>
                    </a:ext>
                  </a:extLst>
                </p:cNvPr>
                <p:cNvSpPr txBox="1"/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44C72AC-B25F-3E25-06BC-8153DA4F4928}"/>
              </a:ext>
            </a:extLst>
          </p:cNvPr>
          <p:cNvCxnSpPr>
            <a:cxnSpLocks/>
            <a:stCxn id="11" idx="4"/>
            <a:endCxn id="44" idx="0"/>
          </p:cNvCxnSpPr>
          <p:nvPr/>
        </p:nvCxnSpPr>
        <p:spPr>
          <a:xfrm>
            <a:off x="2684924" y="3267121"/>
            <a:ext cx="176212" cy="192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C04CF2C-5FBD-CAA5-20CD-14E3EC73A96F}"/>
              </a:ext>
            </a:extLst>
          </p:cNvPr>
          <p:cNvGrpSpPr/>
          <p:nvPr/>
        </p:nvGrpSpPr>
        <p:grpSpPr>
          <a:xfrm>
            <a:off x="2169951" y="4177636"/>
            <a:ext cx="526432" cy="653993"/>
            <a:chOff x="8580844" y="2091631"/>
            <a:chExt cx="352425" cy="437822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C85998C-D174-73D9-B1A3-FE56A01BFA75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E4327D76-DFAD-94C9-C9E3-91FFEAD4CCF3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F258C09-8483-DC32-2D1D-C6AFAC30D240}"/>
              </a:ext>
            </a:extLst>
          </p:cNvPr>
          <p:cNvCxnSpPr>
            <a:cxnSpLocks/>
            <a:stCxn id="44" idx="4"/>
            <a:endCxn id="55" idx="7"/>
          </p:cNvCxnSpPr>
          <p:nvPr/>
        </p:nvCxnSpPr>
        <p:spPr>
          <a:xfrm flipH="1">
            <a:off x="2619289" y="3986518"/>
            <a:ext cx="241847" cy="268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D2834D42-9ADE-B0A1-0395-5107229D1733}"/>
              </a:ext>
            </a:extLst>
          </p:cNvPr>
          <p:cNvGrpSpPr/>
          <p:nvPr/>
        </p:nvGrpSpPr>
        <p:grpSpPr>
          <a:xfrm>
            <a:off x="7822180" y="2461951"/>
            <a:ext cx="3023707" cy="1180267"/>
            <a:chOff x="6396566" y="4559200"/>
            <a:chExt cx="3023707" cy="1180267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3EFA240-68BA-8D0C-EBEC-970F158CB9B0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A998FE4-E52C-1597-500D-385E906FF87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304FF2E-7D96-EC07-5C54-3DFF0ACDDBD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483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C1F2-36F1-E593-D643-3AADD120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6E2B90-C7B2-F21C-1D5E-66928C070AFD}"/>
              </a:ext>
            </a:extLst>
          </p:cNvPr>
          <p:cNvGrpSpPr/>
          <p:nvPr/>
        </p:nvGrpSpPr>
        <p:grpSpPr>
          <a:xfrm>
            <a:off x="2833766" y="2027799"/>
            <a:ext cx="526432" cy="653993"/>
            <a:chOff x="8260822" y="2811298"/>
            <a:chExt cx="352425" cy="43782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4835099-9627-506F-E325-B31A79F5FC65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3776C4F-A0C1-C659-ED6E-F23BE81D8F39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3776C4F-A0C1-C659-ED6E-F23BE81D8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0534AA3-999A-DDB6-7A9F-1ACD5B556472}"/>
              </a:ext>
            </a:extLst>
          </p:cNvPr>
          <p:cNvGrpSpPr/>
          <p:nvPr/>
        </p:nvGrpSpPr>
        <p:grpSpPr>
          <a:xfrm>
            <a:off x="2421708" y="2740689"/>
            <a:ext cx="526432" cy="653993"/>
            <a:chOff x="5594350" y="1358371"/>
            <a:chExt cx="352425" cy="43782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DD6100E-4025-E872-5DB9-602B0C691EC0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8F204A6-DFBC-AF1C-7CC6-2913F2B7971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F43384-3A79-2D27-C899-B914E496BA6B}"/>
              </a:ext>
            </a:extLst>
          </p:cNvPr>
          <p:cNvGrpSpPr/>
          <p:nvPr/>
        </p:nvGrpSpPr>
        <p:grpSpPr>
          <a:xfrm>
            <a:off x="3376620" y="2813193"/>
            <a:ext cx="526432" cy="653993"/>
            <a:chOff x="8580844" y="2091631"/>
            <a:chExt cx="352425" cy="43782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2184DBB-1276-40DC-9DE0-651593914D88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981B083-76C7-4B7C-6A4E-99A4BAC7495E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65C682-6890-D704-9A9B-EE4B08097BF0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096982" y="2554231"/>
            <a:ext cx="542854" cy="258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D5C85A-5C05-3AB1-A6C0-230ECBB8C2BE}"/>
              </a:ext>
            </a:extLst>
          </p:cNvPr>
          <p:cNvCxnSpPr>
            <a:cxnSpLocks/>
            <a:stCxn id="11" idx="0"/>
            <a:endCxn id="6" idx="4"/>
          </p:cNvCxnSpPr>
          <p:nvPr/>
        </p:nvCxnSpPr>
        <p:spPr>
          <a:xfrm flipV="1">
            <a:off x="2684924" y="2554231"/>
            <a:ext cx="412058" cy="1864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353A660-91DE-0059-A4A7-CCC0FB14AD40}"/>
              </a:ext>
            </a:extLst>
          </p:cNvPr>
          <p:cNvCxnSpPr>
            <a:cxnSpLocks/>
            <a:stCxn id="9" idx="4"/>
            <a:endCxn id="39" idx="0"/>
          </p:cNvCxnSpPr>
          <p:nvPr/>
        </p:nvCxnSpPr>
        <p:spPr>
          <a:xfrm>
            <a:off x="3639836" y="3339625"/>
            <a:ext cx="272684" cy="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E95F868-B0D1-8AF0-70E3-68EE26A345C0}"/>
              </a:ext>
            </a:extLst>
          </p:cNvPr>
          <p:cNvGrpSpPr/>
          <p:nvPr/>
        </p:nvGrpSpPr>
        <p:grpSpPr>
          <a:xfrm>
            <a:off x="3649304" y="3422374"/>
            <a:ext cx="526432" cy="653993"/>
            <a:chOff x="8580844" y="2091631"/>
            <a:chExt cx="352425" cy="43782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B1A7031-A9A8-824B-98E0-E6EC7AE3E1C8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DDBA190-CCCF-B377-B85A-34B0192D764F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DE33BB8-69EF-B0D4-0317-5E0C7CD56D7A}"/>
              </a:ext>
            </a:extLst>
          </p:cNvPr>
          <p:cNvGrpSpPr/>
          <p:nvPr/>
        </p:nvGrpSpPr>
        <p:grpSpPr>
          <a:xfrm>
            <a:off x="2597920" y="3460086"/>
            <a:ext cx="526432" cy="526432"/>
            <a:chOff x="8580844" y="209163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1707EC6-C7A6-7DD0-5CFA-4AAD55B918B1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CD5CB27-F09A-1C64-00B6-FCF6F945F751}"/>
                    </a:ext>
                  </a:extLst>
                </p:cNvPr>
                <p:cNvSpPr txBox="1"/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1602E17-BC56-CD5C-4F27-C2BF6D4A3909}"/>
              </a:ext>
            </a:extLst>
          </p:cNvPr>
          <p:cNvCxnSpPr>
            <a:cxnSpLocks/>
            <a:stCxn id="11" idx="4"/>
            <a:endCxn id="44" idx="0"/>
          </p:cNvCxnSpPr>
          <p:nvPr/>
        </p:nvCxnSpPr>
        <p:spPr>
          <a:xfrm>
            <a:off x="2684924" y="3267121"/>
            <a:ext cx="176212" cy="192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E75D38C-1799-498C-2760-FDE9C4E41A97}"/>
              </a:ext>
            </a:extLst>
          </p:cNvPr>
          <p:cNvGrpSpPr/>
          <p:nvPr/>
        </p:nvGrpSpPr>
        <p:grpSpPr>
          <a:xfrm>
            <a:off x="2169951" y="4177636"/>
            <a:ext cx="526432" cy="653993"/>
            <a:chOff x="8580844" y="2091631"/>
            <a:chExt cx="352425" cy="437822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7163E82-65B2-D3EA-C1F4-BABBBB9B45C9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F5AE1948-3275-F7BC-EC70-7B377A4E12B1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D7F19D2-5744-757A-12AF-913C9910C460}"/>
              </a:ext>
            </a:extLst>
          </p:cNvPr>
          <p:cNvCxnSpPr>
            <a:cxnSpLocks/>
            <a:stCxn id="44" idx="4"/>
            <a:endCxn id="55" idx="7"/>
          </p:cNvCxnSpPr>
          <p:nvPr/>
        </p:nvCxnSpPr>
        <p:spPr>
          <a:xfrm flipH="1">
            <a:off x="2619289" y="3986518"/>
            <a:ext cx="241847" cy="268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205C50FB-BD4C-6C36-FA76-600FA186F639}"/>
              </a:ext>
            </a:extLst>
          </p:cNvPr>
          <p:cNvGrpSpPr/>
          <p:nvPr/>
        </p:nvGrpSpPr>
        <p:grpSpPr>
          <a:xfrm>
            <a:off x="7884931" y="2988225"/>
            <a:ext cx="526432" cy="653993"/>
            <a:chOff x="8260822" y="2811298"/>
            <a:chExt cx="352425" cy="43782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EFDAA02-5DF8-CFFF-BFA7-4ADE5F2B2B12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CD32461-37A8-9AFE-4A2D-62B6E72D8E30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2D7775-91F0-A47D-AFE8-1EC9B4D2006C}"/>
              </a:ext>
            </a:extLst>
          </p:cNvPr>
          <p:cNvGrpSpPr/>
          <p:nvPr/>
        </p:nvGrpSpPr>
        <p:grpSpPr>
          <a:xfrm>
            <a:off x="7822180" y="2461951"/>
            <a:ext cx="3023707" cy="1180267"/>
            <a:chOff x="6396566" y="4559200"/>
            <a:chExt cx="3023707" cy="1180267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625E56C-7C4A-D51A-9448-13DCA13AFE6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37D4D58-908D-EB17-4F6F-B6996B152620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941CF51-0D3C-0FB2-D3D4-79ABE250344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3252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1378-A32B-CF7F-2EBA-CB6D4625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17A5790-C89B-40F1-438A-98750022DE52}"/>
              </a:ext>
            </a:extLst>
          </p:cNvPr>
          <p:cNvGrpSpPr/>
          <p:nvPr/>
        </p:nvGrpSpPr>
        <p:grpSpPr>
          <a:xfrm>
            <a:off x="2833766" y="2027799"/>
            <a:ext cx="526432" cy="653993"/>
            <a:chOff x="8260822" y="2811298"/>
            <a:chExt cx="352425" cy="43782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45D54AB-9FF8-97A2-6A5A-FC22261901F5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FD18104-BF2A-4925-9023-1B1043661F88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FD18104-BF2A-4925-9023-1B1043661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41DBC03-A790-3303-3022-E72A98E285E5}"/>
              </a:ext>
            </a:extLst>
          </p:cNvPr>
          <p:cNvGrpSpPr/>
          <p:nvPr/>
        </p:nvGrpSpPr>
        <p:grpSpPr>
          <a:xfrm>
            <a:off x="2421708" y="2740689"/>
            <a:ext cx="526432" cy="653993"/>
            <a:chOff x="5594350" y="1358371"/>
            <a:chExt cx="352425" cy="43782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3D5841B-BF6E-7F6F-162A-9DA6C1045280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FDF9730-5B78-A169-ABD2-C38259D7DE63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9AC1EA6-13BF-48D1-D1ED-57BA9F53E3F7}"/>
              </a:ext>
            </a:extLst>
          </p:cNvPr>
          <p:cNvGrpSpPr/>
          <p:nvPr/>
        </p:nvGrpSpPr>
        <p:grpSpPr>
          <a:xfrm>
            <a:off x="3376620" y="2813193"/>
            <a:ext cx="526432" cy="653993"/>
            <a:chOff x="8580844" y="2091631"/>
            <a:chExt cx="352425" cy="43782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D06134C-B268-BE57-D7B2-1DAB975F6EFD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8990C2F-01CF-F5D4-5879-DFF5D099ADDC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9DD91A1-1962-52C6-EAC2-898F5D77FC39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096982" y="2554231"/>
            <a:ext cx="542854" cy="258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B036278-C8DA-B6B1-E7A3-D95DE09833C6}"/>
              </a:ext>
            </a:extLst>
          </p:cNvPr>
          <p:cNvCxnSpPr>
            <a:cxnSpLocks/>
            <a:stCxn id="11" idx="0"/>
            <a:endCxn id="6" idx="4"/>
          </p:cNvCxnSpPr>
          <p:nvPr/>
        </p:nvCxnSpPr>
        <p:spPr>
          <a:xfrm flipV="1">
            <a:off x="2684924" y="2554231"/>
            <a:ext cx="412058" cy="1864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3956DE9-04CE-384F-D272-DA31269EAFE5}"/>
              </a:ext>
            </a:extLst>
          </p:cNvPr>
          <p:cNvCxnSpPr>
            <a:cxnSpLocks/>
            <a:stCxn id="9" idx="4"/>
            <a:endCxn id="39" idx="0"/>
          </p:cNvCxnSpPr>
          <p:nvPr/>
        </p:nvCxnSpPr>
        <p:spPr>
          <a:xfrm>
            <a:off x="3639836" y="3339625"/>
            <a:ext cx="272684" cy="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00700B9-F7CB-7E53-3CFD-8F4973962507}"/>
              </a:ext>
            </a:extLst>
          </p:cNvPr>
          <p:cNvGrpSpPr/>
          <p:nvPr/>
        </p:nvGrpSpPr>
        <p:grpSpPr>
          <a:xfrm>
            <a:off x="3649304" y="3422374"/>
            <a:ext cx="526432" cy="653993"/>
            <a:chOff x="8580844" y="2091631"/>
            <a:chExt cx="352425" cy="43782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2DF62D-E3C2-C8D4-97C9-22B6E76F9648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C0292783-8688-4F88-61DE-6CCF7B3852D4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2D58BF0-4705-EDC8-5B4D-603FD505ABC6}"/>
              </a:ext>
            </a:extLst>
          </p:cNvPr>
          <p:cNvGrpSpPr/>
          <p:nvPr/>
        </p:nvGrpSpPr>
        <p:grpSpPr>
          <a:xfrm>
            <a:off x="2597920" y="3460086"/>
            <a:ext cx="526432" cy="526432"/>
            <a:chOff x="8580844" y="209163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3C72F3E-07E6-F638-B1D6-2F124A9F310E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E77FD48-B4D7-65AA-FC5C-F765325C5AE8}"/>
                    </a:ext>
                  </a:extLst>
                </p:cNvPr>
                <p:cNvSpPr txBox="1"/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71976AA-BAC5-644B-0CA8-B22D1E92BF02}"/>
              </a:ext>
            </a:extLst>
          </p:cNvPr>
          <p:cNvCxnSpPr>
            <a:cxnSpLocks/>
            <a:stCxn id="11" idx="4"/>
            <a:endCxn id="44" idx="0"/>
          </p:cNvCxnSpPr>
          <p:nvPr/>
        </p:nvCxnSpPr>
        <p:spPr>
          <a:xfrm>
            <a:off x="2684924" y="3267121"/>
            <a:ext cx="176212" cy="192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488C183-08B3-A893-4761-E9EF42CB3253}"/>
              </a:ext>
            </a:extLst>
          </p:cNvPr>
          <p:cNvGrpSpPr/>
          <p:nvPr/>
        </p:nvGrpSpPr>
        <p:grpSpPr>
          <a:xfrm>
            <a:off x="2169951" y="4177636"/>
            <a:ext cx="526432" cy="653993"/>
            <a:chOff x="8580844" y="2091631"/>
            <a:chExt cx="352425" cy="437822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CF4135D2-6D9A-0F73-E696-557A5E261835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3FC6AF0-A506-7C47-3143-B7AF8274C0D4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EDD8349-485D-3031-B3DB-4AAF8C0C2EA7}"/>
              </a:ext>
            </a:extLst>
          </p:cNvPr>
          <p:cNvCxnSpPr>
            <a:cxnSpLocks/>
            <a:stCxn id="44" idx="4"/>
            <a:endCxn id="55" idx="7"/>
          </p:cNvCxnSpPr>
          <p:nvPr/>
        </p:nvCxnSpPr>
        <p:spPr>
          <a:xfrm flipH="1">
            <a:off x="2619289" y="3986518"/>
            <a:ext cx="241847" cy="268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F3BFF5B3-677C-D241-3AC7-D82D15EB15D1}"/>
              </a:ext>
            </a:extLst>
          </p:cNvPr>
          <p:cNvGrpSpPr/>
          <p:nvPr/>
        </p:nvGrpSpPr>
        <p:grpSpPr>
          <a:xfrm>
            <a:off x="7201228" y="2988225"/>
            <a:ext cx="526432" cy="653993"/>
            <a:chOff x="8260822" y="2811298"/>
            <a:chExt cx="352425" cy="43782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A24CFC4-C6EE-04FC-5D75-748CFE84B988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5B3D000-1652-3672-ADBB-AC16E88E51CB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BE4E9DA-45F3-B033-8B2F-7253991C695A}"/>
              </a:ext>
            </a:extLst>
          </p:cNvPr>
          <p:cNvGrpSpPr/>
          <p:nvPr/>
        </p:nvGrpSpPr>
        <p:grpSpPr>
          <a:xfrm>
            <a:off x="7822180" y="2461951"/>
            <a:ext cx="3023707" cy="1180267"/>
            <a:chOff x="6396566" y="4559200"/>
            <a:chExt cx="3023707" cy="1180267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1B4C6A0-5237-81BB-AC1F-B17AAD08541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E744282-D9E5-E819-2BCF-F9D5CF0C95C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9C3207F-D880-2693-6695-0ABFD8928F4D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3478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D4EB-479F-958C-E840-FFDDB1E5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88732E-7A4D-EFDA-6806-420F1BBE64E6}"/>
              </a:ext>
            </a:extLst>
          </p:cNvPr>
          <p:cNvGrpSpPr/>
          <p:nvPr/>
        </p:nvGrpSpPr>
        <p:grpSpPr>
          <a:xfrm>
            <a:off x="2833766" y="2027799"/>
            <a:ext cx="526432" cy="653993"/>
            <a:chOff x="8260822" y="2811298"/>
            <a:chExt cx="352425" cy="43782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14D188C-D0C2-F750-B72F-BD78083E9771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460DB16-A45E-59D4-AE01-1C71BB52B12B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460DB16-A45E-59D4-AE01-1C71BB52B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152193-4BC3-FDB3-B026-318648B99AB1}"/>
              </a:ext>
            </a:extLst>
          </p:cNvPr>
          <p:cNvGrpSpPr/>
          <p:nvPr/>
        </p:nvGrpSpPr>
        <p:grpSpPr>
          <a:xfrm>
            <a:off x="2421708" y="2740689"/>
            <a:ext cx="526432" cy="653993"/>
            <a:chOff x="5594350" y="1358371"/>
            <a:chExt cx="352425" cy="43782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5DE6B83-4EE4-FC95-286A-ADBF4516835D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CBF1242-D361-2FBC-C01A-6E05BFB4DDE2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A3F1E7-1B64-DAB3-AF3F-62A30DDCEED3}"/>
              </a:ext>
            </a:extLst>
          </p:cNvPr>
          <p:cNvGrpSpPr/>
          <p:nvPr/>
        </p:nvGrpSpPr>
        <p:grpSpPr>
          <a:xfrm>
            <a:off x="3376620" y="2813193"/>
            <a:ext cx="526432" cy="653993"/>
            <a:chOff x="8580844" y="2091631"/>
            <a:chExt cx="352425" cy="43782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3FD15B4-C125-F02D-C5BA-802F5641D4F0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2DD2710-4307-E4AB-F1A9-094F4C2D9F91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E1A53F-69DA-8C7E-F6C0-9E7ABE1FC892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096982" y="2554231"/>
            <a:ext cx="542854" cy="258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F04AE53-0B07-BE7B-6758-21AB51BFEA22}"/>
              </a:ext>
            </a:extLst>
          </p:cNvPr>
          <p:cNvCxnSpPr>
            <a:cxnSpLocks/>
            <a:stCxn id="11" idx="0"/>
            <a:endCxn id="6" idx="4"/>
          </p:cNvCxnSpPr>
          <p:nvPr/>
        </p:nvCxnSpPr>
        <p:spPr>
          <a:xfrm flipV="1">
            <a:off x="2684924" y="2554231"/>
            <a:ext cx="412058" cy="1864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8F9AB33-4CAD-B929-2ACC-0590CAEEB61C}"/>
              </a:ext>
            </a:extLst>
          </p:cNvPr>
          <p:cNvCxnSpPr>
            <a:cxnSpLocks/>
            <a:stCxn id="9" idx="4"/>
            <a:endCxn id="39" idx="0"/>
          </p:cNvCxnSpPr>
          <p:nvPr/>
        </p:nvCxnSpPr>
        <p:spPr>
          <a:xfrm>
            <a:off x="3639836" y="3339625"/>
            <a:ext cx="272684" cy="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48C4F04-7E01-9833-3424-4FED39AB744D}"/>
              </a:ext>
            </a:extLst>
          </p:cNvPr>
          <p:cNvGrpSpPr/>
          <p:nvPr/>
        </p:nvGrpSpPr>
        <p:grpSpPr>
          <a:xfrm>
            <a:off x="3649304" y="3422374"/>
            <a:ext cx="526432" cy="653993"/>
            <a:chOff x="8580844" y="2091631"/>
            <a:chExt cx="352425" cy="43782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92E04B5-A11B-B58F-7760-82BD7121F677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5849942-5D95-9BCE-50A1-C98C6592F19A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8F25429-7300-763D-4D12-6D71149A2C68}"/>
              </a:ext>
            </a:extLst>
          </p:cNvPr>
          <p:cNvGrpSpPr/>
          <p:nvPr/>
        </p:nvGrpSpPr>
        <p:grpSpPr>
          <a:xfrm>
            <a:off x="2597920" y="3460086"/>
            <a:ext cx="526432" cy="526432"/>
            <a:chOff x="8580844" y="209163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A425C77-5459-55B0-7BB2-FAE57DA9CE8C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393068C-7108-1956-8DB4-287C822EF368}"/>
                    </a:ext>
                  </a:extLst>
                </p:cNvPr>
                <p:cNvSpPr txBox="1"/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988EFCF-F7CC-CB6E-1817-3A94D8646B0D}"/>
              </a:ext>
            </a:extLst>
          </p:cNvPr>
          <p:cNvCxnSpPr>
            <a:cxnSpLocks/>
            <a:stCxn id="11" idx="4"/>
            <a:endCxn id="44" idx="0"/>
          </p:cNvCxnSpPr>
          <p:nvPr/>
        </p:nvCxnSpPr>
        <p:spPr>
          <a:xfrm>
            <a:off x="2684924" y="3267121"/>
            <a:ext cx="176212" cy="192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6B3E33B-DCA8-1123-1419-45E074FD72B6}"/>
              </a:ext>
            </a:extLst>
          </p:cNvPr>
          <p:cNvGrpSpPr/>
          <p:nvPr/>
        </p:nvGrpSpPr>
        <p:grpSpPr>
          <a:xfrm>
            <a:off x="2169951" y="4177636"/>
            <a:ext cx="526432" cy="653993"/>
            <a:chOff x="8580844" y="2091631"/>
            <a:chExt cx="352425" cy="437822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6775A5B1-9CFD-8AD9-1EE2-CEAC69B19002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F210941-7833-B895-8923-94D1304BB4E0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76C599B-1377-D339-5B37-88D303DB1967}"/>
              </a:ext>
            </a:extLst>
          </p:cNvPr>
          <p:cNvCxnSpPr>
            <a:cxnSpLocks/>
            <a:stCxn id="44" idx="4"/>
            <a:endCxn id="55" idx="7"/>
          </p:cNvCxnSpPr>
          <p:nvPr/>
        </p:nvCxnSpPr>
        <p:spPr>
          <a:xfrm flipH="1">
            <a:off x="2619289" y="3986518"/>
            <a:ext cx="241847" cy="268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CA2A5496-82B6-CED7-2BA7-6FF2DEDBA5B0}"/>
              </a:ext>
            </a:extLst>
          </p:cNvPr>
          <p:cNvGrpSpPr/>
          <p:nvPr/>
        </p:nvGrpSpPr>
        <p:grpSpPr>
          <a:xfrm>
            <a:off x="7201228" y="2988225"/>
            <a:ext cx="526432" cy="653993"/>
            <a:chOff x="8260822" y="2811298"/>
            <a:chExt cx="352425" cy="43782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6FE54AB-F006-E743-35E8-4386784EFC6D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94ECE11-1409-16FE-4CD2-EA4FF4FED539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555CD8E-A467-48D1-B895-B7443C3A588F}"/>
              </a:ext>
            </a:extLst>
          </p:cNvPr>
          <p:cNvGrpSpPr/>
          <p:nvPr/>
        </p:nvGrpSpPr>
        <p:grpSpPr>
          <a:xfrm>
            <a:off x="7822180" y="2461951"/>
            <a:ext cx="3023707" cy="1180267"/>
            <a:chOff x="6396566" y="4559200"/>
            <a:chExt cx="3023707" cy="1180267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B6EB404-2DF4-6C02-6A3B-F7C8BA52FBD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FBBF868-12DD-D032-47BF-27BF196FF70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AA8C01C-10E6-20B5-55CB-9FB2F1BA0F3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3087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F846-C4CF-6154-AA67-C920CBDC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CDE6E2A-BEAC-30D2-DF19-C6CDB8D9C36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31A6ED0-ED91-4941-895B-DD2C4A0C8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CA0392-09BD-5C6F-411A-516AA3CF2DB7}"/>
              </a:ext>
            </a:extLst>
          </p:cNvPr>
          <p:cNvGrpSpPr/>
          <p:nvPr/>
        </p:nvGrpSpPr>
        <p:grpSpPr>
          <a:xfrm>
            <a:off x="67521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3D8E130-6FAB-B092-5C01-47AE27CC71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8BEC20-6751-3914-A6C1-BF7621BC67D1}"/>
              </a:ext>
            </a:extLst>
          </p:cNvPr>
          <p:cNvGrpSpPr/>
          <p:nvPr/>
        </p:nvGrpSpPr>
        <p:grpSpPr>
          <a:xfrm>
            <a:off x="73152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985F610-F7FF-332A-1ACD-B974EEF279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653E26F-359A-869B-13B9-407F6DF428A3}"/>
              </a:ext>
            </a:extLst>
          </p:cNvPr>
          <p:cNvGrpSpPr/>
          <p:nvPr/>
        </p:nvGrpSpPr>
        <p:grpSpPr>
          <a:xfrm>
            <a:off x="78613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9A0857-56C2-2C68-4746-914668B165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80886D-8771-0C25-AF15-82094C2CE702}"/>
              </a:ext>
            </a:extLst>
          </p:cNvPr>
          <p:cNvGrpSpPr/>
          <p:nvPr/>
        </p:nvGrpSpPr>
        <p:grpSpPr>
          <a:xfrm>
            <a:off x="84412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6AFC9D-329D-B248-6293-AF3166EBD73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F73B8A1-98C6-105F-97AB-9B79A20D3846}"/>
              </a:ext>
            </a:extLst>
          </p:cNvPr>
          <p:cNvGrpSpPr/>
          <p:nvPr/>
        </p:nvGrpSpPr>
        <p:grpSpPr>
          <a:xfrm>
            <a:off x="89662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CDFF56D-1732-F2AD-FCCE-4DF4F8F2B1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07BD0D-F881-CC06-1633-A8F07C2EDA6D}"/>
              </a:ext>
            </a:extLst>
          </p:cNvPr>
          <p:cNvGrpSpPr/>
          <p:nvPr/>
        </p:nvGrpSpPr>
        <p:grpSpPr>
          <a:xfrm>
            <a:off x="95673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AF05FD5-FAAD-B8A3-362F-15AD06627B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408E03C-B00F-2870-2CE1-8C6F3CE7822F}"/>
              </a:ext>
            </a:extLst>
          </p:cNvPr>
          <p:cNvGrpSpPr/>
          <p:nvPr/>
        </p:nvGrpSpPr>
        <p:grpSpPr>
          <a:xfrm>
            <a:off x="101303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97E68D5-5A62-F40C-3FE6-144223BD08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0F69AFC-E091-E5AA-E805-57142D7DE5E3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9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4082-17B6-5B5B-C637-492465D4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F96D40D-8373-807B-F602-7F85F993FA3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50E0EB-7A18-8BD3-8FF7-B9A7435AAD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BC6DA2-D4BD-6F67-1C20-FCC3F9D868F6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F510EC-D790-F4AD-E6F0-8109D49541F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9921CCA-FC78-D495-3E68-485998750A1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98691D-AD17-7DBB-096F-79A566DD0B1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C84F05-93F8-A3D3-6B8B-41604A95377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D26EE2E-053D-1ED5-2CCC-6CAF6E8808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27B90FF-D1A7-117F-5A66-A96AF972D4A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94AB219-EF22-8FE9-4098-EC0BAD0DE80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32B2D4F-4A22-7C62-C297-62F59E17FB4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67B343C-69F7-2EA3-321E-4F705385C8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A8DFF6-C436-F4C8-F262-B638AB26776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7018C4-CC3E-9BCD-7959-E0D0FFC4DE7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98162A4-EC26-5D8F-4A00-16E3984DC4C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755B3F3-04F1-EF0A-D27F-02CF7A5FCFA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A1D49F6-A835-BB74-12BF-51DB63AFE7A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0452212-AD5E-DA0D-E938-A0F6C73C704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D5E3A49-2605-C1C5-102A-C8283B3B16D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EB8F30A-1113-4732-2CC0-1857B56927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7D9AAF-CB03-006E-F207-E969BB1A2536}"/>
              </a:ext>
            </a:extLst>
          </p:cNvPr>
          <p:cNvGrpSpPr/>
          <p:nvPr/>
        </p:nvGrpSpPr>
        <p:grpSpPr>
          <a:xfrm>
            <a:off x="666206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3ADC66-D3A4-ADC2-52B8-CA5129A7728D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7936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9278-1B97-D063-2CD1-1D733AD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9447188-623D-5318-37CA-8C09BAF9E29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DEFB280-E9E3-3CD1-168A-C14E6778B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4DC111C-9D76-65AB-36A8-94B71A5BDF89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F63960-43A1-8E00-2066-FBEB7CC33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6EA4F6-BB0A-D291-DF3B-AFB4FEBC400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35D57FA-EDCD-F0A8-0573-1B771DE222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0B7335B-C92B-B377-A86E-AB803A362A8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8364810-BA79-8588-D69D-141C4079EE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C805496-2829-BADC-2B1C-1F1075990F9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66D36E6-F0EF-4B93-B400-CD0BFD77E9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4C1B60-E749-54D0-865C-B7D34E4A530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CA3A96-E309-E9F0-DCCB-CC772A7F5A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C14C38-D5F5-D5B0-CC0C-5B0EE2CEDEB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EE01D69-D088-FDCE-FDB0-80A3EB1D8E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B4A6F1F-4496-303B-8534-E54214F965F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D37906-5AE2-7B28-E2A2-2D36C6853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C11B734-DDCC-5784-6EC6-73B04A7E53F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F964007-A61D-44F8-7A0E-A208BDC08B9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ACEFC2B-63A7-D30B-E0D5-0B548E5CDB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7488189-F1B2-38D7-EC25-F07C14A0D38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5B3B6-6CFD-5721-6B19-06C5D82B1563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26BA8A-6ED7-7ACF-ED88-5E081B1C50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5FDF6B4-4911-0E53-01FA-ADD8723A8368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023D5B0-5E3C-A1A2-06B7-CCF6814D4D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7890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5949-D802-2B0F-F9EE-DF560928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158B3DC-C7E3-58C8-1624-839DD82A69D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EDFE151-7409-2EE3-DF10-06A71717C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CBB610-AF86-F75C-0086-851871102DB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24661E-6BAA-FC28-4F40-7CB6175509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C217F8-0706-728B-6D72-9DCE9CF287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85E78BF-ED8A-A134-5C73-252F068B4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ECC5E1-3302-DB23-340F-D2FABC41E5F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672B3D-B0C2-57C3-9756-EC4576DBA0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4A20E0-D85F-2002-E2B7-33A9365853C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1DEF096-B437-C366-BF32-9A9E1AB2F1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2C0B51-7DD3-EF41-6F3C-87096AA0869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9E7A536-2555-FFEB-F920-163A11B7221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49D29C-BFEB-4F4D-6F5A-05749552A00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904862A-FB64-1EE0-FCC2-B89ECCE76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11FFD56-4919-8C4C-39E2-AD38CE17148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734274-D38D-F9C6-9030-42E23A8451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6DA0015-C33D-D9E5-F665-6F10B88989F2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4174173-654D-1641-2C47-4C73D1B5ADC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D5A1F5C-EFC7-4AE4-F56A-662D0969B74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014272F-D16E-9031-9FCA-44744EE7F49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26D13F-EAF7-74F7-4AB6-98EE6DBF225F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7DFA5B8-BF0D-4590-1C12-E68E0FE7C7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F86D359-DA41-D0D0-2C76-27ABA22ADA51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831D19A-E295-24F6-A164-19A23CE65B5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352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816D-CEB5-9954-3E2B-19A5286F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D56454D-9EBF-193F-6A1E-A6CEE666F50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E8FABEC-351E-1D7F-AA75-3F1C3F53F8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5E4DD-6878-F5F0-7485-C45AD34DB83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242E1B-FBC1-B4D6-24B7-6A6C3933A7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1ADE6E-81E4-F7AE-BEA7-C74B36353FE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280FB5C-97FB-AF32-BEB3-053EC02CA2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E87BE6-A57C-5A24-63FF-10C04BF7004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250409C-8D33-9089-5808-5DA6ADAFB43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97D9F3-ED96-C936-3DF7-6109ADCFC63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2AB76D-5475-E738-F1F0-E89BAD6AC1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62ED7AE-5090-492F-7564-A6B50AA1340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E80C8A3-567A-C549-A552-721FEEE972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8B51EAB-17AF-4AC0-9A37-7F3D06AB60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64E0444-0285-0B40-5A9A-E24B0743D7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E931B6C-976D-C312-AB7D-B86FD3E2D68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087C79B-6DFF-4A8A-A918-DB0FE4AC60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6BDBC4-7EC3-A2D1-9735-C0ED53A2587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3B8ACCB-6FD7-4C0B-AC3F-C8176CD7461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B2A8D3A-AD78-B69E-3607-8E86820E76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0FC1197-2CD2-25B1-53C3-BB8C0CF0E76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F0FC4C8-A7D2-90B9-0A8A-09750EAC6A1A}"/>
              </a:ext>
            </a:extLst>
          </p:cNvPr>
          <p:cNvGrpSpPr/>
          <p:nvPr/>
        </p:nvGrpSpPr>
        <p:grpSpPr>
          <a:xfrm>
            <a:off x="3485781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4868A38-A191-59D2-890D-11358D60D6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9160667-E187-0F77-518C-AF1F110C6A39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AE231BC-A5CC-803C-F2C9-03CCE350DDD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770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49FE-3BF7-E84E-5CF8-CCB06EDA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76B1CA-F8F9-451B-E37A-3B7FD46E326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5933634-523D-1C83-2236-DFF9A14CD4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67EFD8-1074-1BD0-166D-7D33D08EB1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BA048B-A4A8-378D-E25A-4FCFDFEDAB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930A64-5998-AA15-FBF5-DE69B51EF45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797B5A4-E0A9-F7A1-B4B6-601594737A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D56317-62B1-A45B-A08A-86A3F407921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1ADB4DD-B864-761B-39C0-6134BEACA0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7636E0-5E4F-E781-6805-798B38F7F88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23ADD1-A818-32C6-9994-41C310C57B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AEDC184-477D-0C4F-5947-53367EA9826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794F46B-A8ED-C007-76C1-0F0EE020CF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EFF7B08-85A8-4753-AFF7-47F95F9D503C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DB7E97E-1DAD-D4B0-4F01-7458E9CE5D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70ABE47-1C47-6430-A0DF-421D840CFB7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5AD5E25-81F3-AB3C-A15D-CB953E71B6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2126911-6762-CF78-F021-192D98AAE92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B15B83D-E714-4D62-8915-AECD0BF529B9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43F21EE-CC28-C587-12A8-BCC4627D277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28FB6B3-F59D-1AB0-6550-133318EC491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D1D19EE-6555-6BBF-8CD6-2E91FE8D357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447E521-075F-2E25-8F32-AD31CAAC681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943FE1-2F56-FC8A-25FA-529EF8DBB47C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E0434FC-4582-24A0-C59C-339A5E84DBC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579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DFD1-D9C1-987D-2B44-9F9B624F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AA4EEE5-A715-3CE3-9A20-5C3D6C37789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F9F9F52-F72A-01BF-A4BB-EA48ACF84C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4B52FE9-FF97-19CC-4385-80A2C3F7B22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A2578F0-C134-5CC8-1EEA-73C3FFDB0F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782F2F-54DC-E1B4-6E9D-C7F923DEC95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64A9AA-A2C1-4E7F-FAED-C7E81050AA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1E11CE8-EDE9-7D10-7FCC-F2A91120A13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F85A781-1DD9-8B1B-F668-5FE9B65F8B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B31A2D-F683-BDB4-79FC-7A3847B0726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F24D67-58F8-B460-6945-799A16040F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ABDF4C-E369-D901-6014-A1D8D0C1D67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56EFAB-411E-5D20-F8EF-3293D13EB8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7867372-D6DB-1154-113F-9D87C916A74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109B9F-D373-9627-72E9-88FB358B9C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9229AEE-140B-6A4B-B045-A669A5346D4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C064F0E-2CCD-9E7D-529E-6CB7B15DB3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D1344C-662D-2E5A-C8CB-F342C18611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2836E9E-6EC0-7978-19DC-5E48194580E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3419868-CBD6-454D-D023-868C637986D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A34447-23BD-C187-958B-721400A5D4F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BF42184-23B9-95BB-905B-12B1475E1DC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9B55A3-34E2-0729-82C7-2827D62F16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E5C031-A598-D0F6-2F74-5755616103D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F2C1A69-2214-3E30-39AD-32933353CBF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B6ADD7A-BED9-1442-DA25-843C156A972E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5B7A8DA-73E2-30D5-2ACF-92FE8B3BB8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324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B7A4-6F66-7F0D-618A-F7231F9B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025416-657C-8AE0-6BFF-7EDAFA67F2A3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A4A2EE9-8D43-D184-5952-B398A2B8F0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62A24A-33CB-C066-0699-4C194789809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CFAE074-064F-494C-9BF3-2E19146A4CF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7E094B-116D-AAA5-6775-B365D7A63D1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384ED5-DCAF-5FBB-505C-A7D1C1B0A0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1C4C91B-14AB-7722-DF6A-ED0DC51B3E86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0FCE4D-492C-73C2-4436-46FF5C7AED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2B566A1-804E-FA42-9D39-23B83FB57A0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D0C686A-93F9-A2D7-A73C-1BE04D9536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3F62E1B-1FDB-DDF7-74D7-495B68652E1F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6DAFA67-8EE2-94CE-62ED-D7A3D34E69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ED0620-95C3-42C8-8798-59F086FBF6E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C77A5FC-BC9B-12A9-8528-E12D92B9C1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246F7C-C0B3-2EDF-6A32-D5ADD9190DE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D6BA7F-A787-31F9-6726-C93E081D3C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BF41FB-A764-23A9-25E8-F34F97BD222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41C17AB-EAE8-5607-F31F-B82C0E2832A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F44FEFB-E942-23A2-7555-48529CA4C67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4A57B50-423F-62CD-8ECA-6E5E082EBB7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5CA8B5B-C8CA-C754-98EC-5C793FBF348D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E27AD08-90E7-1C67-8A42-9942798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733A8C4-02E2-B704-E960-B286D306109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4B5964-BCBF-918A-5AF5-152D4F08DA3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D0DDA77-88C9-4B91-6B18-F3596FD2E5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D741D31-7009-9192-770C-A52DC8859FB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62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A9F2-60F8-0EAF-E6AE-C367175B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7766F7D-137D-25BE-0E4A-F814770C280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A0E4031-A74E-040E-45AF-9D3575926B4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6E9BF02-4743-DB8C-A0FA-807075E10C0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A7FE00-6841-02E9-BE29-667283DE4A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986D8EA-24E1-8A37-2BCC-52A21607DB9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0EB1D8-03C0-E336-16DB-1E0619362C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CFF03D5-585D-F589-3CE8-B170C00E008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9133A27-2E87-7701-FFEC-520337EA21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F61871F-E501-35D6-1804-B037564D14E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CE321B0-B8AB-3E65-95BB-5760B180F9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7FA9EE7-F5C4-A0A4-E746-022AA4222EC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3B35DD-502E-B721-0338-7ADF3BDA00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3688CD8-39D4-3D56-E523-C2D02674897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08D660-DCE9-76E0-18F3-EA8919AB1A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3C20A0D-2936-A7D9-1111-4A2313DF589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8BD382A-E1CF-39D5-FDAF-8716271B7B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514C81-71E5-B80F-B530-F22916EBF7E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29E71A9-417C-DC1B-01D5-E0467CB2B16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ECA0E66-4FB4-3C13-8169-433DF6A818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966F7E7-0A34-3C84-F34B-A88A2354A5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CF47D3B-FEAD-D988-51A3-6C895B402198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8D6BABB-F5A8-6F22-C524-1DB05CCFA5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E7C3D7-CE04-6003-36FC-10E92D17915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436092C-2F2F-AFF0-336D-978523262E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34CE8D-6A1E-C21B-8BA1-A4A381944CB1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8EB7A46-B2DF-6F6C-EC82-0B382D8F168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2E7905E-2FD6-B930-767B-BB2F2C1A97E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574BF79-F62F-8219-CC93-7D5C5574F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348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695F-5EE5-A941-0916-887B25FF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079761F-2CAA-9DD8-208E-DC72B234D8A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D001C6F-6477-7E76-D5AE-F630823851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67CB06F-5486-0E3D-9F37-B51ED98A4A6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0AA8758-776B-4D05-E78E-E40458BDB0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DA75D17-0DA8-1F8D-E5EE-66CA3989A451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05B780-877C-BB7C-9D88-247DD4E4117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CC5B6BE-A241-482E-D8EE-1BD169C97A6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F46D116-71FF-4D7B-C897-F73F9E0F49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C86800-04A0-BB46-F56F-4B9FF6C36D2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A60BACF-F83C-2EAF-AAAB-F7EC94AC32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E346CE-F6DA-E6C1-EDDB-D8290829FEC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89AEC4B-6DB5-4F80-4299-23BBFC02D9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D0D640-EA62-4D8A-71FA-9574492DE9E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4D5E492-AEED-921D-8518-BEC37F3D141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0E525F3-6066-934D-2E7E-D8B053C995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0A9D43E-0B08-2E26-D861-5E2E32B6AC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505A1-B5EE-A513-57E1-863629AA97F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174748-14F7-6D9D-4671-4CBEB6197951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65E6391-66F0-1D6B-97B1-4C4E43CCEF0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B8FFE2F-7830-CA4A-3E6C-E4629022F1E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FBC1FCC-4BEB-839C-96B5-58AF776E576A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3585E58-CE2B-E1BB-3B20-209ADA8A45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1C989B6-6137-7CFB-2F5F-C015601C399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D76055-796D-1DF1-5CA0-294242FC192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489AD76-2222-002F-0EB3-232A694E5F3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C880831-F02C-97A8-ADC5-81ECD3A084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5E36460-8A83-AAEA-59DA-0C0E37835501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E09BC4D-7EF8-143A-1DE9-FDB3D851F9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FBD99BD-AD05-0C72-33BD-639D171CB3D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9771A73-69EB-1044-BA88-B9BCDF3D7F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8283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C1D5-4976-0B6F-2EDB-709226C5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0FF437E-842D-2E35-70C5-DE5B27773E5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6E7EC98-F1D7-40D5-E676-6E8E963F55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EC70A3D-A1E1-C10A-6588-003122ED250C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5CC3C5-6076-5DAF-FC73-81909017E7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FBAB5B-BC2C-C739-C3F2-81C355F7A36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E67A31-6E14-130F-26DD-1B8EACB793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1A4503-B046-D945-1842-503CFF021B2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2B179D0-7D0B-4F48-5875-AB95685FDC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279AFE-AA04-62F8-7501-E3745EC908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6A0581-1453-4AC5-C9A1-E0F829C8A7B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0219FE4-2291-7646-948A-6564C5C9ADA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FF5F074-364A-967A-85B8-65BF127420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FAD154-95C0-5B80-0C00-01ADD952195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9C7DBBB-2E93-3C11-2931-BFE5915286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980D9AA-1306-5B94-5F50-3A95B2CAAF7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EA51009-0610-FEEF-6C33-ECB11DAF4F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A09AB3-BC27-A841-E974-79B38C19AC5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01B3A58-F1F1-2CB3-7A7E-BF8E1A3A9F1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756391F-D11D-10F2-E82A-9B7690635D0D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47E4AB4-8427-C93A-7C2A-F21784E3801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53B3FF-6186-4052-2D0F-4472758D89F9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CBEDBF2-2534-6B83-0573-C2AF7EFD0B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AE39049-6364-8F65-4E4D-EE3EFFAC5DC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94F59AD-60BC-6482-A18D-8EAC9C2B014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E68E379-3B9A-78FB-40AB-72E3BBBDADE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8CD953-67D2-2ACF-51D1-B037D591815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D10E16A-8E52-1BA3-15EA-F56BA17D41F0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3D64463-57C2-6969-85FD-2166DB20F1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69F286-6D46-19EF-2894-BB77E36D265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BBA8BC4-418F-71C5-A76D-B375FC31FE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326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079F-244E-F9C6-502D-07DC441A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E8C7D2E-B23C-DDD1-0763-925C2393CC1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75FEB08-AFC6-1ECF-E92A-F5C68C3862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30C06E-C65E-525A-03CD-DBCA2FEFE9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378562-B816-28A5-47D8-29298F653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1A2EA6C-5F46-C4D6-8B7C-5C42586DED6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345D88-26AA-F3E5-F8A8-BD862C6B5F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6A2CCB-842D-E09D-FD3C-1DF7E80065F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CA82FD-F07E-B3AE-26F3-EE77E11CE2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E4F367E-2EAA-CBED-D581-B8EFD2B74A1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CEF5F6-8D17-FF13-8DFD-4B2980FDF2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DCAA44-7576-7CDA-0918-AC1902B96C2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CEB1321-695B-5787-37F8-9FFE6F9ACD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5A6953-0BE9-289A-2014-C2EC74D234C8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B18AA4F-8069-4A2C-4EDB-6233FA4B21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544BA1D-94E4-A643-4167-B8050DC9526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1F0072E-FCE7-22A4-735A-C7F622145C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476A5A-0474-A3B0-01DC-01B2710FB5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589D166-34E2-0A27-F28C-3900A286E53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54C3ED-638D-3167-F581-B3C59319D0E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38CBB31-7281-CD56-F91B-11E6F6C072D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6C1B1C2-3BAA-1997-2837-5A7C31DA4B0E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0BF065F-2E06-65DD-8D66-238C42C2C9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CC2F411-FFDE-E57D-64F1-E76144287E8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393A792-243C-6667-66BE-F639E846474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152D56-1040-5FB2-70F3-74A3900689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7EAF75E-539E-BA89-44FA-B7C6FE5714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1942D0C-3412-466A-8AED-03D7A71D78AF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921F58F-FA68-04BF-5AB3-A1A4A50C6C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33AE717-0392-CA0B-A422-809F08F56F4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E9024CB-4251-5CCB-342F-F973841BB2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7455332-05ED-E208-AEDE-A7B3AAD13C2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6B3718A-B873-CE6A-426A-CB7E172D0B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5055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ABDE-6292-5FC2-782F-F012E862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00DCFC1-D57A-9AB9-4C81-58CEA0A4A09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D33AED4-7A81-38F1-EDCE-8098F417D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D079C3-F3FE-7E57-001B-6C1D8A06266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0B7EC6-005D-7B55-DACC-2ABB1DEC857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43BDDBC-F397-D0B3-8CC8-CCF49A42E3E8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45E9AF1-0FA2-B476-811A-A53CE8B9D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F1C2CB3-3325-3222-08D7-33A76A50C68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8F934C-C509-EBF3-4221-F092273573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54BDEBC-430C-8806-83AF-B74B3719B67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8A55367-B208-D515-30A3-4A2EFA65F5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29F94E0-E148-B61D-81F9-12E6F9498BF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61DEFC-3CBB-71D3-B4DE-B7521BBD647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F9427A-A5E3-488C-FBF6-830040553B7A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17A927A-40DB-0332-8D63-F858429D7B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C7B19CF-F146-A0AF-A73C-8F3A5E46E89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D29BE88-B786-14D8-4430-1EF7EBB59C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1C393C1-8E9A-C0E7-F18C-7DA79F5629A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CD925D-4CB2-2BCE-CF4F-72CFC53F1B1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640D55-4FB9-FC35-1700-AA59C0CE2D8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78FCB71-3B68-6D60-1A8E-433FA30F706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5729AE-DC5D-0E33-16DF-EDCB877E8D10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8B272D3-10ED-F4B7-2569-4978203C7C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2783D73-A9CB-DCCF-55FE-C5E731F2336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3C363BC-4948-0B96-1C29-FFD01F7ABC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54C6D1E-DA88-63E2-1304-8A0FE10C924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BCFF5AC-6D52-9423-6F6D-EB01A8DDFD9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392C5FC-861B-E9A3-E59A-45F89B34542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F20B5E7-4B15-E982-06E8-9225369148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EE09486-F9D9-A37A-854D-0C5D805A0258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8220417-E752-F9B6-2A2B-A4AF06AB270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DCF5272-DA79-36CC-5F16-0E9FDF5C5FF6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A4CD686-5FD7-5F4B-2FB5-EE526C48D3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245BF30-A345-A3F3-C0A7-B466896E63EB}"/>
              </a:ext>
            </a:extLst>
          </p:cNvPr>
          <p:cNvGrpSpPr/>
          <p:nvPr/>
        </p:nvGrpSpPr>
        <p:grpSpPr>
          <a:xfrm>
            <a:off x="5065303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136140E-D1F6-016D-16DB-BD35E2D3B1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547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5241-74D3-4745-12AB-5553B376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CB82E-86EC-6F07-AF27-34B17040B68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FB91555-486A-3B0E-12FC-71AF29CE95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61B8754-3E51-73DF-732A-922A5A1F1DD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F7295E-06AD-E31D-1A0A-72574BDC2DC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B4A2C7-0CDF-C9C4-F408-624A01C4096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02C9F6-8EE7-5842-C8B1-8F08CECAC7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AD1228-4697-0EB6-68E5-4F8E58BE0B9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980CF5A-062C-1ED6-642D-B44EFBFC62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1033EE-CB3C-6044-B15C-D68A7354407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CA6CC8-5F65-6066-38C3-688A5AA2F0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6376C5-F668-67B6-A186-0262A1AFAE0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F360AAD-94AC-65A1-4E49-440C7D012A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E6A271-207C-E32B-B421-51B0AAF8C78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308F20-C493-DA30-9B21-8C22172368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8222BA7-C2E5-76E3-48F0-6D3C2A797BD6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0D4C7C5-3251-8ECC-B594-0A353B897F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677B96-5744-93A4-0BC3-B08C064E025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7F12C5D-9C7F-3AF7-9D8A-737E9AE4418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A48EC23-6558-8D43-D8D4-CC820A0952E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CFEC787-55C0-ACB1-E0DB-7E1CD2D8C1E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01C9AAD-CBC4-8E18-273D-16A24390F30C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24E68DA-7FC8-0189-CE85-668A95D053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E041F5-13F1-34C4-79F3-0385C80C9E1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488080-8F89-4AB7-BCEB-A7C3E1B506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DB92784-04A2-680C-389D-CA86C21C6E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10DE47C-86DF-FC4A-9212-9996D5AF4CD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CE7DC96-F344-5F0C-D15F-E25AA93C31D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D5B5644-477B-6DA1-9D9A-84BEAB5841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2453692-43EB-64BA-9D51-188507469199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FD24AC0-A507-076F-1D60-2672325BAA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1F87899-1258-B5A7-52D9-9FECCA8235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A4836AE-7553-D339-1C3F-5C88959B3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023A7AB-CC0E-B529-38C4-EFB82C3F397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0F0E0D7-AF31-06F0-2DFE-63B2479CF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438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B2B8-3A23-BFFE-160D-4C941AB6C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56E71-B93F-9A9F-B8C6-39878516491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03B0DB2-1CDB-3F80-9529-C03BDCC0D1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DF7371B-53DA-DC22-B6E1-A75310F59A7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199A48-4A03-AAB7-CEC7-0FB5A35FA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091B5B9-5D76-70C8-A70A-61899BF3312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E4081A-726D-6CFC-BD8A-DB739A5AB3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AA237A-CEF5-B90C-9C98-796B81633DC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558BE6-90DC-B56B-EA73-5E9AF7B02C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1E4C86E-2C4F-752F-F67D-2FF91D17DD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AAA2E4-CB7B-9093-93DF-BB84AE9F3E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D80BEC-02CA-1CD9-CA5D-A9D04D27C86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93F1100-535A-ADB7-E136-1D0A2BBB35E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9BD34F4-59D9-52F0-3E74-2DCFAA3CB6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CF03E9C-B13C-185D-087F-B10E9A68F22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F2A53A5-D9DF-5123-BE48-FE7B6784C3CD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2868239-149A-0E6B-4D54-5A53BCBD5C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5945D7B-982E-F0FA-96F7-9B830E83775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9E75E64-C1B1-AF5D-E2CF-02722FC954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02375D2-8C2D-9D69-F6C3-12DE13826A6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4218DCD-CC0C-003E-4859-E0AABB0992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9C6B6DC-ABA3-A3EA-D077-8CAEBC8D9DAA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1F28AD3-CA2E-3A18-B349-DCB9B0D7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E08A79-23CC-3DFE-FC72-8F9AEE81F9C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D94E50-CA55-61EB-085A-A9A51A2503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DE29EE3-3978-8369-F5D4-270B60E0D2F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08F3242-3EB3-A047-3E45-691700F56F8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BD766-882D-59AF-D35D-14667F346BF8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9D425D5-9E49-B257-868B-5EA9E298D4F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2FAE398-3264-D14C-189C-98F3F933EEA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99DA62-FBBA-180D-A311-1C33474E73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3C9085A-262E-0A0D-DFA3-BFC594448A7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455E7D9-CE3B-6F64-2097-9DCFEA45C6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F628AD1-6A5C-F1D6-FE6F-A8A4927C76C8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28FF22D-9CC7-36FE-B37F-D4910F2161F9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AB4B6F6-26F2-7226-C6A0-C3E1C56915E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D9FE049-90C1-1A24-CCA8-165ED19233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8688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C5CC-AC93-6A65-44A6-24E0ACF7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9180ED6-86DD-A677-A2C0-F99A1C911EC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2249888-840A-C445-777B-52722F984F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2C43CE-390D-75CE-2E33-4B715488AD6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C1A432-2863-C6CC-FE1D-2693B8969B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FDDBF9-62F0-326B-1C30-DE4ECA2DB46E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36573E7-45B2-EE55-1335-7952B82B0F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B78EE6-35AE-FA07-348A-C8141AC56F09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5C44EF2-6548-BE2C-3705-8E4944F1E20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57C8E7B-BDD7-D4EB-7D88-8136F5E39A3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FA5F36-AAC9-5547-002A-CD83B8FCCA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AA1B76-CE1F-3F0A-D905-F6326C8740F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936E1B9-5DBB-B34C-EE16-4694D000C8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C3B10B1-5F0A-33EA-69DC-31F29E0A8E4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4666BCA-E672-25D8-071F-A97BCA1E9C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BBC5B8-EBFD-1A3C-7A20-F597E9CC10F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C5EB86E-11F2-F1BC-0C77-1825FFA394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56DF7D-E2D1-3607-ED15-3BFF2EB556D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D68851-27AC-C81D-6571-DCE4E0C31DF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ADC7DA-77ED-C789-C728-8150BBF0B99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65A9F2A-C294-B556-2D74-31660BBA25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0E0342-661B-E01D-50BE-08E42E301FF3}"/>
              </a:ext>
            </a:extLst>
          </p:cNvPr>
          <p:cNvGrpSpPr/>
          <p:nvPr/>
        </p:nvGrpSpPr>
        <p:grpSpPr>
          <a:xfrm>
            <a:off x="8339668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05EA7DD-B6C7-DDDA-AF96-1C344F5E77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CDC13BD-23AA-B694-D318-494238D50EC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9FEDBCA-7A46-214E-F99D-E111EBC284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975713C-5564-9373-55AD-13B687F5C4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0E29CA6-3F92-6776-9B52-2F017845C73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3AF4E17-AB45-247A-F39E-848E87AB8EA7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8211ACD-B7AE-5F6C-2F41-80E7B0C883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DD0F88C-A6C9-881C-BBCD-0AF90977067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D3F90CE-C059-865D-4222-495C0D6AF11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C679E11-DA6B-526E-04E1-FF35ED1DE85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E89CCF2-5F38-C20C-07B7-059E909D31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9ED91CA-2FB9-5C63-0798-552B401A76B9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68A4588-75ED-7313-7C82-97E414C1FE9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8E9D373-2505-0F46-B4A4-D4231360B34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E32F3C9-736D-0D27-6D1F-777E44FD0A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9486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0B9E-6266-7908-7962-2BB19109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0A608A-3410-645C-B463-0ED3300D146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75D482B-C626-E282-0F55-CD7829D770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9965557-6BCB-21AA-4E87-F2010BE15AE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6BEE2D3-7485-CB04-CB0C-6878D845896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341211-A95F-578E-52D5-1CA581C95BA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DD32B09-15C1-4D38-0208-3664EA6838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9B760A-1294-FC38-A21F-5EF2E2F38894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0EE7471-3482-AFAF-0D0D-490769458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3696D7-4538-695A-4D10-235EFE6AB8B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70300BE-4172-FF45-E890-A9D42E06A32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41A1B6-F197-334E-43D1-94AF78900A2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BBE812-227F-4B89-2CBF-0A30872F74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F9A0DA-5930-D5AA-3DD2-B70CE75BB5F5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1EFE26-3083-79F7-A6E9-943BD88F2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F8FBE48-7587-13F9-AC73-712CF4413CA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2DEE787-080B-6DA9-6E88-FA3F39B898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D0A1C83-7421-4D2C-0D81-B9C12E84CD27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B520E37-529B-457E-8723-794D3470C39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A800F8F-57B5-83A4-5F4C-8E1B002E4E2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35A0A96-416C-1A56-0F7F-4D9F959E69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59FAA58-CFAE-28D9-3289-220433DD7D8F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FA0F305-154D-5717-CE43-F1E45426A99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424F84E-DC4A-2C30-E9ED-E0436D6803FB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8FA32AA-28BE-3A4C-0B9B-67A31E8ADA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41F7F17-5DFE-F548-2EB5-297201AFC2D6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5528C62-A4D9-4265-8172-A9F817B419A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3084EFB-31BF-53AE-45A6-88140FFA863C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C387188-11DE-0D76-9A66-8F8D8BB634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FBC82DA-BD1D-FFCA-5DCB-AFBD9D6C55E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B0F9667-AFF0-065E-71D6-A3922FB026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D2302F1-DC38-84F4-E063-AC5A85EC1B25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22A2C19-350A-21C6-92C8-E33598B0E1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BC12EE2-8846-B3A1-D3A4-A89D6D001A5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B94194A-FA8A-10B6-6BC4-10E14D63D70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AB5B71-6822-4C13-4488-0A2FB92D89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1994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BCD-7FC8-193E-79CB-81DEF4E0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006F28-24BD-9172-5E92-C867F4562A5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B2EB2F-7ACE-CDDF-A483-579B72564D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AB084C-1582-89DF-7964-1B34655ACF1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AB4951-C830-6E06-C16D-9B83D4BAC2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D4E420-50F0-FF82-9DA8-71D11DFDC4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F9AD50-31A9-B1C2-1E9C-74E6605ADC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21B058-6827-F0EC-602F-86AEE4BFDCE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9C2F501-2732-116E-A2DD-947F1AF72F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D991676-EA5C-9BB4-CACC-FA52D9D5D4E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913845-7C17-8009-D428-7D9302524E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BC85ED-1679-C0D2-AFF3-8F06B768E1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8A4DC7C-7D4F-0F5F-F0F4-7F532BFB7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FB7392-7A74-9BE2-4677-33CE085BC7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A172C16-3BFB-8886-A40F-58645E523E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983B0D-473C-9063-013C-371476F98B8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CFDD12-DCC3-26D9-1FB4-045127E087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6BE0E96-9AAE-7680-CA26-A8FD3411624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934E81-4AF0-7088-2E28-667FCEF10CD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3C2AD1-A5B4-BAD5-E20C-81E25E2F8DC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073ACC6-B707-14AF-E839-1AA27795593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762695-4AB2-5051-23EA-DF8116FF7D49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E40310E-6BB6-02B7-A1CD-5132FBD441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64CDBE7-4143-8678-B3A4-80F8890CAF4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CBEA946-ADD1-BB50-857E-DCBBC6CBF5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5A192D1-FD0D-43CA-9145-0D5E9A2008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12227E0-0330-6364-1BC4-3A8A4CD7B38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E53EF15-48FA-4F1C-B11A-874FADE1E156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5C92E9-5D7E-41E1-D0F2-CED9B9DFEB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C9FD8E7-2B27-6DEF-D28F-4DD48D5D9E8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C5B5197-B468-139E-48AE-A7829F15F0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9835E56-99CA-C8C5-40F8-3D002D852F0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02A125E-2F58-D8FB-C608-133D73679A5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0D5FA4D-1ED4-D344-DB06-ECBC45B0273B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6CE8889-1618-8B11-710F-471FC0A6AA8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E2D5B20-501C-7DBC-1E67-BEA55EF466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3826C65-8B5D-E113-B0BE-0241311DEE75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9F67A8A-B649-5342-C144-2E669D6EC0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210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3504-C2A6-2C0A-E292-D9C8D654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8CD4A70-BD31-0FC9-EAB0-1A31DD4AFBCA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952A58A-7842-C689-872B-96DD701EE8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5318491-4784-6685-E7A6-063BC19E819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31D2FB-9F63-B0A8-48E1-BBEDB0185D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F124E1F-70FF-FF30-BDEF-F0F410CFB6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EB65AED-1320-DF45-7B8C-F931BEABA0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389B55-11D9-0E27-AB86-6C675DEA51B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0A8568-083A-40BA-E7B2-257D57E9C6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2FFD85-00AC-2A4B-7E5E-CC021806C1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69EBF6E-A13B-DBFA-DFC2-22E97BDE6C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AD8E4DB-8453-C656-EEFB-D35B1ADD645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52BA3D-72D6-82A9-B7E2-6D97378C5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FECE7F-1457-D4EE-76E1-EF6216F77EB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45378A-C1D0-A005-B65F-B018E3C0F3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A40E47-10E6-A10C-76D5-621BAA2A23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E5AD26-9311-C173-3229-CA1751B1A0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7A0AA-4764-A030-16F8-81F912D874A5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74D5C81-4568-21BB-CCD2-26C6D57D240C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C31427-C0BB-A61B-15E8-EE61B103654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CC9717C-1D76-0E65-277F-C0E875D52C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4FA821-BFBF-068D-3F28-86BC39F05AD7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76EC437-EB75-2E93-800A-005F5E3A3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738469-194F-99CD-A120-1F0EC6568B15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1883987-80F3-A1F9-098D-DD6857720B2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F804B97-0016-0FF0-6E65-1D61507133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1BF8C54-8A7A-3F54-8739-7156B2FBBAB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36D366-9522-E8A0-8F0F-06D9D8BADE90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1E81B6B-97A9-AA4C-1714-F5130B22E7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E4B12CC-E9AC-BBF2-98E0-BC967DFC42F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C53BDD2-A466-E69D-B398-EA82CA7AFA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0467968-668E-41FB-527B-80B36C47121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7CEA73D-F8E0-3878-F48B-8E79731A9202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CCC1E21-4BC7-A3D0-F654-F5EF868CFB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94C361E-BF48-D893-2F6B-6E2C0F8206B8}"/>
              </a:ext>
            </a:extLst>
          </p:cNvPr>
          <p:cNvGrpSpPr/>
          <p:nvPr/>
        </p:nvGrpSpPr>
        <p:grpSpPr>
          <a:xfrm>
            <a:off x="4989006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CCB5510-A1E4-6AC3-6B67-BED83C8281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3BA9A21-26EB-022B-4BCA-E224423D7D1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42E8BBD-1D69-00A2-150B-24FA356884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811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C3C3-FF0A-D561-FCFA-4F62573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69D22FF-F195-8A0B-B700-C63DAFB589E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D01A5BE-8182-D11B-1385-840D10E532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BE8FBF-5D52-7B89-9BC5-6F05056F694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1B21D9B-2594-1D03-BDAB-29212AED51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8097FE-1EC3-355B-B0D9-813FE63CD56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519C2C-F683-9CB4-C2DD-7412907B60B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E7A239-E294-CC28-8F1C-43AF1EF7C15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BAFC063-DBDB-3971-C024-A845C28A217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24F403-E5F3-75F2-A628-AC3CE739BB7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3C00CBF-1D87-FDB6-0936-F5CE98AE1C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7156214-7F3B-3F4E-EB30-42143252D50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05D2131-E5A4-7875-848D-8BB54A955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797E51-3B56-EF6C-FF78-A1B06610D61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05D87AA-E997-FA3A-C55E-415762ECEC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73240F7-4F30-FDC3-92B8-5007DA516BD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D27312-7859-284F-8443-2CE399AF50E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7931697-B575-65B2-8358-B15CC603469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0A7885E-A85D-59DF-EB93-80F858759B9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7C61882-8F23-6A84-55F2-14E15FA45E4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7E31D2E-5C40-FB48-367D-61472CB9A370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2AD2AC1-FA6C-F936-F38D-2CF68DCB9A78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34A8ECF-EAF1-29DA-1905-F99A1F9FC8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CBBE54D-CAF7-6E63-D3B9-6583FE20DDE9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3E75CE9-0CF0-4E6E-D459-963EACDF4DF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A5C7BB8-96D2-A810-9243-3E1CE2130E5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CA6E059-A15D-1B7A-82E2-75AD3A02F77E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29AAE5F-5962-D230-9C3C-C3FC65439E4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7C7E35E-3A46-6A86-4940-B11685FE28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B0BAA62-B735-D973-212C-5407BFB2C55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0F026E-5AB7-6E68-EB4D-C14AC34D5FC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2894914-8858-1227-A673-1C907480A4B2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EADA69E-EB0E-0BF0-DD06-CC44F4A29E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F03B0E2-EE57-D112-5B7B-A2DD1841C41D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78E7E12-8EF5-C5D7-B0ED-BCB0E4F4B387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F165B4D-4DD3-2FF3-8229-E73EC034A3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D402BBF-B786-CB29-F5D3-F153657473BA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DC29A51-71DA-519C-C9B1-DF710349C4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21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2BDA-DFFA-FD41-59CF-59DB35A1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6421D3-84F8-48CB-6614-4A3E7451E14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36345C0-B1D6-5C9F-3857-BBCDB45FA0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0824A13-AEBF-0609-7554-148307E79E3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EF33A9-0762-C090-8842-B328E1CD7D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85450E-0F84-25EF-5189-405271CA83A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878ACE3-20BA-EE76-D29A-D2A6759541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781BE1-F4FE-78A0-B155-82EEA79934D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25592C-7C49-3D08-ACEF-5CA8068AD3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56BE1F7-9D33-F68F-30E1-20155E76D68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EAE11E-AC52-6ABB-BE2B-B16D202E39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AE1E039-40F0-188D-B8B1-A28181C59D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2BF2B5-0E45-388B-A533-0DFAF296E3C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AD242BF-E17E-360D-A3BC-AC240F6B952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9093A62-213A-F737-3CEE-7CEEF9EAE9A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C3E668-0ECC-0F72-9651-BA2367C9789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1D17127-4B53-AACB-00B6-0F878B8F52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CBC9872-2156-1626-C784-A3606BA6F15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6BAFA60-5659-D302-62BC-5A1DB50D6AC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9BD738-DA98-7745-182D-3A82210C57C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95F4230-1C15-F60F-8300-89257D245B5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AEA662-AD55-9EC9-785B-1DA8C4B48F13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759E8E5-C327-5220-CF28-66B0AD744549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7BCE5BF-D052-36A5-C6B6-AEF24FCD33F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A3EADA5-029B-9067-78B5-D473AC25D08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9B18580-C942-193D-253B-54EB2302BBC4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95F36D6-FA1E-017B-CB50-716EA5DE0A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7E5BA7-5048-25E9-9B89-3753498D6C0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D941A8C-CF43-280D-3A18-79CD8CDF4F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9CFFD1-D75B-436A-EAB4-87BACF0D102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B86E363-4F90-C3F1-F8F8-0E877DCB23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1AEDA5B-4892-EEBC-F6E8-6438A22CAA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117E802-5C8E-6AF8-9AED-680CC6D9B14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A597EC2-E15C-B4DE-2BCC-C493B9FAD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51C2BBA-1791-1C09-3F18-F006F1800CC9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402352F-7356-1EE2-914E-B55E9503B8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564CCA7-0739-6653-C2C8-148CABDFE8F4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4EE2E0C-594C-B3B3-B75F-564DC61D519A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06DF415-5074-2165-ADE2-1CBBFBB95F0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9954F30A-5215-68A6-C8DE-C17FBEEF3D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41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CEEF-89D9-BA1F-67CC-35C7E311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77AA6DF-4670-B866-3C6E-C81033C7B27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06314EE-9DAF-72FA-9176-CEC214AC06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445038-46AB-A75A-8404-6293BC2230F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EE31EF-E8EC-5843-5CF5-C9B8A34BAE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DD15E3-FB31-A268-7D3B-8BC3B39032B7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792D16-70ED-F77B-F5FD-7687F07165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1FA487C-9772-F6FD-CE02-EF1CFF2C7C9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3C55E1C-2361-6932-D430-C9FD3A2254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E05501-A9C9-0671-A612-6249D889A012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D7C2809-823B-72B5-DEFC-153E044B3D1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4D44EB-3853-1876-020A-5EE445DFFA8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4072A60-8EC3-1B4B-8020-677D717B5B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7BDA68D-6956-9A3C-E1CC-30825187636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3C6BB0-777E-417E-D08E-420BCB0AF1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4DA2CFF-A3B4-DEE3-C4C6-BD261C9E1CC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31B3BBD-9AE0-CE8C-20D5-B0959EBE5FE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D8FF24A-79F3-790C-323E-712E13BD356F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41E4B66-8C6D-66B2-C12F-09C980810D9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88894D0-77C7-978A-8981-C7A76906DF1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7C7B398-A271-AE7C-05B1-FD6808BA3A3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0FC90AC-AD63-AD40-82D3-63DACE66D0D7}"/>
              </a:ext>
            </a:extLst>
          </p:cNvPr>
          <p:cNvGrpSpPr/>
          <p:nvPr/>
        </p:nvGrpSpPr>
        <p:grpSpPr>
          <a:xfrm>
            <a:off x="9465736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986D5EF-CD30-5100-279C-F53174B0FC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07EB4F8-C479-9A23-C969-63ECA240C50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2754A8B-224D-1ED8-920B-E88C3339DB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10C0388-F4C4-8055-293A-3BE46FD6620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77B145-7362-5AA3-72C7-E1D32EBFCEA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9969EF3-33F4-3573-4847-2875AD88B7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BB37E00-E7D7-5925-326A-203CF73DDA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D78E2BF-0222-92A1-FA39-2C6564663C74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660BFFF-D82C-A7A7-CADA-1C782B601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0267924-8E68-6785-C7FD-C35D975A9467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A18872B-2608-6383-29EE-1168C1D1D1B6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89735BE-6E4B-BB67-15A1-0CEB4C913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2F7981B-AF89-59DA-7718-137E0F4B546E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1809D6C-3551-4F48-B31D-848B028757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6B9E68-7229-2021-3A87-32D8BB00CB9E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4760FFA-0CD6-B3DC-AAC8-C616B35EC1A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F7649ED-01CB-0EDC-1A18-5D717BC24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133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2B96-40A0-087B-C60F-070DE8E8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0EC724-D723-1BF8-50B7-C0CD1CB77DC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B1411B7-618F-00A2-8401-9E232B7758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D19B36-2443-CBAB-530B-DFFA66A8B26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CB1D36-67CF-D9FE-817C-AA125C698D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77EDFF-8966-2D86-F3D2-E8F0AEC783D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141A62-0F1B-F143-75F2-389333FED1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677354-64D7-EA15-C9B8-77D4170973F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8E0FAB3-FBB5-419B-E28C-304ABC7A2E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AE8DC05-1125-1603-9C69-2C135AED15B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2A43982-F9BD-D7A0-8F69-58210B6CE9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6240A6-ABB8-9A2E-27E8-2DD6A1E9F28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E7CEF0-CF1B-1E4F-ABFA-9FEE8AC12D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F7CEBE-0429-7C05-3DBB-14A43AB5EF7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53842ED-7AEF-BA38-2468-0432BE3614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982D7F-36F6-86B0-46BE-FF88ACA6CB7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BF482A9-8E2A-307D-4731-EDF8D4A913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756042-ED75-2272-9E54-B16DBC8EEEF1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A39C9AF-FEE8-D498-5B22-34F5ECA390A0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4E95EA1-8DC9-C468-0A37-43A0197D201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81AE0B4-0A32-87D4-43A9-BD45962A688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9068D6-4D3B-9793-C585-BBA04194A3A5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AB19B70-9E85-9096-6E90-17EC10B6D1C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788D114-D6BC-4A4E-653A-803F14D3F4E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C9BA9DF-056A-4F41-A774-6DB7C016D8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C4921ED-63BF-65B2-4BB3-EBD7B2F85A73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8D5580F-8106-E0AD-D012-3C064359B06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58C6ECF-AA84-D7C4-CF1F-19836B4502A8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8B63148-5CEB-3919-854F-3CE7457164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34DD98D-1173-F490-B44C-3383413C3CD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D605002-F963-F511-F8A3-959FDBABC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C8F4C5-F9F1-1159-968C-1D2FDF709D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EE0097C-C4DA-642F-8137-496A0200322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A744072-1A3B-AF91-F56E-E7A6B4DCECF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C296A63-9D20-377B-C460-65CD3839357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6874D63-B21B-2918-503D-C577ED454F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C6707BA-230F-C826-5785-4D515AA05D34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87BC20B-A2E3-0FB0-D5B8-BC122622711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10C6E86-EE5F-211F-4336-1F3F65E310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704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C0A-0F12-3778-2EE0-DA730C09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75CC72E-3BD0-3394-4F6B-816CDF22F0F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46144EA-5BD6-4495-B6F5-046D7B2C8D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C99054-4176-232D-2FFE-DEE9C7E29DE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553028-CBE1-D23D-07A1-7CAA9E65C0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04AFC0C-FF54-939C-D290-A224C84A559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2BC4AE7-D499-D8F7-0115-DE92B3AD8B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E2051B-09BC-AFC2-0B26-B560DE55B38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1C374F-A97C-EEBD-45DB-58E597EB36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67DBF6-5856-2CE9-9B6D-D73CF80B32E4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9560E11-3D02-B2CB-8637-4B736871914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C4540-BEB1-296A-73C7-E08579A0225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B548D91-5489-E65F-0CCE-34351BA74F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A178F5-A6D7-BB7D-B734-94CD480B77C0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8068709-6887-EF5D-26C8-6BBAF207D8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523F4D0-5B97-4278-51EE-E972BEA5AF1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90D4EA7-FA9D-33AE-5730-23392C58A8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2A9F48F-A825-E142-DE56-C288FFCF152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C49FC0-9CB3-7B26-2D3B-2CCDEED363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3F6B0B1-BD96-83B7-C62A-9C629899517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49BDEDF-FED6-0A54-F0D3-B05B0DBF8B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3730FED-36C2-3CB2-B680-2C4C291CFC3E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1C97586-DC53-FBFE-6E0F-125B3A75FD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CFABB5A-26E3-4811-0348-CA64331757A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785D70-2143-0969-F261-049A7E8FE0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81BEBF-4410-5BD1-7ED5-FC0907B6471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A32A6B6-0D65-E7C8-F5EF-97EFF60ABE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42D6D5D-9CE0-76DB-C669-DEF6DBB0EB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BAC342-E5B1-AFF6-68CE-4BD5283DAA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5CCFC69-9E77-71AD-9083-30CF0FF05B6F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BA3EA03-3D04-17A9-37B6-A541757BE43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C1F5419-6568-3CD2-60CF-2216825DB1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452A274-F1A6-2C4C-83E8-3F0A4327265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336C0B-6490-5D6E-328E-4AF9FFB8AF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753D834-229E-BCC9-BDFF-7E579DE4ABF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A8E9528-A653-C03D-B89D-72EA9D6C4B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68E5C7D-6999-4338-4E44-A3DE61A6A41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C06D7DB-BF96-C4CC-AC4E-BC45E9EAD21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FCA98C9-167B-9489-946A-D5C6EC477D0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5BA1D2-7DF7-D841-312C-8DCC394DD287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024FD29-F67D-723B-325C-8E477C302A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7665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1E93-32E1-D357-4929-4CB2B9E2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BE1AB8A-6CEB-6C42-7395-1B6D2CA2211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11F4F5-165D-1E1B-828C-93BD4DEB3E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A5660EA-BAC3-DAD1-5EBD-385FD5686EB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00A27B-A7CD-1469-AE76-A0C0604CA2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1D843D-AF0A-6338-A76B-760AE37393B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8102BE-1024-7A3D-091D-508039FA5D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44F842-4D02-F849-C9D2-7A6340C8558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CA80C09-9BC7-EE6E-1C4F-E143095BD54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7B4E385-10E3-53B8-1911-8DC671CF48F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B181221-5F0C-A38D-3970-67EE6ABA69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DC0AA95-1D24-5EF8-71A9-73ED713EF94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DE814F5-214F-C233-AC79-AB919CDDE3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7127D84-6705-B317-C3C4-0182902C982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CEEB42F-C4CB-C6CD-63F1-D9EAF6DB23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4CAA365-AB36-3FF6-3A2E-007947C68BE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89F36BE-8082-9389-9593-BEEC3D84EE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4E8E09-D79E-7228-EB76-99F669021A8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F17F3C3-107F-370A-3A94-83A9A8C9BA7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5ECE78-0585-1BAB-905E-C7BBAFBF017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6A0B260-926A-58C0-5D13-241B341477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B9285B-AC87-0234-7574-7F8FB75236DD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98C62D1-83DB-7D8C-E98B-2C3D9737704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2F652F6-AF63-2348-3F47-B313205D62F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D3225E-9C1C-C627-1A13-2EA48C665D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7419915-BCA5-B0C5-0117-F8AB4E9E3C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17B3119-D7D3-C7ED-5BE6-3E7D90FB876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457950A-BC16-3CB1-5A59-653B5737CBA0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22C3DEF-FFC7-D031-0807-71EDA7A28D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A55B584-35A4-0C41-AE66-0E4A96B987B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BC35956-57CE-1059-2D48-70007106D13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FA5D633-D981-B691-5CC4-6686D97CE1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EC0A1E9-1B90-FA5E-44A4-1F6F9597202D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319FE08-3A20-7E14-DA81-406091ADB0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8317E1F-2940-EBC8-A174-49FAD02A9DD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11C22AF-8BF4-B192-C497-4FFDD7216E87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14471FF-6EB8-CDB1-64A8-A7A877E2C37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324E84B-A89F-0526-BFE8-7894DB033F88}"/>
              </a:ext>
            </a:extLst>
          </p:cNvPr>
          <p:cNvGrpSpPr/>
          <p:nvPr/>
        </p:nvGrpSpPr>
        <p:grpSpPr>
          <a:xfrm>
            <a:off x="4973436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DB66926-E294-B569-1226-4AB59DF3B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53B3FAF-FCB3-47A7-2941-A759C8AF054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055A43E-03D0-186B-9694-E52923862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09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9C25-8C4B-14BE-DECF-6ACE16BD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7F0DB35-120C-A96B-4195-D8A8E6D3ECA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BDBDAB0-047D-7833-01A1-128C24278B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5AAC87-F36A-0D1F-8C76-341291B3043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E0DE45E-1DA3-ACA6-AEC5-EEC14E0005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DCA270-8829-D4F5-5EDF-96362C8F28B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69EF37E-FBC6-7AFC-0670-C92F5FA3D7F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330EAA-08FF-9691-5C73-8687F9C9B262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37C4E68-7DE4-1E0F-8A0F-B41D4EF7F8B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21D70B-F01E-4542-4178-5681AEC7A4C1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5A5563-6799-9BEA-C283-E28FEAD56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F05E92-CC87-4500-9B0C-FF9B90292378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758BEFF-97E5-BBB2-7AA2-A7E5BC76AB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464F4D-63E2-9F99-67A8-6C68A97F4F3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00B32ED-0FFD-BBBD-B818-E96CF5A61C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C40CA5-CC98-8506-26D8-326E1E71A06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6860F63-BA1F-EC6E-A49D-0B15138D33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E3A098E-ED35-765F-C8A4-F6AA8F30E86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FBE4720-E84D-8F8A-1490-D327E10F882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EB6A635-C79C-1A34-A266-FE6531EEB1B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8D311F5-F304-9384-EC6B-9A09C3A6B5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95E989-D11C-6B03-51CB-5A765266F3F1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D855ABB-6825-B077-9DEF-5D0257368C0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E45A35-FC9F-0483-D461-DE724608EAA1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844A59B-F247-A4EC-26E8-03D7AC62F30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77C5710-5BD8-BA34-DFE7-299A87328F10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5F4B8DC-EBB7-0F40-89AD-3E22A1FD48E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AC55AF0-9305-ECFC-383F-C7C6734E7596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54AAD3C-5AC6-1746-EACA-0B556D66D1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5BF9053-64C2-8E1F-DAD2-EF620130EF7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716D97C-D726-F853-5013-73F8577781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7A4C2C-5E3A-0066-E016-416D224F83D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F4A38D4-CC38-562B-D3E1-D6B018CE2EF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9B93D84-5C93-F283-C42C-41A85034183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CC1C6B8-EB63-FFAA-2331-FEE389509B76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97E7CA1-3D44-08A7-3282-42AA4BA8CE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DEB5F30-BD65-39B5-95EA-212280F0F23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2C7CDD3-6065-1D95-3DE8-6C5D80574BED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BC31A4C-FDDF-FF41-B64F-08F2335CCF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34F3DBB-6A1E-CD2A-239A-79B253854E84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B19F078-CD2A-D0AB-2D9B-A6BD8AE924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0581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7D99-611E-2BD9-E04D-A3F19CFA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BE680C7-E78E-DCA1-E979-E2E50DB27AC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1A8E7C6-D4C4-0F47-59BA-1E646F085D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B82A112-C790-581E-F478-B1B373DB703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1F7D784-A639-2D56-A28E-F49959A974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400CBA-68A5-5465-29A1-B36A1B34FEC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7C1D86D-E85D-F9BD-CD69-62234481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F1377F-D302-8E85-6A7B-1A00C9E949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B847AF-8433-1FB6-12CB-8D7E88B39AB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42CCD3-7F5C-F7DB-6E3C-94154BBE22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9D09DB-0139-4E03-3037-4078A71B83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5F71E2-8C54-0EE2-15CE-8C7B5F8E166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906CCBD-D844-E5E8-FB11-A1BE2FEA29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C4FDA6-4149-39E6-FA5A-F87C3D7ED53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6F13460-65ED-3A58-101B-ABAA0EFD31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9B85DC-924F-4542-7352-FAF21A0D5A6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C5AC00-92AF-9E42-FEDA-E5D194D2AC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A7B67E1-57E0-3964-AB12-DC01BDBA02B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78CB7BC-9117-89C0-A8B4-F328F251243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D68C94D-380D-4DF8-B6B1-4B9306ACCBF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EC15D87-83A6-1D75-C34F-50DE97938C6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6C69482-8A83-4757-66AA-5B64CF8F9280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401057-3466-28AC-CEEE-A9201499513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80A6D17-3E32-F5DE-D227-5564C8E9EC3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DFB13C4-3749-B6BA-37F2-967BB2098D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AF2444C-E080-3DCE-6D59-EC1336B8CAD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868334F-FA5B-E673-FA64-B83106E42893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AAC3C2F-5517-6278-0B34-275A5806F8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3B72121-4803-28CD-F680-009ED8ABF0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E3D46CB-FBBA-E148-E1E5-9DDA539970CA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BDE9C0D-07F1-ACB5-6E89-3C2771B26F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BD38FFB-5D57-8B0D-1686-571A4244A5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70E1822-CC4D-F03C-F5EB-6050C31A375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5FD2E59-FCC0-2319-6A91-8505AC60C74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C50D905-331A-9BCE-64B6-8B9FB6E0894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D6DA644-0AA5-2AD2-CC4D-33566AB5913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F2CF252-71C7-FE2D-A11C-8FE70813A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3E6E985-0DE2-106D-F314-412062A82C0E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1FA8005-95B4-8319-31F5-7A3BD80D16C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437411B-056B-BECE-7859-B4A4C153758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EFC8086-D9F9-4DB9-8B89-0A17F77EB66E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A8DE228-3861-D7F7-7A64-DAA89D9D13D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92FA955-7D81-DA54-78E8-40ECC22E47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166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C6DA-63AD-E171-2459-2C56F7F2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4311213-FBA6-AA33-331A-1AD1C3E2C6E1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238A2A9-B900-FB1E-6D53-C56E9ECB33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D0B2-3402-5359-9055-A54071859F8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535EEF-CC1B-8535-1A27-CF496A95C7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1D6A53-C1B5-02FD-D593-684C22B57F3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85FDF0-2659-3793-D26B-DAA4F559E8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5D365A-1E1C-8960-71F4-E0E774638483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856374E-2B5A-F8F4-6B0B-FD81F63024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9DEF7E-EB5F-B427-69BD-7EDC67E2B05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4880430-A252-8930-ADB6-615D046F6D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70DB0D-5FA5-E089-3E9A-214A64A0836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8FF5176-A9A8-2A03-EB18-DDFB061986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0439BAC-B9D2-57C3-CE9A-0528C08C31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4ABC15-CB2D-66B9-2D09-FDC2DA2809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4072B0-1DD5-AFEA-B930-0084383AA2F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34924E-B94D-90CD-EA70-C11E3C97F8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ECC57A-E3C0-FD80-D27B-1C824BD425BE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D4780D6-CE5C-9071-D337-229828FE739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DF9DFA2-452E-E4F6-F401-47C4BBDAD56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AB158CD-840E-BA60-5D7E-64996121338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9EFA1F3-2D68-916E-5F06-4B72A78C3C00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163E9C17-D77D-7554-6270-7AC43E61DF3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7255AB-06F6-A7C3-C52A-72441C2AA373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28E521F-CC27-0608-FC1B-6F95BF3E5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58B0D72-F257-D4AD-AC22-0FD9AC50C73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7964F8B-C183-BE62-F4AD-5C03D2835D90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C46D2D-D2B4-D8CC-152A-EA35B4D615D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14D17C2-B637-A096-E9DE-BDD0AFAF18E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13F89EE-8697-5D8C-B1AC-0E110B2542D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57478D2-75D0-1929-8944-A735DFB5205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7DC8E59-8A94-4073-A878-158C03181FE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0D98837-86F2-268D-51D9-EC17BAA67EEE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9061E77-ACBC-5A4A-410E-0563AE713C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5031ED3-F00F-415C-7EA5-F078347563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A9B77E-3700-8B1D-7D8D-1B168D60CE8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0B1BB52-AEB7-5182-CFF4-B1D02076A74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27D240D-FE4F-E93C-D2D1-0D23B0246663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BEBAEE0-6AA4-554E-C1AB-D036DC5C7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7DF07C2-685F-E5DF-FF04-7A3296A0B837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C50C2C1-2092-5C6C-8B32-B7FDF7D1C475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6122685-B5ED-59CB-7656-9AE7824F7A2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C77E16D-4956-26FC-A005-2A9710067D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518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C0FB-F382-F4FF-A656-91EA2916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E7DF38-6213-78CA-B852-BC4F9ECFF0D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5B88EE4-4561-39C9-6AF9-65F5B6F863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1C96EAE-658F-B791-9B8F-68B30B0B719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2CE450-B1B5-E50E-6194-69BF642416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B1FFABC-77D2-6C2E-857C-E99A714386FA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CD5B4E-466F-4940-027E-AD4326DFCD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8B098B-15D6-3FFE-FA76-47FE7BD4B53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79B7AD0-C260-C2FC-B92F-E113D52050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CF236F-E1D9-9F62-D206-08F07D4CBD9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2C60B1E-FF6A-6E04-7A2C-5A5F472CA6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F80C62-390C-CF7F-5FB3-D97CE5527BF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FCD764B-DF78-210A-5248-97BB401B55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1EBDC1-AA49-C400-3818-C39407513CE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74D9D2-87D6-BDB6-6731-827D208FD8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FAE5E06-B365-D466-92EC-7C9268FA4FA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6752CA-05AC-82B9-9852-DB0B7E6B4E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DD69E31-D299-A494-9BC2-E37C0DFC2FF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739A61-8E43-9E5A-9D8A-9502E89988BE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6EFE77B-96B4-BD86-4FAD-9225976E04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FA90FC4-621E-9FAF-B5BC-89201141CDA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73320B-CC27-3FB8-BC31-0414F203D906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3029E8A-D4DD-509A-42AA-70D04E6815D5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3FB087-9EC8-AB20-B009-412ED580609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E6D18FE-6A77-FC29-1F83-BF001E7327A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DC3D165-BF21-D9BF-595E-B0728EE62AE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5E764C-FB6A-D80A-8EEE-43C84570D31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BF9849C-E080-DEA9-FFC4-5C67FCEB12D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2588BDC-AA11-1CEF-78A8-51F0A86532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D7F27D2-524E-5486-9928-BE0CFDEBC283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0AE0F4D-21A9-830F-0A2E-AA5D2149A9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C3FD0E4-EB22-65C9-1962-9EEA6776C08C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A5232ED-8FF2-F6B3-07A5-3A4592EC776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0E6A28C-3951-3D14-6C11-622C0F5B721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7CAEBAB-E2B1-2277-E9DB-520DA7E2D5A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EC9DF2B-D4F2-C959-CBB9-02A29E6433B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0601DE0-035B-68F4-4031-D5D90FE796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7334A27-85E8-568D-3BA8-B8AF44B1261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02D5BEE-047E-731C-F0B0-963114364FA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B1BEB9B-D01A-B717-5E39-A369B8FDCB3B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749C0E-07D3-F88F-59AA-3341F424BC02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3589BFE-A03A-2948-4709-F862671F86DD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8959A75-0C05-4BEC-49A3-81C0FDC6BB9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B130B42-354F-14B3-4592-550FED7C9CF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E31CA17-B59F-9693-94F6-827397A2A04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397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E6A2-36E9-E9E4-4AA1-4EEEE388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79618CE-BBC4-9519-00BE-70E1E737987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8114C56-BFFB-C141-5D1D-F338DE1782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91B872-51F4-DF55-5C81-579DC7F59AA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AC8A1DA-5DB5-229E-C2CE-8AF5D37164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047CCE-6128-A24F-5FD4-A5EE59EFA8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5AFEB63-76B0-E63C-1DC9-D7DC1508700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20CE63E-53A3-836A-8EEE-221EF5BFB08B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F033F9A-7203-F16A-84AB-A6D479484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2967487-2AD9-F2CD-373C-A8D06612A0B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9A91A6-456F-D25B-FB69-330945AEEB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E9FCB85-37B9-FB89-9B0C-4B64786A0CE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8D7022C-72A5-8522-8F07-81ED67EC8EB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F9F9277-E854-3911-263D-C842627C6ED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0A160F2-9491-4437-0371-8DCB48C2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DCA682-77BC-8932-1418-99494C1E8FE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3FBFF86-3CFD-0C02-5659-70319D0277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BE285-501F-39C8-767D-90EE35379D10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9920AF4-DCA6-3E64-A16D-88DD5B7EC516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F4E6CF5-87D4-7F49-A0FF-434177EF94E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CA9E9F2-156F-8159-FB1B-BC582E6077E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8DD5362-E33A-FFAA-053F-7428FE5421A9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3A5BD01-0702-CACD-16F1-8D07AB96BA0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5D7CB24-7B57-82DC-DC1D-B5C824FD991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987E815-EABC-8859-A677-58D04822E4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BFF5F4-CC09-EA7C-BA06-F6A98C9F55D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707C94-5C6E-A8EE-55D4-B84366459AE5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4EA3368-A2A3-22ED-FDE7-785EC694A16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9A2D6C3-E291-19F7-08B3-E9440BD2D7F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237D34-A778-DCC0-2D17-FF85A97B93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6073A7-55B2-D630-4383-7376487842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D2746A1-20E3-E817-9A92-4325EC2A0D25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F66BFB2-E2CB-FDA5-D736-FD532B984F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32989AD-859A-DA4A-594F-CCDDF2ECDB91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E10FB47-A619-7878-85E9-C9F85423392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B568DDD-805A-BD9B-3E19-B6DC40BA342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D691B86-3219-ABAA-1471-5E4C03E20ED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0CB5CC7-7836-D1A4-91D4-89AE490ECF52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25B4E5D-24BD-1BF4-FCDB-34B52CAD85D7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501E192-E6AB-FBEC-B2DC-125B41339643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13F35DD-D794-4867-F572-49669CB145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25E91E7-6D78-12B7-A80C-8DE72AF330EB}"/>
              </a:ext>
            </a:extLst>
          </p:cNvPr>
          <p:cNvGrpSpPr/>
          <p:nvPr/>
        </p:nvGrpSpPr>
        <p:grpSpPr>
          <a:xfrm>
            <a:off x="5024450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1D5B8AB-0E52-1C03-2BC7-F776D1FEA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0F9D434-64AA-0C1A-259C-ACF4AE07A08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7B6A002-DBC3-FF25-BE70-EF94170D5F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7637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FF1E-A826-9F9C-8C4D-406FFE60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CA0302-1CFB-4647-5133-C749BF2318C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66EB6A-AF07-4E67-A80E-379F22D7EA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463C8A-72F9-EA03-B45E-7A8C2397208F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EB4D14-8C53-66CC-0581-D744C821BD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7B92B95-7AE4-EFF4-E080-077B68646E7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9D085D-21AE-8B71-0F09-6E9FA4F482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85511CA-9E1A-6DBA-D5D3-8716918658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CA730-D4BE-6B4A-A20C-7116323D6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5A5CC0-83F2-6732-3A5A-6C0AF0F1592B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F280B5-DC0B-2DE6-EA06-D6903CB83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658E825-6999-EC0B-3D80-FAEF69B8788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0EDCDE-E2FC-D348-2709-3C40639216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BE74EFA-3B46-2D2C-7704-14375775D65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D9369C2-BEE6-ACFC-1FC9-B97A6CF7D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60268DE-FDB7-835F-1CA7-D6D103EC766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F692956-826A-4F2C-F3C8-1BEDB4119B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B5FC0BF-48C4-16B2-0817-295999BC97C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FC16F82-AAAA-692F-0C16-8648CC6B26A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AB57021-6DCC-703B-52E0-0E6D65C234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866B56B-7141-41A7-C353-49DA13CCD14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BC146D5-39F2-DC0F-693D-A142CE77FB3B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145E29F-BC2E-987E-F993-D20FF39BB2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A160E4E-BB46-8508-30D3-ADC3743EF24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5DE669B-5BFB-6293-9F26-96B9C02D3A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BE03FC3-7215-B22A-FF3B-62296F96D33F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298CBC8-F652-B916-D6D9-7723588F141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263AE34-6E94-3140-ADD9-3CB09CD200A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9F08C2E-3C39-28A8-16AC-38BA9AD487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EB7827E-DC11-C1A2-6D8B-70054ACA43CC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8C29D0F-5D6B-84AB-00F6-C90D31DABE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1328CA0-EF2C-6D31-2396-2A66418B434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2502347-15BA-1D3D-E247-F31C0ED3D97C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3EAA7E0-8306-9E31-30E1-14225A73F940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33B33A1-3D51-4874-65A5-845C7C23978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8E11839-E64E-32B1-9F84-F4294479BD80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B77EDCE-040D-65B8-4E8E-5E04AAA36A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78CC525-67D9-A9AB-1BBD-D1A390C4E9F9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FE5193A-3CCE-FBD6-FCE7-AA4D9304B00F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D20C2DE-E506-7540-7907-AC47326D738A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7068D3C-4B9A-C960-019A-C7F476BCF6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74C5161-EF03-CBB3-83FE-55E97E00615C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0F08673-0F32-472F-BA03-58B8F826D9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74FE7C3-C409-B4A5-309D-777457BD3CA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98077B6-DA23-8DA2-C555-711A2D01F5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461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DAA2-852B-F387-8308-DD0C141A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EA494D2-2611-7C55-1ACA-867D759C4A57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077FD9-573B-D060-660E-28B95A5F09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CFE132E-2DF7-B349-65DB-450BCA9C6A9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85FA2C1-1DD0-28DA-D28C-8FBEE357BE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E3D1B7-BDA3-DF56-97E3-C7619A80E1A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E4DE88-DC79-ECA4-4EDF-24FD758A47B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A58CAC-87F7-1C87-304C-C0D1A0CA365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26E9FCE-BBFE-1087-0494-C942FAC75F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3A35D3-583A-16E3-87F2-21D05915DE8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FEB94AA-D691-8955-CCFA-14EDA40020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E31CC3-54EF-C2CC-4743-D689C22F7F9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663A654-4AEB-BB4F-2802-5F0515CB50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2FD26FF-8C57-A778-35D5-032194E507D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32A7FD-93D6-5E98-04DC-AC50CD7E36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EBC9B0C-A539-AE1C-3E5C-6D490CFE795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BEA7E77-E7E0-A3C4-F410-C031EEB99F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E2D8403-0919-FB46-CC58-51FBA71F071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B27614C-51BC-8B5F-3CC4-A23846AA53D2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F48029-94DF-C84B-436E-B6DC49EB891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EB8F629-BBC8-4F0A-736F-8248E52CD3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70AB2B6-FD48-7B95-8A13-BAF297F4EDCE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329D8CE-D8E2-F795-CF18-6E185DE8BB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9FAFA6-AEE1-23D3-E7B0-8479B666F05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9AA1B32-E237-A560-0DC9-5769A9FF43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336F3B3-33B8-F6F5-3EE5-FE8B4D68B74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0415BA-0A32-9101-3AE4-E8807BD75D2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711BB88-3710-3439-BDF5-21AE92A2C563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61B1E66-5490-0E45-79E4-ABB459009F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B492ACA-A930-F41D-1062-A1EB0A07314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9EB33E5-3E7C-7304-8C47-06B383E1F2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73BF3C7-1524-28B2-5251-38B72410F1DE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94DCF9E-511F-6877-4EDB-12EB6E0A745A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78698C4-9976-775D-C910-57D4E31D20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4CE1828-7E97-668F-D4EA-4D23A18EAB90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A7D153E-2060-CAA6-4208-56201892C9C4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F608933-1205-F56B-4620-944CC97F8E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B70F305-669A-C91C-2830-1E99725CF92B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6A184BE-15B8-DA48-405A-C733714413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2631630-363F-8D23-9820-FDC498DB341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BA2CF7B-E851-B2DB-F0D8-CF05BFDFD8A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0FED380-A49E-00B8-124A-B2FB129572D7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34B263C-DAEF-0009-0B03-A1A04E7F7BF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28010BD-252A-8AD0-9F94-CA78C23121D0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E329F87-52E8-58CF-469B-C62F6C8D9E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647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C3B2-CB50-0FBD-298C-4440FE17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4DB0804-391F-8CFE-E9ED-321DE614E73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1F7E59F-C186-1C7C-5907-ADFF6C010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3E58CCE-F058-60B1-3409-D3C330CF0A4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41BC2F-51B9-3991-6226-366A602C64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0A17E9-6BB4-DC17-2974-43D4306FF54C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D51BF7-E8A4-4929-A0C4-95555338D3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3F85E94-4C22-01FF-C4E4-DDBE5134403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00B335-416E-7D82-3646-7359F085BEC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A466E2-2D8B-4D8C-EF8E-CB44D60241A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0875B18-819E-3A71-7870-A79B492050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E9F75A-CB03-8453-C64E-21A5B4D0542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6AD8AA5-F14F-3319-7D1D-A3648E446F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26AF15-9FC6-E014-B4F2-E16A8598457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DD0B5CC-EEF4-56E5-4D75-E18A434110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DF156E2-17BF-B998-CADA-12261E7E4F5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CE01B27-2659-C370-A088-8419989031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9BA1320-4DD5-50ED-DEAA-7BA4B52FA6C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EDC9297-EEDF-CD2F-A0C2-6424947AECC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744D862-7E14-E95F-5844-85B78455B57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DE608D2-A8FB-609B-5E5A-7A2314DE6D4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8610A27-62A5-E49F-6216-140E9116AD1F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53C5CA7C-BFEF-703A-67C5-C0C7CB142E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1A40BB8-59F0-88A3-5710-59506B488A4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204FD71-F3CF-169E-9E34-5FDFB69FD2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D68CE27-CE09-A668-AEE1-327F9420F70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AC00F93-749E-76CD-8E5C-4E15773FDFA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FB208E7-6855-FCC6-262B-34122F43B82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F3B871-35E0-6047-3A08-DA2F9F7F67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C31BAD0-04DF-1DEA-992C-93E4CAE2F8C1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8742D57-4991-E290-AA1E-BE46682C47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DF549A5-1728-7DC4-1C26-7E83430F207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646630E-B911-62F4-85C1-618EA7B7AD9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1DB1F3-5D34-AED5-574F-5170E878E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EC986E8-1716-2326-F31F-E5E32325580D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0719466-F021-5050-F020-E9E654737CDB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52C3F0C-F995-0050-5963-A36EDFB25EA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A034B09-B426-C637-3340-5146716DCD77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1B85EA7-8CC4-954B-5920-2C131C4969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28BE513-12B6-8CD0-CC28-0966214FF291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83831B3-DDD3-5661-DD5F-2404EE82DFB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5655730-0D54-F8E5-88D5-E4F8D0155D3B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5282F67-75FA-D3C0-89FB-B771EA189F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DC2CB7D-3EF4-5F08-1549-EBF6BF0E1423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1EB12AF-CDE5-FA4C-4861-CC903139EF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/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下标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越界，树节点被访问完毕，树构建完成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blipFill>
                <a:blip r:embed="rId2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751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00BA-0306-6149-804F-915A4681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1018EA1A-C149-1302-2AA7-E186A2B70088}"/>
              </a:ext>
            </a:extLst>
          </p:cNvPr>
          <p:cNvGrpSpPr/>
          <p:nvPr/>
        </p:nvGrpSpPr>
        <p:grpSpPr>
          <a:xfrm>
            <a:off x="609600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617171-0B62-C624-3BD6-EC7E31DB74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E61A2E7-3B4E-7F19-6826-9C31F5231432}"/>
              </a:ext>
            </a:extLst>
          </p:cNvPr>
          <p:cNvCxnSpPr>
            <a:cxnSpLocks/>
          </p:cNvCxnSpPr>
          <p:nvPr/>
        </p:nvCxnSpPr>
        <p:spPr>
          <a:xfrm flipV="1">
            <a:off x="555769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F92C857-96E0-F1DB-C818-7685AD60DA77}"/>
              </a:ext>
            </a:extLst>
          </p:cNvPr>
          <p:cNvCxnSpPr>
            <a:cxnSpLocks/>
          </p:cNvCxnSpPr>
          <p:nvPr/>
        </p:nvCxnSpPr>
        <p:spPr>
          <a:xfrm flipH="1" flipV="1">
            <a:off x="635000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2F0CC9-A847-EC42-4A99-5F4E490BC7F7}"/>
              </a:ext>
            </a:extLst>
          </p:cNvPr>
          <p:cNvGrpSpPr/>
          <p:nvPr/>
        </p:nvGrpSpPr>
        <p:grpSpPr>
          <a:xfrm>
            <a:off x="528710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AAE2219-174B-B25B-647E-00CFD17EBF1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9DFFC64-1E4C-6AEC-3C2D-6F97BD3ED415}"/>
              </a:ext>
            </a:extLst>
          </p:cNvPr>
          <p:cNvGrpSpPr/>
          <p:nvPr/>
        </p:nvGrpSpPr>
        <p:grpSpPr>
          <a:xfrm>
            <a:off x="686377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D411107-697B-6705-8965-5623EEF293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B282C0-D261-B930-A970-1E98EFC007FD}"/>
              </a:ext>
            </a:extLst>
          </p:cNvPr>
          <p:cNvCxnSpPr>
            <a:cxnSpLocks/>
          </p:cNvCxnSpPr>
          <p:nvPr/>
        </p:nvCxnSpPr>
        <p:spPr>
          <a:xfrm flipH="1" flipV="1">
            <a:off x="554930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9148A6D-2A20-3FAA-70D2-EBE38BFB27B2}"/>
              </a:ext>
            </a:extLst>
          </p:cNvPr>
          <p:cNvGrpSpPr/>
          <p:nvPr/>
        </p:nvGrpSpPr>
        <p:grpSpPr>
          <a:xfrm>
            <a:off x="567698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A46041B-008D-0807-391A-8A1F2A0E76C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85E1957-B838-6037-AD59-5A4BA1AF66F5}"/>
              </a:ext>
            </a:extLst>
          </p:cNvPr>
          <p:cNvCxnSpPr>
            <a:cxnSpLocks/>
          </p:cNvCxnSpPr>
          <p:nvPr/>
        </p:nvCxnSpPr>
        <p:spPr>
          <a:xfrm flipH="1" flipV="1">
            <a:off x="713917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7381462-623D-1E22-B4C6-1B43A3309E39}"/>
              </a:ext>
            </a:extLst>
          </p:cNvPr>
          <p:cNvGrpSpPr/>
          <p:nvPr/>
        </p:nvGrpSpPr>
        <p:grpSpPr>
          <a:xfrm>
            <a:off x="726685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C818DE4-5526-ECBD-701A-EA2E440DB6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91EABE1-F120-B004-3DF5-E3A7269F2068}"/>
              </a:ext>
            </a:extLst>
          </p:cNvPr>
          <p:cNvCxnSpPr>
            <a:cxnSpLocks/>
          </p:cNvCxnSpPr>
          <p:nvPr/>
        </p:nvCxnSpPr>
        <p:spPr>
          <a:xfrm flipV="1">
            <a:off x="561723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CAB6FF8-8D2F-A2EB-54C4-9C0D1E036189}"/>
              </a:ext>
            </a:extLst>
          </p:cNvPr>
          <p:cNvGrpSpPr/>
          <p:nvPr/>
        </p:nvGrpSpPr>
        <p:grpSpPr>
          <a:xfrm>
            <a:off x="536323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D50B131-C044-7A45-CD8A-9385B6531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416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620</Words>
  <Application>Microsoft Office PowerPoint</Application>
  <PresentationFormat>宽屏</PresentationFormat>
  <Paragraphs>528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2026-04-23T08:18:34Z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