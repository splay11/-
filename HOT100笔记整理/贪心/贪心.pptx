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99" r:id="rId2"/>
    <p:sldId id="300" r:id="rId3"/>
    <p:sldId id="298" r:id="rId4"/>
    <p:sldId id="29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F7FA04-3BA8-4631-B020-13E45CEBB35F}" v="100" dt="2026-04-26T10:40:20.3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1464" y="9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26T10:40:40.034" v="7485" actId="2711"/>
      <pc:docMkLst>
        <pc:docMk/>
      </pc:docMkLst>
      <pc:sldChg chg="addSp delSp modSp add del mod">
        <pc:chgData name="昕 许" userId="a2975fcd840abfc3" providerId="LiveId" clId="{49CCD4F9-177C-4270-9A14-60236FF377E8}" dt="2026-04-25T12:05:11.117" v="6878" actId="47"/>
        <pc:sldMkLst>
          <pc:docMk/>
          <pc:sldMk cId="3949537576" sldId="296"/>
        </pc:sldMkLst>
      </pc:sldChg>
      <pc:sldChg chg="addSp delSp modSp add mod">
        <pc:chgData name="昕 许" userId="a2975fcd840abfc3" providerId="LiveId" clId="{49CCD4F9-177C-4270-9A14-60236FF377E8}" dt="2026-04-07T08:51:59.101" v="6366" actId="20577"/>
        <pc:sldMkLst>
          <pc:docMk/>
          <pc:sldMk cId="3112887342" sldId="297"/>
        </pc:sldMkLst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5" creationId="{3133B430-41F7-9915-FAC3-F3AB549F4308}"/>
          </ac:spMkLst>
        </pc:spChg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6" creationId="{68478F13-589F-F6E7-2753-032779260512}"/>
          </ac:spMkLst>
        </pc:spChg>
        <pc:grpChg chg="mod">
          <ac:chgData name="昕 许" userId="a2975fcd840abfc3" providerId="LiveId" clId="{49CCD4F9-177C-4270-9A14-60236FF377E8}" dt="2026-04-07T08:51:59.101" v="6366" actId="20577"/>
          <ac:grpSpMkLst>
            <pc:docMk/>
            <pc:sldMk cId="3112887342" sldId="297"/>
            <ac:grpSpMk id="84" creationId="{8334FB7F-C0E9-F2B0-08D6-B8C6B893EDC0}"/>
          </ac:grpSpMkLst>
        </pc:grpChg>
      </pc:sldChg>
      <pc:sldChg chg="addSp delSp modSp add mod">
        <pc:chgData name="昕 许" userId="a2975fcd840abfc3" providerId="LiveId" clId="{49CCD4F9-177C-4270-9A14-60236FF377E8}" dt="2026-04-08T02:11:21.642" v="6386" actId="478"/>
        <pc:sldMkLst>
          <pc:docMk/>
          <pc:sldMk cId="592326987" sldId="298"/>
        </pc:sldMkLst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" creationId="{73395A97-87D6-5832-FC54-91CF93AA9D2B}"/>
          </ac:spMkLst>
        </pc:spChg>
        <pc:spChg chg="add del mod">
          <ac:chgData name="昕 许" userId="a2975fcd840abfc3" providerId="LiveId" clId="{49CCD4F9-177C-4270-9A14-60236FF377E8}" dt="2026-04-08T02:11:21.642" v="6386" actId="478"/>
          <ac:spMkLst>
            <pc:docMk/>
            <pc:sldMk cId="592326987" sldId="298"/>
            <ac:spMk id="10" creationId="{881FAC05-3D8A-8367-4900-4CE873EA6068}"/>
          </ac:spMkLst>
        </pc:spChg>
        <pc:spChg chg="add mod">
          <ac:chgData name="昕 许" userId="a2975fcd840abfc3" providerId="LiveId" clId="{49CCD4F9-177C-4270-9A14-60236FF377E8}" dt="2026-04-07T08:48:35.279" v="6285" actId="113"/>
          <ac:spMkLst>
            <pc:docMk/>
            <pc:sldMk cId="592326987" sldId="298"/>
            <ac:spMk id="11" creationId="{79834299-B426-CEC2-A984-6F2622D9367A}"/>
          </ac:spMkLst>
        </pc:spChg>
        <pc:spChg chg="add mod">
          <ac:chgData name="昕 许" userId="a2975fcd840abfc3" providerId="LiveId" clId="{49CCD4F9-177C-4270-9A14-60236FF377E8}" dt="2026-04-07T08:51:05.262" v="6333" actId="1076"/>
          <ac:spMkLst>
            <pc:docMk/>
            <pc:sldMk cId="592326987" sldId="298"/>
            <ac:spMk id="15" creationId="{71E4DF62-4054-807E-AC9C-CF1B7B7DC93F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6" creationId="{3B53BAB7-AB80-5C7D-B1E9-DBA76D3E8261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7" creationId="{7F774452-B004-E85A-51A3-7D64BE585E2A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8" creationId="{83A2B302-6196-E9C3-32B1-46A00EE0ABCF}"/>
          </ac:spMkLst>
        </pc:spChg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3" creationId="{644378BC-25A5-CA8C-7B1B-65CEEF9A5097}"/>
          </ac:spMkLst>
        </pc:spChg>
        <pc:spChg chg="add mod">
          <ac:chgData name="昕 许" userId="a2975fcd840abfc3" providerId="LiveId" clId="{49CCD4F9-177C-4270-9A14-60236FF377E8}" dt="2026-04-07T08:51:03.187" v="6332" actId="1076"/>
          <ac:spMkLst>
            <pc:docMk/>
            <pc:sldMk cId="592326987" sldId="298"/>
            <ac:spMk id="24" creationId="{A873EE7F-9240-B03A-AAB4-555AAEEA13C1}"/>
          </ac:spMkLst>
        </pc:spChg>
        <pc:spChg chg="add mod">
          <ac:chgData name="昕 许" userId="a2975fcd840abfc3" providerId="LiveId" clId="{49CCD4F9-177C-4270-9A14-60236FF377E8}" dt="2026-04-07T08:50:59.485" v="6331" actId="1076"/>
          <ac:spMkLst>
            <pc:docMk/>
            <pc:sldMk cId="592326987" sldId="298"/>
            <ac:spMk id="25" creationId="{C8AD637C-DFBF-FC1D-C37E-6F8369CC332C}"/>
          </ac:spMkLst>
        </pc:spChg>
        <pc:spChg chg="add mod">
          <ac:chgData name="昕 许" userId="a2975fcd840abfc3" providerId="LiveId" clId="{49CCD4F9-177C-4270-9A14-60236FF377E8}" dt="2026-04-07T09:20:18.460" v="6382" actId="207"/>
          <ac:spMkLst>
            <pc:docMk/>
            <pc:sldMk cId="592326987" sldId="298"/>
            <ac:spMk id="27" creationId="{5608A7A6-9AB1-A61C-84B4-837B89386C15}"/>
          </ac:spMkLst>
        </pc:spChg>
        <pc:grpChg chg="add mod">
          <ac:chgData name="昕 许" userId="a2975fcd840abfc3" providerId="LiveId" clId="{49CCD4F9-177C-4270-9A14-60236FF377E8}" dt="2026-04-07T08:46:11.412" v="6178" actId="1076"/>
          <ac:grpSpMkLst>
            <pc:docMk/>
            <pc:sldMk cId="592326987" sldId="298"/>
            <ac:grpSpMk id="9" creationId="{4E033417-01D0-A074-2412-EC2F3D8B7CC1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2" creationId="{5DD7D334-C3C7-D096-A283-74D5A075AFA5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9" creationId="{17E524B4-709C-B7B1-0881-B6B504B0EB24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4" creationId="{59FCFECE-BF69-8DD5-3C35-2A2B7732CB69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8" creationId="{3C7C9827-4B2B-3152-E90C-FF28243CB2DD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2" creationId="{32EC77ED-DBB3-5ECF-E615-27B068A89FBB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9" creationId="{892B2296-8D7F-BEA9-1689-0586062C6B2C}"/>
          </ac:grpSpMkLst>
        </pc:grpChg>
        <pc:grpChg chg="mod">
          <ac:chgData name="昕 许" userId="a2975fcd840abfc3" providerId="LiveId" clId="{49CCD4F9-177C-4270-9A14-60236FF377E8}" dt="2026-04-07T08:46:03.230" v="6176" actId="1076"/>
          <ac:grpSpMkLst>
            <pc:docMk/>
            <pc:sldMk cId="592326987" sldId="298"/>
            <ac:grpSpMk id="66" creationId="{976EB69E-5E0A-21F1-B747-E5E2BF452CF6}"/>
          </ac:grpSpMkLst>
        </pc:grpChg>
        <pc:cxnChg chg="add mod ord">
          <ac:chgData name="昕 许" userId="a2975fcd840abfc3" providerId="LiveId" clId="{49CCD4F9-177C-4270-9A14-60236FF377E8}" dt="2026-04-07T08:46:03.230" v="6176" actId="1076"/>
          <ac:cxnSpMkLst>
            <pc:docMk/>
            <pc:sldMk cId="592326987" sldId="298"/>
            <ac:cxnSpMk id="6" creationId="{AD5A7D0B-310C-D92F-E660-E105AC8622E3}"/>
          </ac:cxnSpMkLst>
        </pc:cxnChg>
      </pc:sldChg>
      <pc:sldChg chg="addSp delSp modSp add mod">
        <pc:chgData name="昕 许" userId="a2975fcd840abfc3" providerId="LiveId" clId="{49CCD4F9-177C-4270-9A14-60236FF377E8}" dt="2026-04-26T10:40:40.034" v="7485" actId="2711"/>
        <pc:sldMkLst>
          <pc:docMk/>
          <pc:sldMk cId="2087942255" sldId="299"/>
        </pc:sldMkLst>
        <pc:spChg chg="add mod">
          <ac:chgData name="昕 许" userId="a2975fcd840abfc3" providerId="LiveId" clId="{49CCD4F9-177C-4270-9A14-60236FF377E8}" dt="2026-04-26T10:40:40.034" v="7485" actId="2711"/>
          <ac:spMkLst>
            <pc:docMk/>
            <pc:sldMk cId="2087942255" sldId="299"/>
            <ac:spMk id="2" creationId="{4C8B8AE3-8403-A5D2-E1FA-9B6FB6578E77}"/>
          </ac:spMkLst>
        </pc:spChg>
        <pc:spChg chg="del mod topLvl">
          <ac:chgData name="昕 许" userId="a2975fcd840abfc3" providerId="LiveId" clId="{49CCD4F9-177C-4270-9A14-60236FF377E8}" dt="2026-04-25T12:05:48.136" v="6888" actId="478"/>
          <ac:spMkLst>
            <pc:docMk/>
            <pc:sldMk cId="2087942255" sldId="299"/>
            <ac:spMk id="2" creationId="{9E6095DE-90BD-E7E6-8008-F31D44E0CDF8}"/>
          </ac:spMkLst>
        </pc:spChg>
        <pc:spChg chg="add del mod">
          <ac:chgData name="昕 许" userId="a2975fcd840abfc3" providerId="LiveId" clId="{49CCD4F9-177C-4270-9A14-60236FF377E8}" dt="2026-04-26T10:40:11.580" v="7473" actId="478"/>
          <ac:spMkLst>
            <pc:docMk/>
            <pc:sldMk cId="2087942255" sldId="299"/>
            <ac:spMk id="3" creationId="{5E626ABE-BE49-0B49-09C8-341C1912AB84}"/>
          </ac:spMkLst>
        </pc:spChg>
        <pc:spChg chg="add mod">
          <ac:chgData name="昕 许" userId="a2975fcd840abfc3" providerId="LiveId" clId="{49CCD4F9-177C-4270-9A14-60236FF377E8}" dt="2026-04-26T10:39:53.766" v="7455"/>
          <ac:spMkLst>
            <pc:docMk/>
            <pc:sldMk cId="2087942255" sldId="299"/>
            <ac:spMk id="4" creationId="{603DA718-228A-6326-ABE8-E0D6F7869172}"/>
          </ac:spMkLst>
        </pc:spChg>
        <pc:spChg chg="add mod">
          <ac:chgData name="昕 许" userId="a2975fcd840abfc3" providerId="LiveId" clId="{49CCD4F9-177C-4270-9A14-60236FF377E8}" dt="2026-04-26T10:40:35.296" v="7484" actId="2711"/>
          <ac:spMkLst>
            <pc:docMk/>
            <pc:sldMk cId="2087942255" sldId="299"/>
            <ac:spMk id="5" creationId="{A19D77B7-57E4-8A87-53AD-06A3A234459C}"/>
          </ac:spMkLst>
        </pc:spChg>
        <pc:spChg chg="add mod">
          <ac:chgData name="昕 许" userId="a2975fcd840abfc3" providerId="LiveId" clId="{49CCD4F9-177C-4270-9A14-60236FF377E8}" dt="2026-04-26T10:40:29.758" v="7483" actId="2711"/>
          <ac:spMkLst>
            <pc:docMk/>
            <pc:sldMk cId="2087942255" sldId="299"/>
            <ac:spMk id="7" creationId="{E5529EC0-AB08-5F90-66D3-A0211AA10AC8}"/>
          </ac:spMkLst>
        </pc:spChg>
        <pc:spChg chg="add del mod">
          <ac:chgData name="昕 许" userId="a2975fcd840abfc3" providerId="LiveId" clId="{49CCD4F9-177C-4270-9A14-60236FF377E8}" dt="2026-04-26T10:40:23.829" v="7480" actId="478"/>
          <ac:spMkLst>
            <pc:docMk/>
            <pc:sldMk cId="2087942255" sldId="299"/>
            <ac:spMk id="8" creationId="{C47C2FAA-0D1F-7EC4-C633-45F7922882EA}"/>
          </ac:spMkLst>
        </pc:spChg>
        <pc:spChg chg="mod">
          <ac:chgData name="昕 许" userId="a2975fcd840abfc3" providerId="LiveId" clId="{49CCD4F9-177C-4270-9A14-60236FF377E8}" dt="2026-04-25T12:06:03.275" v="6892"/>
          <ac:spMkLst>
            <pc:docMk/>
            <pc:sldMk cId="2087942255" sldId="299"/>
            <ac:spMk id="10" creationId="{6D757D10-6FF2-9A8D-04D7-4BF1686D9E36}"/>
          </ac:spMkLst>
        </pc:spChg>
        <pc:spChg chg="mod">
          <ac:chgData name="昕 许" userId="a2975fcd840abfc3" providerId="LiveId" clId="{49CCD4F9-177C-4270-9A14-60236FF377E8}" dt="2026-04-25T12:09:02.423" v="6902" actId="20577"/>
          <ac:spMkLst>
            <pc:docMk/>
            <pc:sldMk cId="2087942255" sldId="299"/>
            <ac:spMk id="11" creationId="{D95269D2-8BE9-0CAB-0684-C716ED53C307}"/>
          </ac:spMkLst>
        </pc:spChg>
        <pc:spChg chg="mod">
          <ac:chgData name="昕 许" userId="a2975fcd840abfc3" providerId="LiveId" clId="{49CCD4F9-177C-4270-9A14-60236FF377E8}" dt="2026-04-25T12:06:13.148" v="6895"/>
          <ac:spMkLst>
            <pc:docMk/>
            <pc:sldMk cId="2087942255" sldId="299"/>
            <ac:spMk id="16" creationId="{78D63596-3DF2-F149-3548-8FC7940E24FC}"/>
          </ac:spMkLst>
        </pc:spChg>
        <pc:spChg chg="mod">
          <ac:chgData name="昕 许" userId="a2975fcd840abfc3" providerId="LiveId" clId="{49CCD4F9-177C-4270-9A14-60236FF377E8}" dt="2026-04-25T12:06:19.063" v="6897" actId="20577"/>
          <ac:spMkLst>
            <pc:docMk/>
            <pc:sldMk cId="2087942255" sldId="299"/>
            <ac:spMk id="17" creationId="{E0ACD51C-2A3E-78F1-DDA4-EE587E4EA612}"/>
          </ac:spMkLst>
        </pc:spChg>
        <pc:spChg chg="mod">
          <ac:chgData name="昕 许" userId="a2975fcd840abfc3" providerId="LiveId" clId="{49CCD4F9-177C-4270-9A14-60236FF377E8}" dt="2026-04-25T12:06:24.646" v="6899"/>
          <ac:spMkLst>
            <pc:docMk/>
            <pc:sldMk cId="2087942255" sldId="299"/>
            <ac:spMk id="20" creationId="{32BF7390-F404-6E31-7B9E-329CDC73AE08}"/>
          </ac:spMkLst>
        </pc:spChg>
        <pc:spChg chg="mod">
          <ac:chgData name="昕 许" userId="a2975fcd840abfc3" providerId="LiveId" clId="{49CCD4F9-177C-4270-9A14-60236FF377E8}" dt="2026-04-25T12:05:24.048" v="6882" actId="165"/>
          <ac:spMkLst>
            <pc:docMk/>
            <pc:sldMk cId="2087942255" sldId="299"/>
            <ac:spMk id="22" creationId="{8919459B-5951-6EDE-E405-A45F60439F0C}"/>
          </ac:spMkLst>
        </pc:spChg>
        <pc:spChg chg="del mod topLvl">
          <ac:chgData name="昕 许" userId="a2975fcd840abfc3" providerId="LiveId" clId="{49CCD4F9-177C-4270-9A14-60236FF377E8}" dt="2026-04-25T12:05:26.432" v="6883" actId="478"/>
          <ac:spMkLst>
            <pc:docMk/>
            <pc:sldMk cId="2087942255" sldId="299"/>
            <ac:spMk id="23" creationId="{2A138F48-DBDB-A31A-824F-E2DC6CCF698D}"/>
          </ac:spMkLst>
        </pc:spChg>
        <pc:spChg chg="mod">
          <ac:chgData name="昕 许" userId="a2975fcd840abfc3" providerId="LiveId" clId="{49CCD4F9-177C-4270-9A14-60236FF377E8}" dt="2026-04-25T12:09:01.532" v="6901" actId="20577"/>
          <ac:spMkLst>
            <pc:docMk/>
            <pc:sldMk cId="2087942255" sldId="299"/>
            <ac:spMk id="24" creationId="{316EAB51-C583-B679-BA24-4DA4413CE067}"/>
          </ac:spMkLst>
        </pc:spChg>
        <pc:spChg chg="mod">
          <ac:chgData name="昕 许" userId="a2975fcd840abfc3" providerId="LiveId" clId="{49CCD4F9-177C-4270-9A14-60236FF377E8}" dt="2026-04-25T12:09:52.168" v="6905"/>
          <ac:spMkLst>
            <pc:docMk/>
            <pc:sldMk cId="2087942255" sldId="299"/>
            <ac:spMk id="26" creationId="{36B80F38-BC9F-32EE-2219-28FECE9BFB87}"/>
          </ac:spMkLst>
        </pc:spChg>
        <pc:spChg chg="mod">
          <ac:chgData name="昕 许" userId="a2975fcd840abfc3" providerId="LiveId" clId="{49CCD4F9-177C-4270-9A14-60236FF377E8}" dt="2026-04-25T12:10:20.189" v="6908" actId="20577"/>
          <ac:spMkLst>
            <pc:docMk/>
            <pc:sldMk cId="2087942255" sldId="299"/>
            <ac:spMk id="27" creationId="{7EC4C131-65F4-F6F2-83FF-F6234C25E651}"/>
          </ac:spMkLst>
        </pc:spChg>
        <pc:spChg chg="add del mod">
          <ac:chgData name="昕 许" userId="a2975fcd840abfc3" providerId="LiveId" clId="{49CCD4F9-177C-4270-9A14-60236FF377E8}" dt="2026-04-25T12:05:15.241" v="6879" actId="478"/>
          <ac:spMkLst>
            <pc:docMk/>
            <pc:sldMk cId="2087942255" sldId="299"/>
            <ac:spMk id="28" creationId="{1433307C-B519-F500-4C3D-C241FC14592E}"/>
          </ac:spMkLst>
        </pc:spChg>
        <pc:spChg chg="add del mod">
          <ac:chgData name="昕 许" userId="a2975fcd840abfc3" providerId="LiveId" clId="{49CCD4F9-177C-4270-9A14-60236FF377E8}" dt="2026-04-25T12:05:17.420" v="6880" actId="478"/>
          <ac:spMkLst>
            <pc:docMk/>
            <pc:sldMk cId="2087942255" sldId="299"/>
            <ac:spMk id="30" creationId="{3FEC2684-F8F6-77E5-8A0A-E358D6441BBD}"/>
          </ac:spMkLst>
        </pc:spChg>
        <pc:spChg chg="mod">
          <ac:chgData name="昕 许" userId="a2975fcd840abfc3" providerId="LiveId" clId="{49CCD4F9-177C-4270-9A14-60236FF377E8}" dt="2026-04-25T12:24:30.268" v="7166" actId="208"/>
          <ac:spMkLst>
            <pc:docMk/>
            <pc:sldMk cId="2087942255" sldId="299"/>
            <ac:spMk id="35" creationId="{23FEA8AF-364C-5DD6-85FC-44CCA871ED37}"/>
          </ac:spMkLst>
        </pc:spChg>
        <pc:spChg chg="mod">
          <ac:chgData name="昕 许" userId="a2975fcd840abfc3" providerId="LiveId" clId="{49CCD4F9-177C-4270-9A14-60236FF377E8}" dt="2026-04-25T12:21:35.487" v="7086" actId="207"/>
          <ac:spMkLst>
            <pc:docMk/>
            <pc:sldMk cId="2087942255" sldId="299"/>
            <ac:spMk id="36" creationId="{4FD16034-40B5-C804-AB46-CB6300FE13D5}"/>
          </ac:spMkLst>
        </pc:spChg>
        <pc:spChg chg="mod">
          <ac:chgData name="昕 许" userId="a2975fcd840abfc3" providerId="LiveId" clId="{49CCD4F9-177C-4270-9A14-60236FF377E8}" dt="2026-04-25T12:05:34.972" v="6884" actId="255"/>
          <ac:spMkLst>
            <pc:docMk/>
            <pc:sldMk cId="2087942255" sldId="299"/>
            <ac:spMk id="39" creationId="{2B106B89-F091-2F0F-CAB8-AB781BB388B5}"/>
          </ac:spMkLst>
        </pc:spChg>
        <pc:spChg chg="mod">
          <ac:chgData name="昕 许" userId="a2975fcd840abfc3" providerId="LiveId" clId="{49CCD4F9-177C-4270-9A14-60236FF377E8}" dt="2026-04-25T12:05:44.189" v="6886" actId="1076"/>
          <ac:spMkLst>
            <pc:docMk/>
            <pc:sldMk cId="2087942255" sldId="299"/>
            <ac:spMk id="40" creationId="{831996CB-4664-EEA3-58E5-3A7359F207B9}"/>
          </ac:spMkLst>
        </pc:spChg>
        <pc:spChg chg="add del mod">
          <ac:chgData name="昕 许" userId="a2975fcd840abfc3" providerId="LiveId" clId="{49CCD4F9-177C-4270-9A14-60236FF377E8}" dt="2026-04-25T12:05:19.246" v="6881" actId="478"/>
          <ac:spMkLst>
            <pc:docMk/>
            <pc:sldMk cId="2087942255" sldId="299"/>
            <ac:spMk id="41" creationId="{B3CFC016-6951-70B6-69FF-18978C9F632C}"/>
          </ac:spMkLst>
        </pc:spChg>
        <pc:spChg chg="add del mod">
          <ac:chgData name="昕 许" userId="a2975fcd840abfc3" providerId="LiveId" clId="{49CCD4F9-177C-4270-9A14-60236FF377E8}" dt="2026-04-25T12:05:15.241" v="6879" actId="478"/>
          <ac:spMkLst>
            <pc:docMk/>
            <pc:sldMk cId="2087942255" sldId="299"/>
            <ac:spMk id="43" creationId="{46966E59-216A-C3E2-FEB2-52C35C5F0D80}"/>
          </ac:spMkLst>
        </pc:spChg>
        <pc:spChg chg="mod">
          <ac:chgData name="昕 许" userId="a2975fcd840abfc3" providerId="LiveId" clId="{49CCD4F9-177C-4270-9A14-60236FF377E8}" dt="2026-04-25T12:05:24.048" v="6882" actId="165"/>
          <ac:spMkLst>
            <pc:docMk/>
            <pc:sldMk cId="2087942255" sldId="299"/>
            <ac:spMk id="45" creationId="{C7985850-D412-8917-C107-C7A1C61C7411}"/>
          </ac:spMkLst>
        </pc:spChg>
        <pc:spChg chg="mod">
          <ac:chgData name="昕 许" userId="a2975fcd840abfc3" providerId="LiveId" clId="{49CCD4F9-177C-4270-9A14-60236FF377E8}" dt="2026-04-25T12:09:52.168" v="6905"/>
          <ac:spMkLst>
            <pc:docMk/>
            <pc:sldMk cId="2087942255" sldId="299"/>
            <ac:spMk id="46" creationId="{133E8ED9-DA0E-E5C8-7CE5-8EE52E01E555}"/>
          </ac:spMkLst>
        </pc:spChg>
        <pc:spChg chg="mod">
          <ac:chgData name="昕 许" userId="a2975fcd840abfc3" providerId="LiveId" clId="{49CCD4F9-177C-4270-9A14-60236FF377E8}" dt="2026-04-25T12:05:24.048" v="6882" actId="165"/>
          <ac:spMkLst>
            <pc:docMk/>
            <pc:sldMk cId="2087942255" sldId="299"/>
            <ac:spMk id="47" creationId="{40F86C17-4856-6A8E-19B7-09E1265C3465}"/>
          </ac:spMkLst>
        </pc:spChg>
        <pc:spChg chg="mod">
          <ac:chgData name="昕 许" userId="a2975fcd840abfc3" providerId="LiveId" clId="{49CCD4F9-177C-4270-9A14-60236FF377E8}" dt="2026-04-25T12:05:24.048" v="6882" actId="165"/>
          <ac:spMkLst>
            <pc:docMk/>
            <pc:sldMk cId="2087942255" sldId="299"/>
            <ac:spMk id="51" creationId="{41F1AC06-49BE-DF6B-4AAC-6226BE0A73A8}"/>
          </ac:spMkLst>
        </pc:spChg>
        <pc:spChg chg="mod">
          <ac:chgData name="昕 许" userId="a2975fcd840abfc3" providerId="LiveId" clId="{49CCD4F9-177C-4270-9A14-60236FF377E8}" dt="2026-04-25T12:05:24.048" v="6882" actId="165"/>
          <ac:spMkLst>
            <pc:docMk/>
            <pc:sldMk cId="2087942255" sldId="299"/>
            <ac:spMk id="52" creationId="{F09B1C81-8673-F233-3585-DA551BA2E5FB}"/>
          </ac:spMkLst>
        </pc:spChg>
        <pc:spChg chg="mod">
          <ac:chgData name="昕 许" userId="a2975fcd840abfc3" providerId="LiveId" clId="{49CCD4F9-177C-4270-9A14-60236FF377E8}" dt="2026-04-25T12:20:17.930" v="7062" actId="20577"/>
          <ac:spMkLst>
            <pc:docMk/>
            <pc:sldMk cId="2087942255" sldId="299"/>
            <ac:spMk id="54" creationId="{ECC201A9-4E13-B572-97F9-82D0105CA3CD}"/>
          </ac:spMkLst>
        </pc:spChg>
        <pc:spChg chg="mod">
          <ac:chgData name="昕 许" userId="a2975fcd840abfc3" providerId="LiveId" clId="{49CCD4F9-177C-4270-9A14-60236FF377E8}" dt="2026-04-25T12:09:52.168" v="6905"/>
          <ac:spMkLst>
            <pc:docMk/>
            <pc:sldMk cId="2087942255" sldId="299"/>
            <ac:spMk id="56" creationId="{76D336D0-DE8D-B798-70E0-4F8198D4ECC5}"/>
          </ac:spMkLst>
        </pc:spChg>
        <pc:spChg chg="mod">
          <ac:chgData name="昕 许" userId="a2975fcd840abfc3" providerId="LiveId" clId="{49CCD4F9-177C-4270-9A14-60236FF377E8}" dt="2026-04-25T12:18:50.515" v="7025" actId="20577"/>
          <ac:spMkLst>
            <pc:docMk/>
            <pc:sldMk cId="2087942255" sldId="299"/>
            <ac:spMk id="57" creationId="{A61D7C4C-F1CA-7100-8AC1-51D0CBEFF961}"/>
          </ac:spMkLst>
        </pc:spChg>
        <pc:spChg chg="mod">
          <ac:chgData name="昕 许" userId="a2975fcd840abfc3" providerId="LiveId" clId="{49CCD4F9-177C-4270-9A14-60236FF377E8}" dt="2026-04-25T12:18:59.348" v="7030" actId="20577"/>
          <ac:spMkLst>
            <pc:docMk/>
            <pc:sldMk cId="2087942255" sldId="299"/>
            <ac:spMk id="59" creationId="{52975C02-B011-6BB7-56B6-D779827387A5}"/>
          </ac:spMkLst>
        </pc:spChg>
        <pc:spChg chg="mod">
          <ac:chgData name="昕 许" userId="a2975fcd840abfc3" providerId="LiveId" clId="{49CCD4F9-177C-4270-9A14-60236FF377E8}" dt="2026-04-25T12:18:59.348" v="7030" actId="20577"/>
          <ac:spMkLst>
            <pc:docMk/>
            <pc:sldMk cId="2087942255" sldId="299"/>
            <ac:spMk id="60" creationId="{E31F7D97-5ED2-6050-5CD3-E95A7A843145}"/>
          </ac:spMkLst>
        </pc:spChg>
        <pc:spChg chg="add del mod">
          <ac:chgData name="昕 许" userId="a2975fcd840abfc3" providerId="LiveId" clId="{49CCD4F9-177C-4270-9A14-60236FF377E8}" dt="2026-04-25T12:26:57.447" v="7177" actId="478"/>
          <ac:spMkLst>
            <pc:docMk/>
            <pc:sldMk cId="2087942255" sldId="299"/>
            <ac:spMk id="63" creationId="{5C51DA5E-AAC4-848C-BBD4-AA0139BA0300}"/>
          </ac:spMkLst>
        </pc:spChg>
        <pc:spChg chg="add mod">
          <ac:chgData name="昕 许" userId="a2975fcd840abfc3" providerId="LiveId" clId="{49CCD4F9-177C-4270-9A14-60236FF377E8}" dt="2026-04-25T12:22:40.662" v="7100" actId="1076"/>
          <ac:spMkLst>
            <pc:docMk/>
            <pc:sldMk cId="2087942255" sldId="299"/>
            <ac:spMk id="64" creationId="{0BC7B667-B04E-E234-D5E5-76223E275F66}"/>
          </ac:spMkLst>
        </pc:spChg>
        <pc:spChg chg="mod">
          <ac:chgData name="昕 许" userId="a2975fcd840abfc3" providerId="LiveId" clId="{49CCD4F9-177C-4270-9A14-60236FF377E8}" dt="2026-04-25T12:14:34.304" v="6945"/>
          <ac:spMkLst>
            <pc:docMk/>
            <pc:sldMk cId="2087942255" sldId="299"/>
            <ac:spMk id="71" creationId="{A7B6CDFC-1749-FC7C-9BD2-F48D9706FE55}"/>
          </ac:spMkLst>
        </pc:spChg>
        <pc:spChg chg="mod">
          <ac:chgData name="昕 许" userId="a2975fcd840abfc3" providerId="LiveId" clId="{49CCD4F9-177C-4270-9A14-60236FF377E8}" dt="2026-04-25T12:14:34.304" v="6945"/>
          <ac:spMkLst>
            <pc:docMk/>
            <pc:sldMk cId="2087942255" sldId="299"/>
            <ac:spMk id="72" creationId="{62216012-E955-BCC5-1499-E2B21AB66B6A}"/>
          </ac:spMkLst>
        </pc:spChg>
        <pc:spChg chg="mod">
          <ac:chgData name="昕 许" userId="a2975fcd840abfc3" providerId="LiveId" clId="{49CCD4F9-177C-4270-9A14-60236FF377E8}" dt="2026-04-25T12:14:34.304" v="6945"/>
          <ac:spMkLst>
            <pc:docMk/>
            <pc:sldMk cId="2087942255" sldId="299"/>
            <ac:spMk id="74" creationId="{211DE852-25EB-EFC8-4459-3C75AE7EAB26}"/>
          </ac:spMkLst>
        </pc:spChg>
        <pc:spChg chg="mod">
          <ac:chgData name="昕 许" userId="a2975fcd840abfc3" providerId="LiveId" clId="{49CCD4F9-177C-4270-9A14-60236FF377E8}" dt="2026-04-25T12:24:35.833" v="7167" actId="208"/>
          <ac:spMkLst>
            <pc:docMk/>
            <pc:sldMk cId="2087942255" sldId="299"/>
            <ac:spMk id="77" creationId="{EE804E57-0F0E-9C29-162C-6226AE88C4A9}"/>
          </ac:spMkLst>
        </pc:spChg>
        <pc:spChg chg="mod">
          <ac:chgData name="昕 许" userId="a2975fcd840abfc3" providerId="LiveId" clId="{49CCD4F9-177C-4270-9A14-60236FF377E8}" dt="2026-04-25T12:17:07.829" v="6991" actId="207"/>
          <ac:spMkLst>
            <pc:docMk/>
            <pc:sldMk cId="2087942255" sldId="299"/>
            <ac:spMk id="78" creationId="{A5D20423-4487-87CF-4BEC-C02BD4A2117C}"/>
          </ac:spMkLst>
        </pc:spChg>
        <pc:spChg chg="mod">
          <ac:chgData name="昕 许" userId="a2975fcd840abfc3" providerId="LiveId" clId="{49CCD4F9-177C-4270-9A14-60236FF377E8}" dt="2026-04-25T12:14:34.304" v="6945"/>
          <ac:spMkLst>
            <pc:docMk/>
            <pc:sldMk cId="2087942255" sldId="299"/>
            <ac:spMk id="80" creationId="{A8B420FD-377B-B270-EDA9-6D11C606EDF4}"/>
          </ac:spMkLst>
        </pc:spChg>
        <pc:spChg chg="mod">
          <ac:chgData name="昕 许" userId="a2975fcd840abfc3" providerId="LiveId" clId="{49CCD4F9-177C-4270-9A14-60236FF377E8}" dt="2026-04-25T12:14:34.304" v="6945"/>
          <ac:spMkLst>
            <pc:docMk/>
            <pc:sldMk cId="2087942255" sldId="299"/>
            <ac:spMk id="81" creationId="{8EFEA47D-88CC-41AE-BFF0-BE010167E779}"/>
          </ac:spMkLst>
        </pc:spChg>
        <pc:spChg chg="mod">
          <ac:chgData name="昕 许" userId="a2975fcd840abfc3" providerId="LiveId" clId="{49CCD4F9-177C-4270-9A14-60236FF377E8}" dt="2026-04-25T12:20:19.188" v="7063" actId="20577"/>
          <ac:spMkLst>
            <pc:docMk/>
            <pc:sldMk cId="2087942255" sldId="299"/>
            <ac:spMk id="87" creationId="{2182CD19-D75C-AD26-D1E3-0D904B5C9416}"/>
          </ac:spMkLst>
        </pc:spChg>
        <pc:spChg chg="mod">
          <ac:chgData name="昕 许" userId="a2975fcd840abfc3" providerId="LiveId" clId="{49CCD4F9-177C-4270-9A14-60236FF377E8}" dt="2026-04-25T12:18:51.777" v="7026" actId="20577"/>
          <ac:spMkLst>
            <pc:docMk/>
            <pc:sldMk cId="2087942255" sldId="299"/>
            <ac:spMk id="90" creationId="{F55358CA-0E3A-C6AF-F9D0-42671F823DF4}"/>
          </ac:spMkLst>
        </pc:spChg>
        <pc:spChg chg="mod">
          <ac:chgData name="昕 许" userId="a2975fcd840abfc3" providerId="LiveId" clId="{49CCD4F9-177C-4270-9A14-60236FF377E8}" dt="2026-04-25T12:14:34.304" v="6945"/>
          <ac:spMkLst>
            <pc:docMk/>
            <pc:sldMk cId="2087942255" sldId="299"/>
            <ac:spMk id="92" creationId="{12639436-80FA-005B-2708-F50C952542CA}"/>
          </ac:spMkLst>
        </pc:spChg>
        <pc:spChg chg="mod">
          <ac:chgData name="昕 许" userId="a2975fcd840abfc3" providerId="LiveId" clId="{49CCD4F9-177C-4270-9A14-60236FF377E8}" dt="2026-04-25T12:19:02.572" v="7031" actId="20577"/>
          <ac:spMkLst>
            <pc:docMk/>
            <pc:sldMk cId="2087942255" sldId="299"/>
            <ac:spMk id="93" creationId="{76031811-81B3-A1AE-2CC0-4595E7244CB9}"/>
          </ac:spMkLst>
        </pc:spChg>
        <pc:spChg chg="del mod">
          <ac:chgData name="昕 许" userId="a2975fcd840abfc3" providerId="LiveId" clId="{49CCD4F9-177C-4270-9A14-60236FF377E8}" dt="2026-04-25T12:14:41.353" v="6948" actId="478"/>
          <ac:spMkLst>
            <pc:docMk/>
            <pc:sldMk cId="2087942255" sldId="299"/>
            <ac:spMk id="95" creationId="{CFB349E3-976D-3985-509B-CF66CC109805}"/>
          </ac:spMkLst>
        </pc:spChg>
        <pc:spChg chg="add mod">
          <ac:chgData name="昕 许" userId="a2975fcd840abfc3" providerId="LiveId" clId="{49CCD4F9-177C-4270-9A14-60236FF377E8}" dt="2026-04-25T12:50:54.068" v="7428" actId="207"/>
          <ac:spMkLst>
            <pc:docMk/>
            <pc:sldMk cId="2087942255" sldId="299"/>
            <ac:spMk id="98" creationId="{DB83EC44-ACB9-B4B7-9331-0CF7536FC3E4}"/>
          </ac:spMkLst>
        </pc:spChg>
        <pc:spChg chg="add del mod">
          <ac:chgData name="昕 许" userId="a2975fcd840abfc3" providerId="LiveId" clId="{49CCD4F9-177C-4270-9A14-60236FF377E8}" dt="2026-04-25T12:26:58.659" v="7178" actId="478"/>
          <ac:spMkLst>
            <pc:docMk/>
            <pc:sldMk cId="2087942255" sldId="299"/>
            <ac:spMk id="100" creationId="{E6245443-F15E-F8B8-BB7B-FBCBA8A76717}"/>
          </ac:spMkLst>
        </pc:spChg>
        <pc:spChg chg="add mod">
          <ac:chgData name="昕 许" userId="a2975fcd840abfc3" providerId="LiveId" clId="{49CCD4F9-177C-4270-9A14-60236FF377E8}" dt="2026-04-25T12:22:40.662" v="7100" actId="1076"/>
          <ac:spMkLst>
            <pc:docMk/>
            <pc:sldMk cId="2087942255" sldId="299"/>
            <ac:spMk id="101" creationId="{64E4E638-DA09-B7C0-9B46-B95869A8D23A}"/>
          </ac:spMkLst>
        </pc:spChg>
        <pc:spChg chg="mod">
          <ac:chgData name="昕 许" userId="a2975fcd840abfc3" providerId="LiveId" clId="{49CCD4F9-177C-4270-9A14-60236FF377E8}" dt="2026-04-25T12:21:37.873" v="7087" actId="207"/>
          <ac:spMkLst>
            <pc:docMk/>
            <pc:sldMk cId="2087942255" sldId="299"/>
            <ac:spMk id="107" creationId="{46698DFB-7F08-C105-BAA9-B1CD7CEB425C}"/>
          </ac:spMkLst>
        </pc:spChg>
        <pc:spChg chg="mod">
          <ac:chgData name="昕 许" userId="a2975fcd840abfc3" providerId="LiveId" clId="{49CCD4F9-177C-4270-9A14-60236FF377E8}" dt="2026-04-25T12:17:31.444" v="6999"/>
          <ac:spMkLst>
            <pc:docMk/>
            <pc:sldMk cId="2087942255" sldId="299"/>
            <ac:spMk id="109" creationId="{7F9A85DF-2DD6-1DD3-987B-36EAB74CC731}"/>
          </ac:spMkLst>
        </pc:spChg>
        <pc:spChg chg="mod">
          <ac:chgData name="昕 许" userId="a2975fcd840abfc3" providerId="LiveId" clId="{49CCD4F9-177C-4270-9A14-60236FF377E8}" dt="2026-04-25T12:17:31.444" v="6999"/>
          <ac:spMkLst>
            <pc:docMk/>
            <pc:sldMk cId="2087942255" sldId="299"/>
            <ac:spMk id="110" creationId="{6E3CFC65-4225-BEE8-F6C7-02CB3AFC0504}"/>
          </ac:spMkLst>
        </pc:spChg>
        <pc:spChg chg="mod">
          <ac:chgData name="昕 许" userId="a2975fcd840abfc3" providerId="LiveId" clId="{49CCD4F9-177C-4270-9A14-60236FF377E8}" dt="2026-04-25T12:17:31.444" v="6999"/>
          <ac:spMkLst>
            <pc:docMk/>
            <pc:sldMk cId="2087942255" sldId="299"/>
            <ac:spMk id="112" creationId="{36C96D10-6BB9-2F49-3B22-00948C61A10B}"/>
          </ac:spMkLst>
        </pc:spChg>
        <pc:spChg chg="mod">
          <ac:chgData name="昕 许" userId="a2975fcd840abfc3" providerId="LiveId" clId="{49CCD4F9-177C-4270-9A14-60236FF377E8}" dt="2026-04-25T12:24:16.999" v="7164" actId="207"/>
          <ac:spMkLst>
            <pc:docMk/>
            <pc:sldMk cId="2087942255" sldId="299"/>
            <ac:spMk id="113" creationId="{857A6A1E-DB75-022E-7994-AFA5EAA7A308}"/>
          </ac:spMkLst>
        </pc:spChg>
        <pc:spChg chg="mod">
          <ac:chgData name="昕 许" userId="a2975fcd840abfc3" providerId="LiveId" clId="{49CCD4F9-177C-4270-9A14-60236FF377E8}" dt="2026-04-25T12:17:31.444" v="6999"/>
          <ac:spMkLst>
            <pc:docMk/>
            <pc:sldMk cId="2087942255" sldId="299"/>
            <ac:spMk id="116" creationId="{935AC103-8D3E-A2BC-4144-BE313775C2FA}"/>
          </ac:spMkLst>
        </pc:spChg>
        <pc:spChg chg="mod">
          <ac:chgData name="昕 许" userId="a2975fcd840abfc3" providerId="LiveId" clId="{49CCD4F9-177C-4270-9A14-60236FF377E8}" dt="2026-04-25T12:17:31.444" v="6999"/>
          <ac:spMkLst>
            <pc:docMk/>
            <pc:sldMk cId="2087942255" sldId="299"/>
            <ac:spMk id="118" creationId="{03CA8B08-6880-40C1-EA59-9C9A2464EDF5}"/>
          </ac:spMkLst>
        </pc:spChg>
        <pc:spChg chg="mod">
          <ac:chgData name="昕 许" userId="a2975fcd840abfc3" providerId="LiveId" clId="{49CCD4F9-177C-4270-9A14-60236FF377E8}" dt="2026-04-25T12:24:41.951" v="7168" actId="208"/>
          <ac:spMkLst>
            <pc:docMk/>
            <pc:sldMk cId="2087942255" sldId="299"/>
            <ac:spMk id="121" creationId="{E6FB0A7B-70DD-E98C-62FD-D44ED8E82549}"/>
          </ac:spMkLst>
        </pc:spChg>
        <pc:spChg chg="mod">
          <ac:chgData name="昕 许" userId="a2975fcd840abfc3" providerId="LiveId" clId="{49CCD4F9-177C-4270-9A14-60236FF377E8}" dt="2026-04-25T12:20:20.644" v="7064" actId="20577"/>
          <ac:spMkLst>
            <pc:docMk/>
            <pc:sldMk cId="2087942255" sldId="299"/>
            <ac:spMk id="122" creationId="{A7D910FC-C7FC-3E93-D653-0FB7F12831E9}"/>
          </ac:spMkLst>
        </pc:spChg>
        <pc:spChg chg="mod">
          <ac:chgData name="昕 许" userId="a2975fcd840abfc3" providerId="LiveId" clId="{49CCD4F9-177C-4270-9A14-60236FF377E8}" dt="2026-04-25T12:17:31.444" v="6999"/>
          <ac:spMkLst>
            <pc:docMk/>
            <pc:sldMk cId="2087942255" sldId="299"/>
            <ac:spMk id="124" creationId="{A0C7F794-7771-50ED-E958-B2E52D954409}"/>
          </ac:spMkLst>
        </pc:spChg>
        <pc:spChg chg="mod">
          <ac:chgData name="昕 许" userId="a2975fcd840abfc3" providerId="LiveId" clId="{49CCD4F9-177C-4270-9A14-60236FF377E8}" dt="2026-04-25T12:17:31.444" v="6999"/>
          <ac:spMkLst>
            <pc:docMk/>
            <pc:sldMk cId="2087942255" sldId="299"/>
            <ac:spMk id="125" creationId="{9806D58D-C900-1C0A-6C8F-C70FC2756632}"/>
          </ac:spMkLst>
        </pc:spChg>
        <pc:spChg chg="mod">
          <ac:chgData name="昕 许" userId="a2975fcd840abfc3" providerId="LiveId" clId="{49CCD4F9-177C-4270-9A14-60236FF377E8}" dt="2026-04-25T12:19:06.487" v="7035" actId="20577"/>
          <ac:spMkLst>
            <pc:docMk/>
            <pc:sldMk cId="2087942255" sldId="299"/>
            <ac:spMk id="127" creationId="{9B6D1647-B202-BBD4-1E8C-465F827A8F15}"/>
          </ac:spMkLst>
        </pc:spChg>
        <pc:spChg chg="mod">
          <ac:chgData name="昕 许" userId="a2975fcd840abfc3" providerId="LiveId" clId="{49CCD4F9-177C-4270-9A14-60236FF377E8}" dt="2026-04-25T12:19:06.487" v="7035" actId="20577"/>
          <ac:spMkLst>
            <pc:docMk/>
            <pc:sldMk cId="2087942255" sldId="299"/>
            <ac:spMk id="128" creationId="{1480598E-810B-300B-4708-152E70083F63}"/>
          </ac:spMkLst>
        </pc:spChg>
        <pc:spChg chg="add del mod">
          <ac:chgData name="昕 许" userId="a2975fcd840abfc3" providerId="LiveId" clId="{49CCD4F9-177C-4270-9A14-60236FF377E8}" dt="2026-04-25T12:17:59.921" v="7009" actId="478"/>
          <ac:spMkLst>
            <pc:docMk/>
            <pc:sldMk cId="2087942255" sldId="299"/>
            <ac:spMk id="130" creationId="{C4AC6C52-B3CD-99B3-5542-71F47B7A408A}"/>
          </ac:spMkLst>
        </pc:spChg>
        <pc:spChg chg="add mod">
          <ac:chgData name="昕 许" userId="a2975fcd840abfc3" providerId="LiveId" clId="{49CCD4F9-177C-4270-9A14-60236FF377E8}" dt="2026-04-25T12:22:40.662" v="7100" actId="1076"/>
          <ac:spMkLst>
            <pc:docMk/>
            <pc:sldMk cId="2087942255" sldId="299"/>
            <ac:spMk id="131" creationId="{E7A9E38F-576B-A67C-D574-635F90E06F89}"/>
          </ac:spMkLst>
        </pc:spChg>
        <pc:spChg chg="add mod">
          <ac:chgData name="昕 许" userId="a2975fcd840abfc3" providerId="LiveId" clId="{49CCD4F9-177C-4270-9A14-60236FF377E8}" dt="2026-04-26T10:40:13.745" v="7475" actId="1076"/>
          <ac:spMkLst>
            <pc:docMk/>
            <pc:sldMk cId="2087942255" sldId="299"/>
            <ac:spMk id="135" creationId="{58FC418E-2219-7246-5FCD-C275AADB4B6C}"/>
          </ac:spMkLst>
        </pc:spChg>
        <pc:spChg chg="add del mod">
          <ac:chgData name="昕 许" userId="a2975fcd840abfc3" providerId="LiveId" clId="{49CCD4F9-177C-4270-9A14-60236FF377E8}" dt="2026-04-25T12:18:47.314" v="7024" actId="478"/>
          <ac:spMkLst>
            <pc:docMk/>
            <pc:sldMk cId="2087942255" sldId="299"/>
            <ac:spMk id="136" creationId="{0B36B83F-98F5-D1A0-E5E3-9F49BE5D15EF}"/>
          </ac:spMkLst>
        </pc:spChg>
        <pc:spChg chg="mod">
          <ac:chgData name="昕 许" userId="a2975fcd840abfc3" providerId="LiveId" clId="{49CCD4F9-177C-4270-9A14-60236FF377E8}" dt="2026-04-25T12:19:10.828" v="7036"/>
          <ac:spMkLst>
            <pc:docMk/>
            <pc:sldMk cId="2087942255" sldId="299"/>
            <ac:spMk id="138" creationId="{65453FE5-7057-27A2-75B1-31B1B59108A0}"/>
          </ac:spMkLst>
        </pc:spChg>
        <pc:spChg chg="mod">
          <ac:chgData name="昕 许" userId="a2975fcd840abfc3" providerId="LiveId" clId="{49CCD4F9-177C-4270-9A14-60236FF377E8}" dt="2026-04-25T12:19:10.828" v="7036"/>
          <ac:spMkLst>
            <pc:docMk/>
            <pc:sldMk cId="2087942255" sldId="299"/>
            <ac:spMk id="139" creationId="{ED2CCE04-8183-278A-4AFD-DF173F8D11B5}"/>
          </ac:spMkLst>
        </pc:spChg>
        <pc:spChg chg="mod">
          <ac:chgData name="昕 许" userId="a2975fcd840abfc3" providerId="LiveId" clId="{49CCD4F9-177C-4270-9A14-60236FF377E8}" dt="2026-04-25T12:19:19.095" v="7040"/>
          <ac:spMkLst>
            <pc:docMk/>
            <pc:sldMk cId="2087942255" sldId="299"/>
            <ac:spMk id="141" creationId="{C4DC1D05-FC01-6B27-D49D-2DBB9C51C2E4}"/>
          </ac:spMkLst>
        </pc:spChg>
        <pc:spChg chg="mod">
          <ac:chgData name="昕 许" userId="a2975fcd840abfc3" providerId="LiveId" clId="{49CCD4F9-177C-4270-9A14-60236FF377E8}" dt="2026-04-25T12:19:19.095" v="7040"/>
          <ac:spMkLst>
            <pc:docMk/>
            <pc:sldMk cId="2087942255" sldId="299"/>
            <ac:spMk id="142" creationId="{D31286E2-3C37-39A2-8C6D-39FBAE2659F5}"/>
          </ac:spMkLst>
        </pc:spChg>
        <pc:spChg chg="mod">
          <ac:chgData name="昕 许" userId="a2975fcd840abfc3" providerId="LiveId" clId="{49CCD4F9-177C-4270-9A14-60236FF377E8}" dt="2026-04-25T12:19:23.917" v="7042"/>
          <ac:spMkLst>
            <pc:docMk/>
            <pc:sldMk cId="2087942255" sldId="299"/>
            <ac:spMk id="144" creationId="{5D14F6F2-B413-30F9-1CC3-E05DC4770FBC}"/>
          </ac:spMkLst>
        </pc:spChg>
        <pc:spChg chg="mod">
          <ac:chgData name="昕 许" userId="a2975fcd840abfc3" providerId="LiveId" clId="{49CCD4F9-177C-4270-9A14-60236FF377E8}" dt="2026-04-25T12:19:23.917" v="7042"/>
          <ac:spMkLst>
            <pc:docMk/>
            <pc:sldMk cId="2087942255" sldId="299"/>
            <ac:spMk id="145" creationId="{95F3987B-F3EC-CBEE-F853-13E40F97BF89}"/>
          </ac:spMkLst>
        </pc:spChg>
        <pc:spChg chg="mod">
          <ac:chgData name="昕 许" userId="a2975fcd840abfc3" providerId="LiveId" clId="{49CCD4F9-177C-4270-9A14-60236FF377E8}" dt="2026-04-25T12:19:23.917" v="7042"/>
          <ac:spMkLst>
            <pc:docMk/>
            <pc:sldMk cId="2087942255" sldId="299"/>
            <ac:spMk id="147" creationId="{5FF29EEC-3417-092D-C451-510A5154D7BD}"/>
          </ac:spMkLst>
        </pc:spChg>
        <pc:spChg chg="mod">
          <ac:chgData name="昕 许" userId="a2975fcd840abfc3" providerId="LiveId" clId="{49CCD4F9-177C-4270-9A14-60236FF377E8}" dt="2026-04-25T12:19:23.917" v="7042"/>
          <ac:spMkLst>
            <pc:docMk/>
            <pc:sldMk cId="2087942255" sldId="299"/>
            <ac:spMk id="148" creationId="{0B798D4D-D315-BF83-E615-18468ED31A3A}"/>
          </ac:spMkLst>
        </pc:spChg>
        <pc:spChg chg="mod">
          <ac:chgData name="昕 许" userId="a2975fcd840abfc3" providerId="LiveId" clId="{49CCD4F9-177C-4270-9A14-60236FF377E8}" dt="2026-04-25T12:19:31.744" v="7044"/>
          <ac:spMkLst>
            <pc:docMk/>
            <pc:sldMk cId="2087942255" sldId="299"/>
            <ac:spMk id="150" creationId="{0D539C8F-F486-6E07-CF0A-F41AF23BEA40}"/>
          </ac:spMkLst>
        </pc:spChg>
        <pc:spChg chg="mod">
          <ac:chgData name="昕 许" userId="a2975fcd840abfc3" providerId="LiveId" clId="{49CCD4F9-177C-4270-9A14-60236FF377E8}" dt="2026-04-25T12:19:31.744" v="7044"/>
          <ac:spMkLst>
            <pc:docMk/>
            <pc:sldMk cId="2087942255" sldId="299"/>
            <ac:spMk id="151" creationId="{0AC0E355-C9EC-EE52-AF59-68292356C5E0}"/>
          </ac:spMkLst>
        </pc:spChg>
        <pc:spChg chg="mod">
          <ac:chgData name="昕 许" userId="a2975fcd840abfc3" providerId="LiveId" clId="{49CCD4F9-177C-4270-9A14-60236FF377E8}" dt="2026-04-25T12:19:31.744" v="7044"/>
          <ac:spMkLst>
            <pc:docMk/>
            <pc:sldMk cId="2087942255" sldId="299"/>
            <ac:spMk id="153" creationId="{1CE39ABB-0744-96A7-FC83-D8B74B14ED72}"/>
          </ac:spMkLst>
        </pc:spChg>
        <pc:spChg chg="mod">
          <ac:chgData name="昕 许" userId="a2975fcd840abfc3" providerId="LiveId" clId="{49CCD4F9-177C-4270-9A14-60236FF377E8}" dt="2026-04-25T12:19:31.744" v="7044"/>
          <ac:spMkLst>
            <pc:docMk/>
            <pc:sldMk cId="2087942255" sldId="299"/>
            <ac:spMk id="154" creationId="{A06F7BF4-BCC0-0783-BCE1-DD0614D62589}"/>
          </ac:spMkLst>
        </pc:spChg>
        <pc:spChg chg="mod">
          <ac:chgData name="昕 许" userId="a2975fcd840abfc3" providerId="LiveId" clId="{49CCD4F9-177C-4270-9A14-60236FF377E8}" dt="2026-04-25T12:19:31.744" v="7044"/>
          <ac:spMkLst>
            <pc:docMk/>
            <pc:sldMk cId="2087942255" sldId="299"/>
            <ac:spMk id="156" creationId="{F5A0D582-6E82-B8DB-3F08-C190E1E2B8C0}"/>
          </ac:spMkLst>
        </pc:spChg>
        <pc:spChg chg="mod">
          <ac:chgData name="昕 许" userId="a2975fcd840abfc3" providerId="LiveId" clId="{49CCD4F9-177C-4270-9A14-60236FF377E8}" dt="2026-04-25T12:19:31.744" v="7044"/>
          <ac:spMkLst>
            <pc:docMk/>
            <pc:sldMk cId="2087942255" sldId="299"/>
            <ac:spMk id="157" creationId="{E15F32B8-A5AB-4030-47CB-6A65BE4905BB}"/>
          </ac:spMkLst>
        </pc:spChg>
        <pc:spChg chg="mod">
          <ac:chgData name="昕 许" userId="a2975fcd840abfc3" providerId="LiveId" clId="{49CCD4F9-177C-4270-9A14-60236FF377E8}" dt="2026-04-25T12:19:31.744" v="7044"/>
          <ac:spMkLst>
            <pc:docMk/>
            <pc:sldMk cId="2087942255" sldId="299"/>
            <ac:spMk id="159" creationId="{0D727003-D381-861E-058C-59D96E804E80}"/>
          </ac:spMkLst>
        </pc:spChg>
        <pc:spChg chg="mod">
          <ac:chgData name="昕 许" userId="a2975fcd840abfc3" providerId="LiveId" clId="{49CCD4F9-177C-4270-9A14-60236FF377E8}" dt="2026-04-25T12:19:31.744" v="7044"/>
          <ac:spMkLst>
            <pc:docMk/>
            <pc:sldMk cId="2087942255" sldId="299"/>
            <ac:spMk id="160" creationId="{6AC72C19-780B-C489-3D53-898106110AFA}"/>
          </ac:spMkLst>
        </pc:spChg>
        <pc:spChg chg="mod">
          <ac:chgData name="昕 许" userId="a2975fcd840abfc3" providerId="LiveId" clId="{49CCD4F9-177C-4270-9A14-60236FF377E8}" dt="2026-04-25T12:19:34.803" v="7046"/>
          <ac:spMkLst>
            <pc:docMk/>
            <pc:sldMk cId="2087942255" sldId="299"/>
            <ac:spMk id="162" creationId="{0E199B2B-9048-04DE-82A1-E411F4139F79}"/>
          </ac:spMkLst>
        </pc:spChg>
        <pc:spChg chg="mod">
          <ac:chgData name="昕 许" userId="a2975fcd840abfc3" providerId="LiveId" clId="{49CCD4F9-177C-4270-9A14-60236FF377E8}" dt="2026-04-25T12:19:34.803" v="7046"/>
          <ac:spMkLst>
            <pc:docMk/>
            <pc:sldMk cId="2087942255" sldId="299"/>
            <ac:spMk id="163" creationId="{E7EB6070-6E11-7993-59B7-CDF4A061F051}"/>
          </ac:spMkLst>
        </pc:spChg>
        <pc:spChg chg="mod">
          <ac:chgData name="昕 许" userId="a2975fcd840abfc3" providerId="LiveId" clId="{49CCD4F9-177C-4270-9A14-60236FF377E8}" dt="2026-04-25T12:19:34.803" v="7046"/>
          <ac:spMkLst>
            <pc:docMk/>
            <pc:sldMk cId="2087942255" sldId="299"/>
            <ac:spMk id="165" creationId="{6082052E-77F5-712B-0F13-AA6B8D090E35}"/>
          </ac:spMkLst>
        </pc:spChg>
        <pc:spChg chg="mod">
          <ac:chgData name="昕 许" userId="a2975fcd840abfc3" providerId="LiveId" clId="{49CCD4F9-177C-4270-9A14-60236FF377E8}" dt="2026-04-25T12:19:34.803" v="7046"/>
          <ac:spMkLst>
            <pc:docMk/>
            <pc:sldMk cId="2087942255" sldId="299"/>
            <ac:spMk id="166" creationId="{330A65D6-62FC-2692-E383-F3313F019744}"/>
          </ac:spMkLst>
        </pc:spChg>
        <pc:spChg chg="mod">
          <ac:chgData name="昕 许" userId="a2975fcd840abfc3" providerId="LiveId" clId="{49CCD4F9-177C-4270-9A14-60236FF377E8}" dt="2026-04-25T12:19:34.803" v="7046"/>
          <ac:spMkLst>
            <pc:docMk/>
            <pc:sldMk cId="2087942255" sldId="299"/>
            <ac:spMk id="168" creationId="{027F200D-D229-1880-898F-EE6E6B115C66}"/>
          </ac:spMkLst>
        </pc:spChg>
        <pc:spChg chg="mod">
          <ac:chgData name="昕 许" userId="a2975fcd840abfc3" providerId="LiveId" clId="{49CCD4F9-177C-4270-9A14-60236FF377E8}" dt="2026-04-25T12:19:34.803" v="7046"/>
          <ac:spMkLst>
            <pc:docMk/>
            <pc:sldMk cId="2087942255" sldId="299"/>
            <ac:spMk id="169" creationId="{68EC2CBD-CABB-2B9E-3903-48AC56C23F73}"/>
          </ac:spMkLst>
        </pc:spChg>
        <pc:spChg chg="mod">
          <ac:chgData name="昕 许" userId="a2975fcd840abfc3" providerId="LiveId" clId="{49CCD4F9-177C-4270-9A14-60236FF377E8}" dt="2026-04-25T12:19:34.803" v="7046"/>
          <ac:spMkLst>
            <pc:docMk/>
            <pc:sldMk cId="2087942255" sldId="299"/>
            <ac:spMk id="171" creationId="{A99E0A84-14BA-31B3-4AC2-B182C4D911CE}"/>
          </ac:spMkLst>
        </pc:spChg>
        <pc:spChg chg="mod">
          <ac:chgData name="昕 许" userId="a2975fcd840abfc3" providerId="LiveId" clId="{49CCD4F9-177C-4270-9A14-60236FF377E8}" dt="2026-04-25T12:19:34.803" v="7046"/>
          <ac:spMkLst>
            <pc:docMk/>
            <pc:sldMk cId="2087942255" sldId="299"/>
            <ac:spMk id="172" creationId="{34D5B565-C548-EFED-3C47-4F47CB3C09CC}"/>
          </ac:spMkLst>
        </pc:spChg>
        <pc:spChg chg="mod">
          <ac:chgData name="昕 许" userId="a2975fcd840abfc3" providerId="LiveId" clId="{49CCD4F9-177C-4270-9A14-60236FF377E8}" dt="2026-04-25T12:19:39.533" v="7048"/>
          <ac:spMkLst>
            <pc:docMk/>
            <pc:sldMk cId="2087942255" sldId="299"/>
            <ac:spMk id="174" creationId="{160405A4-A04F-74DD-DF15-BAA3942481FE}"/>
          </ac:spMkLst>
        </pc:spChg>
        <pc:spChg chg="mod">
          <ac:chgData name="昕 许" userId="a2975fcd840abfc3" providerId="LiveId" clId="{49CCD4F9-177C-4270-9A14-60236FF377E8}" dt="2026-04-25T12:19:39.533" v="7048"/>
          <ac:spMkLst>
            <pc:docMk/>
            <pc:sldMk cId="2087942255" sldId="299"/>
            <ac:spMk id="175" creationId="{A5C49676-9DAD-270F-D271-82236CB9A157}"/>
          </ac:spMkLst>
        </pc:spChg>
        <pc:spChg chg="mod">
          <ac:chgData name="昕 许" userId="a2975fcd840abfc3" providerId="LiveId" clId="{49CCD4F9-177C-4270-9A14-60236FF377E8}" dt="2026-04-25T12:19:39.533" v="7048"/>
          <ac:spMkLst>
            <pc:docMk/>
            <pc:sldMk cId="2087942255" sldId="299"/>
            <ac:spMk id="177" creationId="{F2602B1C-D0B6-2762-11A1-8EE6D548FC12}"/>
          </ac:spMkLst>
        </pc:spChg>
        <pc:spChg chg="mod">
          <ac:chgData name="昕 许" userId="a2975fcd840abfc3" providerId="LiveId" clId="{49CCD4F9-177C-4270-9A14-60236FF377E8}" dt="2026-04-25T12:19:39.533" v="7048"/>
          <ac:spMkLst>
            <pc:docMk/>
            <pc:sldMk cId="2087942255" sldId="299"/>
            <ac:spMk id="178" creationId="{A2460655-63AD-0157-0E99-53174EBCE6E8}"/>
          </ac:spMkLst>
        </pc:spChg>
        <pc:spChg chg="mod">
          <ac:chgData name="昕 许" userId="a2975fcd840abfc3" providerId="LiveId" clId="{49CCD4F9-177C-4270-9A14-60236FF377E8}" dt="2026-04-25T12:19:39.533" v="7048"/>
          <ac:spMkLst>
            <pc:docMk/>
            <pc:sldMk cId="2087942255" sldId="299"/>
            <ac:spMk id="180" creationId="{15ACFC0A-E04A-2F48-C47C-6E9CEF5DA498}"/>
          </ac:spMkLst>
        </pc:spChg>
        <pc:spChg chg="mod">
          <ac:chgData name="昕 许" userId="a2975fcd840abfc3" providerId="LiveId" clId="{49CCD4F9-177C-4270-9A14-60236FF377E8}" dt="2026-04-25T12:19:39.533" v="7048"/>
          <ac:spMkLst>
            <pc:docMk/>
            <pc:sldMk cId="2087942255" sldId="299"/>
            <ac:spMk id="181" creationId="{D926993C-61A6-C4A9-660F-60CB31B37684}"/>
          </ac:spMkLst>
        </pc:spChg>
        <pc:spChg chg="mod">
          <ac:chgData name="昕 许" userId="a2975fcd840abfc3" providerId="LiveId" clId="{49CCD4F9-177C-4270-9A14-60236FF377E8}" dt="2026-04-25T12:19:39.533" v="7048"/>
          <ac:spMkLst>
            <pc:docMk/>
            <pc:sldMk cId="2087942255" sldId="299"/>
            <ac:spMk id="183" creationId="{416AB539-C357-3F7F-F463-E681D7C9450C}"/>
          </ac:spMkLst>
        </pc:spChg>
        <pc:spChg chg="mod">
          <ac:chgData name="昕 许" userId="a2975fcd840abfc3" providerId="LiveId" clId="{49CCD4F9-177C-4270-9A14-60236FF377E8}" dt="2026-04-25T12:19:39.533" v="7048"/>
          <ac:spMkLst>
            <pc:docMk/>
            <pc:sldMk cId="2087942255" sldId="299"/>
            <ac:spMk id="184" creationId="{2B432FDD-8A91-AB52-2685-5D07FB8E1A3C}"/>
          </ac:spMkLst>
        </pc:spChg>
        <pc:spChg chg="add del mod">
          <ac:chgData name="昕 许" userId="a2975fcd840abfc3" providerId="LiveId" clId="{49CCD4F9-177C-4270-9A14-60236FF377E8}" dt="2026-04-25T12:26:59.608" v="7179" actId="478"/>
          <ac:spMkLst>
            <pc:docMk/>
            <pc:sldMk cId="2087942255" sldId="299"/>
            <ac:spMk id="185" creationId="{495A4C30-0B7F-5EB0-6879-038CAA7A9D21}"/>
          </ac:spMkLst>
        </pc:spChg>
        <pc:spChg chg="mod">
          <ac:chgData name="昕 许" userId="a2975fcd840abfc3" providerId="LiveId" clId="{49CCD4F9-177C-4270-9A14-60236FF377E8}" dt="2026-04-25T12:21:40.128" v="7088" actId="207"/>
          <ac:spMkLst>
            <pc:docMk/>
            <pc:sldMk cId="2087942255" sldId="299"/>
            <ac:spMk id="188" creationId="{C0D22EBF-B36C-EAD2-B70E-A54CD53BF8A4}"/>
          </ac:spMkLst>
        </pc:spChg>
        <pc:spChg chg="mod">
          <ac:chgData name="昕 许" userId="a2975fcd840abfc3" providerId="LiveId" clId="{49CCD4F9-177C-4270-9A14-60236FF377E8}" dt="2026-04-25T12:20:38.680" v="7070"/>
          <ac:spMkLst>
            <pc:docMk/>
            <pc:sldMk cId="2087942255" sldId="299"/>
            <ac:spMk id="190" creationId="{390B5181-333F-F144-6A48-7BFB7F515A50}"/>
          </ac:spMkLst>
        </pc:spChg>
        <pc:spChg chg="mod">
          <ac:chgData name="昕 许" userId="a2975fcd840abfc3" providerId="LiveId" clId="{49CCD4F9-177C-4270-9A14-60236FF377E8}" dt="2026-04-25T12:24:49.159" v="7169" actId="207"/>
          <ac:spMkLst>
            <pc:docMk/>
            <pc:sldMk cId="2087942255" sldId="299"/>
            <ac:spMk id="194" creationId="{F423C30D-90D6-E6D9-C678-25BC8D3E04B6}"/>
          </ac:spMkLst>
        </pc:spChg>
        <pc:spChg chg="mod">
          <ac:chgData name="昕 许" userId="a2975fcd840abfc3" providerId="LiveId" clId="{49CCD4F9-177C-4270-9A14-60236FF377E8}" dt="2026-04-25T12:20:38.680" v="7070"/>
          <ac:spMkLst>
            <pc:docMk/>
            <pc:sldMk cId="2087942255" sldId="299"/>
            <ac:spMk id="202" creationId="{F7CA8415-4D08-C82F-386D-61764E22DC92}"/>
          </ac:spMkLst>
        </pc:spChg>
        <pc:spChg chg="mod">
          <ac:chgData name="昕 许" userId="a2975fcd840abfc3" providerId="LiveId" clId="{49CCD4F9-177C-4270-9A14-60236FF377E8}" dt="2026-04-25T12:25:13.190" v="7170" actId="207"/>
          <ac:spMkLst>
            <pc:docMk/>
            <pc:sldMk cId="2087942255" sldId="299"/>
            <ac:spMk id="203" creationId="{BA74FDA7-3E61-2E17-00E0-5E4411E09C3A}"/>
          </ac:spMkLst>
        </pc:spChg>
        <pc:spChg chg="mod">
          <ac:chgData name="昕 许" userId="a2975fcd840abfc3" providerId="LiveId" clId="{49CCD4F9-177C-4270-9A14-60236FF377E8}" dt="2026-04-25T12:20:38.680" v="7070"/>
          <ac:spMkLst>
            <pc:docMk/>
            <pc:sldMk cId="2087942255" sldId="299"/>
            <ac:spMk id="205" creationId="{1E53A349-EDB7-CB94-993D-9EFB76689FE6}"/>
          </ac:spMkLst>
        </pc:spChg>
        <pc:spChg chg="mod">
          <ac:chgData name="昕 许" userId="a2975fcd840abfc3" providerId="LiveId" clId="{49CCD4F9-177C-4270-9A14-60236FF377E8}" dt="2026-04-25T12:25:29.465" v="7174" actId="208"/>
          <ac:spMkLst>
            <pc:docMk/>
            <pc:sldMk cId="2087942255" sldId="299"/>
            <ac:spMk id="208" creationId="{1571360C-63C8-EEB3-2ACD-AB938FCDA743}"/>
          </ac:spMkLst>
        </pc:spChg>
        <pc:spChg chg="mod">
          <ac:chgData name="昕 许" userId="a2975fcd840abfc3" providerId="LiveId" clId="{49CCD4F9-177C-4270-9A14-60236FF377E8}" dt="2026-04-25T12:23:12.879" v="7109" actId="207"/>
          <ac:spMkLst>
            <pc:docMk/>
            <pc:sldMk cId="2087942255" sldId="299"/>
            <ac:spMk id="209" creationId="{4BBD6C1D-721B-AA10-7C49-09B5DD7759A7}"/>
          </ac:spMkLst>
        </pc:spChg>
        <pc:spChg chg="mod">
          <ac:chgData name="昕 许" userId="a2975fcd840abfc3" providerId="LiveId" clId="{49CCD4F9-177C-4270-9A14-60236FF377E8}" dt="2026-04-25T12:22:40.662" v="7100" actId="1076"/>
          <ac:spMkLst>
            <pc:docMk/>
            <pc:sldMk cId="2087942255" sldId="299"/>
            <ac:spMk id="210" creationId="{E3888F66-5A29-B279-2302-301119D6FA1E}"/>
          </ac:spMkLst>
        </pc:spChg>
        <pc:spChg chg="mod">
          <ac:chgData name="昕 许" userId="a2975fcd840abfc3" providerId="LiveId" clId="{49CCD4F9-177C-4270-9A14-60236FF377E8}" dt="2026-04-25T12:51:05.832" v="7430" actId="207"/>
          <ac:spMkLst>
            <pc:docMk/>
            <pc:sldMk cId="2087942255" sldId="299"/>
            <ac:spMk id="211" creationId="{D43E9998-E7D4-5080-9C4B-AF70232425CB}"/>
          </ac:spMkLst>
        </pc:spChg>
        <pc:spChg chg="mod">
          <ac:chgData name="昕 许" userId="a2975fcd840abfc3" providerId="LiveId" clId="{49CCD4F9-177C-4270-9A14-60236FF377E8}" dt="2026-04-25T12:20:38.680" v="7070"/>
          <ac:spMkLst>
            <pc:docMk/>
            <pc:sldMk cId="2087942255" sldId="299"/>
            <ac:spMk id="214" creationId="{FA99B8F1-57A1-370D-6E05-219841E865FF}"/>
          </ac:spMkLst>
        </pc:spChg>
        <pc:spChg chg="mod">
          <ac:chgData name="昕 许" userId="a2975fcd840abfc3" providerId="LiveId" clId="{49CCD4F9-177C-4270-9A14-60236FF377E8}" dt="2026-04-25T12:20:38.680" v="7070"/>
          <ac:spMkLst>
            <pc:docMk/>
            <pc:sldMk cId="2087942255" sldId="299"/>
            <ac:spMk id="216" creationId="{59DD9EB4-3C11-9EC9-1689-958A859C8E70}"/>
          </ac:spMkLst>
        </pc:spChg>
        <pc:spChg chg="mod">
          <ac:chgData name="昕 许" userId="a2975fcd840abfc3" providerId="LiveId" clId="{49CCD4F9-177C-4270-9A14-60236FF377E8}" dt="2026-04-25T12:20:38.680" v="7070"/>
          <ac:spMkLst>
            <pc:docMk/>
            <pc:sldMk cId="2087942255" sldId="299"/>
            <ac:spMk id="217" creationId="{0220BB9A-CC3F-0C57-1580-D4D4ACADDADB}"/>
          </ac:spMkLst>
        </pc:spChg>
        <pc:spChg chg="mod">
          <ac:chgData name="昕 许" userId="a2975fcd840abfc3" providerId="LiveId" clId="{49CCD4F9-177C-4270-9A14-60236FF377E8}" dt="2026-04-25T12:20:38.680" v="7070"/>
          <ac:spMkLst>
            <pc:docMk/>
            <pc:sldMk cId="2087942255" sldId="299"/>
            <ac:spMk id="222" creationId="{9314038A-BB22-351B-D21B-0D9B01CAF4CC}"/>
          </ac:spMkLst>
        </pc:spChg>
        <pc:spChg chg="add del mod">
          <ac:chgData name="昕 许" userId="a2975fcd840abfc3" providerId="LiveId" clId="{49CCD4F9-177C-4270-9A14-60236FF377E8}" dt="2026-04-25T12:24:08.560" v="7162" actId="478"/>
          <ac:spMkLst>
            <pc:docMk/>
            <pc:sldMk cId="2087942255" sldId="299"/>
            <ac:spMk id="224" creationId="{0998213D-E1C0-B523-E853-78477CA01A0D}"/>
          </ac:spMkLst>
        </pc:spChg>
        <pc:spChg chg="mod">
          <ac:chgData name="昕 许" userId="a2975fcd840abfc3" providerId="LiveId" clId="{49CCD4F9-177C-4270-9A14-60236FF377E8}" dt="2026-04-25T12:22:28.922" v="7097"/>
          <ac:spMkLst>
            <pc:docMk/>
            <pc:sldMk cId="2087942255" sldId="299"/>
            <ac:spMk id="237" creationId="{37F4D921-2D93-41FB-4D0B-F4BF4FB98615}"/>
          </ac:spMkLst>
        </pc:spChg>
        <pc:spChg chg="mod">
          <ac:chgData name="昕 许" userId="a2975fcd840abfc3" providerId="LiveId" clId="{49CCD4F9-177C-4270-9A14-60236FF377E8}" dt="2026-04-25T12:25:16.748" v="7172" actId="207"/>
          <ac:spMkLst>
            <pc:docMk/>
            <pc:sldMk cId="2087942255" sldId="299"/>
            <ac:spMk id="240" creationId="{2F603B8D-7FB5-9CB9-28E4-922B58D7CA99}"/>
          </ac:spMkLst>
        </pc:spChg>
        <pc:spChg chg="mod">
          <ac:chgData name="昕 许" userId="a2975fcd840abfc3" providerId="LiveId" clId="{49CCD4F9-177C-4270-9A14-60236FF377E8}" dt="2026-04-25T12:22:28.922" v="7097"/>
          <ac:spMkLst>
            <pc:docMk/>
            <pc:sldMk cId="2087942255" sldId="299"/>
            <ac:spMk id="245" creationId="{B5339F17-D59F-827D-FDAA-9572A40DB753}"/>
          </ac:spMkLst>
        </pc:spChg>
        <pc:spChg chg="mod">
          <ac:chgData name="昕 许" userId="a2975fcd840abfc3" providerId="LiveId" clId="{49CCD4F9-177C-4270-9A14-60236FF377E8}" dt="2026-04-25T12:22:28.922" v="7097"/>
          <ac:spMkLst>
            <pc:docMk/>
            <pc:sldMk cId="2087942255" sldId="299"/>
            <ac:spMk id="246" creationId="{F0B38ABE-FB8D-646A-BC93-E9893F01B85B}"/>
          </ac:spMkLst>
        </pc:spChg>
        <pc:spChg chg="mod">
          <ac:chgData name="昕 许" userId="a2975fcd840abfc3" providerId="LiveId" clId="{49CCD4F9-177C-4270-9A14-60236FF377E8}" dt="2026-04-25T12:22:28.922" v="7097"/>
          <ac:spMkLst>
            <pc:docMk/>
            <pc:sldMk cId="2087942255" sldId="299"/>
            <ac:spMk id="248" creationId="{2A96F283-C56C-DDAA-0BF8-9BF48A240FA4}"/>
          </ac:spMkLst>
        </pc:spChg>
        <pc:spChg chg="mod">
          <ac:chgData name="昕 许" userId="a2975fcd840abfc3" providerId="LiveId" clId="{49CCD4F9-177C-4270-9A14-60236FF377E8}" dt="2026-04-25T12:25:19.689" v="7173" actId="207"/>
          <ac:spMkLst>
            <pc:docMk/>
            <pc:sldMk cId="2087942255" sldId="299"/>
            <ac:spMk id="249" creationId="{07110B8E-463F-1C5D-5BEF-A91495BA1550}"/>
          </ac:spMkLst>
        </pc:spChg>
        <pc:spChg chg="mod">
          <ac:chgData name="昕 许" userId="a2975fcd840abfc3" providerId="LiveId" clId="{49CCD4F9-177C-4270-9A14-60236FF377E8}" dt="2026-04-25T12:22:28.922" v="7097"/>
          <ac:spMkLst>
            <pc:docMk/>
            <pc:sldMk cId="2087942255" sldId="299"/>
            <ac:spMk id="252" creationId="{13E413A6-FC0A-9260-C1B6-7DEEC0C811DD}"/>
          </ac:spMkLst>
        </pc:spChg>
        <pc:spChg chg="mod">
          <ac:chgData name="昕 许" userId="a2975fcd840abfc3" providerId="LiveId" clId="{49CCD4F9-177C-4270-9A14-60236FF377E8}" dt="2026-04-25T12:23:58.650" v="7156" actId="207"/>
          <ac:spMkLst>
            <pc:docMk/>
            <pc:sldMk cId="2087942255" sldId="299"/>
            <ac:spMk id="255" creationId="{742E5FFE-16D7-93AE-5FBD-E914C2C78803}"/>
          </ac:spMkLst>
        </pc:spChg>
        <pc:spChg chg="del mod">
          <ac:chgData name="昕 许" userId="a2975fcd840abfc3" providerId="LiveId" clId="{49CCD4F9-177C-4270-9A14-60236FF377E8}" dt="2026-04-25T12:25:31.758" v="7175" actId="478"/>
          <ac:spMkLst>
            <pc:docMk/>
            <pc:sldMk cId="2087942255" sldId="299"/>
            <ac:spMk id="256" creationId="{0C028CFA-163C-D75C-603B-A008CB898BA7}"/>
          </ac:spMkLst>
        </pc:spChg>
        <pc:spChg chg="mod">
          <ac:chgData name="昕 许" userId="a2975fcd840abfc3" providerId="LiveId" clId="{49CCD4F9-177C-4270-9A14-60236FF377E8}" dt="2026-04-25T12:22:28.922" v="7097"/>
          <ac:spMkLst>
            <pc:docMk/>
            <pc:sldMk cId="2087942255" sldId="299"/>
            <ac:spMk id="258" creationId="{69611109-3119-5CBA-7F00-74518EC1D658}"/>
          </ac:spMkLst>
        </pc:spChg>
        <pc:spChg chg="mod">
          <ac:chgData name="昕 许" userId="a2975fcd840abfc3" providerId="LiveId" clId="{49CCD4F9-177C-4270-9A14-60236FF377E8}" dt="2026-04-25T12:22:28.922" v="7097"/>
          <ac:spMkLst>
            <pc:docMk/>
            <pc:sldMk cId="2087942255" sldId="299"/>
            <ac:spMk id="261" creationId="{AF461FF5-6D89-C8F1-A191-791B3DA4BEE1}"/>
          </ac:spMkLst>
        </pc:spChg>
        <pc:spChg chg="mod">
          <ac:chgData name="昕 许" userId="a2975fcd840abfc3" providerId="LiveId" clId="{49CCD4F9-177C-4270-9A14-60236FF377E8}" dt="2026-04-25T12:22:28.922" v="7097"/>
          <ac:spMkLst>
            <pc:docMk/>
            <pc:sldMk cId="2087942255" sldId="299"/>
            <ac:spMk id="264" creationId="{72293AAF-6095-441F-59FF-007D9888F6FB}"/>
          </ac:spMkLst>
        </pc:spChg>
        <pc:spChg chg="mod">
          <ac:chgData name="昕 许" userId="a2975fcd840abfc3" providerId="LiveId" clId="{49CCD4F9-177C-4270-9A14-60236FF377E8}" dt="2026-04-25T12:22:28.922" v="7097"/>
          <ac:spMkLst>
            <pc:docMk/>
            <pc:sldMk cId="2087942255" sldId="299"/>
            <ac:spMk id="265" creationId="{F57059B8-6775-40EE-378B-45123763A687}"/>
          </ac:spMkLst>
        </pc:spChg>
        <pc:spChg chg="del mod">
          <ac:chgData name="昕 许" userId="a2975fcd840abfc3" providerId="LiveId" clId="{49CCD4F9-177C-4270-9A14-60236FF377E8}" dt="2026-04-25T12:23:51.602" v="7155" actId="478"/>
          <ac:spMkLst>
            <pc:docMk/>
            <pc:sldMk cId="2087942255" sldId="299"/>
            <ac:spMk id="269" creationId="{5FDFC051-4A27-1F64-E657-F804A3A2BCB9}"/>
          </ac:spMkLst>
        </pc:spChg>
        <pc:spChg chg="add mod">
          <ac:chgData name="昕 许" userId="a2975fcd840abfc3" providerId="LiveId" clId="{49CCD4F9-177C-4270-9A14-60236FF377E8}" dt="2026-04-25T12:25:36.221" v="7176" actId="1076"/>
          <ac:spMkLst>
            <pc:docMk/>
            <pc:sldMk cId="2087942255" sldId="299"/>
            <ac:spMk id="272" creationId="{1433194C-2070-EAB3-A688-1A63433D3983}"/>
          </ac:spMkLst>
        </pc:spChg>
        <pc:spChg chg="add mod">
          <ac:chgData name="昕 许" userId="a2975fcd840abfc3" providerId="LiveId" clId="{49CCD4F9-177C-4270-9A14-60236FF377E8}" dt="2026-04-25T12:49:48.119" v="7363" actId="20577"/>
          <ac:spMkLst>
            <pc:docMk/>
            <pc:sldMk cId="2087942255" sldId="299"/>
            <ac:spMk id="283" creationId="{8C3CA36C-9A74-23CB-1074-5F862B6C1B1F}"/>
          </ac:spMkLst>
        </pc:spChg>
        <pc:spChg chg="mod">
          <ac:chgData name="昕 许" userId="a2975fcd840abfc3" providerId="LiveId" clId="{49CCD4F9-177C-4270-9A14-60236FF377E8}" dt="2026-04-25T12:49:49.911" v="7364"/>
          <ac:spMkLst>
            <pc:docMk/>
            <pc:sldMk cId="2087942255" sldId="299"/>
            <ac:spMk id="287" creationId="{EE498ABD-EF63-D178-822E-C5FAF234433F}"/>
          </ac:spMkLst>
        </pc:spChg>
        <pc:spChg chg="mod">
          <ac:chgData name="昕 许" userId="a2975fcd840abfc3" providerId="LiveId" clId="{49CCD4F9-177C-4270-9A14-60236FF377E8}" dt="2026-04-25T12:49:51.653" v="7365"/>
          <ac:spMkLst>
            <pc:docMk/>
            <pc:sldMk cId="2087942255" sldId="299"/>
            <ac:spMk id="290" creationId="{D28A204A-2698-3E58-CC43-17200467D73F}"/>
          </ac:spMkLst>
        </pc:spChg>
        <pc:spChg chg="add del mod">
          <ac:chgData name="昕 许" userId="a2975fcd840abfc3" providerId="LiveId" clId="{49CCD4F9-177C-4270-9A14-60236FF377E8}" dt="2026-04-25T12:49:45.437" v="7362"/>
          <ac:spMkLst>
            <pc:docMk/>
            <pc:sldMk cId="2087942255" sldId="299"/>
            <ac:spMk id="291" creationId="{80949E16-34DC-0043-084D-084280E655DD}"/>
          </ac:spMkLst>
        </pc:spChg>
        <pc:grpChg chg="add del mod">
          <ac:chgData name="昕 许" userId="a2975fcd840abfc3" providerId="LiveId" clId="{49CCD4F9-177C-4270-9A14-60236FF377E8}" dt="2026-04-25T12:05:48.136" v="6888" actId="478"/>
          <ac:grpSpMkLst>
            <pc:docMk/>
            <pc:sldMk cId="2087942255" sldId="299"/>
            <ac:grpSpMk id="3" creationId="{6393215C-73F5-D39B-47C8-F5E031F29CCC}"/>
          </ac:grpSpMkLst>
        </pc:grpChg>
        <pc:grpChg chg="add mod">
          <ac:chgData name="昕 许" userId="a2975fcd840abfc3" providerId="LiveId" clId="{49CCD4F9-177C-4270-9A14-60236FF377E8}" dt="2026-04-25T12:14:19.797" v="6944" actId="1076"/>
          <ac:grpSpMkLst>
            <pc:docMk/>
            <pc:sldMk cId="2087942255" sldId="299"/>
            <ac:grpSpMk id="6" creationId="{08B706CF-6769-7FAA-5F6B-5622779B4962}"/>
          </ac:grpSpMkLst>
        </pc:grpChg>
        <pc:grpChg chg="del">
          <ac:chgData name="昕 许" userId="a2975fcd840abfc3" providerId="LiveId" clId="{49CCD4F9-177C-4270-9A14-60236FF377E8}" dt="2026-04-25T12:05:26.432" v="6883" actId="478"/>
          <ac:grpSpMkLst>
            <pc:docMk/>
            <pc:sldMk cId="2087942255" sldId="299"/>
            <ac:grpSpMk id="12" creationId="{0FE03FEA-B9A7-19BE-E61F-14633832BD5A}"/>
          </ac:grpSpMkLst>
        </pc:grpChg>
        <pc:grpChg chg="add mod">
          <ac:chgData name="昕 许" userId="a2975fcd840abfc3" providerId="LiveId" clId="{49CCD4F9-177C-4270-9A14-60236FF377E8}" dt="2026-04-25T12:14:19.797" v="6944" actId="1076"/>
          <ac:grpSpMkLst>
            <pc:docMk/>
            <pc:sldMk cId="2087942255" sldId="299"/>
            <ac:grpSpMk id="15" creationId="{941942E7-DE98-7F1F-CC86-D26883DA39BF}"/>
          </ac:grpSpMkLst>
        </pc:grpChg>
        <pc:grpChg chg="add mod">
          <ac:chgData name="昕 许" userId="a2975fcd840abfc3" providerId="LiveId" clId="{49CCD4F9-177C-4270-9A14-60236FF377E8}" dt="2026-04-25T12:14:19.797" v="6944" actId="1076"/>
          <ac:grpSpMkLst>
            <pc:docMk/>
            <pc:sldMk cId="2087942255" sldId="299"/>
            <ac:grpSpMk id="18" creationId="{42057843-32E0-D824-E10E-B6D65F896444}"/>
          </ac:grpSpMkLst>
        </pc:grpChg>
        <pc:grpChg chg="del">
          <ac:chgData name="昕 许" userId="a2975fcd840abfc3" providerId="LiveId" clId="{49CCD4F9-177C-4270-9A14-60236FF377E8}" dt="2026-04-25T12:05:26.432" v="6883" actId="478"/>
          <ac:grpSpMkLst>
            <pc:docMk/>
            <pc:sldMk cId="2087942255" sldId="299"/>
            <ac:grpSpMk id="19" creationId="{0D8754AF-55F4-4214-19B8-3BCBC5B26268}"/>
          </ac:grpSpMkLst>
        </pc:grpChg>
        <pc:grpChg chg="add mod">
          <ac:chgData name="昕 许" userId="a2975fcd840abfc3" providerId="LiveId" clId="{49CCD4F9-177C-4270-9A14-60236FF377E8}" dt="2026-04-25T12:14:19.797" v="6944" actId="1076"/>
          <ac:grpSpMkLst>
            <pc:docMk/>
            <pc:sldMk cId="2087942255" sldId="299"/>
            <ac:grpSpMk id="25" creationId="{AAC68066-CD1A-981F-E99E-07EEAB533352}"/>
          </ac:grpSpMkLst>
        </pc:grpChg>
        <pc:grpChg chg="add del mod">
          <ac:chgData name="昕 许" userId="a2975fcd840abfc3" providerId="LiveId" clId="{49CCD4F9-177C-4270-9A14-60236FF377E8}" dt="2026-04-25T12:05:19.246" v="6881" actId="478"/>
          <ac:grpSpMkLst>
            <pc:docMk/>
            <pc:sldMk cId="2087942255" sldId="299"/>
            <ac:grpSpMk id="29" creationId="{94506944-F2C3-FF52-EC20-FD301A0BF142}"/>
          </ac:grpSpMkLst>
        </pc:grpChg>
        <pc:grpChg chg="add del mod">
          <ac:chgData name="昕 许" userId="a2975fcd840abfc3" providerId="LiveId" clId="{49CCD4F9-177C-4270-9A14-60236FF377E8}" dt="2026-04-25T12:05:17.420" v="6880" actId="478"/>
          <ac:grpSpMkLst>
            <pc:docMk/>
            <pc:sldMk cId="2087942255" sldId="299"/>
            <ac:grpSpMk id="32" creationId="{E255760D-13FE-FABC-1996-9E5A5389117C}"/>
          </ac:grpSpMkLst>
        </pc:grpChg>
        <pc:grpChg chg="mod">
          <ac:chgData name="昕 许" userId="a2975fcd840abfc3" providerId="LiveId" clId="{49CCD4F9-177C-4270-9A14-60236FF377E8}" dt="2026-04-25T12:24:21.872" v="7165" actId="207"/>
          <ac:grpSpMkLst>
            <pc:docMk/>
            <pc:sldMk cId="2087942255" sldId="299"/>
            <ac:grpSpMk id="34" creationId="{B329BCE6-9A18-5474-62C6-81883A2B2964}"/>
          </ac:grpSpMkLst>
        </pc:grpChg>
        <pc:grpChg chg="del mod">
          <ac:chgData name="昕 许" userId="a2975fcd840abfc3" providerId="LiveId" clId="{49CCD4F9-177C-4270-9A14-60236FF377E8}" dt="2026-04-25T12:05:54.950" v="6891" actId="478"/>
          <ac:grpSpMkLst>
            <pc:docMk/>
            <pc:sldMk cId="2087942255" sldId="299"/>
            <ac:grpSpMk id="38" creationId="{514D3551-AB95-003C-9694-55A8407069B7}"/>
          </ac:grpSpMkLst>
        </pc:grpChg>
        <pc:grpChg chg="del">
          <ac:chgData name="昕 许" userId="a2975fcd840abfc3" providerId="LiveId" clId="{49CCD4F9-177C-4270-9A14-60236FF377E8}" dt="2026-04-25T12:05:26.432" v="6883" actId="478"/>
          <ac:grpSpMkLst>
            <pc:docMk/>
            <pc:sldMk cId="2087942255" sldId="299"/>
            <ac:grpSpMk id="42" creationId="{C75EDE08-D871-2D81-1D99-D0FB0BD474CE}"/>
          </ac:grpSpMkLst>
        </pc:grpChg>
        <pc:grpChg chg="add mod">
          <ac:chgData name="昕 许" userId="a2975fcd840abfc3" providerId="LiveId" clId="{49CCD4F9-177C-4270-9A14-60236FF377E8}" dt="2026-04-25T12:14:19.797" v="6944" actId="1076"/>
          <ac:grpSpMkLst>
            <pc:docMk/>
            <pc:sldMk cId="2087942255" sldId="299"/>
            <ac:grpSpMk id="44" creationId="{CDE2982A-8292-A765-9105-FDC4B3FA4F1A}"/>
          </ac:grpSpMkLst>
        </pc:grpChg>
        <pc:grpChg chg="add del mod">
          <ac:chgData name="昕 许" userId="a2975fcd840abfc3" providerId="LiveId" clId="{49CCD4F9-177C-4270-9A14-60236FF377E8}" dt="2026-04-25T12:05:19.246" v="6881" actId="478"/>
          <ac:grpSpMkLst>
            <pc:docMk/>
            <pc:sldMk cId="2087942255" sldId="299"/>
            <ac:grpSpMk id="48" creationId="{F37A6A0A-886E-0DA6-6008-B5A091D9B858}"/>
          </ac:grpSpMkLst>
        </pc:grpChg>
        <pc:grpChg chg="del mod">
          <ac:chgData name="昕 许" userId="a2975fcd840abfc3" providerId="LiveId" clId="{49CCD4F9-177C-4270-9A14-60236FF377E8}" dt="2026-04-25T12:05:48.136" v="6888" actId="478"/>
          <ac:grpSpMkLst>
            <pc:docMk/>
            <pc:sldMk cId="2087942255" sldId="299"/>
            <ac:grpSpMk id="49" creationId="{E72908D1-95F2-B720-6F04-8B6622683EE1}"/>
          </ac:grpSpMkLst>
        </pc:grpChg>
        <pc:grpChg chg="mod">
          <ac:chgData name="昕 许" userId="a2975fcd840abfc3" providerId="LiveId" clId="{49CCD4F9-177C-4270-9A14-60236FF377E8}" dt="2026-04-25T12:14:19.797" v="6944" actId="1076"/>
          <ac:grpSpMkLst>
            <pc:docMk/>
            <pc:sldMk cId="2087942255" sldId="299"/>
            <ac:grpSpMk id="55" creationId="{29556D8C-D71C-D6DC-4703-D99C2F7530AE}"/>
          </ac:grpSpMkLst>
        </pc:grpChg>
        <pc:grpChg chg="mod">
          <ac:chgData name="昕 许" userId="a2975fcd840abfc3" providerId="LiveId" clId="{49CCD4F9-177C-4270-9A14-60236FF377E8}" dt="2026-04-25T12:19:12.428" v="7038" actId="1076"/>
          <ac:grpSpMkLst>
            <pc:docMk/>
            <pc:sldMk cId="2087942255" sldId="299"/>
            <ac:grpSpMk id="58" creationId="{8A3A4D9B-1B1C-6010-B4C2-CC3944E6B34A}"/>
          </ac:grpSpMkLst>
        </pc:grpChg>
        <pc:grpChg chg="add del mod">
          <ac:chgData name="昕 许" userId="a2975fcd840abfc3" providerId="LiveId" clId="{49CCD4F9-177C-4270-9A14-60236FF377E8}" dt="2026-04-25T12:05:19.246" v="6881" actId="478"/>
          <ac:grpSpMkLst>
            <pc:docMk/>
            <pc:sldMk cId="2087942255" sldId="299"/>
            <ac:grpSpMk id="66" creationId="{F06FB169-EFD3-5D08-ED8D-7392275729E2}"/>
          </ac:grpSpMkLst>
        </pc:grpChg>
        <pc:grpChg chg="mod">
          <ac:chgData name="昕 许" userId="a2975fcd840abfc3" providerId="LiveId" clId="{49CCD4F9-177C-4270-9A14-60236FF377E8}" dt="2026-04-25T12:14:38.269" v="6946" actId="1076"/>
          <ac:grpSpMkLst>
            <pc:docMk/>
            <pc:sldMk cId="2087942255" sldId="299"/>
            <ac:grpSpMk id="70" creationId="{11EDB5CC-458A-4010-8214-19D4EA0AE7B9}"/>
          </ac:grpSpMkLst>
        </pc:grpChg>
        <pc:grpChg chg="mod">
          <ac:chgData name="昕 许" userId="a2975fcd840abfc3" providerId="LiveId" clId="{49CCD4F9-177C-4270-9A14-60236FF377E8}" dt="2026-04-25T12:14:38.269" v="6946" actId="1076"/>
          <ac:grpSpMkLst>
            <pc:docMk/>
            <pc:sldMk cId="2087942255" sldId="299"/>
            <ac:grpSpMk id="73" creationId="{FC593A49-4F6F-BD14-5127-B3172C0A4FB2}"/>
          </ac:grpSpMkLst>
        </pc:grpChg>
        <pc:grpChg chg="mod">
          <ac:chgData name="昕 许" userId="a2975fcd840abfc3" providerId="LiveId" clId="{49CCD4F9-177C-4270-9A14-60236FF377E8}" dt="2026-04-25T12:14:38.269" v="6946" actId="1076"/>
          <ac:grpSpMkLst>
            <pc:docMk/>
            <pc:sldMk cId="2087942255" sldId="299"/>
            <ac:grpSpMk id="76" creationId="{568E991C-BE11-DC54-06D6-E93B9B31BA72}"/>
          </ac:grpSpMkLst>
        </pc:grpChg>
        <pc:grpChg chg="mod">
          <ac:chgData name="昕 许" userId="a2975fcd840abfc3" providerId="LiveId" clId="{49CCD4F9-177C-4270-9A14-60236FF377E8}" dt="2026-04-25T12:14:38.269" v="6946" actId="1076"/>
          <ac:grpSpMkLst>
            <pc:docMk/>
            <pc:sldMk cId="2087942255" sldId="299"/>
            <ac:grpSpMk id="79" creationId="{1E645F41-E1B6-C2AB-1473-F0B113262B3A}"/>
          </ac:grpSpMkLst>
        </pc:grpChg>
        <pc:grpChg chg="mod">
          <ac:chgData name="昕 许" userId="a2975fcd840abfc3" providerId="LiveId" clId="{49CCD4F9-177C-4270-9A14-60236FF377E8}" dt="2026-04-25T12:14:38.269" v="6946" actId="1076"/>
          <ac:grpSpMkLst>
            <pc:docMk/>
            <pc:sldMk cId="2087942255" sldId="299"/>
            <ac:grpSpMk id="82" creationId="{EB4F2773-BD23-865C-E256-575A6F09A21F}"/>
          </ac:grpSpMkLst>
        </pc:grpChg>
        <pc:grpChg chg="mod">
          <ac:chgData name="昕 许" userId="a2975fcd840abfc3" providerId="LiveId" clId="{49CCD4F9-177C-4270-9A14-60236FF377E8}" dt="2026-04-25T12:14:38.269" v="6946" actId="1076"/>
          <ac:grpSpMkLst>
            <pc:docMk/>
            <pc:sldMk cId="2087942255" sldId="299"/>
            <ac:grpSpMk id="85" creationId="{54135AEC-B60E-CB66-3E73-EA850FC1FC6D}"/>
          </ac:grpSpMkLst>
        </pc:grpChg>
        <pc:grpChg chg="mod">
          <ac:chgData name="昕 许" userId="a2975fcd840abfc3" providerId="LiveId" clId="{49CCD4F9-177C-4270-9A14-60236FF377E8}" dt="2026-04-25T12:20:25.955" v="7067" actId="1076"/>
          <ac:grpSpMkLst>
            <pc:docMk/>
            <pc:sldMk cId="2087942255" sldId="299"/>
            <ac:grpSpMk id="88" creationId="{6102F77E-1AA5-8D8A-8818-EBAD13687A1F}"/>
          </ac:grpSpMkLst>
        </pc:grpChg>
        <pc:grpChg chg="mod">
          <ac:chgData name="昕 许" userId="a2975fcd840abfc3" providerId="LiveId" clId="{49CCD4F9-177C-4270-9A14-60236FF377E8}" dt="2026-04-25T12:14:38.269" v="6946" actId="1076"/>
          <ac:grpSpMkLst>
            <pc:docMk/>
            <pc:sldMk cId="2087942255" sldId="299"/>
            <ac:grpSpMk id="91" creationId="{8B4B6AF6-3ACF-AEF4-DC7E-12731A7082DB}"/>
          </ac:grpSpMkLst>
        </pc:grpChg>
        <pc:grpChg chg="mod">
          <ac:chgData name="昕 许" userId="a2975fcd840abfc3" providerId="LiveId" clId="{49CCD4F9-177C-4270-9A14-60236FF377E8}" dt="2026-04-25T12:18:22.455" v="7017" actId="1076"/>
          <ac:grpSpMkLst>
            <pc:docMk/>
            <pc:sldMk cId="2087942255" sldId="299"/>
            <ac:grpSpMk id="105" creationId="{A76EB1B5-33F8-3612-BF6D-4B260B70D9A6}"/>
          </ac:grpSpMkLst>
        </pc:grpChg>
        <pc:grpChg chg="mod">
          <ac:chgData name="昕 许" userId="a2975fcd840abfc3" providerId="LiveId" clId="{49CCD4F9-177C-4270-9A14-60236FF377E8}" dt="2026-04-25T12:18:22.455" v="7017" actId="1076"/>
          <ac:grpSpMkLst>
            <pc:docMk/>
            <pc:sldMk cId="2087942255" sldId="299"/>
            <ac:grpSpMk id="108" creationId="{02F09EC0-ADBB-9F55-3641-B0BF04922B97}"/>
          </ac:grpSpMkLst>
        </pc:grpChg>
        <pc:grpChg chg="mod">
          <ac:chgData name="昕 许" userId="a2975fcd840abfc3" providerId="LiveId" clId="{49CCD4F9-177C-4270-9A14-60236FF377E8}" dt="2026-04-25T12:18:22.455" v="7017" actId="1076"/>
          <ac:grpSpMkLst>
            <pc:docMk/>
            <pc:sldMk cId="2087942255" sldId="299"/>
            <ac:grpSpMk id="111" creationId="{370B7A21-EA2A-26F0-4521-816B439B7FC7}"/>
          </ac:grpSpMkLst>
        </pc:grpChg>
        <pc:grpChg chg="mod">
          <ac:chgData name="昕 许" userId="a2975fcd840abfc3" providerId="LiveId" clId="{49CCD4F9-177C-4270-9A14-60236FF377E8}" dt="2026-04-25T12:18:22.455" v="7017" actId="1076"/>
          <ac:grpSpMkLst>
            <pc:docMk/>
            <pc:sldMk cId="2087942255" sldId="299"/>
            <ac:grpSpMk id="114" creationId="{1D989CA2-B89E-56BE-DD2E-9CA33C2B4DD8}"/>
          </ac:grpSpMkLst>
        </pc:grpChg>
        <pc:grpChg chg="mod">
          <ac:chgData name="昕 许" userId="a2975fcd840abfc3" providerId="LiveId" clId="{49CCD4F9-177C-4270-9A14-60236FF377E8}" dt="2026-04-25T12:18:22.455" v="7017" actId="1076"/>
          <ac:grpSpMkLst>
            <pc:docMk/>
            <pc:sldMk cId="2087942255" sldId="299"/>
            <ac:grpSpMk id="117" creationId="{363B9BF9-D285-6943-4F41-76B5BE19D0C0}"/>
          </ac:grpSpMkLst>
        </pc:grpChg>
        <pc:grpChg chg="mod">
          <ac:chgData name="昕 许" userId="a2975fcd840abfc3" providerId="LiveId" clId="{49CCD4F9-177C-4270-9A14-60236FF377E8}" dt="2026-04-25T12:18:22.455" v="7017" actId="1076"/>
          <ac:grpSpMkLst>
            <pc:docMk/>
            <pc:sldMk cId="2087942255" sldId="299"/>
            <ac:grpSpMk id="120" creationId="{5893E8F6-8B0B-D5A1-0E05-333790846A31}"/>
          </ac:grpSpMkLst>
        </pc:grpChg>
        <pc:grpChg chg="mod">
          <ac:chgData name="昕 许" userId="a2975fcd840abfc3" providerId="LiveId" clId="{49CCD4F9-177C-4270-9A14-60236FF377E8}" dt="2026-04-25T12:18:22.455" v="7017" actId="1076"/>
          <ac:grpSpMkLst>
            <pc:docMk/>
            <pc:sldMk cId="2087942255" sldId="299"/>
            <ac:grpSpMk id="123" creationId="{E115D442-BC5B-705B-92FE-4478A4688D89}"/>
          </ac:grpSpMkLst>
        </pc:grpChg>
        <pc:grpChg chg="mod">
          <ac:chgData name="昕 许" userId="a2975fcd840abfc3" providerId="LiveId" clId="{49CCD4F9-177C-4270-9A14-60236FF377E8}" dt="2026-04-25T12:19:06.487" v="7035" actId="20577"/>
          <ac:grpSpMkLst>
            <pc:docMk/>
            <pc:sldMk cId="2087942255" sldId="299"/>
            <ac:grpSpMk id="126" creationId="{F6974905-1D0E-BDE9-4828-EF73CC8D2013}"/>
          </ac:grpSpMkLst>
        </pc:grpChg>
        <pc:grpChg chg="add mod">
          <ac:chgData name="昕 许" userId="a2975fcd840abfc3" providerId="LiveId" clId="{49CCD4F9-177C-4270-9A14-60236FF377E8}" dt="2026-04-25T12:19:17.508" v="7039" actId="1076"/>
          <ac:grpSpMkLst>
            <pc:docMk/>
            <pc:sldMk cId="2087942255" sldId="299"/>
            <ac:grpSpMk id="137" creationId="{F4625517-A53B-8706-8A26-1A75BA5049DC}"/>
          </ac:grpSpMkLst>
        </pc:grpChg>
        <pc:grpChg chg="add mod">
          <ac:chgData name="昕 许" userId="a2975fcd840abfc3" providerId="LiveId" clId="{49CCD4F9-177C-4270-9A14-60236FF377E8}" dt="2026-04-25T12:19:22.677" v="7041" actId="1076"/>
          <ac:grpSpMkLst>
            <pc:docMk/>
            <pc:sldMk cId="2087942255" sldId="299"/>
            <ac:grpSpMk id="140" creationId="{542C8344-B86C-8D05-F11C-7398FE2748F1}"/>
          </ac:grpSpMkLst>
        </pc:grpChg>
        <pc:grpChg chg="add mod">
          <ac:chgData name="昕 许" userId="a2975fcd840abfc3" providerId="LiveId" clId="{49CCD4F9-177C-4270-9A14-60236FF377E8}" dt="2026-04-25T12:19:28.807" v="7043" actId="1076"/>
          <ac:grpSpMkLst>
            <pc:docMk/>
            <pc:sldMk cId="2087942255" sldId="299"/>
            <ac:grpSpMk id="143" creationId="{4796AF51-2865-94FC-8374-C1397138BF08}"/>
          </ac:grpSpMkLst>
        </pc:grpChg>
        <pc:grpChg chg="add mod">
          <ac:chgData name="昕 许" userId="a2975fcd840abfc3" providerId="LiveId" clId="{49CCD4F9-177C-4270-9A14-60236FF377E8}" dt="2026-04-25T12:19:28.807" v="7043" actId="1076"/>
          <ac:grpSpMkLst>
            <pc:docMk/>
            <pc:sldMk cId="2087942255" sldId="299"/>
            <ac:grpSpMk id="146" creationId="{528769BA-AFB7-E31A-B6C4-350E3E3979DF}"/>
          </ac:grpSpMkLst>
        </pc:grpChg>
        <pc:grpChg chg="del">
          <ac:chgData name="昕 许" userId="a2975fcd840abfc3" providerId="LiveId" clId="{49CCD4F9-177C-4270-9A14-60236FF377E8}" dt="2026-04-25T12:19:32.909" v="7045" actId="21"/>
          <ac:grpSpMkLst>
            <pc:docMk/>
            <pc:sldMk cId="2087942255" sldId="299"/>
            <ac:grpSpMk id="149" creationId="{F92EA271-4FC9-726D-83B1-810521BCD2CB}"/>
          </ac:grpSpMkLst>
        </pc:grpChg>
        <pc:grpChg chg="del">
          <ac:chgData name="昕 许" userId="a2975fcd840abfc3" providerId="LiveId" clId="{49CCD4F9-177C-4270-9A14-60236FF377E8}" dt="2026-04-25T12:19:32.909" v="7045" actId="21"/>
          <ac:grpSpMkLst>
            <pc:docMk/>
            <pc:sldMk cId="2087942255" sldId="299"/>
            <ac:grpSpMk id="152" creationId="{FA5E7CFF-182D-97E0-390E-01FADA59DAEB}"/>
          </ac:grpSpMkLst>
        </pc:grpChg>
        <pc:grpChg chg="add del mod">
          <ac:chgData name="昕 许" userId="a2975fcd840abfc3" providerId="LiveId" clId="{49CCD4F9-177C-4270-9A14-60236FF377E8}" dt="2026-04-25T12:19:32.909" v="7045" actId="21"/>
          <ac:grpSpMkLst>
            <pc:docMk/>
            <pc:sldMk cId="2087942255" sldId="299"/>
            <ac:grpSpMk id="155" creationId="{88694DFE-B417-B39F-D2E1-92E4909B95F0}"/>
          </ac:grpSpMkLst>
        </pc:grpChg>
        <pc:grpChg chg="add del mod">
          <ac:chgData name="昕 许" userId="a2975fcd840abfc3" providerId="LiveId" clId="{49CCD4F9-177C-4270-9A14-60236FF377E8}" dt="2026-04-25T12:19:32.909" v="7045" actId="21"/>
          <ac:grpSpMkLst>
            <pc:docMk/>
            <pc:sldMk cId="2087942255" sldId="299"/>
            <ac:grpSpMk id="158" creationId="{DDE9547A-1337-91C3-150C-56431A96829E}"/>
          </ac:grpSpMkLst>
        </pc:grpChg>
        <pc:grpChg chg="add mod">
          <ac:chgData name="昕 许" userId="a2975fcd840abfc3" providerId="LiveId" clId="{49CCD4F9-177C-4270-9A14-60236FF377E8}" dt="2026-04-25T12:19:37.953" v="7047" actId="1076"/>
          <ac:grpSpMkLst>
            <pc:docMk/>
            <pc:sldMk cId="2087942255" sldId="299"/>
            <ac:grpSpMk id="161" creationId="{BA14DA92-A9E7-9196-FF7F-48AB9D9E30F1}"/>
          </ac:grpSpMkLst>
        </pc:grpChg>
        <pc:grpChg chg="mod">
          <ac:chgData name="昕 许" userId="a2975fcd840abfc3" providerId="LiveId" clId="{49CCD4F9-177C-4270-9A14-60236FF377E8}" dt="2026-04-25T12:19:37.953" v="7047" actId="1076"/>
          <ac:grpSpMkLst>
            <pc:docMk/>
            <pc:sldMk cId="2087942255" sldId="299"/>
            <ac:grpSpMk id="164" creationId="{509BA3B7-B7F3-4F5B-A004-8A52AAD06424}"/>
          </ac:grpSpMkLst>
        </pc:grpChg>
        <pc:grpChg chg="mod">
          <ac:chgData name="昕 许" userId="a2975fcd840abfc3" providerId="LiveId" clId="{49CCD4F9-177C-4270-9A14-60236FF377E8}" dt="2026-04-25T12:19:37.953" v="7047" actId="1076"/>
          <ac:grpSpMkLst>
            <pc:docMk/>
            <pc:sldMk cId="2087942255" sldId="299"/>
            <ac:grpSpMk id="167" creationId="{25290047-EE1D-2E39-CD7D-37FC8F3489EC}"/>
          </ac:grpSpMkLst>
        </pc:grpChg>
        <pc:grpChg chg="add mod">
          <ac:chgData name="昕 许" userId="a2975fcd840abfc3" providerId="LiveId" clId="{49CCD4F9-177C-4270-9A14-60236FF377E8}" dt="2026-04-25T12:19:37.953" v="7047" actId="1076"/>
          <ac:grpSpMkLst>
            <pc:docMk/>
            <pc:sldMk cId="2087942255" sldId="299"/>
            <ac:grpSpMk id="170" creationId="{8AECF6C8-02BB-E495-EA2D-FB4648051EE2}"/>
          </ac:grpSpMkLst>
        </pc:grpChg>
        <pc:grpChg chg="mod">
          <ac:chgData name="昕 许" userId="a2975fcd840abfc3" providerId="LiveId" clId="{49CCD4F9-177C-4270-9A14-60236FF377E8}" dt="2026-04-25T12:19:43.256" v="7049" actId="1076"/>
          <ac:grpSpMkLst>
            <pc:docMk/>
            <pc:sldMk cId="2087942255" sldId="299"/>
            <ac:grpSpMk id="173" creationId="{645440C7-BA68-006E-45A4-D4B254B19498}"/>
          </ac:grpSpMkLst>
        </pc:grpChg>
        <pc:grpChg chg="add mod">
          <ac:chgData name="昕 许" userId="a2975fcd840abfc3" providerId="LiveId" clId="{49CCD4F9-177C-4270-9A14-60236FF377E8}" dt="2026-04-25T12:19:43.256" v="7049" actId="1076"/>
          <ac:grpSpMkLst>
            <pc:docMk/>
            <pc:sldMk cId="2087942255" sldId="299"/>
            <ac:grpSpMk id="176" creationId="{15560A9E-5032-EDFB-BE45-99FC5C29C2AD}"/>
          </ac:grpSpMkLst>
        </pc:grpChg>
        <pc:grpChg chg="add mod">
          <ac:chgData name="昕 许" userId="a2975fcd840abfc3" providerId="LiveId" clId="{49CCD4F9-177C-4270-9A14-60236FF377E8}" dt="2026-04-25T12:19:43.256" v="7049" actId="1076"/>
          <ac:grpSpMkLst>
            <pc:docMk/>
            <pc:sldMk cId="2087942255" sldId="299"/>
            <ac:grpSpMk id="179" creationId="{7E411312-6016-68FF-C6E5-09EDA4875200}"/>
          </ac:grpSpMkLst>
        </pc:grpChg>
        <pc:grpChg chg="mod">
          <ac:chgData name="昕 许" userId="a2975fcd840abfc3" providerId="LiveId" clId="{49CCD4F9-177C-4270-9A14-60236FF377E8}" dt="2026-04-25T12:19:43.256" v="7049" actId="1076"/>
          <ac:grpSpMkLst>
            <pc:docMk/>
            <pc:sldMk cId="2087942255" sldId="299"/>
            <ac:grpSpMk id="182" creationId="{1480DC6A-7453-377D-A151-AA935EE7DC6F}"/>
          </ac:grpSpMkLst>
        </pc:grpChg>
        <pc:grpChg chg="mod">
          <ac:chgData name="昕 许" userId="a2975fcd840abfc3" providerId="LiveId" clId="{49CCD4F9-177C-4270-9A14-60236FF377E8}" dt="2026-04-25T12:21:14.060" v="7079" actId="1076"/>
          <ac:grpSpMkLst>
            <pc:docMk/>
            <pc:sldMk cId="2087942255" sldId="299"/>
            <ac:grpSpMk id="186" creationId="{7D9657CD-64A6-CA63-FE38-48EE67843FF2}"/>
          </ac:grpSpMkLst>
        </pc:grpChg>
        <pc:grpChg chg="mod">
          <ac:chgData name="昕 许" userId="a2975fcd840abfc3" providerId="LiveId" clId="{49CCD4F9-177C-4270-9A14-60236FF377E8}" dt="2026-04-25T12:21:14.060" v="7079" actId="1076"/>
          <ac:grpSpMkLst>
            <pc:docMk/>
            <pc:sldMk cId="2087942255" sldId="299"/>
            <ac:grpSpMk id="189" creationId="{380249B8-4F81-9EE5-4DAF-80DEB456A6BE}"/>
          </ac:grpSpMkLst>
        </pc:grpChg>
        <pc:grpChg chg="mod">
          <ac:chgData name="昕 许" userId="a2975fcd840abfc3" providerId="LiveId" clId="{49CCD4F9-177C-4270-9A14-60236FF377E8}" dt="2026-04-25T12:21:14.060" v="7079" actId="1076"/>
          <ac:grpSpMkLst>
            <pc:docMk/>
            <pc:sldMk cId="2087942255" sldId="299"/>
            <ac:grpSpMk id="192" creationId="{5E5BC5AC-1C43-F6EC-A732-2CC215F27E8F}"/>
          </ac:grpSpMkLst>
        </pc:grpChg>
        <pc:grpChg chg="mod">
          <ac:chgData name="昕 许" userId="a2975fcd840abfc3" providerId="LiveId" clId="{49CCD4F9-177C-4270-9A14-60236FF377E8}" dt="2026-04-25T12:21:14.060" v="7079" actId="1076"/>
          <ac:grpSpMkLst>
            <pc:docMk/>
            <pc:sldMk cId="2087942255" sldId="299"/>
            <ac:grpSpMk id="198" creationId="{372D90A0-75D1-6124-0D2F-C8E5397F77BA}"/>
          </ac:grpSpMkLst>
        </pc:grpChg>
        <pc:grpChg chg="mod">
          <ac:chgData name="昕 许" userId="a2975fcd840abfc3" providerId="LiveId" clId="{49CCD4F9-177C-4270-9A14-60236FF377E8}" dt="2026-04-25T12:21:14.060" v="7079" actId="1076"/>
          <ac:grpSpMkLst>
            <pc:docMk/>
            <pc:sldMk cId="2087942255" sldId="299"/>
            <ac:grpSpMk id="207" creationId="{6C32643C-D31F-E00E-8A05-D46B22DF1DE1}"/>
          </ac:grpSpMkLst>
        </pc:grpChg>
        <pc:grpChg chg="mod">
          <ac:chgData name="昕 许" userId="a2975fcd840abfc3" providerId="LiveId" clId="{49CCD4F9-177C-4270-9A14-60236FF377E8}" dt="2026-04-25T12:21:14.060" v="7079" actId="1076"/>
          <ac:grpSpMkLst>
            <pc:docMk/>
            <pc:sldMk cId="2087942255" sldId="299"/>
            <ac:grpSpMk id="212" creationId="{F4255D8E-E8CE-007C-718F-9475D23A906B}"/>
          </ac:grpSpMkLst>
        </pc:grpChg>
        <pc:grpChg chg="mod">
          <ac:chgData name="昕 许" userId="a2975fcd840abfc3" providerId="LiveId" clId="{49CCD4F9-177C-4270-9A14-60236FF377E8}" dt="2026-04-25T12:21:14.060" v="7079" actId="1076"/>
          <ac:grpSpMkLst>
            <pc:docMk/>
            <pc:sldMk cId="2087942255" sldId="299"/>
            <ac:grpSpMk id="215" creationId="{197D7248-3734-45B2-1DB9-1693AF07F425}"/>
          </ac:grpSpMkLst>
        </pc:grpChg>
        <pc:grpChg chg="mod">
          <ac:chgData name="昕 许" userId="a2975fcd840abfc3" providerId="LiveId" clId="{49CCD4F9-177C-4270-9A14-60236FF377E8}" dt="2026-04-25T12:21:14.060" v="7079" actId="1076"/>
          <ac:grpSpMkLst>
            <pc:docMk/>
            <pc:sldMk cId="2087942255" sldId="299"/>
            <ac:grpSpMk id="218" creationId="{196DE019-A9EF-89FC-4FA0-349419936701}"/>
          </ac:grpSpMkLst>
        </pc:grpChg>
        <pc:grpChg chg="del mod">
          <ac:chgData name="昕 许" userId="a2975fcd840abfc3" providerId="LiveId" clId="{49CCD4F9-177C-4270-9A14-60236FF377E8}" dt="2026-04-25T12:25:31.758" v="7175" actId="478"/>
          <ac:grpSpMkLst>
            <pc:docMk/>
            <pc:sldMk cId="2087942255" sldId="299"/>
            <ac:grpSpMk id="232" creationId="{E70526FC-24E7-C0DF-E7A2-24EE13F8F3E4}"/>
          </ac:grpSpMkLst>
        </pc:grpChg>
        <pc:grpChg chg="del mod">
          <ac:chgData name="昕 许" userId="a2975fcd840abfc3" providerId="LiveId" clId="{49CCD4F9-177C-4270-9A14-60236FF377E8}" dt="2026-04-25T12:25:31.758" v="7175" actId="478"/>
          <ac:grpSpMkLst>
            <pc:docMk/>
            <pc:sldMk cId="2087942255" sldId="299"/>
            <ac:grpSpMk id="235" creationId="{D1F1162B-3F24-8A9E-CB20-DBA9A82EAA50}"/>
          </ac:grpSpMkLst>
        </pc:grpChg>
        <pc:grpChg chg="del mod">
          <ac:chgData name="昕 许" userId="a2975fcd840abfc3" providerId="LiveId" clId="{49CCD4F9-177C-4270-9A14-60236FF377E8}" dt="2026-04-25T12:25:31.758" v="7175" actId="478"/>
          <ac:grpSpMkLst>
            <pc:docMk/>
            <pc:sldMk cId="2087942255" sldId="299"/>
            <ac:grpSpMk id="238" creationId="{48E85A6A-B9CF-DFB8-DE30-CF367C7CA6CE}"/>
          </ac:grpSpMkLst>
        </pc:grpChg>
        <pc:grpChg chg="del">
          <ac:chgData name="昕 许" userId="a2975fcd840abfc3" providerId="LiveId" clId="{49CCD4F9-177C-4270-9A14-60236FF377E8}" dt="2026-04-25T12:25:31.758" v="7175" actId="478"/>
          <ac:grpSpMkLst>
            <pc:docMk/>
            <pc:sldMk cId="2087942255" sldId="299"/>
            <ac:grpSpMk id="241" creationId="{377CE71A-F0A2-E8AD-A59C-E0EFD186F3E9}"/>
          </ac:grpSpMkLst>
        </pc:grpChg>
        <pc:grpChg chg="del mod">
          <ac:chgData name="昕 许" userId="a2975fcd840abfc3" providerId="LiveId" clId="{49CCD4F9-177C-4270-9A14-60236FF377E8}" dt="2026-04-25T12:25:31.758" v="7175" actId="478"/>
          <ac:grpSpMkLst>
            <pc:docMk/>
            <pc:sldMk cId="2087942255" sldId="299"/>
            <ac:grpSpMk id="244" creationId="{150CEB9E-878F-2E94-97F0-38EB32C0C75D}"/>
          </ac:grpSpMkLst>
        </pc:grpChg>
        <pc:grpChg chg="del mod">
          <ac:chgData name="昕 许" userId="a2975fcd840abfc3" providerId="LiveId" clId="{49CCD4F9-177C-4270-9A14-60236FF377E8}" dt="2026-04-25T12:25:31.758" v="7175" actId="478"/>
          <ac:grpSpMkLst>
            <pc:docMk/>
            <pc:sldMk cId="2087942255" sldId="299"/>
            <ac:grpSpMk id="247" creationId="{2CBAE5DF-68D2-387D-41AA-B21E3C0569CD}"/>
          </ac:grpSpMkLst>
        </pc:grpChg>
        <pc:grpChg chg="del mod">
          <ac:chgData name="昕 许" userId="a2975fcd840abfc3" providerId="LiveId" clId="{49CCD4F9-177C-4270-9A14-60236FF377E8}" dt="2026-04-25T12:25:31.758" v="7175" actId="478"/>
          <ac:grpSpMkLst>
            <pc:docMk/>
            <pc:sldMk cId="2087942255" sldId="299"/>
            <ac:grpSpMk id="253" creationId="{82D15CA3-3A04-CCC6-52C3-E6DFFD7E7FB2}"/>
          </ac:grpSpMkLst>
        </pc:grpChg>
        <pc:grpChg chg="del mod">
          <ac:chgData name="昕 许" userId="a2975fcd840abfc3" providerId="LiveId" clId="{49CCD4F9-177C-4270-9A14-60236FF377E8}" dt="2026-04-25T12:25:31.758" v="7175" actId="478"/>
          <ac:grpSpMkLst>
            <pc:docMk/>
            <pc:sldMk cId="2087942255" sldId="299"/>
            <ac:grpSpMk id="257" creationId="{B492DD13-A2A4-6AD5-3A56-34115725A73E}"/>
          </ac:grpSpMkLst>
        </pc:grpChg>
        <pc:grpChg chg="del mod">
          <ac:chgData name="昕 许" userId="a2975fcd840abfc3" providerId="LiveId" clId="{49CCD4F9-177C-4270-9A14-60236FF377E8}" dt="2026-04-25T12:25:31.758" v="7175" actId="478"/>
          <ac:grpSpMkLst>
            <pc:docMk/>
            <pc:sldMk cId="2087942255" sldId="299"/>
            <ac:grpSpMk id="263" creationId="{F76D18DA-4CF4-5CC4-185A-53FDD05FEB63}"/>
          </ac:grpSpMkLst>
        </pc:grpChg>
        <pc:grpChg chg="add mod">
          <ac:chgData name="昕 许" userId="a2975fcd840abfc3" providerId="LiveId" clId="{49CCD4F9-177C-4270-9A14-60236FF377E8}" dt="2026-04-25T12:49:42.836" v="7358"/>
          <ac:grpSpMkLst>
            <pc:docMk/>
            <pc:sldMk cId="2087942255" sldId="299"/>
            <ac:grpSpMk id="284" creationId="{EC559712-25D7-0457-2441-48BB05C5CC1B}"/>
          </ac:grpSpMkLst>
        </pc:grpChg>
        <pc:grpChg chg="add mod">
          <ac:chgData name="昕 许" userId="a2975fcd840abfc3" providerId="LiveId" clId="{49CCD4F9-177C-4270-9A14-60236FF377E8}" dt="2026-04-25T12:49:49.911" v="7364"/>
          <ac:grpSpMkLst>
            <pc:docMk/>
            <pc:sldMk cId="2087942255" sldId="299"/>
            <ac:grpSpMk id="285" creationId="{3926D011-E3A4-3FD7-881C-136C809B640F}"/>
          </ac:grpSpMkLst>
        </pc:grpChg>
        <pc:grpChg chg="add mod">
          <ac:chgData name="昕 许" userId="a2975fcd840abfc3" providerId="LiveId" clId="{49CCD4F9-177C-4270-9A14-60236FF377E8}" dt="2026-04-25T12:49:51.653" v="7365"/>
          <ac:grpSpMkLst>
            <pc:docMk/>
            <pc:sldMk cId="2087942255" sldId="299"/>
            <ac:grpSpMk id="288" creationId="{F7F39F7B-B83C-0C5A-6780-216C3C6B4E91}"/>
          </ac:grpSpMkLst>
        </pc:grpChg>
        <pc:cxnChg chg="add del mod">
          <ac:chgData name="昕 许" userId="a2975fcd840abfc3" providerId="LiveId" clId="{49CCD4F9-177C-4270-9A14-60236FF377E8}" dt="2026-04-25T12:05:15.241" v="6879" actId="478"/>
          <ac:cxnSpMkLst>
            <pc:docMk/>
            <pc:sldMk cId="2087942255" sldId="299"/>
            <ac:cxnSpMk id="8" creationId="{B289958C-7B97-AF46-361A-45CCFC2DA484}"/>
          </ac:cxnSpMkLst>
        </pc:cxnChg>
        <pc:cxnChg chg="add mod">
          <ac:chgData name="昕 许" userId="a2975fcd840abfc3" providerId="LiveId" clId="{49CCD4F9-177C-4270-9A14-60236FF377E8}" dt="2026-04-25T12:14:19.797" v="6944" actId="1076"/>
          <ac:cxnSpMkLst>
            <pc:docMk/>
            <pc:sldMk cId="2087942255" sldId="299"/>
            <ac:cxnSpMk id="62" creationId="{6CD16E6E-3EB6-45A6-8DD4-F7432EF1829D}"/>
          </ac:cxnSpMkLst>
        </pc:cxnChg>
        <pc:cxnChg chg="del mod">
          <ac:chgData name="昕 许" userId="a2975fcd840abfc3" providerId="LiveId" clId="{49CCD4F9-177C-4270-9A14-60236FF377E8}" dt="2026-04-25T12:14:40.680" v="6947" actId="478"/>
          <ac:cxnSpMkLst>
            <pc:docMk/>
            <pc:sldMk cId="2087942255" sldId="299"/>
            <ac:cxnSpMk id="94" creationId="{47D6B99E-5F46-F179-2D57-EB3E1996EC92}"/>
          </ac:cxnSpMkLst>
        </pc:cxnChg>
        <pc:cxnChg chg="add mod">
          <ac:chgData name="昕 许" userId="a2975fcd840abfc3" providerId="LiveId" clId="{49CCD4F9-177C-4270-9A14-60236FF377E8}" dt="2026-04-25T12:50:57.394" v="7429" actId="208"/>
          <ac:cxnSpMkLst>
            <pc:docMk/>
            <pc:sldMk cId="2087942255" sldId="299"/>
            <ac:cxnSpMk id="97" creationId="{33EB0AC1-2707-08CC-323F-D2BEC4F0A577}"/>
          </ac:cxnSpMkLst>
        </pc:cxnChg>
        <pc:cxnChg chg="add mod">
          <ac:chgData name="昕 许" userId="a2975fcd840abfc3" providerId="LiveId" clId="{49CCD4F9-177C-4270-9A14-60236FF377E8}" dt="2026-04-25T12:17:19.232" v="6997" actId="14100"/>
          <ac:cxnSpMkLst>
            <pc:docMk/>
            <pc:sldMk cId="2087942255" sldId="299"/>
            <ac:cxnSpMk id="99" creationId="{B377F757-C622-AE30-B13D-124DB9D1C079}"/>
          </ac:cxnSpMkLst>
        </pc:cxnChg>
        <pc:cxnChg chg="del mod">
          <ac:chgData name="昕 许" userId="a2975fcd840abfc3" providerId="LiveId" clId="{49CCD4F9-177C-4270-9A14-60236FF377E8}" dt="2026-04-25T12:18:00.700" v="7010" actId="478"/>
          <ac:cxnSpMkLst>
            <pc:docMk/>
            <pc:sldMk cId="2087942255" sldId="299"/>
            <ac:cxnSpMk id="129" creationId="{99A05D92-0CE7-D9AB-7BCA-0C4DF258A817}"/>
          </ac:cxnSpMkLst>
        </pc:cxnChg>
        <pc:cxnChg chg="add mod">
          <ac:chgData name="昕 许" userId="a2975fcd840abfc3" providerId="LiveId" clId="{49CCD4F9-177C-4270-9A14-60236FF377E8}" dt="2026-04-25T12:51:11.917" v="7431" actId="208"/>
          <ac:cxnSpMkLst>
            <pc:docMk/>
            <pc:sldMk cId="2087942255" sldId="299"/>
            <ac:cxnSpMk id="132" creationId="{C486882B-3A9C-6404-5E00-DC424842D752}"/>
          </ac:cxnSpMkLst>
        </pc:cxnChg>
        <pc:cxnChg chg="add mod">
          <ac:chgData name="昕 许" userId="a2975fcd840abfc3" providerId="LiveId" clId="{49CCD4F9-177C-4270-9A14-60236FF377E8}" dt="2026-04-25T12:22:03.813" v="7090" actId="14100"/>
          <ac:cxnSpMkLst>
            <pc:docMk/>
            <pc:sldMk cId="2087942255" sldId="299"/>
            <ac:cxnSpMk id="225" creationId="{EF4A0BD7-9C6F-AC67-5E61-9E46FAA90D7C}"/>
          </ac:cxnSpMkLst>
        </pc:cxnChg>
        <pc:cxnChg chg="add mod">
          <ac:chgData name="昕 许" userId="a2975fcd840abfc3" providerId="LiveId" clId="{49CCD4F9-177C-4270-9A14-60236FF377E8}" dt="2026-04-25T12:51:11.917" v="7431" actId="208"/>
          <ac:cxnSpMkLst>
            <pc:docMk/>
            <pc:sldMk cId="2087942255" sldId="299"/>
            <ac:cxnSpMk id="228" creationId="{B5C27F2B-6358-80CC-0F4F-EA9019F2CA91}"/>
          </ac:cxnSpMkLst>
        </pc:cxnChg>
        <pc:cxnChg chg="del mod">
          <ac:chgData name="昕 许" userId="a2975fcd840abfc3" providerId="LiveId" clId="{49CCD4F9-177C-4270-9A14-60236FF377E8}" dt="2026-04-25T12:23:35.677" v="7149" actId="478"/>
          <ac:cxnSpMkLst>
            <pc:docMk/>
            <pc:sldMk cId="2087942255" sldId="299"/>
            <ac:cxnSpMk id="270" creationId="{A0562AAD-86B1-1D78-2B54-2FA9D2684C22}"/>
          </ac:cxnSpMkLst>
        </pc:cxnChg>
        <pc:cxnChg chg="add mod">
          <ac:chgData name="昕 许" userId="a2975fcd840abfc3" providerId="LiveId" clId="{49CCD4F9-177C-4270-9A14-60236FF377E8}" dt="2026-04-25T12:23:50.495" v="7153" actId="14100"/>
          <ac:cxnSpMkLst>
            <pc:docMk/>
            <pc:sldMk cId="2087942255" sldId="299"/>
            <ac:cxnSpMk id="273" creationId="{D7C85EAB-A494-7559-15A5-9516B1108D91}"/>
          </ac:cxnSpMkLst>
        </pc:cxnChg>
        <pc:cxnChg chg="add mod">
          <ac:chgData name="昕 许" userId="a2975fcd840abfc3" providerId="LiveId" clId="{49CCD4F9-177C-4270-9A14-60236FF377E8}" dt="2026-04-25T12:24:07.513" v="7161" actId="14100"/>
          <ac:cxnSpMkLst>
            <pc:docMk/>
            <pc:sldMk cId="2087942255" sldId="299"/>
            <ac:cxnSpMk id="276" creationId="{91F165D9-333E-3DB8-A4B2-0C701115BC85}"/>
          </ac:cxnSpMkLst>
        </pc:cxnChg>
        <pc:cxnChg chg="add mod">
          <ac:chgData name="昕 许" userId="a2975fcd840abfc3" providerId="LiveId" clId="{49CCD4F9-177C-4270-9A14-60236FF377E8}" dt="2026-04-25T12:49:42.836" v="7358"/>
          <ac:cxnSpMkLst>
            <pc:docMk/>
            <pc:sldMk cId="2087942255" sldId="299"/>
            <ac:cxnSpMk id="281" creationId="{868BFB70-F546-2772-A053-91324EA9C15A}"/>
          </ac:cxnSpMkLst>
        </pc:cxnChg>
        <pc:cxnChg chg="mod">
          <ac:chgData name="昕 许" userId="a2975fcd840abfc3" providerId="LiveId" clId="{49CCD4F9-177C-4270-9A14-60236FF377E8}" dt="2026-04-25T12:49:49.911" v="7364"/>
          <ac:cxnSpMkLst>
            <pc:docMk/>
            <pc:sldMk cId="2087942255" sldId="299"/>
            <ac:cxnSpMk id="286" creationId="{78439672-EACB-DAF6-3192-60A8D8FDC930}"/>
          </ac:cxnSpMkLst>
        </pc:cxnChg>
        <pc:cxnChg chg="mod">
          <ac:chgData name="昕 许" userId="a2975fcd840abfc3" providerId="LiveId" clId="{49CCD4F9-177C-4270-9A14-60236FF377E8}" dt="2026-04-25T12:49:51.653" v="7365"/>
          <ac:cxnSpMkLst>
            <pc:docMk/>
            <pc:sldMk cId="2087942255" sldId="299"/>
            <ac:cxnSpMk id="289" creationId="{B0973FE9-E598-07CB-52A7-5AF790D8D86B}"/>
          </ac:cxnSpMkLst>
        </pc:cxnChg>
      </pc:sldChg>
      <pc:sldChg chg="addSp delSp modSp add mod">
        <pc:chgData name="昕 许" userId="a2975fcd840abfc3" providerId="LiveId" clId="{49CCD4F9-177C-4270-9A14-60236FF377E8}" dt="2026-04-25T12:36:51.548" v="7326" actId="14100"/>
        <pc:sldMkLst>
          <pc:docMk/>
          <pc:sldMk cId="2383940379" sldId="300"/>
        </pc:sldMkLst>
        <pc:spChg chg="add mod">
          <ac:chgData name="昕 许" userId="a2975fcd840abfc3" providerId="LiveId" clId="{49CCD4F9-177C-4270-9A14-60236FF377E8}" dt="2026-04-25T12:35:37.659" v="7278" actId="14100"/>
          <ac:spMkLst>
            <pc:docMk/>
            <pc:sldMk cId="2383940379" sldId="300"/>
            <ac:spMk id="2" creationId="{140303D8-0E0B-38F0-BE78-23FE0A434B5E}"/>
          </ac:spMkLst>
        </pc:spChg>
        <pc:spChg chg="add mod">
          <ac:chgData name="昕 许" userId="a2975fcd840abfc3" providerId="LiveId" clId="{49CCD4F9-177C-4270-9A14-60236FF377E8}" dt="2026-04-25T12:35:51.659" v="7281" actId="14100"/>
          <ac:spMkLst>
            <pc:docMk/>
            <pc:sldMk cId="2383940379" sldId="300"/>
            <ac:spMk id="3" creationId="{BA5D88EA-27EA-9891-1156-9EAF707B893D}"/>
          </ac:spMkLst>
        </pc:spChg>
        <pc:spChg chg="add mod">
          <ac:chgData name="昕 许" userId="a2975fcd840abfc3" providerId="LiveId" clId="{49CCD4F9-177C-4270-9A14-60236FF377E8}" dt="2026-04-25T12:35:54.699" v="7282"/>
          <ac:spMkLst>
            <pc:docMk/>
            <pc:sldMk cId="2383940379" sldId="300"/>
            <ac:spMk id="4" creationId="{36F5D71D-81F5-779A-7419-377E40DFEE7D}"/>
          </ac:spMkLst>
        </pc:spChg>
        <pc:spChg chg="add mod">
          <ac:chgData name="昕 许" userId="a2975fcd840abfc3" providerId="LiveId" clId="{49CCD4F9-177C-4270-9A14-60236FF377E8}" dt="2026-04-25T12:36:48.579" v="7325" actId="20577"/>
          <ac:spMkLst>
            <pc:docMk/>
            <pc:sldMk cId="2383940379" sldId="300"/>
            <ac:spMk id="5" creationId="{BE46E89A-18E4-0D9F-B797-537D76A219E6}"/>
          </ac:spMkLst>
        </pc:spChg>
        <pc:spChg chg="del">
          <ac:chgData name="昕 许" userId="a2975fcd840abfc3" providerId="LiveId" clId="{49CCD4F9-177C-4270-9A14-60236FF377E8}" dt="2026-04-25T12:34:12.758" v="7259" actId="478"/>
          <ac:spMkLst>
            <pc:docMk/>
            <pc:sldMk cId="2383940379" sldId="300"/>
            <ac:spMk id="64" creationId="{66DCFE04-1BEC-DE0D-3E3D-77EDA4C768EB}"/>
          </ac:spMkLst>
        </pc:spChg>
        <pc:spChg chg="del">
          <ac:chgData name="昕 许" userId="a2975fcd840abfc3" providerId="LiveId" clId="{49CCD4F9-177C-4270-9A14-60236FF377E8}" dt="2026-04-25T12:34:11.919" v="7258" actId="478"/>
          <ac:spMkLst>
            <pc:docMk/>
            <pc:sldMk cId="2383940379" sldId="300"/>
            <ac:spMk id="98" creationId="{FD1989EA-8D7A-E888-3ECD-AD649615B0A5}"/>
          </ac:spMkLst>
        </pc:spChg>
        <pc:spChg chg="del mod">
          <ac:chgData name="昕 许" userId="a2975fcd840abfc3" providerId="LiveId" clId="{49CCD4F9-177C-4270-9A14-60236FF377E8}" dt="2026-04-25T12:34:13.999" v="7261" actId="478"/>
          <ac:spMkLst>
            <pc:docMk/>
            <pc:sldMk cId="2383940379" sldId="300"/>
            <ac:spMk id="101" creationId="{5C694387-46DB-D0F4-5A0A-72C9C85B8554}"/>
          </ac:spMkLst>
        </pc:spChg>
        <pc:spChg chg="del">
          <ac:chgData name="昕 许" userId="a2975fcd840abfc3" providerId="LiveId" clId="{49CCD4F9-177C-4270-9A14-60236FF377E8}" dt="2026-04-25T12:34:15.257" v="7262" actId="478"/>
          <ac:spMkLst>
            <pc:docMk/>
            <pc:sldMk cId="2383940379" sldId="300"/>
            <ac:spMk id="131" creationId="{8D4E2A91-1362-C863-FE6D-E1C436D45F40}"/>
          </ac:spMkLst>
        </pc:spChg>
        <pc:spChg chg="del">
          <ac:chgData name="昕 许" userId="a2975fcd840abfc3" providerId="LiveId" clId="{49CCD4F9-177C-4270-9A14-60236FF377E8}" dt="2026-04-25T12:34:29.931" v="7264" actId="478"/>
          <ac:spMkLst>
            <pc:docMk/>
            <pc:sldMk cId="2383940379" sldId="300"/>
            <ac:spMk id="135" creationId="{039F2701-82A5-1FE4-970B-79CBCECB4ED0}"/>
          </ac:spMkLst>
        </pc:spChg>
        <pc:spChg chg="del">
          <ac:chgData name="昕 许" userId="a2975fcd840abfc3" providerId="LiveId" clId="{49CCD4F9-177C-4270-9A14-60236FF377E8}" dt="2026-04-25T12:34:16.079" v="7263" actId="478"/>
          <ac:spMkLst>
            <pc:docMk/>
            <pc:sldMk cId="2383940379" sldId="300"/>
            <ac:spMk id="210" creationId="{E901206E-9ED6-C2B9-350D-AF4317089238}"/>
          </ac:spMkLst>
        </pc:spChg>
        <pc:spChg chg="del">
          <ac:chgData name="昕 许" userId="a2975fcd840abfc3" providerId="LiveId" clId="{49CCD4F9-177C-4270-9A14-60236FF377E8}" dt="2026-04-25T12:34:33.618" v="7266" actId="478"/>
          <ac:spMkLst>
            <pc:docMk/>
            <pc:sldMk cId="2383940379" sldId="300"/>
            <ac:spMk id="211" creationId="{3C310A3B-8D81-FB3E-B7EA-684FF699E77F}"/>
          </ac:spMkLst>
        </pc:spChg>
        <pc:spChg chg="del">
          <ac:chgData name="昕 许" userId="a2975fcd840abfc3" providerId="LiveId" clId="{49CCD4F9-177C-4270-9A14-60236FF377E8}" dt="2026-04-25T12:34:35.818" v="7268" actId="478"/>
          <ac:spMkLst>
            <pc:docMk/>
            <pc:sldMk cId="2383940379" sldId="300"/>
            <ac:spMk id="272" creationId="{B593D371-C4D7-4BB1-EDA3-249DAD948CF5}"/>
          </ac:spMkLst>
        </pc:spChg>
        <pc:grpChg chg="mod">
          <ac:chgData name="昕 许" userId="a2975fcd840abfc3" providerId="LiveId" clId="{49CCD4F9-177C-4270-9A14-60236FF377E8}" dt="2026-04-25T12:34:57.598" v="7269" actId="1076"/>
          <ac:grpSpMkLst>
            <pc:docMk/>
            <pc:sldMk cId="2383940379" sldId="300"/>
            <ac:grpSpMk id="6" creationId="{4462FD40-B6AA-3FD1-599B-19E807629070}"/>
          </ac:grpSpMkLst>
        </pc:grpChg>
        <pc:grpChg chg="mod">
          <ac:chgData name="昕 许" userId="a2975fcd840abfc3" providerId="LiveId" clId="{49CCD4F9-177C-4270-9A14-60236FF377E8}" dt="2026-04-25T12:34:57.598" v="7269" actId="1076"/>
          <ac:grpSpMkLst>
            <pc:docMk/>
            <pc:sldMk cId="2383940379" sldId="300"/>
            <ac:grpSpMk id="55" creationId="{B6DED9B0-9D85-386C-C475-2EEECF3885D7}"/>
          </ac:grpSpMkLst>
        </pc:grpChg>
        <pc:grpChg chg="mod">
          <ac:chgData name="昕 许" userId="a2975fcd840abfc3" providerId="LiveId" clId="{49CCD4F9-177C-4270-9A14-60236FF377E8}" dt="2026-04-25T12:34:57.598" v="7269" actId="1076"/>
          <ac:grpSpMkLst>
            <pc:docMk/>
            <pc:sldMk cId="2383940379" sldId="300"/>
            <ac:grpSpMk id="73" creationId="{1A77C070-1F8C-DE8D-623B-FD5B436DFFB3}"/>
          </ac:grpSpMkLst>
        </pc:grpChg>
        <pc:grpChg chg="mod">
          <ac:chgData name="昕 许" userId="a2975fcd840abfc3" providerId="LiveId" clId="{49CCD4F9-177C-4270-9A14-60236FF377E8}" dt="2026-04-25T12:34:57.598" v="7269" actId="1076"/>
          <ac:grpSpMkLst>
            <pc:docMk/>
            <pc:sldMk cId="2383940379" sldId="300"/>
            <ac:grpSpMk id="91" creationId="{E4D99D59-451B-811C-3FCE-8AA23F96722E}"/>
          </ac:grpSpMkLst>
        </pc:grpChg>
        <pc:grpChg chg="mod">
          <ac:chgData name="昕 许" userId="a2975fcd840abfc3" providerId="LiveId" clId="{49CCD4F9-177C-4270-9A14-60236FF377E8}" dt="2026-04-25T12:34:57.598" v="7269" actId="1076"/>
          <ac:grpSpMkLst>
            <pc:docMk/>
            <pc:sldMk cId="2383940379" sldId="300"/>
            <ac:grpSpMk id="117" creationId="{9724DA7D-AEF5-456E-7ED1-92AE61BE7C80}"/>
          </ac:grpSpMkLst>
        </pc:grpChg>
        <pc:grpChg chg="mod">
          <ac:chgData name="昕 许" userId="a2975fcd840abfc3" providerId="LiveId" clId="{49CCD4F9-177C-4270-9A14-60236FF377E8}" dt="2026-04-25T12:34:57.598" v="7269" actId="1076"/>
          <ac:grpSpMkLst>
            <pc:docMk/>
            <pc:sldMk cId="2383940379" sldId="300"/>
            <ac:grpSpMk id="161" creationId="{8E4706E0-D1FE-7279-B86A-322DC31EF122}"/>
          </ac:grpSpMkLst>
        </pc:grpChg>
        <pc:grpChg chg="mod">
          <ac:chgData name="昕 许" userId="a2975fcd840abfc3" providerId="LiveId" clId="{49CCD4F9-177C-4270-9A14-60236FF377E8}" dt="2026-04-25T12:34:57.598" v="7269" actId="1076"/>
          <ac:grpSpMkLst>
            <pc:docMk/>
            <pc:sldMk cId="2383940379" sldId="300"/>
            <ac:grpSpMk id="170" creationId="{D8B0F569-8C69-650E-0B55-C4B222AC35A2}"/>
          </ac:grpSpMkLst>
        </pc:grpChg>
        <pc:grpChg chg="mod">
          <ac:chgData name="昕 许" userId="a2975fcd840abfc3" providerId="LiveId" clId="{49CCD4F9-177C-4270-9A14-60236FF377E8}" dt="2026-04-25T12:34:57.598" v="7269" actId="1076"/>
          <ac:grpSpMkLst>
            <pc:docMk/>
            <pc:sldMk cId="2383940379" sldId="300"/>
            <ac:grpSpMk id="182" creationId="{77302DE8-1DA2-8728-01A2-F79A1F09079F}"/>
          </ac:grpSpMkLst>
        </pc:grpChg>
        <pc:grpChg chg="mod">
          <ac:chgData name="昕 许" userId="a2975fcd840abfc3" providerId="LiveId" clId="{49CCD4F9-177C-4270-9A14-60236FF377E8}" dt="2026-04-25T12:34:57.598" v="7269" actId="1076"/>
          <ac:grpSpMkLst>
            <pc:docMk/>
            <pc:sldMk cId="2383940379" sldId="300"/>
            <ac:grpSpMk id="192" creationId="{92E660F7-B249-0AFE-F900-C2569497F122}"/>
          </ac:grpSpMkLst>
        </pc:grpChg>
        <pc:grpChg chg="mod">
          <ac:chgData name="昕 许" userId="a2975fcd840abfc3" providerId="LiveId" clId="{49CCD4F9-177C-4270-9A14-60236FF377E8}" dt="2026-04-25T12:34:57.598" v="7269" actId="1076"/>
          <ac:grpSpMkLst>
            <pc:docMk/>
            <pc:sldMk cId="2383940379" sldId="300"/>
            <ac:grpSpMk id="218" creationId="{75866A03-651F-B9ED-3886-593602AF6FD9}"/>
          </ac:grpSpMkLst>
        </pc:grpChg>
        <pc:cxnChg chg="add mod">
          <ac:chgData name="昕 许" userId="a2975fcd840abfc3" providerId="LiveId" clId="{49CCD4F9-177C-4270-9A14-60236FF377E8}" dt="2026-04-25T12:36:48.579" v="7325" actId="20577"/>
          <ac:cxnSpMkLst>
            <pc:docMk/>
            <pc:sldMk cId="2383940379" sldId="300"/>
            <ac:cxnSpMk id="8" creationId="{1344F5B2-92B2-47A1-1BFC-E05ED60341AE}"/>
          </ac:cxnSpMkLst>
        </pc:cxnChg>
        <pc:cxnChg chg="add mod">
          <ac:chgData name="昕 许" userId="a2975fcd840abfc3" providerId="LiveId" clId="{49CCD4F9-177C-4270-9A14-60236FF377E8}" dt="2026-04-25T12:36:51.548" v="7326" actId="14100"/>
          <ac:cxnSpMkLst>
            <pc:docMk/>
            <pc:sldMk cId="2383940379" sldId="300"/>
            <ac:cxnSpMk id="13" creationId="{624BFFDB-22A7-EB26-10C9-AF3B33D7995D}"/>
          </ac:cxnSpMkLst>
        </pc:cxnChg>
        <pc:cxnChg chg="del mod">
          <ac:chgData name="昕 许" userId="a2975fcd840abfc3" providerId="LiveId" clId="{49CCD4F9-177C-4270-9A14-60236FF377E8}" dt="2026-04-25T12:34:11.111" v="7257" actId="478"/>
          <ac:cxnSpMkLst>
            <pc:docMk/>
            <pc:sldMk cId="2383940379" sldId="300"/>
            <ac:cxnSpMk id="97" creationId="{C30A8CF1-0996-B639-2F7C-30BA0A06391E}"/>
          </ac:cxnSpMkLst>
        </pc:cxnChg>
        <pc:cxnChg chg="del mod">
          <ac:chgData name="昕 许" userId="a2975fcd840abfc3" providerId="LiveId" clId="{49CCD4F9-177C-4270-9A14-60236FF377E8}" dt="2026-04-25T12:34:31.599" v="7265" actId="478"/>
          <ac:cxnSpMkLst>
            <pc:docMk/>
            <pc:sldMk cId="2383940379" sldId="300"/>
            <ac:cxnSpMk id="132" creationId="{520F4AA9-7FC6-D3DE-A078-637E5724C8E7}"/>
          </ac:cxnSpMkLst>
        </pc:cxnChg>
        <pc:cxnChg chg="del mod">
          <ac:chgData name="昕 许" userId="a2975fcd840abfc3" providerId="LiveId" clId="{49CCD4F9-177C-4270-9A14-60236FF377E8}" dt="2026-04-25T12:34:34.240" v="7267" actId="478"/>
          <ac:cxnSpMkLst>
            <pc:docMk/>
            <pc:sldMk cId="2383940379" sldId="300"/>
            <ac:cxnSpMk id="228" creationId="{1ED860ED-7846-1B3C-8D85-7EBA0F2D3110}"/>
          </ac:cxnSpMkLst>
        </pc:cxnChg>
      </pc:sldChg>
      <pc:sldChg chg="add del">
        <pc:chgData name="昕 许" userId="a2975fcd840abfc3" providerId="LiveId" clId="{49CCD4F9-177C-4270-9A14-60236FF377E8}" dt="2026-04-25T12:11:23.369" v="6924"/>
        <pc:sldMkLst>
          <pc:docMk/>
          <pc:sldMk cId="2506599672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12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9.png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80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12" Type="http://schemas.openxmlformats.org/officeDocument/2006/relationships/image" Target="../media/image170.png"/><Relationship Id="rId17" Type="http://schemas.openxmlformats.org/officeDocument/2006/relationships/image" Target="../media/image22.png"/><Relationship Id="rId2" Type="http://schemas.openxmlformats.org/officeDocument/2006/relationships/image" Target="../media/image50.png"/><Relationship Id="rId16" Type="http://schemas.openxmlformats.org/officeDocument/2006/relationships/image" Target="../media/image2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60.png"/><Relationship Id="rId5" Type="http://schemas.openxmlformats.org/officeDocument/2006/relationships/image" Target="../media/image100.png"/><Relationship Id="rId15" Type="http://schemas.openxmlformats.org/officeDocument/2006/relationships/image" Target="../media/image200.png"/><Relationship Id="rId10" Type="http://schemas.openxmlformats.org/officeDocument/2006/relationships/image" Target="../media/image150.png"/><Relationship Id="rId19" Type="http://schemas.openxmlformats.org/officeDocument/2006/relationships/image" Target="../media/image24.png"/><Relationship Id="rId4" Type="http://schemas.openxmlformats.org/officeDocument/2006/relationships/image" Target="../media/image90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FC7F-847D-6863-287C-7DF28C82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B329BCE6-9A18-5474-62C6-81883A2B2964}"/>
              </a:ext>
            </a:extLst>
          </p:cNvPr>
          <p:cNvGrpSpPr/>
          <p:nvPr/>
        </p:nvGrpSpPr>
        <p:grpSpPr>
          <a:xfrm>
            <a:off x="4011543" y="851938"/>
            <a:ext cx="329975" cy="317131"/>
            <a:chOff x="2968850" y="3499219"/>
            <a:chExt cx="329975" cy="317131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23FEA8AF-364C-5DD6-85FC-44CCA871ED3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D16034-40B5-C804-AB46-CB6300FE13D5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D16034-40B5-C804-AB46-CB6300FE13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8B706CF-6769-7FAA-5F6B-5622779B4962}"/>
              </a:ext>
            </a:extLst>
          </p:cNvPr>
          <p:cNvGrpSpPr/>
          <p:nvPr/>
        </p:nvGrpSpPr>
        <p:grpSpPr>
          <a:xfrm>
            <a:off x="4424293" y="851938"/>
            <a:ext cx="329975" cy="317131"/>
            <a:chOff x="2968850" y="3499219"/>
            <a:chExt cx="329975" cy="317131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6D757D10-6FF2-9A8D-04D7-4BF1686D9E3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95269D2-8BE9-0CAB-0684-C716ED53C307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95269D2-8BE9-0CAB-0684-C716ED53C3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41942E7-DE98-7F1F-CC86-D26883DA39BF}"/>
              </a:ext>
            </a:extLst>
          </p:cNvPr>
          <p:cNvGrpSpPr/>
          <p:nvPr/>
        </p:nvGrpSpPr>
        <p:grpSpPr>
          <a:xfrm>
            <a:off x="4817993" y="855032"/>
            <a:ext cx="329975" cy="317131"/>
            <a:chOff x="2968850" y="3499219"/>
            <a:chExt cx="329975" cy="317131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78D63596-3DF2-F149-3548-8FC7940E24F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0ACD51C-2A3E-78F1-DDA4-EE587E4EA612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0ACD51C-2A3E-78F1-DDA4-EE587E4EA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2057843-32E0-D824-E10E-B6D65F896444}"/>
              </a:ext>
            </a:extLst>
          </p:cNvPr>
          <p:cNvGrpSpPr/>
          <p:nvPr/>
        </p:nvGrpSpPr>
        <p:grpSpPr>
          <a:xfrm>
            <a:off x="5211693" y="851936"/>
            <a:ext cx="329975" cy="317131"/>
            <a:chOff x="2968850" y="3499219"/>
            <a:chExt cx="329975" cy="317131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32BF7390-F404-6E31-7B9E-329CDC73AE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316EAB51-C583-B679-BA24-4DA4413CE067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316EAB51-C583-B679-BA24-4DA4413CE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C68066-CD1A-981F-E99E-07EEAB533352}"/>
              </a:ext>
            </a:extLst>
          </p:cNvPr>
          <p:cNvGrpSpPr/>
          <p:nvPr/>
        </p:nvGrpSpPr>
        <p:grpSpPr>
          <a:xfrm>
            <a:off x="5605393" y="848842"/>
            <a:ext cx="329975" cy="317131"/>
            <a:chOff x="2968850" y="3499219"/>
            <a:chExt cx="329975" cy="317131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36B80F38-BC9F-32EE-2219-28FECE9BFB8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7EC4C131-65F4-F6F2-83FF-F6234C25E651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7EC4C131-65F4-F6F2-83FF-F6234C25E6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DE2982A-8292-A765-9105-FDC4B3FA4F1A}"/>
              </a:ext>
            </a:extLst>
          </p:cNvPr>
          <p:cNvGrpSpPr/>
          <p:nvPr/>
        </p:nvGrpSpPr>
        <p:grpSpPr>
          <a:xfrm>
            <a:off x="6018143" y="848842"/>
            <a:ext cx="329975" cy="317131"/>
            <a:chOff x="2968850" y="3499219"/>
            <a:chExt cx="329975" cy="317131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133E8ED9-DA0E-E5C8-7CE5-8EE52E01E55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ECC201A9-4E13-B572-97F9-82D0105CA3CD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ECC201A9-4E13-B572-97F9-82D0105CA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29556D8C-D71C-D6DC-4703-D99C2F7530AE}"/>
              </a:ext>
            </a:extLst>
          </p:cNvPr>
          <p:cNvGrpSpPr/>
          <p:nvPr/>
        </p:nvGrpSpPr>
        <p:grpSpPr>
          <a:xfrm>
            <a:off x="6411843" y="851936"/>
            <a:ext cx="329975" cy="317131"/>
            <a:chOff x="2968850" y="3499219"/>
            <a:chExt cx="329975" cy="317131"/>
          </a:xfrm>
        </p:grpSpPr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76D336D0-DE8D-B798-70E0-4F8198D4ECC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A61D7C4C-F1CA-7100-8AC1-51D0CBEFF961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A61D7C4C-F1CA-7100-8AC1-51D0CBEFF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8A3A4D9B-1B1C-6010-B4C2-CC3944E6B34A}"/>
              </a:ext>
            </a:extLst>
          </p:cNvPr>
          <p:cNvGrpSpPr/>
          <p:nvPr/>
        </p:nvGrpSpPr>
        <p:grpSpPr>
          <a:xfrm>
            <a:off x="6805543" y="848840"/>
            <a:ext cx="329975" cy="317131"/>
            <a:chOff x="2968850" y="3499219"/>
            <a:chExt cx="329975" cy="317131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52975C02-B011-6BB7-56B6-D779827387A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E31F7D97-5ED2-6050-5CD3-E95A7A843145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E31F7D97-5ED2-6050-5CD3-E95A7A8431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4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2" name="连接符: 曲线 61">
            <a:extLst>
              <a:ext uri="{FF2B5EF4-FFF2-40B4-BE49-F238E27FC236}">
                <a16:creationId xmlns:a16="http://schemas.microsoft.com/office/drawing/2014/main" id="{6CD16E6E-3EB6-45A6-8DD4-F7432EF1829D}"/>
              </a:ext>
            </a:extLst>
          </p:cNvPr>
          <p:cNvCxnSpPr>
            <a:cxnSpLocks/>
            <a:stCxn id="35" idx="0"/>
            <a:endCxn id="20" idx="0"/>
          </p:cNvCxnSpPr>
          <p:nvPr/>
        </p:nvCxnSpPr>
        <p:spPr>
          <a:xfrm rot="5400000" flipH="1" flipV="1">
            <a:off x="4776605" y="251862"/>
            <a:ext cx="2" cy="1200150"/>
          </a:xfrm>
          <a:prstGeom prst="curvedConnector3">
            <a:avLst>
              <a:gd name="adj1" fmla="val 1143010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0BC7B667-B04E-E234-D5E5-76223E275F66}"/>
              </a:ext>
            </a:extLst>
          </p:cNvPr>
          <p:cNvSpPr txBox="1"/>
          <p:nvPr/>
        </p:nvSpPr>
        <p:spPr>
          <a:xfrm>
            <a:off x="3943295" y="304253"/>
            <a:ext cx="6447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STEP-0</a:t>
            </a:r>
            <a:endParaRPr lang="zh-CN" altLang="en-US" sz="1100" b="1" dirty="0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11EDB5CC-458A-4010-8214-19D4EA0AE7B9}"/>
              </a:ext>
            </a:extLst>
          </p:cNvPr>
          <p:cNvGrpSpPr/>
          <p:nvPr/>
        </p:nvGrpSpPr>
        <p:grpSpPr>
          <a:xfrm>
            <a:off x="4010074" y="1912388"/>
            <a:ext cx="329975" cy="317131"/>
            <a:chOff x="2968850" y="3499219"/>
            <a:chExt cx="329975" cy="317131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A7B6CDFC-1749-FC7C-9BD2-F48D9706FE5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62216012-E955-BCC5-1499-E2B21AB66B6A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62216012-E955-BCC5-1499-E2B21AB66B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FC593A49-4F6F-BD14-5127-B3172C0A4FB2}"/>
              </a:ext>
            </a:extLst>
          </p:cNvPr>
          <p:cNvGrpSpPr/>
          <p:nvPr/>
        </p:nvGrpSpPr>
        <p:grpSpPr>
          <a:xfrm>
            <a:off x="4422824" y="1912388"/>
            <a:ext cx="329975" cy="317131"/>
            <a:chOff x="2968850" y="3499219"/>
            <a:chExt cx="329975" cy="317131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211DE852-25EB-EFC8-4459-3C75AE7EAB2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B18FCE62-A41F-88ED-86E5-E6D2393933C4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B18FCE62-A41F-88ED-86E5-E6D2393933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568E991C-BE11-DC54-06D6-E93B9B31BA72}"/>
              </a:ext>
            </a:extLst>
          </p:cNvPr>
          <p:cNvGrpSpPr/>
          <p:nvPr/>
        </p:nvGrpSpPr>
        <p:grpSpPr>
          <a:xfrm>
            <a:off x="4816524" y="1915482"/>
            <a:ext cx="329975" cy="317131"/>
            <a:chOff x="2968850" y="3499219"/>
            <a:chExt cx="329975" cy="317131"/>
          </a:xfrm>
        </p:grpSpPr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EE804E57-0F0E-9C29-162C-6226AE88C4A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A5D20423-4487-87CF-4BEC-C02BD4A2117C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A5D20423-4487-87CF-4BEC-C02BD4A211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1E645F41-E1B6-C2AB-1473-F0B113262B3A}"/>
              </a:ext>
            </a:extLst>
          </p:cNvPr>
          <p:cNvGrpSpPr/>
          <p:nvPr/>
        </p:nvGrpSpPr>
        <p:grpSpPr>
          <a:xfrm>
            <a:off x="5210224" y="1912386"/>
            <a:ext cx="329975" cy="317131"/>
            <a:chOff x="2968850" y="3499219"/>
            <a:chExt cx="329975" cy="317131"/>
          </a:xfrm>
        </p:grpSpPr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A8B420FD-377B-B270-EDA9-6D11C606EDF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8EFEA47D-88CC-41AE-BFF0-BE010167E779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8EFEA47D-88CC-41AE-BFF0-BE010167E7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B4F2773-BD23-865C-E256-575A6F09A21F}"/>
              </a:ext>
            </a:extLst>
          </p:cNvPr>
          <p:cNvGrpSpPr/>
          <p:nvPr/>
        </p:nvGrpSpPr>
        <p:grpSpPr>
          <a:xfrm>
            <a:off x="5603924" y="1909292"/>
            <a:ext cx="329975" cy="317131"/>
            <a:chOff x="2968850" y="3499219"/>
            <a:chExt cx="329975" cy="317131"/>
          </a:xfrm>
        </p:grpSpPr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45024C26-E50E-3E62-785D-4905A3FB4F1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D6136A80-FAE1-2770-2A73-3FC6C5619A9E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D6136A80-FAE1-2770-2A73-3FC6C5619A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54135AEC-B60E-CB66-3E73-EA850FC1FC6D}"/>
              </a:ext>
            </a:extLst>
          </p:cNvPr>
          <p:cNvGrpSpPr/>
          <p:nvPr/>
        </p:nvGrpSpPr>
        <p:grpSpPr>
          <a:xfrm>
            <a:off x="6016674" y="1909292"/>
            <a:ext cx="329975" cy="317131"/>
            <a:chOff x="2968850" y="3499219"/>
            <a:chExt cx="329975" cy="317131"/>
          </a:xfrm>
        </p:grpSpPr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9CCC5737-7FF3-CF3B-AB47-E123DD0B9BA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2182CD19-D75C-AD26-D1E3-0D904B5C9416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2182CD19-D75C-AD26-D1E3-0D904B5C94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6102F77E-1AA5-8D8A-8818-EBAD13687A1F}"/>
              </a:ext>
            </a:extLst>
          </p:cNvPr>
          <p:cNvGrpSpPr/>
          <p:nvPr/>
        </p:nvGrpSpPr>
        <p:grpSpPr>
          <a:xfrm>
            <a:off x="6410374" y="1912386"/>
            <a:ext cx="329975" cy="317131"/>
            <a:chOff x="2968850" y="3499219"/>
            <a:chExt cx="329975" cy="317131"/>
          </a:xfrm>
        </p:grpSpPr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0E62B069-9A0D-4289-B375-8C84E21934F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F55358CA-0E3A-C6AF-F9D0-42671F823DF4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F55358CA-0E3A-C6AF-F9D0-42671F823D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8B4B6AF6-3ACF-AEF4-DC7E-12731A7082DB}"/>
              </a:ext>
            </a:extLst>
          </p:cNvPr>
          <p:cNvGrpSpPr/>
          <p:nvPr/>
        </p:nvGrpSpPr>
        <p:grpSpPr>
          <a:xfrm>
            <a:off x="6804074" y="1909290"/>
            <a:ext cx="329975" cy="317131"/>
            <a:chOff x="2968850" y="3499219"/>
            <a:chExt cx="329975" cy="317131"/>
          </a:xfrm>
        </p:grpSpPr>
        <p:sp>
          <p:nvSpPr>
            <p:cNvPr id="92" name="矩形: 圆角 91">
              <a:extLst>
                <a:ext uri="{FF2B5EF4-FFF2-40B4-BE49-F238E27FC236}">
                  <a16:creationId xmlns:a16="http://schemas.microsoft.com/office/drawing/2014/main" id="{12639436-80FA-005B-2708-F50C952542C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76031811-81B3-A1AE-2CC0-4595E7244CB9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76031811-81B3-A1AE-2CC0-4595E7244C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7" name="连接符: 曲线 96">
            <a:extLst>
              <a:ext uri="{FF2B5EF4-FFF2-40B4-BE49-F238E27FC236}">
                <a16:creationId xmlns:a16="http://schemas.microsoft.com/office/drawing/2014/main" id="{33EB0AC1-2707-08CC-323F-D2BEC4F0A577}"/>
              </a:ext>
            </a:extLst>
          </p:cNvPr>
          <p:cNvCxnSpPr>
            <a:stCxn id="16" idx="2"/>
            <a:endCxn id="78" idx="0"/>
          </p:cNvCxnSpPr>
          <p:nvPr/>
        </p:nvCxnSpPr>
        <p:spPr>
          <a:xfrm rot="5400000">
            <a:off x="4600554" y="1553120"/>
            <a:ext cx="763384" cy="1470"/>
          </a:xfrm>
          <a:prstGeom prst="curvedConnector3">
            <a:avLst/>
          </a:prstGeom>
          <a:ln w="9525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DB83EC44-ACB9-B4B7-9331-0CF7536FC3E4}"/>
              </a:ext>
            </a:extLst>
          </p:cNvPr>
          <p:cNvSpPr txBox="1"/>
          <p:nvPr/>
        </p:nvSpPr>
        <p:spPr>
          <a:xfrm>
            <a:off x="3430406" y="1236686"/>
            <a:ext cx="16209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>
                <a:solidFill>
                  <a:schemeClr val="accent1"/>
                </a:solidFill>
              </a:rPr>
              <a:t>下一轮可达最远距离对应的下标</a:t>
            </a:r>
          </a:p>
        </p:txBody>
      </p:sp>
      <p:cxnSp>
        <p:nvCxnSpPr>
          <p:cNvPr id="99" name="连接符: 曲线 98">
            <a:extLst>
              <a:ext uri="{FF2B5EF4-FFF2-40B4-BE49-F238E27FC236}">
                <a16:creationId xmlns:a16="http://schemas.microsoft.com/office/drawing/2014/main" id="{B377F757-C622-AE30-B13D-124DB9D1C079}"/>
              </a:ext>
            </a:extLst>
          </p:cNvPr>
          <p:cNvCxnSpPr>
            <a:cxnSpLocks/>
            <a:stCxn id="78" idx="0"/>
            <a:endCxn id="86" idx="0"/>
          </p:cNvCxnSpPr>
          <p:nvPr/>
        </p:nvCxnSpPr>
        <p:spPr>
          <a:xfrm rot="5400000" flipH="1" flipV="1">
            <a:off x="5568459" y="1322345"/>
            <a:ext cx="26255" cy="1200151"/>
          </a:xfrm>
          <a:prstGeom prst="curvedConnector3">
            <a:avLst>
              <a:gd name="adj1" fmla="val 970691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64E4E638-DA09-B7C0-9B46-B95869A8D23A}"/>
              </a:ext>
            </a:extLst>
          </p:cNvPr>
          <p:cNvSpPr txBox="1"/>
          <p:nvPr/>
        </p:nvSpPr>
        <p:spPr>
          <a:xfrm>
            <a:off x="3943295" y="1530006"/>
            <a:ext cx="6447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STEP-1</a:t>
            </a:r>
            <a:endParaRPr lang="zh-CN" altLang="en-US" sz="1100" b="1" dirty="0"/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A76EB1B5-33F8-3612-BF6D-4B260B70D9A6}"/>
              </a:ext>
            </a:extLst>
          </p:cNvPr>
          <p:cNvGrpSpPr/>
          <p:nvPr/>
        </p:nvGrpSpPr>
        <p:grpSpPr>
          <a:xfrm>
            <a:off x="4010074" y="2869993"/>
            <a:ext cx="329975" cy="317131"/>
            <a:chOff x="2968850" y="3499219"/>
            <a:chExt cx="329975" cy="317131"/>
          </a:xfrm>
        </p:grpSpPr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580E4099-F66B-7660-54C5-A44E6D45E04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46698DFB-7F08-C105-BAA9-B1CD7CEB425C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46698DFB-7F08-C105-BAA9-B1CD7CEB42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02F09EC0-ADBB-9F55-3641-B0BF04922B97}"/>
              </a:ext>
            </a:extLst>
          </p:cNvPr>
          <p:cNvGrpSpPr/>
          <p:nvPr/>
        </p:nvGrpSpPr>
        <p:grpSpPr>
          <a:xfrm>
            <a:off x="4422824" y="2869993"/>
            <a:ext cx="329975" cy="317131"/>
            <a:chOff x="2968850" y="3499219"/>
            <a:chExt cx="329975" cy="317131"/>
          </a:xfrm>
        </p:grpSpPr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7F9A85DF-2DD6-1DD3-987B-36EAB74CC73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6E3CFC65-4225-BEE8-F6C7-02CB3AFC0504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6E3CFC65-4225-BEE8-F6C7-02CB3AFC0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370B7A21-EA2A-26F0-4521-816B439B7FC7}"/>
              </a:ext>
            </a:extLst>
          </p:cNvPr>
          <p:cNvGrpSpPr/>
          <p:nvPr/>
        </p:nvGrpSpPr>
        <p:grpSpPr>
          <a:xfrm>
            <a:off x="4816524" y="2873087"/>
            <a:ext cx="329975" cy="317131"/>
            <a:chOff x="2968850" y="3499219"/>
            <a:chExt cx="329975" cy="317131"/>
          </a:xfrm>
        </p:grpSpPr>
        <p:sp>
          <p:nvSpPr>
            <p:cNvPr id="112" name="矩形: 圆角 111">
              <a:extLst>
                <a:ext uri="{FF2B5EF4-FFF2-40B4-BE49-F238E27FC236}">
                  <a16:creationId xmlns:a16="http://schemas.microsoft.com/office/drawing/2014/main" id="{36C96D10-6BB9-2F49-3B22-00948C61A10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857A6A1E-DB75-022E-7994-AFA5EAA7A308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857A6A1E-DB75-022E-7994-AFA5EAA7A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1D989CA2-B89E-56BE-DD2E-9CA33C2B4DD8}"/>
              </a:ext>
            </a:extLst>
          </p:cNvPr>
          <p:cNvGrpSpPr/>
          <p:nvPr/>
        </p:nvGrpSpPr>
        <p:grpSpPr>
          <a:xfrm>
            <a:off x="5210224" y="2869991"/>
            <a:ext cx="329975" cy="317131"/>
            <a:chOff x="2968850" y="3499219"/>
            <a:chExt cx="329975" cy="317131"/>
          </a:xfrm>
        </p:grpSpPr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F24B3E13-9420-616D-B1B6-03DB25400D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935AC103-8D3E-A2BC-4144-BE313775C2FA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935AC103-8D3E-A2BC-4144-BE313775C2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363B9BF9-D285-6943-4F41-76B5BE19D0C0}"/>
              </a:ext>
            </a:extLst>
          </p:cNvPr>
          <p:cNvGrpSpPr/>
          <p:nvPr/>
        </p:nvGrpSpPr>
        <p:grpSpPr>
          <a:xfrm>
            <a:off x="5603924" y="2866897"/>
            <a:ext cx="329975" cy="317131"/>
            <a:chOff x="2968850" y="3499219"/>
            <a:chExt cx="329975" cy="317131"/>
          </a:xfrm>
        </p:grpSpPr>
        <p:sp>
          <p:nvSpPr>
            <p:cNvPr id="118" name="矩形: 圆角 117">
              <a:extLst>
                <a:ext uri="{FF2B5EF4-FFF2-40B4-BE49-F238E27FC236}">
                  <a16:creationId xmlns:a16="http://schemas.microsoft.com/office/drawing/2014/main" id="{03CA8B08-6880-40C1-EA59-9C9A2464EDF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0ECFFAA2-8D58-BE5B-A6A7-138F9C8E895A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0ECFFAA2-8D58-BE5B-A6A7-138F9C8E8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5893E8F6-8B0B-D5A1-0E05-333790846A31}"/>
              </a:ext>
            </a:extLst>
          </p:cNvPr>
          <p:cNvGrpSpPr/>
          <p:nvPr/>
        </p:nvGrpSpPr>
        <p:grpSpPr>
          <a:xfrm>
            <a:off x="6016674" y="2866897"/>
            <a:ext cx="329975" cy="317131"/>
            <a:chOff x="2968850" y="3499219"/>
            <a:chExt cx="329975" cy="317131"/>
          </a:xfrm>
        </p:grpSpPr>
        <p:sp>
          <p:nvSpPr>
            <p:cNvPr id="121" name="矩形: 圆角 120">
              <a:extLst>
                <a:ext uri="{FF2B5EF4-FFF2-40B4-BE49-F238E27FC236}">
                  <a16:creationId xmlns:a16="http://schemas.microsoft.com/office/drawing/2014/main" id="{E6FB0A7B-70DD-E98C-62FD-D44ED8E8254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A7D910FC-C7FC-3E93-D653-0FB7F12831E9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A7D910FC-C7FC-3E93-D653-0FB7F12831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E115D442-BC5B-705B-92FE-4478A4688D89}"/>
              </a:ext>
            </a:extLst>
          </p:cNvPr>
          <p:cNvGrpSpPr/>
          <p:nvPr/>
        </p:nvGrpSpPr>
        <p:grpSpPr>
          <a:xfrm>
            <a:off x="6410374" y="2869991"/>
            <a:ext cx="329975" cy="317131"/>
            <a:chOff x="2968850" y="3499219"/>
            <a:chExt cx="329975" cy="317131"/>
          </a:xfrm>
        </p:grpSpPr>
        <p:sp>
          <p:nvSpPr>
            <p:cNvPr id="124" name="矩形: 圆角 123">
              <a:extLst>
                <a:ext uri="{FF2B5EF4-FFF2-40B4-BE49-F238E27FC236}">
                  <a16:creationId xmlns:a16="http://schemas.microsoft.com/office/drawing/2014/main" id="{A0C7F794-7771-50ED-E958-B2E52D95440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9806D58D-C900-1C0A-6C8F-C70FC2756632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9806D58D-C900-1C0A-6C8F-C70FC27566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F6974905-1D0E-BDE9-4828-EF73CC8D2013}"/>
              </a:ext>
            </a:extLst>
          </p:cNvPr>
          <p:cNvGrpSpPr/>
          <p:nvPr/>
        </p:nvGrpSpPr>
        <p:grpSpPr>
          <a:xfrm>
            <a:off x="6804074" y="2866895"/>
            <a:ext cx="329975" cy="317131"/>
            <a:chOff x="2968850" y="3499219"/>
            <a:chExt cx="329975" cy="317131"/>
          </a:xfrm>
        </p:grpSpPr>
        <p:sp>
          <p:nvSpPr>
            <p:cNvPr id="127" name="矩形: 圆角 126">
              <a:extLst>
                <a:ext uri="{FF2B5EF4-FFF2-40B4-BE49-F238E27FC236}">
                  <a16:creationId xmlns:a16="http://schemas.microsoft.com/office/drawing/2014/main" id="{9B6D1647-B202-BBD4-1E8C-465F827A8F1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1480598E-810B-300B-4708-152E70083F63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1480598E-810B-300B-4708-152E70083F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4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1" name="文本框 130">
            <a:extLst>
              <a:ext uri="{FF2B5EF4-FFF2-40B4-BE49-F238E27FC236}">
                <a16:creationId xmlns:a16="http://schemas.microsoft.com/office/drawing/2014/main" id="{E7A9E38F-576B-A67C-D574-635F90E06F89}"/>
              </a:ext>
            </a:extLst>
          </p:cNvPr>
          <p:cNvSpPr txBox="1"/>
          <p:nvPr/>
        </p:nvSpPr>
        <p:spPr>
          <a:xfrm>
            <a:off x="3968695" y="2570161"/>
            <a:ext cx="6447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STEP-2</a:t>
            </a:r>
            <a:endParaRPr lang="zh-CN" altLang="en-US" sz="1100" b="1" dirty="0"/>
          </a:p>
        </p:txBody>
      </p:sp>
      <p:cxnSp>
        <p:nvCxnSpPr>
          <p:cNvPr id="132" name="连接符: 曲线 131">
            <a:extLst>
              <a:ext uri="{FF2B5EF4-FFF2-40B4-BE49-F238E27FC236}">
                <a16:creationId xmlns:a16="http://schemas.microsoft.com/office/drawing/2014/main" id="{C486882B-3A9C-6404-5E00-DC424842D752}"/>
              </a:ext>
            </a:extLst>
          </p:cNvPr>
          <p:cNvCxnSpPr>
            <a:cxnSpLocks/>
            <a:stCxn id="86" idx="2"/>
            <a:endCxn id="121" idx="0"/>
          </p:cNvCxnSpPr>
          <p:nvPr/>
        </p:nvCxnSpPr>
        <p:spPr>
          <a:xfrm rot="5400000">
            <a:off x="5861425" y="2546660"/>
            <a:ext cx="640474" cy="12700"/>
          </a:xfrm>
          <a:prstGeom prst="curvedConnector3">
            <a:avLst/>
          </a:prstGeom>
          <a:ln w="9525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58FC418E-2219-7246-5FCD-C275AADB4B6C}"/>
              </a:ext>
            </a:extLst>
          </p:cNvPr>
          <p:cNvSpPr txBox="1"/>
          <p:nvPr/>
        </p:nvSpPr>
        <p:spPr>
          <a:xfrm>
            <a:off x="4527366" y="2320295"/>
            <a:ext cx="16209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>
                <a:solidFill>
                  <a:schemeClr val="accent1"/>
                </a:solidFill>
              </a:rPr>
              <a:t>下一轮可达最远距离对应的下标</a:t>
            </a:r>
          </a:p>
        </p:txBody>
      </p: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F4625517-A53B-8706-8A26-1A75BA5049DC}"/>
              </a:ext>
            </a:extLst>
          </p:cNvPr>
          <p:cNvGrpSpPr/>
          <p:nvPr/>
        </p:nvGrpSpPr>
        <p:grpSpPr>
          <a:xfrm>
            <a:off x="7199243" y="847656"/>
            <a:ext cx="329975" cy="317131"/>
            <a:chOff x="2968850" y="3499219"/>
            <a:chExt cx="329975" cy="317131"/>
          </a:xfrm>
        </p:grpSpPr>
        <p:sp>
          <p:nvSpPr>
            <p:cNvPr id="138" name="矩形: 圆角 137">
              <a:extLst>
                <a:ext uri="{FF2B5EF4-FFF2-40B4-BE49-F238E27FC236}">
                  <a16:creationId xmlns:a16="http://schemas.microsoft.com/office/drawing/2014/main" id="{65453FE5-7057-27A2-75B1-31B1B59108A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ED2CCE04-8183-278A-4AFD-DF173F8D11B5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ED2CCE04-8183-278A-4AFD-DF173F8D11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542C8344-B86C-8D05-F11C-7398FE2748F1}"/>
              </a:ext>
            </a:extLst>
          </p:cNvPr>
          <p:cNvGrpSpPr/>
          <p:nvPr/>
        </p:nvGrpSpPr>
        <p:grpSpPr>
          <a:xfrm>
            <a:off x="7602656" y="847654"/>
            <a:ext cx="329975" cy="317131"/>
            <a:chOff x="2968850" y="3499219"/>
            <a:chExt cx="329975" cy="317131"/>
          </a:xfrm>
        </p:grpSpPr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C4DC1D05-FC01-6B27-D49D-2DBB9C51C2E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D31286E2-3C37-39A2-8C6D-39FBAE2659F5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D31286E2-3C37-39A2-8C6D-39FBAE265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4796AF51-2865-94FC-8374-C1397138BF08}"/>
              </a:ext>
            </a:extLst>
          </p:cNvPr>
          <p:cNvGrpSpPr/>
          <p:nvPr/>
        </p:nvGrpSpPr>
        <p:grpSpPr>
          <a:xfrm>
            <a:off x="7986643" y="847656"/>
            <a:ext cx="329975" cy="317131"/>
            <a:chOff x="2968850" y="3499219"/>
            <a:chExt cx="329975" cy="317131"/>
          </a:xfrm>
        </p:grpSpPr>
        <p:sp>
          <p:nvSpPr>
            <p:cNvPr id="144" name="矩形: 圆角 143">
              <a:extLst>
                <a:ext uri="{FF2B5EF4-FFF2-40B4-BE49-F238E27FC236}">
                  <a16:creationId xmlns:a16="http://schemas.microsoft.com/office/drawing/2014/main" id="{5D14F6F2-B413-30F9-1CC3-E05DC4770FB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95F3987B-F3EC-CBEE-F853-13E40F97BF89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95F3987B-F3EC-CBEE-F853-13E40F97BF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528769BA-AFB7-E31A-B6C4-350E3E3979DF}"/>
              </a:ext>
            </a:extLst>
          </p:cNvPr>
          <p:cNvGrpSpPr/>
          <p:nvPr/>
        </p:nvGrpSpPr>
        <p:grpSpPr>
          <a:xfrm>
            <a:off x="8390056" y="847654"/>
            <a:ext cx="329975" cy="317131"/>
            <a:chOff x="2968850" y="3499219"/>
            <a:chExt cx="329975" cy="317131"/>
          </a:xfrm>
        </p:grpSpPr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5FF29EEC-3417-092D-C451-510A5154D7B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0B798D4D-D315-BF83-E615-18468ED31A3A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0B798D4D-D315-BF83-E615-18468ED31A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BA14DA92-A9E7-9196-FF7F-48AB9D9E30F1}"/>
              </a:ext>
            </a:extLst>
          </p:cNvPr>
          <p:cNvGrpSpPr/>
          <p:nvPr/>
        </p:nvGrpSpPr>
        <p:grpSpPr>
          <a:xfrm>
            <a:off x="7207486" y="1909290"/>
            <a:ext cx="329975" cy="317131"/>
            <a:chOff x="2968850" y="3499219"/>
            <a:chExt cx="329975" cy="317131"/>
          </a:xfrm>
        </p:grpSpPr>
        <p:sp>
          <p:nvSpPr>
            <p:cNvPr id="162" name="矩形: 圆角 161">
              <a:extLst>
                <a:ext uri="{FF2B5EF4-FFF2-40B4-BE49-F238E27FC236}">
                  <a16:creationId xmlns:a16="http://schemas.microsoft.com/office/drawing/2014/main" id="{0E199B2B-9048-04DE-82A1-E411F4139F7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E7EB6070-6E11-7993-59B7-CDF4A061F051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E7EB6070-6E11-7993-59B7-CDF4A061F0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509BA3B7-B7F3-4F5B-A004-8A52AAD06424}"/>
              </a:ext>
            </a:extLst>
          </p:cNvPr>
          <p:cNvGrpSpPr/>
          <p:nvPr/>
        </p:nvGrpSpPr>
        <p:grpSpPr>
          <a:xfrm>
            <a:off x="7610899" y="1909288"/>
            <a:ext cx="329975" cy="317131"/>
            <a:chOff x="2968850" y="3499219"/>
            <a:chExt cx="329975" cy="317131"/>
          </a:xfrm>
        </p:grpSpPr>
        <p:sp>
          <p:nvSpPr>
            <p:cNvPr id="165" name="矩形: 圆角 164">
              <a:extLst>
                <a:ext uri="{FF2B5EF4-FFF2-40B4-BE49-F238E27FC236}">
                  <a16:creationId xmlns:a16="http://schemas.microsoft.com/office/drawing/2014/main" id="{6082052E-77F5-712B-0F13-AA6B8D090E3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330A65D6-62FC-2692-E383-F3313F019744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330A65D6-62FC-2692-E383-F3313F0197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25290047-EE1D-2E39-CD7D-37FC8F3489EC}"/>
              </a:ext>
            </a:extLst>
          </p:cNvPr>
          <p:cNvGrpSpPr/>
          <p:nvPr/>
        </p:nvGrpSpPr>
        <p:grpSpPr>
          <a:xfrm>
            <a:off x="7994886" y="1909290"/>
            <a:ext cx="329975" cy="317131"/>
            <a:chOff x="2968850" y="3499219"/>
            <a:chExt cx="329975" cy="317131"/>
          </a:xfrm>
        </p:grpSpPr>
        <p:sp>
          <p:nvSpPr>
            <p:cNvPr id="168" name="矩形: 圆角 167">
              <a:extLst>
                <a:ext uri="{FF2B5EF4-FFF2-40B4-BE49-F238E27FC236}">
                  <a16:creationId xmlns:a16="http://schemas.microsoft.com/office/drawing/2014/main" id="{027F200D-D229-1880-898F-EE6E6B115C6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68EC2CBD-CABB-2B9E-3903-48AC56C23F73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68EC2CBD-CABB-2B9E-3903-48AC56C23F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8AECF6C8-02BB-E495-EA2D-FB4648051EE2}"/>
              </a:ext>
            </a:extLst>
          </p:cNvPr>
          <p:cNvGrpSpPr/>
          <p:nvPr/>
        </p:nvGrpSpPr>
        <p:grpSpPr>
          <a:xfrm>
            <a:off x="8398299" y="1909288"/>
            <a:ext cx="329975" cy="317131"/>
            <a:chOff x="2968850" y="3499219"/>
            <a:chExt cx="329975" cy="317131"/>
          </a:xfrm>
        </p:grpSpPr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A99E0A84-14BA-31B3-4AC2-B182C4D911C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34D5B565-C548-EFED-3C47-4F47CB3C09CC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34D5B565-C548-EFED-3C47-4F47CB3C09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645440C7-BA68-006E-45A4-D4B254B19498}"/>
              </a:ext>
            </a:extLst>
          </p:cNvPr>
          <p:cNvGrpSpPr/>
          <p:nvPr/>
        </p:nvGrpSpPr>
        <p:grpSpPr>
          <a:xfrm>
            <a:off x="7197774" y="2866897"/>
            <a:ext cx="329975" cy="317131"/>
            <a:chOff x="2968850" y="3499219"/>
            <a:chExt cx="329975" cy="317131"/>
          </a:xfrm>
        </p:grpSpPr>
        <p:sp>
          <p:nvSpPr>
            <p:cNvPr id="174" name="矩形: 圆角 173">
              <a:extLst>
                <a:ext uri="{FF2B5EF4-FFF2-40B4-BE49-F238E27FC236}">
                  <a16:creationId xmlns:a16="http://schemas.microsoft.com/office/drawing/2014/main" id="{160405A4-A04F-74DD-DF15-BAA3942481F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A5C49676-9DAD-270F-D271-82236CB9A157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A5C49676-9DAD-270F-D271-82236CB9A1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6" name="组合 175">
            <a:extLst>
              <a:ext uri="{FF2B5EF4-FFF2-40B4-BE49-F238E27FC236}">
                <a16:creationId xmlns:a16="http://schemas.microsoft.com/office/drawing/2014/main" id="{15560A9E-5032-EDFB-BE45-99FC5C29C2AD}"/>
              </a:ext>
            </a:extLst>
          </p:cNvPr>
          <p:cNvGrpSpPr/>
          <p:nvPr/>
        </p:nvGrpSpPr>
        <p:grpSpPr>
          <a:xfrm>
            <a:off x="7601187" y="2866895"/>
            <a:ext cx="329975" cy="317131"/>
            <a:chOff x="2968850" y="3499219"/>
            <a:chExt cx="329975" cy="317131"/>
          </a:xfrm>
        </p:grpSpPr>
        <p:sp>
          <p:nvSpPr>
            <p:cNvPr id="177" name="矩形: 圆角 176">
              <a:extLst>
                <a:ext uri="{FF2B5EF4-FFF2-40B4-BE49-F238E27FC236}">
                  <a16:creationId xmlns:a16="http://schemas.microsoft.com/office/drawing/2014/main" id="{F2602B1C-D0B6-2762-11A1-8EE6D548FC1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A2460655-63AD-0157-0E99-53174EBCE6E8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A2460655-63AD-0157-0E99-53174EBCE6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9" name="组合 178">
            <a:extLst>
              <a:ext uri="{FF2B5EF4-FFF2-40B4-BE49-F238E27FC236}">
                <a16:creationId xmlns:a16="http://schemas.microsoft.com/office/drawing/2014/main" id="{7E411312-6016-68FF-C6E5-09EDA4875200}"/>
              </a:ext>
            </a:extLst>
          </p:cNvPr>
          <p:cNvGrpSpPr/>
          <p:nvPr/>
        </p:nvGrpSpPr>
        <p:grpSpPr>
          <a:xfrm>
            <a:off x="7985174" y="2866897"/>
            <a:ext cx="329975" cy="317131"/>
            <a:chOff x="2968850" y="3499219"/>
            <a:chExt cx="329975" cy="317131"/>
          </a:xfrm>
        </p:grpSpPr>
        <p:sp>
          <p:nvSpPr>
            <p:cNvPr id="180" name="矩形: 圆角 179">
              <a:extLst>
                <a:ext uri="{FF2B5EF4-FFF2-40B4-BE49-F238E27FC236}">
                  <a16:creationId xmlns:a16="http://schemas.microsoft.com/office/drawing/2014/main" id="{15ACFC0A-E04A-2F48-C47C-6E9CEF5DA49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D926993C-61A6-C4A9-660F-60CB31B37684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D926993C-61A6-C4A9-660F-60CB31B376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1480DC6A-7453-377D-A151-AA935EE7DC6F}"/>
              </a:ext>
            </a:extLst>
          </p:cNvPr>
          <p:cNvGrpSpPr/>
          <p:nvPr/>
        </p:nvGrpSpPr>
        <p:grpSpPr>
          <a:xfrm>
            <a:off x="8388587" y="2866895"/>
            <a:ext cx="329975" cy="317131"/>
            <a:chOff x="2968850" y="3499219"/>
            <a:chExt cx="329975" cy="317131"/>
          </a:xfrm>
        </p:grpSpPr>
        <p:sp>
          <p:nvSpPr>
            <p:cNvPr id="183" name="矩形: 圆角 182">
              <a:extLst>
                <a:ext uri="{FF2B5EF4-FFF2-40B4-BE49-F238E27FC236}">
                  <a16:creationId xmlns:a16="http://schemas.microsoft.com/office/drawing/2014/main" id="{416AB539-C357-3F7F-F463-E681D7C9450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2B432FDD-8A91-AB52-2685-5D07FB8E1A3C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2B432FDD-8A91-AB52-2685-5D07FB8E1A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7D9657CD-64A6-CA63-FE38-48EE67843FF2}"/>
              </a:ext>
            </a:extLst>
          </p:cNvPr>
          <p:cNvGrpSpPr/>
          <p:nvPr/>
        </p:nvGrpSpPr>
        <p:grpSpPr>
          <a:xfrm>
            <a:off x="4010074" y="3931393"/>
            <a:ext cx="329975" cy="317131"/>
            <a:chOff x="2968850" y="3499219"/>
            <a:chExt cx="329975" cy="317131"/>
          </a:xfrm>
        </p:grpSpPr>
        <p:sp>
          <p:nvSpPr>
            <p:cNvPr id="187" name="矩形: 圆角 186">
              <a:extLst>
                <a:ext uri="{FF2B5EF4-FFF2-40B4-BE49-F238E27FC236}">
                  <a16:creationId xmlns:a16="http://schemas.microsoft.com/office/drawing/2014/main" id="{CDCCD510-077B-FE9E-EF4B-5911FB91C86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C0D22EBF-B36C-EAD2-B70E-A54CD53BF8A4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C0D22EBF-B36C-EAD2-B70E-A54CD53BF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9" name="组合 188">
            <a:extLst>
              <a:ext uri="{FF2B5EF4-FFF2-40B4-BE49-F238E27FC236}">
                <a16:creationId xmlns:a16="http://schemas.microsoft.com/office/drawing/2014/main" id="{380249B8-4F81-9EE5-4DAF-80DEB456A6BE}"/>
              </a:ext>
            </a:extLst>
          </p:cNvPr>
          <p:cNvGrpSpPr/>
          <p:nvPr/>
        </p:nvGrpSpPr>
        <p:grpSpPr>
          <a:xfrm>
            <a:off x="4422824" y="3931393"/>
            <a:ext cx="329975" cy="317131"/>
            <a:chOff x="2968850" y="3499219"/>
            <a:chExt cx="329975" cy="317131"/>
          </a:xfrm>
        </p:grpSpPr>
        <p:sp>
          <p:nvSpPr>
            <p:cNvPr id="190" name="矩形: 圆角 189">
              <a:extLst>
                <a:ext uri="{FF2B5EF4-FFF2-40B4-BE49-F238E27FC236}">
                  <a16:creationId xmlns:a16="http://schemas.microsoft.com/office/drawing/2014/main" id="{390B5181-333F-F144-6A48-7BFB7F515A5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A0EC3522-F587-272D-1B45-EF16604C356C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A0EC3522-F587-272D-1B45-EF16604C35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5E5BC5AC-1C43-F6EC-A732-2CC215F27E8F}"/>
              </a:ext>
            </a:extLst>
          </p:cNvPr>
          <p:cNvGrpSpPr/>
          <p:nvPr/>
        </p:nvGrpSpPr>
        <p:grpSpPr>
          <a:xfrm>
            <a:off x="4816524" y="3934487"/>
            <a:ext cx="329975" cy="317131"/>
            <a:chOff x="2968850" y="3499219"/>
            <a:chExt cx="329975" cy="317131"/>
          </a:xfrm>
        </p:grpSpPr>
        <p:sp>
          <p:nvSpPr>
            <p:cNvPr id="193" name="矩形: 圆角 192">
              <a:extLst>
                <a:ext uri="{FF2B5EF4-FFF2-40B4-BE49-F238E27FC236}">
                  <a16:creationId xmlns:a16="http://schemas.microsoft.com/office/drawing/2014/main" id="{13CAE342-2520-B63F-6137-76080C44370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F423C30D-90D6-E6D9-C678-25BC8D3E04B6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F423C30D-90D6-E6D9-C678-25BC8D3E04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9B4A00F9-0673-07FE-9B2B-805F643C8236}"/>
              </a:ext>
            </a:extLst>
          </p:cNvPr>
          <p:cNvGrpSpPr/>
          <p:nvPr/>
        </p:nvGrpSpPr>
        <p:grpSpPr>
          <a:xfrm>
            <a:off x="5210224" y="3931391"/>
            <a:ext cx="329975" cy="317131"/>
            <a:chOff x="2968850" y="3499219"/>
            <a:chExt cx="329975" cy="317131"/>
          </a:xfrm>
        </p:grpSpPr>
        <p:sp>
          <p:nvSpPr>
            <p:cNvPr id="196" name="矩形: 圆角 195">
              <a:extLst>
                <a:ext uri="{FF2B5EF4-FFF2-40B4-BE49-F238E27FC236}">
                  <a16:creationId xmlns:a16="http://schemas.microsoft.com/office/drawing/2014/main" id="{3D5BC6DC-B734-AFBA-0E9B-6F1D1CDEC17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E08CBD15-E7CF-5BFC-FFA8-0743AE897A0C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E08CBD15-E7CF-5BFC-FFA8-0743AE897A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8" name="组合 197">
            <a:extLst>
              <a:ext uri="{FF2B5EF4-FFF2-40B4-BE49-F238E27FC236}">
                <a16:creationId xmlns:a16="http://schemas.microsoft.com/office/drawing/2014/main" id="{372D90A0-75D1-6124-0D2F-C8E5397F77BA}"/>
              </a:ext>
            </a:extLst>
          </p:cNvPr>
          <p:cNvGrpSpPr/>
          <p:nvPr/>
        </p:nvGrpSpPr>
        <p:grpSpPr>
          <a:xfrm>
            <a:off x="5603924" y="3928297"/>
            <a:ext cx="329975" cy="317131"/>
            <a:chOff x="2968850" y="3499219"/>
            <a:chExt cx="329975" cy="317131"/>
          </a:xfrm>
        </p:grpSpPr>
        <p:sp>
          <p:nvSpPr>
            <p:cNvPr id="199" name="矩形: 圆角 198">
              <a:extLst>
                <a:ext uri="{FF2B5EF4-FFF2-40B4-BE49-F238E27FC236}">
                  <a16:creationId xmlns:a16="http://schemas.microsoft.com/office/drawing/2014/main" id="{E87CB104-4BB8-803F-8C07-5D3B2DD8F49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EC32788D-32B5-02AC-6D96-0A8C2A484F71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EC32788D-32B5-02AC-6D96-0A8C2A484F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F6A8BDD3-B610-3194-473B-6F3A310D513E}"/>
              </a:ext>
            </a:extLst>
          </p:cNvPr>
          <p:cNvGrpSpPr/>
          <p:nvPr/>
        </p:nvGrpSpPr>
        <p:grpSpPr>
          <a:xfrm>
            <a:off x="6016674" y="3928297"/>
            <a:ext cx="329975" cy="317131"/>
            <a:chOff x="2968850" y="3499219"/>
            <a:chExt cx="329975" cy="317131"/>
          </a:xfrm>
        </p:grpSpPr>
        <p:sp>
          <p:nvSpPr>
            <p:cNvPr id="202" name="矩形: 圆角 201">
              <a:extLst>
                <a:ext uri="{FF2B5EF4-FFF2-40B4-BE49-F238E27FC236}">
                  <a16:creationId xmlns:a16="http://schemas.microsoft.com/office/drawing/2014/main" id="{F7CA8415-4D08-C82F-386D-61764E22DC9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BA74FDA7-3E61-2E17-00E0-5E4411E09C3A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BA74FDA7-3E61-2E17-00E0-5E4411E09C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4" name="组合 203">
            <a:extLst>
              <a:ext uri="{FF2B5EF4-FFF2-40B4-BE49-F238E27FC236}">
                <a16:creationId xmlns:a16="http://schemas.microsoft.com/office/drawing/2014/main" id="{3A04BF4C-B8F2-D0D8-044A-E7DA36636EAD}"/>
              </a:ext>
            </a:extLst>
          </p:cNvPr>
          <p:cNvGrpSpPr/>
          <p:nvPr/>
        </p:nvGrpSpPr>
        <p:grpSpPr>
          <a:xfrm>
            <a:off x="6410374" y="3931391"/>
            <a:ext cx="329975" cy="317131"/>
            <a:chOff x="2968850" y="3499219"/>
            <a:chExt cx="329975" cy="317131"/>
          </a:xfrm>
        </p:grpSpPr>
        <p:sp>
          <p:nvSpPr>
            <p:cNvPr id="205" name="矩形: 圆角 204">
              <a:extLst>
                <a:ext uri="{FF2B5EF4-FFF2-40B4-BE49-F238E27FC236}">
                  <a16:creationId xmlns:a16="http://schemas.microsoft.com/office/drawing/2014/main" id="{1E53A349-EDB7-CB94-993D-9EFB76689FE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DA145C1C-DD0C-55FB-4298-DB6C6C25AC22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DA145C1C-DD0C-55FB-4298-DB6C6C25AC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6C32643C-D31F-E00E-8A05-D46B22DF1DE1}"/>
              </a:ext>
            </a:extLst>
          </p:cNvPr>
          <p:cNvGrpSpPr/>
          <p:nvPr/>
        </p:nvGrpSpPr>
        <p:grpSpPr>
          <a:xfrm>
            <a:off x="6804074" y="3928295"/>
            <a:ext cx="329975" cy="317131"/>
            <a:chOff x="2968850" y="3499219"/>
            <a:chExt cx="329975" cy="317131"/>
          </a:xfrm>
        </p:grpSpPr>
        <p:sp>
          <p:nvSpPr>
            <p:cNvPr id="208" name="矩形: 圆角 207">
              <a:extLst>
                <a:ext uri="{FF2B5EF4-FFF2-40B4-BE49-F238E27FC236}">
                  <a16:creationId xmlns:a16="http://schemas.microsoft.com/office/drawing/2014/main" id="{1571360C-63C8-EEB3-2ACD-AB938FCDA74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4BBD6C1D-721B-AA10-7C49-09B5DD7759A7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4BBD6C1D-721B-AA10-7C49-09B5DD7759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4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0" name="文本框 209">
            <a:extLst>
              <a:ext uri="{FF2B5EF4-FFF2-40B4-BE49-F238E27FC236}">
                <a16:creationId xmlns:a16="http://schemas.microsoft.com/office/drawing/2014/main" id="{E3888F66-5A29-B279-2302-301119D6FA1E}"/>
              </a:ext>
            </a:extLst>
          </p:cNvPr>
          <p:cNvSpPr txBox="1"/>
          <p:nvPr/>
        </p:nvSpPr>
        <p:spPr>
          <a:xfrm>
            <a:off x="3968695" y="3631561"/>
            <a:ext cx="6447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STEP-3</a:t>
            </a:r>
            <a:endParaRPr lang="zh-CN" altLang="en-US" sz="1100" b="1" dirty="0"/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D43E9998-E7D4-5080-9C4B-AF70232425CB}"/>
              </a:ext>
            </a:extLst>
          </p:cNvPr>
          <p:cNvSpPr txBox="1"/>
          <p:nvPr/>
        </p:nvSpPr>
        <p:spPr>
          <a:xfrm>
            <a:off x="5371181" y="3374356"/>
            <a:ext cx="16209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>
                <a:solidFill>
                  <a:schemeClr val="accent1"/>
                </a:solidFill>
              </a:rPr>
              <a:t>下一轮可达最远距离对应的下标</a:t>
            </a:r>
          </a:p>
        </p:txBody>
      </p:sp>
      <p:grpSp>
        <p:nvGrpSpPr>
          <p:cNvPr id="212" name="组合 211">
            <a:extLst>
              <a:ext uri="{FF2B5EF4-FFF2-40B4-BE49-F238E27FC236}">
                <a16:creationId xmlns:a16="http://schemas.microsoft.com/office/drawing/2014/main" id="{F4255D8E-E8CE-007C-718F-9475D23A906B}"/>
              </a:ext>
            </a:extLst>
          </p:cNvPr>
          <p:cNvGrpSpPr/>
          <p:nvPr/>
        </p:nvGrpSpPr>
        <p:grpSpPr>
          <a:xfrm>
            <a:off x="7197774" y="3928297"/>
            <a:ext cx="329975" cy="317131"/>
            <a:chOff x="2968850" y="3499219"/>
            <a:chExt cx="329975" cy="317131"/>
          </a:xfrm>
        </p:grpSpPr>
        <p:sp>
          <p:nvSpPr>
            <p:cNvPr id="213" name="矩形: 圆角 212">
              <a:extLst>
                <a:ext uri="{FF2B5EF4-FFF2-40B4-BE49-F238E27FC236}">
                  <a16:creationId xmlns:a16="http://schemas.microsoft.com/office/drawing/2014/main" id="{88D21784-DEF8-3A63-1FA9-D8D4E905D7A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FA99B8F1-57A1-370D-6E05-219841E865FF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FA99B8F1-57A1-370D-6E05-219841E86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5" name="组合 214">
            <a:extLst>
              <a:ext uri="{FF2B5EF4-FFF2-40B4-BE49-F238E27FC236}">
                <a16:creationId xmlns:a16="http://schemas.microsoft.com/office/drawing/2014/main" id="{197D7248-3734-45B2-1DB9-1693AF07F425}"/>
              </a:ext>
            </a:extLst>
          </p:cNvPr>
          <p:cNvGrpSpPr/>
          <p:nvPr/>
        </p:nvGrpSpPr>
        <p:grpSpPr>
          <a:xfrm>
            <a:off x="7601187" y="3928295"/>
            <a:ext cx="329975" cy="317131"/>
            <a:chOff x="2968850" y="3499219"/>
            <a:chExt cx="329975" cy="317131"/>
          </a:xfrm>
        </p:grpSpPr>
        <p:sp>
          <p:nvSpPr>
            <p:cNvPr id="216" name="矩形: 圆角 215">
              <a:extLst>
                <a:ext uri="{FF2B5EF4-FFF2-40B4-BE49-F238E27FC236}">
                  <a16:creationId xmlns:a16="http://schemas.microsoft.com/office/drawing/2014/main" id="{59DD9EB4-3C11-9EC9-1689-958A859C8E7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文本框 216">
                  <a:extLst>
                    <a:ext uri="{FF2B5EF4-FFF2-40B4-BE49-F238E27FC236}">
                      <a16:creationId xmlns:a16="http://schemas.microsoft.com/office/drawing/2014/main" id="{0220BB9A-CC3F-0C57-1580-D4D4ACADDADB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17" name="文本框 216">
                  <a:extLst>
                    <a:ext uri="{FF2B5EF4-FFF2-40B4-BE49-F238E27FC236}">
                      <a16:creationId xmlns:a16="http://schemas.microsoft.com/office/drawing/2014/main" id="{0220BB9A-CC3F-0C57-1580-D4D4ACADDA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8" name="组合 217">
            <a:extLst>
              <a:ext uri="{FF2B5EF4-FFF2-40B4-BE49-F238E27FC236}">
                <a16:creationId xmlns:a16="http://schemas.microsoft.com/office/drawing/2014/main" id="{196DE019-A9EF-89FC-4FA0-349419936701}"/>
              </a:ext>
            </a:extLst>
          </p:cNvPr>
          <p:cNvGrpSpPr/>
          <p:nvPr/>
        </p:nvGrpSpPr>
        <p:grpSpPr>
          <a:xfrm>
            <a:off x="7985174" y="3928297"/>
            <a:ext cx="329975" cy="317131"/>
            <a:chOff x="2968850" y="3499219"/>
            <a:chExt cx="329975" cy="317131"/>
          </a:xfrm>
        </p:grpSpPr>
        <p:sp>
          <p:nvSpPr>
            <p:cNvPr id="219" name="矩形: 圆角 218">
              <a:extLst>
                <a:ext uri="{FF2B5EF4-FFF2-40B4-BE49-F238E27FC236}">
                  <a16:creationId xmlns:a16="http://schemas.microsoft.com/office/drawing/2014/main" id="{A326853F-5CA4-D5FE-0C8E-9DEC6DBEF0F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EEE21466-36AC-3B2D-5850-6A90F5B11E4E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EEE21466-36AC-3B2D-5850-6A90F5B11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1" name="组合 220">
            <a:extLst>
              <a:ext uri="{FF2B5EF4-FFF2-40B4-BE49-F238E27FC236}">
                <a16:creationId xmlns:a16="http://schemas.microsoft.com/office/drawing/2014/main" id="{ED3100EF-DD66-56C2-4533-3CBB9DF94009}"/>
              </a:ext>
            </a:extLst>
          </p:cNvPr>
          <p:cNvGrpSpPr/>
          <p:nvPr/>
        </p:nvGrpSpPr>
        <p:grpSpPr>
          <a:xfrm>
            <a:off x="8388587" y="3928295"/>
            <a:ext cx="329975" cy="317131"/>
            <a:chOff x="2968850" y="3499219"/>
            <a:chExt cx="329975" cy="317131"/>
          </a:xfrm>
        </p:grpSpPr>
        <p:sp>
          <p:nvSpPr>
            <p:cNvPr id="222" name="矩形: 圆角 221">
              <a:extLst>
                <a:ext uri="{FF2B5EF4-FFF2-40B4-BE49-F238E27FC236}">
                  <a16:creationId xmlns:a16="http://schemas.microsoft.com/office/drawing/2014/main" id="{9314038A-BB22-351B-D21B-0D9B01CAF4C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文本框 222">
                  <a:extLst>
                    <a:ext uri="{FF2B5EF4-FFF2-40B4-BE49-F238E27FC236}">
                      <a16:creationId xmlns:a16="http://schemas.microsoft.com/office/drawing/2014/main" id="{E006F5F9-22BC-AB6E-CC6C-C8758FF957CC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23" name="文本框 222">
                  <a:extLst>
                    <a:ext uri="{FF2B5EF4-FFF2-40B4-BE49-F238E27FC236}">
                      <a16:creationId xmlns:a16="http://schemas.microsoft.com/office/drawing/2014/main" id="{E006F5F9-22BC-AB6E-CC6C-C8758FF957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5" name="连接符: 曲线 224">
            <a:extLst>
              <a:ext uri="{FF2B5EF4-FFF2-40B4-BE49-F238E27FC236}">
                <a16:creationId xmlns:a16="http://schemas.microsoft.com/office/drawing/2014/main" id="{EF4A0BD7-9C6F-AC67-5E61-9E46FAA90D7C}"/>
              </a:ext>
            </a:extLst>
          </p:cNvPr>
          <p:cNvCxnSpPr>
            <a:cxnSpLocks/>
            <a:stCxn id="122" idx="0"/>
            <a:endCxn id="178" idx="0"/>
          </p:cNvCxnSpPr>
          <p:nvPr/>
        </p:nvCxnSpPr>
        <p:spPr>
          <a:xfrm rot="5400000" flipH="1" flipV="1">
            <a:off x="6973916" y="2094705"/>
            <a:ext cx="2" cy="1584513"/>
          </a:xfrm>
          <a:prstGeom prst="curvedConnector3">
            <a:avLst>
              <a:gd name="adj1" fmla="val 1143010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连接符: 曲线 227">
            <a:extLst>
              <a:ext uri="{FF2B5EF4-FFF2-40B4-BE49-F238E27FC236}">
                <a16:creationId xmlns:a16="http://schemas.microsoft.com/office/drawing/2014/main" id="{B5C27F2B-6358-80CC-0F4F-EA9019F2CA91}"/>
              </a:ext>
            </a:extLst>
          </p:cNvPr>
          <p:cNvCxnSpPr>
            <a:cxnSpLocks/>
            <a:stCxn id="127" idx="2"/>
            <a:endCxn id="209" idx="0"/>
          </p:cNvCxnSpPr>
          <p:nvPr/>
        </p:nvCxnSpPr>
        <p:spPr>
          <a:xfrm rot="5400000">
            <a:off x="6586895" y="3566193"/>
            <a:ext cx="764334" cy="1"/>
          </a:xfrm>
          <a:prstGeom prst="curvedConnector3">
            <a:avLst/>
          </a:prstGeom>
          <a:ln w="9525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文本框 271">
            <a:extLst>
              <a:ext uri="{FF2B5EF4-FFF2-40B4-BE49-F238E27FC236}">
                <a16:creationId xmlns:a16="http://schemas.microsoft.com/office/drawing/2014/main" id="{1433194C-2070-EAB3-A688-1A63433D3983}"/>
              </a:ext>
            </a:extLst>
          </p:cNvPr>
          <p:cNvSpPr txBox="1"/>
          <p:nvPr/>
        </p:nvSpPr>
        <p:spPr>
          <a:xfrm>
            <a:off x="8327960" y="3589800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可一步到达</a:t>
            </a:r>
          </a:p>
        </p:txBody>
      </p:sp>
      <p:cxnSp>
        <p:nvCxnSpPr>
          <p:cNvPr id="276" name="连接符: 曲线 275">
            <a:extLst>
              <a:ext uri="{FF2B5EF4-FFF2-40B4-BE49-F238E27FC236}">
                <a16:creationId xmlns:a16="http://schemas.microsoft.com/office/drawing/2014/main" id="{91F165D9-333E-3DB8-A4B2-0C701115BC85}"/>
              </a:ext>
            </a:extLst>
          </p:cNvPr>
          <p:cNvCxnSpPr>
            <a:cxnSpLocks/>
            <a:stCxn id="209" idx="0"/>
            <a:endCxn id="222" idx="0"/>
          </p:cNvCxnSpPr>
          <p:nvPr/>
        </p:nvCxnSpPr>
        <p:spPr>
          <a:xfrm rot="5400000" flipH="1" flipV="1">
            <a:off x="7751286" y="3146071"/>
            <a:ext cx="20065" cy="1584514"/>
          </a:xfrm>
          <a:prstGeom prst="curvedConnector3">
            <a:avLst>
              <a:gd name="adj1" fmla="val 1239297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4" name="组合 283">
            <a:extLst>
              <a:ext uri="{FF2B5EF4-FFF2-40B4-BE49-F238E27FC236}">
                <a16:creationId xmlns:a16="http://schemas.microsoft.com/office/drawing/2014/main" id="{EC559712-25D7-0457-2441-48BB05C5CC1B}"/>
              </a:ext>
            </a:extLst>
          </p:cNvPr>
          <p:cNvGrpSpPr/>
          <p:nvPr/>
        </p:nvGrpSpPr>
        <p:grpSpPr>
          <a:xfrm>
            <a:off x="5401088" y="196531"/>
            <a:ext cx="1205779" cy="1226939"/>
            <a:chOff x="5416963" y="219194"/>
            <a:chExt cx="1205779" cy="1226939"/>
          </a:xfrm>
        </p:grpSpPr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868BFB70-F546-2772-A053-91324EA9C15A}"/>
                </a:ext>
              </a:extLst>
            </p:cNvPr>
            <p:cNvCxnSpPr>
              <a:cxnSpLocks/>
            </p:cNvCxnSpPr>
            <p:nvPr/>
          </p:nvCxnSpPr>
          <p:spPr>
            <a:xfrm>
              <a:off x="5581586" y="460375"/>
              <a:ext cx="0" cy="985758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文本框 282">
              <a:extLst>
                <a:ext uri="{FF2B5EF4-FFF2-40B4-BE49-F238E27FC236}">
                  <a16:creationId xmlns:a16="http://schemas.microsoft.com/office/drawing/2014/main" id="{8C3CA36C-9A74-23CB-1074-5F862B6C1B1F}"/>
                </a:ext>
              </a:extLst>
            </p:cNvPr>
            <p:cNvSpPr txBox="1"/>
            <p:nvPr/>
          </p:nvSpPr>
          <p:spPr>
            <a:xfrm>
              <a:off x="5416963" y="219194"/>
              <a:ext cx="120577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800" b="1" dirty="0">
                  <a:solidFill>
                    <a:srgbClr val="FF0000"/>
                  </a:solidFill>
                </a:rPr>
                <a:t>end:</a:t>
              </a:r>
              <a:r>
                <a:rPr lang="zh-CN" altLang="en-US" sz="800" b="1" dirty="0">
                  <a:solidFill>
                    <a:srgbClr val="FF0000"/>
                  </a:solidFill>
                </a:rPr>
                <a:t>本轮可达最远距离</a:t>
              </a:r>
            </a:p>
          </p:txBody>
        </p:sp>
      </p:grpSp>
      <p:grpSp>
        <p:nvGrpSpPr>
          <p:cNvPr id="285" name="组合 284">
            <a:extLst>
              <a:ext uri="{FF2B5EF4-FFF2-40B4-BE49-F238E27FC236}">
                <a16:creationId xmlns:a16="http://schemas.microsoft.com/office/drawing/2014/main" id="{3926D011-E3A4-3FD7-881C-136C809B640F}"/>
              </a:ext>
            </a:extLst>
          </p:cNvPr>
          <p:cNvGrpSpPr/>
          <p:nvPr/>
        </p:nvGrpSpPr>
        <p:grpSpPr>
          <a:xfrm>
            <a:off x="6216526" y="1422284"/>
            <a:ext cx="1205779" cy="1233704"/>
            <a:chOff x="5410076" y="212429"/>
            <a:chExt cx="1205779" cy="1233704"/>
          </a:xfrm>
        </p:grpSpPr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78439672-EACB-DAF6-3192-60A8D8FDC930}"/>
                </a:ext>
              </a:extLst>
            </p:cNvPr>
            <p:cNvCxnSpPr>
              <a:cxnSpLocks/>
            </p:cNvCxnSpPr>
            <p:nvPr/>
          </p:nvCxnSpPr>
          <p:spPr>
            <a:xfrm>
              <a:off x="5581586" y="460375"/>
              <a:ext cx="0" cy="985758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文本框 286">
              <a:extLst>
                <a:ext uri="{FF2B5EF4-FFF2-40B4-BE49-F238E27FC236}">
                  <a16:creationId xmlns:a16="http://schemas.microsoft.com/office/drawing/2014/main" id="{EE498ABD-EF63-D178-822E-C5FAF234433F}"/>
                </a:ext>
              </a:extLst>
            </p:cNvPr>
            <p:cNvSpPr txBox="1"/>
            <p:nvPr/>
          </p:nvSpPr>
          <p:spPr>
            <a:xfrm>
              <a:off x="5410076" y="212429"/>
              <a:ext cx="120577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800" b="1" dirty="0">
                  <a:solidFill>
                    <a:srgbClr val="FF0000"/>
                  </a:solidFill>
                </a:rPr>
                <a:t>end:</a:t>
              </a:r>
              <a:r>
                <a:rPr lang="zh-CN" altLang="en-US" sz="800" b="1" dirty="0">
                  <a:solidFill>
                    <a:srgbClr val="FF0000"/>
                  </a:solidFill>
                </a:rPr>
                <a:t>本轮可达最远距离</a:t>
              </a:r>
            </a:p>
          </p:txBody>
        </p:sp>
      </p:grpSp>
      <p:grpSp>
        <p:nvGrpSpPr>
          <p:cNvPr id="288" name="组合 287">
            <a:extLst>
              <a:ext uri="{FF2B5EF4-FFF2-40B4-BE49-F238E27FC236}">
                <a16:creationId xmlns:a16="http://schemas.microsoft.com/office/drawing/2014/main" id="{F7F39F7B-B83C-0C5A-6780-216C3C6B4E91}"/>
              </a:ext>
            </a:extLst>
          </p:cNvPr>
          <p:cNvGrpSpPr/>
          <p:nvPr/>
        </p:nvGrpSpPr>
        <p:grpSpPr>
          <a:xfrm>
            <a:off x="7761318" y="2428903"/>
            <a:ext cx="1205779" cy="1211469"/>
            <a:chOff x="5381359" y="234664"/>
            <a:chExt cx="1205779" cy="1211469"/>
          </a:xfrm>
        </p:grpSpPr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B0973FE9-E598-07CB-52A7-5AF790D8D86B}"/>
                </a:ext>
              </a:extLst>
            </p:cNvPr>
            <p:cNvCxnSpPr>
              <a:cxnSpLocks/>
            </p:cNvCxnSpPr>
            <p:nvPr/>
          </p:nvCxnSpPr>
          <p:spPr>
            <a:xfrm>
              <a:off x="5581586" y="460375"/>
              <a:ext cx="0" cy="985758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文本框 289">
              <a:extLst>
                <a:ext uri="{FF2B5EF4-FFF2-40B4-BE49-F238E27FC236}">
                  <a16:creationId xmlns:a16="http://schemas.microsoft.com/office/drawing/2014/main" id="{D28A204A-2698-3E58-CC43-17200467D73F}"/>
                </a:ext>
              </a:extLst>
            </p:cNvPr>
            <p:cNvSpPr txBox="1"/>
            <p:nvPr/>
          </p:nvSpPr>
          <p:spPr>
            <a:xfrm>
              <a:off x="5381359" y="234664"/>
              <a:ext cx="120577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800" b="1" dirty="0">
                  <a:solidFill>
                    <a:srgbClr val="FF0000"/>
                  </a:solidFill>
                </a:rPr>
                <a:t>end:</a:t>
              </a:r>
              <a:r>
                <a:rPr lang="zh-CN" altLang="en-US" sz="800" b="1" dirty="0">
                  <a:solidFill>
                    <a:srgbClr val="FF0000"/>
                  </a:solidFill>
                </a:rPr>
                <a:t>本轮可达最远距离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C8B8AE3-8403-A5D2-E1FA-9B6FB6578E77}"/>
              </a:ext>
            </a:extLst>
          </p:cNvPr>
          <p:cNvSpPr txBox="1"/>
          <p:nvPr/>
        </p:nvSpPr>
        <p:spPr>
          <a:xfrm>
            <a:off x="4088690" y="1370672"/>
            <a:ext cx="9749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i="0" dirty="0">
                <a:solidFill>
                  <a:schemeClr val="accent1"/>
                </a:solidFill>
                <a:latin typeface="+mj-lt"/>
              </a:rPr>
              <a:t>代码里的</a:t>
            </a:r>
            <a:r>
              <a:rPr lang="en-US" altLang="zh-CN" sz="800" b="1" i="0" dirty="0">
                <a:solidFill>
                  <a:schemeClr val="accent1"/>
                </a:solidFill>
              </a:rPr>
              <a:t>max⁡_idx</a:t>
            </a:r>
            <a:endParaRPr lang="zh-CN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9D77B7-57E4-8A87-53AD-06A3A234459C}"/>
              </a:ext>
            </a:extLst>
          </p:cNvPr>
          <p:cNvSpPr txBox="1"/>
          <p:nvPr/>
        </p:nvSpPr>
        <p:spPr>
          <a:xfrm>
            <a:off x="5178521" y="2499575"/>
            <a:ext cx="9749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i="0" dirty="0">
                <a:solidFill>
                  <a:schemeClr val="accent1"/>
                </a:solidFill>
                <a:latin typeface="+mj-lt"/>
              </a:rPr>
              <a:t>代码里的</a:t>
            </a:r>
            <a:r>
              <a:rPr lang="en-US" altLang="zh-CN" sz="800" b="1" i="0" dirty="0">
                <a:solidFill>
                  <a:schemeClr val="accent1"/>
                </a:solidFill>
              </a:rPr>
              <a:t>max⁡_idx</a:t>
            </a:r>
            <a:endParaRPr lang="zh-CN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529EC0-AB08-5F90-66D3-A0211AA10AC8}"/>
              </a:ext>
            </a:extLst>
          </p:cNvPr>
          <p:cNvSpPr txBox="1"/>
          <p:nvPr/>
        </p:nvSpPr>
        <p:spPr>
          <a:xfrm>
            <a:off x="6032532" y="3523839"/>
            <a:ext cx="9749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i="0" dirty="0">
                <a:solidFill>
                  <a:schemeClr val="accent1"/>
                </a:solidFill>
                <a:latin typeface="+mj-lt"/>
              </a:rPr>
              <a:t>代码里的</a:t>
            </a:r>
            <a:r>
              <a:rPr lang="en-US" altLang="zh-CN" sz="800" b="1" i="0" dirty="0">
                <a:solidFill>
                  <a:schemeClr val="accent1"/>
                </a:solidFill>
              </a:rPr>
              <a:t>max⁡_idx</a:t>
            </a:r>
            <a:endParaRPr lang="zh-CN" altLang="en-US" sz="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94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FD8D7-4C89-6882-C025-D7D8DF127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1F84E697-FEE4-E6F3-586C-6E3B22D21B0A}"/>
              </a:ext>
            </a:extLst>
          </p:cNvPr>
          <p:cNvGrpSpPr/>
          <p:nvPr/>
        </p:nvGrpSpPr>
        <p:grpSpPr>
          <a:xfrm>
            <a:off x="4713218" y="2020338"/>
            <a:ext cx="329975" cy="317131"/>
            <a:chOff x="2968850" y="3499219"/>
            <a:chExt cx="329975" cy="317131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390079A8-49D8-6E7D-4E58-B4F85A7E7D9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C945B09-2050-83F9-14F8-2F2F295AE51F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C945B09-2050-83F9-14F8-2F2F295AE5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4462FD40-B6AA-3FD1-599B-19E807629070}"/>
              </a:ext>
            </a:extLst>
          </p:cNvPr>
          <p:cNvGrpSpPr/>
          <p:nvPr/>
        </p:nvGrpSpPr>
        <p:grpSpPr>
          <a:xfrm>
            <a:off x="5125968" y="2020338"/>
            <a:ext cx="329975" cy="317131"/>
            <a:chOff x="2968850" y="3499219"/>
            <a:chExt cx="329975" cy="317131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078CA819-5241-EB88-02F7-65037694845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1B69FA5-5CF4-08F5-365E-14E14AC71671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1B69FA5-5CF4-08F5-365E-14E14AC716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15EE591-D2A6-B040-C2E7-377DA9F59D55}"/>
              </a:ext>
            </a:extLst>
          </p:cNvPr>
          <p:cNvGrpSpPr/>
          <p:nvPr/>
        </p:nvGrpSpPr>
        <p:grpSpPr>
          <a:xfrm>
            <a:off x="5519668" y="2023432"/>
            <a:ext cx="329975" cy="317131"/>
            <a:chOff x="2968850" y="3499219"/>
            <a:chExt cx="329975" cy="317131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853CB8A9-1453-EC6F-C71E-F9A8866D5CE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13EBF68-1028-F9B3-5C60-C71000E60085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13EBF68-1028-F9B3-5C60-C71000E600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9FAA902-D510-F8A7-EC92-82E87A7C71BE}"/>
              </a:ext>
            </a:extLst>
          </p:cNvPr>
          <p:cNvGrpSpPr/>
          <p:nvPr/>
        </p:nvGrpSpPr>
        <p:grpSpPr>
          <a:xfrm>
            <a:off x="5913368" y="2020336"/>
            <a:ext cx="329975" cy="317131"/>
            <a:chOff x="2968850" y="3499219"/>
            <a:chExt cx="329975" cy="317131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98DE163B-21B6-14EB-A98A-69EC2E0759F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02B9ECEE-945A-8869-A73F-34A3B15A55A9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02B9ECEE-945A-8869-A73F-34A3B15A55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5CE0E60-499E-D751-46F4-3315E02058DD}"/>
              </a:ext>
            </a:extLst>
          </p:cNvPr>
          <p:cNvGrpSpPr/>
          <p:nvPr/>
        </p:nvGrpSpPr>
        <p:grpSpPr>
          <a:xfrm>
            <a:off x="6307068" y="2017242"/>
            <a:ext cx="329975" cy="317131"/>
            <a:chOff x="2968850" y="3499219"/>
            <a:chExt cx="329975" cy="317131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6D442691-FEF2-1E00-104F-AC2EB24EAA6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6C4CFBBF-0D27-91C9-D66A-711EC16C861E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6C4CFBBF-0D27-91C9-D66A-711EC16C86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3F7F3A60-0BE4-6341-8591-FC57513DB339}"/>
              </a:ext>
            </a:extLst>
          </p:cNvPr>
          <p:cNvGrpSpPr/>
          <p:nvPr/>
        </p:nvGrpSpPr>
        <p:grpSpPr>
          <a:xfrm>
            <a:off x="6719818" y="2017242"/>
            <a:ext cx="329975" cy="317131"/>
            <a:chOff x="2968850" y="3499219"/>
            <a:chExt cx="329975" cy="317131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E922B7D3-5F4E-236F-C683-3CBE9B185F3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B5946E7E-60FC-9AED-D007-CCDE37E25B87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B5946E7E-60FC-9AED-D007-CCDE37E25B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B6DED9B0-9D85-386C-C475-2EEECF3885D7}"/>
              </a:ext>
            </a:extLst>
          </p:cNvPr>
          <p:cNvGrpSpPr/>
          <p:nvPr/>
        </p:nvGrpSpPr>
        <p:grpSpPr>
          <a:xfrm>
            <a:off x="7113518" y="2020336"/>
            <a:ext cx="329975" cy="317131"/>
            <a:chOff x="2968850" y="3499219"/>
            <a:chExt cx="329975" cy="317131"/>
          </a:xfrm>
        </p:grpSpPr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F5CF9E82-285F-FAE2-818D-F5AB8C8DF61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59CE0A4C-99A7-2928-CE1D-147A573DF60C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59CE0A4C-99A7-2928-CE1D-147A573DF6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17DA1014-1069-69E9-B444-F6A232FC8978}"/>
              </a:ext>
            </a:extLst>
          </p:cNvPr>
          <p:cNvGrpSpPr/>
          <p:nvPr/>
        </p:nvGrpSpPr>
        <p:grpSpPr>
          <a:xfrm>
            <a:off x="7507218" y="2017240"/>
            <a:ext cx="329975" cy="317131"/>
            <a:chOff x="2968850" y="3499219"/>
            <a:chExt cx="329975" cy="317131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371DF5C8-5855-899D-2F5F-D70A893A6E9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203E4BDB-7FF1-FD3E-6CEF-710CB93ECEB9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203E4BDB-7FF1-FD3E-6CEF-710CB93ECE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4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2" name="连接符: 曲线 61">
            <a:extLst>
              <a:ext uri="{FF2B5EF4-FFF2-40B4-BE49-F238E27FC236}">
                <a16:creationId xmlns:a16="http://schemas.microsoft.com/office/drawing/2014/main" id="{1455CAD4-0DB9-364F-58A7-B2C686E163DC}"/>
              </a:ext>
            </a:extLst>
          </p:cNvPr>
          <p:cNvCxnSpPr>
            <a:cxnSpLocks/>
            <a:stCxn id="35" idx="0"/>
            <a:endCxn id="20" idx="0"/>
          </p:cNvCxnSpPr>
          <p:nvPr/>
        </p:nvCxnSpPr>
        <p:spPr>
          <a:xfrm rot="5400000" flipH="1" flipV="1">
            <a:off x="5478280" y="1420262"/>
            <a:ext cx="2" cy="1200150"/>
          </a:xfrm>
          <a:prstGeom prst="curvedConnector3">
            <a:avLst>
              <a:gd name="adj1" fmla="val 1143010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61417ABB-97E6-543B-1E80-BE881619849C}"/>
              </a:ext>
            </a:extLst>
          </p:cNvPr>
          <p:cNvGrpSpPr/>
          <p:nvPr/>
        </p:nvGrpSpPr>
        <p:grpSpPr>
          <a:xfrm>
            <a:off x="4711749" y="3080788"/>
            <a:ext cx="329975" cy="317131"/>
            <a:chOff x="2968850" y="3499219"/>
            <a:chExt cx="329975" cy="317131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A2BEFD6E-6DF4-B3B7-F389-63EA4C32BCA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D333BF2C-9AD8-FD25-4316-96737E49A50B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D333BF2C-9AD8-FD25-4316-96737E49A5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1A77C070-1F8C-DE8D-623B-FD5B436DFFB3}"/>
              </a:ext>
            </a:extLst>
          </p:cNvPr>
          <p:cNvGrpSpPr/>
          <p:nvPr/>
        </p:nvGrpSpPr>
        <p:grpSpPr>
          <a:xfrm>
            <a:off x="5124499" y="3080788"/>
            <a:ext cx="329975" cy="317131"/>
            <a:chOff x="2968850" y="3499219"/>
            <a:chExt cx="329975" cy="317131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F73F7478-5ED1-07EE-8A5C-16D2E60B87E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892E838F-E8EF-6C72-B36B-440A7C108A3D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892E838F-E8EF-6C72-B36B-440A7C108A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234FDF13-028F-AA81-777E-505D13F645F7}"/>
              </a:ext>
            </a:extLst>
          </p:cNvPr>
          <p:cNvGrpSpPr/>
          <p:nvPr/>
        </p:nvGrpSpPr>
        <p:grpSpPr>
          <a:xfrm>
            <a:off x="5518199" y="3083882"/>
            <a:ext cx="329975" cy="317131"/>
            <a:chOff x="2968850" y="3499219"/>
            <a:chExt cx="329975" cy="317131"/>
          </a:xfrm>
        </p:grpSpPr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30DE4601-ADE9-CB19-068C-121D72B2606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1756ABAF-EE1D-BC44-EA78-B5F045135A62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1756ABAF-EE1D-BC44-EA78-B5F045135A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115E7943-AB4E-434D-D33D-89E01E0C8E8C}"/>
              </a:ext>
            </a:extLst>
          </p:cNvPr>
          <p:cNvGrpSpPr/>
          <p:nvPr/>
        </p:nvGrpSpPr>
        <p:grpSpPr>
          <a:xfrm>
            <a:off x="5911899" y="3080786"/>
            <a:ext cx="329975" cy="317131"/>
            <a:chOff x="2968850" y="3499219"/>
            <a:chExt cx="329975" cy="317131"/>
          </a:xfrm>
        </p:grpSpPr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395D4F54-CFAB-89D6-EFCA-D7925DA8538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ACDB187-C3DF-A715-9418-0063857B3F31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ACDB187-C3DF-A715-9418-0063857B3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433038F8-E9F4-465F-34BC-6D56FCB674AE}"/>
              </a:ext>
            </a:extLst>
          </p:cNvPr>
          <p:cNvGrpSpPr/>
          <p:nvPr/>
        </p:nvGrpSpPr>
        <p:grpSpPr>
          <a:xfrm>
            <a:off x="6305599" y="3077692"/>
            <a:ext cx="329975" cy="317131"/>
            <a:chOff x="2968850" y="3499219"/>
            <a:chExt cx="329975" cy="317131"/>
          </a:xfrm>
        </p:grpSpPr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4A8187AC-9B7A-9F25-B35D-153C1468829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FD8EA89-243D-EEE2-9390-A3E0A56163AE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EFD8EA89-243D-EEE2-9390-A3E0A56163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6D2A46CB-8A69-95D1-BC59-36A0BCFF6EBA}"/>
              </a:ext>
            </a:extLst>
          </p:cNvPr>
          <p:cNvGrpSpPr/>
          <p:nvPr/>
        </p:nvGrpSpPr>
        <p:grpSpPr>
          <a:xfrm>
            <a:off x="6718349" y="3077692"/>
            <a:ext cx="329975" cy="317131"/>
            <a:chOff x="2968850" y="3499219"/>
            <a:chExt cx="329975" cy="317131"/>
          </a:xfrm>
        </p:grpSpPr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705E8B89-2B37-FC6B-EB3C-84AF908631C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C8CB5879-732D-4D20-A6B8-5F472C77102E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C8CB5879-732D-4D20-A6B8-5F472C7710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AA97874F-5B15-435B-50D1-50702A619D00}"/>
              </a:ext>
            </a:extLst>
          </p:cNvPr>
          <p:cNvGrpSpPr/>
          <p:nvPr/>
        </p:nvGrpSpPr>
        <p:grpSpPr>
          <a:xfrm>
            <a:off x="7112049" y="3080786"/>
            <a:ext cx="329975" cy="317131"/>
            <a:chOff x="2968850" y="3499219"/>
            <a:chExt cx="329975" cy="317131"/>
          </a:xfrm>
        </p:grpSpPr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A6130879-5A92-F076-FE5E-627FD7E0150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2B2104A0-ED52-247E-5D6D-6527C31902E4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2B2104A0-ED52-247E-5D6D-6527C3190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E4D99D59-451B-811C-3FCE-8AA23F96722E}"/>
              </a:ext>
            </a:extLst>
          </p:cNvPr>
          <p:cNvGrpSpPr/>
          <p:nvPr/>
        </p:nvGrpSpPr>
        <p:grpSpPr>
          <a:xfrm>
            <a:off x="7505749" y="3077690"/>
            <a:ext cx="329975" cy="317131"/>
            <a:chOff x="2968850" y="3499219"/>
            <a:chExt cx="329975" cy="317131"/>
          </a:xfrm>
        </p:grpSpPr>
        <p:sp>
          <p:nvSpPr>
            <p:cNvPr id="92" name="矩形: 圆角 91">
              <a:extLst>
                <a:ext uri="{FF2B5EF4-FFF2-40B4-BE49-F238E27FC236}">
                  <a16:creationId xmlns:a16="http://schemas.microsoft.com/office/drawing/2014/main" id="{5E5DD4C6-72B8-4D35-9840-8F87C4B9798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5E5436F7-00BE-1D9E-42CC-8ADBF814B0E9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5E5436F7-00BE-1D9E-42CC-8ADBF814B0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9" name="连接符: 曲线 98">
            <a:extLst>
              <a:ext uri="{FF2B5EF4-FFF2-40B4-BE49-F238E27FC236}">
                <a16:creationId xmlns:a16="http://schemas.microsoft.com/office/drawing/2014/main" id="{FB1A8399-05F2-D7EC-F41D-54A1AB3C1BCD}"/>
              </a:ext>
            </a:extLst>
          </p:cNvPr>
          <p:cNvCxnSpPr>
            <a:cxnSpLocks/>
            <a:stCxn id="78" idx="0"/>
            <a:endCxn id="86" idx="0"/>
          </p:cNvCxnSpPr>
          <p:nvPr/>
        </p:nvCxnSpPr>
        <p:spPr>
          <a:xfrm rot="5400000" flipH="1" flipV="1">
            <a:off x="6270134" y="2490745"/>
            <a:ext cx="26255" cy="1200151"/>
          </a:xfrm>
          <a:prstGeom prst="curvedConnector3">
            <a:avLst>
              <a:gd name="adj1" fmla="val 970691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C87E24DA-F0E9-4B50-EFD3-CECBE0AAB68C}"/>
              </a:ext>
            </a:extLst>
          </p:cNvPr>
          <p:cNvGrpSpPr/>
          <p:nvPr/>
        </p:nvGrpSpPr>
        <p:grpSpPr>
          <a:xfrm>
            <a:off x="4711749" y="4038393"/>
            <a:ext cx="329975" cy="317131"/>
            <a:chOff x="2968850" y="3499219"/>
            <a:chExt cx="329975" cy="317131"/>
          </a:xfrm>
        </p:grpSpPr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C5B1888A-1D8B-A392-6C6B-53CBE50B74C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DFB1004C-AC05-C1CD-0910-E58703532C04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DFB1004C-AC05-C1CD-0910-E58703532C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7B64493A-9713-C3E4-4F6B-21EACF0D7ADA}"/>
              </a:ext>
            </a:extLst>
          </p:cNvPr>
          <p:cNvGrpSpPr/>
          <p:nvPr/>
        </p:nvGrpSpPr>
        <p:grpSpPr>
          <a:xfrm>
            <a:off x="5124499" y="4038393"/>
            <a:ext cx="329975" cy="317131"/>
            <a:chOff x="2968850" y="3499219"/>
            <a:chExt cx="329975" cy="317131"/>
          </a:xfrm>
        </p:grpSpPr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B8F4226C-3B38-DDDB-0C0A-C31F2FF00BB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49DE9E0F-A7BD-8CEF-031C-BC1B1C5B2205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49DE9E0F-A7BD-8CEF-031C-BC1B1C5B2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A818DD23-4867-FAE9-5189-00ADD048C786}"/>
              </a:ext>
            </a:extLst>
          </p:cNvPr>
          <p:cNvGrpSpPr/>
          <p:nvPr/>
        </p:nvGrpSpPr>
        <p:grpSpPr>
          <a:xfrm>
            <a:off x="5518199" y="4041487"/>
            <a:ext cx="329975" cy="317131"/>
            <a:chOff x="2968850" y="3499219"/>
            <a:chExt cx="329975" cy="317131"/>
          </a:xfrm>
        </p:grpSpPr>
        <p:sp>
          <p:nvSpPr>
            <p:cNvPr id="112" name="矩形: 圆角 111">
              <a:extLst>
                <a:ext uri="{FF2B5EF4-FFF2-40B4-BE49-F238E27FC236}">
                  <a16:creationId xmlns:a16="http://schemas.microsoft.com/office/drawing/2014/main" id="{C5CE61CC-2122-F25D-F8B9-D09A3FEB7D7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2816523E-78D4-A746-3B0B-D2EB5F3F5F9A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2816523E-78D4-A746-3B0B-D2EB5F3F5F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5043DF64-F701-1B83-2A8F-4D06D686865F}"/>
              </a:ext>
            </a:extLst>
          </p:cNvPr>
          <p:cNvGrpSpPr/>
          <p:nvPr/>
        </p:nvGrpSpPr>
        <p:grpSpPr>
          <a:xfrm>
            <a:off x="5911899" y="4038391"/>
            <a:ext cx="329975" cy="317131"/>
            <a:chOff x="2968850" y="3499219"/>
            <a:chExt cx="329975" cy="317131"/>
          </a:xfrm>
        </p:grpSpPr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5A006872-7285-216B-CFAC-310E0EBFCDC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4F685DAF-7E07-D651-3D93-FD96D99BDD33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4F685DAF-7E07-D651-3D93-FD96D99BDD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9724DA7D-AEF5-456E-7ED1-92AE61BE7C80}"/>
              </a:ext>
            </a:extLst>
          </p:cNvPr>
          <p:cNvGrpSpPr/>
          <p:nvPr/>
        </p:nvGrpSpPr>
        <p:grpSpPr>
          <a:xfrm>
            <a:off x="6305599" y="4035297"/>
            <a:ext cx="329975" cy="317131"/>
            <a:chOff x="2968850" y="3499219"/>
            <a:chExt cx="329975" cy="317131"/>
          </a:xfrm>
        </p:grpSpPr>
        <p:sp>
          <p:nvSpPr>
            <p:cNvPr id="118" name="矩形: 圆角 117">
              <a:extLst>
                <a:ext uri="{FF2B5EF4-FFF2-40B4-BE49-F238E27FC236}">
                  <a16:creationId xmlns:a16="http://schemas.microsoft.com/office/drawing/2014/main" id="{78578D13-D1A0-13A9-B100-80A997878B4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D4F80112-51A1-5C06-0F60-C045044C3A3A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D4F80112-51A1-5C06-0F60-C045044C3A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A34C0460-0367-5047-8007-98A108468F02}"/>
              </a:ext>
            </a:extLst>
          </p:cNvPr>
          <p:cNvGrpSpPr/>
          <p:nvPr/>
        </p:nvGrpSpPr>
        <p:grpSpPr>
          <a:xfrm>
            <a:off x="6718349" y="4035297"/>
            <a:ext cx="329975" cy="317131"/>
            <a:chOff x="2968850" y="3499219"/>
            <a:chExt cx="329975" cy="317131"/>
          </a:xfrm>
        </p:grpSpPr>
        <p:sp>
          <p:nvSpPr>
            <p:cNvPr id="121" name="矩形: 圆角 120">
              <a:extLst>
                <a:ext uri="{FF2B5EF4-FFF2-40B4-BE49-F238E27FC236}">
                  <a16:creationId xmlns:a16="http://schemas.microsoft.com/office/drawing/2014/main" id="{E2531F62-B2E0-DD5D-A939-EF55D601E0B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F5C057FD-BF98-AA24-4511-2B6E753670BB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F5C057FD-BF98-AA24-4511-2B6E753670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E4B9C746-C4F5-8E4D-18A6-FD0643CAEE9C}"/>
              </a:ext>
            </a:extLst>
          </p:cNvPr>
          <p:cNvGrpSpPr/>
          <p:nvPr/>
        </p:nvGrpSpPr>
        <p:grpSpPr>
          <a:xfrm>
            <a:off x="7112049" y="4038391"/>
            <a:ext cx="329975" cy="317131"/>
            <a:chOff x="2968850" y="3499219"/>
            <a:chExt cx="329975" cy="317131"/>
          </a:xfrm>
        </p:grpSpPr>
        <p:sp>
          <p:nvSpPr>
            <p:cNvPr id="124" name="矩形: 圆角 123">
              <a:extLst>
                <a:ext uri="{FF2B5EF4-FFF2-40B4-BE49-F238E27FC236}">
                  <a16:creationId xmlns:a16="http://schemas.microsoft.com/office/drawing/2014/main" id="{A040C2A8-C416-FD4E-F6AE-57846740BBA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B2BFF8B3-11D5-5E15-2ECD-1979B34F2247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B2BFF8B3-11D5-5E15-2ECD-1979B34F22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47B7176A-283F-7B28-39A9-0B172FCE5213}"/>
              </a:ext>
            </a:extLst>
          </p:cNvPr>
          <p:cNvGrpSpPr/>
          <p:nvPr/>
        </p:nvGrpSpPr>
        <p:grpSpPr>
          <a:xfrm>
            <a:off x="7505749" y="4035295"/>
            <a:ext cx="329975" cy="317131"/>
            <a:chOff x="2968850" y="3499219"/>
            <a:chExt cx="329975" cy="317131"/>
          </a:xfrm>
        </p:grpSpPr>
        <p:sp>
          <p:nvSpPr>
            <p:cNvPr id="127" name="矩形: 圆角 126">
              <a:extLst>
                <a:ext uri="{FF2B5EF4-FFF2-40B4-BE49-F238E27FC236}">
                  <a16:creationId xmlns:a16="http://schemas.microsoft.com/office/drawing/2014/main" id="{B4D8D670-DFC3-FCCE-D471-C8ECCA4C1AA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A61DEA41-BDBB-58AD-8EF7-4F4361D28944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A61DEA41-BDBB-58AD-8EF7-4F4361D289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4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0F04D1F4-4BB5-F778-85D3-08BA20D49A1F}"/>
              </a:ext>
            </a:extLst>
          </p:cNvPr>
          <p:cNvGrpSpPr/>
          <p:nvPr/>
        </p:nvGrpSpPr>
        <p:grpSpPr>
          <a:xfrm>
            <a:off x="7900918" y="2016056"/>
            <a:ext cx="329975" cy="317131"/>
            <a:chOff x="2968850" y="3499219"/>
            <a:chExt cx="329975" cy="317131"/>
          </a:xfrm>
        </p:grpSpPr>
        <p:sp>
          <p:nvSpPr>
            <p:cNvPr id="138" name="矩形: 圆角 137">
              <a:extLst>
                <a:ext uri="{FF2B5EF4-FFF2-40B4-BE49-F238E27FC236}">
                  <a16:creationId xmlns:a16="http://schemas.microsoft.com/office/drawing/2014/main" id="{CEC6A25F-61F2-5392-77FB-C8699B99288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27A28B58-DD9D-E67E-D021-3E0BA616DD43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27A28B58-DD9D-E67E-D021-3E0BA616D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A878E9B5-F475-07A3-5AF5-D94DF58F7189}"/>
              </a:ext>
            </a:extLst>
          </p:cNvPr>
          <p:cNvGrpSpPr/>
          <p:nvPr/>
        </p:nvGrpSpPr>
        <p:grpSpPr>
          <a:xfrm>
            <a:off x="8304331" y="2016054"/>
            <a:ext cx="329975" cy="317131"/>
            <a:chOff x="2968850" y="3499219"/>
            <a:chExt cx="329975" cy="317131"/>
          </a:xfrm>
        </p:grpSpPr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19215E47-56DB-34E3-102C-DC3286DE2E9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AB90020C-0D8E-A20D-4B26-E762E10DEC19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AB90020C-0D8E-A20D-4B26-E762E10DEC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DECC66C8-8992-14A7-CC9F-FEA58839AC18}"/>
              </a:ext>
            </a:extLst>
          </p:cNvPr>
          <p:cNvGrpSpPr/>
          <p:nvPr/>
        </p:nvGrpSpPr>
        <p:grpSpPr>
          <a:xfrm>
            <a:off x="8688318" y="2016056"/>
            <a:ext cx="329975" cy="317131"/>
            <a:chOff x="2968850" y="3499219"/>
            <a:chExt cx="329975" cy="317131"/>
          </a:xfrm>
        </p:grpSpPr>
        <p:sp>
          <p:nvSpPr>
            <p:cNvPr id="144" name="矩形: 圆角 143">
              <a:extLst>
                <a:ext uri="{FF2B5EF4-FFF2-40B4-BE49-F238E27FC236}">
                  <a16:creationId xmlns:a16="http://schemas.microsoft.com/office/drawing/2014/main" id="{6CD3C3F5-33C0-8B9D-CCE8-FA1686A8821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81415F45-E7EE-2101-A92B-2EEE8AFDFB29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81415F45-E7EE-2101-A92B-2EEE8AFDF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D82BA9E1-4154-1CAE-B1ED-33A5377E0271}"/>
              </a:ext>
            </a:extLst>
          </p:cNvPr>
          <p:cNvGrpSpPr/>
          <p:nvPr/>
        </p:nvGrpSpPr>
        <p:grpSpPr>
          <a:xfrm>
            <a:off x="9091731" y="2016054"/>
            <a:ext cx="329975" cy="317131"/>
            <a:chOff x="2968850" y="3499219"/>
            <a:chExt cx="329975" cy="317131"/>
          </a:xfrm>
        </p:grpSpPr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7911BD77-FD94-3583-91BC-20B74657B8E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EC69EBC4-9041-5A2F-53D7-3CA42161E609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EC69EBC4-9041-5A2F-53D7-3CA42161E6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8E4706E0-D1FE-7279-B86A-322DC31EF122}"/>
              </a:ext>
            </a:extLst>
          </p:cNvPr>
          <p:cNvGrpSpPr/>
          <p:nvPr/>
        </p:nvGrpSpPr>
        <p:grpSpPr>
          <a:xfrm>
            <a:off x="7909161" y="3077690"/>
            <a:ext cx="329975" cy="317131"/>
            <a:chOff x="2968850" y="3499219"/>
            <a:chExt cx="329975" cy="317131"/>
          </a:xfrm>
        </p:grpSpPr>
        <p:sp>
          <p:nvSpPr>
            <p:cNvPr id="162" name="矩形: 圆角 161">
              <a:extLst>
                <a:ext uri="{FF2B5EF4-FFF2-40B4-BE49-F238E27FC236}">
                  <a16:creationId xmlns:a16="http://schemas.microsoft.com/office/drawing/2014/main" id="{FAE9A30B-11DB-FAF8-9A5B-1D4A415605D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9920A5B2-C2D8-E5E0-3501-EC8EEF630205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9920A5B2-C2D8-E5E0-3501-EC8EEF630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F6671BAA-CEE0-E27C-37A1-0332BF661470}"/>
              </a:ext>
            </a:extLst>
          </p:cNvPr>
          <p:cNvGrpSpPr/>
          <p:nvPr/>
        </p:nvGrpSpPr>
        <p:grpSpPr>
          <a:xfrm>
            <a:off x="8312574" y="3077688"/>
            <a:ext cx="329975" cy="317131"/>
            <a:chOff x="2968850" y="3499219"/>
            <a:chExt cx="329975" cy="317131"/>
          </a:xfrm>
        </p:grpSpPr>
        <p:sp>
          <p:nvSpPr>
            <p:cNvPr id="165" name="矩形: 圆角 164">
              <a:extLst>
                <a:ext uri="{FF2B5EF4-FFF2-40B4-BE49-F238E27FC236}">
                  <a16:creationId xmlns:a16="http://schemas.microsoft.com/office/drawing/2014/main" id="{FA49D618-B72C-8A5E-1398-761937BE503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BAF4F913-E4CB-F0FB-ADE1-6B5BDD110B28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BAF4F913-E4CB-F0FB-ADE1-6B5BDD110B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A9F66817-7F64-FDD0-F8F7-C7C72D12EC9A}"/>
              </a:ext>
            </a:extLst>
          </p:cNvPr>
          <p:cNvGrpSpPr/>
          <p:nvPr/>
        </p:nvGrpSpPr>
        <p:grpSpPr>
          <a:xfrm>
            <a:off x="8696561" y="3077690"/>
            <a:ext cx="329975" cy="317131"/>
            <a:chOff x="2968850" y="3499219"/>
            <a:chExt cx="329975" cy="317131"/>
          </a:xfrm>
        </p:grpSpPr>
        <p:sp>
          <p:nvSpPr>
            <p:cNvPr id="168" name="矩形: 圆角 167">
              <a:extLst>
                <a:ext uri="{FF2B5EF4-FFF2-40B4-BE49-F238E27FC236}">
                  <a16:creationId xmlns:a16="http://schemas.microsoft.com/office/drawing/2014/main" id="{11AB67F6-1E41-2B39-0445-A3C29098922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D6F59EE1-85B9-9130-73BB-C177D7A91449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D6F59EE1-85B9-9130-73BB-C177D7A91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D8B0F569-8C69-650E-0B55-C4B222AC35A2}"/>
              </a:ext>
            </a:extLst>
          </p:cNvPr>
          <p:cNvGrpSpPr/>
          <p:nvPr/>
        </p:nvGrpSpPr>
        <p:grpSpPr>
          <a:xfrm>
            <a:off x="9099974" y="3077688"/>
            <a:ext cx="329975" cy="317131"/>
            <a:chOff x="2968850" y="3499219"/>
            <a:chExt cx="329975" cy="317131"/>
          </a:xfrm>
        </p:grpSpPr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FD788D56-A398-C1BB-3519-646C1A00400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56309127-345E-4D37-4397-AF4DFC3FF1DA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56309127-345E-4D37-4397-AF4DFC3FF1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A49E9465-4047-2739-939B-91EA2610501D}"/>
              </a:ext>
            </a:extLst>
          </p:cNvPr>
          <p:cNvGrpSpPr/>
          <p:nvPr/>
        </p:nvGrpSpPr>
        <p:grpSpPr>
          <a:xfrm>
            <a:off x="7899449" y="4035297"/>
            <a:ext cx="329975" cy="317131"/>
            <a:chOff x="2968850" y="3499219"/>
            <a:chExt cx="329975" cy="317131"/>
          </a:xfrm>
        </p:grpSpPr>
        <p:sp>
          <p:nvSpPr>
            <p:cNvPr id="174" name="矩形: 圆角 173">
              <a:extLst>
                <a:ext uri="{FF2B5EF4-FFF2-40B4-BE49-F238E27FC236}">
                  <a16:creationId xmlns:a16="http://schemas.microsoft.com/office/drawing/2014/main" id="{4272F80D-9C66-4113-A1E9-02F1583352B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1EB698C9-5966-A5EC-98BE-21F53E7F83B4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1EB698C9-5966-A5EC-98BE-21F53E7F83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6" name="组合 175">
            <a:extLst>
              <a:ext uri="{FF2B5EF4-FFF2-40B4-BE49-F238E27FC236}">
                <a16:creationId xmlns:a16="http://schemas.microsoft.com/office/drawing/2014/main" id="{A0BC0ED8-9FE2-C6F8-4651-8FB3D835D110}"/>
              </a:ext>
            </a:extLst>
          </p:cNvPr>
          <p:cNvGrpSpPr/>
          <p:nvPr/>
        </p:nvGrpSpPr>
        <p:grpSpPr>
          <a:xfrm>
            <a:off x="8302862" y="4035295"/>
            <a:ext cx="329975" cy="317131"/>
            <a:chOff x="2968850" y="3499219"/>
            <a:chExt cx="329975" cy="317131"/>
          </a:xfrm>
        </p:grpSpPr>
        <p:sp>
          <p:nvSpPr>
            <p:cNvPr id="177" name="矩形: 圆角 176">
              <a:extLst>
                <a:ext uri="{FF2B5EF4-FFF2-40B4-BE49-F238E27FC236}">
                  <a16:creationId xmlns:a16="http://schemas.microsoft.com/office/drawing/2014/main" id="{3A95F287-C6EC-19DE-5422-D29548A1B3D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7A8BCA7D-D322-5BA9-A7BF-6B6A93C4556B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7A8BCA7D-D322-5BA9-A7BF-6B6A93C45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9" name="组合 178">
            <a:extLst>
              <a:ext uri="{FF2B5EF4-FFF2-40B4-BE49-F238E27FC236}">
                <a16:creationId xmlns:a16="http://schemas.microsoft.com/office/drawing/2014/main" id="{452EAC06-5E69-73A1-950C-3B0F2C83BDA4}"/>
              </a:ext>
            </a:extLst>
          </p:cNvPr>
          <p:cNvGrpSpPr/>
          <p:nvPr/>
        </p:nvGrpSpPr>
        <p:grpSpPr>
          <a:xfrm>
            <a:off x="8686849" y="4035297"/>
            <a:ext cx="329975" cy="317131"/>
            <a:chOff x="2968850" y="3499219"/>
            <a:chExt cx="329975" cy="317131"/>
          </a:xfrm>
        </p:grpSpPr>
        <p:sp>
          <p:nvSpPr>
            <p:cNvPr id="180" name="矩形: 圆角 179">
              <a:extLst>
                <a:ext uri="{FF2B5EF4-FFF2-40B4-BE49-F238E27FC236}">
                  <a16:creationId xmlns:a16="http://schemas.microsoft.com/office/drawing/2014/main" id="{781F24FD-730F-9E4E-FE1B-7729F685BFA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72A83CF4-4A12-FDCB-7BFF-44EF679EB3DB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72A83CF4-4A12-FDCB-7BFF-44EF679EB3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77302DE8-1DA2-8728-01A2-F79A1F09079F}"/>
              </a:ext>
            </a:extLst>
          </p:cNvPr>
          <p:cNvGrpSpPr/>
          <p:nvPr/>
        </p:nvGrpSpPr>
        <p:grpSpPr>
          <a:xfrm>
            <a:off x="9090262" y="4035295"/>
            <a:ext cx="329975" cy="317131"/>
            <a:chOff x="2968850" y="3499219"/>
            <a:chExt cx="329975" cy="317131"/>
          </a:xfrm>
        </p:grpSpPr>
        <p:sp>
          <p:nvSpPr>
            <p:cNvPr id="183" name="矩形: 圆角 182">
              <a:extLst>
                <a:ext uri="{FF2B5EF4-FFF2-40B4-BE49-F238E27FC236}">
                  <a16:creationId xmlns:a16="http://schemas.microsoft.com/office/drawing/2014/main" id="{B53A4DF2-5654-070D-BD06-2AADA52576E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052C69AA-9FD0-0558-355F-215F2D9B4B66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052C69AA-9FD0-0558-355F-215F2D9B4B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4542BDDB-A0D4-3852-3C54-0A7259E88A66}"/>
              </a:ext>
            </a:extLst>
          </p:cNvPr>
          <p:cNvGrpSpPr/>
          <p:nvPr/>
        </p:nvGrpSpPr>
        <p:grpSpPr>
          <a:xfrm>
            <a:off x="4711749" y="5099793"/>
            <a:ext cx="329975" cy="317131"/>
            <a:chOff x="2968850" y="3499219"/>
            <a:chExt cx="329975" cy="317131"/>
          </a:xfrm>
        </p:grpSpPr>
        <p:sp>
          <p:nvSpPr>
            <p:cNvPr id="187" name="矩形: 圆角 186">
              <a:extLst>
                <a:ext uri="{FF2B5EF4-FFF2-40B4-BE49-F238E27FC236}">
                  <a16:creationId xmlns:a16="http://schemas.microsoft.com/office/drawing/2014/main" id="{E7655FC8-30F1-4312-AAA7-AEC64D4A92B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42DE7D93-ED58-C0B1-793B-11E5760E4BC7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42DE7D93-ED58-C0B1-793B-11E5760E4B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9" name="组合 188">
            <a:extLst>
              <a:ext uri="{FF2B5EF4-FFF2-40B4-BE49-F238E27FC236}">
                <a16:creationId xmlns:a16="http://schemas.microsoft.com/office/drawing/2014/main" id="{28F406B3-BCDB-D309-06A2-5C36289DD80E}"/>
              </a:ext>
            </a:extLst>
          </p:cNvPr>
          <p:cNvGrpSpPr/>
          <p:nvPr/>
        </p:nvGrpSpPr>
        <p:grpSpPr>
          <a:xfrm>
            <a:off x="5124499" y="5099793"/>
            <a:ext cx="329975" cy="317131"/>
            <a:chOff x="2968850" y="3499219"/>
            <a:chExt cx="329975" cy="317131"/>
          </a:xfrm>
        </p:grpSpPr>
        <p:sp>
          <p:nvSpPr>
            <p:cNvPr id="190" name="矩形: 圆角 189">
              <a:extLst>
                <a:ext uri="{FF2B5EF4-FFF2-40B4-BE49-F238E27FC236}">
                  <a16:creationId xmlns:a16="http://schemas.microsoft.com/office/drawing/2014/main" id="{DBCA0B06-A2D2-E996-B89E-4937241A3B9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4290ED2A-7696-4FFC-9F92-7A81506A0BCE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4290ED2A-7696-4FFC-9F92-7A81506A0B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92E660F7-B249-0AFE-F900-C2569497F122}"/>
              </a:ext>
            </a:extLst>
          </p:cNvPr>
          <p:cNvGrpSpPr/>
          <p:nvPr/>
        </p:nvGrpSpPr>
        <p:grpSpPr>
          <a:xfrm>
            <a:off x="5518199" y="5102887"/>
            <a:ext cx="329975" cy="317131"/>
            <a:chOff x="2968850" y="3499219"/>
            <a:chExt cx="329975" cy="317131"/>
          </a:xfrm>
        </p:grpSpPr>
        <p:sp>
          <p:nvSpPr>
            <p:cNvPr id="193" name="矩形: 圆角 192">
              <a:extLst>
                <a:ext uri="{FF2B5EF4-FFF2-40B4-BE49-F238E27FC236}">
                  <a16:creationId xmlns:a16="http://schemas.microsoft.com/office/drawing/2014/main" id="{B560E164-B622-AAF3-188E-FB5D3F63CE0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AFE33252-042F-A39D-D406-33B6C9E96641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AFE33252-042F-A39D-D406-33B6C9E966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78798EF0-1C94-A1A0-5327-284012541B92}"/>
              </a:ext>
            </a:extLst>
          </p:cNvPr>
          <p:cNvGrpSpPr/>
          <p:nvPr/>
        </p:nvGrpSpPr>
        <p:grpSpPr>
          <a:xfrm>
            <a:off x="5911899" y="5099791"/>
            <a:ext cx="329975" cy="317131"/>
            <a:chOff x="2968850" y="3499219"/>
            <a:chExt cx="329975" cy="317131"/>
          </a:xfrm>
        </p:grpSpPr>
        <p:sp>
          <p:nvSpPr>
            <p:cNvPr id="196" name="矩形: 圆角 195">
              <a:extLst>
                <a:ext uri="{FF2B5EF4-FFF2-40B4-BE49-F238E27FC236}">
                  <a16:creationId xmlns:a16="http://schemas.microsoft.com/office/drawing/2014/main" id="{BAC85C90-3A20-3E34-8CB5-C71C04D24A8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18FA6F37-7B24-682A-22CB-7D6CAFD816FC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18FA6F37-7B24-682A-22CB-7D6CAFD816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8" name="组合 197">
            <a:extLst>
              <a:ext uri="{FF2B5EF4-FFF2-40B4-BE49-F238E27FC236}">
                <a16:creationId xmlns:a16="http://schemas.microsoft.com/office/drawing/2014/main" id="{91855972-DBAD-9425-CF02-BFCF59E199D7}"/>
              </a:ext>
            </a:extLst>
          </p:cNvPr>
          <p:cNvGrpSpPr/>
          <p:nvPr/>
        </p:nvGrpSpPr>
        <p:grpSpPr>
          <a:xfrm>
            <a:off x="6305599" y="5096697"/>
            <a:ext cx="329975" cy="317131"/>
            <a:chOff x="2968850" y="3499219"/>
            <a:chExt cx="329975" cy="317131"/>
          </a:xfrm>
        </p:grpSpPr>
        <p:sp>
          <p:nvSpPr>
            <p:cNvPr id="199" name="矩形: 圆角 198">
              <a:extLst>
                <a:ext uri="{FF2B5EF4-FFF2-40B4-BE49-F238E27FC236}">
                  <a16:creationId xmlns:a16="http://schemas.microsoft.com/office/drawing/2014/main" id="{8F26D448-3B5F-6307-D437-F8DA3888015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960A262E-366E-C7B4-CDB7-066A664160AC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960A262E-366E-C7B4-CDB7-066A664160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2AEEFB69-6DF6-DC5D-5B20-CE7F9FF6B880}"/>
              </a:ext>
            </a:extLst>
          </p:cNvPr>
          <p:cNvGrpSpPr/>
          <p:nvPr/>
        </p:nvGrpSpPr>
        <p:grpSpPr>
          <a:xfrm>
            <a:off x="6718349" y="5096697"/>
            <a:ext cx="329975" cy="317131"/>
            <a:chOff x="2968850" y="3499219"/>
            <a:chExt cx="329975" cy="317131"/>
          </a:xfrm>
        </p:grpSpPr>
        <p:sp>
          <p:nvSpPr>
            <p:cNvPr id="202" name="矩形: 圆角 201">
              <a:extLst>
                <a:ext uri="{FF2B5EF4-FFF2-40B4-BE49-F238E27FC236}">
                  <a16:creationId xmlns:a16="http://schemas.microsoft.com/office/drawing/2014/main" id="{C5C247FA-F7A2-6C05-A258-EF55F5E76A5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EA64D7E9-B13E-5101-E2D9-A44D5C9033C4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EA64D7E9-B13E-5101-E2D9-A44D5C9033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4" name="组合 203">
            <a:extLst>
              <a:ext uri="{FF2B5EF4-FFF2-40B4-BE49-F238E27FC236}">
                <a16:creationId xmlns:a16="http://schemas.microsoft.com/office/drawing/2014/main" id="{B2D1E243-B189-85CC-6B5A-4A236E3F04D0}"/>
              </a:ext>
            </a:extLst>
          </p:cNvPr>
          <p:cNvGrpSpPr/>
          <p:nvPr/>
        </p:nvGrpSpPr>
        <p:grpSpPr>
          <a:xfrm>
            <a:off x="7112049" y="5099791"/>
            <a:ext cx="329975" cy="317131"/>
            <a:chOff x="2968850" y="3499219"/>
            <a:chExt cx="329975" cy="317131"/>
          </a:xfrm>
        </p:grpSpPr>
        <p:sp>
          <p:nvSpPr>
            <p:cNvPr id="205" name="矩形: 圆角 204">
              <a:extLst>
                <a:ext uri="{FF2B5EF4-FFF2-40B4-BE49-F238E27FC236}">
                  <a16:creationId xmlns:a16="http://schemas.microsoft.com/office/drawing/2014/main" id="{494CAB2B-F415-794E-1464-C0C335A3685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A3EDF4D9-533F-8C30-E6C9-6437C55438AB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A3EDF4D9-533F-8C30-E6C9-6437C55438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E4F18F95-B6D5-86B8-662C-5EEBF8F54A2D}"/>
              </a:ext>
            </a:extLst>
          </p:cNvPr>
          <p:cNvGrpSpPr/>
          <p:nvPr/>
        </p:nvGrpSpPr>
        <p:grpSpPr>
          <a:xfrm>
            <a:off x="7505749" y="5096695"/>
            <a:ext cx="329975" cy="317131"/>
            <a:chOff x="2968850" y="3499219"/>
            <a:chExt cx="329975" cy="317131"/>
          </a:xfrm>
        </p:grpSpPr>
        <p:sp>
          <p:nvSpPr>
            <p:cNvPr id="208" name="矩形: 圆角 207">
              <a:extLst>
                <a:ext uri="{FF2B5EF4-FFF2-40B4-BE49-F238E27FC236}">
                  <a16:creationId xmlns:a16="http://schemas.microsoft.com/office/drawing/2014/main" id="{FBB43448-1614-D6E9-FC85-E9B9F45F698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3CA47AF5-41BC-9CC7-B7B0-048C0D00D8EE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3CA47AF5-41BC-9CC7-B7B0-048C0D00D8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4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2" name="组合 211">
            <a:extLst>
              <a:ext uri="{FF2B5EF4-FFF2-40B4-BE49-F238E27FC236}">
                <a16:creationId xmlns:a16="http://schemas.microsoft.com/office/drawing/2014/main" id="{FD56A11D-08FB-E414-4156-56564A6EEE43}"/>
              </a:ext>
            </a:extLst>
          </p:cNvPr>
          <p:cNvGrpSpPr/>
          <p:nvPr/>
        </p:nvGrpSpPr>
        <p:grpSpPr>
          <a:xfrm>
            <a:off x="7899449" y="5096697"/>
            <a:ext cx="329975" cy="317131"/>
            <a:chOff x="2968850" y="3499219"/>
            <a:chExt cx="329975" cy="317131"/>
          </a:xfrm>
        </p:grpSpPr>
        <p:sp>
          <p:nvSpPr>
            <p:cNvPr id="213" name="矩形: 圆角 212">
              <a:extLst>
                <a:ext uri="{FF2B5EF4-FFF2-40B4-BE49-F238E27FC236}">
                  <a16:creationId xmlns:a16="http://schemas.microsoft.com/office/drawing/2014/main" id="{EE00E55D-8914-004E-AC79-5F9024B5CF4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6E9ABEE4-D640-392F-6EF6-690A2944542E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6E9ABEE4-D640-392F-6EF6-690A29445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5" name="组合 214">
            <a:extLst>
              <a:ext uri="{FF2B5EF4-FFF2-40B4-BE49-F238E27FC236}">
                <a16:creationId xmlns:a16="http://schemas.microsoft.com/office/drawing/2014/main" id="{C4B15EA0-55EC-DC21-B016-FD7050F80384}"/>
              </a:ext>
            </a:extLst>
          </p:cNvPr>
          <p:cNvGrpSpPr/>
          <p:nvPr/>
        </p:nvGrpSpPr>
        <p:grpSpPr>
          <a:xfrm>
            <a:off x="8302862" y="5096695"/>
            <a:ext cx="329975" cy="317131"/>
            <a:chOff x="2968850" y="3499219"/>
            <a:chExt cx="329975" cy="317131"/>
          </a:xfrm>
        </p:grpSpPr>
        <p:sp>
          <p:nvSpPr>
            <p:cNvPr id="216" name="矩形: 圆角 215">
              <a:extLst>
                <a:ext uri="{FF2B5EF4-FFF2-40B4-BE49-F238E27FC236}">
                  <a16:creationId xmlns:a16="http://schemas.microsoft.com/office/drawing/2014/main" id="{B3FDEA00-680D-F87A-0C6F-E80666B348E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文本框 216">
                  <a:extLst>
                    <a:ext uri="{FF2B5EF4-FFF2-40B4-BE49-F238E27FC236}">
                      <a16:creationId xmlns:a16="http://schemas.microsoft.com/office/drawing/2014/main" id="{3B478414-CC5B-ECBD-B3F8-DCE1BE40992E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17" name="文本框 216">
                  <a:extLst>
                    <a:ext uri="{FF2B5EF4-FFF2-40B4-BE49-F238E27FC236}">
                      <a16:creationId xmlns:a16="http://schemas.microsoft.com/office/drawing/2014/main" id="{3B478414-CC5B-ECBD-B3F8-DCE1BE409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8" name="组合 217">
            <a:extLst>
              <a:ext uri="{FF2B5EF4-FFF2-40B4-BE49-F238E27FC236}">
                <a16:creationId xmlns:a16="http://schemas.microsoft.com/office/drawing/2014/main" id="{75866A03-651F-B9ED-3886-593602AF6FD9}"/>
              </a:ext>
            </a:extLst>
          </p:cNvPr>
          <p:cNvGrpSpPr/>
          <p:nvPr/>
        </p:nvGrpSpPr>
        <p:grpSpPr>
          <a:xfrm>
            <a:off x="8686849" y="5096697"/>
            <a:ext cx="329975" cy="317131"/>
            <a:chOff x="2968850" y="3499219"/>
            <a:chExt cx="329975" cy="317131"/>
          </a:xfrm>
        </p:grpSpPr>
        <p:sp>
          <p:nvSpPr>
            <p:cNvPr id="219" name="矩形: 圆角 218">
              <a:extLst>
                <a:ext uri="{FF2B5EF4-FFF2-40B4-BE49-F238E27FC236}">
                  <a16:creationId xmlns:a16="http://schemas.microsoft.com/office/drawing/2014/main" id="{94E3C225-6CAF-AB74-16E2-25A0912C0D2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79124E80-8C21-B741-9B95-236584C938B7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79124E80-8C21-B741-9B95-236584C93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1" name="组合 220">
            <a:extLst>
              <a:ext uri="{FF2B5EF4-FFF2-40B4-BE49-F238E27FC236}">
                <a16:creationId xmlns:a16="http://schemas.microsoft.com/office/drawing/2014/main" id="{302E8820-A144-8B1B-1292-264758F377FA}"/>
              </a:ext>
            </a:extLst>
          </p:cNvPr>
          <p:cNvGrpSpPr/>
          <p:nvPr/>
        </p:nvGrpSpPr>
        <p:grpSpPr>
          <a:xfrm>
            <a:off x="9090262" y="5096695"/>
            <a:ext cx="329975" cy="317131"/>
            <a:chOff x="2968850" y="3499219"/>
            <a:chExt cx="329975" cy="317131"/>
          </a:xfrm>
        </p:grpSpPr>
        <p:sp>
          <p:nvSpPr>
            <p:cNvPr id="222" name="矩形: 圆角 221">
              <a:extLst>
                <a:ext uri="{FF2B5EF4-FFF2-40B4-BE49-F238E27FC236}">
                  <a16:creationId xmlns:a16="http://schemas.microsoft.com/office/drawing/2014/main" id="{E8555371-7742-ADE9-E9E2-46FB0386DE8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文本框 222">
                  <a:extLst>
                    <a:ext uri="{FF2B5EF4-FFF2-40B4-BE49-F238E27FC236}">
                      <a16:creationId xmlns:a16="http://schemas.microsoft.com/office/drawing/2014/main" id="{35B18494-B434-7FD5-2BD2-23C0C03B4E8E}"/>
                    </a:ext>
                  </a:extLst>
                </p:cNvPr>
                <p:cNvSpPr txBox="1"/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23" name="文本框 222">
                  <a:extLst>
                    <a:ext uri="{FF2B5EF4-FFF2-40B4-BE49-F238E27FC236}">
                      <a16:creationId xmlns:a16="http://schemas.microsoft.com/office/drawing/2014/main" id="{35B18494-B434-7FD5-2BD2-23C0C03B4E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19284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5" name="连接符: 曲线 224">
            <a:extLst>
              <a:ext uri="{FF2B5EF4-FFF2-40B4-BE49-F238E27FC236}">
                <a16:creationId xmlns:a16="http://schemas.microsoft.com/office/drawing/2014/main" id="{0231CB2C-D423-7A34-F566-BF4D0FA1E1FD}"/>
              </a:ext>
            </a:extLst>
          </p:cNvPr>
          <p:cNvCxnSpPr>
            <a:cxnSpLocks/>
            <a:stCxn id="122" idx="0"/>
            <a:endCxn id="178" idx="0"/>
          </p:cNvCxnSpPr>
          <p:nvPr/>
        </p:nvCxnSpPr>
        <p:spPr>
          <a:xfrm rot="5400000" flipH="1" flipV="1">
            <a:off x="7675591" y="3263105"/>
            <a:ext cx="2" cy="1584513"/>
          </a:xfrm>
          <a:prstGeom prst="curvedConnector3">
            <a:avLst>
              <a:gd name="adj1" fmla="val 1143010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连接符: 曲线 275">
            <a:extLst>
              <a:ext uri="{FF2B5EF4-FFF2-40B4-BE49-F238E27FC236}">
                <a16:creationId xmlns:a16="http://schemas.microsoft.com/office/drawing/2014/main" id="{A5E09C4E-75B2-6CAC-48F4-E0698171F3D4}"/>
              </a:ext>
            </a:extLst>
          </p:cNvPr>
          <p:cNvCxnSpPr>
            <a:cxnSpLocks/>
            <a:stCxn id="209" idx="0"/>
            <a:endCxn id="222" idx="0"/>
          </p:cNvCxnSpPr>
          <p:nvPr/>
        </p:nvCxnSpPr>
        <p:spPr>
          <a:xfrm rot="5400000" flipH="1" flipV="1">
            <a:off x="8452961" y="4314471"/>
            <a:ext cx="20065" cy="1584514"/>
          </a:xfrm>
          <a:prstGeom prst="curvedConnector3">
            <a:avLst>
              <a:gd name="adj1" fmla="val 1239297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4" name="组合 283">
            <a:extLst>
              <a:ext uri="{FF2B5EF4-FFF2-40B4-BE49-F238E27FC236}">
                <a16:creationId xmlns:a16="http://schemas.microsoft.com/office/drawing/2014/main" id="{223E4FA3-3B10-76A6-C942-A411AB42E40A}"/>
              </a:ext>
            </a:extLst>
          </p:cNvPr>
          <p:cNvGrpSpPr/>
          <p:nvPr/>
        </p:nvGrpSpPr>
        <p:grpSpPr>
          <a:xfrm>
            <a:off x="6102763" y="1364931"/>
            <a:ext cx="360996" cy="1226939"/>
            <a:chOff x="5416963" y="219194"/>
            <a:chExt cx="360996" cy="1226939"/>
          </a:xfrm>
        </p:grpSpPr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C71DBAD1-D281-44CC-D9A2-72B8B4B2B8AA}"/>
                </a:ext>
              </a:extLst>
            </p:cNvPr>
            <p:cNvCxnSpPr>
              <a:cxnSpLocks/>
            </p:cNvCxnSpPr>
            <p:nvPr/>
          </p:nvCxnSpPr>
          <p:spPr>
            <a:xfrm>
              <a:off x="5581586" y="460375"/>
              <a:ext cx="0" cy="985758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文本框 282">
              <a:extLst>
                <a:ext uri="{FF2B5EF4-FFF2-40B4-BE49-F238E27FC236}">
                  <a16:creationId xmlns:a16="http://schemas.microsoft.com/office/drawing/2014/main" id="{CA8FA57E-4DE9-9923-6E97-44B0203B7A82}"/>
                </a:ext>
              </a:extLst>
            </p:cNvPr>
            <p:cNvSpPr txBox="1"/>
            <p:nvPr/>
          </p:nvSpPr>
          <p:spPr>
            <a:xfrm>
              <a:off x="5416963" y="219194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800" b="1" dirty="0">
                  <a:solidFill>
                    <a:srgbClr val="FF0000"/>
                  </a:solidFill>
                </a:rPr>
                <a:t>end</a:t>
              </a:r>
              <a:endParaRPr lang="zh-CN" altLang="en-US" sz="8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85" name="组合 284">
            <a:extLst>
              <a:ext uri="{FF2B5EF4-FFF2-40B4-BE49-F238E27FC236}">
                <a16:creationId xmlns:a16="http://schemas.microsoft.com/office/drawing/2014/main" id="{DC12B33E-D9E7-4737-F291-4DC606DEC6FB}"/>
              </a:ext>
            </a:extLst>
          </p:cNvPr>
          <p:cNvGrpSpPr/>
          <p:nvPr/>
        </p:nvGrpSpPr>
        <p:grpSpPr>
          <a:xfrm>
            <a:off x="6918201" y="2590684"/>
            <a:ext cx="360996" cy="1233704"/>
            <a:chOff x="5410076" y="212429"/>
            <a:chExt cx="360996" cy="1233704"/>
          </a:xfrm>
        </p:grpSpPr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581C6D9D-E887-3461-EFA0-684401410C10}"/>
                </a:ext>
              </a:extLst>
            </p:cNvPr>
            <p:cNvCxnSpPr>
              <a:cxnSpLocks/>
            </p:cNvCxnSpPr>
            <p:nvPr/>
          </p:nvCxnSpPr>
          <p:spPr>
            <a:xfrm>
              <a:off x="5581586" y="460375"/>
              <a:ext cx="0" cy="985758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文本框 286">
              <a:extLst>
                <a:ext uri="{FF2B5EF4-FFF2-40B4-BE49-F238E27FC236}">
                  <a16:creationId xmlns:a16="http://schemas.microsoft.com/office/drawing/2014/main" id="{25F64C28-55D8-8E1A-793C-95319758F5E2}"/>
                </a:ext>
              </a:extLst>
            </p:cNvPr>
            <p:cNvSpPr txBox="1"/>
            <p:nvPr/>
          </p:nvSpPr>
          <p:spPr>
            <a:xfrm>
              <a:off x="5410076" y="212429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800" b="1" dirty="0">
                  <a:solidFill>
                    <a:srgbClr val="FF0000"/>
                  </a:solidFill>
                </a:rPr>
                <a:t>end</a:t>
              </a:r>
              <a:endParaRPr lang="zh-CN" altLang="en-US" sz="8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88" name="组合 287">
            <a:extLst>
              <a:ext uri="{FF2B5EF4-FFF2-40B4-BE49-F238E27FC236}">
                <a16:creationId xmlns:a16="http://schemas.microsoft.com/office/drawing/2014/main" id="{73BBA85C-99B0-9915-93F3-EC8B9197D9B0}"/>
              </a:ext>
            </a:extLst>
          </p:cNvPr>
          <p:cNvGrpSpPr/>
          <p:nvPr/>
        </p:nvGrpSpPr>
        <p:grpSpPr>
          <a:xfrm>
            <a:off x="8462993" y="3597303"/>
            <a:ext cx="360996" cy="1211469"/>
            <a:chOff x="5381359" y="234664"/>
            <a:chExt cx="360996" cy="1211469"/>
          </a:xfrm>
        </p:grpSpPr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7D95CED5-18B6-575D-818F-953D5BAC0376}"/>
                </a:ext>
              </a:extLst>
            </p:cNvPr>
            <p:cNvCxnSpPr>
              <a:cxnSpLocks/>
            </p:cNvCxnSpPr>
            <p:nvPr/>
          </p:nvCxnSpPr>
          <p:spPr>
            <a:xfrm>
              <a:off x="5581586" y="460375"/>
              <a:ext cx="0" cy="985758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文本框 289">
              <a:extLst>
                <a:ext uri="{FF2B5EF4-FFF2-40B4-BE49-F238E27FC236}">
                  <a16:creationId xmlns:a16="http://schemas.microsoft.com/office/drawing/2014/main" id="{0D6EDB80-514F-A57F-94BD-B6013226419E}"/>
                </a:ext>
              </a:extLst>
            </p:cNvPr>
            <p:cNvSpPr txBox="1"/>
            <p:nvPr/>
          </p:nvSpPr>
          <p:spPr>
            <a:xfrm>
              <a:off x="5381359" y="234664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800" b="1" dirty="0">
                  <a:solidFill>
                    <a:srgbClr val="FF0000"/>
                  </a:solidFill>
                </a:rPr>
                <a:t>end</a:t>
              </a:r>
              <a:endParaRPr lang="zh-CN" altLang="en-US" sz="8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左大括号 1">
            <a:extLst>
              <a:ext uri="{FF2B5EF4-FFF2-40B4-BE49-F238E27FC236}">
                <a16:creationId xmlns:a16="http://schemas.microsoft.com/office/drawing/2014/main" id="{140303D8-0E0B-38F0-BE78-23FE0A434B5E}"/>
              </a:ext>
            </a:extLst>
          </p:cNvPr>
          <p:cNvSpPr/>
          <p:nvPr/>
        </p:nvSpPr>
        <p:spPr>
          <a:xfrm rot="16200000">
            <a:off x="6037868" y="3418490"/>
            <a:ext cx="113097" cy="314324"/>
          </a:xfrm>
          <a:prstGeom prst="leftBrace">
            <a:avLst>
              <a:gd name="adj1" fmla="val 69144"/>
              <a:gd name="adj2" fmla="val 50000"/>
            </a:avLst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BA5D88EA-27EA-9891-1156-9EAF707B893D}"/>
              </a:ext>
            </a:extLst>
          </p:cNvPr>
          <p:cNvSpPr/>
          <p:nvPr/>
        </p:nvSpPr>
        <p:spPr>
          <a:xfrm rot="16200000">
            <a:off x="8069545" y="5077684"/>
            <a:ext cx="73984" cy="1185925"/>
          </a:xfrm>
          <a:prstGeom prst="leftBrace">
            <a:avLst>
              <a:gd name="adj1" fmla="val 69144"/>
              <a:gd name="adj2" fmla="val 50000"/>
            </a:avLst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46E89A-18E4-0D9F-B797-537D76A219E6}"/>
              </a:ext>
            </a:extLst>
          </p:cNvPr>
          <p:cNvSpPr txBox="1"/>
          <p:nvPr/>
        </p:nvSpPr>
        <p:spPr>
          <a:xfrm>
            <a:off x="2975388" y="3793750"/>
            <a:ext cx="748923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</a:rPr>
              <a:t>重复计算</a:t>
            </a:r>
          </a:p>
        </p:txBody>
      </p:sp>
      <p:cxnSp>
        <p:nvCxnSpPr>
          <p:cNvPr id="8" name="连接符: 曲线 7">
            <a:extLst>
              <a:ext uri="{FF2B5EF4-FFF2-40B4-BE49-F238E27FC236}">
                <a16:creationId xmlns:a16="http://schemas.microsoft.com/office/drawing/2014/main" id="{1344F5B2-92B2-47A1-1BFC-E05ED60341AE}"/>
              </a:ext>
            </a:extLst>
          </p:cNvPr>
          <p:cNvCxnSpPr>
            <a:stCxn id="5" idx="3"/>
            <a:endCxn id="2" idx="1"/>
          </p:cNvCxnSpPr>
          <p:nvPr/>
        </p:nvCxnSpPr>
        <p:spPr>
          <a:xfrm flipV="1">
            <a:off x="3724311" y="3632201"/>
            <a:ext cx="2370106" cy="292354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624BFFDB-22A7-EB26-10C9-AF3B33D7995D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>
            <a:off x="3724311" y="3924555"/>
            <a:ext cx="4382227" cy="1783084"/>
          </a:xfrm>
          <a:prstGeom prst="curvedConnector4">
            <a:avLst>
              <a:gd name="adj1" fmla="val 11034"/>
              <a:gd name="adj2" fmla="val 11282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94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BB635-457A-C797-9B74-08F79946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9491B91-C9D9-4487-18D2-B05D57B7A4EB}"/>
              </a:ext>
            </a:extLst>
          </p:cNvPr>
          <p:cNvGrpSpPr/>
          <p:nvPr/>
        </p:nvGrpSpPr>
        <p:grpSpPr>
          <a:xfrm>
            <a:off x="6020078" y="2221121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01DB60D-97F8-B23B-7A17-F0F2B47FDA1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F5DC5DA-FA24-8737-DE67-39733ED062C5}"/>
              </a:ext>
            </a:extLst>
          </p:cNvPr>
          <p:cNvGrpSpPr/>
          <p:nvPr/>
        </p:nvGrpSpPr>
        <p:grpSpPr>
          <a:xfrm>
            <a:off x="6020078" y="2716421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624961DA-698C-F34B-BEE7-49531E84C02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/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4E033417-01D0-A074-2412-EC2F3D8B7CC1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9FCFECE-BF69-8DD5-3C35-2A2B7732CB69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5943E607-CF6C-30D3-F92B-0522B7758D8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3C7C9827-4B2B-3152-E90C-FF28243CB2DD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76E48071-408E-DD84-3BEC-7870DCEFDD0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892B2296-8D7F-BEA9-1689-0586062C6B2C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609EDFCF-375B-7470-6F36-7CD64A30BBE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DD7D334-C3C7-D096-A283-74D5A075AFA5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A0842A9D-FBAB-E85A-E928-126E30EFD6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7E524B4-709C-B7B1-0881-B6B504B0EB24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3497FB07-BE48-08F7-59B1-26A8A23BAB33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2EC77ED-DBB3-5ECF-E615-27B068A89FBB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BE63858A-5BAF-7228-0E39-E6244E6F4CF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41D3E23-4C25-59EE-544C-BB8C4498D6B5}"/>
              </a:ext>
            </a:extLst>
          </p:cNvPr>
          <p:cNvGrpSpPr/>
          <p:nvPr/>
        </p:nvGrpSpPr>
        <p:grpSpPr>
          <a:xfrm>
            <a:off x="6020078" y="3398748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95D8D41B-3B84-7D77-88A3-95B09E44EFD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76EB69E-5E0A-21F1-B747-E5E2BF452CF6}"/>
              </a:ext>
            </a:extLst>
          </p:cNvPr>
          <p:cNvGrpSpPr/>
          <p:nvPr/>
        </p:nvGrpSpPr>
        <p:grpSpPr>
          <a:xfrm>
            <a:off x="6049552" y="3980340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95A9EF77-3C32-6010-5C1C-BE14DF80F79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D5A7D0B-310C-D92F-E660-E105AC8622E3}"/>
              </a:ext>
            </a:extLst>
          </p:cNvPr>
          <p:cNvCxnSpPr/>
          <p:nvPr/>
        </p:nvCxnSpPr>
        <p:spPr>
          <a:xfrm>
            <a:off x="4117319" y="3918164"/>
            <a:ext cx="251777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81FAC05-3D8A-8367-4900-4CE873EA6068}"/>
              </a:ext>
            </a:extLst>
          </p:cNvPr>
          <p:cNvSpPr/>
          <p:nvPr/>
        </p:nvSpPr>
        <p:spPr>
          <a:xfrm>
            <a:off x="4168775" y="2173830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/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为结尾的所有情况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blipFill>
                <a:blip r:embed="rId1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/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100" b="1" dirty="0"/>
                  <a:t>为结尾的情况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blipFill>
                <a:blip r:embed="rId1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/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/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/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/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blipFill>
                <a:blip r:embed="rId1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箭头: 右 24">
            <a:extLst>
              <a:ext uri="{FF2B5EF4-FFF2-40B4-BE49-F238E27FC236}">
                <a16:creationId xmlns:a16="http://schemas.microsoft.com/office/drawing/2014/main" id="{C8AD637C-DFBF-FC1D-C37E-6F8369CC332C}"/>
              </a:ext>
            </a:extLst>
          </p:cNvPr>
          <p:cNvSpPr/>
          <p:nvPr/>
        </p:nvSpPr>
        <p:spPr>
          <a:xfrm>
            <a:off x="3659345" y="2934274"/>
            <a:ext cx="425450" cy="9667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/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32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E6CB9-4E63-B970-218A-42036AA4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83">
            <a:extLst>
              <a:ext uri="{FF2B5EF4-FFF2-40B4-BE49-F238E27FC236}">
                <a16:creationId xmlns:a16="http://schemas.microsoft.com/office/drawing/2014/main" id="{8334FB7F-C0E9-F2B0-08D6-B8C6B893EDC0}"/>
              </a:ext>
            </a:extLst>
          </p:cNvPr>
          <p:cNvGrpSpPr/>
          <p:nvPr/>
        </p:nvGrpSpPr>
        <p:grpSpPr>
          <a:xfrm>
            <a:off x="6225513" y="2369681"/>
            <a:ext cx="1882246" cy="338554"/>
            <a:chOff x="2968850" y="3491049"/>
            <a:chExt cx="2070473" cy="338554"/>
          </a:xfrm>
        </p:grpSpPr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3133B430-41F7-9915-FAC3-F3AB549F43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8478F13-589F-F6E7-2753-032779260512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207047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a:fld id="{825F15A7-03F4-43D7-82C5-3E23DA2F108C}" type="mathplaceholder">
                          <a:rPr lang="zh-CN" altLang="en-US" sz="1600" i="1" smtClean="0">
                            <a:latin typeface="Cambria Math" panose="02040503050406030204" pitchFamily="18" charset="0"/>
                          </a:rPr>
                          <a:t>在此处键入公式。</a:t>
                        </a:fld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8478F13-589F-F6E7-2753-032779260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2070473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1288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1601</TotalTime>
  <Words>232</Words>
  <Application>Microsoft Office PowerPoint</Application>
  <PresentationFormat>宽屏</PresentationFormat>
  <Paragraphs>135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2026-04-26T10:40:49Z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