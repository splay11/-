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9" userDrawn="1">
          <p15:clr>
            <a:srgbClr val="A4A3A4"/>
          </p15:clr>
        </p15:guide>
        <p15:guide id="2" pos="382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29"/>
        <p:guide pos="382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4575175" y="750570"/>
            <a:ext cx="2591435" cy="645160"/>
            <a:chOff x="4948" y="3438"/>
            <a:chExt cx="4081" cy="1016"/>
          </a:xfrm>
        </p:grpSpPr>
        <p:sp>
          <p:nvSpPr>
            <p:cNvPr id="4" name="左中括号 3"/>
            <p:cNvSpPr/>
            <p:nvPr/>
          </p:nvSpPr>
          <p:spPr>
            <a:xfrm>
              <a:off x="5732" y="3514"/>
              <a:ext cx="307" cy="863"/>
            </a:xfrm>
            <a:prstGeom prst="leftBracket">
              <a:avLst>
                <a:gd name="adj" fmla="val 0"/>
              </a:avLst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4948" y="3438"/>
              <a:ext cx="705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3600">
                  <a:solidFill>
                    <a:schemeClr val="accent3">
                      <a:lumMod val="60000"/>
                      <a:lumOff val="40000"/>
                    </a:schemeClr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a:rPr>
                <a:t>3</a:t>
              </a:r>
              <a:endParaRPr lang="en-US" altLang="zh-CN" sz="3600">
                <a:solidFill>
                  <a:schemeClr val="accent3">
                    <a:lumMod val="60000"/>
                    <a:lumOff val="4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5940" y="3438"/>
              <a:ext cx="1227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3600">
                  <a:ln/>
                  <a:solidFill>
                    <a:srgbClr val="FF0000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a:rPr>
                <a:t>a</a:t>
              </a:r>
              <a:r>
                <a:rPr lang="en-US" altLang="zh-CN" sz="3600">
                  <a:ln/>
                  <a:solidFill>
                    <a:schemeClr val="accent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a:rPr>
                <a:t>2</a:t>
              </a:r>
              <a:endParaRPr lang="en-US" altLang="zh-CN" sz="3600">
                <a:ln/>
                <a:solidFill>
                  <a:schemeClr val="accent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7472" y="3438"/>
              <a:ext cx="727" cy="1016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soft" dir="t">
                  <a:rot lat="0" lon="0" rev="15600000"/>
                </a:lightRig>
              </a:scene3d>
              <a:sp3d extrusionH="57150" prstMaterial="softEdge">
                <a:bevelT w="25400" h="38100"/>
              </a:sp3d>
            </a:bodyPr>
            <a:p>
              <a:r>
                <a:rPr lang="en-US" altLang="zh-CN" sz="3600">
                  <a:ln>
                    <a:solidFill>
                      <a:schemeClr val="accent4"/>
                    </a:solidFill>
                  </a:ln>
                  <a:solidFill>
                    <a:schemeClr val="accent4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a:rPr>
                <a:t>c</a:t>
              </a:r>
              <a:endParaRPr lang="en-US" altLang="zh-CN" sz="3600">
                <a:ln>
                  <a:solidFill>
                    <a:schemeClr val="accent4"/>
                  </a:solidFill>
                </a:ln>
                <a:solidFill>
                  <a:schemeClr val="accent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  <p:sp>
          <p:nvSpPr>
            <p:cNvPr id="11" name="左中括号 10"/>
            <p:cNvSpPr/>
            <p:nvPr/>
          </p:nvSpPr>
          <p:spPr>
            <a:xfrm rot="10800000">
              <a:off x="8091" y="3514"/>
              <a:ext cx="307" cy="863"/>
            </a:xfrm>
            <a:prstGeom prst="leftBracket">
              <a:avLst>
                <a:gd name="adj" fmla="val 0"/>
              </a:avLst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  <p:sp>
          <p:nvSpPr>
            <p:cNvPr id="13" name="左中括号 12"/>
            <p:cNvSpPr/>
            <p:nvPr/>
          </p:nvSpPr>
          <p:spPr>
            <a:xfrm>
              <a:off x="7251" y="3514"/>
              <a:ext cx="307" cy="863"/>
            </a:xfrm>
            <a:prstGeom prst="leftBracket">
              <a:avLst>
                <a:gd name="adj" fmla="val 0"/>
              </a:avLst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左中括号 13"/>
            <p:cNvSpPr/>
            <p:nvPr/>
          </p:nvSpPr>
          <p:spPr>
            <a:xfrm rot="10800000">
              <a:off x="8722" y="3514"/>
              <a:ext cx="307" cy="863"/>
            </a:xfrm>
            <a:prstGeom prst="leftBracket">
              <a:avLst>
                <a:gd name="adj" fmla="val 0"/>
              </a:avLst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</p:grpSp>
      <p:sp>
        <p:nvSpPr>
          <p:cNvPr id="32" name="左中括号 31"/>
          <p:cNvSpPr/>
          <p:nvPr/>
        </p:nvSpPr>
        <p:spPr>
          <a:xfrm>
            <a:off x="602615" y="605790"/>
            <a:ext cx="194945" cy="548005"/>
          </a:xfrm>
          <a:prstGeom prst="leftBracket">
            <a:avLst>
              <a:gd name="adj" fmla="val 0"/>
            </a:avLst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左中括号 32"/>
          <p:cNvSpPr/>
          <p:nvPr/>
        </p:nvSpPr>
        <p:spPr>
          <a:xfrm rot="10800000">
            <a:off x="797560" y="1718945"/>
            <a:ext cx="194945" cy="548005"/>
          </a:xfrm>
          <a:prstGeom prst="leftBracket">
            <a:avLst>
              <a:gd name="adj" fmla="val 0"/>
            </a:avLst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grpSp>
        <p:nvGrpSpPr>
          <p:cNvPr id="38" name="组合 37"/>
          <p:cNvGrpSpPr/>
          <p:nvPr/>
        </p:nvGrpSpPr>
        <p:grpSpPr>
          <a:xfrm>
            <a:off x="4575175" y="2211070"/>
            <a:ext cx="2269490" cy="701040"/>
            <a:chOff x="7712" y="3730"/>
            <a:chExt cx="3574" cy="1104"/>
          </a:xfrm>
        </p:grpSpPr>
        <p:grpSp>
          <p:nvGrpSpPr>
            <p:cNvPr id="30" name="组合 29"/>
            <p:cNvGrpSpPr/>
            <p:nvPr/>
          </p:nvGrpSpPr>
          <p:grpSpPr>
            <a:xfrm>
              <a:off x="9357" y="3730"/>
              <a:ext cx="1380" cy="1104"/>
              <a:chOff x="9357" y="3730"/>
              <a:chExt cx="1380" cy="1104"/>
            </a:xfrm>
          </p:grpSpPr>
          <p:sp>
            <p:nvSpPr>
              <p:cNvPr id="19" name="左中括号 18"/>
              <p:cNvSpPr/>
              <p:nvPr/>
            </p:nvSpPr>
            <p:spPr>
              <a:xfrm>
                <a:off x="9357" y="3854"/>
                <a:ext cx="307" cy="863"/>
              </a:xfrm>
              <a:prstGeom prst="leftBracket">
                <a:avLst>
                  <a:gd name="adj" fmla="val 0"/>
                </a:avLst>
              </a:prstGeom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0" name="文本框 19"/>
              <p:cNvSpPr txBox="1"/>
              <p:nvPr/>
            </p:nvSpPr>
            <p:spPr>
              <a:xfrm>
                <a:off x="9523" y="3730"/>
                <a:ext cx="1097" cy="1104"/>
              </a:xfrm>
              <a:prstGeom prst="rect">
                <a:avLst/>
              </a:prstGeom>
              <a:noFill/>
            </p:spPr>
            <p:txBody>
              <a:bodyPr wrap="square" rtlCol="0" anchor="t">
                <a:noAutofit/>
              </a:bodyPr>
              <a:p>
                <a:r>
                  <a:rPr lang="en-US" altLang="zh-CN" sz="3600">
                    <a:ln>
                      <a:solidFill>
                        <a:schemeClr val="accent4"/>
                      </a:solidFill>
                    </a:ln>
                    <a:solidFill>
                      <a:schemeClr val="accent4"/>
                    </a:solidFill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sym typeface="+mn-ea"/>
                  </a:rPr>
                  <a:t>c</a:t>
                </a:r>
                <a:r>
                  <a:rPr lang="en-US" altLang="zh-CN" sz="3600">
                    <a:ln>
                      <a:solidFill>
                        <a:schemeClr val="accent4"/>
                      </a:solidFill>
                    </a:ln>
                    <a:solidFill>
                      <a:schemeClr val="accent4"/>
                    </a:solidFill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sym typeface="+mn-ea"/>
                  </a:rPr>
                  <a:t>c</a:t>
                </a:r>
                <a:endParaRPr lang="en-US" altLang="zh-CN" sz="3600">
                  <a:ln>
                    <a:solidFill>
                      <a:schemeClr val="accent4"/>
                    </a:solidFill>
                  </a:ln>
                  <a:solidFill>
                    <a:schemeClr val="accent4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sym typeface="+mn-ea"/>
                </a:endParaRPr>
              </a:p>
              <a:p>
                <a:endParaRPr lang="en-US" altLang="zh-CN" sz="3600">
                  <a:ln>
                    <a:solidFill>
                      <a:schemeClr val="accent4"/>
                    </a:solidFill>
                  </a:ln>
                  <a:solidFill>
                    <a:schemeClr val="accent4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sym typeface="+mn-ea"/>
                </a:endParaRPr>
              </a:p>
              <a:p>
                <a:endParaRPr lang="en-US" altLang="zh-CN" sz="3600">
                  <a:ln>
                    <a:solidFill>
                      <a:schemeClr val="accent4"/>
                    </a:solidFill>
                  </a:ln>
                  <a:solidFill>
                    <a:schemeClr val="accent4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sym typeface="+mn-ea"/>
                </a:endParaRPr>
              </a:p>
              <a:p>
                <a:endParaRPr lang="en-US" altLang="zh-CN" sz="3600">
                  <a:ln>
                    <a:solidFill>
                      <a:schemeClr val="accent4"/>
                    </a:solidFill>
                  </a:ln>
                  <a:solidFill>
                    <a:schemeClr val="accent4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sym typeface="+mn-ea"/>
                </a:endParaRPr>
              </a:p>
            </p:txBody>
          </p:sp>
          <p:sp>
            <p:nvSpPr>
              <p:cNvPr id="29" name="左中括号 28"/>
              <p:cNvSpPr/>
              <p:nvPr/>
            </p:nvSpPr>
            <p:spPr>
              <a:xfrm rot="10800000">
                <a:off x="10431" y="3854"/>
                <a:ext cx="307" cy="863"/>
              </a:xfrm>
              <a:prstGeom prst="leftBracket">
                <a:avLst>
                  <a:gd name="adj" fmla="val 0"/>
                </a:avLst>
              </a:prstGeom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endParaRPr lang="zh-CN" altLang="en-US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a:endParaRPr>
              </a:p>
            </p:txBody>
          </p:sp>
        </p:grpSp>
        <p:sp>
          <p:nvSpPr>
            <p:cNvPr id="31" name="文本框 30"/>
            <p:cNvSpPr txBox="1"/>
            <p:nvPr/>
          </p:nvSpPr>
          <p:spPr>
            <a:xfrm>
              <a:off x="8637" y="3730"/>
              <a:ext cx="658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3600">
                  <a:solidFill>
                    <a:srgbClr val="FF0000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sym typeface="+mn-ea"/>
                </a:rPr>
                <a:t>a</a:t>
              </a:r>
              <a:endParaRPr lang="zh-CN" altLang="en-US" sz="3600"/>
            </a:p>
          </p:txBody>
        </p:sp>
        <p:sp>
          <p:nvSpPr>
            <p:cNvPr id="34" name="左中括号 33"/>
            <p:cNvSpPr/>
            <p:nvPr/>
          </p:nvSpPr>
          <p:spPr>
            <a:xfrm>
              <a:off x="8518" y="3854"/>
              <a:ext cx="307" cy="863"/>
            </a:xfrm>
            <a:prstGeom prst="leftBracket">
              <a:avLst>
                <a:gd name="adj" fmla="val 0"/>
              </a:avLst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5" name="左中括号 34"/>
            <p:cNvSpPr/>
            <p:nvPr/>
          </p:nvSpPr>
          <p:spPr>
            <a:xfrm rot="10800000">
              <a:off x="10979" y="3854"/>
              <a:ext cx="307" cy="863"/>
            </a:xfrm>
            <a:prstGeom prst="leftBracket">
              <a:avLst>
                <a:gd name="adj" fmla="val 0"/>
              </a:avLst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7712" y="3764"/>
              <a:ext cx="806" cy="98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sz="3600">
                  <a:solidFill>
                    <a:schemeClr val="accent3">
                      <a:lumMod val="60000"/>
                      <a:lumOff val="40000"/>
                    </a:schemeClr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sym typeface="+mn-ea"/>
                </a:rPr>
                <a:t>3</a:t>
              </a:r>
              <a:endParaRPr lang="en-US" altLang="zh-CN" sz="3600">
                <a:solidFill>
                  <a:schemeClr val="accent3">
                    <a:lumMod val="60000"/>
                    <a:lumOff val="4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endParaRPr>
            </a:p>
            <a:p>
              <a:endParaRPr lang="zh-CN" altLang="en-US" sz="3600"/>
            </a:p>
          </p:txBody>
        </p:sp>
      </p:grpSp>
      <p:cxnSp>
        <p:nvCxnSpPr>
          <p:cNvPr id="43" name="直接箭头连接符 42"/>
          <p:cNvCxnSpPr/>
          <p:nvPr/>
        </p:nvCxnSpPr>
        <p:spPr>
          <a:xfrm>
            <a:off x="5753100" y="1409700"/>
            <a:ext cx="288290" cy="7283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4" name="直接箭头连接符 43"/>
          <p:cNvCxnSpPr/>
          <p:nvPr/>
        </p:nvCxnSpPr>
        <p:spPr>
          <a:xfrm flipH="1">
            <a:off x="6185535" y="1467485"/>
            <a:ext cx="295275" cy="720725"/>
          </a:xfrm>
          <a:prstGeom prst="straightConnector1">
            <a:avLst/>
          </a:prstGeom>
          <a:ln>
            <a:solidFill>
              <a:schemeClr val="accent4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5" name="文本框 44"/>
          <p:cNvSpPr txBox="1"/>
          <p:nvPr/>
        </p:nvSpPr>
        <p:spPr>
          <a:xfrm>
            <a:off x="4561205" y="3947160"/>
            <a:ext cx="511810" cy="6235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600">
                <a:solidFill>
                  <a:schemeClr val="accent3">
                    <a:lumMod val="60000"/>
                    <a:lumOff val="4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sym typeface="+mn-ea"/>
              </a:rPr>
              <a:t>3</a:t>
            </a:r>
            <a:endParaRPr lang="en-US" altLang="zh-CN" sz="3600">
              <a:solidFill>
                <a:schemeClr val="accent3">
                  <a:lumMod val="60000"/>
                  <a:lumOff val="40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endParaRPr lang="zh-CN" altLang="en-US" sz="3600"/>
          </a:p>
        </p:txBody>
      </p:sp>
      <p:sp>
        <p:nvSpPr>
          <p:cNvPr id="46" name="左中括号 45"/>
          <p:cNvSpPr/>
          <p:nvPr/>
        </p:nvSpPr>
        <p:spPr>
          <a:xfrm>
            <a:off x="5073015" y="3947160"/>
            <a:ext cx="194945" cy="548005"/>
          </a:xfrm>
          <a:prstGeom prst="leftBracket">
            <a:avLst>
              <a:gd name="adj" fmla="val 0"/>
            </a:avLst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55" name="组合 54"/>
          <p:cNvGrpSpPr/>
          <p:nvPr/>
        </p:nvGrpSpPr>
        <p:grpSpPr>
          <a:xfrm>
            <a:off x="5162550" y="3850005"/>
            <a:ext cx="946150" cy="701040"/>
            <a:chOff x="8130" y="6063"/>
            <a:chExt cx="1490" cy="1104"/>
          </a:xfrm>
        </p:grpSpPr>
        <p:sp>
          <p:nvSpPr>
            <p:cNvPr id="47" name="文本框 46"/>
            <p:cNvSpPr txBox="1"/>
            <p:nvPr/>
          </p:nvSpPr>
          <p:spPr>
            <a:xfrm>
              <a:off x="8130" y="6063"/>
              <a:ext cx="886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3600">
                  <a:solidFill>
                    <a:srgbClr val="FF0000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sym typeface="+mn-ea"/>
                </a:rPr>
                <a:t>a</a:t>
              </a:r>
              <a:endParaRPr lang="zh-CN" altLang="en-US" sz="3600"/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8524" y="6063"/>
              <a:ext cx="1097" cy="1104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p>
              <a:r>
                <a:rPr lang="en-US" altLang="zh-CN" sz="3600">
                  <a:ln>
                    <a:solidFill>
                      <a:schemeClr val="accent4"/>
                    </a:solidFill>
                  </a:ln>
                  <a:solidFill>
                    <a:schemeClr val="accent4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sym typeface="+mn-ea"/>
                </a:rPr>
                <a:t>c</a:t>
              </a:r>
              <a:r>
                <a:rPr lang="en-US" altLang="zh-CN" sz="3600">
                  <a:ln>
                    <a:solidFill>
                      <a:schemeClr val="accent4"/>
                    </a:solidFill>
                  </a:ln>
                  <a:solidFill>
                    <a:schemeClr val="accent4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sym typeface="+mn-ea"/>
                </a:rPr>
                <a:t>c</a:t>
              </a:r>
              <a:endParaRPr lang="en-US" altLang="zh-CN" sz="3600">
                <a:ln>
                  <a:solidFill>
                    <a:schemeClr val="accent4"/>
                  </a:solidFill>
                </a:ln>
                <a:solidFill>
                  <a:schemeClr val="accent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sym typeface="+mn-ea"/>
              </a:endParaRPr>
            </a:p>
            <a:p>
              <a:endParaRPr lang="en-US" altLang="zh-CN" sz="3600">
                <a:ln>
                  <a:solidFill>
                    <a:schemeClr val="accent4"/>
                  </a:solidFill>
                </a:ln>
                <a:solidFill>
                  <a:schemeClr val="accent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sym typeface="+mn-ea"/>
              </a:endParaRPr>
            </a:p>
            <a:p>
              <a:endParaRPr lang="en-US" altLang="zh-CN" sz="3600">
                <a:ln>
                  <a:solidFill>
                    <a:schemeClr val="accent4"/>
                  </a:solidFill>
                </a:ln>
                <a:solidFill>
                  <a:schemeClr val="accent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sym typeface="+mn-ea"/>
              </a:endParaRPr>
            </a:p>
            <a:p>
              <a:endParaRPr lang="en-US" altLang="zh-CN" sz="3600">
                <a:ln>
                  <a:solidFill>
                    <a:schemeClr val="accent4"/>
                  </a:solidFill>
                </a:ln>
                <a:solidFill>
                  <a:schemeClr val="accent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sym typeface="+mn-ea"/>
              </a:endParaRPr>
            </a:p>
          </p:txBody>
        </p:sp>
      </p:grpSp>
      <p:sp>
        <p:nvSpPr>
          <p:cNvPr id="50" name="左中括号 49"/>
          <p:cNvSpPr/>
          <p:nvPr/>
        </p:nvSpPr>
        <p:spPr>
          <a:xfrm rot="10800000">
            <a:off x="6041390" y="3947160"/>
            <a:ext cx="194945" cy="548005"/>
          </a:xfrm>
          <a:prstGeom prst="leftBracket">
            <a:avLst>
              <a:gd name="adj" fmla="val 0"/>
            </a:avLst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52" name="直接箭头连接符 51"/>
          <p:cNvCxnSpPr>
            <a:stCxn id="31" idx="2"/>
          </p:cNvCxnSpPr>
          <p:nvPr/>
        </p:nvCxnSpPr>
        <p:spPr>
          <a:xfrm flipH="1">
            <a:off x="5369560" y="2856230"/>
            <a:ext cx="1905" cy="102171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3" name="直接箭头连接符 52"/>
          <p:cNvCxnSpPr>
            <a:stCxn id="20" idx="2"/>
            <a:endCxn id="49" idx="0"/>
          </p:cNvCxnSpPr>
          <p:nvPr/>
        </p:nvCxnSpPr>
        <p:spPr>
          <a:xfrm flipH="1">
            <a:off x="5761355" y="2912110"/>
            <a:ext cx="312420" cy="937895"/>
          </a:xfrm>
          <a:prstGeom prst="straightConnector1">
            <a:avLst/>
          </a:prstGeom>
          <a:ln>
            <a:solidFill>
              <a:schemeClr val="accent4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68" name="组合 67"/>
          <p:cNvGrpSpPr/>
          <p:nvPr/>
        </p:nvGrpSpPr>
        <p:grpSpPr>
          <a:xfrm>
            <a:off x="4497070" y="5433060"/>
            <a:ext cx="2432050" cy="701040"/>
            <a:chOff x="6013" y="8262"/>
            <a:chExt cx="3830" cy="1104"/>
          </a:xfrm>
        </p:grpSpPr>
        <p:grpSp>
          <p:nvGrpSpPr>
            <p:cNvPr id="56" name="组合 55"/>
            <p:cNvGrpSpPr/>
            <p:nvPr/>
          </p:nvGrpSpPr>
          <p:grpSpPr>
            <a:xfrm>
              <a:off x="6013" y="8262"/>
              <a:ext cx="1490" cy="1104"/>
              <a:chOff x="8130" y="6063"/>
              <a:chExt cx="1490" cy="1104"/>
            </a:xfrm>
          </p:grpSpPr>
          <p:sp>
            <p:nvSpPr>
              <p:cNvPr id="57" name="文本框 56"/>
              <p:cNvSpPr txBox="1"/>
              <p:nvPr/>
            </p:nvSpPr>
            <p:spPr>
              <a:xfrm>
                <a:off x="8130" y="6063"/>
                <a:ext cx="886" cy="10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3600">
                    <a:solidFill>
                      <a:srgbClr val="FF0000"/>
                    </a:solidFill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sym typeface="+mn-ea"/>
                  </a:rPr>
                  <a:t>a</a:t>
                </a:r>
                <a:endParaRPr lang="zh-CN" altLang="en-US" sz="3600"/>
              </a:p>
            </p:txBody>
          </p:sp>
          <p:sp>
            <p:nvSpPr>
              <p:cNvPr id="58" name="文本框 57"/>
              <p:cNvSpPr txBox="1"/>
              <p:nvPr/>
            </p:nvSpPr>
            <p:spPr>
              <a:xfrm>
                <a:off x="8524" y="6063"/>
                <a:ext cx="1097" cy="1104"/>
              </a:xfrm>
              <a:prstGeom prst="rect">
                <a:avLst/>
              </a:prstGeom>
              <a:noFill/>
            </p:spPr>
            <p:txBody>
              <a:bodyPr wrap="square" rtlCol="0" anchor="t">
                <a:noAutofit/>
              </a:bodyPr>
              <a:p>
                <a:r>
                  <a:rPr lang="en-US" altLang="zh-CN" sz="3600">
                    <a:ln>
                      <a:solidFill>
                        <a:schemeClr val="accent4"/>
                      </a:solidFill>
                    </a:ln>
                    <a:solidFill>
                      <a:schemeClr val="accent4"/>
                    </a:solidFill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sym typeface="+mn-ea"/>
                  </a:rPr>
                  <a:t>c</a:t>
                </a:r>
                <a:r>
                  <a:rPr lang="en-US" altLang="zh-CN" sz="3600">
                    <a:ln>
                      <a:solidFill>
                        <a:schemeClr val="accent4"/>
                      </a:solidFill>
                    </a:ln>
                    <a:solidFill>
                      <a:schemeClr val="accent4"/>
                    </a:solidFill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sym typeface="+mn-ea"/>
                  </a:rPr>
                  <a:t>c</a:t>
                </a:r>
                <a:endParaRPr lang="en-US" altLang="zh-CN" sz="3600">
                  <a:ln>
                    <a:solidFill>
                      <a:schemeClr val="accent4"/>
                    </a:solidFill>
                  </a:ln>
                  <a:solidFill>
                    <a:schemeClr val="accent4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sym typeface="+mn-ea"/>
                </a:endParaRPr>
              </a:p>
              <a:p>
                <a:endParaRPr lang="en-US" altLang="zh-CN" sz="3600">
                  <a:ln>
                    <a:solidFill>
                      <a:schemeClr val="accent4"/>
                    </a:solidFill>
                  </a:ln>
                  <a:solidFill>
                    <a:schemeClr val="accent4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sym typeface="+mn-ea"/>
                </a:endParaRPr>
              </a:p>
              <a:p>
                <a:endParaRPr lang="en-US" altLang="zh-CN" sz="3600">
                  <a:ln>
                    <a:solidFill>
                      <a:schemeClr val="accent4"/>
                    </a:solidFill>
                  </a:ln>
                  <a:solidFill>
                    <a:schemeClr val="accent4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sym typeface="+mn-ea"/>
                </a:endParaRPr>
              </a:p>
              <a:p>
                <a:endParaRPr lang="en-US" altLang="zh-CN" sz="3600">
                  <a:ln>
                    <a:solidFill>
                      <a:schemeClr val="accent4"/>
                    </a:solidFill>
                  </a:ln>
                  <a:solidFill>
                    <a:schemeClr val="accent4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sym typeface="+mn-ea"/>
                </a:endParaRPr>
              </a:p>
            </p:txBody>
          </p:sp>
        </p:grpSp>
        <p:grpSp>
          <p:nvGrpSpPr>
            <p:cNvPr id="62" name="组合 61"/>
            <p:cNvGrpSpPr/>
            <p:nvPr/>
          </p:nvGrpSpPr>
          <p:grpSpPr>
            <a:xfrm>
              <a:off x="7183" y="8262"/>
              <a:ext cx="1490" cy="1104"/>
              <a:chOff x="8130" y="6063"/>
              <a:chExt cx="1490" cy="1104"/>
            </a:xfrm>
          </p:grpSpPr>
          <p:sp>
            <p:nvSpPr>
              <p:cNvPr id="63" name="文本框 62"/>
              <p:cNvSpPr txBox="1"/>
              <p:nvPr/>
            </p:nvSpPr>
            <p:spPr>
              <a:xfrm>
                <a:off x="8130" y="6063"/>
                <a:ext cx="886" cy="10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3600">
                    <a:solidFill>
                      <a:srgbClr val="FF0000"/>
                    </a:solidFill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sym typeface="+mn-ea"/>
                  </a:rPr>
                  <a:t>a</a:t>
                </a:r>
                <a:endParaRPr lang="zh-CN" altLang="en-US" sz="3600"/>
              </a:p>
            </p:txBody>
          </p:sp>
          <p:sp>
            <p:nvSpPr>
              <p:cNvPr id="64" name="文本框 63"/>
              <p:cNvSpPr txBox="1"/>
              <p:nvPr/>
            </p:nvSpPr>
            <p:spPr>
              <a:xfrm>
                <a:off x="8524" y="6063"/>
                <a:ext cx="1097" cy="1104"/>
              </a:xfrm>
              <a:prstGeom prst="rect">
                <a:avLst/>
              </a:prstGeom>
              <a:noFill/>
            </p:spPr>
            <p:txBody>
              <a:bodyPr wrap="square" rtlCol="0" anchor="t">
                <a:noAutofit/>
              </a:bodyPr>
              <a:p>
                <a:r>
                  <a:rPr lang="en-US" altLang="zh-CN" sz="3600">
                    <a:ln>
                      <a:solidFill>
                        <a:schemeClr val="accent4"/>
                      </a:solidFill>
                    </a:ln>
                    <a:solidFill>
                      <a:schemeClr val="accent4"/>
                    </a:solidFill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sym typeface="+mn-ea"/>
                  </a:rPr>
                  <a:t>c</a:t>
                </a:r>
                <a:r>
                  <a:rPr lang="en-US" altLang="zh-CN" sz="3600">
                    <a:ln>
                      <a:solidFill>
                        <a:schemeClr val="accent4"/>
                      </a:solidFill>
                    </a:ln>
                    <a:solidFill>
                      <a:schemeClr val="accent4"/>
                    </a:solidFill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sym typeface="+mn-ea"/>
                  </a:rPr>
                  <a:t>c</a:t>
                </a:r>
                <a:endParaRPr lang="en-US" altLang="zh-CN" sz="3600">
                  <a:ln>
                    <a:solidFill>
                      <a:schemeClr val="accent4"/>
                    </a:solidFill>
                  </a:ln>
                  <a:solidFill>
                    <a:schemeClr val="accent4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sym typeface="+mn-ea"/>
                </a:endParaRPr>
              </a:p>
              <a:p>
                <a:endParaRPr lang="en-US" altLang="zh-CN" sz="3600">
                  <a:ln>
                    <a:solidFill>
                      <a:schemeClr val="accent4"/>
                    </a:solidFill>
                  </a:ln>
                  <a:solidFill>
                    <a:schemeClr val="accent4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sym typeface="+mn-ea"/>
                </a:endParaRPr>
              </a:p>
              <a:p>
                <a:endParaRPr lang="en-US" altLang="zh-CN" sz="3600">
                  <a:ln>
                    <a:solidFill>
                      <a:schemeClr val="accent4"/>
                    </a:solidFill>
                  </a:ln>
                  <a:solidFill>
                    <a:schemeClr val="accent4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sym typeface="+mn-ea"/>
                </a:endParaRPr>
              </a:p>
              <a:p>
                <a:endParaRPr lang="en-US" altLang="zh-CN" sz="3600">
                  <a:ln>
                    <a:solidFill>
                      <a:schemeClr val="accent4"/>
                    </a:solidFill>
                  </a:ln>
                  <a:solidFill>
                    <a:schemeClr val="accent4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sym typeface="+mn-ea"/>
                </a:endParaRPr>
              </a:p>
            </p:txBody>
          </p:sp>
        </p:grpSp>
        <p:grpSp>
          <p:nvGrpSpPr>
            <p:cNvPr id="65" name="组合 64"/>
            <p:cNvGrpSpPr/>
            <p:nvPr/>
          </p:nvGrpSpPr>
          <p:grpSpPr>
            <a:xfrm>
              <a:off x="8353" y="8262"/>
              <a:ext cx="1490" cy="1104"/>
              <a:chOff x="8130" y="6063"/>
              <a:chExt cx="1490" cy="1104"/>
            </a:xfrm>
          </p:grpSpPr>
          <p:sp>
            <p:nvSpPr>
              <p:cNvPr id="66" name="文本框 65"/>
              <p:cNvSpPr txBox="1"/>
              <p:nvPr/>
            </p:nvSpPr>
            <p:spPr>
              <a:xfrm>
                <a:off x="8130" y="6063"/>
                <a:ext cx="886" cy="10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3600">
                    <a:solidFill>
                      <a:srgbClr val="FF0000"/>
                    </a:solidFill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sym typeface="+mn-ea"/>
                  </a:rPr>
                  <a:t>a</a:t>
                </a:r>
                <a:endParaRPr lang="zh-CN" altLang="en-US" sz="3600"/>
              </a:p>
            </p:txBody>
          </p:sp>
          <p:sp>
            <p:nvSpPr>
              <p:cNvPr id="67" name="文本框 66"/>
              <p:cNvSpPr txBox="1"/>
              <p:nvPr/>
            </p:nvSpPr>
            <p:spPr>
              <a:xfrm>
                <a:off x="8524" y="6063"/>
                <a:ext cx="1097" cy="1104"/>
              </a:xfrm>
              <a:prstGeom prst="rect">
                <a:avLst/>
              </a:prstGeom>
              <a:noFill/>
            </p:spPr>
            <p:txBody>
              <a:bodyPr wrap="square" rtlCol="0" anchor="t">
                <a:noAutofit/>
              </a:bodyPr>
              <a:p>
                <a:r>
                  <a:rPr lang="en-US" altLang="zh-CN" sz="3600">
                    <a:ln>
                      <a:solidFill>
                        <a:schemeClr val="accent4"/>
                      </a:solidFill>
                    </a:ln>
                    <a:solidFill>
                      <a:schemeClr val="accent4"/>
                    </a:solidFill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sym typeface="+mn-ea"/>
                  </a:rPr>
                  <a:t>c</a:t>
                </a:r>
                <a:r>
                  <a:rPr lang="en-US" altLang="zh-CN" sz="3600">
                    <a:ln>
                      <a:solidFill>
                        <a:schemeClr val="accent4"/>
                      </a:solidFill>
                    </a:ln>
                    <a:solidFill>
                      <a:schemeClr val="accent4"/>
                    </a:solidFill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sym typeface="+mn-ea"/>
                  </a:rPr>
                  <a:t>c</a:t>
                </a:r>
                <a:endParaRPr lang="en-US" altLang="zh-CN" sz="3600">
                  <a:ln>
                    <a:solidFill>
                      <a:schemeClr val="accent4"/>
                    </a:solidFill>
                  </a:ln>
                  <a:solidFill>
                    <a:schemeClr val="accent4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sym typeface="+mn-ea"/>
                </a:endParaRPr>
              </a:p>
              <a:p>
                <a:endParaRPr lang="en-US" altLang="zh-CN" sz="3600">
                  <a:ln>
                    <a:solidFill>
                      <a:schemeClr val="accent4"/>
                    </a:solidFill>
                  </a:ln>
                  <a:solidFill>
                    <a:schemeClr val="accent4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sym typeface="+mn-ea"/>
                </a:endParaRPr>
              </a:p>
              <a:p>
                <a:endParaRPr lang="en-US" altLang="zh-CN" sz="3600">
                  <a:ln>
                    <a:solidFill>
                      <a:schemeClr val="accent4"/>
                    </a:solidFill>
                  </a:ln>
                  <a:solidFill>
                    <a:schemeClr val="accent4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sym typeface="+mn-ea"/>
                </a:endParaRPr>
              </a:p>
              <a:p>
                <a:endParaRPr lang="en-US" altLang="zh-CN" sz="3600">
                  <a:ln>
                    <a:solidFill>
                      <a:schemeClr val="accent4"/>
                    </a:solidFill>
                  </a:ln>
                  <a:solidFill>
                    <a:schemeClr val="accent4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sym typeface="+mn-ea"/>
                </a:endParaRPr>
              </a:p>
            </p:txBody>
          </p:sp>
        </p:grpSp>
      </p:grpSp>
      <p:cxnSp>
        <p:nvCxnSpPr>
          <p:cNvPr id="69" name="直接箭头连接符 68"/>
          <p:cNvCxnSpPr>
            <a:stCxn id="45" idx="2"/>
          </p:cNvCxnSpPr>
          <p:nvPr/>
        </p:nvCxnSpPr>
        <p:spPr>
          <a:xfrm>
            <a:off x="4817110" y="4570730"/>
            <a:ext cx="294005" cy="789940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0" name="直接箭头连接符 69"/>
          <p:cNvCxnSpPr/>
          <p:nvPr/>
        </p:nvCxnSpPr>
        <p:spPr>
          <a:xfrm>
            <a:off x="5408295" y="4435475"/>
            <a:ext cx="12700" cy="100457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1" name="直接箭头连接符 70"/>
          <p:cNvCxnSpPr>
            <a:stCxn id="49" idx="2"/>
            <a:endCxn id="64" idx="0"/>
          </p:cNvCxnSpPr>
          <p:nvPr/>
        </p:nvCxnSpPr>
        <p:spPr>
          <a:xfrm>
            <a:off x="5761355" y="4551045"/>
            <a:ext cx="77470" cy="882015"/>
          </a:xfrm>
          <a:prstGeom prst="straightConnector1">
            <a:avLst/>
          </a:prstGeom>
          <a:ln>
            <a:solidFill>
              <a:schemeClr val="accent4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3" name="左中括号 72"/>
          <p:cNvSpPr/>
          <p:nvPr/>
        </p:nvSpPr>
        <p:spPr>
          <a:xfrm>
            <a:off x="4366260" y="5530215"/>
            <a:ext cx="194945" cy="548005"/>
          </a:xfrm>
          <a:prstGeom prst="leftBracket">
            <a:avLst>
              <a:gd name="adj" fmla="val 0"/>
            </a:avLst>
          </a:prstGeom>
          <a:ln w="1905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4" name="左中括号 73"/>
          <p:cNvSpPr/>
          <p:nvPr/>
        </p:nvSpPr>
        <p:spPr>
          <a:xfrm rot="10800000">
            <a:off x="6844665" y="5530215"/>
            <a:ext cx="194945" cy="548005"/>
          </a:xfrm>
          <a:prstGeom prst="leftBracket">
            <a:avLst>
              <a:gd name="adj" fmla="val 0"/>
            </a:avLst>
          </a:prstGeom>
          <a:ln w="1905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</Words>
  <Application>WPS 演示</Application>
  <PresentationFormat>宽屏</PresentationFormat>
  <Paragraphs>47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splay1</cp:lastModifiedBy>
  <cp:revision>157</cp:revision>
  <dcterms:created xsi:type="dcterms:W3CDTF">2019-06-19T02:08:00Z</dcterms:created>
  <dcterms:modified xsi:type="dcterms:W3CDTF">2026-04-18T06:43:05Z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001CDF689A0340649A2BF9630F896DE3_11</vt:lpwstr>
  </property>
</Properties>
</file>