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96" r:id="rId2"/>
    <p:sldId id="305" r:id="rId3"/>
    <p:sldId id="304" r:id="rId4"/>
    <p:sldId id="302" r:id="rId5"/>
    <p:sldId id="303" r:id="rId6"/>
    <p:sldId id="300" r:id="rId7"/>
    <p:sldId id="30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4EB06F-4998-4D7A-8EFA-46B59783462F}" v="128" dt="2026-04-18T13:27:41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-2996" y="-9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">
      <pc:chgData name="昕 许" userId="a2975fcd840abfc3" providerId="LiveId" clId="{49CCD4F9-177C-4270-9A14-60236FF377E8}" dt="2026-04-18T13:28:19.973" v="8020" actId="1076"/>
      <pc:docMkLst>
        <pc:docMk/>
      </pc:docMkLst>
      <pc:sldChg chg="addSp delSp modSp add mod">
        <pc:chgData name="昕 许" userId="a2975fcd840abfc3" providerId="LiveId" clId="{49CCD4F9-177C-4270-9A14-60236FF377E8}" dt="2026-04-15T02:02:02.025" v="7601" actId="1076"/>
        <pc:sldMkLst>
          <pc:docMk/>
          <pc:sldMk cId="3949537576" sldId="296"/>
        </pc:sldMkLst>
        <pc:spChg chg="mod topLvl">
          <ac:chgData name="昕 许" userId="a2975fcd840abfc3" providerId="LiveId" clId="{49CCD4F9-177C-4270-9A14-60236FF377E8}" dt="2026-04-15T01:53:10.671" v="7513" actId="208"/>
          <ac:spMkLst>
            <pc:docMk/>
            <pc:sldMk cId="3949537576" sldId="296"/>
            <ac:spMk id="15" creationId="{D2031C7A-8522-4C5B-6363-203CB4E57F6D}"/>
          </ac:spMkLst>
        </pc:spChg>
        <pc:spChg chg="add mod">
          <ac:chgData name="昕 许" userId="a2975fcd840abfc3" providerId="LiveId" clId="{49CCD4F9-177C-4270-9A14-60236FF377E8}" dt="2026-04-15T01:53:05.526" v="7511" actId="207"/>
          <ac:spMkLst>
            <pc:docMk/>
            <pc:sldMk cId="3949537576" sldId="296"/>
            <ac:spMk id="17" creationId="{7FA26369-9980-7F79-B6F2-AE37A722F634}"/>
          </ac:spMkLst>
        </pc:spChg>
        <pc:spChg chg="add mod">
          <ac:chgData name="昕 许" userId="a2975fcd840abfc3" providerId="LiveId" clId="{49CCD4F9-177C-4270-9A14-60236FF377E8}" dt="2026-04-15T01:52:54.191" v="7509" actId="208"/>
          <ac:spMkLst>
            <pc:docMk/>
            <pc:sldMk cId="3949537576" sldId="296"/>
            <ac:spMk id="18" creationId="{4F6950A9-9708-A077-C123-FB498FE334BF}"/>
          </ac:spMkLst>
        </pc:spChg>
        <pc:spChg chg="add mod">
          <ac:chgData name="昕 许" userId="a2975fcd840abfc3" providerId="LiveId" clId="{49CCD4F9-177C-4270-9A14-60236FF377E8}" dt="2026-04-15T01:52:38.910" v="7506" actId="207"/>
          <ac:spMkLst>
            <pc:docMk/>
            <pc:sldMk cId="3949537576" sldId="296"/>
            <ac:spMk id="20" creationId="{4BD3732A-C8EB-9A48-8CB7-0234B7A010B6}"/>
          </ac:spMkLst>
        </pc:spChg>
        <pc:spChg chg="add mod">
          <ac:chgData name="昕 许" userId="a2975fcd840abfc3" providerId="LiveId" clId="{49CCD4F9-177C-4270-9A14-60236FF377E8}" dt="2026-04-15T01:50:18.118" v="7454" actId="20577"/>
          <ac:spMkLst>
            <pc:docMk/>
            <pc:sldMk cId="3949537576" sldId="296"/>
            <ac:spMk id="24" creationId="{C1B86DBF-A400-53B7-0988-B98463CD31AE}"/>
          </ac:spMkLst>
        </pc:spChg>
        <pc:spChg chg="add mod">
          <ac:chgData name="昕 许" userId="a2975fcd840abfc3" providerId="LiveId" clId="{49CCD4F9-177C-4270-9A14-60236FF377E8}" dt="2026-04-15T01:50:18.118" v="7454" actId="20577"/>
          <ac:spMkLst>
            <pc:docMk/>
            <pc:sldMk cId="3949537576" sldId="296"/>
            <ac:spMk id="25" creationId="{B3C535F6-DF49-8D5A-8491-DDC55A3A5351}"/>
          </ac:spMkLst>
        </pc:spChg>
        <pc:spChg chg="add mod">
          <ac:chgData name="昕 许" userId="a2975fcd840abfc3" providerId="LiveId" clId="{49CCD4F9-177C-4270-9A14-60236FF377E8}" dt="2026-04-15T01:48:04.663" v="7416" actId="164"/>
          <ac:spMkLst>
            <pc:docMk/>
            <pc:sldMk cId="3949537576" sldId="296"/>
            <ac:spMk id="26" creationId="{DDABA51B-2F08-F975-37B9-CAB6FACBCE8F}"/>
          </ac:spMkLst>
        </pc:spChg>
        <pc:spChg chg="add mod">
          <ac:chgData name="昕 许" userId="a2975fcd840abfc3" providerId="LiveId" clId="{49CCD4F9-177C-4270-9A14-60236FF377E8}" dt="2026-04-15T01:48:04.663" v="7416" actId="164"/>
          <ac:spMkLst>
            <pc:docMk/>
            <pc:sldMk cId="3949537576" sldId="296"/>
            <ac:spMk id="27" creationId="{A352CBBD-9B66-4ABF-88F5-4DC7BBC14D31}"/>
          </ac:spMkLst>
        </pc:spChg>
        <pc:spChg chg="add mod">
          <ac:chgData name="昕 许" userId="a2975fcd840abfc3" providerId="LiveId" clId="{49CCD4F9-177C-4270-9A14-60236FF377E8}" dt="2026-04-15T01:50:30.757" v="7460" actId="20577"/>
          <ac:spMkLst>
            <pc:docMk/>
            <pc:sldMk cId="3949537576" sldId="296"/>
            <ac:spMk id="28" creationId="{2C624FBB-ED35-9870-19AC-B751A1533176}"/>
          </ac:spMkLst>
        </pc:spChg>
        <pc:spChg chg="add mod">
          <ac:chgData name="昕 许" userId="a2975fcd840abfc3" providerId="LiveId" clId="{49CCD4F9-177C-4270-9A14-60236FF377E8}" dt="2026-04-15T01:50:34.175" v="7461" actId="1076"/>
          <ac:spMkLst>
            <pc:docMk/>
            <pc:sldMk cId="3949537576" sldId="296"/>
            <ac:spMk id="30" creationId="{0E0DB9BA-F348-5491-760F-C2C4FE3C17FC}"/>
          </ac:spMkLst>
        </pc:spChg>
        <pc:spChg chg="mod">
          <ac:chgData name="昕 许" userId="a2975fcd840abfc3" providerId="LiveId" clId="{49CCD4F9-177C-4270-9A14-60236FF377E8}" dt="2026-04-15T01:50:54.620" v="7471"/>
          <ac:spMkLst>
            <pc:docMk/>
            <pc:sldMk cId="3949537576" sldId="296"/>
            <ac:spMk id="65" creationId="{A507A95D-20F8-D829-E6A4-E731A5DCD3B4}"/>
          </ac:spMkLst>
        </pc:spChg>
        <pc:spChg chg="mod">
          <ac:chgData name="昕 许" userId="a2975fcd840abfc3" providerId="LiveId" clId="{49CCD4F9-177C-4270-9A14-60236FF377E8}" dt="2026-04-15T01:50:54.620" v="7471"/>
          <ac:spMkLst>
            <pc:docMk/>
            <pc:sldMk cId="3949537576" sldId="296"/>
            <ac:spMk id="69" creationId="{88427168-5174-D556-7FE7-F00426314EC6}"/>
          </ac:spMkLst>
        </pc:spChg>
        <pc:spChg chg="mod">
          <ac:chgData name="昕 许" userId="a2975fcd840abfc3" providerId="LiveId" clId="{49CCD4F9-177C-4270-9A14-60236FF377E8}" dt="2026-04-15T01:50:59.227" v="7473"/>
          <ac:spMkLst>
            <pc:docMk/>
            <pc:sldMk cId="3949537576" sldId="296"/>
            <ac:spMk id="71" creationId="{55118B56-A04B-70D2-0FBA-576D5523D184}"/>
          </ac:spMkLst>
        </pc:spChg>
        <pc:spChg chg="mod">
          <ac:chgData name="昕 许" userId="a2975fcd840abfc3" providerId="LiveId" clId="{49CCD4F9-177C-4270-9A14-60236FF377E8}" dt="2026-04-15T01:50:59.227" v="7473"/>
          <ac:spMkLst>
            <pc:docMk/>
            <pc:sldMk cId="3949537576" sldId="296"/>
            <ac:spMk id="72" creationId="{D6BBAB17-F015-0373-E7C1-A24D8D5DE8C5}"/>
          </ac:spMkLst>
        </pc:spChg>
        <pc:spChg chg="mod">
          <ac:chgData name="昕 许" userId="a2975fcd840abfc3" providerId="LiveId" clId="{49CCD4F9-177C-4270-9A14-60236FF377E8}" dt="2026-04-15T01:51:10.616" v="7475"/>
          <ac:spMkLst>
            <pc:docMk/>
            <pc:sldMk cId="3949537576" sldId="296"/>
            <ac:spMk id="74" creationId="{45034FD9-EDF4-6981-1A21-3B163C715E77}"/>
          </ac:spMkLst>
        </pc:spChg>
        <pc:spChg chg="mod">
          <ac:chgData name="昕 许" userId="a2975fcd840abfc3" providerId="LiveId" clId="{49CCD4F9-177C-4270-9A14-60236FF377E8}" dt="2026-04-15T01:51:10.616" v="7475"/>
          <ac:spMkLst>
            <pc:docMk/>
            <pc:sldMk cId="3949537576" sldId="296"/>
            <ac:spMk id="75" creationId="{569DF546-AA81-A7B8-63EE-E2AA570DD64D}"/>
          </ac:spMkLst>
        </pc:spChg>
        <pc:spChg chg="add mod">
          <ac:chgData name="昕 许" userId="a2975fcd840abfc3" providerId="LiveId" clId="{49CCD4F9-177C-4270-9A14-60236FF377E8}" dt="2026-04-15T01:53:30.858" v="7518" actId="164"/>
          <ac:spMkLst>
            <pc:docMk/>
            <pc:sldMk cId="3949537576" sldId="296"/>
            <ac:spMk id="76" creationId="{6AD19609-37CC-CBA4-0937-40972740CC4F}"/>
          </ac:spMkLst>
        </pc:spChg>
        <pc:spChg chg="add mod">
          <ac:chgData name="昕 许" userId="a2975fcd840abfc3" providerId="LiveId" clId="{49CCD4F9-177C-4270-9A14-60236FF377E8}" dt="2026-04-15T02:00:27.704" v="7552" actId="1076"/>
          <ac:spMkLst>
            <pc:docMk/>
            <pc:sldMk cId="3949537576" sldId="296"/>
            <ac:spMk id="77" creationId="{D9D5028A-8FCA-AC09-093A-CBC3B90B0637}"/>
          </ac:spMkLst>
        </pc:spChg>
        <pc:spChg chg="add mod">
          <ac:chgData name="昕 许" userId="a2975fcd840abfc3" providerId="LiveId" clId="{49CCD4F9-177C-4270-9A14-60236FF377E8}" dt="2026-04-15T01:53:30.858" v="7518" actId="164"/>
          <ac:spMkLst>
            <pc:docMk/>
            <pc:sldMk cId="3949537576" sldId="296"/>
            <ac:spMk id="78" creationId="{4F32B4D9-AA62-A41E-B85D-CDF9E8B1391A}"/>
          </ac:spMkLst>
        </pc:spChg>
        <pc:spChg chg="mod">
          <ac:chgData name="昕 许" userId="a2975fcd840abfc3" providerId="LiveId" clId="{49CCD4F9-177C-4270-9A14-60236FF377E8}" dt="2026-04-15T01:53:44.825" v="7523" actId="20577"/>
          <ac:spMkLst>
            <pc:docMk/>
            <pc:sldMk cId="3949537576" sldId="296"/>
            <ac:spMk id="82" creationId="{C9AB6086-4C20-A4FA-A572-01BE2FEF921A}"/>
          </ac:spMkLst>
        </pc:spChg>
        <pc:spChg chg="mod">
          <ac:chgData name="昕 许" userId="a2975fcd840abfc3" providerId="LiveId" clId="{49CCD4F9-177C-4270-9A14-60236FF377E8}" dt="2026-04-15T01:53:44.863" v="7524" actId="20577"/>
          <ac:spMkLst>
            <pc:docMk/>
            <pc:sldMk cId="3949537576" sldId="296"/>
            <ac:spMk id="83" creationId="{100D33A2-62F8-BFCA-2CD8-60CC96D9DC21}"/>
          </ac:spMkLst>
        </pc:spChg>
        <pc:spChg chg="mod">
          <ac:chgData name="昕 许" userId="a2975fcd840abfc3" providerId="LiveId" clId="{49CCD4F9-177C-4270-9A14-60236FF377E8}" dt="2026-04-15T01:54:18.829" v="7527"/>
          <ac:spMkLst>
            <pc:docMk/>
            <pc:sldMk cId="3949537576" sldId="296"/>
            <ac:spMk id="86" creationId="{7697B910-3577-5734-12BD-3223D0F8844B}"/>
          </ac:spMkLst>
        </pc:spChg>
        <pc:spChg chg="mod">
          <ac:chgData name="昕 许" userId="a2975fcd840abfc3" providerId="LiveId" clId="{49CCD4F9-177C-4270-9A14-60236FF377E8}" dt="2026-04-15T02:00:05.346" v="7546" actId="20577"/>
          <ac:spMkLst>
            <pc:docMk/>
            <pc:sldMk cId="3949537576" sldId="296"/>
            <ac:spMk id="87" creationId="{22804DA2-34EB-E8DA-4B8D-F1D073697A63}"/>
          </ac:spMkLst>
        </pc:spChg>
        <pc:spChg chg="mod">
          <ac:chgData name="昕 许" userId="a2975fcd840abfc3" providerId="LiveId" clId="{49CCD4F9-177C-4270-9A14-60236FF377E8}" dt="2026-04-15T01:54:28.608" v="7529"/>
          <ac:spMkLst>
            <pc:docMk/>
            <pc:sldMk cId="3949537576" sldId="296"/>
            <ac:spMk id="92" creationId="{539A9538-E737-F514-CE0B-2F511BCA7532}"/>
          </ac:spMkLst>
        </pc:spChg>
        <pc:spChg chg="mod">
          <ac:chgData name="昕 许" userId="a2975fcd840abfc3" providerId="LiveId" clId="{49CCD4F9-177C-4270-9A14-60236FF377E8}" dt="2026-04-15T01:59:59.869" v="7542"/>
          <ac:spMkLst>
            <pc:docMk/>
            <pc:sldMk cId="3949537576" sldId="296"/>
            <ac:spMk id="111" creationId="{CDCE1519-50DC-5143-BD01-174B77640060}"/>
          </ac:spMkLst>
        </pc:spChg>
        <pc:spChg chg="mod">
          <ac:chgData name="昕 许" userId="a2975fcd840abfc3" providerId="LiveId" clId="{49CCD4F9-177C-4270-9A14-60236FF377E8}" dt="2026-04-15T01:54:28.608" v="7529"/>
          <ac:spMkLst>
            <pc:docMk/>
            <pc:sldMk cId="3949537576" sldId="296"/>
            <ac:spMk id="115" creationId="{9A265BE1-A07E-79CD-F134-077AD12B2A16}"/>
          </ac:spMkLst>
        </pc:spChg>
        <pc:spChg chg="mod">
          <ac:chgData name="昕 许" userId="a2975fcd840abfc3" providerId="LiveId" clId="{49CCD4F9-177C-4270-9A14-60236FF377E8}" dt="2026-04-15T01:59:58.924" v="7541"/>
          <ac:spMkLst>
            <pc:docMk/>
            <pc:sldMk cId="3949537576" sldId="296"/>
            <ac:spMk id="118" creationId="{586A7C20-685F-1232-818A-0035DA30F7A0}"/>
          </ac:spMkLst>
        </pc:spChg>
        <pc:spChg chg="mod">
          <ac:chgData name="昕 许" userId="a2975fcd840abfc3" providerId="LiveId" clId="{49CCD4F9-177C-4270-9A14-60236FF377E8}" dt="2026-04-15T01:54:28.608" v="7529"/>
          <ac:spMkLst>
            <pc:docMk/>
            <pc:sldMk cId="3949537576" sldId="296"/>
            <ac:spMk id="126" creationId="{27AED10D-A097-73F0-5915-8FA4C8A4AAD7}"/>
          </ac:spMkLst>
        </pc:spChg>
        <pc:spChg chg="mod">
          <ac:chgData name="昕 许" userId="a2975fcd840abfc3" providerId="LiveId" clId="{49CCD4F9-177C-4270-9A14-60236FF377E8}" dt="2026-04-15T01:59:57.281" v="7540"/>
          <ac:spMkLst>
            <pc:docMk/>
            <pc:sldMk cId="3949537576" sldId="296"/>
            <ac:spMk id="128" creationId="{932E572F-AB0F-613D-D509-831B7F11045B}"/>
          </ac:spMkLst>
        </pc:spChg>
        <pc:spChg chg="mod">
          <ac:chgData name="昕 许" userId="a2975fcd840abfc3" providerId="LiveId" clId="{49CCD4F9-177C-4270-9A14-60236FF377E8}" dt="2026-04-15T01:54:35.191" v="7531"/>
          <ac:spMkLst>
            <pc:docMk/>
            <pc:sldMk cId="3949537576" sldId="296"/>
            <ac:spMk id="131" creationId="{4FB0B498-20F4-E507-F9DD-5EB0BA4A48E9}"/>
          </ac:spMkLst>
        </pc:spChg>
        <pc:spChg chg="mod">
          <ac:chgData name="昕 许" userId="a2975fcd840abfc3" providerId="LiveId" clId="{49CCD4F9-177C-4270-9A14-60236FF377E8}" dt="2026-04-15T01:59:55.369" v="7539"/>
          <ac:spMkLst>
            <pc:docMk/>
            <pc:sldMk cId="3949537576" sldId="296"/>
            <ac:spMk id="135" creationId="{B1E84CDF-58D6-1FE9-788F-BB2EBE086790}"/>
          </ac:spMkLst>
        </pc:spChg>
        <pc:spChg chg="mod">
          <ac:chgData name="昕 许" userId="a2975fcd840abfc3" providerId="LiveId" clId="{49CCD4F9-177C-4270-9A14-60236FF377E8}" dt="2026-04-15T01:59:53.475" v="7538" actId="20577"/>
          <ac:spMkLst>
            <pc:docMk/>
            <pc:sldMk cId="3949537576" sldId="296"/>
            <ac:spMk id="139" creationId="{374AC696-F41B-5209-EA55-2C4B54BDD1B8}"/>
          </ac:spMkLst>
        </pc:spChg>
        <pc:spChg chg="mod">
          <ac:chgData name="昕 许" userId="a2975fcd840abfc3" providerId="LiveId" clId="{49CCD4F9-177C-4270-9A14-60236FF377E8}" dt="2026-04-15T01:59:53.475" v="7538" actId="20577"/>
          <ac:spMkLst>
            <pc:docMk/>
            <pc:sldMk cId="3949537576" sldId="296"/>
            <ac:spMk id="141" creationId="{117A3668-8BFC-8E3E-574C-95AC84795EB9}"/>
          </ac:spMkLst>
        </pc:spChg>
        <pc:spChg chg="add mod">
          <ac:chgData name="昕 许" userId="a2975fcd840abfc3" providerId="LiveId" clId="{49CCD4F9-177C-4270-9A14-60236FF377E8}" dt="2026-04-15T02:01:28.242" v="7579" actId="208"/>
          <ac:spMkLst>
            <pc:docMk/>
            <pc:sldMk cId="3949537576" sldId="296"/>
            <ac:spMk id="147" creationId="{9481DE83-4187-ACE7-9A28-992997736F30}"/>
          </ac:spMkLst>
        </pc:spChg>
        <pc:spChg chg="add mod">
          <ac:chgData name="昕 许" userId="a2975fcd840abfc3" providerId="LiveId" clId="{49CCD4F9-177C-4270-9A14-60236FF377E8}" dt="2026-04-15T02:01:25.301" v="7578" actId="1076"/>
          <ac:spMkLst>
            <pc:docMk/>
            <pc:sldMk cId="3949537576" sldId="296"/>
            <ac:spMk id="148" creationId="{E3875853-4598-71C0-0967-40A6D2D9F5BF}"/>
          </ac:spMkLst>
        </pc:spChg>
        <pc:spChg chg="add mod">
          <ac:chgData name="昕 许" userId="a2975fcd840abfc3" providerId="LiveId" clId="{49CCD4F9-177C-4270-9A14-60236FF377E8}" dt="2026-04-15T02:01:50.950" v="7584" actId="14100"/>
          <ac:spMkLst>
            <pc:docMk/>
            <pc:sldMk cId="3949537576" sldId="296"/>
            <ac:spMk id="149" creationId="{32FE055D-DBE9-2D76-CE39-42AC4EADC7BB}"/>
          </ac:spMkLst>
        </pc:spChg>
        <pc:spChg chg="add mod">
          <ac:chgData name="昕 许" userId="a2975fcd840abfc3" providerId="LiveId" clId="{49CCD4F9-177C-4270-9A14-60236FF377E8}" dt="2026-04-15T02:02:02.025" v="7601" actId="1076"/>
          <ac:spMkLst>
            <pc:docMk/>
            <pc:sldMk cId="3949537576" sldId="296"/>
            <ac:spMk id="158" creationId="{F467A9C1-4C37-39BE-9080-8449E4520CB4}"/>
          </ac:spMkLst>
        </pc:spChg>
        <pc:grpChg chg="add mod">
          <ac:chgData name="昕 许" userId="a2975fcd840abfc3" providerId="LiveId" clId="{49CCD4F9-177C-4270-9A14-60236FF377E8}" dt="2026-04-15T02:01:42.522" v="7580" actId="1076"/>
          <ac:grpSpMkLst>
            <pc:docMk/>
            <pc:sldMk cId="3949537576" sldId="296"/>
            <ac:grpSpMk id="31" creationId="{9D663FF3-711F-B2F9-BCF5-5E38AA0E7D4C}"/>
          </ac:grpSpMkLst>
        </pc:grpChg>
        <pc:grpChg chg="add mod">
          <ac:chgData name="昕 许" userId="a2975fcd840abfc3" providerId="LiveId" clId="{49CCD4F9-177C-4270-9A14-60236FF377E8}" dt="2026-04-15T01:50:18.118" v="7454" actId="20577"/>
          <ac:grpSpMkLst>
            <pc:docMk/>
            <pc:sldMk cId="3949537576" sldId="296"/>
            <ac:grpSpMk id="32" creationId="{F1301BB2-1900-59DC-F0E2-A957D7EA9EAD}"/>
          </ac:grpSpMkLst>
        </pc:grpChg>
        <pc:grpChg chg="add mod">
          <ac:chgData name="昕 许" userId="a2975fcd840abfc3" providerId="LiveId" clId="{49CCD4F9-177C-4270-9A14-60236FF377E8}" dt="2026-04-15T02:01:42.522" v="7580" actId="1076"/>
          <ac:grpSpMkLst>
            <pc:docMk/>
            <pc:sldMk cId="3949537576" sldId="296"/>
            <ac:grpSpMk id="43" creationId="{B70785F8-C908-DBB1-EC9A-B39045F6D20A}"/>
          </ac:grpSpMkLst>
        </pc:grpChg>
        <pc:grpChg chg="add mod">
          <ac:chgData name="昕 许" userId="a2975fcd840abfc3" providerId="LiveId" clId="{49CCD4F9-177C-4270-9A14-60236FF377E8}" dt="2026-04-15T02:00:55.806" v="7557" actId="1076"/>
          <ac:grpSpMkLst>
            <pc:docMk/>
            <pc:sldMk cId="3949537576" sldId="296"/>
            <ac:grpSpMk id="46" creationId="{7A7E0ABB-0E09-E8EC-7E0D-8E60C9668563}"/>
          </ac:grpSpMkLst>
        </pc:grpChg>
        <pc:grpChg chg="add mod">
          <ac:chgData name="昕 许" userId="a2975fcd840abfc3" providerId="LiveId" clId="{49CCD4F9-177C-4270-9A14-60236FF377E8}" dt="2026-04-15T01:59:46.505" v="7534" actId="1076"/>
          <ac:grpSpMkLst>
            <pc:docMk/>
            <pc:sldMk cId="3949537576" sldId="296"/>
            <ac:grpSpMk id="54" creationId="{35758378-F36E-259D-93E3-8B982A1A2084}"/>
          </ac:grpSpMkLst>
        </pc:grpChg>
        <pc:grpChg chg="add mod">
          <ac:chgData name="昕 许" userId="a2975fcd840abfc3" providerId="LiveId" clId="{49CCD4F9-177C-4270-9A14-60236FF377E8}" dt="2026-04-15T01:59:46.505" v="7534" actId="1076"/>
          <ac:grpSpMkLst>
            <pc:docMk/>
            <pc:sldMk cId="3949537576" sldId="296"/>
            <ac:grpSpMk id="64" creationId="{20CBA167-0D45-AA5A-95DB-D990A03EB02F}"/>
          </ac:grpSpMkLst>
        </pc:grpChg>
        <pc:grpChg chg="add mod">
          <ac:chgData name="昕 许" userId="a2975fcd840abfc3" providerId="LiveId" clId="{49CCD4F9-177C-4270-9A14-60236FF377E8}" dt="2026-04-15T01:59:46.505" v="7534" actId="1076"/>
          <ac:grpSpMkLst>
            <pc:docMk/>
            <pc:sldMk cId="3949537576" sldId="296"/>
            <ac:grpSpMk id="70" creationId="{E60FD3F4-3729-089E-D97F-712BE2969003}"/>
          </ac:grpSpMkLst>
        </pc:grpChg>
        <pc:grpChg chg="add mod">
          <ac:chgData name="昕 许" userId="a2975fcd840abfc3" providerId="LiveId" clId="{49CCD4F9-177C-4270-9A14-60236FF377E8}" dt="2026-04-15T01:59:46.505" v="7534" actId="1076"/>
          <ac:grpSpMkLst>
            <pc:docMk/>
            <pc:sldMk cId="3949537576" sldId="296"/>
            <ac:grpSpMk id="73" creationId="{0CB609FF-029B-8C1C-4284-42F9CDD4D52E}"/>
          </ac:grpSpMkLst>
        </pc:grpChg>
        <pc:grpChg chg="add mod">
          <ac:chgData name="昕 许" userId="a2975fcd840abfc3" providerId="LiveId" clId="{49CCD4F9-177C-4270-9A14-60236FF377E8}" dt="2026-04-15T02:01:42.522" v="7580" actId="1076"/>
          <ac:grpSpMkLst>
            <pc:docMk/>
            <pc:sldMk cId="3949537576" sldId="296"/>
            <ac:grpSpMk id="80" creationId="{FDEACA0C-ADB5-AF64-E845-48A0AA966387}"/>
          </ac:grpSpMkLst>
        </pc:grpChg>
        <pc:grpChg chg="add mod">
          <ac:chgData name="昕 许" userId="a2975fcd840abfc3" providerId="LiveId" clId="{49CCD4F9-177C-4270-9A14-60236FF377E8}" dt="2026-04-15T02:01:42.522" v="7580" actId="1076"/>
          <ac:grpSpMkLst>
            <pc:docMk/>
            <pc:sldMk cId="3949537576" sldId="296"/>
            <ac:grpSpMk id="81" creationId="{863A52BC-724F-7866-CD1F-88AA541D688E}"/>
          </ac:grpSpMkLst>
        </pc:grpChg>
        <pc:grpChg chg="add mod">
          <ac:chgData name="昕 许" userId="a2975fcd840abfc3" providerId="LiveId" clId="{49CCD4F9-177C-4270-9A14-60236FF377E8}" dt="2026-04-15T01:54:22.222" v="7528" actId="1076"/>
          <ac:grpSpMkLst>
            <pc:docMk/>
            <pc:sldMk cId="3949537576" sldId="296"/>
            <ac:grpSpMk id="85" creationId="{6858389B-42C8-5976-34AC-EFF69AB7F942}"/>
          </ac:grpSpMkLst>
        </pc:grpChg>
        <pc:grpChg chg="add mod">
          <ac:chgData name="昕 许" userId="a2975fcd840abfc3" providerId="LiveId" clId="{49CCD4F9-177C-4270-9A14-60236FF377E8}" dt="2026-04-15T01:59:46.505" v="7534" actId="1076"/>
          <ac:grpSpMkLst>
            <pc:docMk/>
            <pc:sldMk cId="3949537576" sldId="296"/>
            <ac:grpSpMk id="91" creationId="{796B3D0A-7E5A-7E10-F732-305E8850F17D}"/>
          </ac:grpSpMkLst>
        </pc:grpChg>
        <pc:grpChg chg="add mod">
          <ac:chgData name="昕 许" userId="a2975fcd840abfc3" providerId="LiveId" clId="{49CCD4F9-177C-4270-9A14-60236FF377E8}" dt="2026-04-15T01:59:46.505" v="7534" actId="1076"/>
          <ac:grpSpMkLst>
            <pc:docMk/>
            <pc:sldMk cId="3949537576" sldId="296"/>
            <ac:grpSpMk id="114" creationId="{EE181ACC-2B22-2FC4-7AA4-D5B72E86CED6}"/>
          </ac:grpSpMkLst>
        </pc:grpChg>
        <pc:grpChg chg="add mod">
          <ac:chgData name="昕 许" userId="a2975fcd840abfc3" providerId="LiveId" clId="{49CCD4F9-177C-4270-9A14-60236FF377E8}" dt="2026-04-15T01:59:46.505" v="7534" actId="1076"/>
          <ac:grpSpMkLst>
            <pc:docMk/>
            <pc:sldMk cId="3949537576" sldId="296"/>
            <ac:grpSpMk id="119" creationId="{C2ABD0F2-BA44-46A7-B297-ED86790D850C}"/>
          </ac:grpSpMkLst>
        </pc:grpChg>
        <pc:grpChg chg="add mod">
          <ac:chgData name="昕 许" userId="a2975fcd840abfc3" providerId="LiveId" clId="{49CCD4F9-177C-4270-9A14-60236FF377E8}" dt="2026-04-15T01:59:46.505" v="7534" actId="1076"/>
          <ac:grpSpMkLst>
            <pc:docMk/>
            <pc:sldMk cId="3949537576" sldId="296"/>
            <ac:grpSpMk id="130" creationId="{8F7ABC94-0A60-316B-2A9A-1E5F6A3284F0}"/>
          </ac:grpSpMkLst>
        </pc:grpChg>
        <pc:grpChg chg="add mod">
          <ac:chgData name="昕 许" userId="a2975fcd840abfc3" providerId="LiveId" clId="{49CCD4F9-177C-4270-9A14-60236FF377E8}" dt="2026-04-15T01:59:53.475" v="7538" actId="20577"/>
          <ac:grpSpMkLst>
            <pc:docMk/>
            <pc:sldMk cId="3949537576" sldId="296"/>
            <ac:grpSpMk id="138" creationId="{4FC02414-C72B-684D-ED8F-3A68C1B4E824}"/>
          </ac:grpSpMkLst>
        </pc:grpChg>
        <pc:cxnChg chg="add mod">
          <ac:chgData name="昕 许" userId="a2975fcd840abfc3" providerId="LiveId" clId="{49CCD4F9-177C-4270-9A14-60236FF377E8}" dt="2026-04-15T01:50:36.915" v="7462" actId="14100"/>
          <ac:cxnSpMkLst>
            <pc:docMk/>
            <pc:sldMk cId="3949537576" sldId="296"/>
            <ac:cxnSpMk id="10" creationId="{50484B81-C898-4920-D5FE-AFE86A4D75AB}"/>
          </ac:cxnSpMkLst>
        </pc:cxnChg>
      </pc:sldChg>
      <pc:sldChg chg="modSp add mod">
        <pc:chgData name="昕 许" userId="a2975fcd840abfc3" providerId="LiveId" clId="{49CCD4F9-177C-4270-9A14-60236FF377E8}" dt="2026-04-08T07:57:34.805" v="7286" actId="255"/>
        <pc:sldMkLst>
          <pc:docMk/>
          <pc:sldMk cId="1907695136" sldId="300"/>
        </pc:sldMkLst>
        <pc:spChg chg="mod">
          <ac:chgData name="昕 许" userId="a2975fcd840abfc3" providerId="LiveId" clId="{49CCD4F9-177C-4270-9A14-60236FF377E8}" dt="2026-04-08T07:57:34.805" v="7286" actId="255"/>
          <ac:spMkLst>
            <pc:docMk/>
            <pc:sldMk cId="1907695136" sldId="300"/>
            <ac:spMk id="65" creationId="{67277802-AA04-818A-C85D-4844BA02FDD3}"/>
          </ac:spMkLst>
        </pc:spChg>
      </pc:sldChg>
      <pc:sldChg chg="addSp delSp modSp add mod">
        <pc:chgData name="昕 许" userId="a2975fcd840abfc3" providerId="LiveId" clId="{49CCD4F9-177C-4270-9A14-60236FF377E8}" dt="2026-04-08T09:25:16.430" v="7360" actId="1076"/>
        <pc:sldMkLst>
          <pc:docMk/>
          <pc:sldMk cId="4085098542" sldId="301"/>
        </pc:sldMkLst>
        <pc:spChg chg="mod">
          <ac:chgData name="昕 许" userId="a2975fcd840abfc3" providerId="LiveId" clId="{49CCD4F9-177C-4270-9A14-60236FF377E8}" dt="2026-04-08T09:23:03.678" v="7303" actId="208"/>
          <ac:spMkLst>
            <pc:docMk/>
            <pc:sldMk cId="4085098542" sldId="301"/>
            <ac:spMk id="3" creationId="{A8AD7DAF-1225-5509-6164-8A802FF2AB33}"/>
          </ac:spMkLst>
        </pc:spChg>
        <pc:spChg chg="mod">
          <ac:chgData name="昕 许" userId="a2975fcd840abfc3" providerId="LiveId" clId="{49CCD4F9-177C-4270-9A14-60236FF377E8}" dt="2026-04-08T04:31:54.270" v="7028" actId="1076"/>
          <ac:spMkLst>
            <pc:docMk/>
            <pc:sldMk cId="4085098542" sldId="301"/>
            <ac:spMk id="4" creationId="{73552F1B-4010-7000-B651-7B8D13831AA3}"/>
          </ac:spMkLst>
        </pc:spChg>
        <pc:spChg chg="mod">
          <ac:chgData name="昕 许" userId="a2975fcd840abfc3" providerId="LiveId" clId="{49CCD4F9-177C-4270-9A14-60236FF377E8}" dt="2026-04-08T04:46:24.507" v="7278" actId="164"/>
          <ac:spMkLst>
            <pc:docMk/>
            <pc:sldMk cId="4085098542" sldId="301"/>
            <ac:spMk id="6" creationId="{3948A650-06F0-1D7E-B32C-8266EF3C69D4}"/>
          </ac:spMkLst>
        </pc:spChg>
        <pc:spChg chg="mod">
          <ac:chgData name="昕 许" userId="a2975fcd840abfc3" providerId="LiveId" clId="{49CCD4F9-177C-4270-9A14-60236FF377E8}" dt="2026-04-08T04:46:24.507" v="7278" actId="164"/>
          <ac:spMkLst>
            <pc:docMk/>
            <pc:sldMk cId="4085098542" sldId="301"/>
            <ac:spMk id="7" creationId="{D9DD427E-2E53-4BB4-8241-1D8ABF270A6B}"/>
          </ac:spMkLst>
        </pc:spChg>
        <pc:spChg chg="mod">
          <ac:chgData name="昕 许" userId="a2975fcd840abfc3" providerId="LiveId" clId="{49CCD4F9-177C-4270-9A14-60236FF377E8}" dt="2026-04-08T09:22:59.235" v="7302" actId="208"/>
          <ac:spMkLst>
            <pc:docMk/>
            <pc:sldMk cId="4085098542" sldId="301"/>
            <ac:spMk id="9" creationId="{217B5F0B-8773-BA14-34DA-A22561E6A109}"/>
          </ac:spMkLst>
        </pc:spChg>
        <pc:spChg chg="mod">
          <ac:chgData name="昕 许" userId="a2975fcd840abfc3" providerId="LiveId" clId="{49CCD4F9-177C-4270-9A14-60236FF377E8}" dt="2026-04-08T04:32:05.340" v="7037" actId="20577"/>
          <ac:spMkLst>
            <pc:docMk/>
            <pc:sldMk cId="4085098542" sldId="301"/>
            <ac:spMk id="10" creationId="{A53A4F57-0D79-8294-D323-F60EA3103A42}"/>
          </ac:spMkLst>
        </pc:spChg>
        <pc:spChg chg="add mod">
          <ac:chgData name="昕 许" userId="a2975fcd840abfc3" providerId="LiveId" clId="{49CCD4F9-177C-4270-9A14-60236FF377E8}" dt="2026-04-08T09:24:08.031" v="7326" actId="1076"/>
          <ac:spMkLst>
            <pc:docMk/>
            <pc:sldMk cId="4085098542" sldId="301"/>
            <ac:spMk id="11" creationId="{8CE9C8F6-CA1C-3A64-636A-5849B1D7BB79}"/>
          </ac:spMkLst>
        </pc:spChg>
        <pc:spChg chg="add mod">
          <ac:chgData name="昕 许" userId="a2975fcd840abfc3" providerId="LiveId" clId="{49CCD4F9-177C-4270-9A14-60236FF377E8}" dt="2026-04-08T09:24:40.087" v="7340" actId="1076"/>
          <ac:spMkLst>
            <pc:docMk/>
            <pc:sldMk cId="4085098542" sldId="301"/>
            <ac:spMk id="12" creationId="{9154A90D-DF46-85B9-A147-A77FE077F048}"/>
          </ac:spMkLst>
        </pc:spChg>
        <pc:spChg chg="add mod">
          <ac:chgData name="昕 许" userId="a2975fcd840abfc3" providerId="LiveId" clId="{49CCD4F9-177C-4270-9A14-60236FF377E8}" dt="2026-04-08T09:24:42.582" v="7341" actId="1076"/>
          <ac:spMkLst>
            <pc:docMk/>
            <pc:sldMk cId="4085098542" sldId="301"/>
            <ac:spMk id="13" creationId="{0B0584C8-3DC3-44BF-921B-D046B092FEBB}"/>
          </ac:spMkLst>
        </pc:spChg>
        <pc:spChg chg="add mod">
          <ac:chgData name="昕 许" userId="a2975fcd840abfc3" providerId="LiveId" clId="{49CCD4F9-177C-4270-9A14-60236FF377E8}" dt="2026-04-08T09:24:47.890" v="7344" actId="20577"/>
          <ac:spMkLst>
            <pc:docMk/>
            <pc:sldMk cId="4085098542" sldId="301"/>
            <ac:spMk id="14" creationId="{3E91F490-B543-EB7E-D886-1EF9BC2E7489}"/>
          </ac:spMkLst>
        </pc:spChg>
        <pc:spChg chg="add mod">
          <ac:chgData name="昕 许" userId="a2975fcd840abfc3" providerId="LiveId" clId="{49CCD4F9-177C-4270-9A14-60236FF377E8}" dt="2026-04-08T09:24:57.765" v="7350" actId="1076"/>
          <ac:spMkLst>
            <pc:docMk/>
            <pc:sldMk cId="4085098542" sldId="301"/>
            <ac:spMk id="15" creationId="{00BB6EA8-597F-65A4-138E-5E769709EB7B}"/>
          </ac:spMkLst>
        </pc:spChg>
        <pc:spChg chg="add mod">
          <ac:chgData name="昕 许" userId="a2975fcd840abfc3" providerId="LiveId" clId="{49CCD4F9-177C-4270-9A14-60236FF377E8}" dt="2026-04-08T09:25:16.430" v="7360" actId="1076"/>
          <ac:spMkLst>
            <pc:docMk/>
            <pc:sldMk cId="4085098542" sldId="301"/>
            <ac:spMk id="16" creationId="{F9F31DB3-2144-7E92-6DB8-2222988919D9}"/>
          </ac:spMkLst>
        </pc:spChg>
        <pc:spChg chg="add del mod topLvl">
          <ac:chgData name="昕 许" userId="a2975fcd840abfc3" providerId="LiveId" clId="{49CCD4F9-177C-4270-9A14-60236FF377E8}" dt="2026-04-08T09:23:07.155" v="7304" actId="208"/>
          <ac:spMkLst>
            <pc:docMk/>
            <pc:sldMk cId="4085098542" sldId="301"/>
            <ac:spMk id="23" creationId="{96D3510D-9E0E-3DB0-FBFF-5C0CAA77D4D1}"/>
          </ac:spMkLst>
        </pc:spChg>
        <pc:spChg chg="mod topLvl">
          <ac:chgData name="昕 许" userId="a2975fcd840abfc3" providerId="LiveId" clId="{49CCD4F9-177C-4270-9A14-60236FF377E8}" dt="2026-04-08T09:20:35.966" v="7294" actId="20577"/>
          <ac:spMkLst>
            <pc:docMk/>
            <pc:sldMk cId="4085098542" sldId="301"/>
            <ac:spMk id="24" creationId="{54273500-8F07-0A0F-DEB8-0E85442E9AD2}"/>
          </ac:spMkLst>
        </pc:spChg>
        <pc:spChg chg="mod">
          <ac:chgData name="昕 许" userId="a2975fcd840abfc3" providerId="LiveId" clId="{49CCD4F9-177C-4270-9A14-60236FF377E8}" dt="2026-04-08T09:20:30.091" v="7288" actId="20577"/>
          <ac:spMkLst>
            <pc:docMk/>
            <pc:sldMk cId="4085098542" sldId="301"/>
            <ac:spMk id="30" creationId="{F33F661F-58AD-54B7-D4C2-A0396ED45520}"/>
          </ac:spMkLst>
        </pc:spChg>
        <pc:spChg chg="mod">
          <ac:chgData name="昕 许" userId="a2975fcd840abfc3" providerId="LiveId" clId="{49CCD4F9-177C-4270-9A14-60236FF377E8}" dt="2026-04-08T09:20:45.360" v="7298" actId="1076"/>
          <ac:spMkLst>
            <pc:docMk/>
            <pc:sldMk cId="4085098542" sldId="301"/>
            <ac:spMk id="31" creationId="{8042B7EB-BB2C-F819-B5C0-65A415525C71}"/>
          </ac:spMkLst>
        </pc:spChg>
        <pc:spChg chg="add mod">
          <ac:chgData name="昕 许" userId="a2975fcd840abfc3" providerId="LiveId" clId="{49CCD4F9-177C-4270-9A14-60236FF377E8}" dt="2026-04-08T04:46:26.538" v="7279" actId="164"/>
          <ac:spMkLst>
            <pc:docMk/>
            <pc:sldMk cId="4085098542" sldId="301"/>
            <ac:spMk id="45" creationId="{AF81E40A-8E2D-B70A-0547-C8615829AC54}"/>
          </ac:spMkLst>
        </pc:spChg>
        <pc:spChg chg="add mod">
          <ac:chgData name="昕 许" userId="a2975fcd840abfc3" providerId="LiveId" clId="{49CCD4F9-177C-4270-9A14-60236FF377E8}" dt="2026-04-08T04:46:36.968" v="7283" actId="1076"/>
          <ac:spMkLst>
            <pc:docMk/>
            <pc:sldMk cId="4085098542" sldId="301"/>
            <ac:spMk id="46" creationId="{15B88D56-808C-EBC9-0FB5-CA67D058E729}"/>
          </ac:spMkLst>
        </pc:spChg>
        <pc:spChg chg="mod">
          <ac:chgData name="昕 许" userId="a2975fcd840abfc3" providerId="LiveId" clId="{49CCD4F9-177C-4270-9A14-60236FF377E8}" dt="2026-04-08T09:20:33.569" v="7292" actId="20577"/>
          <ac:spMkLst>
            <pc:docMk/>
            <pc:sldMk cId="4085098542" sldId="301"/>
            <ac:spMk id="48" creationId="{D48A5120-43F4-380F-60FF-A534E81B793E}"/>
          </ac:spMkLst>
        </pc:spChg>
        <pc:spChg chg="mod">
          <ac:chgData name="昕 许" userId="a2975fcd840abfc3" providerId="LiveId" clId="{49CCD4F9-177C-4270-9A14-60236FF377E8}" dt="2026-04-08T09:20:47.477" v="7299" actId="1076"/>
          <ac:spMkLst>
            <pc:docMk/>
            <pc:sldMk cId="4085098542" sldId="301"/>
            <ac:spMk id="68" creationId="{533DA24C-C9AA-B225-589F-9B1726D42961}"/>
          </ac:spMkLst>
        </pc:spChg>
        <pc:spChg chg="mod">
          <ac:chgData name="昕 许" userId="a2975fcd840abfc3" providerId="LiveId" clId="{49CCD4F9-177C-4270-9A14-60236FF377E8}" dt="2026-04-08T09:20:35.966" v="7294" actId="20577"/>
          <ac:spMkLst>
            <pc:docMk/>
            <pc:sldMk cId="4085098542" sldId="301"/>
            <ac:spMk id="70" creationId="{7A73AC80-0850-E3CE-7138-D0D581E1951C}"/>
          </ac:spMkLst>
        </pc:spChg>
        <pc:spChg chg="mod">
          <ac:chgData name="昕 许" userId="a2975fcd840abfc3" providerId="LiveId" clId="{49CCD4F9-177C-4270-9A14-60236FF377E8}" dt="2026-04-08T09:20:49.469" v="7300" actId="1076"/>
          <ac:spMkLst>
            <pc:docMk/>
            <pc:sldMk cId="4085098542" sldId="301"/>
            <ac:spMk id="71" creationId="{CA3DAC13-3379-158F-5732-53B75977B461}"/>
          </ac:spMkLst>
        </pc:spChg>
        <pc:spChg chg="mod">
          <ac:chgData name="昕 许" userId="a2975fcd840abfc3" providerId="LiveId" clId="{49CCD4F9-177C-4270-9A14-60236FF377E8}" dt="2026-04-08T09:23:19.985" v="7308" actId="208"/>
          <ac:spMkLst>
            <pc:docMk/>
            <pc:sldMk cId="4085098542" sldId="301"/>
            <ac:spMk id="80" creationId="{E7A63A6E-213B-358B-504C-12995A509D1F}"/>
          </ac:spMkLst>
        </pc:spChg>
        <pc:spChg chg="mod">
          <ac:chgData name="昕 许" userId="a2975fcd840abfc3" providerId="LiveId" clId="{49CCD4F9-177C-4270-9A14-60236FF377E8}" dt="2026-04-08T04:43:34.660" v="7238" actId="165"/>
          <ac:spMkLst>
            <pc:docMk/>
            <pc:sldMk cId="4085098542" sldId="301"/>
            <ac:spMk id="81" creationId="{5022DB97-B4E5-4D9B-69CF-7DC4D10B37C2}"/>
          </ac:spMkLst>
        </pc:spChg>
        <pc:spChg chg="add mod">
          <ac:chgData name="昕 许" userId="a2975fcd840abfc3" providerId="LiveId" clId="{49CCD4F9-177C-4270-9A14-60236FF377E8}" dt="2026-04-08T09:23:56.017" v="7309" actId="1076"/>
          <ac:spMkLst>
            <pc:docMk/>
            <pc:sldMk cId="4085098542" sldId="301"/>
            <ac:spMk id="83" creationId="{673258E9-2EC4-0B16-4545-D1C05EA40965}"/>
          </ac:spMkLst>
        </pc:spChg>
        <pc:spChg chg="add mod topLvl">
          <ac:chgData name="昕 许" userId="a2975fcd840abfc3" providerId="LiveId" clId="{49CCD4F9-177C-4270-9A14-60236FF377E8}" dt="2026-04-08T04:44:49.599" v="7246" actId="164"/>
          <ac:spMkLst>
            <pc:docMk/>
            <pc:sldMk cId="4085098542" sldId="301"/>
            <ac:spMk id="84" creationId="{5B98383F-684A-E5E7-A9BB-6BE53CE31302}"/>
          </ac:spMkLst>
        </pc:spChg>
        <pc:spChg chg="add mod topLvl">
          <ac:chgData name="昕 许" userId="a2975fcd840abfc3" providerId="LiveId" clId="{49CCD4F9-177C-4270-9A14-60236FF377E8}" dt="2026-04-08T04:44:49.599" v="7246" actId="164"/>
          <ac:spMkLst>
            <pc:docMk/>
            <pc:sldMk cId="4085098542" sldId="301"/>
            <ac:spMk id="85" creationId="{EE456909-63EB-FADB-42BE-C936A1BF7F0C}"/>
          </ac:spMkLst>
        </pc:spChg>
        <pc:spChg chg="add mod">
          <ac:chgData name="昕 许" userId="a2975fcd840abfc3" providerId="LiveId" clId="{49CCD4F9-177C-4270-9A14-60236FF377E8}" dt="2026-04-08T04:44:49.599" v="7246" actId="164"/>
          <ac:spMkLst>
            <pc:docMk/>
            <pc:sldMk cId="4085098542" sldId="301"/>
            <ac:spMk id="87" creationId="{6A3C5346-69C9-4EF0-EAAC-170BC66E593F}"/>
          </ac:spMkLst>
        </pc:spChg>
        <pc:spChg chg="mod">
          <ac:chgData name="昕 许" userId="a2975fcd840abfc3" providerId="LiveId" clId="{49CCD4F9-177C-4270-9A14-60236FF377E8}" dt="2026-04-08T09:20:40.651" v="7297" actId="20577"/>
          <ac:spMkLst>
            <pc:docMk/>
            <pc:sldMk cId="4085098542" sldId="301"/>
            <ac:spMk id="129" creationId="{8E7579A6-47D0-8AFE-02B0-177C74E6CAE9}"/>
          </ac:spMkLst>
        </pc:spChg>
        <pc:spChg chg="mod">
          <ac:chgData name="昕 许" userId="a2975fcd840abfc3" providerId="LiveId" clId="{49CCD4F9-177C-4270-9A14-60236FF377E8}" dt="2026-04-08T09:20:51.806" v="7301" actId="1076"/>
          <ac:spMkLst>
            <pc:docMk/>
            <pc:sldMk cId="4085098542" sldId="301"/>
            <ac:spMk id="130" creationId="{C8DFB045-5594-298F-FE64-4C44F59E63C9}"/>
          </ac:spMkLst>
        </pc:spChg>
        <pc:spChg chg="mod">
          <ac:chgData name="昕 许" userId="a2975fcd840abfc3" providerId="LiveId" clId="{49CCD4F9-177C-4270-9A14-60236FF377E8}" dt="2026-04-08T09:23:16.852" v="7307" actId="208"/>
          <ac:spMkLst>
            <pc:docMk/>
            <pc:sldMk cId="4085098542" sldId="301"/>
            <ac:spMk id="131" creationId="{162D3093-6183-6F6F-2FC3-CAF9E28282CB}"/>
          </ac:spMkLst>
        </pc:spChg>
        <pc:spChg chg="mod">
          <ac:chgData name="昕 许" userId="a2975fcd840abfc3" providerId="LiveId" clId="{49CCD4F9-177C-4270-9A14-60236FF377E8}" dt="2026-04-08T09:23:11.936" v="7306" actId="208"/>
          <ac:spMkLst>
            <pc:docMk/>
            <pc:sldMk cId="4085098542" sldId="301"/>
            <ac:spMk id="132" creationId="{5E10233E-44BC-EE8E-2AC5-33EA141C162E}"/>
          </ac:spMkLst>
        </pc:spChg>
        <pc:grpChg chg="add mod">
          <ac:chgData name="昕 许" userId="a2975fcd840abfc3" providerId="LiveId" clId="{49CCD4F9-177C-4270-9A14-60236FF377E8}" dt="2026-04-08T09:23:56.017" v="7309" actId="1076"/>
          <ac:grpSpMkLst>
            <pc:docMk/>
            <pc:sldMk cId="4085098542" sldId="301"/>
            <ac:grpSpMk id="2" creationId="{315F95F1-C6CF-EBED-885B-E0954D47CAE0}"/>
          </ac:grpSpMkLst>
        </pc:grpChg>
        <pc:grpChg chg="mod">
          <ac:chgData name="昕 许" userId="a2975fcd840abfc3" providerId="LiveId" clId="{49CCD4F9-177C-4270-9A14-60236FF377E8}" dt="2026-04-08T04:46:26.538" v="7279" actId="164"/>
          <ac:grpSpMkLst>
            <pc:docMk/>
            <pc:sldMk cId="4085098542" sldId="301"/>
            <ac:grpSpMk id="5" creationId="{B7F518F6-45AC-0C0D-2E70-D872462F5B3D}"/>
          </ac:grpSpMkLst>
        </pc:grpChg>
        <pc:grpChg chg="add mod">
          <ac:chgData name="昕 许" userId="a2975fcd840abfc3" providerId="LiveId" clId="{49CCD4F9-177C-4270-9A14-60236FF377E8}" dt="2026-04-08T09:24:29.445" v="7338" actId="1076"/>
          <ac:grpSpMkLst>
            <pc:docMk/>
            <pc:sldMk cId="4085098542" sldId="301"/>
            <ac:grpSpMk id="8" creationId="{CE6F598D-62FF-E3BA-7FAA-8DFC19F87B6A}"/>
          </ac:grpSpMkLst>
        </pc:grpChg>
        <pc:grpChg chg="add del mod">
          <ac:chgData name="昕 许" userId="a2975fcd840abfc3" providerId="LiveId" clId="{49CCD4F9-177C-4270-9A14-60236FF377E8}" dt="2026-04-08T09:20:35.966" v="7294" actId="20577"/>
          <ac:grpSpMkLst>
            <pc:docMk/>
            <pc:sldMk cId="4085098542" sldId="301"/>
            <ac:grpSpMk id="21" creationId="{1B98E04F-099F-BD19-C999-14CB20AAAD1C}"/>
          </ac:grpSpMkLst>
        </pc:grpChg>
        <pc:grpChg chg="add mod">
          <ac:chgData name="昕 许" userId="a2975fcd840abfc3" providerId="LiveId" clId="{49CCD4F9-177C-4270-9A14-60236FF377E8}" dt="2026-04-08T09:23:56.017" v="7309" actId="1076"/>
          <ac:grpSpMkLst>
            <pc:docMk/>
            <pc:sldMk cId="4085098542" sldId="301"/>
            <ac:grpSpMk id="29" creationId="{90058913-3E75-666F-205D-1B2A246841FA}"/>
          </ac:grpSpMkLst>
        </pc:grpChg>
        <pc:grpChg chg="add mod">
          <ac:chgData name="昕 许" userId="a2975fcd840abfc3" providerId="LiveId" clId="{49CCD4F9-177C-4270-9A14-60236FF377E8}" dt="2026-04-08T09:24:29.445" v="7338" actId="1076"/>
          <ac:grpSpMkLst>
            <pc:docMk/>
            <pc:sldMk cId="4085098542" sldId="301"/>
            <ac:grpSpMk id="47" creationId="{6CCF926B-80D8-7FFC-D211-FFEEDA07FB95}"/>
          </ac:grpSpMkLst>
        </pc:grpChg>
        <pc:grpChg chg="add mod">
          <ac:chgData name="昕 许" userId="a2975fcd840abfc3" providerId="LiveId" clId="{49CCD4F9-177C-4270-9A14-60236FF377E8}" dt="2026-04-08T09:20:35.966" v="7294" actId="20577"/>
          <ac:grpSpMkLst>
            <pc:docMk/>
            <pc:sldMk cId="4085098542" sldId="301"/>
            <ac:grpSpMk id="69" creationId="{38CB1070-0A94-AA9B-4944-DD4B4E679A2A}"/>
          </ac:grpSpMkLst>
        </pc:grpChg>
        <pc:grpChg chg="add mod topLvl">
          <ac:chgData name="昕 许" userId="a2975fcd840abfc3" providerId="LiveId" clId="{49CCD4F9-177C-4270-9A14-60236FF377E8}" dt="2026-04-08T04:44:49.599" v="7246" actId="164"/>
          <ac:grpSpMkLst>
            <pc:docMk/>
            <pc:sldMk cId="4085098542" sldId="301"/>
            <ac:grpSpMk id="79" creationId="{E64831CC-948A-B319-3D4D-79F8EB7246F3}"/>
          </ac:grpSpMkLst>
        </pc:grpChg>
        <pc:grpChg chg="add mod">
          <ac:chgData name="昕 许" userId="a2975fcd840abfc3" providerId="LiveId" clId="{49CCD4F9-177C-4270-9A14-60236FF377E8}" dt="2026-04-08T09:23:56.017" v="7309" actId="1076"/>
          <ac:grpSpMkLst>
            <pc:docMk/>
            <pc:sldMk cId="4085098542" sldId="301"/>
            <ac:grpSpMk id="89" creationId="{AB068BE5-45AC-DAF9-A9E3-55EC43FF891C}"/>
          </ac:grpSpMkLst>
        </pc:grpChg>
        <pc:grpChg chg="add mod">
          <ac:chgData name="昕 许" userId="a2975fcd840abfc3" providerId="LiveId" clId="{49CCD4F9-177C-4270-9A14-60236FF377E8}" dt="2026-04-08T09:24:29.445" v="7338" actId="1076"/>
          <ac:grpSpMkLst>
            <pc:docMk/>
            <pc:sldMk cId="4085098542" sldId="301"/>
            <ac:grpSpMk id="97" creationId="{469EA6FC-B825-01D9-DF49-3C032A9B5B03}"/>
          </ac:grpSpMkLst>
        </pc:grpChg>
        <pc:grpChg chg="add mod">
          <ac:chgData name="昕 许" userId="a2975fcd840abfc3" providerId="LiveId" clId="{49CCD4F9-177C-4270-9A14-60236FF377E8}" dt="2026-04-08T09:24:29.445" v="7338" actId="1076"/>
          <ac:grpSpMkLst>
            <pc:docMk/>
            <pc:sldMk cId="4085098542" sldId="301"/>
            <ac:grpSpMk id="125" creationId="{CBFF7F27-36ED-E0F6-D0A2-56130ACFD7AC}"/>
          </ac:grpSpMkLst>
        </pc:grpChg>
        <pc:grpChg chg="mod">
          <ac:chgData name="昕 许" userId="a2975fcd840abfc3" providerId="LiveId" clId="{49CCD4F9-177C-4270-9A14-60236FF377E8}" dt="2026-04-08T09:20:40.651" v="7297" actId="20577"/>
          <ac:grpSpMkLst>
            <pc:docMk/>
            <pc:sldMk cId="4085098542" sldId="301"/>
            <ac:grpSpMk id="126" creationId="{E261F202-2AB6-55F6-038D-01D1FE20B2FC}"/>
          </ac:grpSpMkLst>
        </pc:grpChg>
        <pc:grpChg chg="mod">
          <ac:chgData name="昕 许" userId="a2975fcd840abfc3" providerId="LiveId" clId="{49CCD4F9-177C-4270-9A14-60236FF377E8}" dt="2026-04-08T09:20:40.651" v="7297" actId="20577"/>
          <ac:grpSpMkLst>
            <pc:docMk/>
            <pc:sldMk cId="4085098542" sldId="301"/>
            <ac:grpSpMk id="127" creationId="{CFF41582-1B79-E287-852F-F7BD0F0518E3}"/>
          </ac:grpSpMkLst>
        </pc:grpChg>
        <pc:grpChg chg="add mod">
          <ac:chgData name="昕 许" userId="a2975fcd840abfc3" providerId="LiveId" clId="{49CCD4F9-177C-4270-9A14-60236FF377E8}" dt="2026-04-08T04:46:40.318" v="7284" actId="1076"/>
          <ac:grpSpMkLst>
            <pc:docMk/>
            <pc:sldMk cId="4085098542" sldId="301"/>
            <ac:grpSpMk id="134" creationId="{43CE37BA-0F23-47D6-61FE-1FA5F9D1F723}"/>
          </ac:grpSpMkLst>
        </pc:grpChg>
        <pc:cxnChg chg="add mod">
          <ac:chgData name="昕 许" userId="a2975fcd840abfc3" providerId="LiveId" clId="{49CCD4F9-177C-4270-9A14-60236FF377E8}" dt="2026-04-08T04:46:26.538" v="7279" actId="164"/>
          <ac:cxnSpMkLst>
            <pc:docMk/>
            <pc:sldMk cId="4085098542" sldId="301"/>
            <ac:cxnSpMk id="33" creationId="{56A3F668-BBF8-6BC3-E09A-4AFC75772095}"/>
          </ac:cxnSpMkLst>
        </pc:cxnChg>
        <pc:cxnChg chg="add mod">
          <ac:chgData name="昕 许" userId="a2975fcd840abfc3" providerId="LiveId" clId="{49CCD4F9-177C-4270-9A14-60236FF377E8}" dt="2026-04-08T09:23:56.017" v="7309" actId="1076"/>
          <ac:cxnSpMkLst>
            <pc:docMk/>
            <pc:sldMk cId="4085098542" sldId="301"/>
            <ac:cxnSpMk id="72" creationId="{C7AD4927-AE17-792E-8821-7E62BCF1C65A}"/>
          </ac:cxnSpMkLst>
        </pc:cxnChg>
        <pc:cxnChg chg="add mod">
          <ac:chgData name="昕 许" userId="a2975fcd840abfc3" providerId="LiveId" clId="{49CCD4F9-177C-4270-9A14-60236FF377E8}" dt="2026-04-08T09:24:29.445" v="7338" actId="1076"/>
          <ac:cxnSpMkLst>
            <pc:docMk/>
            <pc:sldMk cId="4085098542" sldId="301"/>
            <ac:cxnSpMk id="74" creationId="{42D0C95A-1543-A96B-13F8-DBE76CC74A19}"/>
          </ac:cxnSpMkLst>
        </pc:cxnChg>
        <pc:cxnChg chg="add mod">
          <ac:chgData name="昕 许" userId="a2975fcd840abfc3" providerId="LiveId" clId="{49CCD4F9-177C-4270-9A14-60236FF377E8}" dt="2026-04-08T09:20:35.966" v="7294" actId="20577"/>
          <ac:cxnSpMkLst>
            <pc:docMk/>
            <pc:sldMk cId="4085098542" sldId="301"/>
            <ac:cxnSpMk id="75" creationId="{DE6EDB9A-8BBD-291B-EF9D-101B4BEC8A37}"/>
          </ac:cxnSpMkLst>
        </pc:cxnChg>
        <pc:cxnChg chg="add mod">
          <ac:chgData name="昕 许" userId="a2975fcd840abfc3" providerId="LiveId" clId="{49CCD4F9-177C-4270-9A14-60236FF377E8}" dt="2026-04-08T04:44:49.599" v="7246" actId="164"/>
          <ac:cxnSpMkLst>
            <pc:docMk/>
            <pc:sldMk cId="4085098542" sldId="301"/>
            <ac:cxnSpMk id="88" creationId="{E0EDFCB2-8209-CD8A-C261-E896E1306380}"/>
          </ac:cxnSpMkLst>
        </pc:cxnChg>
        <pc:cxnChg chg="mod">
          <ac:chgData name="昕 许" userId="a2975fcd840abfc3" providerId="LiveId" clId="{49CCD4F9-177C-4270-9A14-60236FF377E8}" dt="2026-04-08T09:20:40.651" v="7297" actId="20577"/>
          <ac:cxnSpMkLst>
            <pc:docMk/>
            <pc:sldMk cId="4085098542" sldId="301"/>
            <ac:cxnSpMk id="128" creationId="{187BE848-3E14-4011-6F4B-A686E223991C}"/>
          </ac:cxnSpMkLst>
        </pc:cxnChg>
      </pc:sldChg>
      <pc:sldChg chg="addSp delSp modSp add mod">
        <pc:chgData name="昕 许" userId="a2975fcd840abfc3" providerId="LiveId" clId="{49CCD4F9-177C-4270-9A14-60236FF377E8}" dt="2026-04-18T13:26:55.676" v="7914" actId="1076"/>
        <pc:sldMkLst>
          <pc:docMk/>
          <pc:sldMk cId="2437318243" sldId="302"/>
        </pc:sldMkLst>
        <pc:spChg chg="add del mod">
          <ac:chgData name="昕 许" userId="a2975fcd840abfc3" providerId="LiveId" clId="{49CCD4F9-177C-4270-9A14-60236FF377E8}" dt="2026-04-18T13:25:41.962" v="7838" actId="478"/>
          <ac:spMkLst>
            <pc:docMk/>
            <pc:sldMk cId="2437318243" sldId="302"/>
            <ac:spMk id="4" creationId="{E92E7177-B1B2-FCE7-08E6-81568B8FC156}"/>
          </ac:spMkLst>
        </pc:spChg>
        <pc:spChg chg="mod">
          <ac:chgData name="昕 许" userId="a2975fcd840abfc3" providerId="LiveId" clId="{49CCD4F9-177C-4270-9A14-60236FF377E8}" dt="2026-04-18T13:25:46.191" v="7839"/>
          <ac:spMkLst>
            <pc:docMk/>
            <pc:sldMk cId="2437318243" sldId="302"/>
            <ac:spMk id="8" creationId="{F3A252E8-F7BB-991F-A253-73F206B3E5B3}"/>
          </ac:spMkLst>
        </pc:spChg>
        <pc:spChg chg="mod">
          <ac:chgData name="昕 许" userId="a2975fcd840abfc3" providerId="LiveId" clId="{49CCD4F9-177C-4270-9A14-60236FF377E8}" dt="2026-04-18T13:25:46.191" v="7839"/>
          <ac:spMkLst>
            <pc:docMk/>
            <pc:sldMk cId="2437318243" sldId="302"/>
            <ac:spMk id="9" creationId="{BD01341A-F9AB-AAD3-0B44-81E6E84E3056}"/>
          </ac:spMkLst>
        </pc:spChg>
        <pc:spChg chg="mod">
          <ac:chgData name="昕 许" userId="a2975fcd840abfc3" providerId="LiveId" clId="{49CCD4F9-177C-4270-9A14-60236FF377E8}" dt="2026-04-18T13:25:46.191" v="7839"/>
          <ac:spMkLst>
            <pc:docMk/>
            <pc:sldMk cId="2437318243" sldId="302"/>
            <ac:spMk id="11" creationId="{5741A517-24A9-4CB4-BCC0-D9CDA2B27A25}"/>
          </ac:spMkLst>
        </pc:spChg>
        <pc:spChg chg="mod">
          <ac:chgData name="昕 许" userId="a2975fcd840abfc3" providerId="LiveId" clId="{49CCD4F9-177C-4270-9A14-60236FF377E8}" dt="2026-04-18T13:25:55.815" v="7844"/>
          <ac:spMkLst>
            <pc:docMk/>
            <pc:sldMk cId="2437318243" sldId="302"/>
            <ac:spMk id="13" creationId="{389EE730-8847-5393-2F52-6A6EB7AC65B6}"/>
          </ac:spMkLst>
        </pc:spChg>
        <pc:spChg chg="mod">
          <ac:chgData name="昕 许" userId="a2975fcd840abfc3" providerId="LiveId" clId="{49CCD4F9-177C-4270-9A14-60236FF377E8}" dt="2026-04-18T13:25:55.815" v="7844"/>
          <ac:spMkLst>
            <pc:docMk/>
            <pc:sldMk cId="2437318243" sldId="302"/>
            <ac:spMk id="16" creationId="{C5060256-8D68-FDBB-79B1-47B563714A94}"/>
          </ac:spMkLst>
        </pc:spChg>
        <pc:spChg chg="mod">
          <ac:chgData name="昕 许" userId="a2975fcd840abfc3" providerId="LiveId" clId="{49CCD4F9-177C-4270-9A14-60236FF377E8}" dt="2026-04-18T13:25:55.815" v="7844"/>
          <ac:spMkLst>
            <pc:docMk/>
            <pc:sldMk cId="2437318243" sldId="302"/>
            <ac:spMk id="19" creationId="{002B2158-AE99-9ABD-C21B-86205038DAE4}"/>
          </ac:spMkLst>
        </pc:spChg>
        <pc:spChg chg="mod">
          <ac:chgData name="昕 许" userId="a2975fcd840abfc3" providerId="LiveId" clId="{49CCD4F9-177C-4270-9A14-60236FF377E8}" dt="2026-04-18T13:25:55.815" v="7844"/>
          <ac:spMkLst>
            <pc:docMk/>
            <pc:sldMk cId="2437318243" sldId="302"/>
            <ac:spMk id="21" creationId="{47137984-E9EF-520D-8F1E-F2D2424675C7}"/>
          </ac:spMkLst>
        </pc:spChg>
        <pc:spChg chg="mod">
          <ac:chgData name="昕 许" userId="a2975fcd840abfc3" providerId="LiveId" clId="{49CCD4F9-177C-4270-9A14-60236FF377E8}" dt="2026-04-15T02:15:08.102" v="7628" actId="1076"/>
          <ac:spMkLst>
            <pc:docMk/>
            <pc:sldMk cId="2437318243" sldId="302"/>
            <ac:spMk id="24" creationId="{7A84E8EC-0A2C-E8F7-12AB-AACD8FB35B69}"/>
          </ac:spMkLst>
        </pc:spChg>
        <pc:spChg chg="mod">
          <ac:chgData name="昕 许" userId="a2975fcd840abfc3" providerId="LiveId" clId="{49CCD4F9-177C-4270-9A14-60236FF377E8}" dt="2026-04-15T02:14:55.049" v="7625" actId="207"/>
          <ac:spMkLst>
            <pc:docMk/>
            <pc:sldMk cId="2437318243" sldId="302"/>
            <ac:spMk id="25" creationId="{5132DBE1-F184-22F8-8A62-12FD517A54CD}"/>
          </ac:spMkLst>
        </pc:spChg>
        <pc:spChg chg="mod">
          <ac:chgData name="昕 许" userId="a2975fcd840abfc3" providerId="LiveId" clId="{49CCD4F9-177C-4270-9A14-60236FF377E8}" dt="2026-04-15T02:13:52.177" v="7608" actId="20577"/>
          <ac:spMkLst>
            <pc:docMk/>
            <pc:sldMk cId="2437318243" sldId="302"/>
            <ac:spMk id="26" creationId="{FDB9141B-70CD-4D7E-A17E-B317928FB4B9}"/>
          </ac:spMkLst>
        </pc:spChg>
        <pc:spChg chg="mod">
          <ac:chgData name="昕 许" userId="a2975fcd840abfc3" providerId="LiveId" clId="{49CCD4F9-177C-4270-9A14-60236FF377E8}" dt="2026-04-15T02:13:52.177" v="7608" actId="20577"/>
          <ac:spMkLst>
            <pc:docMk/>
            <pc:sldMk cId="2437318243" sldId="302"/>
            <ac:spMk id="27" creationId="{2EFCBCD9-2B9B-03B5-906E-2253B886921B}"/>
          </ac:spMkLst>
        </pc:spChg>
        <pc:spChg chg="add mod">
          <ac:chgData name="昕 许" userId="a2975fcd840abfc3" providerId="LiveId" clId="{49CCD4F9-177C-4270-9A14-60236FF377E8}" dt="2026-04-18T13:26:55.676" v="7914" actId="1076"/>
          <ac:spMkLst>
            <pc:docMk/>
            <pc:sldMk cId="2437318243" sldId="302"/>
            <ac:spMk id="29" creationId="{268F95E6-683D-6EDE-F4C6-BC8E97AB14D3}"/>
          </ac:spMkLst>
        </pc:spChg>
        <pc:spChg chg="mod">
          <ac:chgData name="昕 许" userId="a2975fcd840abfc3" providerId="LiveId" clId="{49CCD4F9-177C-4270-9A14-60236FF377E8}" dt="2026-04-15T02:14:05.006" v="7611" actId="1076"/>
          <ac:spMkLst>
            <pc:docMk/>
            <pc:sldMk cId="2437318243" sldId="302"/>
            <ac:spMk id="92" creationId="{86935CF9-9276-0D43-94B1-9141BD5D1A91}"/>
          </ac:spMkLst>
        </pc:spChg>
        <pc:spChg chg="mod">
          <ac:chgData name="昕 许" userId="a2975fcd840abfc3" providerId="LiveId" clId="{49CCD4F9-177C-4270-9A14-60236FF377E8}" dt="2026-04-15T02:14:07.020" v="7612" actId="1076"/>
          <ac:spMkLst>
            <pc:docMk/>
            <pc:sldMk cId="2437318243" sldId="302"/>
            <ac:spMk id="111" creationId="{24BDF792-B467-085A-7452-67EB4272AB0A}"/>
          </ac:spMkLst>
        </pc:spChg>
        <pc:spChg chg="mod">
          <ac:chgData name="昕 许" userId="a2975fcd840abfc3" providerId="LiveId" clId="{49CCD4F9-177C-4270-9A14-60236FF377E8}" dt="2026-04-15T02:13:33.729" v="7603" actId="14100"/>
          <ac:spMkLst>
            <pc:docMk/>
            <pc:sldMk cId="2437318243" sldId="302"/>
            <ac:spMk id="147" creationId="{9DB58E06-DC45-6503-340C-492DF421DA06}"/>
          </ac:spMkLst>
        </pc:spChg>
        <pc:spChg chg="mod">
          <ac:chgData name="昕 许" userId="a2975fcd840abfc3" providerId="LiveId" clId="{49CCD4F9-177C-4270-9A14-60236FF377E8}" dt="2026-04-15T02:15:17.391" v="7630" actId="14100"/>
          <ac:spMkLst>
            <pc:docMk/>
            <pc:sldMk cId="2437318243" sldId="302"/>
            <ac:spMk id="149" creationId="{6B57C502-1DE6-F0A9-CD12-E546AD2AF71E}"/>
          </ac:spMkLst>
        </pc:spChg>
        <pc:spChg chg="mod">
          <ac:chgData name="昕 许" userId="a2975fcd840abfc3" providerId="LiveId" clId="{49CCD4F9-177C-4270-9A14-60236FF377E8}" dt="2026-04-15T02:14:29.467" v="7617" actId="1076"/>
          <ac:spMkLst>
            <pc:docMk/>
            <pc:sldMk cId="2437318243" sldId="302"/>
            <ac:spMk id="158" creationId="{10F56C03-112E-E072-05DC-06689F4019BE}"/>
          </ac:spMkLst>
        </pc:spChg>
        <pc:grpChg chg="add mod">
          <ac:chgData name="昕 许" userId="a2975fcd840abfc3" providerId="LiveId" clId="{49CCD4F9-177C-4270-9A14-60236FF377E8}" dt="2026-04-15T02:15:19.081" v="7631" actId="1076"/>
          <ac:grpSpMkLst>
            <pc:docMk/>
            <pc:sldMk cId="2437318243" sldId="302"/>
            <ac:grpSpMk id="2" creationId="{388BD682-7715-95AA-1ADC-C2C727C6D22F}"/>
          </ac:grpSpMkLst>
        </pc:grpChg>
        <pc:grpChg chg="add mod">
          <ac:chgData name="昕 许" userId="a2975fcd840abfc3" providerId="LiveId" clId="{49CCD4F9-177C-4270-9A14-60236FF377E8}" dt="2026-04-15T02:15:15.016" v="7629" actId="1076"/>
          <ac:grpSpMkLst>
            <pc:docMk/>
            <pc:sldMk cId="2437318243" sldId="302"/>
            <ac:grpSpMk id="3" creationId="{91C611C6-A2FE-06EA-8565-2413C5876058}"/>
          </ac:grpSpMkLst>
        </pc:grpChg>
        <pc:grpChg chg="add del mod">
          <ac:chgData name="昕 许" userId="a2975fcd840abfc3" providerId="LiveId" clId="{49CCD4F9-177C-4270-9A14-60236FF377E8}" dt="2026-04-18T13:25:55.567" v="7843" actId="478"/>
          <ac:grpSpMkLst>
            <pc:docMk/>
            <pc:sldMk cId="2437318243" sldId="302"/>
            <ac:grpSpMk id="7" creationId="{9CFF82DB-4BA3-8B83-834B-084A2CA4E05A}"/>
          </ac:grpSpMkLst>
        </pc:grpChg>
        <pc:grpChg chg="add mod">
          <ac:chgData name="昕 许" userId="a2975fcd840abfc3" providerId="LiveId" clId="{49CCD4F9-177C-4270-9A14-60236FF377E8}" dt="2026-04-18T13:25:58.863" v="7845" actId="1076"/>
          <ac:grpSpMkLst>
            <pc:docMk/>
            <pc:sldMk cId="2437318243" sldId="302"/>
            <ac:grpSpMk id="12" creationId="{E2879B9B-DF42-355C-967E-7D27DE9D70B4}"/>
          </ac:grpSpMkLst>
        </pc:grpChg>
        <pc:grpChg chg="mod">
          <ac:chgData name="昕 许" userId="a2975fcd840abfc3" providerId="LiveId" clId="{49CCD4F9-177C-4270-9A14-60236FF377E8}" dt="2026-04-18T13:25:55.815" v="7844"/>
          <ac:grpSpMkLst>
            <pc:docMk/>
            <pc:sldMk cId="2437318243" sldId="302"/>
            <ac:grpSpMk id="14" creationId="{DFBE5D82-07E8-78FF-40AE-865DD58D679E}"/>
          </ac:grpSpMkLst>
        </pc:grpChg>
        <pc:grpChg chg="mod">
          <ac:chgData name="昕 许" userId="a2975fcd840abfc3" providerId="LiveId" clId="{49CCD4F9-177C-4270-9A14-60236FF377E8}" dt="2026-04-15T02:13:41.177" v="7606" actId="164"/>
          <ac:grpSpMkLst>
            <pc:docMk/>
            <pc:sldMk cId="2437318243" sldId="302"/>
            <ac:grpSpMk id="32" creationId="{ABB8891B-7315-BA89-CC4F-2BA064978E66}"/>
          </ac:grpSpMkLst>
        </pc:grpChg>
        <pc:grpChg chg="mod">
          <ac:chgData name="昕 许" userId="a2975fcd840abfc3" providerId="LiveId" clId="{49CCD4F9-177C-4270-9A14-60236FF377E8}" dt="2026-04-15T02:14:17.082" v="7614" actId="1076"/>
          <ac:grpSpMkLst>
            <pc:docMk/>
            <pc:sldMk cId="2437318243" sldId="302"/>
            <ac:grpSpMk id="46" creationId="{FD836BF2-133F-7CD9-B042-B9314ECE697D}"/>
          </ac:grpSpMkLst>
        </pc:grpChg>
        <pc:grpChg chg="mod">
          <ac:chgData name="昕 许" userId="a2975fcd840abfc3" providerId="LiveId" clId="{49CCD4F9-177C-4270-9A14-60236FF377E8}" dt="2026-04-15T02:13:52.177" v="7608" actId="20577"/>
          <ac:grpSpMkLst>
            <pc:docMk/>
            <pc:sldMk cId="2437318243" sldId="302"/>
            <ac:grpSpMk id="54" creationId="{CF4C1607-EEA5-9697-B162-B8E522D9DF46}"/>
          </ac:grpSpMkLst>
        </pc:grpChg>
        <pc:grpChg chg="mod">
          <ac:chgData name="昕 许" userId="a2975fcd840abfc3" providerId="LiveId" clId="{49CCD4F9-177C-4270-9A14-60236FF377E8}" dt="2026-04-15T02:14:17.082" v="7614" actId="1076"/>
          <ac:grpSpMkLst>
            <pc:docMk/>
            <pc:sldMk cId="2437318243" sldId="302"/>
            <ac:grpSpMk id="64" creationId="{AA4FBD48-6CE4-6F6F-19D2-EA8330333B87}"/>
          </ac:grpSpMkLst>
        </pc:grpChg>
        <pc:grpChg chg="mod">
          <ac:chgData name="昕 许" userId="a2975fcd840abfc3" providerId="LiveId" clId="{49CCD4F9-177C-4270-9A14-60236FF377E8}" dt="2026-04-15T02:14:17.082" v="7614" actId="1076"/>
          <ac:grpSpMkLst>
            <pc:docMk/>
            <pc:sldMk cId="2437318243" sldId="302"/>
            <ac:grpSpMk id="70" creationId="{720AE222-2D51-CBF8-B29E-4C6DAE1CB0A1}"/>
          </ac:grpSpMkLst>
        </pc:grpChg>
        <pc:grpChg chg="mod">
          <ac:chgData name="昕 许" userId="a2975fcd840abfc3" providerId="LiveId" clId="{49CCD4F9-177C-4270-9A14-60236FF377E8}" dt="2026-04-15T02:14:17.082" v="7614" actId="1076"/>
          <ac:grpSpMkLst>
            <pc:docMk/>
            <pc:sldMk cId="2437318243" sldId="302"/>
            <ac:grpSpMk id="73" creationId="{852F0A86-C8EB-4BAF-03ED-E16E52017DE0}"/>
          </ac:grpSpMkLst>
        </pc:grpChg>
        <pc:grpChg chg="mod">
          <ac:chgData name="昕 许" userId="a2975fcd840abfc3" providerId="LiveId" clId="{49CCD4F9-177C-4270-9A14-60236FF377E8}" dt="2026-04-15T02:13:41.177" v="7606" actId="164"/>
          <ac:grpSpMkLst>
            <pc:docMk/>
            <pc:sldMk cId="2437318243" sldId="302"/>
            <ac:grpSpMk id="85" creationId="{39B9F5E9-B924-716F-3040-AF87EBE7F5B9}"/>
          </ac:grpSpMkLst>
        </pc:grpChg>
        <pc:grpChg chg="mod">
          <ac:chgData name="昕 许" userId="a2975fcd840abfc3" providerId="LiveId" clId="{49CCD4F9-177C-4270-9A14-60236FF377E8}" dt="2026-04-15T02:13:52.177" v="7608" actId="20577"/>
          <ac:grpSpMkLst>
            <pc:docMk/>
            <pc:sldMk cId="2437318243" sldId="302"/>
            <ac:grpSpMk id="91" creationId="{4D3D84D9-82D6-2EAE-2C24-E60D028A9F4F}"/>
          </ac:grpSpMkLst>
        </pc:grpChg>
        <pc:cxnChg chg="add mod">
          <ac:chgData name="昕 许" userId="a2975fcd840abfc3" providerId="LiveId" clId="{49CCD4F9-177C-4270-9A14-60236FF377E8}" dt="2026-04-15T02:14:47.025" v="7621" actId="1076"/>
          <ac:cxnSpMkLst>
            <pc:docMk/>
            <pc:sldMk cId="2437318243" sldId="302"/>
            <ac:cxnSpMk id="5" creationId="{D05B4C1B-11C9-B1BF-4B7B-39454A2FDE48}"/>
          </ac:cxnSpMkLst>
        </pc:cxnChg>
        <pc:cxnChg chg="add mod">
          <ac:chgData name="昕 许" userId="a2975fcd840abfc3" providerId="LiveId" clId="{49CCD4F9-177C-4270-9A14-60236FF377E8}" dt="2026-04-15T02:14:49.438" v="7623" actId="1076"/>
          <ac:cxnSpMkLst>
            <pc:docMk/>
            <pc:sldMk cId="2437318243" sldId="302"/>
            <ac:cxnSpMk id="6" creationId="{583F04B6-E6BA-7ABE-7C64-33CEDAFCFD3D}"/>
          </ac:cxnSpMkLst>
        </pc:cxnChg>
        <pc:cxnChg chg="add mod">
          <ac:chgData name="昕 许" userId="a2975fcd840abfc3" providerId="LiveId" clId="{49CCD4F9-177C-4270-9A14-60236FF377E8}" dt="2026-04-18T13:26:26.599" v="7849" actId="208"/>
          <ac:cxnSpMkLst>
            <pc:docMk/>
            <pc:sldMk cId="2437318243" sldId="302"/>
            <ac:cxnSpMk id="23" creationId="{2A5B5E32-8EB0-AD2A-51CA-A7ED80CB9EB8}"/>
          </ac:cxnSpMkLst>
        </pc:cxnChg>
      </pc:sldChg>
      <pc:sldChg chg="addSp modSp add mod">
        <pc:chgData name="昕 许" userId="a2975fcd840abfc3" providerId="LiveId" clId="{49CCD4F9-177C-4270-9A14-60236FF377E8}" dt="2026-04-18T13:28:19.973" v="8020" actId="1076"/>
        <pc:sldMkLst>
          <pc:docMk/>
          <pc:sldMk cId="1801097565" sldId="303"/>
        </pc:sldMkLst>
        <pc:spChg chg="add mod">
          <ac:chgData name="昕 许" userId="a2975fcd840abfc3" providerId="LiveId" clId="{49CCD4F9-177C-4270-9A14-60236FF377E8}" dt="2026-04-18T13:27:41.495" v="7916" actId="207"/>
          <ac:spMkLst>
            <pc:docMk/>
            <pc:sldMk cId="1801097565" sldId="303"/>
            <ac:spMk id="4" creationId="{C20BFDBC-C22E-C510-8846-6AD83B6A1251}"/>
          </ac:spMkLst>
        </pc:spChg>
        <pc:spChg chg="add mod">
          <ac:chgData name="昕 许" userId="a2975fcd840abfc3" providerId="LiveId" clId="{49CCD4F9-177C-4270-9A14-60236FF377E8}" dt="2026-04-18T13:23:44.103" v="7837" actId="164"/>
          <ac:spMkLst>
            <pc:docMk/>
            <pc:sldMk cId="1801097565" sldId="303"/>
            <ac:spMk id="9" creationId="{D58DB4A0-B57F-54A4-D266-9A9704E90E20}"/>
          </ac:spMkLst>
        </pc:spChg>
        <pc:spChg chg="add mod">
          <ac:chgData name="昕 许" userId="a2975fcd840abfc3" providerId="LiveId" clId="{49CCD4F9-177C-4270-9A14-60236FF377E8}" dt="2026-04-18T13:23:44.103" v="7837" actId="164"/>
          <ac:spMkLst>
            <pc:docMk/>
            <pc:sldMk cId="1801097565" sldId="303"/>
            <ac:spMk id="11" creationId="{1065E927-7505-25D4-297A-65416BA06485}"/>
          </ac:spMkLst>
        </pc:spChg>
        <pc:spChg chg="add mod">
          <ac:chgData name="昕 许" userId="a2975fcd840abfc3" providerId="LiveId" clId="{49CCD4F9-177C-4270-9A14-60236FF377E8}" dt="2026-04-18T13:25:52.782" v="7842" actId="164"/>
          <ac:spMkLst>
            <pc:docMk/>
            <pc:sldMk cId="1801097565" sldId="303"/>
            <ac:spMk id="12" creationId="{A77A3231-C61A-D33D-D5FB-6D009AED439B}"/>
          </ac:spMkLst>
        </pc:spChg>
        <pc:spChg chg="add mod">
          <ac:chgData name="昕 许" userId="a2975fcd840abfc3" providerId="LiveId" clId="{49CCD4F9-177C-4270-9A14-60236FF377E8}" dt="2026-04-18T13:23:44.103" v="7837" actId="164"/>
          <ac:spMkLst>
            <pc:docMk/>
            <pc:sldMk cId="1801097565" sldId="303"/>
            <ac:spMk id="13" creationId="{696804E3-9B52-05FB-A654-25E275CBC580}"/>
          </ac:spMkLst>
        </pc:spChg>
        <pc:spChg chg="add mod">
          <ac:chgData name="昕 许" userId="a2975fcd840abfc3" providerId="LiveId" clId="{49CCD4F9-177C-4270-9A14-60236FF377E8}" dt="2026-04-18T13:28:19.973" v="8020" actId="1076"/>
          <ac:spMkLst>
            <pc:docMk/>
            <pc:sldMk cId="1801097565" sldId="303"/>
            <ac:spMk id="21" creationId="{C2991767-C404-B5C2-04FD-70C884EB2F39}"/>
          </ac:spMkLst>
        </pc:spChg>
        <pc:spChg chg="mod">
          <ac:chgData name="昕 许" userId="a2975fcd840abfc3" providerId="LiveId" clId="{49CCD4F9-177C-4270-9A14-60236FF377E8}" dt="2026-04-18T13:19:33.525" v="7806" actId="208"/>
          <ac:spMkLst>
            <pc:docMk/>
            <pc:sldMk cId="1801097565" sldId="303"/>
            <ac:spMk id="28" creationId="{0C3B51DB-FA4C-D358-1F4D-08AB61640A01}"/>
          </ac:spMkLst>
        </pc:spChg>
        <pc:spChg chg="mod">
          <ac:chgData name="昕 许" userId="a2975fcd840abfc3" providerId="LiveId" clId="{49CCD4F9-177C-4270-9A14-60236FF377E8}" dt="2026-04-15T02:26:08.944" v="7638" actId="1076"/>
          <ac:spMkLst>
            <pc:docMk/>
            <pc:sldMk cId="1801097565" sldId="303"/>
            <ac:spMk id="30" creationId="{9B9EBE71-014B-9990-B307-08434879A0C7}"/>
          </ac:spMkLst>
        </pc:spChg>
        <pc:grpChg chg="add mod">
          <ac:chgData name="昕 许" userId="a2975fcd840abfc3" providerId="LiveId" clId="{49CCD4F9-177C-4270-9A14-60236FF377E8}" dt="2026-04-18T13:25:52.782" v="7842" actId="164"/>
          <ac:grpSpMkLst>
            <pc:docMk/>
            <pc:sldMk cId="1801097565" sldId="303"/>
            <ac:grpSpMk id="14" creationId="{49D7B2BD-1941-FD73-B9B3-33A7F50D03DB}"/>
          </ac:grpSpMkLst>
        </pc:grpChg>
        <pc:grpChg chg="add mod">
          <ac:chgData name="昕 许" userId="a2975fcd840abfc3" providerId="LiveId" clId="{49CCD4F9-177C-4270-9A14-60236FF377E8}" dt="2026-04-18T13:25:52.782" v="7842" actId="164"/>
          <ac:grpSpMkLst>
            <pc:docMk/>
            <pc:sldMk cId="1801097565" sldId="303"/>
            <ac:grpSpMk id="16" creationId="{72565FA7-A6EF-E3A7-1FBA-CD264D2432CA}"/>
          </ac:grpSpMkLst>
        </pc:grpChg>
        <pc:grpChg chg="mod">
          <ac:chgData name="昕 许" userId="a2975fcd840abfc3" providerId="LiveId" clId="{49CCD4F9-177C-4270-9A14-60236FF377E8}" dt="2026-04-18T13:27:41.495" v="7916" actId="207"/>
          <ac:grpSpMkLst>
            <pc:docMk/>
            <pc:sldMk cId="1801097565" sldId="303"/>
            <ac:grpSpMk id="46" creationId="{E9A17931-C2F1-C0A4-AB32-4AA3154EF3A6}"/>
          </ac:grpSpMkLst>
        </pc:grpChg>
        <pc:cxnChg chg="add mod">
          <ac:chgData name="昕 许" userId="a2975fcd840abfc3" providerId="LiveId" clId="{49CCD4F9-177C-4270-9A14-60236FF377E8}" dt="2026-04-18T13:27:44.973" v="7917" actId="208"/>
          <ac:cxnSpMkLst>
            <pc:docMk/>
            <pc:sldMk cId="1801097565" sldId="303"/>
            <ac:cxnSpMk id="8" creationId="{03A1D391-5B6B-2ABF-2F7A-C5D9452C8FF0}"/>
          </ac:cxnSpMkLst>
        </pc:cxnChg>
        <pc:cxnChg chg="add mod">
          <ac:chgData name="昕 许" userId="a2975fcd840abfc3" providerId="LiveId" clId="{49CCD4F9-177C-4270-9A14-60236FF377E8}" dt="2026-04-18T13:27:34.504" v="7915"/>
          <ac:cxnSpMkLst>
            <pc:docMk/>
            <pc:sldMk cId="1801097565" sldId="303"/>
            <ac:cxnSpMk id="19" creationId="{D0A7F4CE-7DDF-6F37-9A89-96838C17CD34}"/>
          </ac:cxnSpMkLst>
        </pc:cxnChg>
      </pc:sldChg>
      <pc:sldChg chg="delSp modSp add mod">
        <pc:chgData name="昕 许" userId="a2975fcd840abfc3" providerId="LiveId" clId="{49CCD4F9-177C-4270-9A14-60236FF377E8}" dt="2026-04-18T13:19:00.131" v="7803" actId="478"/>
        <pc:sldMkLst>
          <pc:docMk/>
          <pc:sldMk cId="718994986" sldId="304"/>
        </pc:sldMkLst>
        <pc:spChg chg="del">
          <ac:chgData name="昕 许" userId="a2975fcd840abfc3" providerId="LiveId" clId="{49CCD4F9-177C-4270-9A14-60236FF377E8}" dt="2026-04-18T13:19:00.131" v="7803" actId="478"/>
          <ac:spMkLst>
            <pc:docMk/>
            <pc:sldMk cId="718994986" sldId="304"/>
            <ac:spMk id="4" creationId="{26FF5693-8EEA-DF09-B763-6FF4FAD6ADD1}"/>
          </ac:spMkLst>
        </pc:spChg>
        <pc:spChg chg="mod">
          <ac:chgData name="昕 许" userId="a2975fcd840abfc3" providerId="LiveId" clId="{49CCD4F9-177C-4270-9A14-60236FF377E8}" dt="2026-04-18T13:17:29.692" v="7792" actId="113"/>
          <ac:spMkLst>
            <pc:docMk/>
            <pc:sldMk cId="718994986" sldId="304"/>
            <ac:spMk id="111" creationId="{9E7A4D78-B57A-640C-56A0-0F925D7EBB70}"/>
          </ac:spMkLst>
        </pc:spChg>
        <pc:spChg chg="mod">
          <ac:chgData name="昕 许" userId="a2975fcd840abfc3" providerId="LiveId" clId="{49CCD4F9-177C-4270-9A14-60236FF377E8}" dt="2026-04-18T13:17:35.738" v="7794" actId="14100"/>
          <ac:spMkLst>
            <pc:docMk/>
            <pc:sldMk cId="718994986" sldId="304"/>
            <ac:spMk id="149" creationId="{ADDC10B6-1B8C-8BFC-CB16-04F72D23663F}"/>
          </ac:spMkLst>
        </pc:spChg>
      </pc:sldChg>
      <pc:sldChg chg="addSp modSp add mod">
        <pc:chgData name="昕 许" userId="a2975fcd840abfc3" providerId="LiveId" clId="{49CCD4F9-177C-4270-9A14-60236FF377E8}" dt="2026-04-18T13:18:31.356" v="7802" actId="1076"/>
        <pc:sldMkLst>
          <pc:docMk/>
          <pc:sldMk cId="978884848" sldId="305"/>
        </pc:sldMkLst>
        <pc:spChg chg="add mod">
          <ac:chgData name="昕 许" userId="a2975fcd840abfc3" providerId="LiveId" clId="{49CCD4F9-177C-4270-9A14-60236FF377E8}" dt="2026-04-18T13:18:15.803" v="7797" actId="1076"/>
          <ac:spMkLst>
            <pc:docMk/>
            <pc:sldMk cId="978884848" sldId="305"/>
            <ac:spMk id="2" creationId="{31C6451D-FF71-5994-9B8F-AB65441267E6}"/>
          </ac:spMkLst>
        </pc:spChg>
        <pc:cxnChg chg="add mod">
          <ac:chgData name="昕 许" userId="a2975fcd840abfc3" providerId="LiveId" clId="{49CCD4F9-177C-4270-9A14-60236FF377E8}" dt="2026-04-18T13:18:27.610" v="7800" actId="1076"/>
          <ac:cxnSpMkLst>
            <pc:docMk/>
            <pc:sldMk cId="978884848" sldId="305"/>
            <ac:cxnSpMk id="3" creationId="{819771C3-A4C5-209B-77C9-AF2197CB8BD5}"/>
          </ac:cxnSpMkLst>
        </pc:cxnChg>
        <pc:cxnChg chg="add mod">
          <ac:chgData name="昕 许" userId="a2975fcd840abfc3" providerId="LiveId" clId="{49CCD4F9-177C-4270-9A14-60236FF377E8}" dt="2026-04-18T13:18:31.356" v="7802" actId="1076"/>
          <ac:cxnSpMkLst>
            <pc:docMk/>
            <pc:sldMk cId="978884848" sldId="305"/>
            <ac:cxnSpMk id="5" creationId="{5D4EEA26-0FB8-83E4-B6C6-14A3C3A371A8}"/>
          </ac:cxnSpMkLst>
        </pc:cxnChg>
      </pc:sldChg>
    </pc:docChg>
  </pc:docChgLst>
  <pc:docChgLst>
    <pc:chgData name="昕 许" userId="a2975fcd840abfc3" providerId="LiveId" clId="{499F0DC1-E14A-440B-BB65-742EF527F893}"/>
    <pc:docChg chg="undo custSel addSld delSld modSld sldOrd">
      <pc:chgData name="昕 许" userId="a2975fcd840abfc3" providerId="LiveId" clId="{499F0DC1-E14A-440B-BB65-742EF527F893}" dt="2026-03-24T18:18:47.884" v="835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16.png"/><Relationship Id="rId4" Type="http://schemas.openxmlformats.org/officeDocument/2006/relationships/image" Target="../media/image170.png"/><Relationship Id="rId9" Type="http://schemas.openxmlformats.org/officeDocument/2006/relationships/image" Target="../media/image11.png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image" Target="../media/image30.png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D33C-9298-3693-579E-A26AC372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0484B81-C898-4920-D5FE-AFE86A4D75AB}"/>
              </a:ext>
            </a:extLst>
          </p:cNvPr>
          <p:cNvCxnSpPr>
            <a:cxnSpLocks/>
          </p:cNvCxnSpPr>
          <p:nvPr/>
        </p:nvCxnSpPr>
        <p:spPr>
          <a:xfrm>
            <a:off x="4785783" y="3577167"/>
            <a:ext cx="47371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B70785F8-C908-DBB1-EC9A-B39045F6D20A}"/>
              </a:ext>
            </a:extLst>
          </p:cNvPr>
          <p:cNvGrpSpPr/>
          <p:nvPr/>
        </p:nvGrpSpPr>
        <p:grpSpPr>
          <a:xfrm>
            <a:off x="8006970" y="2269760"/>
            <a:ext cx="311304" cy="1307406"/>
            <a:chOff x="7812462" y="2269761"/>
            <a:chExt cx="311304" cy="1307406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D2031C7A-8522-4C5B-6363-203CB4E57F6D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7FA26369-9980-7F79-B6F2-AE37A722F634}"/>
                    </a:ext>
                  </a:extLst>
                </p:cNvPr>
                <p:cNvSpPr txBox="1"/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7FA26369-9980-7F79-B6F2-AE37A722F6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D663FF3-711F-B2F9-BCF5-5E38AA0E7D4C}"/>
              </a:ext>
            </a:extLst>
          </p:cNvPr>
          <p:cNvGrpSpPr/>
          <p:nvPr/>
        </p:nvGrpSpPr>
        <p:grpSpPr>
          <a:xfrm>
            <a:off x="8297117" y="2055977"/>
            <a:ext cx="311304" cy="1521189"/>
            <a:chOff x="8081589" y="2055978"/>
            <a:chExt cx="311304" cy="1521189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4F6950A9-9708-A077-C123-FB498FE334BF}"/>
                </a:ext>
              </a:extLst>
            </p:cNvPr>
            <p:cNvSpPr/>
            <p:nvPr/>
          </p:nvSpPr>
          <p:spPr>
            <a:xfrm>
              <a:off x="8123766" y="2315633"/>
              <a:ext cx="269127" cy="1261534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BD3732A-C8EB-9A48-8CB7-0234B7A010B6}"/>
                    </a:ext>
                  </a:extLst>
                </p:cNvPr>
                <p:cNvSpPr txBox="1"/>
                <p:nvPr/>
              </p:nvSpPr>
              <p:spPr>
                <a:xfrm>
                  <a:off x="8081589" y="2055978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BD3732A-C8EB-9A48-8CB7-0234B7A010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1589" y="2055978"/>
                  <a:ext cx="31130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1301BB2-1900-59DC-F0E2-A957D7EA9EAD}"/>
              </a:ext>
            </a:extLst>
          </p:cNvPr>
          <p:cNvGrpSpPr/>
          <p:nvPr/>
        </p:nvGrpSpPr>
        <p:grpSpPr>
          <a:xfrm>
            <a:off x="7570774" y="1708436"/>
            <a:ext cx="311304" cy="1868731"/>
            <a:chOff x="7564423" y="1708436"/>
            <a:chExt cx="311304" cy="186873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C1B86DBF-A400-53B7-0988-B98463CD31AE}"/>
                </a:ext>
              </a:extLst>
            </p:cNvPr>
            <p:cNvSpPr/>
            <p:nvPr/>
          </p:nvSpPr>
          <p:spPr>
            <a:xfrm>
              <a:off x="7585512" y="1968500"/>
              <a:ext cx="269127" cy="1608667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B3C535F6-DF49-8D5A-8491-DDC55A3A5351}"/>
                    </a:ext>
                  </a:extLst>
                </p:cNvPr>
                <p:cNvSpPr txBox="1"/>
                <p:nvPr/>
              </p:nvSpPr>
              <p:spPr>
                <a:xfrm>
                  <a:off x="7564423" y="1708436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B3C535F6-DF49-8D5A-8491-DDC55A3A53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4423" y="1708436"/>
                  <a:ext cx="311304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35758378-F36E-259D-93E3-8B982A1A2084}"/>
              </a:ext>
            </a:extLst>
          </p:cNvPr>
          <p:cNvGrpSpPr/>
          <p:nvPr/>
        </p:nvGrpSpPr>
        <p:grpSpPr>
          <a:xfrm>
            <a:off x="7165445" y="2505401"/>
            <a:ext cx="311304" cy="1071765"/>
            <a:chOff x="7295296" y="2505401"/>
            <a:chExt cx="311304" cy="1071765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DDABA51B-2F08-F975-37B9-CAB6FACBCE8F}"/>
                </a:ext>
              </a:extLst>
            </p:cNvPr>
            <p:cNvSpPr/>
            <p:nvPr/>
          </p:nvSpPr>
          <p:spPr>
            <a:xfrm>
              <a:off x="7316385" y="2734733"/>
              <a:ext cx="269127" cy="842433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A352CBBD-9B66-4ABF-88F5-4DC7BBC14D31}"/>
                    </a:ext>
                  </a:extLst>
                </p:cNvPr>
                <p:cNvSpPr txBox="1"/>
                <p:nvPr/>
              </p:nvSpPr>
              <p:spPr>
                <a:xfrm>
                  <a:off x="7295296" y="250540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A352CBBD-9B66-4ABF-88F5-4DC7BBC14D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5296" y="2505401"/>
                  <a:ext cx="311304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7A7E0ABB-0E09-E8EC-7E0D-8E60C9668563}"/>
              </a:ext>
            </a:extLst>
          </p:cNvPr>
          <p:cNvGrpSpPr/>
          <p:nvPr/>
        </p:nvGrpSpPr>
        <p:grpSpPr>
          <a:xfrm>
            <a:off x="6882123" y="1942530"/>
            <a:ext cx="311304" cy="1634636"/>
            <a:chOff x="7026169" y="1942530"/>
            <a:chExt cx="311304" cy="1634636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2C624FBB-ED35-9870-19AC-B751A1533176}"/>
                </a:ext>
              </a:extLst>
            </p:cNvPr>
            <p:cNvSpPr/>
            <p:nvPr/>
          </p:nvSpPr>
          <p:spPr>
            <a:xfrm>
              <a:off x="7047258" y="2180167"/>
              <a:ext cx="269127" cy="139699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E0DB9BA-F348-5491-760F-C2C4FE3C17FC}"/>
                    </a:ext>
                  </a:extLst>
                </p:cNvPr>
                <p:cNvSpPr txBox="1"/>
                <p:nvPr/>
              </p:nvSpPr>
              <p:spPr>
                <a:xfrm>
                  <a:off x="7026169" y="1942530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E0DB9BA-F348-5491-760F-C2C4FE3C17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6169" y="1942530"/>
                  <a:ext cx="311304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20CBA167-0D45-AA5A-95DB-D990A03EB02F}"/>
              </a:ext>
            </a:extLst>
          </p:cNvPr>
          <p:cNvGrpSpPr/>
          <p:nvPr/>
        </p:nvGrpSpPr>
        <p:grpSpPr>
          <a:xfrm>
            <a:off x="6574504" y="2269760"/>
            <a:ext cx="311304" cy="1307406"/>
            <a:chOff x="7812462" y="2269761"/>
            <a:chExt cx="311304" cy="1307406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A507A95D-20F8-D829-E6A4-E731A5DCD3B4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88427168-5174-D556-7FE7-F00426314EC6}"/>
                    </a:ext>
                  </a:extLst>
                </p:cNvPr>
                <p:cNvSpPr txBox="1"/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88427168-5174-D556-7FE7-F00426314E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E60FD3F4-3729-089E-D97F-712BE2969003}"/>
              </a:ext>
            </a:extLst>
          </p:cNvPr>
          <p:cNvGrpSpPr/>
          <p:nvPr/>
        </p:nvGrpSpPr>
        <p:grpSpPr>
          <a:xfrm>
            <a:off x="6294867" y="2269760"/>
            <a:ext cx="311304" cy="1307406"/>
            <a:chOff x="7812462" y="2269761"/>
            <a:chExt cx="311304" cy="1307406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55118B56-A04B-70D2-0FBA-576D5523D184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D6BBAB17-F015-0373-E7C1-A24D8D5DE8C5}"/>
                    </a:ext>
                  </a:extLst>
                </p:cNvPr>
                <p:cNvSpPr txBox="1"/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D6BBAB17-F015-0373-E7C1-A24D8D5DE8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0CB609FF-029B-8C1C-4284-42F9CDD4D52E}"/>
              </a:ext>
            </a:extLst>
          </p:cNvPr>
          <p:cNvGrpSpPr/>
          <p:nvPr/>
        </p:nvGrpSpPr>
        <p:grpSpPr>
          <a:xfrm>
            <a:off x="6043619" y="2506111"/>
            <a:ext cx="311304" cy="1071765"/>
            <a:chOff x="7295296" y="2505401"/>
            <a:chExt cx="311304" cy="1071765"/>
          </a:xfrm>
        </p:grpSpPr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45034FD9-EDF4-6981-1A21-3B163C715E77}"/>
                </a:ext>
              </a:extLst>
            </p:cNvPr>
            <p:cNvSpPr/>
            <p:nvPr/>
          </p:nvSpPr>
          <p:spPr>
            <a:xfrm>
              <a:off x="7316385" y="2734733"/>
              <a:ext cx="269127" cy="842433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569DF546-AA81-A7B8-63EE-E2AA570DD64D}"/>
                    </a:ext>
                  </a:extLst>
                </p:cNvPr>
                <p:cNvSpPr txBox="1"/>
                <p:nvPr/>
              </p:nvSpPr>
              <p:spPr>
                <a:xfrm>
                  <a:off x="7295296" y="250540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569DF546-AA81-A7B8-63EE-E2AA570DD6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5296" y="2505401"/>
                  <a:ext cx="311304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D9D5028A-8FCA-AC09-093A-CBC3B90B0637}"/>
                  </a:ext>
                </a:extLst>
              </p:cNvPr>
              <p:cNvSpPr txBox="1"/>
              <p:nvPr/>
            </p:nvSpPr>
            <p:spPr>
              <a:xfrm>
                <a:off x="5359996" y="3664745"/>
                <a:ext cx="64755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𝑎𝑛𝑠𝑤𝑒𝑟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D9D5028A-8FCA-AC09-093A-CBC3B90B0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996" y="3664745"/>
                <a:ext cx="647550" cy="2462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组合 79">
            <a:extLst>
              <a:ext uri="{FF2B5EF4-FFF2-40B4-BE49-F238E27FC236}">
                <a16:creationId xmlns:a16="http://schemas.microsoft.com/office/drawing/2014/main" id="{FDEACA0C-ADB5-AF64-E845-48A0AA966387}"/>
              </a:ext>
            </a:extLst>
          </p:cNvPr>
          <p:cNvGrpSpPr/>
          <p:nvPr/>
        </p:nvGrpSpPr>
        <p:grpSpPr>
          <a:xfrm>
            <a:off x="8402812" y="3664746"/>
            <a:ext cx="184424" cy="246221"/>
            <a:chOff x="8235676" y="3664746"/>
            <a:chExt cx="184424" cy="246221"/>
          </a:xfrm>
        </p:grpSpPr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6AD19609-37CC-CBA4-0937-40972740CC4F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4F32B4D9-AA62-A41E-B85D-CDF9E8B1391A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4F32B4D9-AA62-A41E-B85D-CDF9E8B139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1"/>
                  <a:stretch>
                    <a:fillRect r="-5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863A52BC-724F-7866-CD1F-88AA541D688E}"/>
              </a:ext>
            </a:extLst>
          </p:cNvPr>
          <p:cNvGrpSpPr/>
          <p:nvPr/>
        </p:nvGrpSpPr>
        <p:grpSpPr>
          <a:xfrm>
            <a:off x="8091498" y="3664746"/>
            <a:ext cx="184424" cy="246221"/>
            <a:chOff x="8235676" y="3664746"/>
            <a:chExt cx="184424" cy="246221"/>
          </a:xfrm>
        </p:grpSpPr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C9AB6086-4C20-A4FA-A572-01BE2FEF921A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00D33A2-62F8-BFCA-2CD8-60CC96D9DC21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00D33A2-62F8-BFCA-2CD8-60CC96D9DC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2"/>
                  <a:stretch>
                    <a:fillRect r="-5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6858389B-42C8-5976-34AC-EFF69AB7F942}"/>
              </a:ext>
            </a:extLst>
          </p:cNvPr>
          <p:cNvGrpSpPr/>
          <p:nvPr/>
        </p:nvGrpSpPr>
        <p:grpSpPr>
          <a:xfrm>
            <a:off x="7640562" y="3664745"/>
            <a:ext cx="184424" cy="246221"/>
            <a:chOff x="8235676" y="3664746"/>
            <a:chExt cx="184424" cy="246221"/>
          </a:xfrm>
        </p:grpSpPr>
        <p:sp>
          <p:nvSpPr>
            <p:cNvPr id="86" name="矩形: 圆角 85">
              <a:extLst>
                <a:ext uri="{FF2B5EF4-FFF2-40B4-BE49-F238E27FC236}">
                  <a16:creationId xmlns:a16="http://schemas.microsoft.com/office/drawing/2014/main" id="{7697B910-3577-5734-12BD-3223D0F8844B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22804DA2-34EB-E8DA-4B8D-F1D073697A63}"/>
                </a:ext>
              </a:extLst>
            </p:cNvPr>
            <p:cNvSpPr txBox="1"/>
            <p:nvPr/>
          </p:nvSpPr>
          <p:spPr>
            <a:xfrm>
              <a:off x="8235676" y="3664746"/>
              <a:ext cx="112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0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796B3D0A-7E5A-7E10-F732-305E8850F17D}"/>
              </a:ext>
            </a:extLst>
          </p:cNvPr>
          <p:cNvGrpSpPr/>
          <p:nvPr/>
        </p:nvGrpSpPr>
        <p:grpSpPr>
          <a:xfrm>
            <a:off x="7248036" y="3658176"/>
            <a:ext cx="184424" cy="246221"/>
            <a:chOff x="8235676" y="3664746"/>
            <a:chExt cx="184424" cy="246221"/>
          </a:xfrm>
        </p:grpSpPr>
        <p:sp>
          <p:nvSpPr>
            <p:cNvPr id="92" name="矩形: 圆角 91">
              <a:extLst>
                <a:ext uri="{FF2B5EF4-FFF2-40B4-BE49-F238E27FC236}">
                  <a16:creationId xmlns:a16="http://schemas.microsoft.com/office/drawing/2014/main" id="{539A9538-E737-F514-CE0B-2F511BCA7532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CDCE1519-50DC-5143-BD01-174B77640060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CDCE1519-50DC-5143-BD01-174B776400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3"/>
                  <a:stretch>
                    <a:fillRect r="-4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EE181ACC-2B22-2FC4-7AA4-D5B72E86CED6}"/>
              </a:ext>
            </a:extLst>
          </p:cNvPr>
          <p:cNvGrpSpPr/>
          <p:nvPr/>
        </p:nvGrpSpPr>
        <p:grpSpPr>
          <a:xfrm>
            <a:off x="6936722" y="3658176"/>
            <a:ext cx="184424" cy="246221"/>
            <a:chOff x="8235676" y="3664746"/>
            <a:chExt cx="184424" cy="246221"/>
          </a:xfrm>
        </p:grpSpPr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9A265BE1-A07E-79CD-F134-077AD12B2A16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586A7C20-685F-1232-818A-0035DA30F7A0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586A7C20-685F-1232-818A-0035DA30F7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3"/>
                  <a:stretch>
                    <a:fillRect r="-4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C2ABD0F2-BA44-46A7-B297-ED86790D850C}"/>
              </a:ext>
            </a:extLst>
          </p:cNvPr>
          <p:cNvGrpSpPr/>
          <p:nvPr/>
        </p:nvGrpSpPr>
        <p:grpSpPr>
          <a:xfrm>
            <a:off x="6652922" y="3658175"/>
            <a:ext cx="184424" cy="246221"/>
            <a:chOff x="8235676" y="3664746"/>
            <a:chExt cx="184424" cy="246221"/>
          </a:xfrm>
        </p:grpSpPr>
        <p:sp>
          <p:nvSpPr>
            <p:cNvPr id="126" name="矩形: 圆角 125">
              <a:extLst>
                <a:ext uri="{FF2B5EF4-FFF2-40B4-BE49-F238E27FC236}">
                  <a16:creationId xmlns:a16="http://schemas.microsoft.com/office/drawing/2014/main" id="{27AED10D-A097-73F0-5915-8FA4C8A4AAD7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932E572F-AB0F-613D-D509-831B7F11045B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932E572F-AB0F-613D-D509-831B7F1104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4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8F7ABC94-0A60-316B-2A9A-1E5F6A3284F0}"/>
              </a:ext>
            </a:extLst>
          </p:cNvPr>
          <p:cNvGrpSpPr/>
          <p:nvPr/>
        </p:nvGrpSpPr>
        <p:grpSpPr>
          <a:xfrm>
            <a:off x="6396635" y="3658175"/>
            <a:ext cx="184424" cy="246221"/>
            <a:chOff x="8235676" y="3664746"/>
            <a:chExt cx="184424" cy="246221"/>
          </a:xfrm>
        </p:grpSpPr>
        <p:sp>
          <p:nvSpPr>
            <p:cNvPr id="131" name="矩形: 圆角 130">
              <a:extLst>
                <a:ext uri="{FF2B5EF4-FFF2-40B4-BE49-F238E27FC236}">
                  <a16:creationId xmlns:a16="http://schemas.microsoft.com/office/drawing/2014/main" id="{4FB0B498-20F4-E507-F9DD-5EB0BA4A48E9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B1E84CDF-58D6-1FE9-788F-BB2EBE086790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B1E84CDF-58D6-1FE9-788F-BB2EBE0867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4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4FC02414-C72B-684D-ED8F-3A68C1B4E824}"/>
              </a:ext>
            </a:extLst>
          </p:cNvPr>
          <p:cNvGrpSpPr/>
          <p:nvPr/>
        </p:nvGrpSpPr>
        <p:grpSpPr>
          <a:xfrm>
            <a:off x="6085321" y="3658175"/>
            <a:ext cx="184424" cy="246221"/>
            <a:chOff x="8235676" y="3664746"/>
            <a:chExt cx="184424" cy="246221"/>
          </a:xfrm>
        </p:grpSpPr>
        <p:sp>
          <p:nvSpPr>
            <p:cNvPr id="139" name="矩形: 圆角 138">
              <a:extLst>
                <a:ext uri="{FF2B5EF4-FFF2-40B4-BE49-F238E27FC236}">
                  <a16:creationId xmlns:a16="http://schemas.microsoft.com/office/drawing/2014/main" id="{374AC696-F41B-5209-EA55-2C4B54BDD1B8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117A3668-8BFC-8E3E-574C-95AC84795EB9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117A3668-8BFC-8E3E-574C-95AC84795E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4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7" name="矩形 146">
            <a:extLst>
              <a:ext uri="{FF2B5EF4-FFF2-40B4-BE49-F238E27FC236}">
                <a16:creationId xmlns:a16="http://schemas.microsoft.com/office/drawing/2014/main" id="{9481DE83-4187-ACE7-9A28-992997736F30}"/>
              </a:ext>
            </a:extLst>
          </p:cNvPr>
          <p:cNvSpPr/>
          <p:nvPr/>
        </p:nvSpPr>
        <p:spPr>
          <a:xfrm>
            <a:off x="5929969" y="1970950"/>
            <a:ext cx="1579963" cy="1980867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E3875853-4598-71C0-0967-40A6D2D9F5BF}"/>
              </a:ext>
            </a:extLst>
          </p:cNvPr>
          <p:cNvSpPr txBox="1"/>
          <p:nvPr/>
        </p:nvSpPr>
        <p:spPr>
          <a:xfrm>
            <a:off x="5828719" y="1739213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未处理部分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32FE055D-DBE9-2D76-CE39-42AC4EADC7BB}"/>
              </a:ext>
            </a:extLst>
          </p:cNvPr>
          <p:cNvSpPr/>
          <p:nvPr/>
        </p:nvSpPr>
        <p:spPr>
          <a:xfrm>
            <a:off x="7937458" y="1906796"/>
            <a:ext cx="804375" cy="204502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F467A9C1-4C37-39BE-9080-8449E4520CB4}"/>
              </a:ext>
            </a:extLst>
          </p:cNvPr>
          <p:cNvSpPr txBox="1"/>
          <p:nvPr/>
        </p:nvSpPr>
        <p:spPr>
          <a:xfrm>
            <a:off x="7860990" y="1702773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已处理部分</a:t>
            </a:r>
          </a:p>
        </p:txBody>
      </p:sp>
    </p:spTree>
    <p:extLst>
      <p:ext uri="{BB962C8B-B14F-4D97-AF65-F5344CB8AC3E}">
        <p14:creationId xmlns:p14="http://schemas.microsoft.com/office/powerpoint/2010/main" val="394953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27FC2-DA10-0BDD-50CB-BCD37E9B0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FB0C826-6377-CB31-FD08-4F26E2771AA9}"/>
              </a:ext>
            </a:extLst>
          </p:cNvPr>
          <p:cNvCxnSpPr>
            <a:cxnSpLocks/>
          </p:cNvCxnSpPr>
          <p:nvPr/>
        </p:nvCxnSpPr>
        <p:spPr>
          <a:xfrm>
            <a:off x="4785783" y="3577167"/>
            <a:ext cx="47371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FDC2198-16C8-03FA-0026-DCCAB7D0A840}"/>
              </a:ext>
            </a:extLst>
          </p:cNvPr>
          <p:cNvGrpSpPr/>
          <p:nvPr/>
        </p:nvGrpSpPr>
        <p:grpSpPr>
          <a:xfrm>
            <a:off x="8006970" y="2269760"/>
            <a:ext cx="311304" cy="1307406"/>
            <a:chOff x="7812462" y="2269761"/>
            <a:chExt cx="311304" cy="1307406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C623A4B7-8E01-8386-871D-E1796684B86B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4978329-BCD0-291A-765D-851D4DC07696}"/>
                    </a:ext>
                  </a:extLst>
                </p:cNvPr>
                <p:cNvSpPr txBox="1"/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7FA26369-9980-7F79-B6F2-AE37A722F6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FF2BF38-026C-EE2C-7EF5-F3C527DF14AC}"/>
              </a:ext>
            </a:extLst>
          </p:cNvPr>
          <p:cNvGrpSpPr/>
          <p:nvPr/>
        </p:nvGrpSpPr>
        <p:grpSpPr>
          <a:xfrm>
            <a:off x="8297117" y="2055977"/>
            <a:ext cx="311304" cy="1521189"/>
            <a:chOff x="8081589" y="2055978"/>
            <a:chExt cx="311304" cy="1521189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B40A6E5D-0629-B61B-AB1B-49283FCE7427}"/>
                </a:ext>
              </a:extLst>
            </p:cNvPr>
            <p:cNvSpPr/>
            <p:nvPr/>
          </p:nvSpPr>
          <p:spPr>
            <a:xfrm>
              <a:off x="8123766" y="2315633"/>
              <a:ext cx="269127" cy="1261534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E13F5D1-ABB9-0532-724C-74BFFE97C3AA}"/>
                    </a:ext>
                  </a:extLst>
                </p:cNvPr>
                <p:cNvSpPr txBox="1"/>
                <p:nvPr/>
              </p:nvSpPr>
              <p:spPr>
                <a:xfrm>
                  <a:off x="8081589" y="2055978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BD3732A-C8EB-9A48-8CB7-0234B7A010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1589" y="2055978"/>
                  <a:ext cx="31130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8A16A95-B904-A259-5576-CD21240CCC8E}"/>
              </a:ext>
            </a:extLst>
          </p:cNvPr>
          <p:cNvGrpSpPr/>
          <p:nvPr/>
        </p:nvGrpSpPr>
        <p:grpSpPr>
          <a:xfrm>
            <a:off x="7570774" y="1708436"/>
            <a:ext cx="311304" cy="1868731"/>
            <a:chOff x="7564423" y="1708436"/>
            <a:chExt cx="311304" cy="186873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387FA11E-C563-7663-E329-07958374E9F6}"/>
                </a:ext>
              </a:extLst>
            </p:cNvPr>
            <p:cNvSpPr/>
            <p:nvPr/>
          </p:nvSpPr>
          <p:spPr>
            <a:xfrm>
              <a:off x="7585512" y="1968500"/>
              <a:ext cx="269127" cy="1608667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ADE9895B-EE03-1AEB-C3EF-2F9470231626}"/>
                    </a:ext>
                  </a:extLst>
                </p:cNvPr>
                <p:cNvSpPr txBox="1"/>
                <p:nvPr/>
              </p:nvSpPr>
              <p:spPr>
                <a:xfrm>
                  <a:off x="7564423" y="1708436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B3C535F6-DF49-8D5A-8491-DDC55A3A53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4423" y="1708436"/>
                  <a:ext cx="311304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C2D34C1F-354C-4CC4-7989-DF369130D633}"/>
              </a:ext>
            </a:extLst>
          </p:cNvPr>
          <p:cNvGrpSpPr/>
          <p:nvPr/>
        </p:nvGrpSpPr>
        <p:grpSpPr>
          <a:xfrm>
            <a:off x="7165445" y="2505401"/>
            <a:ext cx="311304" cy="1071765"/>
            <a:chOff x="7295296" y="2505401"/>
            <a:chExt cx="311304" cy="1071765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F88A9993-6D77-9205-8D89-1690DE4900B6}"/>
                </a:ext>
              </a:extLst>
            </p:cNvPr>
            <p:cNvSpPr/>
            <p:nvPr/>
          </p:nvSpPr>
          <p:spPr>
            <a:xfrm>
              <a:off x="7316385" y="2734733"/>
              <a:ext cx="269127" cy="842433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02C4623C-53C7-6DC2-C90A-5B52831369D0}"/>
                    </a:ext>
                  </a:extLst>
                </p:cNvPr>
                <p:cNvSpPr txBox="1"/>
                <p:nvPr/>
              </p:nvSpPr>
              <p:spPr>
                <a:xfrm>
                  <a:off x="7295296" y="250540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A352CBBD-9B66-4ABF-88F5-4DC7BBC14D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5296" y="2505401"/>
                  <a:ext cx="311304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200F6C8C-D8E2-CA5E-4935-04EB8BC878D2}"/>
              </a:ext>
            </a:extLst>
          </p:cNvPr>
          <p:cNvGrpSpPr/>
          <p:nvPr/>
        </p:nvGrpSpPr>
        <p:grpSpPr>
          <a:xfrm>
            <a:off x="6882123" y="1942530"/>
            <a:ext cx="311304" cy="1634636"/>
            <a:chOff x="7026169" y="1942530"/>
            <a:chExt cx="311304" cy="1634636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2BFBA268-0A6D-9251-5AD6-8A16A3718540}"/>
                </a:ext>
              </a:extLst>
            </p:cNvPr>
            <p:cNvSpPr/>
            <p:nvPr/>
          </p:nvSpPr>
          <p:spPr>
            <a:xfrm>
              <a:off x="7047258" y="2180167"/>
              <a:ext cx="269127" cy="139699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86461BDF-1201-E542-B4D9-4931795CCAC2}"/>
                    </a:ext>
                  </a:extLst>
                </p:cNvPr>
                <p:cNvSpPr txBox="1"/>
                <p:nvPr/>
              </p:nvSpPr>
              <p:spPr>
                <a:xfrm>
                  <a:off x="7026169" y="1942530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E0DB9BA-F348-5491-760F-C2C4FE3C17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6169" y="1942530"/>
                  <a:ext cx="311304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B9068BE3-30B8-9604-BFC0-BB68D0A26A41}"/>
              </a:ext>
            </a:extLst>
          </p:cNvPr>
          <p:cNvGrpSpPr/>
          <p:nvPr/>
        </p:nvGrpSpPr>
        <p:grpSpPr>
          <a:xfrm>
            <a:off x="6574504" y="2269760"/>
            <a:ext cx="311304" cy="1307406"/>
            <a:chOff x="7812462" y="2269761"/>
            <a:chExt cx="311304" cy="1307406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79FB7D5C-1D78-45AB-4C5F-1F1C89A3DF38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7933A2DF-9E3F-57F8-2617-6D07DDBE972B}"/>
                    </a:ext>
                  </a:extLst>
                </p:cNvPr>
                <p:cNvSpPr txBox="1"/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88427168-5174-D556-7FE7-F00426314E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E5BA1B4C-B25D-361A-4BD8-DA2683D56F4F}"/>
              </a:ext>
            </a:extLst>
          </p:cNvPr>
          <p:cNvGrpSpPr/>
          <p:nvPr/>
        </p:nvGrpSpPr>
        <p:grpSpPr>
          <a:xfrm>
            <a:off x="6294867" y="2269760"/>
            <a:ext cx="311304" cy="1307406"/>
            <a:chOff x="7812462" y="2269761"/>
            <a:chExt cx="311304" cy="1307406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2C1404E9-E5DD-2A72-BA33-8CD1F22E27F9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A4AB99D1-03C2-700A-BFD9-163A277A04C0}"/>
                    </a:ext>
                  </a:extLst>
                </p:cNvPr>
                <p:cNvSpPr txBox="1"/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D6BBAB17-F015-0373-E7C1-A24D8D5DE8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5F88805F-0C02-8EE4-D8EF-CE17469E4252}"/>
              </a:ext>
            </a:extLst>
          </p:cNvPr>
          <p:cNvGrpSpPr/>
          <p:nvPr/>
        </p:nvGrpSpPr>
        <p:grpSpPr>
          <a:xfrm>
            <a:off x="6043619" y="2506111"/>
            <a:ext cx="311304" cy="1071765"/>
            <a:chOff x="7295296" y="2505401"/>
            <a:chExt cx="311304" cy="1071765"/>
          </a:xfrm>
        </p:grpSpPr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C0196FF2-A8BF-8773-748E-47DD355EB8DA}"/>
                </a:ext>
              </a:extLst>
            </p:cNvPr>
            <p:cNvSpPr/>
            <p:nvPr/>
          </p:nvSpPr>
          <p:spPr>
            <a:xfrm>
              <a:off x="7316385" y="2734733"/>
              <a:ext cx="269127" cy="842433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2E4D3CB7-E390-8296-5478-D42F14133393}"/>
                    </a:ext>
                  </a:extLst>
                </p:cNvPr>
                <p:cNvSpPr txBox="1"/>
                <p:nvPr/>
              </p:nvSpPr>
              <p:spPr>
                <a:xfrm>
                  <a:off x="7295296" y="250540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569DF546-AA81-A7B8-63EE-E2AA570DD6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5296" y="2505401"/>
                  <a:ext cx="311304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947AFE20-ACFF-19FF-C28C-9A5CEAC3A5CC}"/>
                  </a:ext>
                </a:extLst>
              </p:cNvPr>
              <p:cNvSpPr txBox="1"/>
              <p:nvPr/>
            </p:nvSpPr>
            <p:spPr>
              <a:xfrm>
                <a:off x="5359996" y="3664745"/>
                <a:ext cx="64755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𝑎𝑛𝑠𝑤𝑒𝑟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D9D5028A-8FCA-AC09-093A-CBC3B90B0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996" y="3664745"/>
                <a:ext cx="647550" cy="2462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组合 79">
            <a:extLst>
              <a:ext uri="{FF2B5EF4-FFF2-40B4-BE49-F238E27FC236}">
                <a16:creationId xmlns:a16="http://schemas.microsoft.com/office/drawing/2014/main" id="{372FAF60-AC56-B854-6BF4-76266B02147D}"/>
              </a:ext>
            </a:extLst>
          </p:cNvPr>
          <p:cNvGrpSpPr/>
          <p:nvPr/>
        </p:nvGrpSpPr>
        <p:grpSpPr>
          <a:xfrm>
            <a:off x="8402812" y="3664746"/>
            <a:ext cx="184424" cy="246221"/>
            <a:chOff x="8235676" y="3664746"/>
            <a:chExt cx="184424" cy="246221"/>
          </a:xfrm>
        </p:grpSpPr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98844B34-CDF9-1E01-BE57-EEAC63AE7E42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1DA906BD-2469-8495-AC09-516FEAA3C306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4F32B4D9-AA62-A41E-B85D-CDF9E8B139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1"/>
                  <a:stretch>
                    <a:fillRect r="-5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0581713A-BE1D-C545-2F10-BB4A97ECDBFE}"/>
              </a:ext>
            </a:extLst>
          </p:cNvPr>
          <p:cNvGrpSpPr/>
          <p:nvPr/>
        </p:nvGrpSpPr>
        <p:grpSpPr>
          <a:xfrm>
            <a:off x="8091498" y="3664746"/>
            <a:ext cx="184424" cy="246221"/>
            <a:chOff x="8235676" y="3664746"/>
            <a:chExt cx="184424" cy="246221"/>
          </a:xfrm>
        </p:grpSpPr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94058758-60F8-7C50-4EC2-E8E231C602BD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ACFE8EB8-138B-1F01-7834-27EF81F28B81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00D33A2-62F8-BFCA-2CD8-60CC96D9DC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2"/>
                  <a:stretch>
                    <a:fillRect r="-5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2D8B38F6-8750-A917-955B-AEFF41393A41}"/>
              </a:ext>
            </a:extLst>
          </p:cNvPr>
          <p:cNvGrpSpPr/>
          <p:nvPr/>
        </p:nvGrpSpPr>
        <p:grpSpPr>
          <a:xfrm>
            <a:off x="7640562" y="3664745"/>
            <a:ext cx="184424" cy="246221"/>
            <a:chOff x="8235676" y="3664746"/>
            <a:chExt cx="184424" cy="246221"/>
          </a:xfrm>
        </p:grpSpPr>
        <p:sp>
          <p:nvSpPr>
            <p:cNvPr id="86" name="矩形: 圆角 85">
              <a:extLst>
                <a:ext uri="{FF2B5EF4-FFF2-40B4-BE49-F238E27FC236}">
                  <a16:creationId xmlns:a16="http://schemas.microsoft.com/office/drawing/2014/main" id="{E86B0255-F49F-F453-9AB5-124ACAFA1D8E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D3566845-BE41-40F3-042F-346F687BC18A}"/>
                </a:ext>
              </a:extLst>
            </p:cNvPr>
            <p:cNvSpPr txBox="1"/>
            <p:nvPr/>
          </p:nvSpPr>
          <p:spPr>
            <a:xfrm>
              <a:off x="8235676" y="3664746"/>
              <a:ext cx="112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0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FE8D0214-BCC9-CA09-40CF-0E5F021C3289}"/>
              </a:ext>
            </a:extLst>
          </p:cNvPr>
          <p:cNvGrpSpPr/>
          <p:nvPr/>
        </p:nvGrpSpPr>
        <p:grpSpPr>
          <a:xfrm>
            <a:off x="7248036" y="3658176"/>
            <a:ext cx="184424" cy="246221"/>
            <a:chOff x="8235676" y="3664746"/>
            <a:chExt cx="184424" cy="246221"/>
          </a:xfrm>
        </p:grpSpPr>
        <p:sp>
          <p:nvSpPr>
            <p:cNvPr id="92" name="矩形: 圆角 91">
              <a:extLst>
                <a:ext uri="{FF2B5EF4-FFF2-40B4-BE49-F238E27FC236}">
                  <a16:creationId xmlns:a16="http://schemas.microsoft.com/office/drawing/2014/main" id="{EB6BCCAA-2377-52A4-A870-36276456343F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651159E5-0BC9-08DB-5AE7-D2A03504AB07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CDCE1519-50DC-5143-BD01-174B776400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3"/>
                  <a:stretch>
                    <a:fillRect r="-4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3BB20917-88AB-741F-9439-696F1908EEE3}"/>
              </a:ext>
            </a:extLst>
          </p:cNvPr>
          <p:cNvGrpSpPr/>
          <p:nvPr/>
        </p:nvGrpSpPr>
        <p:grpSpPr>
          <a:xfrm>
            <a:off x="6936722" y="3658176"/>
            <a:ext cx="184424" cy="246221"/>
            <a:chOff x="8235676" y="3664746"/>
            <a:chExt cx="184424" cy="246221"/>
          </a:xfrm>
        </p:grpSpPr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AB4066B2-D469-6292-394B-8904AE5F3562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9375E09C-CF3D-DBFA-46CE-E85970B58D9F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586A7C20-685F-1232-818A-0035DA30F7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3"/>
                  <a:stretch>
                    <a:fillRect r="-4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34ED90E0-669E-B27F-8A04-2C5A64A29953}"/>
              </a:ext>
            </a:extLst>
          </p:cNvPr>
          <p:cNvGrpSpPr/>
          <p:nvPr/>
        </p:nvGrpSpPr>
        <p:grpSpPr>
          <a:xfrm>
            <a:off x="6652922" y="3658175"/>
            <a:ext cx="184424" cy="246221"/>
            <a:chOff x="8235676" y="3664746"/>
            <a:chExt cx="184424" cy="246221"/>
          </a:xfrm>
        </p:grpSpPr>
        <p:sp>
          <p:nvSpPr>
            <p:cNvPr id="126" name="矩形: 圆角 125">
              <a:extLst>
                <a:ext uri="{FF2B5EF4-FFF2-40B4-BE49-F238E27FC236}">
                  <a16:creationId xmlns:a16="http://schemas.microsoft.com/office/drawing/2014/main" id="{2A14D65C-9CDF-91D2-5CAA-8D8AEECC3468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034D63C0-F885-EDF6-54DA-D6D3C7A4D821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932E572F-AB0F-613D-D509-831B7F1104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4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BF05C93F-DEF2-720E-B6C1-31862FC63898}"/>
              </a:ext>
            </a:extLst>
          </p:cNvPr>
          <p:cNvGrpSpPr/>
          <p:nvPr/>
        </p:nvGrpSpPr>
        <p:grpSpPr>
          <a:xfrm>
            <a:off x="6396635" y="3658175"/>
            <a:ext cx="184424" cy="246221"/>
            <a:chOff x="8235676" y="3664746"/>
            <a:chExt cx="184424" cy="246221"/>
          </a:xfrm>
        </p:grpSpPr>
        <p:sp>
          <p:nvSpPr>
            <p:cNvPr id="131" name="矩形: 圆角 130">
              <a:extLst>
                <a:ext uri="{FF2B5EF4-FFF2-40B4-BE49-F238E27FC236}">
                  <a16:creationId xmlns:a16="http://schemas.microsoft.com/office/drawing/2014/main" id="{E7DAEAF2-1F17-2A5E-11E0-4E798709B91A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865DB8C5-8049-3EF3-008D-1C86D5E2B967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B1E84CDF-58D6-1FE9-788F-BB2EBE0867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4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A2E8D4FE-2457-3675-A3F4-BD07EAF42B7B}"/>
              </a:ext>
            </a:extLst>
          </p:cNvPr>
          <p:cNvGrpSpPr/>
          <p:nvPr/>
        </p:nvGrpSpPr>
        <p:grpSpPr>
          <a:xfrm>
            <a:off x="6085321" y="3658175"/>
            <a:ext cx="184424" cy="246221"/>
            <a:chOff x="8235676" y="3664746"/>
            <a:chExt cx="184424" cy="246221"/>
          </a:xfrm>
        </p:grpSpPr>
        <p:sp>
          <p:nvSpPr>
            <p:cNvPr id="139" name="矩形: 圆角 138">
              <a:extLst>
                <a:ext uri="{FF2B5EF4-FFF2-40B4-BE49-F238E27FC236}">
                  <a16:creationId xmlns:a16="http://schemas.microsoft.com/office/drawing/2014/main" id="{CF2F6D6D-8C66-5CCA-268D-E8637903EBD7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310710D4-C452-14D6-6487-D7532E141B9D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117A3668-8BFC-8E3E-574C-95AC84795E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4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7" name="矩形 146">
            <a:extLst>
              <a:ext uri="{FF2B5EF4-FFF2-40B4-BE49-F238E27FC236}">
                <a16:creationId xmlns:a16="http://schemas.microsoft.com/office/drawing/2014/main" id="{DB350871-5C01-EF3D-9507-EA9C24A6F528}"/>
              </a:ext>
            </a:extLst>
          </p:cNvPr>
          <p:cNvSpPr/>
          <p:nvPr/>
        </p:nvSpPr>
        <p:spPr>
          <a:xfrm>
            <a:off x="5929969" y="1970950"/>
            <a:ext cx="1579963" cy="1980867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9D07ECAD-C187-8821-BD1F-29D5A218686D}"/>
              </a:ext>
            </a:extLst>
          </p:cNvPr>
          <p:cNvSpPr txBox="1"/>
          <p:nvPr/>
        </p:nvSpPr>
        <p:spPr>
          <a:xfrm>
            <a:off x="5828719" y="1739213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未处理部分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2B36087A-2BE3-56F6-B16C-B67A69FA0983}"/>
              </a:ext>
            </a:extLst>
          </p:cNvPr>
          <p:cNvSpPr/>
          <p:nvPr/>
        </p:nvSpPr>
        <p:spPr>
          <a:xfrm>
            <a:off x="7937458" y="1906796"/>
            <a:ext cx="804375" cy="204502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A21358DC-CF3B-F2B1-1B74-D2B4638ED936}"/>
              </a:ext>
            </a:extLst>
          </p:cNvPr>
          <p:cNvSpPr txBox="1"/>
          <p:nvPr/>
        </p:nvSpPr>
        <p:spPr>
          <a:xfrm>
            <a:off x="7860990" y="1702773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已处理部分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1C6451D-FF71-5994-9B8F-AB65441267E6}"/>
              </a:ext>
            </a:extLst>
          </p:cNvPr>
          <p:cNvSpPr txBox="1"/>
          <p:nvPr/>
        </p:nvSpPr>
        <p:spPr>
          <a:xfrm>
            <a:off x="8968080" y="2050144"/>
            <a:ext cx="24929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*5</a:t>
            </a:r>
            <a:r>
              <a:rPr lang="zh-CN" altLang="en-US" sz="800" b="1" dirty="0"/>
              <a:t>，</a:t>
            </a:r>
            <a:r>
              <a:rPr lang="en-US" altLang="zh-CN" sz="800" b="1" dirty="0"/>
              <a:t>6</a:t>
            </a:r>
            <a:r>
              <a:rPr lang="zh-CN" altLang="en-US" sz="800" b="1" dirty="0"/>
              <a:t>比</a:t>
            </a:r>
            <a:r>
              <a:rPr lang="en-US" altLang="zh-CN" sz="800" b="1" dirty="0"/>
              <a:t>8</a:t>
            </a:r>
            <a:r>
              <a:rPr lang="zh-CN" altLang="en-US" sz="800" b="1" dirty="0">
                <a:solidFill>
                  <a:srgbClr val="FF0000"/>
                </a:solidFill>
              </a:rPr>
              <a:t>又矮</a:t>
            </a:r>
            <a:r>
              <a:rPr lang="zh-CN" altLang="en-US" sz="800" b="1" dirty="0"/>
              <a:t>，相对</a:t>
            </a:r>
            <a:r>
              <a:rPr lang="en-US" altLang="zh-CN" sz="800" b="1" dirty="0"/>
              <a:t>&lt;</a:t>
            </a:r>
            <a:r>
              <a:rPr lang="zh-CN" altLang="en-US" sz="800" b="1" dirty="0"/>
              <a:t>未处理部分</a:t>
            </a:r>
            <a:r>
              <a:rPr lang="en-US" altLang="zh-CN" sz="800" b="1" dirty="0"/>
              <a:t>&gt;</a:t>
            </a:r>
            <a:r>
              <a:rPr lang="zh-CN" altLang="en-US" sz="800" b="1" dirty="0">
                <a:solidFill>
                  <a:srgbClr val="FF0000"/>
                </a:solidFill>
              </a:rPr>
              <a:t>位置又更靠右</a:t>
            </a:r>
            <a:r>
              <a:rPr lang="zh-CN" altLang="en-US" sz="800" b="1" dirty="0"/>
              <a:t>，</a:t>
            </a:r>
            <a:endParaRPr lang="en-US" altLang="zh-CN" sz="800" b="1" dirty="0"/>
          </a:p>
          <a:p>
            <a:r>
              <a:rPr lang="zh-CN" altLang="en-US" sz="800" b="1" dirty="0"/>
              <a:t>往后就没有存在的必要了。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19771C3-A4C5-209B-77C9-AF2197CB8BD5}"/>
              </a:ext>
            </a:extLst>
          </p:cNvPr>
          <p:cNvCxnSpPr>
            <a:cxnSpLocks/>
          </p:cNvCxnSpPr>
          <p:nvPr/>
        </p:nvCxnSpPr>
        <p:spPr>
          <a:xfrm>
            <a:off x="8396607" y="2130707"/>
            <a:ext cx="112323" cy="11744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D4EEA26-0FB8-83E4-B6C6-14A3C3A371A8}"/>
              </a:ext>
            </a:extLst>
          </p:cNvPr>
          <p:cNvCxnSpPr>
            <a:cxnSpLocks/>
          </p:cNvCxnSpPr>
          <p:nvPr/>
        </p:nvCxnSpPr>
        <p:spPr>
          <a:xfrm>
            <a:off x="8122294" y="2332000"/>
            <a:ext cx="112323" cy="11744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884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4EE96-7B43-A539-4991-DC7832ADE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42789F8-B3DE-C96C-7F87-391DCDFC7C06}"/>
              </a:ext>
            </a:extLst>
          </p:cNvPr>
          <p:cNvCxnSpPr>
            <a:cxnSpLocks/>
          </p:cNvCxnSpPr>
          <p:nvPr/>
        </p:nvCxnSpPr>
        <p:spPr>
          <a:xfrm>
            <a:off x="4785783" y="3577167"/>
            <a:ext cx="47371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39D9735C-1E62-455F-D24C-3C8F55D402AA}"/>
              </a:ext>
            </a:extLst>
          </p:cNvPr>
          <p:cNvGrpSpPr/>
          <p:nvPr/>
        </p:nvGrpSpPr>
        <p:grpSpPr>
          <a:xfrm>
            <a:off x="8006970" y="2269760"/>
            <a:ext cx="311304" cy="1307406"/>
            <a:chOff x="7812462" y="2269761"/>
            <a:chExt cx="311304" cy="1307406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3EC3BB29-7447-AB58-B8EA-6684E264D5E5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4C4DD91-FEA8-4D96-BC58-2820CF1F8367}"/>
                    </a:ext>
                  </a:extLst>
                </p:cNvPr>
                <p:cNvSpPr txBox="1"/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5BDAAFD-D6E4-F1C2-371E-9702F0914E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0540627-E5C9-9960-DE03-275BD8383E0B}"/>
              </a:ext>
            </a:extLst>
          </p:cNvPr>
          <p:cNvGrpSpPr/>
          <p:nvPr/>
        </p:nvGrpSpPr>
        <p:grpSpPr>
          <a:xfrm>
            <a:off x="8297117" y="2055977"/>
            <a:ext cx="311304" cy="1521189"/>
            <a:chOff x="8081589" y="2055978"/>
            <a:chExt cx="311304" cy="1521189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39240723-0798-1B04-5D60-621CF36FDF0C}"/>
                </a:ext>
              </a:extLst>
            </p:cNvPr>
            <p:cNvSpPr/>
            <p:nvPr/>
          </p:nvSpPr>
          <p:spPr>
            <a:xfrm>
              <a:off x="8123766" y="2315633"/>
              <a:ext cx="269127" cy="1261534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9C2834C-0274-2710-9735-D8B46415E8D7}"/>
                    </a:ext>
                  </a:extLst>
                </p:cNvPr>
                <p:cNvSpPr txBox="1"/>
                <p:nvPr/>
              </p:nvSpPr>
              <p:spPr>
                <a:xfrm>
                  <a:off x="8081589" y="2055978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705C746-29DC-6030-32FB-BBBB86A4D3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1589" y="2055978"/>
                  <a:ext cx="31130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DE462DCD-F6BC-DD1D-C862-477BD36083A4}"/>
              </a:ext>
            </a:extLst>
          </p:cNvPr>
          <p:cNvGrpSpPr/>
          <p:nvPr/>
        </p:nvGrpSpPr>
        <p:grpSpPr>
          <a:xfrm>
            <a:off x="6822410" y="1941113"/>
            <a:ext cx="311304" cy="1634636"/>
            <a:chOff x="7026169" y="1942530"/>
            <a:chExt cx="311304" cy="1634636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033FDC78-1874-BE37-EF17-0F69324E1E41}"/>
                </a:ext>
              </a:extLst>
            </p:cNvPr>
            <p:cNvSpPr/>
            <p:nvPr/>
          </p:nvSpPr>
          <p:spPr>
            <a:xfrm>
              <a:off x="7047258" y="2180167"/>
              <a:ext cx="269127" cy="139699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DE03A9F9-BA9F-7DCF-7642-01B2514BD813}"/>
                    </a:ext>
                  </a:extLst>
                </p:cNvPr>
                <p:cNvSpPr txBox="1"/>
                <p:nvPr/>
              </p:nvSpPr>
              <p:spPr>
                <a:xfrm>
                  <a:off x="7026169" y="1942530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1CCEA24-10FC-130D-A23A-6AC6FA924F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6169" y="1942530"/>
                  <a:ext cx="311304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C6F0C77A-F988-677C-D3C5-8DF69F7CC970}"/>
              </a:ext>
            </a:extLst>
          </p:cNvPr>
          <p:cNvGrpSpPr/>
          <p:nvPr/>
        </p:nvGrpSpPr>
        <p:grpSpPr>
          <a:xfrm>
            <a:off x="6514791" y="2268343"/>
            <a:ext cx="311304" cy="1307406"/>
            <a:chOff x="7812462" y="2269761"/>
            <a:chExt cx="311304" cy="1307406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B04EBE46-5D51-B03D-6584-244ABDF3F440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FD2519F0-5690-74B9-AD71-F85333936597}"/>
                    </a:ext>
                  </a:extLst>
                </p:cNvPr>
                <p:cNvSpPr txBox="1"/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DA7197A7-B303-D626-C13E-DFAB2AD5E5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0D4E883D-D16D-EC4C-A7BF-741B56742608}"/>
              </a:ext>
            </a:extLst>
          </p:cNvPr>
          <p:cNvGrpSpPr/>
          <p:nvPr/>
        </p:nvGrpSpPr>
        <p:grpSpPr>
          <a:xfrm>
            <a:off x="6235154" y="2268343"/>
            <a:ext cx="311304" cy="1307406"/>
            <a:chOff x="7812462" y="2269761"/>
            <a:chExt cx="311304" cy="1307406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B2393B04-2805-205E-4330-29451C7E8376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B8923CBA-1EA3-D161-0587-9ABB8BEA01BA}"/>
                    </a:ext>
                  </a:extLst>
                </p:cNvPr>
                <p:cNvSpPr txBox="1"/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1CDF306F-97E5-F764-9AD3-77C234B1D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23225005-8B65-21E9-B95D-EFDC26BFCCDC}"/>
              </a:ext>
            </a:extLst>
          </p:cNvPr>
          <p:cNvGrpSpPr/>
          <p:nvPr/>
        </p:nvGrpSpPr>
        <p:grpSpPr>
          <a:xfrm>
            <a:off x="5983906" y="2504694"/>
            <a:ext cx="311304" cy="1071765"/>
            <a:chOff x="7295296" y="2505401"/>
            <a:chExt cx="311304" cy="1071765"/>
          </a:xfrm>
        </p:grpSpPr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8A665EC9-4121-AE7C-1F0E-A9BF15F671CB}"/>
                </a:ext>
              </a:extLst>
            </p:cNvPr>
            <p:cNvSpPr/>
            <p:nvPr/>
          </p:nvSpPr>
          <p:spPr>
            <a:xfrm>
              <a:off x="7316385" y="2734733"/>
              <a:ext cx="269127" cy="842433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53A24892-A80D-05A3-858E-9102C5259F9F}"/>
                    </a:ext>
                  </a:extLst>
                </p:cNvPr>
                <p:cNvSpPr txBox="1"/>
                <p:nvPr/>
              </p:nvSpPr>
              <p:spPr>
                <a:xfrm>
                  <a:off x="7295296" y="250540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4E308369-9235-40B0-112E-546B22B251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5296" y="2505401"/>
                  <a:ext cx="311304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246D127F-2E1A-DF49-16DB-0F4565E04AFB}"/>
                  </a:ext>
                </a:extLst>
              </p:cNvPr>
              <p:cNvSpPr txBox="1"/>
              <p:nvPr/>
            </p:nvSpPr>
            <p:spPr>
              <a:xfrm>
                <a:off x="5359996" y="3664745"/>
                <a:ext cx="64755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𝑎𝑛𝑠𝑤𝑒𝑟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CB02F51A-C20C-5D81-FCC2-661F2BBAB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996" y="3664745"/>
                <a:ext cx="647550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组合 79">
            <a:extLst>
              <a:ext uri="{FF2B5EF4-FFF2-40B4-BE49-F238E27FC236}">
                <a16:creationId xmlns:a16="http://schemas.microsoft.com/office/drawing/2014/main" id="{2D58B4F5-55A1-23B6-725D-CB4C0656F125}"/>
              </a:ext>
            </a:extLst>
          </p:cNvPr>
          <p:cNvGrpSpPr/>
          <p:nvPr/>
        </p:nvGrpSpPr>
        <p:grpSpPr>
          <a:xfrm>
            <a:off x="8402812" y="3664746"/>
            <a:ext cx="184424" cy="246221"/>
            <a:chOff x="8235676" y="3664746"/>
            <a:chExt cx="184424" cy="246221"/>
          </a:xfrm>
        </p:grpSpPr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72F401EE-237F-33F2-7356-CF39DA1C314A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46C0C93C-DE6F-8EDF-ED2F-255F61462738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D92C6D57-588A-3CBC-E6BA-F1691A514D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8"/>
                  <a:stretch>
                    <a:fillRect r="-5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161EC5CB-A0CB-7662-3EA6-7A4843BFEEAA}"/>
              </a:ext>
            </a:extLst>
          </p:cNvPr>
          <p:cNvGrpSpPr/>
          <p:nvPr/>
        </p:nvGrpSpPr>
        <p:grpSpPr>
          <a:xfrm>
            <a:off x="8091498" y="3664746"/>
            <a:ext cx="184424" cy="246221"/>
            <a:chOff x="8235676" y="3664746"/>
            <a:chExt cx="184424" cy="246221"/>
          </a:xfrm>
        </p:grpSpPr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F6746C50-956D-A701-E1B8-7A20162E4989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5593AD79-36B1-20C8-08A7-A5D2E4032FD7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57EDFB11-1539-35A0-D5CA-45C9CEDFC7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9"/>
                  <a:stretch>
                    <a:fillRect r="-5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E0DF6B9A-65B7-A409-4868-A1542AC896A7}"/>
              </a:ext>
            </a:extLst>
          </p:cNvPr>
          <p:cNvGrpSpPr/>
          <p:nvPr/>
        </p:nvGrpSpPr>
        <p:grpSpPr>
          <a:xfrm>
            <a:off x="7693286" y="1701866"/>
            <a:ext cx="311304" cy="2202530"/>
            <a:chOff x="7570774" y="1708436"/>
            <a:chExt cx="311304" cy="2202530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8788C9E3-A975-4065-E123-409339AD78B0}"/>
                </a:ext>
              </a:extLst>
            </p:cNvPr>
            <p:cNvGrpSpPr/>
            <p:nvPr/>
          </p:nvGrpSpPr>
          <p:grpSpPr>
            <a:xfrm>
              <a:off x="7570774" y="1708436"/>
              <a:ext cx="311304" cy="1868731"/>
              <a:chOff x="7564423" y="1708436"/>
              <a:chExt cx="311304" cy="1868731"/>
            </a:xfrm>
          </p:grpSpPr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A23309B8-7FD2-C8C7-B7EE-379BC4B3405A}"/>
                  </a:ext>
                </a:extLst>
              </p:cNvPr>
              <p:cNvSpPr/>
              <p:nvPr/>
            </p:nvSpPr>
            <p:spPr>
              <a:xfrm>
                <a:off x="7585512" y="1968500"/>
                <a:ext cx="269127" cy="1608667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accent6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1B693CDE-EFA2-3B66-4F22-0F4B3A74E1F1}"/>
                      </a:ext>
                    </a:extLst>
                  </p:cNvPr>
                  <p:cNvSpPr txBox="1"/>
                  <p:nvPr/>
                </p:nvSpPr>
                <p:spPr>
                  <a:xfrm>
                    <a:off x="7564423" y="1708436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5132DBE1-F184-22F8-8A62-12FD517A54C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64423" y="1708436"/>
                    <a:ext cx="311304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BAA52982-F9E3-0DB6-5720-50F186E15064}"/>
                </a:ext>
              </a:extLst>
            </p:cNvPr>
            <p:cNvGrpSpPr/>
            <p:nvPr/>
          </p:nvGrpSpPr>
          <p:grpSpPr>
            <a:xfrm>
              <a:off x="7640562" y="3664745"/>
              <a:ext cx="184424" cy="246221"/>
              <a:chOff x="8235676" y="3664746"/>
              <a:chExt cx="184424" cy="246221"/>
            </a:xfrm>
          </p:grpSpPr>
          <p:sp>
            <p:nvSpPr>
              <p:cNvPr id="86" name="矩形: 圆角 85">
                <a:extLst>
                  <a:ext uri="{FF2B5EF4-FFF2-40B4-BE49-F238E27FC236}">
                    <a16:creationId xmlns:a16="http://schemas.microsoft.com/office/drawing/2014/main" id="{523D3B2B-DC7D-DF5F-FDB3-8419C0F62D76}"/>
                  </a:ext>
                </a:extLst>
              </p:cNvPr>
              <p:cNvSpPr/>
              <p:nvPr/>
            </p:nvSpPr>
            <p:spPr>
              <a:xfrm>
                <a:off x="8235676" y="3688050"/>
                <a:ext cx="184424" cy="199614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6D40B7D9-E4C6-6971-9B6B-4DC3D97E36CD}"/>
                  </a:ext>
                </a:extLst>
              </p:cNvPr>
              <p:cNvSpPr txBox="1"/>
              <p:nvPr/>
            </p:nvSpPr>
            <p:spPr>
              <a:xfrm>
                <a:off x="8235676" y="3664746"/>
                <a:ext cx="11256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/>
                  <a:t>0</a:t>
                </a:r>
                <a:endParaRPr lang="zh-CN" altLang="en-US" sz="10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ADB63CF2-A521-F222-EA29-AF08F9B18790}"/>
              </a:ext>
            </a:extLst>
          </p:cNvPr>
          <p:cNvGrpSpPr/>
          <p:nvPr/>
        </p:nvGrpSpPr>
        <p:grpSpPr>
          <a:xfrm>
            <a:off x="7263676" y="2504694"/>
            <a:ext cx="311304" cy="1398996"/>
            <a:chOff x="7165445" y="2505401"/>
            <a:chExt cx="311304" cy="1398996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3657A531-F4E9-C79D-C034-D798A5D95070}"/>
                </a:ext>
              </a:extLst>
            </p:cNvPr>
            <p:cNvGrpSpPr/>
            <p:nvPr/>
          </p:nvGrpSpPr>
          <p:grpSpPr>
            <a:xfrm>
              <a:off x="7165445" y="2505401"/>
              <a:ext cx="311304" cy="1071765"/>
              <a:chOff x="7295296" y="2505401"/>
              <a:chExt cx="311304" cy="1071765"/>
            </a:xfrm>
          </p:grpSpPr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8C089182-2366-02DF-4852-85D366608A73}"/>
                  </a:ext>
                </a:extLst>
              </p:cNvPr>
              <p:cNvSpPr/>
              <p:nvPr/>
            </p:nvSpPr>
            <p:spPr>
              <a:xfrm>
                <a:off x="7316385" y="2734733"/>
                <a:ext cx="269127" cy="842433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6E63E1EF-EEAC-0DF3-D5DE-229BFE90B905}"/>
                      </a:ext>
                    </a:extLst>
                  </p:cNvPr>
                  <p:cNvSpPr txBox="1"/>
                  <p:nvPr/>
                </p:nvSpPr>
                <p:spPr>
                  <a:xfrm>
                    <a:off x="7295296" y="2505401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2EFCBCD9-2B9B-03B5-906E-2253B88692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95296" y="2505401"/>
                    <a:ext cx="311304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1" name="组合 90">
              <a:extLst>
                <a:ext uri="{FF2B5EF4-FFF2-40B4-BE49-F238E27FC236}">
                  <a16:creationId xmlns:a16="http://schemas.microsoft.com/office/drawing/2014/main" id="{19E8E6D4-DC16-A94E-ABE9-2CD84E63CC66}"/>
                </a:ext>
              </a:extLst>
            </p:cNvPr>
            <p:cNvGrpSpPr/>
            <p:nvPr/>
          </p:nvGrpSpPr>
          <p:grpSpPr>
            <a:xfrm>
              <a:off x="7227345" y="3658176"/>
              <a:ext cx="184424" cy="246221"/>
              <a:chOff x="8214985" y="3664746"/>
              <a:chExt cx="184424" cy="246221"/>
            </a:xfrm>
          </p:grpSpPr>
          <p:sp>
            <p:nvSpPr>
              <p:cNvPr id="92" name="矩形: 圆角 91">
                <a:extLst>
                  <a:ext uri="{FF2B5EF4-FFF2-40B4-BE49-F238E27FC236}">
                    <a16:creationId xmlns:a16="http://schemas.microsoft.com/office/drawing/2014/main" id="{E9AC767E-F7E2-2113-CE29-14743B0B2AE1}"/>
                  </a:ext>
                </a:extLst>
              </p:cNvPr>
              <p:cNvSpPr/>
              <p:nvPr/>
            </p:nvSpPr>
            <p:spPr>
              <a:xfrm>
                <a:off x="8214985" y="3688050"/>
                <a:ext cx="184424" cy="199614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9E7A4D78-B57A-640C-56A0-0F925D7EBB70}"/>
                  </a:ext>
                </a:extLst>
              </p:cNvPr>
              <p:cNvSpPr txBox="1"/>
              <p:nvPr/>
            </p:nvSpPr>
            <p:spPr>
              <a:xfrm>
                <a:off x="8220833" y="3664746"/>
                <a:ext cx="11256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1" dirty="0"/>
                  <a:t>?</a:t>
                </a:r>
                <a:endParaRPr lang="zh-CN" altLang="en-US" sz="1000" b="1" dirty="0"/>
              </a:p>
            </p:txBody>
          </p:sp>
        </p:grp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0C9AFD8F-977A-89F8-A9EA-F05054074EDF}"/>
              </a:ext>
            </a:extLst>
          </p:cNvPr>
          <p:cNvGrpSpPr/>
          <p:nvPr/>
        </p:nvGrpSpPr>
        <p:grpSpPr>
          <a:xfrm>
            <a:off x="6936722" y="3658176"/>
            <a:ext cx="184424" cy="246221"/>
            <a:chOff x="8235676" y="3664746"/>
            <a:chExt cx="184424" cy="246221"/>
          </a:xfrm>
        </p:grpSpPr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66879054-F6D7-E2C5-E76B-1837BAD34AFE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845C4F78-4E7C-C846-6E91-6EF328E8F3D3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6346F5CA-3E4E-8918-B3D7-D7CA38AA49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1"/>
                  <a:stretch>
                    <a:fillRect r="-4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0538E5EC-8FDC-F608-3A2E-0DF6D21B27AA}"/>
              </a:ext>
            </a:extLst>
          </p:cNvPr>
          <p:cNvGrpSpPr/>
          <p:nvPr/>
        </p:nvGrpSpPr>
        <p:grpSpPr>
          <a:xfrm>
            <a:off x="6652922" y="3658175"/>
            <a:ext cx="184424" cy="246221"/>
            <a:chOff x="8235676" y="3664746"/>
            <a:chExt cx="184424" cy="246221"/>
          </a:xfrm>
        </p:grpSpPr>
        <p:sp>
          <p:nvSpPr>
            <p:cNvPr id="126" name="矩形: 圆角 125">
              <a:extLst>
                <a:ext uri="{FF2B5EF4-FFF2-40B4-BE49-F238E27FC236}">
                  <a16:creationId xmlns:a16="http://schemas.microsoft.com/office/drawing/2014/main" id="{30FA8CBD-4ABC-8C02-B0CB-2F9227BA5AA6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B01B7F42-17F8-746F-F423-F300FD03418F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511A8962-CC4A-03CE-78AE-AC0CE63A43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2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52CE348D-2A93-4909-81D0-F6EF01A4BE78}"/>
              </a:ext>
            </a:extLst>
          </p:cNvPr>
          <p:cNvGrpSpPr/>
          <p:nvPr/>
        </p:nvGrpSpPr>
        <p:grpSpPr>
          <a:xfrm>
            <a:off x="6396635" y="3658175"/>
            <a:ext cx="184424" cy="246221"/>
            <a:chOff x="8235676" y="3664746"/>
            <a:chExt cx="184424" cy="246221"/>
          </a:xfrm>
        </p:grpSpPr>
        <p:sp>
          <p:nvSpPr>
            <p:cNvPr id="131" name="矩形: 圆角 130">
              <a:extLst>
                <a:ext uri="{FF2B5EF4-FFF2-40B4-BE49-F238E27FC236}">
                  <a16:creationId xmlns:a16="http://schemas.microsoft.com/office/drawing/2014/main" id="{F49213FD-67FE-DB18-C8B2-D33A427637C5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48C58BC4-986F-A354-5AB5-63C8C3BE7A3B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18E6E057-3938-8E90-CD89-D9309655F5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2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95CA9A3E-7629-D5AA-28C3-2C649C9B7501}"/>
              </a:ext>
            </a:extLst>
          </p:cNvPr>
          <p:cNvGrpSpPr/>
          <p:nvPr/>
        </p:nvGrpSpPr>
        <p:grpSpPr>
          <a:xfrm>
            <a:off x="6085321" y="3658175"/>
            <a:ext cx="184424" cy="246221"/>
            <a:chOff x="8235676" y="3664746"/>
            <a:chExt cx="184424" cy="246221"/>
          </a:xfrm>
        </p:grpSpPr>
        <p:sp>
          <p:nvSpPr>
            <p:cNvPr id="139" name="矩形: 圆角 138">
              <a:extLst>
                <a:ext uri="{FF2B5EF4-FFF2-40B4-BE49-F238E27FC236}">
                  <a16:creationId xmlns:a16="http://schemas.microsoft.com/office/drawing/2014/main" id="{33A8D7E7-962A-2B80-7707-CE90DB98095B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FB513CE9-74ED-A540-70CC-22DDBE54DD79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01394561-8012-A4A6-08CF-A2F5021313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2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7" name="矩形 146">
            <a:extLst>
              <a:ext uri="{FF2B5EF4-FFF2-40B4-BE49-F238E27FC236}">
                <a16:creationId xmlns:a16="http://schemas.microsoft.com/office/drawing/2014/main" id="{6C78514C-946B-3A98-5D20-36E536E84D12}"/>
              </a:ext>
            </a:extLst>
          </p:cNvPr>
          <p:cNvSpPr/>
          <p:nvPr/>
        </p:nvSpPr>
        <p:spPr>
          <a:xfrm>
            <a:off x="5929970" y="1970950"/>
            <a:ext cx="1242370" cy="1980867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0F27CC05-ECAE-AC65-5A8B-766986DA2431}"/>
              </a:ext>
            </a:extLst>
          </p:cNvPr>
          <p:cNvSpPr txBox="1"/>
          <p:nvPr/>
        </p:nvSpPr>
        <p:spPr>
          <a:xfrm>
            <a:off x="5828719" y="1739213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未处理部分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ADDC10B6-1B8C-8BFC-CB16-04F72D23663F}"/>
              </a:ext>
            </a:extLst>
          </p:cNvPr>
          <p:cNvSpPr/>
          <p:nvPr/>
        </p:nvSpPr>
        <p:spPr>
          <a:xfrm>
            <a:off x="7670533" y="1708436"/>
            <a:ext cx="1071300" cy="224338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BE2CB5FD-34BB-BA0D-CC44-6073B31A0EFB}"/>
              </a:ext>
            </a:extLst>
          </p:cNvPr>
          <p:cNvSpPr txBox="1"/>
          <p:nvPr/>
        </p:nvSpPr>
        <p:spPr>
          <a:xfrm>
            <a:off x="7464995" y="1452142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已处理部分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58BABC6-7F17-2019-3722-9CA8C7D72E2D}"/>
              </a:ext>
            </a:extLst>
          </p:cNvPr>
          <p:cNvCxnSpPr/>
          <p:nvPr/>
        </p:nvCxnSpPr>
        <p:spPr>
          <a:xfrm>
            <a:off x="8099849" y="2315632"/>
            <a:ext cx="162983" cy="2019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B33C7E1-8136-14B5-2D50-F5F82C1FAA63}"/>
              </a:ext>
            </a:extLst>
          </p:cNvPr>
          <p:cNvCxnSpPr/>
          <p:nvPr/>
        </p:nvCxnSpPr>
        <p:spPr>
          <a:xfrm>
            <a:off x="8371277" y="2102080"/>
            <a:ext cx="162983" cy="2019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994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14C8C-7F1D-9562-E6E8-14178C9B8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303B109-F648-DB54-5251-6D16D3AE9D32}"/>
              </a:ext>
            </a:extLst>
          </p:cNvPr>
          <p:cNvCxnSpPr>
            <a:cxnSpLocks/>
          </p:cNvCxnSpPr>
          <p:nvPr/>
        </p:nvCxnSpPr>
        <p:spPr>
          <a:xfrm>
            <a:off x="4785783" y="3577167"/>
            <a:ext cx="47371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A6E0A994-2351-7FE9-68E2-36DB11A742BD}"/>
              </a:ext>
            </a:extLst>
          </p:cNvPr>
          <p:cNvGrpSpPr/>
          <p:nvPr/>
        </p:nvGrpSpPr>
        <p:grpSpPr>
          <a:xfrm>
            <a:off x="8006970" y="2269760"/>
            <a:ext cx="311304" cy="1307406"/>
            <a:chOff x="7812462" y="2269761"/>
            <a:chExt cx="311304" cy="1307406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2DF53922-46CA-27B6-4714-D1E8E2885EC1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5BDAAFD-D6E4-F1C2-371E-9702F0914E5A}"/>
                    </a:ext>
                  </a:extLst>
                </p:cNvPr>
                <p:cNvSpPr txBox="1"/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5BDAAFD-D6E4-F1C2-371E-9702F0914E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B389942B-246F-0DB4-B226-A832FE796194}"/>
              </a:ext>
            </a:extLst>
          </p:cNvPr>
          <p:cNvGrpSpPr/>
          <p:nvPr/>
        </p:nvGrpSpPr>
        <p:grpSpPr>
          <a:xfrm>
            <a:off x="8297117" y="2055977"/>
            <a:ext cx="311304" cy="1521189"/>
            <a:chOff x="8081589" y="2055978"/>
            <a:chExt cx="311304" cy="1521189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E5A09782-790B-0CC1-5F74-2F1F9CF6F665}"/>
                </a:ext>
              </a:extLst>
            </p:cNvPr>
            <p:cNvSpPr/>
            <p:nvPr/>
          </p:nvSpPr>
          <p:spPr>
            <a:xfrm>
              <a:off x="8123766" y="2315633"/>
              <a:ext cx="269127" cy="1261534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705C746-29DC-6030-32FB-BBBB86A4D35E}"/>
                    </a:ext>
                  </a:extLst>
                </p:cNvPr>
                <p:cNvSpPr txBox="1"/>
                <p:nvPr/>
              </p:nvSpPr>
              <p:spPr>
                <a:xfrm>
                  <a:off x="8081589" y="2055978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705C746-29DC-6030-32FB-BBBB86A4D3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1589" y="2055978"/>
                  <a:ext cx="31130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FD836BF2-133F-7CD9-B042-B9314ECE697D}"/>
              </a:ext>
            </a:extLst>
          </p:cNvPr>
          <p:cNvGrpSpPr/>
          <p:nvPr/>
        </p:nvGrpSpPr>
        <p:grpSpPr>
          <a:xfrm>
            <a:off x="6822410" y="1941113"/>
            <a:ext cx="311304" cy="1634636"/>
            <a:chOff x="7026169" y="1942530"/>
            <a:chExt cx="311304" cy="1634636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BB97CBEE-E734-E267-36E9-72746F107956}"/>
                </a:ext>
              </a:extLst>
            </p:cNvPr>
            <p:cNvSpPr/>
            <p:nvPr/>
          </p:nvSpPr>
          <p:spPr>
            <a:xfrm>
              <a:off x="7047258" y="2180167"/>
              <a:ext cx="269127" cy="139699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1CCEA24-10FC-130D-A23A-6AC6FA924F6F}"/>
                    </a:ext>
                  </a:extLst>
                </p:cNvPr>
                <p:cNvSpPr txBox="1"/>
                <p:nvPr/>
              </p:nvSpPr>
              <p:spPr>
                <a:xfrm>
                  <a:off x="7026169" y="1942530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1CCEA24-10FC-130D-A23A-6AC6FA924F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6169" y="1942530"/>
                  <a:ext cx="311304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AA4FBD48-6CE4-6F6F-19D2-EA8330333B87}"/>
              </a:ext>
            </a:extLst>
          </p:cNvPr>
          <p:cNvGrpSpPr/>
          <p:nvPr/>
        </p:nvGrpSpPr>
        <p:grpSpPr>
          <a:xfrm>
            <a:off x="6514791" y="2268343"/>
            <a:ext cx="311304" cy="1307406"/>
            <a:chOff x="7812462" y="2269761"/>
            <a:chExt cx="311304" cy="1307406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8F30A6FF-83E6-4469-BC2A-0C7344FAF491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DA7197A7-B303-D626-C13E-DFAB2AD5E529}"/>
                    </a:ext>
                  </a:extLst>
                </p:cNvPr>
                <p:cNvSpPr txBox="1"/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DA7197A7-B303-D626-C13E-DFAB2AD5E5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720AE222-2D51-CBF8-B29E-4C6DAE1CB0A1}"/>
              </a:ext>
            </a:extLst>
          </p:cNvPr>
          <p:cNvGrpSpPr/>
          <p:nvPr/>
        </p:nvGrpSpPr>
        <p:grpSpPr>
          <a:xfrm>
            <a:off x="6235154" y="2268343"/>
            <a:ext cx="311304" cy="1307406"/>
            <a:chOff x="7812462" y="2269761"/>
            <a:chExt cx="311304" cy="1307406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6D2FF8C3-FD4C-72B2-C06A-67CE43252E13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1CDF306F-97E5-F764-9AD3-77C234B1D098}"/>
                    </a:ext>
                  </a:extLst>
                </p:cNvPr>
                <p:cNvSpPr txBox="1"/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1CDF306F-97E5-F764-9AD3-77C234B1D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852F0A86-C8EB-4BAF-03ED-E16E52017DE0}"/>
              </a:ext>
            </a:extLst>
          </p:cNvPr>
          <p:cNvGrpSpPr/>
          <p:nvPr/>
        </p:nvGrpSpPr>
        <p:grpSpPr>
          <a:xfrm>
            <a:off x="5983906" y="2504694"/>
            <a:ext cx="311304" cy="1071765"/>
            <a:chOff x="7295296" y="2505401"/>
            <a:chExt cx="311304" cy="1071765"/>
          </a:xfrm>
        </p:grpSpPr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BCF19C18-91DC-1BA0-91B2-68CE8C21A52E}"/>
                </a:ext>
              </a:extLst>
            </p:cNvPr>
            <p:cNvSpPr/>
            <p:nvPr/>
          </p:nvSpPr>
          <p:spPr>
            <a:xfrm>
              <a:off x="7316385" y="2734733"/>
              <a:ext cx="269127" cy="842433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4E308369-9235-40B0-112E-546B22B25191}"/>
                    </a:ext>
                  </a:extLst>
                </p:cNvPr>
                <p:cNvSpPr txBox="1"/>
                <p:nvPr/>
              </p:nvSpPr>
              <p:spPr>
                <a:xfrm>
                  <a:off x="7295296" y="250540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4E308369-9235-40B0-112E-546B22B251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5296" y="2505401"/>
                  <a:ext cx="311304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CB02F51A-C20C-5D81-FCC2-661F2BBABB3E}"/>
                  </a:ext>
                </a:extLst>
              </p:cNvPr>
              <p:cNvSpPr txBox="1"/>
              <p:nvPr/>
            </p:nvSpPr>
            <p:spPr>
              <a:xfrm>
                <a:off x="5359996" y="3664745"/>
                <a:ext cx="64755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𝑎𝑛𝑠𝑤𝑒𝑟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CB02F51A-C20C-5D81-FCC2-661F2BBAB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996" y="3664745"/>
                <a:ext cx="647550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组合 79">
            <a:extLst>
              <a:ext uri="{FF2B5EF4-FFF2-40B4-BE49-F238E27FC236}">
                <a16:creationId xmlns:a16="http://schemas.microsoft.com/office/drawing/2014/main" id="{3BF390D6-3B49-3AC1-4DA0-F8E4AC68B2B1}"/>
              </a:ext>
            </a:extLst>
          </p:cNvPr>
          <p:cNvGrpSpPr/>
          <p:nvPr/>
        </p:nvGrpSpPr>
        <p:grpSpPr>
          <a:xfrm>
            <a:off x="8402812" y="3664746"/>
            <a:ext cx="184424" cy="246221"/>
            <a:chOff x="8235676" y="3664746"/>
            <a:chExt cx="184424" cy="246221"/>
          </a:xfrm>
        </p:grpSpPr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03118477-91EC-D7AA-88A8-7B57DE296979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D92C6D57-588A-3CBC-E6BA-F1691A514D52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D92C6D57-588A-3CBC-E6BA-F1691A514D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8"/>
                  <a:stretch>
                    <a:fillRect r="-5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C05E867E-4174-A7F7-0C98-4AC88E49E6C1}"/>
              </a:ext>
            </a:extLst>
          </p:cNvPr>
          <p:cNvGrpSpPr/>
          <p:nvPr/>
        </p:nvGrpSpPr>
        <p:grpSpPr>
          <a:xfrm>
            <a:off x="8091498" y="3664746"/>
            <a:ext cx="184424" cy="246221"/>
            <a:chOff x="8235676" y="3664746"/>
            <a:chExt cx="184424" cy="246221"/>
          </a:xfrm>
        </p:grpSpPr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188C7B19-89B7-B565-B365-C52B5D1A796E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57EDFB11-1539-35A0-D5CA-45C9CEDFC753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57EDFB11-1539-35A0-D5CA-45C9CEDFC7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9"/>
                  <a:stretch>
                    <a:fillRect r="-5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91C611C6-A2FE-06EA-8565-2413C5876058}"/>
              </a:ext>
            </a:extLst>
          </p:cNvPr>
          <p:cNvGrpSpPr/>
          <p:nvPr/>
        </p:nvGrpSpPr>
        <p:grpSpPr>
          <a:xfrm>
            <a:off x="7693286" y="1701866"/>
            <a:ext cx="311304" cy="2202530"/>
            <a:chOff x="7570774" y="1708436"/>
            <a:chExt cx="311304" cy="2202530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ABB8891B-7315-BA89-CC4F-2BA064978E66}"/>
                </a:ext>
              </a:extLst>
            </p:cNvPr>
            <p:cNvGrpSpPr/>
            <p:nvPr/>
          </p:nvGrpSpPr>
          <p:grpSpPr>
            <a:xfrm>
              <a:off x="7570774" y="1708436"/>
              <a:ext cx="311304" cy="1868731"/>
              <a:chOff x="7564423" y="1708436"/>
              <a:chExt cx="311304" cy="1868731"/>
            </a:xfrm>
          </p:grpSpPr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7A84E8EC-0A2C-E8F7-12AB-AACD8FB35B69}"/>
                  </a:ext>
                </a:extLst>
              </p:cNvPr>
              <p:cNvSpPr/>
              <p:nvPr/>
            </p:nvSpPr>
            <p:spPr>
              <a:xfrm>
                <a:off x="7585512" y="1968500"/>
                <a:ext cx="269127" cy="1608667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accent6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5132DBE1-F184-22F8-8A62-12FD517A54CD}"/>
                      </a:ext>
                    </a:extLst>
                  </p:cNvPr>
                  <p:cNvSpPr txBox="1"/>
                  <p:nvPr/>
                </p:nvSpPr>
                <p:spPr>
                  <a:xfrm>
                    <a:off x="7564423" y="1708436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5132DBE1-F184-22F8-8A62-12FD517A54C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64423" y="1708436"/>
                    <a:ext cx="311304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39B9F5E9-B924-716F-3040-AF87EBE7F5B9}"/>
                </a:ext>
              </a:extLst>
            </p:cNvPr>
            <p:cNvGrpSpPr/>
            <p:nvPr/>
          </p:nvGrpSpPr>
          <p:grpSpPr>
            <a:xfrm>
              <a:off x="7640562" y="3664745"/>
              <a:ext cx="184424" cy="246221"/>
              <a:chOff x="8235676" y="3664746"/>
              <a:chExt cx="184424" cy="246221"/>
            </a:xfrm>
          </p:grpSpPr>
          <p:sp>
            <p:nvSpPr>
              <p:cNvPr id="86" name="矩形: 圆角 85">
                <a:extLst>
                  <a:ext uri="{FF2B5EF4-FFF2-40B4-BE49-F238E27FC236}">
                    <a16:creationId xmlns:a16="http://schemas.microsoft.com/office/drawing/2014/main" id="{59A59C47-2A86-3B52-0B65-3F9EC0AC0AFD}"/>
                  </a:ext>
                </a:extLst>
              </p:cNvPr>
              <p:cNvSpPr/>
              <p:nvPr/>
            </p:nvSpPr>
            <p:spPr>
              <a:xfrm>
                <a:off x="8235676" y="3688050"/>
                <a:ext cx="184424" cy="199614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77FDD96-C85C-8719-BF56-638ED8FCCF50}"/>
                  </a:ext>
                </a:extLst>
              </p:cNvPr>
              <p:cNvSpPr txBox="1"/>
              <p:nvPr/>
            </p:nvSpPr>
            <p:spPr>
              <a:xfrm>
                <a:off x="8235676" y="3664746"/>
                <a:ext cx="11256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/>
                  <a:t>0</a:t>
                </a:r>
                <a:endParaRPr lang="zh-CN" altLang="en-US" sz="10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388BD682-7715-95AA-1ADC-C2C727C6D22F}"/>
              </a:ext>
            </a:extLst>
          </p:cNvPr>
          <p:cNvGrpSpPr/>
          <p:nvPr/>
        </p:nvGrpSpPr>
        <p:grpSpPr>
          <a:xfrm>
            <a:off x="7263676" y="2504694"/>
            <a:ext cx="311304" cy="1398996"/>
            <a:chOff x="7165445" y="2505401"/>
            <a:chExt cx="311304" cy="1398996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CF4C1607-EEA5-9697-B162-B8E522D9DF46}"/>
                </a:ext>
              </a:extLst>
            </p:cNvPr>
            <p:cNvGrpSpPr/>
            <p:nvPr/>
          </p:nvGrpSpPr>
          <p:grpSpPr>
            <a:xfrm>
              <a:off x="7165445" y="2505401"/>
              <a:ext cx="311304" cy="1071765"/>
              <a:chOff x="7295296" y="2505401"/>
              <a:chExt cx="311304" cy="1071765"/>
            </a:xfrm>
          </p:grpSpPr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FDB9141B-70CD-4D7E-A17E-B317928FB4B9}"/>
                  </a:ext>
                </a:extLst>
              </p:cNvPr>
              <p:cNvSpPr/>
              <p:nvPr/>
            </p:nvSpPr>
            <p:spPr>
              <a:xfrm>
                <a:off x="7316385" y="2734733"/>
                <a:ext cx="269127" cy="842433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2EFCBCD9-2B9B-03B5-906E-2253B886921B}"/>
                      </a:ext>
                    </a:extLst>
                  </p:cNvPr>
                  <p:cNvSpPr txBox="1"/>
                  <p:nvPr/>
                </p:nvSpPr>
                <p:spPr>
                  <a:xfrm>
                    <a:off x="7295296" y="2505401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2EFCBCD9-2B9B-03B5-906E-2253B88692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95296" y="2505401"/>
                    <a:ext cx="311304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1" name="组合 90">
              <a:extLst>
                <a:ext uri="{FF2B5EF4-FFF2-40B4-BE49-F238E27FC236}">
                  <a16:creationId xmlns:a16="http://schemas.microsoft.com/office/drawing/2014/main" id="{4D3D84D9-82D6-2EAE-2C24-E60D028A9F4F}"/>
                </a:ext>
              </a:extLst>
            </p:cNvPr>
            <p:cNvGrpSpPr/>
            <p:nvPr/>
          </p:nvGrpSpPr>
          <p:grpSpPr>
            <a:xfrm>
              <a:off x="7227345" y="3658176"/>
              <a:ext cx="184424" cy="246221"/>
              <a:chOff x="8214985" y="3664746"/>
              <a:chExt cx="184424" cy="246221"/>
            </a:xfrm>
          </p:grpSpPr>
          <p:sp>
            <p:nvSpPr>
              <p:cNvPr id="92" name="矩形: 圆角 91">
                <a:extLst>
                  <a:ext uri="{FF2B5EF4-FFF2-40B4-BE49-F238E27FC236}">
                    <a16:creationId xmlns:a16="http://schemas.microsoft.com/office/drawing/2014/main" id="{86935CF9-9276-0D43-94B1-9141BD5D1A91}"/>
                  </a:ext>
                </a:extLst>
              </p:cNvPr>
              <p:cNvSpPr/>
              <p:nvPr/>
            </p:nvSpPr>
            <p:spPr>
              <a:xfrm>
                <a:off x="8214985" y="3688050"/>
                <a:ext cx="184424" cy="199614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24BDF792-B467-085A-7452-67EB4272AB0A}"/>
                  </a:ext>
                </a:extLst>
              </p:cNvPr>
              <p:cNvSpPr txBox="1"/>
              <p:nvPr/>
            </p:nvSpPr>
            <p:spPr>
              <a:xfrm>
                <a:off x="8220833" y="3664746"/>
                <a:ext cx="11256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/>
                  <a:t>6</a:t>
                </a:r>
                <a:endParaRPr lang="zh-CN" altLang="en-US" sz="1000" dirty="0"/>
              </a:p>
            </p:txBody>
          </p:sp>
        </p:grp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DF1B9640-B7CF-4F85-89A4-A2164398ABAB}"/>
              </a:ext>
            </a:extLst>
          </p:cNvPr>
          <p:cNvGrpSpPr/>
          <p:nvPr/>
        </p:nvGrpSpPr>
        <p:grpSpPr>
          <a:xfrm>
            <a:off x="6936722" y="3658176"/>
            <a:ext cx="184424" cy="246221"/>
            <a:chOff x="8235676" y="3664746"/>
            <a:chExt cx="184424" cy="246221"/>
          </a:xfrm>
        </p:grpSpPr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8DEF04DF-CC3D-5A52-1DAD-B00BE9C78650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6346F5CA-3E4E-8918-B3D7-D7CA38AA49D1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6346F5CA-3E4E-8918-B3D7-D7CA38AA49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1"/>
                  <a:stretch>
                    <a:fillRect r="-4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CABCA06B-C7D2-F5B5-FC33-D125FA813937}"/>
              </a:ext>
            </a:extLst>
          </p:cNvPr>
          <p:cNvGrpSpPr/>
          <p:nvPr/>
        </p:nvGrpSpPr>
        <p:grpSpPr>
          <a:xfrm>
            <a:off x="6652922" y="3658175"/>
            <a:ext cx="184424" cy="246221"/>
            <a:chOff x="8235676" y="3664746"/>
            <a:chExt cx="184424" cy="246221"/>
          </a:xfrm>
        </p:grpSpPr>
        <p:sp>
          <p:nvSpPr>
            <p:cNvPr id="126" name="矩形: 圆角 125">
              <a:extLst>
                <a:ext uri="{FF2B5EF4-FFF2-40B4-BE49-F238E27FC236}">
                  <a16:creationId xmlns:a16="http://schemas.microsoft.com/office/drawing/2014/main" id="{198BAEC3-7F3B-DF86-DB91-B82E2390D8EF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511A8962-CC4A-03CE-78AE-AC0CE63A43BB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511A8962-CC4A-03CE-78AE-AC0CE63A43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2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D4D8DA90-A1BB-F6D4-A106-D1E01E2318C6}"/>
              </a:ext>
            </a:extLst>
          </p:cNvPr>
          <p:cNvGrpSpPr/>
          <p:nvPr/>
        </p:nvGrpSpPr>
        <p:grpSpPr>
          <a:xfrm>
            <a:off x="6396635" y="3658175"/>
            <a:ext cx="184424" cy="246221"/>
            <a:chOff x="8235676" y="3664746"/>
            <a:chExt cx="184424" cy="246221"/>
          </a:xfrm>
        </p:grpSpPr>
        <p:sp>
          <p:nvSpPr>
            <p:cNvPr id="131" name="矩形: 圆角 130">
              <a:extLst>
                <a:ext uri="{FF2B5EF4-FFF2-40B4-BE49-F238E27FC236}">
                  <a16:creationId xmlns:a16="http://schemas.microsoft.com/office/drawing/2014/main" id="{863E2822-324D-8B6E-6F81-620A298FA793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18E6E057-3938-8E90-CD89-D9309655F57E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18E6E057-3938-8E90-CD89-D9309655F5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2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23D312E2-1701-1334-4EF3-DA1244FA9742}"/>
              </a:ext>
            </a:extLst>
          </p:cNvPr>
          <p:cNvGrpSpPr/>
          <p:nvPr/>
        </p:nvGrpSpPr>
        <p:grpSpPr>
          <a:xfrm>
            <a:off x="6085321" y="3658175"/>
            <a:ext cx="184424" cy="246221"/>
            <a:chOff x="8235676" y="3664746"/>
            <a:chExt cx="184424" cy="246221"/>
          </a:xfrm>
        </p:grpSpPr>
        <p:sp>
          <p:nvSpPr>
            <p:cNvPr id="139" name="矩形: 圆角 138">
              <a:extLst>
                <a:ext uri="{FF2B5EF4-FFF2-40B4-BE49-F238E27FC236}">
                  <a16:creationId xmlns:a16="http://schemas.microsoft.com/office/drawing/2014/main" id="{E9C32968-DA02-E6A8-FCDF-D30083FA045C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01394561-8012-A4A6-08CF-A2F502131340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01394561-8012-A4A6-08CF-A2F5021313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2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7" name="矩形 146">
            <a:extLst>
              <a:ext uri="{FF2B5EF4-FFF2-40B4-BE49-F238E27FC236}">
                <a16:creationId xmlns:a16="http://schemas.microsoft.com/office/drawing/2014/main" id="{9DB58E06-DC45-6503-340C-492DF421DA06}"/>
              </a:ext>
            </a:extLst>
          </p:cNvPr>
          <p:cNvSpPr/>
          <p:nvPr/>
        </p:nvSpPr>
        <p:spPr>
          <a:xfrm>
            <a:off x="5929970" y="1970950"/>
            <a:ext cx="1242370" cy="1980867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1FCA29CB-443B-6A91-9B88-C9C836289AB3}"/>
              </a:ext>
            </a:extLst>
          </p:cNvPr>
          <p:cNvSpPr txBox="1"/>
          <p:nvPr/>
        </p:nvSpPr>
        <p:spPr>
          <a:xfrm>
            <a:off x="5828719" y="1739213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未处理部分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6B57C502-1DE6-F0A9-CD12-E546AD2AF71E}"/>
              </a:ext>
            </a:extLst>
          </p:cNvPr>
          <p:cNvSpPr/>
          <p:nvPr/>
        </p:nvSpPr>
        <p:spPr>
          <a:xfrm>
            <a:off x="7670533" y="1708436"/>
            <a:ext cx="1071300" cy="224338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10F56C03-112E-E072-05DC-06689F4019BE}"/>
              </a:ext>
            </a:extLst>
          </p:cNvPr>
          <p:cNvSpPr txBox="1"/>
          <p:nvPr/>
        </p:nvSpPr>
        <p:spPr>
          <a:xfrm>
            <a:off x="7464995" y="1452142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已处理部分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05B4C1B-11C9-B1BF-4B7B-39454A2FDE48}"/>
              </a:ext>
            </a:extLst>
          </p:cNvPr>
          <p:cNvCxnSpPr/>
          <p:nvPr/>
        </p:nvCxnSpPr>
        <p:spPr>
          <a:xfrm>
            <a:off x="8099849" y="2315632"/>
            <a:ext cx="162983" cy="2019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83F04B6-E6BA-7ABE-7C64-33CEDAFCFD3D}"/>
              </a:ext>
            </a:extLst>
          </p:cNvPr>
          <p:cNvCxnSpPr/>
          <p:nvPr/>
        </p:nvCxnSpPr>
        <p:spPr>
          <a:xfrm>
            <a:off x="8371277" y="2102080"/>
            <a:ext cx="162983" cy="2019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2879B9B-DF42-355C-967E-7D27DE9D70B4}"/>
              </a:ext>
            </a:extLst>
          </p:cNvPr>
          <p:cNvGrpSpPr/>
          <p:nvPr/>
        </p:nvGrpSpPr>
        <p:grpSpPr>
          <a:xfrm>
            <a:off x="8451583" y="4103660"/>
            <a:ext cx="1071300" cy="1383087"/>
            <a:chOff x="8451583" y="4027113"/>
            <a:chExt cx="1071300" cy="1383087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389EE730-8847-5393-2F52-6A6EB7AC65B6}"/>
                </a:ext>
              </a:extLst>
            </p:cNvPr>
            <p:cNvSpPr/>
            <p:nvPr/>
          </p:nvSpPr>
          <p:spPr>
            <a:xfrm>
              <a:off x="9098890" y="4692502"/>
              <a:ext cx="269127" cy="581245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DFBE5D82-07E8-78FF-40AE-865DD58D679E}"/>
                </a:ext>
              </a:extLst>
            </p:cNvPr>
            <p:cNvGrpSpPr/>
            <p:nvPr/>
          </p:nvGrpSpPr>
          <p:grpSpPr>
            <a:xfrm>
              <a:off x="8451583" y="4027113"/>
              <a:ext cx="1071300" cy="1383087"/>
              <a:chOff x="8451583" y="4027113"/>
              <a:chExt cx="1071300" cy="1383087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5060256-8D68-FDBB-79B1-47B563714A94}"/>
                  </a:ext>
                </a:extLst>
              </p:cNvPr>
              <p:cNvSpPr/>
              <p:nvPr/>
            </p:nvSpPr>
            <p:spPr>
              <a:xfrm>
                <a:off x="8451583" y="4242557"/>
                <a:ext cx="1071300" cy="11676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02B2158-AE99-9ABD-C21B-86205038DAE4}"/>
                  </a:ext>
                </a:extLst>
              </p:cNvPr>
              <p:cNvSpPr txBox="1"/>
              <p:nvPr/>
            </p:nvSpPr>
            <p:spPr>
              <a:xfrm>
                <a:off x="8987233" y="4027113"/>
                <a:ext cx="492443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800" b="1" dirty="0"/>
                  <a:t>单调栈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47137984-E9EF-520D-8F1E-F2D2424675C7}"/>
                      </a:ext>
                    </a:extLst>
                  </p:cNvPr>
                  <p:cNvSpPr txBox="1"/>
                  <p:nvPr/>
                </p:nvSpPr>
                <p:spPr>
                  <a:xfrm>
                    <a:off x="9077801" y="4417549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47137984-E9EF-520D-8F1E-F2D2424675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77801" y="4417549"/>
                    <a:ext cx="311304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23" name="连接符: 曲线 22">
            <a:extLst>
              <a:ext uri="{FF2B5EF4-FFF2-40B4-BE49-F238E27FC236}">
                <a16:creationId xmlns:a16="http://schemas.microsoft.com/office/drawing/2014/main" id="{2A5B5E32-8EB0-AD2A-51CA-A7ED80CB9EB8}"/>
              </a:ext>
            </a:extLst>
          </p:cNvPr>
          <p:cNvCxnSpPr>
            <a:stCxn id="26" idx="2"/>
            <a:endCxn id="16" idx="1"/>
          </p:cNvCxnSpPr>
          <p:nvPr/>
        </p:nvCxnSpPr>
        <p:spPr>
          <a:xfrm rot="16200000" flipH="1">
            <a:off x="7272223" y="3723565"/>
            <a:ext cx="1326467" cy="1032254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268F95E6-683D-6EDE-F4C6-BC8E97AB14D3}"/>
              </a:ext>
            </a:extLst>
          </p:cNvPr>
          <p:cNvSpPr txBox="1"/>
          <p:nvPr/>
        </p:nvSpPr>
        <p:spPr>
          <a:xfrm>
            <a:off x="6597719" y="4559736"/>
            <a:ext cx="12875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en-US" altLang="zh-CN" sz="900" b="1" dirty="0"/>
              <a:t>4</a:t>
            </a:r>
            <a:r>
              <a:rPr lang="zh-CN" altLang="en-US" sz="900" b="1" dirty="0"/>
              <a:t>要不要放入单调栈？</a:t>
            </a:r>
          </a:p>
        </p:txBody>
      </p:sp>
    </p:spTree>
    <p:extLst>
      <p:ext uri="{BB962C8B-B14F-4D97-AF65-F5344CB8AC3E}">
        <p14:creationId xmlns:p14="http://schemas.microsoft.com/office/powerpoint/2010/main" val="2437318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E6D48-496A-34DD-C589-7C0AB2DE5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101E946-AB96-0F9D-D527-C2EBA1A5BD6B}"/>
              </a:ext>
            </a:extLst>
          </p:cNvPr>
          <p:cNvCxnSpPr>
            <a:cxnSpLocks/>
          </p:cNvCxnSpPr>
          <p:nvPr/>
        </p:nvCxnSpPr>
        <p:spPr>
          <a:xfrm>
            <a:off x="4785783" y="3577167"/>
            <a:ext cx="47371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76A9F8DC-0855-02DF-F3F8-A403378BECA3}"/>
              </a:ext>
            </a:extLst>
          </p:cNvPr>
          <p:cNvGrpSpPr/>
          <p:nvPr/>
        </p:nvGrpSpPr>
        <p:grpSpPr>
          <a:xfrm>
            <a:off x="8006970" y="2269760"/>
            <a:ext cx="311304" cy="1307406"/>
            <a:chOff x="7812462" y="2269761"/>
            <a:chExt cx="311304" cy="1307406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DFDBE397-87FC-92F7-F8FE-F81678023843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128D3C6-4AED-EA7D-B482-C73A42D195F0}"/>
                    </a:ext>
                  </a:extLst>
                </p:cNvPr>
                <p:cNvSpPr txBox="1"/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128D3C6-4AED-EA7D-B482-C73A42D195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1DE47995-C850-F2FB-ACF0-F2C2BFF86ACC}"/>
              </a:ext>
            </a:extLst>
          </p:cNvPr>
          <p:cNvGrpSpPr/>
          <p:nvPr/>
        </p:nvGrpSpPr>
        <p:grpSpPr>
          <a:xfrm>
            <a:off x="8297117" y="2055977"/>
            <a:ext cx="311304" cy="1521189"/>
            <a:chOff x="8081589" y="2055978"/>
            <a:chExt cx="311304" cy="1521189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2BAF8995-A8FE-AF6D-2B92-05D5E0BC1429}"/>
                </a:ext>
              </a:extLst>
            </p:cNvPr>
            <p:cNvSpPr/>
            <p:nvPr/>
          </p:nvSpPr>
          <p:spPr>
            <a:xfrm>
              <a:off x="8123766" y="2315633"/>
              <a:ext cx="269127" cy="1261534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05EE344-1485-053C-D8AB-596EBD491C2A}"/>
                    </a:ext>
                  </a:extLst>
                </p:cNvPr>
                <p:cNvSpPr txBox="1"/>
                <p:nvPr/>
              </p:nvSpPr>
              <p:spPr>
                <a:xfrm>
                  <a:off x="8081589" y="2055978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05EE344-1485-053C-D8AB-596EBD491C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1589" y="2055978"/>
                  <a:ext cx="31130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E9A17931-C2F1-C0A4-AB32-4AA3154EF3A6}"/>
              </a:ext>
            </a:extLst>
          </p:cNvPr>
          <p:cNvGrpSpPr/>
          <p:nvPr/>
        </p:nvGrpSpPr>
        <p:grpSpPr>
          <a:xfrm>
            <a:off x="6805128" y="2684384"/>
            <a:ext cx="311304" cy="891365"/>
            <a:chOff x="7008887" y="2685801"/>
            <a:chExt cx="311304" cy="891365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0C3B51DB-FA4C-D358-1F4D-08AB61640A01}"/>
                </a:ext>
              </a:extLst>
            </p:cNvPr>
            <p:cNvSpPr/>
            <p:nvPr/>
          </p:nvSpPr>
          <p:spPr>
            <a:xfrm>
              <a:off x="7047258" y="2943584"/>
              <a:ext cx="269127" cy="633582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9B9EBE71-014B-9990-B307-08434879A0C7}"/>
                    </a:ext>
                  </a:extLst>
                </p:cNvPr>
                <p:cNvSpPr txBox="1"/>
                <p:nvPr/>
              </p:nvSpPr>
              <p:spPr>
                <a:xfrm>
                  <a:off x="7008887" y="268580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9B9EBE71-014B-9990-B307-08434879A0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8887" y="2685801"/>
                  <a:ext cx="311304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1731CE05-0410-2B31-88E3-701259310028}"/>
              </a:ext>
            </a:extLst>
          </p:cNvPr>
          <p:cNvGrpSpPr/>
          <p:nvPr/>
        </p:nvGrpSpPr>
        <p:grpSpPr>
          <a:xfrm>
            <a:off x="6514791" y="2268343"/>
            <a:ext cx="311304" cy="1307406"/>
            <a:chOff x="7812462" y="2269761"/>
            <a:chExt cx="311304" cy="1307406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0D202303-99D3-B380-6DEF-D0BCA4264DF6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52373918-659E-3FDD-8FBF-1B8D4829CF5B}"/>
                    </a:ext>
                  </a:extLst>
                </p:cNvPr>
                <p:cNvSpPr txBox="1"/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52373918-659E-3FDD-8FBF-1B8D4829CF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D15BD2E9-6CEA-43A1-D357-CD0E50263B0B}"/>
              </a:ext>
            </a:extLst>
          </p:cNvPr>
          <p:cNvGrpSpPr/>
          <p:nvPr/>
        </p:nvGrpSpPr>
        <p:grpSpPr>
          <a:xfrm>
            <a:off x="6235154" y="2268343"/>
            <a:ext cx="311304" cy="1307406"/>
            <a:chOff x="7812462" y="2269761"/>
            <a:chExt cx="311304" cy="1307406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216B75BB-B38B-55EE-47F2-29D59839F8CB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3A899C08-EBFB-0336-44B6-C075AF601726}"/>
                    </a:ext>
                  </a:extLst>
                </p:cNvPr>
                <p:cNvSpPr txBox="1"/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3A899C08-EBFB-0336-44B6-C075AF6017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4BEB9A1A-37F3-83ED-5A16-E55A792887AA}"/>
              </a:ext>
            </a:extLst>
          </p:cNvPr>
          <p:cNvGrpSpPr/>
          <p:nvPr/>
        </p:nvGrpSpPr>
        <p:grpSpPr>
          <a:xfrm>
            <a:off x="5983906" y="2504694"/>
            <a:ext cx="311304" cy="1071765"/>
            <a:chOff x="7295296" y="2505401"/>
            <a:chExt cx="311304" cy="1071765"/>
          </a:xfrm>
        </p:grpSpPr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7CAC3CE8-14DD-DE9D-A86A-9FA0F0E4A551}"/>
                </a:ext>
              </a:extLst>
            </p:cNvPr>
            <p:cNvSpPr/>
            <p:nvPr/>
          </p:nvSpPr>
          <p:spPr>
            <a:xfrm>
              <a:off x="7316385" y="2734733"/>
              <a:ext cx="269127" cy="842433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FF88688C-9996-1EEE-3A2A-0CCD637FCE79}"/>
                    </a:ext>
                  </a:extLst>
                </p:cNvPr>
                <p:cNvSpPr txBox="1"/>
                <p:nvPr/>
              </p:nvSpPr>
              <p:spPr>
                <a:xfrm>
                  <a:off x="7295296" y="250540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FF88688C-9996-1EEE-3A2A-0CCD637FCE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5296" y="2505401"/>
                  <a:ext cx="311304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FD307FAB-08A2-66CC-7AD3-B72E521A7D67}"/>
                  </a:ext>
                </a:extLst>
              </p:cNvPr>
              <p:cNvSpPr txBox="1"/>
              <p:nvPr/>
            </p:nvSpPr>
            <p:spPr>
              <a:xfrm>
                <a:off x="5359996" y="3664745"/>
                <a:ext cx="64755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𝑎𝑛𝑠𝑤𝑒𝑟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FD307FAB-08A2-66CC-7AD3-B72E521A7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996" y="3664745"/>
                <a:ext cx="647550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组合 79">
            <a:extLst>
              <a:ext uri="{FF2B5EF4-FFF2-40B4-BE49-F238E27FC236}">
                <a16:creationId xmlns:a16="http://schemas.microsoft.com/office/drawing/2014/main" id="{B61DB168-CFE9-AF7A-5562-B8E53D71160D}"/>
              </a:ext>
            </a:extLst>
          </p:cNvPr>
          <p:cNvGrpSpPr/>
          <p:nvPr/>
        </p:nvGrpSpPr>
        <p:grpSpPr>
          <a:xfrm>
            <a:off x="8402812" y="3664746"/>
            <a:ext cx="184424" cy="246221"/>
            <a:chOff x="8235676" y="3664746"/>
            <a:chExt cx="184424" cy="246221"/>
          </a:xfrm>
        </p:grpSpPr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3D30E3D6-BE76-30FA-A975-2911C1A1AD46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900F9BAB-5C9E-0D25-D0D7-0D2E4FCCF1DC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900F9BAB-5C9E-0D25-D0D7-0D2E4FCCF1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8"/>
                  <a:stretch>
                    <a:fillRect r="-5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D83309AF-A8EB-C09D-CCDC-26E7523B4902}"/>
              </a:ext>
            </a:extLst>
          </p:cNvPr>
          <p:cNvGrpSpPr/>
          <p:nvPr/>
        </p:nvGrpSpPr>
        <p:grpSpPr>
          <a:xfrm>
            <a:off x="8091498" y="3664746"/>
            <a:ext cx="184424" cy="246221"/>
            <a:chOff x="8235676" y="3664746"/>
            <a:chExt cx="184424" cy="246221"/>
          </a:xfrm>
        </p:grpSpPr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38614203-7E30-D914-2A8E-520F111A0F4B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F994DC04-9B74-491A-C3C4-14FA100D822E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F994DC04-9B74-491A-C3C4-14FA100D82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9"/>
                  <a:stretch>
                    <a:fillRect r="-5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AD5B3544-9950-5A58-51D5-BBBB436C5330}"/>
              </a:ext>
            </a:extLst>
          </p:cNvPr>
          <p:cNvGrpSpPr/>
          <p:nvPr/>
        </p:nvGrpSpPr>
        <p:grpSpPr>
          <a:xfrm>
            <a:off x="7693286" y="1701866"/>
            <a:ext cx="311304" cy="2202530"/>
            <a:chOff x="7570774" y="1708436"/>
            <a:chExt cx="311304" cy="2202530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D9718139-B0E6-44CB-AEA8-E75BDB8C3D53}"/>
                </a:ext>
              </a:extLst>
            </p:cNvPr>
            <p:cNvGrpSpPr/>
            <p:nvPr/>
          </p:nvGrpSpPr>
          <p:grpSpPr>
            <a:xfrm>
              <a:off x="7570774" y="1708436"/>
              <a:ext cx="311304" cy="1868731"/>
              <a:chOff x="7564423" y="1708436"/>
              <a:chExt cx="311304" cy="1868731"/>
            </a:xfrm>
          </p:grpSpPr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C7995ED8-DA8E-CA0F-CF7B-9C5F27D19D6D}"/>
                  </a:ext>
                </a:extLst>
              </p:cNvPr>
              <p:cNvSpPr/>
              <p:nvPr/>
            </p:nvSpPr>
            <p:spPr>
              <a:xfrm>
                <a:off x="7585512" y="1968500"/>
                <a:ext cx="269127" cy="1608667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accent6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4A1C961C-8BA4-39FE-CC58-C11BE3621808}"/>
                      </a:ext>
                    </a:extLst>
                  </p:cNvPr>
                  <p:cNvSpPr txBox="1"/>
                  <p:nvPr/>
                </p:nvSpPr>
                <p:spPr>
                  <a:xfrm>
                    <a:off x="7564423" y="1708436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4A1C961C-8BA4-39FE-CC58-C11BE36218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64423" y="1708436"/>
                    <a:ext cx="311304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D7A4AFFD-C8DB-0D4D-BB48-86F68035729C}"/>
                </a:ext>
              </a:extLst>
            </p:cNvPr>
            <p:cNvGrpSpPr/>
            <p:nvPr/>
          </p:nvGrpSpPr>
          <p:grpSpPr>
            <a:xfrm>
              <a:off x="7640562" y="3664745"/>
              <a:ext cx="184424" cy="246221"/>
              <a:chOff x="8235676" y="3664746"/>
              <a:chExt cx="184424" cy="246221"/>
            </a:xfrm>
          </p:grpSpPr>
          <p:sp>
            <p:nvSpPr>
              <p:cNvPr id="86" name="矩形: 圆角 85">
                <a:extLst>
                  <a:ext uri="{FF2B5EF4-FFF2-40B4-BE49-F238E27FC236}">
                    <a16:creationId xmlns:a16="http://schemas.microsoft.com/office/drawing/2014/main" id="{CC4D4173-69A0-B752-78E6-E589EECBD909}"/>
                  </a:ext>
                </a:extLst>
              </p:cNvPr>
              <p:cNvSpPr/>
              <p:nvPr/>
            </p:nvSpPr>
            <p:spPr>
              <a:xfrm>
                <a:off x="8235676" y="3688050"/>
                <a:ext cx="184424" cy="199614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6D05F671-0D60-D902-9F3B-C23FC29145D6}"/>
                  </a:ext>
                </a:extLst>
              </p:cNvPr>
              <p:cNvSpPr txBox="1"/>
              <p:nvPr/>
            </p:nvSpPr>
            <p:spPr>
              <a:xfrm>
                <a:off x="8235676" y="3664746"/>
                <a:ext cx="11256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/>
                  <a:t>0</a:t>
                </a:r>
                <a:endParaRPr lang="zh-CN" altLang="en-US" sz="10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5BDEBEE6-48CB-9FA3-FF6D-FBC0A92CC532}"/>
              </a:ext>
            </a:extLst>
          </p:cNvPr>
          <p:cNvGrpSpPr/>
          <p:nvPr/>
        </p:nvGrpSpPr>
        <p:grpSpPr>
          <a:xfrm>
            <a:off x="7263676" y="2504694"/>
            <a:ext cx="311304" cy="1398996"/>
            <a:chOff x="7165445" y="2505401"/>
            <a:chExt cx="311304" cy="1398996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16A1E612-54A5-FE4D-1B3E-8C5167C2601D}"/>
                </a:ext>
              </a:extLst>
            </p:cNvPr>
            <p:cNvGrpSpPr/>
            <p:nvPr/>
          </p:nvGrpSpPr>
          <p:grpSpPr>
            <a:xfrm>
              <a:off x="7165445" y="2505401"/>
              <a:ext cx="311304" cy="1071765"/>
              <a:chOff x="7295296" y="2505401"/>
              <a:chExt cx="311304" cy="1071765"/>
            </a:xfrm>
          </p:grpSpPr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017A09E2-AE78-A88C-9297-A64DAD73D466}"/>
                  </a:ext>
                </a:extLst>
              </p:cNvPr>
              <p:cNvSpPr/>
              <p:nvPr/>
            </p:nvSpPr>
            <p:spPr>
              <a:xfrm>
                <a:off x="7316385" y="2734733"/>
                <a:ext cx="269127" cy="842433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69F80F6F-362A-83DA-32D4-51BAE1028B07}"/>
                      </a:ext>
                    </a:extLst>
                  </p:cNvPr>
                  <p:cNvSpPr txBox="1"/>
                  <p:nvPr/>
                </p:nvSpPr>
                <p:spPr>
                  <a:xfrm>
                    <a:off x="7295296" y="2505401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69F80F6F-362A-83DA-32D4-51BAE1028B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95296" y="2505401"/>
                    <a:ext cx="311304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1" name="组合 90">
              <a:extLst>
                <a:ext uri="{FF2B5EF4-FFF2-40B4-BE49-F238E27FC236}">
                  <a16:creationId xmlns:a16="http://schemas.microsoft.com/office/drawing/2014/main" id="{8E479320-BE16-43D0-021D-31DC8C0F6E96}"/>
                </a:ext>
              </a:extLst>
            </p:cNvPr>
            <p:cNvGrpSpPr/>
            <p:nvPr/>
          </p:nvGrpSpPr>
          <p:grpSpPr>
            <a:xfrm>
              <a:off x="7227345" y="3658176"/>
              <a:ext cx="184424" cy="246221"/>
              <a:chOff x="8214985" y="3664746"/>
              <a:chExt cx="184424" cy="246221"/>
            </a:xfrm>
          </p:grpSpPr>
          <p:sp>
            <p:nvSpPr>
              <p:cNvPr id="92" name="矩形: 圆角 91">
                <a:extLst>
                  <a:ext uri="{FF2B5EF4-FFF2-40B4-BE49-F238E27FC236}">
                    <a16:creationId xmlns:a16="http://schemas.microsoft.com/office/drawing/2014/main" id="{E9717257-8FBC-E595-894C-3D5E071D27F4}"/>
                  </a:ext>
                </a:extLst>
              </p:cNvPr>
              <p:cNvSpPr/>
              <p:nvPr/>
            </p:nvSpPr>
            <p:spPr>
              <a:xfrm>
                <a:off x="8214985" y="3688050"/>
                <a:ext cx="184424" cy="199614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7B05052A-E8B0-D964-27F0-8286939138EF}"/>
                  </a:ext>
                </a:extLst>
              </p:cNvPr>
              <p:cNvSpPr txBox="1"/>
              <p:nvPr/>
            </p:nvSpPr>
            <p:spPr>
              <a:xfrm>
                <a:off x="8220833" y="3664746"/>
                <a:ext cx="11256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/>
                  <a:t>6</a:t>
                </a:r>
                <a:endParaRPr lang="zh-CN" altLang="en-US" sz="1000" dirty="0"/>
              </a:p>
            </p:txBody>
          </p:sp>
        </p:grp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526C7E07-2754-4D45-6B01-91FDAFE7C1DB}"/>
              </a:ext>
            </a:extLst>
          </p:cNvPr>
          <p:cNvGrpSpPr/>
          <p:nvPr/>
        </p:nvGrpSpPr>
        <p:grpSpPr>
          <a:xfrm>
            <a:off x="6936722" y="3658176"/>
            <a:ext cx="184424" cy="246221"/>
            <a:chOff x="8235676" y="3664746"/>
            <a:chExt cx="184424" cy="246221"/>
          </a:xfrm>
        </p:grpSpPr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F8F4D81C-7622-7E5E-E8FC-B6B0B6ADC5AF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986D14C3-3974-107B-A4F1-E0148317D51E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986D14C3-3974-107B-A4F1-E0148317D5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1"/>
                  <a:stretch>
                    <a:fillRect r="-4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53833E09-E515-D713-C813-2BA3966F4FF2}"/>
              </a:ext>
            </a:extLst>
          </p:cNvPr>
          <p:cNvGrpSpPr/>
          <p:nvPr/>
        </p:nvGrpSpPr>
        <p:grpSpPr>
          <a:xfrm>
            <a:off x="6652922" y="3658175"/>
            <a:ext cx="184424" cy="246221"/>
            <a:chOff x="8235676" y="3664746"/>
            <a:chExt cx="184424" cy="246221"/>
          </a:xfrm>
        </p:grpSpPr>
        <p:sp>
          <p:nvSpPr>
            <p:cNvPr id="126" name="矩形: 圆角 125">
              <a:extLst>
                <a:ext uri="{FF2B5EF4-FFF2-40B4-BE49-F238E27FC236}">
                  <a16:creationId xmlns:a16="http://schemas.microsoft.com/office/drawing/2014/main" id="{04914F6A-B580-42F5-8A56-BA690021272E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52C8B03F-4116-CC18-0F60-530947CB716F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52C8B03F-4116-CC18-0F60-530947CB71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2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D0AAE375-250E-FFE5-CD5F-FAB734B2727C}"/>
              </a:ext>
            </a:extLst>
          </p:cNvPr>
          <p:cNvGrpSpPr/>
          <p:nvPr/>
        </p:nvGrpSpPr>
        <p:grpSpPr>
          <a:xfrm>
            <a:off x="6396635" y="3658175"/>
            <a:ext cx="184424" cy="246221"/>
            <a:chOff x="8235676" y="3664746"/>
            <a:chExt cx="184424" cy="246221"/>
          </a:xfrm>
        </p:grpSpPr>
        <p:sp>
          <p:nvSpPr>
            <p:cNvPr id="131" name="矩形: 圆角 130">
              <a:extLst>
                <a:ext uri="{FF2B5EF4-FFF2-40B4-BE49-F238E27FC236}">
                  <a16:creationId xmlns:a16="http://schemas.microsoft.com/office/drawing/2014/main" id="{357F9176-318B-195F-EA9B-BC992924B3C6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A5E408FA-04C2-8C6F-6634-21011B6FA232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A5E408FA-04C2-8C6F-6634-21011B6FA2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2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5CBD599D-2A4B-91CE-A2E5-C07703D3953D}"/>
              </a:ext>
            </a:extLst>
          </p:cNvPr>
          <p:cNvGrpSpPr/>
          <p:nvPr/>
        </p:nvGrpSpPr>
        <p:grpSpPr>
          <a:xfrm>
            <a:off x="6085321" y="3658175"/>
            <a:ext cx="184424" cy="246221"/>
            <a:chOff x="8235676" y="3664746"/>
            <a:chExt cx="184424" cy="246221"/>
          </a:xfrm>
        </p:grpSpPr>
        <p:sp>
          <p:nvSpPr>
            <p:cNvPr id="139" name="矩形: 圆角 138">
              <a:extLst>
                <a:ext uri="{FF2B5EF4-FFF2-40B4-BE49-F238E27FC236}">
                  <a16:creationId xmlns:a16="http://schemas.microsoft.com/office/drawing/2014/main" id="{9CC713B1-D2CC-2AC9-3AD4-6C59435742A3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5B02D08D-9D45-62A1-5FC6-C9CD2C2E695B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5B02D08D-9D45-62A1-5FC6-C9CD2C2E69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2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7" name="矩形 146">
            <a:extLst>
              <a:ext uri="{FF2B5EF4-FFF2-40B4-BE49-F238E27FC236}">
                <a16:creationId xmlns:a16="http://schemas.microsoft.com/office/drawing/2014/main" id="{8AABA5C7-0958-AC12-87FE-04E7A0F03220}"/>
              </a:ext>
            </a:extLst>
          </p:cNvPr>
          <p:cNvSpPr/>
          <p:nvPr/>
        </p:nvSpPr>
        <p:spPr>
          <a:xfrm>
            <a:off x="5929970" y="1970950"/>
            <a:ext cx="1242370" cy="1980867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0F896F9C-87BE-0966-A15D-37B26A606832}"/>
              </a:ext>
            </a:extLst>
          </p:cNvPr>
          <p:cNvSpPr txBox="1"/>
          <p:nvPr/>
        </p:nvSpPr>
        <p:spPr>
          <a:xfrm>
            <a:off x="5828719" y="1739213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未处理部分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BCA85F97-0C7B-B9AE-5160-64FC41F40D57}"/>
              </a:ext>
            </a:extLst>
          </p:cNvPr>
          <p:cNvSpPr/>
          <p:nvPr/>
        </p:nvSpPr>
        <p:spPr>
          <a:xfrm>
            <a:off x="7670533" y="1708436"/>
            <a:ext cx="1071300" cy="224338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04F28885-7AEE-7E99-423D-DB5D8A5A34BE}"/>
              </a:ext>
            </a:extLst>
          </p:cNvPr>
          <p:cNvSpPr txBox="1"/>
          <p:nvPr/>
        </p:nvSpPr>
        <p:spPr>
          <a:xfrm>
            <a:off x="7464995" y="1452142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已处理部分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7FCA1A9-06B7-712A-D40C-262CB38C3324}"/>
              </a:ext>
            </a:extLst>
          </p:cNvPr>
          <p:cNvCxnSpPr/>
          <p:nvPr/>
        </p:nvCxnSpPr>
        <p:spPr>
          <a:xfrm>
            <a:off x="8099849" y="2315632"/>
            <a:ext cx="162983" cy="2019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92DC6B9-AECF-8FF4-47A8-0B3D40A8D0AD}"/>
              </a:ext>
            </a:extLst>
          </p:cNvPr>
          <p:cNvCxnSpPr/>
          <p:nvPr/>
        </p:nvCxnSpPr>
        <p:spPr>
          <a:xfrm>
            <a:off x="8371277" y="2102080"/>
            <a:ext cx="162983" cy="2019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20BFDBC-C22E-C510-8846-6AD83B6A1251}"/>
                  </a:ext>
                </a:extLst>
              </p:cNvPr>
              <p:cNvSpPr txBox="1"/>
              <p:nvPr/>
            </p:nvSpPr>
            <p:spPr>
              <a:xfrm>
                <a:off x="6826095" y="2079709"/>
                <a:ext cx="3113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zh-CN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20BFDBC-C22E-C510-8846-6AD83B6A1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95" y="2079709"/>
                <a:ext cx="311304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3A1D391-5B6B-2ABF-2F7A-C5D9452C8FF0}"/>
              </a:ext>
            </a:extLst>
          </p:cNvPr>
          <p:cNvCxnSpPr>
            <a:stCxn id="4" idx="2"/>
            <a:endCxn id="30" idx="0"/>
          </p:cNvCxnSpPr>
          <p:nvPr/>
        </p:nvCxnSpPr>
        <p:spPr>
          <a:xfrm flipH="1">
            <a:off x="6960780" y="2356708"/>
            <a:ext cx="20967" cy="32767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2565FA7-A6EF-E3A7-1FBA-CD264D2432CA}"/>
              </a:ext>
            </a:extLst>
          </p:cNvPr>
          <p:cNvGrpSpPr/>
          <p:nvPr/>
        </p:nvGrpSpPr>
        <p:grpSpPr>
          <a:xfrm>
            <a:off x="8451583" y="4027113"/>
            <a:ext cx="1071300" cy="1383087"/>
            <a:chOff x="8451583" y="4027113"/>
            <a:chExt cx="1071300" cy="1383087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77A3231-C61A-D33D-D5FB-6D009AED439B}"/>
                </a:ext>
              </a:extLst>
            </p:cNvPr>
            <p:cNvSpPr/>
            <p:nvPr/>
          </p:nvSpPr>
          <p:spPr>
            <a:xfrm>
              <a:off x="9098890" y="4692502"/>
              <a:ext cx="269127" cy="581245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49D7B2BD-1941-FD73-B9B3-33A7F50D03DB}"/>
                </a:ext>
              </a:extLst>
            </p:cNvPr>
            <p:cNvGrpSpPr/>
            <p:nvPr/>
          </p:nvGrpSpPr>
          <p:grpSpPr>
            <a:xfrm>
              <a:off x="8451583" y="4027113"/>
              <a:ext cx="1071300" cy="1383087"/>
              <a:chOff x="8451583" y="4027113"/>
              <a:chExt cx="1071300" cy="1383087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58DB4A0-B57F-54A4-D266-9A9704E90E20}"/>
                  </a:ext>
                </a:extLst>
              </p:cNvPr>
              <p:cNvSpPr/>
              <p:nvPr/>
            </p:nvSpPr>
            <p:spPr>
              <a:xfrm>
                <a:off x="8451583" y="4242557"/>
                <a:ext cx="1071300" cy="11676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065E927-7505-25D4-297A-65416BA06485}"/>
                  </a:ext>
                </a:extLst>
              </p:cNvPr>
              <p:cNvSpPr txBox="1"/>
              <p:nvPr/>
            </p:nvSpPr>
            <p:spPr>
              <a:xfrm>
                <a:off x="8987233" y="4027113"/>
                <a:ext cx="492443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800" b="1" dirty="0"/>
                  <a:t>单调栈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696804E3-9B52-05FB-A654-25E275CBC580}"/>
                      </a:ext>
                    </a:extLst>
                  </p:cNvPr>
                  <p:cNvSpPr txBox="1"/>
                  <p:nvPr/>
                </p:nvSpPr>
                <p:spPr>
                  <a:xfrm>
                    <a:off x="9077801" y="4417549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696804E3-9B52-05FB-A654-25E275CBC5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77801" y="4417549"/>
                    <a:ext cx="311304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19" name="连接符: 曲线 18">
            <a:extLst>
              <a:ext uri="{FF2B5EF4-FFF2-40B4-BE49-F238E27FC236}">
                <a16:creationId xmlns:a16="http://schemas.microsoft.com/office/drawing/2014/main" id="{D0A7F4CE-7DDF-6F37-9A89-96838C17CD34}"/>
              </a:ext>
            </a:extLst>
          </p:cNvPr>
          <p:cNvCxnSpPr/>
          <p:nvPr/>
        </p:nvCxnSpPr>
        <p:spPr>
          <a:xfrm rot="16200000" flipH="1">
            <a:off x="7272223" y="3723565"/>
            <a:ext cx="1326467" cy="1032254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C2991767-C404-B5C2-04FD-70C884EB2F39}"/>
              </a:ext>
            </a:extLst>
          </p:cNvPr>
          <p:cNvSpPr txBox="1"/>
          <p:nvPr/>
        </p:nvSpPr>
        <p:spPr>
          <a:xfrm>
            <a:off x="5761397" y="4585397"/>
            <a:ext cx="21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900" b="1" dirty="0"/>
              <a:t>此时</a:t>
            </a:r>
            <a:r>
              <a:rPr lang="en-US" altLang="zh-CN" sz="900" b="1" dirty="0"/>
              <a:t>4</a:t>
            </a:r>
            <a:r>
              <a:rPr lang="zh-CN" altLang="en-US" sz="900" b="1" dirty="0"/>
              <a:t>必须放入单调栈，不能直接丢弃</a:t>
            </a:r>
            <a:endParaRPr lang="en-US" altLang="zh-CN" sz="900" b="1" dirty="0"/>
          </a:p>
          <a:p>
            <a:pPr/>
            <a:r>
              <a:rPr lang="zh-CN" altLang="en-US" sz="900" b="1" dirty="0"/>
              <a:t>不然对于</a:t>
            </a:r>
            <a:r>
              <a:rPr lang="en-US" altLang="zh-CN" sz="900" b="1" dirty="0">
                <a:solidFill>
                  <a:srgbClr val="FF0000"/>
                </a:solidFill>
              </a:rPr>
              <a:t>3</a:t>
            </a:r>
            <a:r>
              <a:rPr lang="zh-CN" altLang="en-US" sz="900" b="1" dirty="0"/>
              <a:t>的计算会出错</a:t>
            </a:r>
          </a:p>
        </p:txBody>
      </p:sp>
    </p:spTree>
    <p:extLst>
      <p:ext uri="{BB962C8B-B14F-4D97-AF65-F5344CB8AC3E}">
        <p14:creationId xmlns:p14="http://schemas.microsoft.com/office/powerpoint/2010/main" val="1801097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C17C7-3BFE-87A7-3D03-C89D368B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01CA595B-38D5-D9A6-A3E6-4D493DA57DDC}"/>
              </a:ext>
            </a:extLst>
          </p:cNvPr>
          <p:cNvGrpSpPr/>
          <p:nvPr/>
        </p:nvGrpSpPr>
        <p:grpSpPr>
          <a:xfrm>
            <a:off x="4029823" y="2046496"/>
            <a:ext cx="3173350" cy="317131"/>
            <a:chOff x="2968850" y="3499219"/>
            <a:chExt cx="329975" cy="31713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08391215-CC03-E67E-99AB-FAACB18505F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06CFFF89-ADA9-27BF-53CC-C6D1724CFB5D}"/>
                    </a:ext>
                  </a:extLst>
                </p:cNvPr>
                <p:cNvSpPr txBox="1"/>
                <p:nvPr/>
              </p:nvSpPr>
              <p:spPr>
                <a:xfrm>
                  <a:off x="3115875" y="3519284"/>
                  <a:ext cx="422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CBBC024B-A6FF-8905-60D7-C279AE9BC7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5875" y="3519284"/>
                  <a:ext cx="42257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CDB262F-E2A8-761B-52EB-9ED58382D645}"/>
              </a:ext>
            </a:extLst>
          </p:cNvPr>
          <p:cNvGrpSpPr/>
          <p:nvPr/>
        </p:nvGrpSpPr>
        <p:grpSpPr>
          <a:xfrm>
            <a:off x="4041285" y="2643396"/>
            <a:ext cx="994265" cy="317131"/>
            <a:chOff x="2968850" y="3499219"/>
            <a:chExt cx="329975" cy="317131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1AE838F8-9A04-F7B0-9988-AA933F45357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D9AEA196-ABAD-3A80-900C-7D9DB5026D61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DF5020B4-05A4-0712-3EEA-7A38EA57A5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420FB29-CA06-E724-86BB-035EAA301BF2}"/>
              </a:ext>
            </a:extLst>
          </p:cNvPr>
          <p:cNvGrpSpPr/>
          <p:nvPr/>
        </p:nvGrpSpPr>
        <p:grpSpPr>
          <a:xfrm>
            <a:off x="5103490" y="2643390"/>
            <a:ext cx="992510" cy="317131"/>
            <a:chOff x="2968850" y="3499219"/>
            <a:chExt cx="329975" cy="317131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602FEB80-F97E-9B77-3940-DD05CAB0108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96A086C7-CBCA-8C09-1D1C-08C4F661A2F8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A9DD5041-1091-7E13-454D-BCE65D3D33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5A54204-B7AC-3A75-1F63-C61B333F5F5E}"/>
              </a:ext>
            </a:extLst>
          </p:cNvPr>
          <p:cNvGrpSpPr/>
          <p:nvPr/>
        </p:nvGrpSpPr>
        <p:grpSpPr>
          <a:xfrm>
            <a:off x="6165695" y="2635655"/>
            <a:ext cx="982987" cy="317131"/>
            <a:chOff x="2968850" y="3499219"/>
            <a:chExt cx="329975" cy="317131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44AB64C6-26FD-0F50-EADA-72486030A00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0502906F-B44E-117A-7E90-F03EFC75F703}"/>
                    </a:ext>
                  </a:extLst>
                </p:cNvPr>
                <p:cNvSpPr txBox="1"/>
                <p:nvPr/>
              </p:nvSpPr>
              <p:spPr>
                <a:xfrm>
                  <a:off x="3073058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452BD1F1-BC6D-F35E-3A5F-0B62373AAF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3058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AB396C5-988F-F9BC-8932-C24FAD62B137}"/>
              </a:ext>
            </a:extLst>
          </p:cNvPr>
          <p:cNvCxnSpPr>
            <a:cxnSpLocks/>
          </p:cNvCxnSpPr>
          <p:nvPr/>
        </p:nvCxnSpPr>
        <p:spPr>
          <a:xfrm>
            <a:off x="5066385" y="2498725"/>
            <a:ext cx="6270" cy="68410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DC74C5A3-209F-3794-DF37-9D5A5E92552D}"/>
              </a:ext>
            </a:extLst>
          </p:cNvPr>
          <p:cNvCxnSpPr>
            <a:cxnSpLocks/>
          </p:cNvCxnSpPr>
          <p:nvPr/>
        </p:nvCxnSpPr>
        <p:spPr>
          <a:xfrm>
            <a:off x="6126835" y="2498724"/>
            <a:ext cx="6270" cy="68410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9FC7BCAE-6E88-EB6C-9669-281CCBC521E1}"/>
              </a:ext>
            </a:extLst>
          </p:cNvPr>
          <p:cNvGrpSpPr/>
          <p:nvPr/>
        </p:nvGrpSpPr>
        <p:grpSpPr>
          <a:xfrm>
            <a:off x="4041285" y="3429000"/>
            <a:ext cx="994265" cy="317131"/>
            <a:chOff x="2968850" y="3499219"/>
            <a:chExt cx="329975" cy="317131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3136AC9F-9455-B58F-1BCD-C4A8F79ACD6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8348BB4-6D5A-07B6-B566-02F929993EB5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86C1941C-FD33-EDC6-C804-0C14A2AAE8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D229E625-6447-699A-F1E7-AC6851881093}"/>
              </a:ext>
            </a:extLst>
          </p:cNvPr>
          <p:cNvGrpSpPr/>
          <p:nvPr/>
        </p:nvGrpSpPr>
        <p:grpSpPr>
          <a:xfrm>
            <a:off x="5103490" y="3428994"/>
            <a:ext cx="992510" cy="317131"/>
            <a:chOff x="2968850" y="3499219"/>
            <a:chExt cx="329975" cy="317131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3955FC79-8BDD-B039-5A5E-D142D95E049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FAEF306E-DD2D-322E-DD32-79C80B57659E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7AD1DE76-4DEE-B546-F6D3-3D680D80BC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7513F605-C100-13DB-E11E-8A0F63CA3BD2}"/>
              </a:ext>
            </a:extLst>
          </p:cNvPr>
          <p:cNvCxnSpPr>
            <a:cxnSpLocks/>
          </p:cNvCxnSpPr>
          <p:nvPr/>
        </p:nvCxnSpPr>
        <p:spPr>
          <a:xfrm>
            <a:off x="5066385" y="3284329"/>
            <a:ext cx="6270" cy="68410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81E50980-85F1-DFE0-8463-20F4B77EA351}"/>
              </a:ext>
            </a:extLst>
          </p:cNvPr>
          <p:cNvGrpSpPr/>
          <p:nvPr/>
        </p:nvGrpSpPr>
        <p:grpSpPr>
          <a:xfrm>
            <a:off x="6126838" y="3284328"/>
            <a:ext cx="218300" cy="684109"/>
            <a:chOff x="6126835" y="3284328"/>
            <a:chExt cx="292515" cy="684109"/>
          </a:xfrm>
        </p:grpSpPr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8AB9BF1D-1F1C-8F9D-4904-CB2C6CC0B309}"/>
                </a:ext>
              </a:extLst>
            </p:cNvPr>
            <p:cNvGrpSpPr/>
            <p:nvPr/>
          </p:nvGrpSpPr>
          <p:grpSpPr>
            <a:xfrm>
              <a:off x="6132635" y="3421259"/>
              <a:ext cx="286715" cy="317131"/>
              <a:chOff x="2925847" y="3499219"/>
              <a:chExt cx="372978" cy="317131"/>
            </a:xfrm>
          </p:grpSpPr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6CECB732-6F5D-9D9A-C188-CA217366D1B9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3ACB2C08-7338-417D-B0DE-DCF9BCBE7FDC}"/>
                      </a:ext>
                    </a:extLst>
                  </p:cNvPr>
                  <p:cNvSpPr txBox="1"/>
                  <p:nvPr/>
                </p:nvSpPr>
                <p:spPr>
                  <a:xfrm>
                    <a:off x="2925847" y="3519282"/>
                    <a:ext cx="337723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B896B15D-0A8A-1EB3-2C88-D03E9798E4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5847" y="3519282"/>
                    <a:ext cx="337723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79DA7AAB-E8D1-D625-FA33-10A243955667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861B6172-CF19-3C22-C6E1-6DECFAC6E2CF}"/>
              </a:ext>
            </a:extLst>
          </p:cNvPr>
          <p:cNvGrpSpPr/>
          <p:nvPr/>
        </p:nvGrpSpPr>
        <p:grpSpPr>
          <a:xfrm>
            <a:off x="6365330" y="3284327"/>
            <a:ext cx="231277" cy="684109"/>
            <a:chOff x="6109445" y="3284328"/>
            <a:chExt cx="309904" cy="684109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110FB5ED-C34F-DB95-DE13-DE362AA47A41}"/>
                </a:ext>
              </a:extLst>
            </p:cNvPr>
            <p:cNvGrpSpPr/>
            <p:nvPr/>
          </p:nvGrpSpPr>
          <p:grpSpPr>
            <a:xfrm>
              <a:off x="6109445" y="3421259"/>
              <a:ext cx="309904" cy="317131"/>
              <a:chOff x="2895681" y="3499219"/>
              <a:chExt cx="403144" cy="317131"/>
            </a:xfrm>
          </p:grpSpPr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47E43EB5-C445-2846-1123-8C63DDC4B3A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文本框 53">
                    <a:extLst>
                      <a:ext uri="{FF2B5EF4-FFF2-40B4-BE49-F238E27FC236}">
                        <a16:creationId xmlns:a16="http://schemas.microsoft.com/office/drawing/2014/main" id="{A7C487C7-78FB-87CD-2C56-4EA62F813392}"/>
                      </a:ext>
                    </a:extLst>
                  </p:cNvPr>
                  <p:cNvSpPr txBox="1"/>
                  <p:nvPr/>
                </p:nvSpPr>
                <p:spPr>
                  <a:xfrm>
                    <a:off x="2895681" y="3527016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4" name="文本框 53">
                    <a:extLst>
                      <a:ext uri="{FF2B5EF4-FFF2-40B4-BE49-F238E27FC236}">
                        <a16:creationId xmlns:a16="http://schemas.microsoft.com/office/drawing/2014/main" id="{BCBDDA31-7C8E-BB85-DF2C-F75DDE9CED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5681" y="3527016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D264AD5-3123-EAA1-C0CD-EF0B89DE7ABB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4E430944-1BB4-BF5D-0DD4-98E20872A87D}"/>
              </a:ext>
            </a:extLst>
          </p:cNvPr>
          <p:cNvGrpSpPr/>
          <p:nvPr/>
        </p:nvGrpSpPr>
        <p:grpSpPr>
          <a:xfrm>
            <a:off x="6693384" y="3284326"/>
            <a:ext cx="228324" cy="684109"/>
            <a:chOff x="6113399" y="3284328"/>
            <a:chExt cx="305947" cy="684109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69E982E6-A545-1FA1-F826-BA5DA0D4BB54}"/>
                </a:ext>
              </a:extLst>
            </p:cNvPr>
            <p:cNvGrpSpPr/>
            <p:nvPr/>
          </p:nvGrpSpPr>
          <p:grpSpPr>
            <a:xfrm>
              <a:off x="6113399" y="3421259"/>
              <a:ext cx="305947" cy="317131"/>
              <a:chOff x="2900828" y="3499219"/>
              <a:chExt cx="397997" cy="317131"/>
            </a:xfrm>
          </p:grpSpPr>
          <p:sp>
            <p:nvSpPr>
              <p:cNvPr id="58" name="矩形: 圆角 57">
                <a:extLst>
                  <a:ext uri="{FF2B5EF4-FFF2-40B4-BE49-F238E27FC236}">
                    <a16:creationId xmlns:a16="http://schemas.microsoft.com/office/drawing/2014/main" id="{4E0D6D40-9F52-A5F3-7B86-FDCB9F869658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DC81B960-0BBB-60EB-06CE-986D590066AA}"/>
                      </a:ext>
                    </a:extLst>
                  </p:cNvPr>
                  <p:cNvSpPr txBox="1"/>
                  <p:nvPr/>
                </p:nvSpPr>
                <p:spPr>
                  <a:xfrm>
                    <a:off x="2900828" y="3527018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2DD4FC53-62D0-0C47-F24D-95569C79D4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0828" y="3527018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940675C5-8908-601E-4111-717E5F1C6478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DBE6FCFC-C642-671B-49DA-58E2FB73AD89}"/>
              </a:ext>
            </a:extLst>
          </p:cNvPr>
          <p:cNvGrpSpPr/>
          <p:nvPr/>
        </p:nvGrpSpPr>
        <p:grpSpPr>
          <a:xfrm>
            <a:off x="6963684" y="3284326"/>
            <a:ext cx="218297" cy="684109"/>
            <a:chOff x="6126835" y="3284328"/>
            <a:chExt cx="292511" cy="684109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83315596-BE4A-EF88-4227-3A4AC42B8E36}"/>
                </a:ext>
              </a:extLst>
            </p:cNvPr>
            <p:cNvGrpSpPr/>
            <p:nvPr/>
          </p:nvGrpSpPr>
          <p:grpSpPr>
            <a:xfrm>
              <a:off x="6133441" y="3421259"/>
              <a:ext cx="285905" cy="317131"/>
              <a:chOff x="2926900" y="3499219"/>
              <a:chExt cx="371925" cy="317131"/>
            </a:xfrm>
          </p:grpSpPr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20D2FAF1-139D-7A72-2F52-76A1A5298CA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8111EF7D-04DC-95E7-F9E0-CEE1E80D0D8A}"/>
                      </a:ext>
                    </a:extLst>
                  </p:cNvPr>
                  <p:cNvSpPr txBox="1"/>
                  <p:nvPr/>
                </p:nvSpPr>
                <p:spPr>
                  <a:xfrm>
                    <a:off x="2926900" y="3527019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36D86E04-BB86-AEE6-39B0-C3F088EEB7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6900" y="3527019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E37075D7-CF09-1B4F-CD48-2791AD370F58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67277802-AA04-818A-C85D-4844BA02FDD3}"/>
                  </a:ext>
                </a:extLst>
              </p:cNvPr>
              <p:cNvSpPr txBox="1"/>
              <p:nvPr/>
            </p:nvSpPr>
            <p:spPr>
              <a:xfrm>
                <a:off x="5439732" y="4749689"/>
                <a:ext cx="39466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67277802-AA04-818A-C85D-4844BA02F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732" y="4749689"/>
                <a:ext cx="394660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矩形 65">
            <a:extLst>
              <a:ext uri="{FF2B5EF4-FFF2-40B4-BE49-F238E27FC236}">
                <a16:creationId xmlns:a16="http://schemas.microsoft.com/office/drawing/2014/main" id="{13620A73-CBFD-27DE-D22F-DC27D176F318}"/>
              </a:ext>
            </a:extLst>
          </p:cNvPr>
          <p:cNvSpPr/>
          <p:nvPr/>
        </p:nvSpPr>
        <p:spPr>
          <a:xfrm>
            <a:off x="3924300" y="2443246"/>
            <a:ext cx="3409950" cy="763427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46567AEF-332B-3760-82B3-2E03023D0540}"/>
              </a:ext>
            </a:extLst>
          </p:cNvPr>
          <p:cNvSpPr txBox="1"/>
          <p:nvPr/>
        </p:nvSpPr>
        <p:spPr>
          <a:xfrm>
            <a:off x="3188177" y="2669417"/>
            <a:ext cx="7986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最优解👉</a:t>
            </a: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47D17E23-5481-EC6F-E294-E968C43C8516}"/>
              </a:ext>
            </a:extLst>
          </p:cNvPr>
          <p:cNvGrpSpPr/>
          <p:nvPr/>
        </p:nvGrpSpPr>
        <p:grpSpPr>
          <a:xfrm>
            <a:off x="4041285" y="4220109"/>
            <a:ext cx="994265" cy="317131"/>
            <a:chOff x="2968850" y="3499219"/>
            <a:chExt cx="329975" cy="317131"/>
          </a:xfrm>
        </p:grpSpPr>
        <p:sp>
          <p:nvSpPr>
            <p:cNvPr id="99" name="矩形: 圆角 98">
              <a:extLst>
                <a:ext uri="{FF2B5EF4-FFF2-40B4-BE49-F238E27FC236}">
                  <a16:creationId xmlns:a16="http://schemas.microsoft.com/office/drawing/2014/main" id="{3081C918-6EE7-BEEB-9486-04BB6CC4B19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88F47EC4-6CFE-6975-93E1-A4A7F351E42D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0C74FCAA-1384-DC06-F8B1-67530E98B8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401FBAA4-2D23-8924-B649-5F4586B61AE1}"/>
              </a:ext>
            </a:extLst>
          </p:cNvPr>
          <p:cNvGrpSpPr/>
          <p:nvPr/>
        </p:nvGrpSpPr>
        <p:grpSpPr>
          <a:xfrm>
            <a:off x="6211750" y="4200042"/>
            <a:ext cx="992510" cy="317131"/>
            <a:chOff x="2968850" y="3499219"/>
            <a:chExt cx="329975" cy="317131"/>
          </a:xfrm>
        </p:grpSpPr>
        <p:sp>
          <p:nvSpPr>
            <p:cNvPr id="102" name="矩形: 圆角 101">
              <a:extLst>
                <a:ext uri="{FF2B5EF4-FFF2-40B4-BE49-F238E27FC236}">
                  <a16:creationId xmlns:a16="http://schemas.microsoft.com/office/drawing/2014/main" id="{76C014AB-F419-85EE-6658-81E4C0FDB52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46780FDA-B6B6-EFF6-DDFB-E8038FF69858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0F1B5299-EA35-3C84-2499-8CA038CE51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03AE0EE8-D7C7-AB4C-2A7A-EDC81D8F9265}"/>
              </a:ext>
            </a:extLst>
          </p:cNvPr>
          <p:cNvCxnSpPr>
            <a:cxnSpLocks/>
          </p:cNvCxnSpPr>
          <p:nvPr/>
        </p:nvCxnSpPr>
        <p:spPr>
          <a:xfrm>
            <a:off x="6163504" y="4068449"/>
            <a:ext cx="6270" cy="68410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29AF8AFE-CEA2-C7F4-9E08-6C63F94D344C}"/>
              </a:ext>
            </a:extLst>
          </p:cNvPr>
          <p:cNvGrpSpPr/>
          <p:nvPr/>
        </p:nvGrpSpPr>
        <p:grpSpPr>
          <a:xfrm>
            <a:off x="5066385" y="4083180"/>
            <a:ext cx="218300" cy="684109"/>
            <a:chOff x="6126835" y="3284328"/>
            <a:chExt cx="292515" cy="684109"/>
          </a:xfrm>
        </p:grpSpPr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0C71E8C3-2077-BA64-C289-761CCDD4B638}"/>
                </a:ext>
              </a:extLst>
            </p:cNvPr>
            <p:cNvGrpSpPr/>
            <p:nvPr/>
          </p:nvGrpSpPr>
          <p:grpSpPr>
            <a:xfrm>
              <a:off x="6132635" y="3421259"/>
              <a:ext cx="286715" cy="317131"/>
              <a:chOff x="2925847" y="3499219"/>
              <a:chExt cx="372978" cy="317131"/>
            </a:xfrm>
          </p:grpSpPr>
          <p:sp>
            <p:nvSpPr>
              <p:cNvPr id="108" name="矩形: 圆角 107">
                <a:extLst>
                  <a:ext uri="{FF2B5EF4-FFF2-40B4-BE49-F238E27FC236}">
                    <a16:creationId xmlns:a16="http://schemas.microsoft.com/office/drawing/2014/main" id="{29BA93AD-FE87-F1FC-752A-0E268BC3844C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58D0D8F7-9CBB-8915-0D65-5AF5DF02D9E5}"/>
                      </a:ext>
                    </a:extLst>
                  </p:cNvPr>
                  <p:cNvSpPr txBox="1"/>
                  <p:nvPr/>
                </p:nvSpPr>
                <p:spPr>
                  <a:xfrm>
                    <a:off x="2925847" y="3519282"/>
                    <a:ext cx="337723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1E7FDFDC-50B9-4837-DCF8-FC13D5C862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5847" y="3519282"/>
                    <a:ext cx="337723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D47805A5-8519-61DB-64F6-73AEA8EF0D01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0486A9A3-5095-E9CB-8574-C6BCD0E9C464}"/>
              </a:ext>
            </a:extLst>
          </p:cNvPr>
          <p:cNvGrpSpPr/>
          <p:nvPr/>
        </p:nvGrpSpPr>
        <p:grpSpPr>
          <a:xfrm>
            <a:off x="5304877" y="4083179"/>
            <a:ext cx="231277" cy="684109"/>
            <a:chOff x="6109445" y="3284328"/>
            <a:chExt cx="309904" cy="684109"/>
          </a:xfrm>
        </p:grpSpPr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E7AA9821-90D0-0E48-3FD9-C969D23E6AE8}"/>
                </a:ext>
              </a:extLst>
            </p:cNvPr>
            <p:cNvGrpSpPr/>
            <p:nvPr/>
          </p:nvGrpSpPr>
          <p:grpSpPr>
            <a:xfrm>
              <a:off x="6109445" y="3421259"/>
              <a:ext cx="309904" cy="317131"/>
              <a:chOff x="2895681" y="3499219"/>
              <a:chExt cx="403144" cy="317131"/>
            </a:xfrm>
          </p:grpSpPr>
          <p:sp>
            <p:nvSpPr>
              <p:cNvPr id="113" name="矩形: 圆角 112">
                <a:extLst>
                  <a:ext uri="{FF2B5EF4-FFF2-40B4-BE49-F238E27FC236}">
                    <a16:creationId xmlns:a16="http://schemas.microsoft.com/office/drawing/2014/main" id="{B7A707AB-1F45-52FA-8F21-618023956426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F15887E3-7163-1B8B-D963-0D1DCCC80547}"/>
                      </a:ext>
                    </a:extLst>
                  </p:cNvPr>
                  <p:cNvSpPr txBox="1"/>
                  <p:nvPr/>
                </p:nvSpPr>
                <p:spPr>
                  <a:xfrm>
                    <a:off x="2895681" y="3527016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08DF3FE1-501D-DF3C-DD08-D8DB1C9C914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5681" y="3527016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8683984C-5C33-54C6-233A-76D972BDC022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0960FC14-7E57-CF37-9D43-9B72A9D75AC4}"/>
              </a:ext>
            </a:extLst>
          </p:cNvPr>
          <p:cNvGrpSpPr/>
          <p:nvPr/>
        </p:nvGrpSpPr>
        <p:grpSpPr>
          <a:xfrm>
            <a:off x="5632931" y="4083178"/>
            <a:ext cx="228324" cy="684109"/>
            <a:chOff x="6113399" y="3284328"/>
            <a:chExt cx="305947" cy="684109"/>
          </a:xfrm>
        </p:grpSpPr>
        <p:grpSp>
          <p:nvGrpSpPr>
            <p:cNvPr id="116" name="组合 115">
              <a:extLst>
                <a:ext uri="{FF2B5EF4-FFF2-40B4-BE49-F238E27FC236}">
                  <a16:creationId xmlns:a16="http://schemas.microsoft.com/office/drawing/2014/main" id="{5FD45C38-12EC-0C02-F1C9-5AC908C6B545}"/>
                </a:ext>
              </a:extLst>
            </p:cNvPr>
            <p:cNvGrpSpPr/>
            <p:nvPr/>
          </p:nvGrpSpPr>
          <p:grpSpPr>
            <a:xfrm>
              <a:off x="6113399" y="3421259"/>
              <a:ext cx="305947" cy="317131"/>
              <a:chOff x="2900828" y="3499219"/>
              <a:chExt cx="397997" cy="317131"/>
            </a:xfrm>
          </p:grpSpPr>
          <p:sp>
            <p:nvSpPr>
              <p:cNvPr id="118" name="矩形: 圆角 117">
                <a:extLst>
                  <a:ext uri="{FF2B5EF4-FFF2-40B4-BE49-F238E27FC236}">
                    <a16:creationId xmlns:a16="http://schemas.microsoft.com/office/drawing/2014/main" id="{818A7FBB-ED21-916D-0B03-267FA6FF35C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9" name="文本框 118">
                    <a:extLst>
                      <a:ext uri="{FF2B5EF4-FFF2-40B4-BE49-F238E27FC236}">
                        <a16:creationId xmlns:a16="http://schemas.microsoft.com/office/drawing/2014/main" id="{177AF2FE-23F9-1EA8-E238-E972EE6E1119}"/>
                      </a:ext>
                    </a:extLst>
                  </p:cNvPr>
                  <p:cNvSpPr txBox="1"/>
                  <p:nvPr/>
                </p:nvSpPr>
                <p:spPr>
                  <a:xfrm>
                    <a:off x="2900828" y="3527018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19" name="文本框 118">
                    <a:extLst>
                      <a:ext uri="{FF2B5EF4-FFF2-40B4-BE49-F238E27FC236}">
                        <a16:creationId xmlns:a16="http://schemas.microsoft.com/office/drawing/2014/main" id="{C84A19EB-6E38-A583-3D59-5A6979FC61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0828" y="3527018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6A74C325-32C4-EE71-B5AB-14805A3E3F1E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BF02B406-7EAD-DE28-15E1-22CEE9D3AC4A}"/>
              </a:ext>
            </a:extLst>
          </p:cNvPr>
          <p:cNvGrpSpPr/>
          <p:nvPr/>
        </p:nvGrpSpPr>
        <p:grpSpPr>
          <a:xfrm>
            <a:off x="5903231" y="4083178"/>
            <a:ext cx="218297" cy="684109"/>
            <a:chOff x="6126835" y="3284328"/>
            <a:chExt cx="292511" cy="684109"/>
          </a:xfrm>
        </p:grpSpPr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3FCAE65E-AE76-2AFE-C768-E0858EBD3413}"/>
                </a:ext>
              </a:extLst>
            </p:cNvPr>
            <p:cNvGrpSpPr/>
            <p:nvPr/>
          </p:nvGrpSpPr>
          <p:grpSpPr>
            <a:xfrm>
              <a:off x="6133441" y="3421259"/>
              <a:ext cx="285905" cy="317131"/>
              <a:chOff x="2926900" y="3499219"/>
              <a:chExt cx="371925" cy="317131"/>
            </a:xfrm>
          </p:grpSpPr>
          <p:sp>
            <p:nvSpPr>
              <p:cNvPr id="123" name="矩形: 圆角 122">
                <a:extLst>
                  <a:ext uri="{FF2B5EF4-FFF2-40B4-BE49-F238E27FC236}">
                    <a16:creationId xmlns:a16="http://schemas.microsoft.com/office/drawing/2014/main" id="{375AF24B-D9F2-A1E8-5054-5EA30999D37A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文本框 123">
                    <a:extLst>
                      <a:ext uri="{FF2B5EF4-FFF2-40B4-BE49-F238E27FC236}">
                        <a16:creationId xmlns:a16="http://schemas.microsoft.com/office/drawing/2014/main" id="{D655672F-937E-E41C-85F0-8EA5A8791B8E}"/>
                      </a:ext>
                    </a:extLst>
                  </p:cNvPr>
                  <p:cNvSpPr txBox="1"/>
                  <p:nvPr/>
                </p:nvSpPr>
                <p:spPr>
                  <a:xfrm>
                    <a:off x="2926900" y="3527019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24" name="文本框 123">
                    <a:extLst>
                      <a:ext uri="{FF2B5EF4-FFF2-40B4-BE49-F238E27FC236}">
                        <a16:creationId xmlns:a16="http://schemas.microsoft.com/office/drawing/2014/main" id="{BC4DF220-F8ED-4872-CAFC-E410280F07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6900" y="3527019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83950B87-C0FD-4091-DC7B-D8CC4B0A9640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07695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28C0F-78B6-7568-943B-C00E1A67A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15F95F1-C6CF-EBED-885B-E0954D47CAE0}"/>
              </a:ext>
            </a:extLst>
          </p:cNvPr>
          <p:cNvGrpSpPr/>
          <p:nvPr/>
        </p:nvGrpSpPr>
        <p:grpSpPr>
          <a:xfrm>
            <a:off x="6704967" y="645860"/>
            <a:ext cx="402182" cy="293017"/>
            <a:chOff x="2920185" y="3499219"/>
            <a:chExt cx="427304" cy="31713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A8AD7DAF-1225-5509-6164-8A802FF2AB3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chemeClr val="accent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3552F1B-4010-7000-B651-7B8D13831AA3}"/>
                    </a:ext>
                  </a:extLst>
                </p:cNvPr>
                <p:cNvSpPr txBox="1"/>
                <p:nvPr/>
              </p:nvSpPr>
              <p:spPr>
                <a:xfrm>
                  <a:off x="2920185" y="3519284"/>
                  <a:ext cx="427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3552F1B-4010-7000-B651-7B8D13831A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0185" y="3519284"/>
                  <a:ext cx="42730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CE6F598D-62FF-E3BA-7FAA-8DFC19F87B6A}"/>
              </a:ext>
            </a:extLst>
          </p:cNvPr>
          <p:cNvGrpSpPr/>
          <p:nvPr/>
        </p:nvGrpSpPr>
        <p:grpSpPr>
          <a:xfrm>
            <a:off x="6405558" y="1319034"/>
            <a:ext cx="764576" cy="327976"/>
            <a:chOff x="2920185" y="3499219"/>
            <a:chExt cx="427304" cy="317131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217B5F0B-8773-BA14-34DA-A22561E6A10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chemeClr val="accent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A53A4F57-0D79-8294-D323-F60EA3103A42}"/>
                    </a:ext>
                  </a:extLst>
                </p:cNvPr>
                <p:cNvSpPr txBox="1"/>
                <p:nvPr/>
              </p:nvSpPr>
              <p:spPr>
                <a:xfrm>
                  <a:off x="2920185" y="3519284"/>
                  <a:ext cx="42730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A53A4F57-0D79-8294-D323-F60EA3103A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0185" y="3519284"/>
                  <a:ext cx="42730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0058913-3E75-666F-205D-1B2A246841FA}"/>
              </a:ext>
            </a:extLst>
          </p:cNvPr>
          <p:cNvGrpSpPr/>
          <p:nvPr/>
        </p:nvGrpSpPr>
        <p:grpSpPr>
          <a:xfrm>
            <a:off x="4436445" y="648290"/>
            <a:ext cx="2174421" cy="317131"/>
            <a:chOff x="2968850" y="3499219"/>
            <a:chExt cx="329975" cy="317131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F33F661F-58AD-54B7-D4C2-A0396ED4552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8042B7EB-BB2C-F819-B5C0-65A415525C71}"/>
                    </a:ext>
                  </a:extLst>
                </p:cNvPr>
                <p:cNvSpPr txBox="1"/>
                <p:nvPr/>
              </p:nvSpPr>
              <p:spPr>
                <a:xfrm>
                  <a:off x="3096955" y="3522228"/>
                  <a:ext cx="8316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8042B7EB-BB2C-F819-B5C0-65A415525C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6955" y="3522228"/>
                  <a:ext cx="8316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43CE37BA-0F23-47D6-61FE-1FA5F9D1F723}"/>
              </a:ext>
            </a:extLst>
          </p:cNvPr>
          <p:cNvGrpSpPr/>
          <p:nvPr/>
        </p:nvGrpSpPr>
        <p:grpSpPr>
          <a:xfrm>
            <a:off x="718281" y="613535"/>
            <a:ext cx="3035491" cy="3445840"/>
            <a:chOff x="708773" y="846149"/>
            <a:chExt cx="3035491" cy="344584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7F518F6-45AC-0C0D-2E70-D872462F5B3D}"/>
                </a:ext>
              </a:extLst>
            </p:cNvPr>
            <p:cNvGrpSpPr/>
            <p:nvPr/>
          </p:nvGrpSpPr>
          <p:grpSpPr>
            <a:xfrm>
              <a:off x="708773" y="2410505"/>
              <a:ext cx="2624977" cy="317131"/>
              <a:chOff x="2968850" y="3499219"/>
              <a:chExt cx="329975" cy="317131"/>
            </a:xfrm>
          </p:grpSpPr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3948A650-06F0-1D7E-B32C-8266EF3C69D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D9DD427E-2E53-4BB4-8241-1D8ABF270A6B}"/>
                      </a:ext>
                    </a:extLst>
                  </p:cNvPr>
                  <p:cNvSpPr txBox="1"/>
                  <p:nvPr/>
                </p:nvSpPr>
                <p:spPr>
                  <a:xfrm>
                    <a:off x="3115875" y="3519284"/>
                    <a:ext cx="2904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D9DD427E-2E53-4BB4-8241-1D8ABF270A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15875" y="3519284"/>
                    <a:ext cx="29043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56A3F668-BBF8-6BC3-E09A-4AFC75772095}"/>
                </a:ext>
              </a:extLst>
            </p:cNvPr>
            <p:cNvCxnSpPr>
              <a:cxnSpLocks/>
            </p:cNvCxnSpPr>
            <p:nvPr/>
          </p:nvCxnSpPr>
          <p:spPr>
            <a:xfrm>
              <a:off x="2599410" y="2238504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AF81E40A-8E2D-B70A-0547-C8615829AC54}"/>
                    </a:ext>
                  </a:extLst>
                </p:cNvPr>
                <p:cNvSpPr txBox="1"/>
                <p:nvPr/>
              </p:nvSpPr>
              <p:spPr>
                <a:xfrm>
                  <a:off x="2854195" y="2436203"/>
                  <a:ext cx="29206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AF81E40A-8E2D-B70A-0547-C8615829AC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4195" y="2436203"/>
                  <a:ext cx="292068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左大括号 45">
              <a:extLst>
                <a:ext uri="{FF2B5EF4-FFF2-40B4-BE49-F238E27FC236}">
                  <a16:creationId xmlns:a16="http://schemas.microsoft.com/office/drawing/2014/main" id="{15B88D56-808C-EBC9-0FB5-CA67D058E729}"/>
                </a:ext>
              </a:extLst>
            </p:cNvPr>
            <p:cNvSpPr/>
            <p:nvPr/>
          </p:nvSpPr>
          <p:spPr>
            <a:xfrm>
              <a:off x="3403858" y="846149"/>
              <a:ext cx="340406" cy="3445840"/>
            </a:xfrm>
            <a:prstGeom prst="leftBrace">
              <a:avLst>
                <a:gd name="adj1" fmla="val 63363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6CCF926B-80D8-7FFC-D211-FFEEDA07FB95}"/>
              </a:ext>
            </a:extLst>
          </p:cNvPr>
          <p:cNvGrpSpPr/>
          <p:nvPr/>
        </p:nvGrpSpPr>
        <p:grpSpPr>
          <a:xfrm>
            <a:off x="4445723" y="1329879"/>
            <a:ext cx="1920807" cy="317131"/>
            <a:chOff x="2968850" y="3499219"/>
            <a:chExt cx="329975" cy="317131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D48A5120-43F4-380F-60FF-A534E81B793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533DA24C-C9AA-B225-589F-9B1726D42961}"/>
                    </a:ext>
                  </a:extLst>
                </p:cNvPr>
                <p:cNvSpPr txBox="1"/>
                <p:nvPr/>
              </p:nvSpPr>
              <p:spPr>
                <a:xfrm>
                  <a:off x="3095729" y="3518785"/>
                  <a:ext cx="9414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533DA24C-C9AA-B225-589F-9B1726D429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729" y="3518785"/>
                  <a:ext cx="94147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C7AD4927-AE17-792E-8821-7E62BCF1C65A}"/>
              </a:ext>
            </a:extLst>
          </p:cNvPr>
          <p:cNvCxnSpPr>
            <a:cxnSpLocks/>
          </p:cNvCxnSpPr>
          <p:nvPr/>
        </p:nvCxnSpPr>
        <p:spPr>
          <a:xfrm>
            <a:off x="6666890" y="566341"/>
            <a:ext cx="0" cy="50513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42D0C95A-1543-A96B-13F8-DBE76CC74A19}"/>
              </a:ext>
            </a:extLst>
          </p:cNvPr>
          <p:cNvCxnSpPr>
            <a:cxnSpLocks/>
          </p:cNvCxnSpPr>
          <p:nvPr/>
        </p:nvCxnSpPr>
        <p:spPr>
          <a:xfrm>
            <a:off x="6438304" y="1230451"/>
            <a:ext cx="0" cy="50513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69EA6FC-B825-01D9-DF49-3C032A9B5B03}"/>
              </a:ext>
            </a:extLst>
          </p:cNvPr>
          <p:cNvGrpSpPr/>
          <p:nvPr/>
        </p:nvGrpSpPr>
        <p:grpSpPr>
          <a:xfrm>
            <a:off x="4445723" y="1790721"/>
            <a:ext cx="2748557" cy="505139"/>
            <a:chOff x="4162368" y="1660480"/>
            <a:chExt cx="2748557" cy="505139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1B98E04F-099F-BD19-C999-14CB20AAAD1C}"/>
                </a:ext>
              </a:extLst>
            </p:cNvPr>
            <p:cNvGrpSpPr/>
            <p:nvPr/>
          </p:nvGrpSpPr>
          <p:grpSpPr>
            <a:xfrm>
              <a:off x="5769525" y="1759522"/>
              <a:ext cx="1141400" cy="293017"/>
              <a:chOff x="2920186" y="3499219"/>
              <a:chExt cx="427304" cy="317131"/>
            </a:xfrm>
          </p:grpSpPr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96D3510D-9E0E-3DB0-FBFF-5C0CAA77D4D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accent2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54273500-8F07-0A0F-DEB8-0E85442E9AD2}"/>
                      </a:ext>
                    </a:extLst>
                  </p:cNvPr>
                  <p:cNvSpPr txBox="1"/>
                  <p:nvPr/>
                </p:nvSpPr>
                <p:spPr>
                  <a:xfrm>
                    <a:off x="2920185" y="3519284"/>
                    <a:ext cx="427304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54273500-8F07-0A0F-DEB8-0E85442E9A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0185" y="3519284"/>
                    <a:ext cx="427304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38CB1070-0A94-AA9B-4944-DD4B4E679A2A}"/>
                </a:ext>
              </a:extLst>
            </p:cNvPr>
            <p:cNvGrpSpPr/>
            <p:nvPr/>
          </p:nvGrpSpPr>
          <p:grpSpPr>
            <a:xfrm>
              <a:off x="4162368" y="1754486"/>
              <a:ext cx="1657611" cy="317131"/>
              <a:chOff x="2968850" y="3499219"/>
              <a:chExt cx="329975" cy="317131"/>
            </a:xfrm>
          </p:grpSpPr>
          <p:sp>
            <p:nvSpPr>
              <p:cNvPr id="70" name="矩形: 圆角 69">
                <a:extLst>
                  <a:ext uri="{FF2B5EF4-FFF2-40B4-BE49-F238E27FC236}">
                    <a16:creationId xmlns:a16="http://schemas.microsoft.com/office/drawing/2014/main" id="{7A73AC80-0850-E3CE-7138-D0D581E1951C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CA3DAC13-3379-158F-5732-53B75977B461}"/>
                      </a:ext>
                    </a:extLst>
                  </p:cNvPr>
                  <p:cNvSpPr txBox="1"/>
                  <p:nvPr/>
                </p:nvSpPr>
                <p:spPr>
                  <a:xfrm>
                    <a:off x="3084469" y="3526340"/>
                    <a:ext cx="109095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−9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CA3DAC13-3379-158F-5732-53B75977B4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4469" y="3526340"/>
                    <a:ext cx="109095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DE6EDB9A-8BBD-291B-EF9D-101B4BEC8A37}"/>
                </a:ext>
              </a:extLst>
            </p:cNvPr>
            <p:cNvCxnSpPr>
              <a:cxnSpLocks/>
            </p:cNvCxnSpPr>
            <p:nvPr/>
          </p:nvCxnSpPr>
          <p:spPr>
            <a:xfrm>
              <a:off x="5859674" y="1660480"/>
              <a:ext cx="0" cy="50513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673258E9-2EC4-0B16-4545-D1C05EA40965}"/>
                  </a:ext>
                </a:extLst>
              </p:cNvPr>
              <p:cNvSpPr txBox="1"/>
              <p:nvPr/>
            </p:nvSpPr>
            <p:spPr>
              <a:xfrm>
                <a:off x="5508501" y="2767633"/>
                <a:ext cx="36901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673258E9-2EC4-0B16-4545-D1C05EA40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501" y="2767633"/>
                <a:ext cx="369012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9" name="组合 88">
            <a:extLst>
              <a:ext uri="{FF2B5EF4-FFF2-40B4-BE49-F238E27FC236}">
                <a16:creationId xmlns:a16="http://schemas.microsoft.com/office/drawing/2014/main" id="{AB068BE5-45AC-DAF9-A9E3-55EC43FF891C}"/>
              </a:ext>
            </a:extLst>
          </p:cNvPr>
          <p:cNvGrpSpPr/>
          <p:nvPr/>
        </p:nvGrpSpPr>
        <p:grpSpPr>
          <a:xfrm>
            <a:off x="4141436" y="3150540"/>
            <a:ext cx="3145908" cy="802219"/>
            <a:chOff x="3702051" y="2381197"/>
            <a:chExt cx="3145908" cy="802219"/>
          </a:xfrm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E64831CC-948A-B319-3D4D-79F8EB7246F3}"/>
                </a:ext>
              </a:extLst>
            </p:cNvPr>
            <p:cNvGrpSpPr/>
            <p:nvPr/>
          </p:nvGrpSpPr>
          <p:grpSpPr>
            <a:xfrm>
              <a:off x="4012950" y="2518516"/>
              <a:ext cx="2618559" cy="317131"/>
              <a:chOff x="2994405" y="3499219"/>
              <a:chExt cx="295777" cy="317131"/>
            </a:xfrm>
          </p:grpSpPr>
          <p:sp>
            <p:nvSpPr>
              <p:cNvPr id="80" name="矩形: 圆角 79">
                <a:extLst>
                  <a:ext uri="{FF2B5EF4-FFF2-40B4-BE49-F238E27FC236}">
                    <a16:creationId xmlns:a16="http://schemas.microsoft.com/office/drawing/2014/main" id="{E7A63A6E-213B-358B-504C-12995A509D1F}"/>
                  </a:ext>
                </a:extLst>
              </p:cNvPr>
              <p:cNvSpPr/>
              <p:nvPr/>
            </p:nvSpPr>
            <p:spPr>
              <a:xfrm>
                <a:off x="2994405" y="3499219"/>
                <a:ext cx="295777" cy="317131"/>
              </a:xfrm>
              <a:prstGeom prst="roundRect">
                <a:avLst/>
              </a:prstGeom>
              <a:noFill/>
              <a:ln>
                <a:solidFill>
                  <a:schemeClr val="accent2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文本框 80">
                    <a:extLst>
                      <a:ext uri="{FF2B5EF4-FFF2-40B4-BE49-F238E27FC236}">
                        <a16:creationId xmlns:a16="http://schemas.microsoft.com/office/drawing/2014/main" id="{5022DB97-B4E5-4D9B-69CF-7DC4D10B37C2}"/>
                      </a:ext>
                    </a:extLst>
                  </p:cNvPr>
                  <p:cNvSpPr txBox="1"/>
                  <p:nvPr/>
                </p:nvSpPr>
                <p:spPr>
                  <a:xfrm>
                    <a:off x="3115875" y="3519284"/>
                    <a:ext cx="2904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81" name="文本框 80">
                    <a:extLst>
                      <a:ext uri="{FF2B5EF4-FFF2-40B4-BE49-F238E27FC236}">
                        <a16:creationId xmlns:a16="http://schemas.microsoft.com/office/drawing/2014/main" id="{5022DB97-B4E5-4D9B-69CF-7DC4D10B37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15875" y="3519284"/>
                    <a:ext cx="29043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5B98383F-684A-E5E7-A9BB-6BE53CE31302}"/>
                    </a:ext>
                  </a:extLst>
                </p:cNvPr>
                <p:cNvSpPr txBox="1"/>
                <p:nvPr/>
              </p:nvSpPr>
              <p:spPr>
                <a:xfrm>
                  <a:off x="4291036" y="2906417"/>
                  <a:ext cx="210883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当</m:t>
                      </m:r>
                      <m:r>
                        <a:rPr lang="en-US" altLang="zh-CN" sz="1200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zh-CN" altLang="en-US" sz="1200" dirty="0"/>
                    <a:t>本身就是完全平方数时</a:t>
                  </a: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5B98383F-684A-E5E7-A9BB-6BE53CE313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1036" y="2906417"/>
                  <a:ext cx="2108832" cy="276999"/>
                </a:xfrm>
                <a:prstGeom prst="rect">
                  <a:avLst/>
                </a:prstGeom>
                <a:blipFill>
                  <a:blip r:embed="rId12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EE456909-63EB-FADB-42BE-C936A1BF7F0C}"/>
                </a:ext>
              </a:extLst>
            </p:cNvPr>
            <p:cNvSpPr/>
            <p:nvPr/>
          </p:nvSpPr>
          <p:spPr>
            <a:xfrm>
              <a:off x="3702051" y="2381197"/>
              <a:ext cx="3145908" cy="784155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: 圆角 86">
              <a:extLst>
                <a:ext uri="{FF2B5EF4-FFF2-40B4-BE49-F238E27FC236}">
                  <a16:creationId xmlns:a16="http://schemas.microsoft.com/office/drawing/2014/main" id="{6A3C5346-69C9-4EF0-EAAC-170BC66E593F}"/>
                </a:ext>
              </a:extLst>
            </p:cNvPr>
            <p:cNvSpPr/>
            <p:nvPr/>
          </p:nvSpPr>
          <p:spPr>
            <a:xfrm>
              <a:off x="3779103" y="2518516"/>
              <a:ext cx="134815" cy="317131"/>
            </a:xfrm>
            <a:prstGeom prst="roundRect">
              <a:avLst/>
            </a:prstGeom>
            <a:noFill/>
            <a:ln>
              <a:prstDash val="sysDot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</a:rPr>
                <a:t>0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E0EDFCB2-8209-CD8A-C261-E896E1306380}"/>
                </a:ext>
              </a:extLst>
            </p:cNvPr>
            <p:cNvCxnSpPr>
              <a:cxnSpLocks/>
            </p:cNvCxnSpPr>
            <p:nvPr/>
          </p:nvCxnSpPr>
          <p:spPr>
            <a:xfrm>
              <a:off x="3960820" y="2472240"/>
              <a:ext cx="0" cy="50513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CBFF7F27-36ED-E0F6-D0A2-56130ACFD7AC}"/>
              </a:ext>
            </a:extLst>
          </p:cNvPr>
          <p:cNvGrpSpPr/>
          <p:nvPr/>
        </p:nvGrpSpPr>
        <p:grpSpPr>
          <a:xfrm>
            <a:off x="4445720" y="2400920"/>
            <a:ext cx="2618565" cy="505139"/>
            <a:chOff x="4162365" y="1688710"/>
            <a:chExt cx="2618565" cy="505139"/>
          </a:xfrm>
        </p:grpSpPr>
        <p:grpSp>
          <p:nvGrpSpPr>
            <p:cNvPr id="126" name="组合 125">
              <a:extLst>
                <a:ext uri="{FF2B5EF4-FFF2-40B4-BE49-F238E27FC236}">
                  <a16:creationId xmlns:a16="http://schemas.microsoft.com/office/drawing/2014/main" id="{E261F202-2AB6-55F6-038D-01D1FE20B2FC}"/>
                </a:ext>
              </a:extLst>
            </p:cNvPr>
            <p:cNvGrpSpPr/>
            <p:nvPr/>
          </p:nvGrpSpPr>
          <p:grpSpPr>
            <a:xfrm>
              <a:off x="5594158" y="1759522"/>
              <a:ext cx="1186772" cy="293017"/>
              <a:chOff x="2854535" y="3499219"/>
              <a:chExt cx="444290" cy="317131"/>
            </a:xfrm>
          </p:grpSpPr>
          <p:sp>
            <p:nvSpPr>
              <p:cNvPr id="131" name="矩形: 圆角 130">
                <a:extLst>
                  <a:ext uri="{FF2B5EF4-FFF2-40B4-BE49-F238E27FC236}">
                    <a16:creationId xmlns:a16="http://schemas.microsoft.com/office/drawing/2014/main" id="{162D3093-6183-6F6F-2FC3-CAF9E28282CB}"/>
                  </a:ext>
                </a:extLst>
              </p:cNvPr>
              <p:cNvSpPr/>
              <p:nvPr/>
            </p:nvSpPr>
            <p:spPr>
              <a:xfrm>
                <a:off x="2854535" y="3499219"/>
                <a:ext cx="444290" cy="317131"/>
              </a:xfrm>
              <a:prstGeom prst="roundRect">
                <a:avLst/>
              </a:prstGeom>
              <a:noFill/>
              <a:ln>
                <a:solidFill>
                  <a:schemeClr val="accent2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2" name="文本框 131">
                    <a:extLst>
                      <a:ext uri="{FF2B5EF4-FFF2-40B4-BE49-F238E27FC236}">
                        <a16:creationId xmlns:a16="http://schemas.microsoft.com/office/drawing/2014/main" id="{5E10233E-44BC-EE8E-2AC5-33EA141C162E}"/>
                      </a:ext>
                    </a:extLst>
                  </p:cNvPr>
                  <p:cNvSpPr txBox="1"/>
                  <p:nvPr/>
                </p:nvSpPr>
                <p:spPr>
                  <a:xfrm>
                    <a:off x="2863028" y="3508035"/>
                    <a:ext cx="427304" cy="29979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32" name="文本框 131">
                    <a:extLst>
                      <a:ext uri="{FF2B5EF4-FFF2-40B4-BE49-F238E27FC236}">
                        <a16:creationId xmlns:a16="http://schemas.microsoft.com/office/drawing/2014/main" id="{5E10233E-44BC-EE8E-2AC5-33EA141C162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3028" y="3508035"/>
                    <a:ext cx="427304" cy="29979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CFF41582-1B79-E287-852F-F7BD0F0518E3}"/>
                </a:ext>
              </a:extLst>
            </p:cNvPr>
            <p:cNvGrpSpPr/>
            <p:nvPr/>
          </p:nvGrpSpPr>
          <p:grpSpPr>
            <a:xfrm>
              <a:off x="4162365" y="1754486"/>
              <a:ext cx="1130973" cy="317131"/>
              <a:chOff x="2968850" y="3499219"/>
              <a:chExt cx="225139" cy="317131"/>
            </a:xfrm>
          </p:grpSpPr>
          <p:sp>
            <p:nvSpPr>
              <p:cNvPr id="129" name="矩形: 圆角 128">
                <a:extLst>
                  <a:ext uri="{FF2B5EF4-FFF2-40B4-BE49-F238E27FC236}">
                    <a16:creationId xmlns:a16="http://schemas.microsoft.com/office/drawing/2014/main" id="{8E7579A6-47D0-8AFE-02B0-177C74E6CAE9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225139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0" name="文本框 129">
                    <a:extLst>
                      <a:ext uri="{FF2B5EF4-FFF2-40B4-BE49-F238E27FC236}">
                        <a16:creationId xmlns:a16="http://schemas.microsoft.com/office/drawing/2014/main" id="{C8DFB045-5594-298F-FE64-4C44F59E63C9}"/>
                      </a:ext>
                    </a:extLst>
                  </p:cNvPr>
                  <p:cNvSpPr txBox="1"/>
                  <p:nvPr/>
                </p:nvSpPr>
                <p:spPr>
                  <a:xfrm>
                    <a:off x="3028056" y="3512400"/>
                    <a:ext cx="12600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−16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30" name="文本框 129">
                    <a:extLst>
                      <a:ext uri="{FF2B5EF4-FFF2-40B4-BE49-F238E27FC236}">
                        <a16:creationId xmlns:a16="http://schemas.microsoft.com/office/drawing/2014/main" id="{C8DFB045-5594-298F-FE64-4C44F59E63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28056" y="3512400"/>
                    <a:ext cx="126008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187BE848-3E14-4011-6F4B-A686E223991C}"/>
                </a:ext>
              </a:extLst>
            </p:cNvPr>
            <p:cNvCxnSpPr>
              <a:cxnSpLocks/>
            </p:cNvCxnSpPr>
            <p:nvPr/>
          </p:nvCxnSpPr>
          <p:spPr>
            <a:xfrm>
              <a:off x="5443749" y="1688710"/>
              <a:ext cx="0" cy="50513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CE9C8F6-CA1C-3A64-636A-5849B1D7BB79}"/>
                  </a:ext>
                </a:extLst>
              </p:cNvPr>
              <p:cNvSpPr txBox="1"/>
              <p:nvPr/>
            </p:nvSpPr>
            <p:spPr>
              <a:xfrm>
                <a:off x="1782271" y="2667023"/>
                <a:ext cx="4969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CE9C8F6-CA1C-3A64-636A-5849B1D7B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271" y="2667023"/>
                <a:ext cx="496996" cy="276999"/>
              </a:xfrm>
              <a:prstGeom prst="rect">
                <a:avLst/>
              </a:prstGeom>
              <a:blipFill>
                <a:blip r:embed="rId15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154A90D-DF46-85B9-A147-A77FE077F048}"/>
                  </a:ext>
                </a:extLst>
              </p:cNvPr>
              <p:cNvSpPr txBox="1"/>
              <p:nvPr/>
            </p:nvSpPr>
            <p:spPr>
              <a:xfrm>
                <a:off x="3679033" y="680569"/>
                <a:ext cx="7657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154A90D-DF46-85B9-A147-A77FE077F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033" y="680569"/>
                <a:ext cx="765722" cy="276999"/>
              </a:xfrm>
              <a:prstGeom prst="rect">
                <a:avLst/>
              </a:prstGeom>
              <a:blipFill>
                <a:blip r:embed="rId16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B0584C8-3DC3-44BF-921B-D046B092FEBB}"/>
                  </a:ext>
                </a:extLst>
              </p:cNvPr>
              <p:cNvSpPr txBox="1"/>
              <p:nvPr/>
            </p:nvSpPr>
            <p:spPr>
              <a:xfrm>
                <a:off x="3679033" y="1362158"/>
                <a:ext cx="7657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−4)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B0584C8-3DC3-44BF-921B-D046B092F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033" y="1362158"/>
                <a:ext cx="765722" cy="276999"/>
              </a:xfrm>
              <a:prstGeom prst="rect">
                <a:avLst/>
              </a:prstGeom>
              <a:blipFill>
                <a:blip r:embed="rId1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E91F490-B543-EB7E-D886-1EF9BC2E7489}"/>
                  </a:ext>
                </a:extLst>
              </p:cNvPr>
              <p:cNvSpPr txBox="1"/>
              <p:nvPr/>
            </p:nvSpPr>
            <p:spPr>
              <a:xfrm>
                <a:off x="3670723" y="1884727"/>
                <a:ext cx="7657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−9)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E91F490-B543-EB7E-D886-1EF9BC2E7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723" y="1884727"/>
                <a:ext cx="765722" cy="276999"/>
              </a:xfrm>
              <a:prstGeom prst="rect">
                <a:avLst/>
              </a:prstGeom>
              <a:blipFill>
                <a:blip r:embed="rId18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0BB6EA8-597F-65A4-138E-5E769709EB7B}"/>
                  </a:ext>
                </a:extLst>
              </p:cNvPr>
              <p:cNvSpPr txBox="1"/>
              <p:nvPr/>
            </p:nvSpPr>
            <p:spPr>
              <a:xfrm>
                <a:off x="3640676" y="2487750"/>
                <a:ext cx="8506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−16)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0BB6EA8-597F-65A4-138E-5E769709E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76" y="2487750"/>
                <a:ext cx="850682" cy="276999"/>
              </a:xfrm>
              <a:prstGeom prst="rect">
                <a:avLst/>
              </a:prstGeom>
              <a:blipFill>
                <a:blip r:embed="rId19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9F31DB3-2144-7E92-6DB8-2222988919D9}"/>
                  </a:ext>
                </a:extLst>
              </p:cNvPr>
              <p:cNvSpPr txBox="1"/>
              <p:nvPr/>
            </p:nvSpPr>
            <p:spPr>
              <a:xfrm>
                <a:off x="3612445" y="3374872"/>
                <a:ext cx="52899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9F31DB3-2144-7E92-6DB8-222298891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2445" y="3374872"/>
                <a:ext cx="528991" cy="276999"/>
              </a:xfrm>
              <a:prstGeom prst="rect">
                <a:avLst/>
              </a:prstGeom>
              <a:blipFill>
                <a:blip r:embed="rId20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5098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1843</TotalTime>
  <Words>257</Words>
  <Application>Microsoft Office PowerPoint</Application>
  <PresentationFormat>宽屏</PresentationFormat>
  <Paragraphs>143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2026-04-18T13:28:21Z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