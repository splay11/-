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96" r:id="rId2"/>
    <p:sldId id="307" r:id="rId3"/>
    <p:sldId id="308" r:id="rId4"/>
    <p:sldId id="302" r:id="rId5"/>
    <p:sldId id="304" r:id="rId6"/>
    <p:sldId id="306" r:id="rId7"/>
    <p:sldId id="305" r:id="rId8"/>
    <p:sldId id="303" r:id="rId9"/>
    <p:sldId id="300" r:id="rId10"/>
    <p:sldId id="30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564DA2-F705-4989-BF74-638DC220AACE}" v="117" dt="2026-04-20T02:48:23.2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15" autoAdjust="0"/>
  </p:normalViewPr>
  <p:slideViewPr>
    <p:cSldViewPr snapToGrid="0">
      <p:cViewPr>
        <p:scale>
          <a:sx n="300" d="100"/>
          <a:sy n="300" d="100"/>
        </p:scale>
        <p:origin x="-5124" y="-15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 sldOrd">
      <pc:chgData name="昕 许" userId="a2975fcd840abfc3" providerId="LiveId" clId="{49CCD4F9-177C-4270-9A14-60236FF377E8}" dt="2026-04-20T02:49:07.896" v="9750" actId="14100"/>
      <pc:docMkLst>
        <pc:docMk/>
      </pc:docMkLst>
      <pc:sldChg chg="addSp delSp modSp add mod">
        <pc:chgData name="昕 许" userId="a2975fcd840abfc3" providerId="LiveId" clId="{49CCD4F9-177C-4270-9A14-60236FF377E8}" dt="2026-04-20T02:49:07.896" v="9750" actId="14100"/>
        <pc:sldMkLst>
          <pc:docMk/>
          <pc:sldMk cId="3949537576" sldId="296"/>
        </pc:sldMkLst>
        <pc:spChg chg="add mod">
          <ac:chgData name="昕 许" userId="a2975fcd840abfc3" providerId="LiveId" clId="{49CCD4F9-177C-4270-9A14-60236FF377E8}" dt="2026-04-20T02:24:07.106" v="9287"/>
          <ac:spMkLst>
            <pc:docMk/>
            <pc:sldMk cId="3949537576" sldId="296"/>
            <ac:spMk id="2" creationId="{466D4D54-50A0-1CAD-C9A0-B78E253AE6E3}"/>
          </ac:spMkLst>
        </pc:spChg>
        <pc:spChg chg="mod">
          <ac:chgData name="昕 许" userId="a2975fcd840abfc3" providerId="LiveId" clId="{49CCD4F9-177C-4270-9A14-60236FF377E8}" dt="2026-04-20T02:24:27.671" v="9294" actId="20577"/>
          <ac:spMkLst>
            <pc:docMk/>
            <pc:sldMk cId="3949537576" sldId="296"/>
            <ac:spMk id="4" creationId="{F5E87213-B432-F9F7-383B-EA19522CD5FE}"/>
          </ac:spMkLst>
        </pc:spChg>
        <pc:spChg chg="mod">
          <ac:chgData name="昕 许" userId="a2975fcd840abfc3" providerId="LiveId" clId="{49CCD4F9-177C-4270-9A14-60236FF377E8}" dt="2026-04-20T02:24:27.671" v="9294" actId="20577"/>
          <ac:spMkLst>
            <pc:docMk/>
            <pc:sldMk cId="3949537576" sldId="296"/>
            <ac:spMk id="5" creationId="{97457303-CED0-F5E4-C139-5D244D865268}"/>
          </ac:spMkLst>
        </pc:spChg>
        <pc:spChg chg="mod topLvl">
          <ac:chgData name="昕 许" userId="a2975fcd840abfc3" providerId="LiveId" clId="{49CCD4F9-177C-4270-9A14-60236FF377E8}" dt="2026-04-20T02:28:36.072" v="9400" actId="208"/>
          <ac:spMkLst>
            <pc:docMk/>
            <pc:sldMk cId="3949537576" sldId="296"/>
            <ac:spMk id="7" creationId="{5626D0A5-9E9E-5F73-E357-C8FA1080862B}"/>
          </ac:spMkLst>
        </pc:spChg>
        <pc:spChg chg="del mod topLvl">
          <ac:chgData name="昕 许" userId="a2975fcd840abfc3" providerId="LiveId" clId="{49CCD4F9-177C-4270-9A14-60236FF377E8}" dt="2026-04-20T02:25:35.483" v="9314" actId="478"/>
          <ac:spMkLst>
            <pc:docMk/>
            <pc:sldMk cId="3949537576" sldId="296"/>
            <ac:spMk id="8" creationId="{210C8D0B-03CE-3C87-21F7-3D16D2CC353E}"/>
          </ac:spMkLst>
        </pc:spChg>
        <pc:spChg chg="add mod">
          <ac:chgData name="昕 许" userId="a2975fcd840abfc3" providerId="LiveId" clId="{49CCD4F9-177C-4270-9A14-60236FF377E8}" dt="2026-04-20T02:25:16.044" v="9308" actId="1076"/>
          <ac:spMkLst>
            <pc:docMk/>
            <pc:sldMk cId="3949537576" sldId="296"/>
            <ac:spMk id="9" creationId="{D8CA5D1B-95FF-BF9A-2758-3EA364AB2EBF}"/>
          </ac:spMkLst>
        </pc:spChg>
        <pc:spChg chg="add mod">
          <ac:chgData name="昕 许" userId="a2975fcd840abfc3" providerId="LiveId" clId="{49CCD4F9-177C-4270-9A14-60236FF377E8}" dt="2026-04-20T02:29:47.085" v="9427" actId="20577"/>
          <ac:spMkLst>
            <pc:docMk/>
            <pc:sldMk cId="3949537576" sldId="296"/>
            <ac:spMk id="13" creationId="{392497A6-4FCC-7E55-16F1-8E36FF4C0010}"/>
          </ac:spMkLst>
        </pc:spChg>
        <pc:spChg chg="add mod">
          <ac:chgData name="昕 许" userId="a2975fcd840abfc3" providerId="LiveId" clId="{49CCD4F9-177C-4270-9A14-60236FF377E8}" dt="2026-04-20T02:28:21.744" v="9397" actId="208"/>
          <ac:spMkLst>
            <pc:docMk/>
            <pc:sldMk cId="3949537576" sldId="296"/>
            <ac:spMk id="21" creationId="{A1C3D865-A55B-7380-3D50-7C9E5056C62B}"/>
          </ac:spMkLst>
        </pc:spChg>
        <pc:spChg chg="add mod">
          <ac:chgData name="昕 许" userId="a2975fcd840abfc3" providerId="LiveId" clId="{49CCD4F9-177C-4270-9A14-60236FF377E8}" dt="2026-04-20T02:27:02.246" v="9361" actId="14100"/>
          <ac:spMkLst>
            <pc:docMk/>
            <pc:sldMk cId="3949537576" sldId="296"/>
            <ac:spMk id="23" creationId="{81D80B62-65B8-8246-2153-980194FF9BAC}"/>
          </ac:spMkLst>
        </pc:spChg>
        <pc:spChg chg="add mod topLvl">
          <ac:chgData name="昕 许" userId="a2975fcd840abfc3" providerId="LiveId" clId="{49CCD4F9-177C-4270-9A14-60236FF377E8}" dt="2026-04-20T02:28:21.744" v="9397" actId="208"/>
          <ac:spMkLst>
            <pc:docMk/>
            <pc:sldMk cId="3949537576" sldId="296"/>
            <ac:spMk id="28" creationId="{2C624FBB-ED35-9870-19AC-B751A1533176}"/>
          </ac:spMkLst>
        </pc:spChg>
        <pc:spChg chg="add mod">
          <ac:chgData name="昕 许" userId="a2975fcd840abfc3" providerId="LiveId" clId="{49CCD4F9-177C-4270-9A14-60236FF377E8}" dt="2026-04-20T02:27:07.045" v="9363" actId="1076"/>
          <ac:spMkLst>
            <pc:docMk/>
            <pc:sldMk cId="3949537576" sldId="296"/>
            <ac:spMk id="29" creationId="{AAF47651-2AB6-03F4-5527-B37CA29D1FAE}"/>
          </ac:spMkLst>
        </pc:spChg>
        <pc:spChg chg="add del mod topLvl">
          <ac:chgData name="昕 许" userId="a2975fcd840abfc3" providerId="LiveId" clId="{49CCD4F9-177C-4270-9A14-60236FF377E8}" dt="2026-04-20T02:25:28.718" v="9311" actId="478"/>
          <ac:spMkLst>
            <pc:docMk/>
            <pc:sldMk cId="3949537576" sldId="296"/>
            <ac:spMk id="30" creationId="{0E0DB9BA-F348-5491-760F-C2C4FE3C17FC}"/>
          </ac:spMkLst>
        </pc:spChg>
        <pc:spChg chg="add mod">
          <ac:chgData name="昕 许" userId="a2975fcd840abfc3" providerId="LiveId" clId="{49CCD4F9-177C-4270-9A14-60236FF377E8}" dt="2026-04-20T02:27:20.479" v="9366" actId="1076"/>
          <ac:spMkLst>
            <pc:docMk/>
            <pc:sldMk cId="3949537576" sldId="296"/>
            <ac:spMk id="33" creationId="{37F986D9-8B22-C815-42ED-452A776866B5}"/>
          </ac:spMkLst>
        </pc:spChg>
        <pc:spChg chg="add mod">
          <ac:chgData name="昕 许" userId="a2975fcd840abfc3" providerId="LiveId" clId="{49CCD4F9-177C-4270-9A14-60236FF377E8}" dt="2026-04-20T02:27:26.306" v="9368" actId="1076"/>
          <ac:spMkLst>
            <pc:docMk/>
            <pc:sldMk cId="3949537576" sldId="296"/>
            <ac:spMk id="34" creationId="{F42E619B-FBDC-7B77-ECDE-0860EA571691}"/>
          </ac:spMkLst>
        </pc:spChg>
        <pc:spChg chg="add mod">
          <ac:chgData name="昕 许" userId="a2975fcd840abfc3" providerId="LiveId" clId="{49CCD4F9-177C-4270-9A14-60236FF377E8}" dt="2026-04-20T02:49:01.489" v="9748" actId="1076"/>
          <ac:spMkLst>
            <pc:docMk/>
            <pc:sldMk cId="3949537576" sldId="296"/>
            <ac:spMk id="35" creationId="{33036484-65C8-07C0-EAAE-E84E7EF3E12A}"/>
          </ac:spMkLst>
        </pc:spChg>
        <pc:spChg chg="add mod">
          <ac:chgData name="昕 许" userId="a2975fcd840abfc3" providerId="LiveId" clId="{49CCD4F9-177C-4270-9A14-60236FF377E8}" dt="2026-04-20T02:28:26.707" v="9399" actId="1076"/>
          <ac:spMkLst>
            <pc:docMk/>
            <pc:sldMk cId="3949537576" sldId="296"/>
            <ac:spMk id="36" creationId="{42E3DCC9-89A0-981E-86DD-FF150EAB92C2}"/>
          </ac:spMkLst>
        </pc:spChg>
        <pc:spChg chg="add mod">
          <ac:chgData name="昕 许" userId="a2975fcd840abfc3" providerId="LiveId" clId="{49CCD4F9-177C-4270-9A14-60236FF377E8}" dt="2026-04-20T02:49:04.858" v="9749" actId="1076"/>
          <ac:spMkLst>
            <pc:docMk/>
            <pc:sldMk cId="3949537576" sldId="296"/>
            <ac:spMk id="51" creationId="{4A9ACCD8-F613-7835-C83C-314F79E3352A}"/>
          </ac:spMkLst>
        </pc:spChg>
        <pc:spChg chg="mod topLvl">
          <ac:chgData name="昕 许" userId="a2975fcd840abfc3" providerId="LiveId" clId="{49CCD4F9-177C-4270-9A14-60236FF377E8}" dt="2026-04-20T02:27:15.889" v="9365" actId="1076"/>
          <ac:spMkLst>
            <pc:docMk/>
            <pc:sldMk cId="3949537576" sldId="296"/>
            <ac:spMk id="65" creationId="{A507A95D-20F8-D829-E6A4-E731A5DCD3B4}"/>
          </ac:spMkLst>
        </pc:spChg>
        <pc:spChg chg="del mod topLvl">
          <ac:chgData name="昕 许" userId="a2975fcd840abfc3" providerId="LiveId" clId="{49CCD4F9-177C-4270-9A14-60236FF377E8}" dt="2026-04-20T02:25:30.959" v="9312" actId="478"/>
          <ac:spMkLst>
            <pc:docMk/>
            <pc:sldMk cId="3949537576" sldId="296"/>
            <ac:spMk id="69" creationId="{88427168-5174-D556-7FE7-F00426314EC6}"/>
          </ac:spMkLst>
        </pc:spChg>
        <pc:spChg chg="mod topLvl">
          <ac:chgData name="昕 许" userId="a2975fcd840abfc3" providerId="LiveId" clId="{49CCD4F9-177C-4270-9A14-60236FF377E8}" dt="2026-04-20T02:28:21.744" v="9397" actId="208"/>
          <ac:spMkLst>
            <pc:docMk/>
            <pc:sldMk cId="3949537576" sldId="296"/>
            <ac:spMk id="71" creationId="{55118B56-A04B-70D2-0FBA-576D5523D184}"/>
          </ac:spMkLst>
        </pc:spChg>
        <pc:spChg chg="del mod topLvl">
          <ac:chgData name="昕 许" userId="a2975fcd840abfc3" providerId="LiveId" clId="{49CCD4F9-177C-4270-9A14-60236FF377E8}" dt="2026-04-20T02:25:33.343" v="9313" actId="478"/>
          <ac:spMkLst>
            <pc:docMk/>
            <pc:sldMk cId="3949537576" sldId="296"/>
            <ac:spMk id="72" creationId="{D6BBAB17-F015-0373-E7C1-A24D8D5DE8C5}"/>
          </ac:spMkLst>
        </pc:spChg>
        <pc:spChg chg="add del mod">
          <ac:chgData name="昕 许" userId="a2975fcd840abfc3" providerId="LiveId" clId="{49CCD4F9-177C-4270-9A14-60236FF377E8}" dt="2026-04-20T02:23:56.297" v="9285" actId="478"/>
          <ac:spMkLst>
            <pc:docMk/>
            <pc:sldMk cId="3949537576" sldId="296"/>
            <ac:spMk id="77" creationId="{D9D5028A-8FCA-AC09-093A-CBC3B90B0637}"/>
          </ac:spMkLst>
        </pc:spChg>
        <pc:spChg chg="add del mod">
          <ac:chgData name="昕 许" userId="a2975fcd840abfc3" providerId="LiveId" clId="{49CCD4F9-177C-4270-9A14-60236FF377E8}" dt="2026-04-20T02:23:49.430" v="9282" actId="478"/>
          <ac:spMkLst>
            <pc:docMk/>
            <pc:sldMk cId="3949537576" sldId="296"/>
            <ac:spMk id="147" creationId="{9481DE83-4187-ACE7-9A28-992997736F30}"/>
          </ac:spMkLst>
        </pc:spChg>
        <pc:spChg chg="add del mod">
          <ac:chgData name="昕 许" userId="a2975fcd840abfc3" providerId="LiveId" clId="{49CCD4F9-177C-4270-9A14-60236FF377E8}" dt="2026-04-20T02:23:59.348" v="9286" actId="478"/>
          <ac:spMkLst>
            <pc:docMk/>
            <pc:sldMk cId="3949537576" sldId="296"/>
            <ac:spMk id="148" creationId="{E3875853-4598-71C0-0967-40A6D2D9F5BF}"/>
          </ac:spMkLst>
        </pc:spChg>
        <pc:spChg chg="add del mod">
          <ac:chgData name="昕 许" userId="a2975fcd840abfc3" providerId="LiveId" clId="{49CCD4F9-177C-4270-9A14-60236FF377E8}" dt="2026-04-20T02:23:51.829" v="9283" actId="478"/>
          <ac:spMkLst>
            <pc:docMk/>
            <pc:sldMk cId="3949537576" sldId="296"/>
            <ac:spMk id="149" creationId="{32FE055D-DBE9-2D76-CE39-42AC4EADC7BB}"/>
          </ac:spMkLst>
        </pc:spChg>
        <pc:spChg chg="add del mod">
          <ac:chgData name="昕 许" userId="a2975fcd840abfc3" providerId="LiveId" clId="{49CCD4F9-177C-4270-9A14-60236FF377E8}" dt="2026-04-20T02:23:51.829" v="9283" actId="478"/>
          <ac:spMkLst>
            <pc:docMk/>
            <pc:sldMk cId="3949537576" sldId="296"/>
            <ac:spMk id="158" creationId="{F467A9C1-4C37-39BE-9080-8449E4520CB4}"/>
          </ac:spMkLst>
        </pc:spChg>
        <pc:grpChg chg="add del mod">
          <ac:chgData name="昕 许" userId="a2975fcd840abfc3" providerId="LiveId" clId="{49CCD4F9-177C-4270-9A14-60236FF377E8}" dt="2026-04-20T02:25:00.528" v="9298" actId="478"/>
          <ac:grpSpMkLst>
            <pc:docMk/>
            <pc:sldMk cId="3949537576" sldId="296"/>
            <ac:grpSpMk id="3" creationId="{DDAE4FB8-1E99-6A01-C9D9-B460FE406775}"/>
          </ac:grpSpMkLst>
        </pc:grpChg>
        <pc:grpChg chg="add del mod">
          <ac:chgData name="昕 许" userId="a2975fcd840abfc3" providerId="LiveId" clId="{49CCD4F9-177C-4270-9A14-60236FF377E8}" dt="2026-04-20T02:25:35.483" v="9314" actId="478"/>
          <ac:grpSpMkLst>
            <pc:docMk/>
            <pc:sldMk cId="3949537576" sldId="296"/>
            <ac:grpSpMk id="6" creationId="{D46E3F9C-BDB5-AE91-5D9C-DF639E90E9E8}"/>
          </ac:grpSpMkLst>
        </pc:grpChg>
        <pc:grpChg chg="add mod">
          <ac:chgData name="昕 许" userId="a2975fcd840abfc3" providerId="LiveId" clId="{49CCD4F9-177C-4270-9A14-60236FF377E8}" dt="2026-04-20T02:29:47.085" v="9427" actId="20577"/>
          <ac:grpSpMkLst>
            <pc:docMk/>
            <pc:sldMk cId="3949537576" sldId="296"/>
            <ac:grpSpMk id="16" creationId="{81EAED29-B65F-82CA-E047-CDD6F9C1D644}"/>
          </ac:grpSpMkLst>
        </pc:grpChg>
        <pc:grpChg chg="add del mod">
          <ac:chgData name="昕 许" userId="a2975fcd840abfc3" providerId="LiveId" clId="{49CCD4F9-177C-4270-9A14-60236FF377E8}" dt="2026-04-20T02:23:53.939" v="9284" actId="478"/>
          <ac:grpSpMkLst>
            <pc:docMk/>
            <pc:sldMk cId="3949537576" sldId="296"/>
            <ac:grpSpMk id="31" creationId="{9D663FF3-711F-B2F9-BCF5-5E38AA0E7D4C}"/>
          </ac:grpSpMkLst>
        </pc:grpChg>
        <pc:grpChg chg="add del mod">
          <ac:chgData name="昕 许" userId="a2975fcd840abfc3" providerId="LiveId" clId="{49CCD4F9-177C-4270-9A14-60236FF377E8}" dt="2026-04-20T02:25:06.218" v="9302" actId="478"/>
          <ac:grpSpMkLst>
            <pc:docMk/>
            <pc:sldMk cId="3949537576" sldId="296"/>
            <ac:grpSpMk id="32" creationId="{F1301BB2-1900-59DC-F0E2-A957D7EA9EAD}"/>
          </ac:grpSpMkLst>
        </pc:grpChg>
        <pc:grpChg chg="add del mod">
          <ac:chgData name="昕 许" userId="a2975fcd840abfc3" providerId="LiveId" clId="{49CCD4F9-177C-4270-9A14-60236FF377E8}" dt="2026-04-20T02:23:53.939" v="9284" actId="478"/>
          <ac:grpSpMkLst>
            <pc:docMk/>
            <pc:sldMk cId="3949537576" sldId="296"/>
            <ac:grpSpMk id="43" creationId="{B70785F8-C908-DBB1-EC9A-B39045F6D20A}"/>
          </ac:grpSpMkLst>
        </pc:grpChg>
        <pc:grpChg chg="add del mod">
          <ac:chgData name="昕 许" userId="a2975fcd840abfc3" providerId="LiveId" clId="{49CCD4F9-177C-4270-9A14-60236FF377E8}" dt="2026-04-20T02:25:28.718" v="9311" actId="478"/>
          <ac:grpSpMkLst>
            <pc:docMk/>
            <pc:sldMk cId="3949537576" sldId="296"/>
            <ac:grpSpMk id="46" creationId="{7A7E0ABB-0E09-E8EC-7E0D-8E60C9668563}"/>
          </ac:grpSpMkLst>
        </pc:grpChg>
        <pc:grpChg chg="add del mod">
          <ac:chgData name="昕 许" userId="a2975fcd840abfc3" providerId="LiveId" clId="{49CCD4F9-177C-4270-9A14-60236FF377E8}" dt="2026-04-20T02:24:36.031" v="9296" actId="478"/>
          <ac:grpSpMkLst>
            <pc:docMk/>
            <pc:sldMk cId="3949537576" sldId="296"/>
            <ac:grpSpMk id="54" creationId="{35758378-F36E-259D-93E3-8B982A1A2084}"/>
          </ac:grpSpMkLst>
        </pc:grpChg>
        <pc:grpChg chg="add del mod">
          <ac:chgData name="昕 许" userId="a2975fcd840abfc3" providerId="LiveId" clId="{49CCD4F9-177C-4270-9A14-60236FF377E8}" dt="2026-04-20T02:25:30.959" v="9312" actId="478"/>
          <ac:grpSpMkLst>
            <pc:docMk/>
            <pc:sldMk cId="3949537576" sldId="296"/>
            <ac:grpSpMk id="64" creationId="{20CBA167-0D45-AA5A-95DB-D990A03EB02F}"/>
          </ac:grpSpMkLst>
        </pc:grpChg>
        <pc:grpChg chg="add del mod">
          <ac:chgData name="昕 许" userId="a2975fcd840abfc3" providerId="LiveId" clId="{49CCD4F9-177C-4270-9A14-60236FF377E8}" dt="2026-04-20T02:25:33.343" v="9313" actId="478"/>
          <ac:grpSpMkLst>
            <pc:docMk/>
            <pc:sldMk cId="3949537576" sldId="296"/>
            <ac:grpSpMk id="70" creationId="{E60FD3F4-3729-089E-D97F-712BE2969003}"/>
          </ac:grpSpMkLst>
        </pc:grpChg>
        <pc:grpChg chg="add del mod">
          <ac:chgData name="昕 许" userId="a2975fcd840abfc3" providerId="LiveId" clId="{49CCD4F9-177C-4270-9A14-60236FF377E8}" dt="2026-04-20T02:26:33.236" v="9347" actId="478"/>
          <ac:grpSpMkLst>
            <pc:docMk/>
            <pc:sldMk cId="3949537576" sldId="296"/>
            <ac:grpSpMk id="73" creationId="{0CB609FF-029B-8C1C-4284-42F9CDD4D52E}"/>
          </ac:grpSpMkLst>
        </pc:grpChg>
        <pc:grpChg chg="add del mod">
          <ac:chgData name="昕 许" userId="a2975fcd840abfc3" providerId="LiveId" clId="{49CCD4F9-177C-4270-9A14-60236FF377E8}" dt="2026-04-20T02:23:53.939" v="9284" actId="478"/>
          <ac:grpSpMkLst>
            <pc:docMk/>
            <pc:sldMk cId="3949537576" sldId="296"/>
            <ac:grpSpMk id="80" creationId="{FDEACA0C-ADB5-AF64-E845-48A0AA966387}"/>
          </ac:grpSpMkLst>
        </pc:grpChg>
        <pc:grpChg chg="add del mod">
          <ac:chgData name="昕 许" userId="a2975fcd840abfc3" providerId="LiveId" clId="{49CCD4F9-177C-4270-9A14-60236FF377E8}" dt="2026-04-20T02:23:53.939" v="9284" actId="478"/>
          <ac:grpSpMkLst>
            <pc:docMk/>
            <pc:sldMk cId="3949537576" sldId="296"/>
            <ac:grpSpMk id="81" creationId="{863A52BC-724F-7866-CD1F-88AA541D688E}"/>
          </ac:grpSpMkLst>
        </pc:grpChg>
        <pc:grpChg chg="add del mod">
          <ac:chgData name="昕 许" userId="a2975fcd840abfc3" providerId="LiveId" clId="{49CCD4F9-177C-4270-9A14-60236FF377E8}" dt="2026-04-20T02:23:56.297" v="9285" actId="478"/>
          <ac:grpSpMkLst>
            <pc:docMk/>
            <pc:sldMk cId="3949537576" sldId="296"/>
            <ac:grpSpMk id="85" creationId="{6858389B-42C8-5976-34AC-EFF69AB7F942}"/>
          </ac:grpSpMkLst>
        </pc:grpChg>
        <pc:grpChg chg="add del mod">
          <ac:chgData name="昕 许" userId="a2975fcd840abfc3" providerId="LiveId" clId="{49CCD4F9-177C-4270-9A14-60236FF377E8}" dt="2026-04-20T02:23:56.297" v="9285" actId="478"/>
          <ac:grpSpMkLst>
            <pc:docMk/>
            <pc:sldMk cId="3949537576" sldId="296"/>
            <ac:grpSpMk id="91" creationId="{796B3D0A-7E5A-7E10-F732-305E8850F17D}"/>
          </ac:grpSpMkLst>
        </pc:grpChg>
        <pc:grpChg chg="add del mod">
          <ac:chgData name="昕 许" userId="a2975fcd840abfc3" providerId="LiveId" clId="{49CCD4F9-177C-4270-9A14-60236FF377E8}" dt="2026-04-20T02:23:56.297" v="9285" actId="478"/>
          <ac:grpSpMkLst>
            <pc:docMk/>
            <pc:sldMk cId="3949537576" sldId="296"/>
            <ac:grpSpMk id="114" creationId="{EE181ACC-2B22-2FC4-7AA4-D5B72E86CED6}"/>
          </ac:grpSpMkLst>
        </pc:grpChg>
        <pc:grpChg chg="add del mod">
          <ac:chgData name="昕 许" userId="a2975fcd840abfc3" providerId="LiveId" clId="{49CCD4F9-177C-4270-9A14-60236FF377E8}" dt="2026-04-20T02:23:56.297" v="9285" actId="478"/>
          <ac:grpSpMkLst>
            <pc:docMk/>
            <pc:sldMk cId="3949537576" sldId="296"/>
            <ac:grpSpMk id="119" creationId="{C2ABD0F2-BA44-46A7-B297-ED86790D850C}"/>
          </ac:grpSpMkLst>
        </pc:grpChg>
        <pc:grpChg chg="add del mod">
          <ac:chgData name="昕 许" userId="a2975fcd840abfc3" providerId="LiveId" clId="{49CCD4F9-177C-4270-9A14-60236FF377E8}" dt="2026-04-20T02:23:56.297" v="9285" actId="478"/>
          <ac:grpSpMkLst>
            <pc:docMk/>
            <pc:sldMk cId="3949537576" sldId="296"/>
            <ac:grpSpMk id="130" creationId="{8F7ABC94-0A60-316B-2A9A-1E5F6A3284F0}"/>
          </ac:grpSpMkLst>
        </pc:grpChg>
        <pc:grpChg chg="add del mod">
          <ac:chgData name="昕 许" userId="a2975fcd840abfc3" providerId="LiveId" clId="{49CCD4F9-177C-4270-9A14-60236FF377E8}" dt="2026-04-20T02:23:56.297" v="9285" actId="478"/>
          <ac:grpSpMkLst>
            <pc:docMk/>
            <pc:sldMk cId="3949537576" sldId="296"/>
            <ac:grpSpMk id="138" creationId="{4FC02414-C72B-684D-ED8F-3A68C1B4E824}"/>
          </ac:grpSpMkLst>
        </pc:grpChg>
        <pc:cxnChg chg="add mod">
          <ac:chgData name="昕 许" userId="a2975fcd840abfc3" providerId="LiveId" clId="{49CCD4F9-177C-4270-9A14-60236FF377E8}" dt="2026-04-20T02:29:21.957" v="9419" actId="14100"/>
          <ac:cxnSpMkLst>
            <pc:docMk/>
            <pc:sldMk cId="3949537576" sldId="296"/>
            <ac:cxnSpMk id="10" creationId="{50484B81-C898-4920-D5FE-AFE86A4D75AB}"/>
          </ac:cxnSpMkLst>
        </pc:cxnChg>
        <pc:cxnChg chg="add mod">
          <ac:chgData name="昕 许" userId="a2975fcd840abfc3" providerId="LiveId" clId="{49CCD4F9-177C-4270-9A14-60236FF377E8}" dt="2026-04-20T02:29:47.085" v="9427" actId="20577"/>
          <ac:cxnSpMkLst>
            <pc:docMk/>
            <pc:sldMk cId="3949537576" sldId="296"/>
            <ac:cxnSpMk id="11" creationId="{F8D3A6D5-D58D-5E4F-B808-F439B7D1B6F0}"/>
          </ac:cxnSpMkLst>
        </pc:cxnChg>
        <pc:cxnChg chg="add mod">
          <ac:chgData name="昕 许" userId="a2975fcd840abfc3" providerId="LiveId" clId="{49CCD4F9-177C-4270-9A14-60236FF377E8}" dt="2026-04-20T02:26:54.606" v="9357" actId="14100"/>
          <ac:cxnSpMkLst>
            <pc:docMk/>
            <pc:sldMk cId="3949537576" sldId="296"/>
            <ac:cxnSpMk id="14" creationId="{00BFF375-7D66-8F04-0912-E750D5B8B7C9}"/>
          </ac:cxnSpMkLst>
        </pc:cxnChg>
        <pc:cxnChg chg="add mod">
          <ac:chgData name="昕 许" userId="a2975fcd840abfc3" providerId="LiveId" clId="{49CCD4F9-177C-4270-9A14-60236FF377E8}" dt="2026-04-20T02:49:07.896" v="9750" actId="14100"/>
          <ac:cxnSpMkLst>
            <pc:docMk/>
            <pc:sldMk cId="3949537576" sldId="296"/>
            <ac:cxnSpMk id="37" creationId="{DC0E42DA-5B55-CAE7-3F83-B3706D42B06C}"/>
          </ac:cxnSpMkLst>
        </pc:cxnChg>
        <pc:cxnChg chg="add mod">
          <ac:chgData name="昕 许" userId="a2975fcd840abfc3" providerId="LiveId" clId="{49CCD4F9-177C-4270-9A14-60236FF377E8}" dt="2026-04-20T02:49:01.489" v="9748" actId="1076"/>
          <ac:cxnSpMkLst>
            <pc:docMk/>
            <pc:sldMk cId="3949537576" sldId="296"/>
            <ac:cxnSpMk id="41" creationId="{32E4D417-A7CB-1353-8B3E-A5A727D1B650}"/>
          </ac:cxnSpMkLst>
        </pc:cxnChg>
        <pc:cxnChg chg="add mod">
          <ac:chgData name="昕 许" userId="a2975fcd840abfc3" providerId="LiveId" clId="{49CCD4F9-177C-4270-9A14-60236FF377E8}" dt="2026-04-20T02:49:01.489" v="9748" actId="1076"/>
          <ac:cxnSpMkLst>
            <pc:docMk/>
            <pc:sldMk cId="3949537576" sldId="296"/>
            <ac:cxnSpMk id="45" creationId="{CE67EA02-1B59-24F1-4151-E43879D61908}"/>
          </ac:cxnSpMkLst>
        </pc:cxnChg>
      </pc:sldChg>
      <pc:sldChg chg="modSp add mod">
        <pc:chgData name="昕 许" userId="a2975fcd840abfc3" providerId="LiveId" clId="{49CCD4F9-177C-4270-9A14-60236FF377E8}" dt="2026-04-08T07:57:34.805" v="7286" actId="255"/>
        <pc:sldMkLst>
          <pc:docMk/>
          <pc:sldMk cId="1907695136" sldId="300"/>
        </pc:sldMkLst>
        <pc:spChg chg="mod">
          <ac:chgData name="昕 许" userId="a2975fcd840abfc3" providerId="LiveId" clId="{49CCD4F9-177C-4270-9A14-60236FF377E8}" dt="2026-04-08T07:57:34.805" v="7286" actId="255"/>
          <ac:spMkLst>
            <pc:docMk/>
            <pc:sldMk cId="1907695136" sldId="300"/>
            <ac:spMk id="65" creationId="{67277802-AA04-818A-C85D-4844BA02FDD3}"/>
          </ac:spMkLst>
        </pc:spChg>
      </pc:sldChg>
      <pc:sldChg chg="addSp delSp modSp add mod">
        <pc:chgData name="昕 许" userId="a2975fcd840abfc3" providerId="LiveId" clId="{49CCD4F9-177C-4270-9A14-60236FF377E8}" dt="2026-04-08T09:25:16.430" v="7360" actId="1076"/>
        <pc:sldMkLst>
          <pc:docMk/>
          <pc:sldMk cId="4085098542" sldId="301"/>
        </pc:sldMkLst>
        <pc:spChg chg="mod">
          <ac:chgData name="昕 许" userId="a2975fcd840abfc3" providerId="LiveId" clId="{49CCD4F9-177C-4270-9A14-60236FF377E8}" dt="2026-04-08T09:23:03.678" v="7303" actId="208"/>
          <ac:spMkLst>
            <pc:docMk/>
            <pc:sldMk cId="4085098542" sldId="301"/>
            <ac:spMk id="3" creationId="{A8AD7DAF-1225-5509-6164-8A802FF2AB33}"/>
          </ac:spMkLst>
        </pc:spChg>
        <pc:spChg chg="mod">
          <ac:chgData name="昕 许" userId="a2975fcd840abfc3" providerId="LiveId" clId="{49CCD4F9-177C-4270-9A14-60236FF377E8}" dt="2026-04-08T04:31:54.270" v="7028" actId="1076"/>
          <ac:spMkLst>
            <pc:docMk/>
            <pc:sldMk cId="4085098542" sldId="301"/>
            <ac:spMk id="4" creationId="{73552F1B-4010-7000-B651-7B8D13831AA3}"/>
          </ac:spMkLst>
        </pc:spChg>
        <pc:spChg chg="mod">
          <ac:chgData name="昕 许" userId="a2975fcd840abfc3" providerId="LiveId" clId="{49CCD4F9-177C-4270-9A14-60236FF377E8}" dt="2026-04-08T04:46:24.507" v="7278" actId="164"/>
          <ac:spMkLst>
            <pc:docMk/>
            <pc:sldMk cId="4085098542" sldId="301"/>
            <ac:spMk id="6" creationId="{3948A650-06F0-1D7E-B32C-8266EF3C69D4}"/>
          </ac:spMkLst>
        </pc:spChg>
        <pc:spChg chg="mod">
          <ac:chgData name="昕 许" userId="a2975fcd840abfc3" providerId="LiveId" clId="{49CCD4F9-177C-4270-9A14-60236FF377E8}" dt="2026-04-08T04:46:24.507" v="7278" actId="164"/>
          <ac:spMkLst>
            <pc:docMk/>
            <pc:sldMk cId="4085098542" sldId="301"/>
            <ac:spMk id="7" creationId="{D9DD427E-2E53-4BB4-8241-1D8ABF270A6B}"/>
          </ac:spMkLst>
        </pc:spChg>
        <pc:spChg chg="mod">
          <ac:chgData name="昕 许" userId="a2975fcd840abfc3" providerId="LiveId" clId="{49CCD4F9-177C-4270-9A14-60236FF377E8}" dt="2026-04-08T09:22:59.235" v="7302" actId="208"/>
          <ac:spMkLst>
            <pc:docMk/>
            <pc:sldMk cId="4085098542" sldId="301"/>
            <ac:spMk id="9" creationId="{217B5F0B-8773-BA14-34DA-A22561E6A109}"/>
          </ac:spMkLst>
        </pc:spChg>
        <pc:spChg chg="mod">
          <ac:chgData name="昕 许" userId="a2975fcd840abfc3" providerId="LiveId" clId="{49CCD4F9-177C-4270-9A14-60236FF377E8}" dt="2026-04-08T04:32:05.340" v="7037" actId="20577"/>
          <ac:spMkLst>
            <pc:docMk/>
            <pc:sldMk cId="4085098542" sldId="301"/>
            <ac:spMk id="10" creationId="{A53A4F57-0D79-8294-D323-F60EA3103A42}"/>
          </ac:spMkLst>
        </pc:spChg>
        <pc:spChg chg="add mod">
          <ac:chgData name="昕 许" userId="a2975fcd840abfc3" providerId="LiveId" clId="{49CCD4F9-177C-4270-9A14-60236FF377E8}" dt="2026-04-08T09:24:08.031" v="7326" actId="1076"/>
          <ac:spMkLst>
            <pc:docMk/>
            <pc:sldMk cId="4085098542" sldId="301"/>
            <ac:spMk id="11" creationId="{8CE9C8F6-CA1C-3A64-636A-5849B1D7BB79}"/>
          </ac:spMkLst>
        </pc:spChg>
        <pc:spChg chg="add mod">
          <ac:chgData name="昕 许" userId="a2975fcd840abfc3" providerId="LiveId" clId="{49CCD4F9-177C-4270-9A14-60236FF377E8}" dt="2026-04-08T09:24:40.087" v="7340" actId="1076"/>
          <ac:spMkLst>
            <pc:docMk/>
            <pc:sldMk cId="4085098542" sldId="301"/>
            <ac:spMk id="12" creationId="{9154A90D-DF46-85B9-A147-A77FE077F048}"/>
          </ac:spMkLst>
        </pc:spChg>
        <pc:spChg chg="add mod">
          <ac:chgData name="昕 许" userId="a2975fcd840abfc3" providerId="LiveId" clId="{49CCD4F9-177C-4270-9A14-60236FF377E8}" dt="2026-04-08T09:24:42.582" v="7341" actId="1076"/>
          <ac:spMkLst>
            <pc:docMk/>
            <pc:sldMk cId="4085098542" sldId="301"/>
            <ac:spMk id="13" creationId="{0B0584C8-3DC3-44BF-921B-D046B092FEBB}"/>
          </ac:spMkLst>
        </pc:spChg>
        <pc:spChg chg="add mod">
          <ac:chgData name="昕 许" userId="a2975fcd840abfc3" providerId="LiveId" clId="{49CCD4F9-177C-4270-9A14-60236FF377E8}" dt="2026-04-08T09:24:47.890" v="7344" actId="20577"/>
          <ac:spMkLst>
            <pc:docMk/>
            <pc:sldMk cId="4085098542" sldId="301"/>
            <ac:spMk id="14" creationId="{3E91F490-B543-EB7E-D886-1EF9BC2E7489}"/>
          </ac:spMkLst>
        </pc:spChg>
        <pc:spChg chg="add mod">
          <ac:chgData name="昕 许" userId="a2975fcd840abfc3" providerId="LiveId" clId="{49CCD4F9-177C-4270-9A14-60236FF377E8}" dt="2026-04-08T09:24:57.765" v="7350" actId="1076"/>
          <ac:spMkLst>
            <pc:docMk/>
            <pc:sldMk cId="4085098542" sldId="301"/>
            <ac:spMk id="15" creationId="{00BB6EA8-597F-65A4-138E-5E769709EB7B}"/>
          </ac:spMkLst>
        </pc:spChg>
        <pc:spChg chg="add mod">
          <ac:chgData name="昕 许" userId="a2975fcd840abfc3" providerId="LiveId" clId="{49CCD4F9-177C-4270-9A14-60236FF377E8}" dt="2026-04-08T09:25:16.430" v="7360" actId="1076"/>
          <ac:spMkLst>
            <pc:docMk/>
            <pc:sldMk cId="4085098542" sldId="301"/>
            <ac:spMk id="16" creationId="{F9F31DB3-2144-7E92-6DB8-2222988919D9}"/>
          </ac:spMkLst>
        </pc:spChg>
        <pc:spChg chg="add del mod topLvl">
          <ac:chgData name="昕 许" userId="a2975fcd840abfc3" providerId="LiveId" clId="{49CCD4F9-177C-4270-9A14-60236FF377E8}" dt="2026-04-08T09:23:07.155" v="7304" actId="208"/>
          <ac:spMkLst>
            <pc:docMk/>
            <pc:sldMk cId="4085098542" sldId="301"/>
            <ac:spMk id="23" creationId="{96D3510D-9E0E-3DB0-FBFF-5C0CAA77D4D1}"/>
          </ac:spMkLst>
        </pc:spChg>
        <pc:spChg chg="mod topLvl">
          <ac:chgData name="昕 许" userId="a2975fcd840abfc3" providerId="LiveId" clId="{49CCD4F9-177C-4270-9A14-60236FF377E8}" dt="2026-04-08T09:20:35.966" v="7294" actId="20577"/>
          <ac:spMkLst>
            <pc:docMk/>
            <pc:sldMk cId="4085098542" sldId="301"/>
            <ac:spMk id="24" creationId="{54273500-8F07-0A0F-DEB8-0E85442E9AD2}"/>
          </ac:spMkLst>
        </pc:spChg>
        <pc:spChg chg="mod">
          <ac:chgData name="昕 许" userId="a2975fcd840abfc3" providerId="LiveId" clId="{49CCD4F9-177C-4270-9A14-60236FF377E8}" dt="2026-04-08T09:20:30.091" v="7288" actId="20577"/>
          <ac:spMkLst>
            <pc:docMk/>
            <pc:sldMk cId="4085098542" sldId="301"/>
            <ac:spMk id="30" creationId="{F33F661F-58AD-54B7-D4C2-A0396ED45520}"/>
          </ac:spMkLst>
        </pc:spChg>
        <pc:spChg chg="mod">
          <ac:chgData name="昕 许" userId="a2975fcd840abfc3" providerId="LiveId" clId="{49CCD4F9-177C-4270-9A14-60236FF377E8}" dt="2026-04-08T09:20:45.360" v="7298" actId="1076"/>
          <ac:spMkLst>
            <pc:docMk/>
            <pc:sldMk cId="4085098542" sldId="301"/>
            <ac:spMk id="31" creationId="{8042B7EB-BB2C-F819-B5C0-65A415525C71}"/>
          </ac:spMkLst>
        </pc:spChg>
        <pc:spChg chg="add mod">
          <ac:chgData name="昕 许" userId="a2975fcd840abfc3" providerId="LiveId" clId="{49CCD4F9-177C-4270-9A14-60236FF377E8}" dt="2026-04-08T04:46:26.538" v="7279" actId="164"/>
          <ac:spMkLst>
            <pc:docMk/>
            <pc:sldMk cId="4085098542" sldId="301"/>
            <ac:spMk id="45" creationId="{AF81E40A-8E2D-B70A-0547-C8615829AC54}"/>
          </ac:spMkLst>
        </pc:spChg>
        <pc:spChg chg="add mod">
          <ac:chgData name="昕 许" userId="a2975fcd840abfc3" providerId="LiveId" clId="{49CCD4F9-177C-4270-9A14-60236FF377E8}" dt="2026-04-08T04:46:36.968" v="7283" actId="1076"/>
          <ac:spMkLst>
            <pc:docMk/>
            <pc:sldMk cId="4085098542" sldId="301"/>
            <ac:spMk id="46" creationId="{15B88D56-808C-EBC9-0FB5-CA67D058E729}"/>
          </ac:spMkLst>
        </pc:spChg>
        <pc:spChg chg="mod">
          <ac:chgData name="昕 许" userId="a2975fcd840abfc3" providerId="LiveId" clId="{49CCD4F9-177C-4270-9A14-60236FF377E8}" dt="2026-04-08T09:20:33.569" v="7292" actId="20577"/>
          <ac:spMkLst>
            <pc:docMk/>
            <pc:sldMk cId="4085098542" sldId="301"/>
            <ac:spMk id="48" creationId="{D48A5120-43F4-380F-60FF-A534E81B793E}"/>
          </ac:spMkLst>
        </pc:spChg>
        <pc:spChg chg="mod">
          <ac:chgData name="昕 许" userId="a2975fcd840abfc3" providerId="LiveId" clId="{49CCD4F9-177C-4270-9A14-60236FF377E8}" dt="2026-04-08T09:20:47.477" v="7299" actId="1076"/>
          <ac:spMkLst>
            <pc:docMk/>
            <pc:sldMk cId="4085098542" sldId="301"/>
            <ac:spMk id="68" creationId="{533DA24C-C9AA-B225-589F-9B1726D42961}"/>
          </ac:spMkLst>
        </pc:spChg>
        <pc:spChg chg="mod">
          <ac:chgData name="昕 许" userId="a2975fcd840abfc3" providerId="LiveId" clId="{49CCD4F9-177C-4270-9A14-60236FF377E8}" dt="2026-04-08T09:20:35.966" v="7294" actId="20577"/>
          <ac:spMkLst>
            <pc:docMk/>
            <pc:sldMk cId="4085098542" sldId="301"/>
            <ac:spMk id="70" creationId="{7A73AC80-0850-E3CE-7138-D0D581E1951C}"/>
          </ac:spMkLst>
        </pc:spChg>
        <pc:spChg chg="mod">
          <ac:chgData name="昕 许" userId="a2975fcd840abfc3" providerId="LiveId" clId="{49CCD4F9-177C-4270-9A14-60236FF377E8}" dt="2026-04-08T09:20:49.469" v="7300" actId="1076"/>
          <ac:spMkLst>
            <pc:docMk/>
            <pc:sldMk cId="4085098542" sldId="301"/>
            <ac:spMk id="71" creationId="{CA3DAC13-3379-158F-5732-53B75977B461}"/>
          </ac:spMkLst>
        </pc:spChg>
        <pc:spChg chg="mod">
          <ac:chgData name="昕 许" userId="a2975fcd840abfc3" providerId="LiveId" clId="{49CCD4F9-177C-4270-9A14-60236FF377E8}" dt="2026-04-08T09:23:19.985" v="7308" actId="208"/>
          <ac:spMkLst>
            <pc:docMk/>
            <pc:sldMk cId="4085098542" sldId="301"/>
            <ac:spMk id="80" creationId="{E7A63A6E-213B-358B-504C-12995A509D1F}"/>
          </ac:spMkLst>
        </pc:spChg>
        <pc:spChg chg="mod">
          <ac:chgData name="昕 许" userId="a2975fcd840abfc3" providerId="LiveId" clId="{49CCD4F9-177C-4270-9A14-60236FF377E8}" dt="2026-04-08T04:43:34.660" v="7238" actId="165"/>
          <ac:spMkLst>
            <pc:docMk/>
            <pc:sldMk cId="4085098542" sldId="301"/>
            <ac:spMk id="81" creationId="{5022DB97-B4E5-4D9B-69CF-7DC4D10B37C2}"/>
          </ac:spMkLst>
        </pc:spChg>
        <pc:spChg chg="add mod">
          <ac:chgData name="昕 许" userId="a2975fcd840abfc3" providerId="LiveId" clId="{49CCD4F9-177C-4270-9A14-60236FF377E8}" dt="2026-04-08T09:23:56.017" v="7309" actId="1076"/>
          <ac:spMkLst>
            <pc:docMk/>
            <pc:sldMk cId="4085098542" sldId="301"/>
            <ac:spMk id="83" creationId="{673258E9-2EC4-0B16-4545-D1C05EA40965}"/>
          </ac:spMkLst>
        </pc:spChg>
        <pc:spChg chg="add mod topLvl">
          <ac:chgData name="昕 许" userId="a2975fcd840abfc3" providerId="LiveId" clId="{49CCD4F9-177C-4270-9A14-60236FF377E8}" dt="2026-04-08T04:44:49.599" v="7246" actId="164"/>
          <ac:spMkLst>
            <pc:docMk/>
            <pc:sldMk cId="4085098542" sldId="301"/>
            <ac:spMk id="84" creationId="{5B98383F-684A-E5E7-A9BB-6BE53CE31302}"/>
          </ac:spMkLst>
        </pc:spChg>
        <pc:spChg chg="add mod topLvl">
          <ac:chgData name="昕 许" userId="a2975fcd840abfc3" providerId="LiveId" clId="{49CCD4F9-177C-4270-9A14-60236FF377E8}" dt="2026-04-08T04:44:49.599" v="7246" actId="164"/>
          <ac:spMkLst>
            <pc:docMk/>
            <pc:sldMk cId="4085098542" sldId="301"/>
            <ac:spMk id="85" creationId="{EE456909-63EB-FADB-42BE-C936A1BF7F0C}"/>
          </ac:spMkLst>
        </pc:spChg>
        <pc:spChg chg="add mod">
          <ac:chgData name="昕 许" userId="a2975fcd840abfc3" providerId="LiveId" clId="{49CCD4F9-177C-4270-9A14-60236FF377E8}" dt="2026-04-08T04:44:49.599" v="7246" actId="164"/>
          <ac:spMkLst>
            <pc:docMk/>
            <pc:sldMk cId="4085098542" sldId="301"/>
            <ac:spMk id="87" creationId="{6A3C5346-69C9-4EF0-EAAC-170BC66E593F}"/>
          </ac:spMkLst>
        </pc:spChg>
        <pc:spChg chg="mod">
          <ac:chgData name="昕 许" userId="a2975fcd840abfc3" providerId="LiveId" clId="{49CCD4F9-177C-4270-9A14-60236FF377E8}" dt="2026-04-08T09:20:40.651" v="7297" actId="20577"/>
          <ac:spMkLst>
            <pc:docMk/>
            <pc:sldMk cId="4085098542" sldId="301"/>
            <ac:spMk id="129" creationId="{8E7579A6-47D0-8AFE-02B0-177C74E6CAE9}"/>
          </ac:spMkLst>
        </pc:spChg>
        <pc:spChg chg="mod">
          <ac:chgData name="昕 许" userId="a2975fcd840abfc3" providerId="LiveId" clId="{49CCD4F9-177C-4270-9A14-60236FF377E8}" dt="2026-04-08T09:20:51.806" v="7301" actId="1076"/>
          <ac:spMkLst>
            <pc:docMk/>
            <pc:sldMk cId="4085098542" sldId="301"/>
            <ac:spMk id="130" creationId="{C8DFB045-5594-298F-FE64-4C44F59E63C9}"/>
          </ac:spMkLst>
        </pc:spChg>
        <pc:spChg chg="mod">
          <ac:chgData name="昕 许" userId="a2975fcd840abfc3" providerId="LiveId" clId="{49CCD4F9-177C-4270-9A14-60236FF377E8}" dt="2026-04-08T09:23:16.852" v="7307" actId="208"/>
          <ac:spMkLst>
            <pc:docMk/>
            <pc:sldMk cId="4085098542" sldId="301"/>
            <ac:spMk id="131" creationId="{162D3093-6183-6F6F-2FC3-CAF9E28282CB}"/>
          </ac:spMkLst>
        </pc:spChg>
        <pc:spChg chg="mod">
          <ac:chgData name="昕 许" userId="a2975fcd840abfc3" providerId="LiveId" clId="{49CCD4F9-177C-4270-9A14-60236FF377E8}" dt="2026-04-08T09:23:11.936" v="7306" actId="208"/>
          <ac:spMkLst>
            <pc:docMk/>
            <pc:sldMk cId="4085098542" sldId="301"/>
            <ac:spMk id="132" creationId="{5E10233E-44BC-EE8E-2AC5-33EA141C162E}"/>
          </ac:spMkLst>
        </pc:spChg>
        <pc:grpChg chg="add mod">
          <ac:chgData name="昕 许" userId="a2975fcd840abfc3" providerId="LiveId" clId="{49CCD4F9-177C-4270-9A14-60236FF377E8}" dt="2026-04-08T09:23:56.017" v="7309" actId="1076"/>
          <ac:grpSpMkLst>
            <pc:docMk/>
            <pc:sldMk cId="4085098542" sldId="301"/>
            <ac:grpSpMk id="2" creationId="{315F95F1-C6CF-EBED-885B-E0954D47CAE0}"/>
          </ac:grpSpMkLst>
        </pc:grpChg>
        <pc:grpChg chg="mod">
          <ac:chgData name="昕 许" userId="a2975fcd840abfc3" providerId="LiveId" clId="{49CCD4F9-177C-4270-9A14-60236FF377E8}" dt="2026-04-08T04:46:26.538" v="7279" actId="164"/>
          <ac:grpSpMkLst>
            <pc:docMk/>
            <pc:sldMk cId="4085098542" sldId="301"/>
            <ac:grpSpMk id="5" creationId="{B7F518F6-45AC-0C0D-2E70-D872462F5B3D}"/>
          </ac:grpSpMkLst>
        </pc:grpChg>
        <pc:grpChg chg="add mod">
          <ac:chgData name="昕 许" userId="a2975fcd840abfc3" providerId="LiveId" clId="{49CCD4F9-177C-4270-9A14-60236FF377E8}" dt="2026-04-08T09:24:29.445" v="7338" actId="1076"/>
          <ac:grpSpMkLst>
            <pc:docMk/>
            <pc:sldMk cId="4085098542" sldId="301"/>
            <ac:grpSpMk id="8" creationId="{CE6F598D-62FF-E3BA-7FAA-8DFC19F87B6A}"/>
          </ac:grpSpMkLst>
        </pc:grpChg>
        <pc:grpChg chg="add del mod">
          <ac:chgData name="昕 许" userId="a2975fcd840abfc3" providerId="LiveId" clId="{49CCD4F9-177C-4270-9A14-60236FF377E8}" dt="2026-04-08T09:20:35.966" v="7294" actId="20577"/>
          <ac:grpSpMkLst>
            <pc:docMk/>
            <pc:sldMk cId="4085098542" sldId="301"/>
            <ac:grpSpMk id="21" creationId="{1B98E04F-099F-BD19-C999-14CB20AAAD1C}"/>
          </ac:grpSpMkLst>
        </pc:grpChg>
        <pc:grpChg chg="add mod">
          <ac:chgData name="昕 许" userId="a2975fcd840abfc3" providerId="LiveId" clId="{49CCD4F9-177C-4270-9A14-60236FF377E8}" dt="2026-04-08T09:23:56.017" v="7309" actId="1076"/>
          <ac:grpSpMkLst>
            <pc:docMk/>
            <pc:sldMk cId="4085098542" sldId="301"/>
            <ac:grpSpMk id="29" creationId="{90058913-3E75-666F-205D-1B2A246841FA}"/>
          </ac:grpSpMkLst>
        </pc:grpChg>
        <pc:grpChg chg="add mod">
          <ac:chgData name="昕 许" userId="a2975fcd840abfc3" providerId="LiveId" clId="{49CCD4F9-177C-4270-9A14-60236FF377E8}" dt="2026-04-08T09:24:29.445" v="7338" actId="1076"/>
          <ac:grpSpMkLst>
            <pc:docMk/>
            <pc:sldMk cId="4085098542" sldId="301"/>
            <ac:grpSpMk id="47" creationId="{6CCF926B-80D8-7FFC-D211-FFEEDA07FB95}"/>
          </ac:grpSpMkLst>
        </pc:grpChg>
        <pc:grpChg chg="add mod">
          <ac:chgData name="昕 许" userId="a2975fcd840abfc3" providerId="LiveId" clId="{49CCD4F9-177C-4270-9A14-60236FF377E8}" dt="2026-04-08T09:20:35.966" v="7294" actId="20577"/>
          <ac:grpSpMkLst>
            <pc:docMk/>
            <pc:sldMk cId="4085098542" sldId="301"/>
            <ac:grpSpMk id="69" creationId="{38CB1070-0A94-AA9B-4944-DD4B4E679A2A}"/>
          </ac:grpSpMkLst>
        </pc:grpChg>
        <pc:grpChg chg="add mod topLvl">
          <ac:chgData name="昕 许" userId="a2975fcd840abfc3" providerId="LiveId" clId="{49CCD4F9-177C-4270-9A14-60236FF377E8}" dt="2026-04-08T04:44:49.599" v="7246" actId="164"/>
          <ac:grpSpMkLst>
            <pc:docMk/>
            <pc:sldMk cId="4085098542" sldId="301"/>
            <ac:grpSpMk id="79" creationId="{E64831CC-948A-B319-3D4D-79F8EB7246F3}"/>
          </ac:grpSpMkLst>
        </pc:grpChg>
        <pc:grpChg chg="add mod">
          <ac:chgData name="昕 许" userId="a2975fcd840abfc3" providerId="LiveId" clId="{49CCD4F9-177C-4270-9A14-60236FF377E8}" dt="2026-04-08T09:23:56.017" v="7309" actId="1076"/>
          <ac:grpSpMkLst>
            <pc:docMk/>
            <pc:sldMk cId="4085098542" sldId="301"/>
            <ac:grpSpMk id="89" creationId="{AB068BE5-45AC-DAF9-A9E3-55EC43FF891C}"/>
          </ac:grpSpMkLst>
        </pc:grpChg>
        <pc:grpChg chg="add mod">
          <ac:chgData name="昕 许" userId="a2975fcd840abfc3" providerId="LiveId" clId="{49CCD4F9-177C-4270-9A14-60236FF377E8}" dt="2026-04-08T09:24:29.445" v="7338" actId="1076"/>
          <ac:grpSpMkLst>
            <pc:docMk/>
            <pc:sldMk cId="4085098542" sldId="301"/>
            <ac:grpSpMk id="97" creationId="{469EA6FC-B825-01D9-DF49-3C032A9B5B03}"/>
          </ac:grpSpMkLst>
        </pc:grpChg>
        <pc:grpChg chg="add mod">
          <ac:chgData name="昕 许" userId="a2975fcd840abfc3" providerId="LiveId" clId="{49CCD4F9-177C-4270-9A14-60236FF377E8}" dt="2026-04-08T09:24:29.445" v="7338" actId="1076"/>
          <ac:grpSpMkLst>
            <pc:docMk/>
            <pc:sldMk cId="4085098542" sldId="301"/>
            <ac:grpSpMk id="125" creationId="{CBFF7F27-36ED-E0F6-D0A2-56130ACFD7AC}"/>
          </ac:grpSpMkLst>
        </pc:grpChg>
        <pc:grpChg chg="mod">
          <ac:chgData name="昕 许" userId="a2975fcd840abfc3" providerId="LiveId" clId="{49CCD4F9-177C-4270-9A14-60236FF377E8}" dt="2026-04-08T09:20:40.651" v="7297" actId="20577"/>
          <ac:grpSpMkLst>
            <pc:docMk/>
            <pc:sldMk cId="4085098542" sldId="301"/>
            <ac:grpSpMk id="126" creationId="{E261F202-2AB6-55F6-038D-01D1FE20B2FC}"/>
          </ac:grpSpMkLst>
        </pc:grpChg>
        <pc:grpChg chg="mod">
          <ac:chgData name="昕 许" userId="a2975fcd840abfc3" providerId="LiveId" clId="{49CCD4F9-177C-4270-9A14-60236FF377E8}" dt="2026-04-08T09:20:40.651" v="7297" actId="20577"/>
          <ac:grpSpMkLst>
            <pc:docMk/>
            <pc:sldMk cId="4085098542" sldId="301"/>
            <ac:grpSpMk id="127" creationId="{CFF41582-1B79-E287-852F-F7BD0F0518E3}"/>
          </ac:grpSpMkLst>
        </pc:grpChg>
        <pc:grpChg chg="add mod">
          <ac:chgData name="昕 许" userId="a2975fcd840abfc3" providerId="LiveId" clId="{49CCD4F9-177C-4270-9A14-60236FF377E8}" dt="2026-04-08T04:46:40.318" v="7284" actId="1076"/>
          <ac:grpSpMkLst>
            <pc:docMk/>
            <pc:sldMk cId="4085098542" sldId="301"/>
            <ac:grpSpMk id="134" creationId="{43CE37BA-0F23-47D6-61FE-1FA5F9D1F723}"/>
          </ac:grpSpMkLst>
        </pc:grpChg>
        <pc:cxnChg chg="add mod">
          <ac:chgData name="昕 许" userId="a2975fcd840abfc3" providerId="LiveId" clId="{49CCD4F9-177C-4270-9A14-60236FF377E8}" dt="2026-04-08T04:46:26.538" v="7279" actId="164"/>
          <ac:cxnSpMkLst>
            <pc:docMk/>
            <pc:sldMk cId="4085098542" sldId="301"/>
            <ac:cxnSpMk id="33" creationId="{56A3F668-BBF8-6BC3-E09A-4AFC75772095}"/>
          </ac:cxnSpMkLst>
        </pc:cxnChg>
        <pc:cxnChg chg="add mod">
          <ac:chgData name="昕 许" userId="a2975fcd840abfc3" providerId="LiveId" clId="{49CCD4F9-177C-4270-9A14-60236FF377E8}" dt="2026-04-08T09:23:56.017" v="7309" actId="1076"/>
          <ac:cxnSpMkLst>
            <pc:docMk/>
            <pc:sldMk cId="4085098542" sldId="301"/>
            <ac:cxnSpMk id="72" creationId="{C7AD4927-AE17-792E-8821-7E62BCF1C65A}"/>
          </ac:cxnSpMkLst>
        </pc:cxnChg>
        <pc:cxnChg chg="add mod">
          <ac:chgData name="昕 许" userId="a2975fcd840abfc3" providerId="LiveId" clId="{49CCD4F9-177C-4270-9A14-60236FF377E8}" dt="2026-04-08T09:24:29.445" v="7338" actId="1076"/>
          <ac:cxnSpMkLst>
            <pc:docMk/>
            <pc:sldMk cId="4085098542" sldId="301"/>
            <ac:cxnSpMk id="74" creationId="{42D0C95A-1543-A96B-13F8-DBE76CC74A19}"/>
          </ac:cxnSpMkLst>
        </pc:cxnChg>
        <pc:cxnChg chg="add mod">
          <ac:chgData name="昕 许" userId="a2975fcd840abfc3" providerId="LiveId" clId="{49CCD4F9-177C-4270-9A14-60236FF377E8}" dt="2026-04-08T09:20:35.966" v="7294" actId="20577"/>
          <ac:cxnSpMkLst>
            <pc:docMk/>
            <pc:sldMk cId="4085098542" sldId="301"/>
            <ac:cxnSpMk id="75" creationId="{DE6EDB9A-8BBD-291B-EF9D-101B4BEC8A37}"/>
          </ac:cxnSpMkLst>
        </pc:cxnChg>
        <pc:cxnChg chg="add mod">
          <ac:chgData name="昕 许" userId="a2975fcd840abfc3" providerId="LiveId" clId="{49CCD4F9-177C-4270-9A14-60236FF377E8}" dt="2026-04-08T04:44:49.599" v="7246" actId="164"/>
          <ac:cxnSpMkLst>
            <pc:docMk/>
            <pc:sldMk cId="4085098542" sldId="301"/>
            <ac:cxnSpMk id="88" creationId="{E0EDFCB2-8209-CD8A-C261-E896E1306380}"/>
          </ac:cxnSpMkLst>
        </pc:cxnChg>
        <pc:cxnChg chg="mod">
          <ac:chgData name="昕 许" userId="a2975fcd840abfc3" providerId="LiveId" clId="{49CCD4F9-177C-4270-9A14-60236FF377E8}" dt="2026-04-08T09:20:40.651" v="7297" actId="20577"/>
          <ac:cxnSpMkLst>
            <pc:docMk/>
            <pc:sldMk cId="4085098542" sldId="301"/>
            <ac:cxnSpMk id="128" creationId="{187BE848-3E14-4011-6F4B-A686E223991C}"/>
          </ac:cxnSpMkLst>
        </pc:cxnChg>
      </pc:sldChg>
      <pc:sldChg chg="addSp delSp modSp add mod">
        <pc:chgData name="昕 许" userId="a2975fcd840abfc3" providerId="LiveId" clId="{49CCD4F9-177C-4270-9A14-60236FF377E8}" dt="2026-04-18T12:30:43.265" v="7888" actId="1076"/>
        <pc:sldMkLst>
          <pc:docMk/>
          <pc:sldMk cId="2437318243" sldId="302"/>
        </pc:sldMkLst>
        <pc:spChg chg="mod">
          <ac:chgData name="昕 许" userId="a2975fcd840abfc3" providerId="LiveId" clId="{49CCD4F9-177C-4270-9A14-60236FF377E8}" dt="2026-04-18T12:25:34.456" v="7681" actId="208"/>
          <ac:spMkLst>
            <pc:docMk/>
            <pc:sldMk cId="2437318243" sldId="302"/>
            <ac:spMk id="15" creationId="{2DF53922-46CA-27B6-4714-D1E8E2885EC1}"/>
          </ac:spMkLst>
        </pc:spChg>
        <pc:spChg chg="mod">
          <ac:chgData name="昕 许" userId="a2975fcd840abfc3" providerId="LiveId" clId="{49CCD4F9-177C-4270-9A14-60236FF377E8}" dt="2026-04-18T12:22:40.547" v="7652" actId="208"/>
          <ac:spMkLst>
            <pc:docMk/>
            <pc:sldMk cId="2437318243" sldId="302"/>
            <ac:spMk id="18" creationId="{E5A09782-790B-0CC1-5F74-2F1F9CF6F665}"/>
          </ac:spMkLst>
        </pc:spChg>
        <pc:spChg chg="add mod">
          <ac:chgData name="昕 许" userId="a2975fcd840abfc3" providerId="LiveId" clId="{49CCD4F9-177C-4270-9A14-60236FF377E8}" dt="2026-04-18T12:30:40.554" v="7887" actId="1037"/>
          <ac:spMkLst>
            <pc:docMk/>
            <pc:sldMk cId="2437318243" sldId="302"/>
            <ac:spMk id="23" creationId="{A67ACFED-E4DE-5889-B8D7-921E3BE534FD}"/>
          </ac:spMkLst>
        </pc:spChg>
        <pc:spChg chg="mod">
          <ac:chgData name="昕 许" userId="a2975fcd840abfc3" providerId="LiveId" clId="{49CCD4F9-177C-4270-9A14-60236FF377E8}" dt="2026-04-18T12:22:27.415" v="7650" actId="208"/>
          <ac:spMkLst>
            <pc:docMk/>
            <pc:sldMk cId="2437318243" sldId="302"/>
            <ac:spMk id="24" creationId="{7A84E8EC-0A2C-E8F7-12AB-AACD8FB35B69}"/>
          </ac:spMkLst>
        </pc:spChg>
        <pc:spChg chg="mod">
          <ac:chgData name="昕 许" userId="a2975fcd840abfc3" providerId="LiveId" clId="{49CCD4F9-177C-4270-9A14-60236FF377E8}" dt="2026-04-18T12:22:19.785" v="7649" actId="207"/>
          <ac:spMkLst>
            <pc:docMk/>
            <pc:sldMk cId="2437318243" sldId="302"/>
            <ac:spMk id="25" creationId="{5132DBE1-F184-22F8-8A62-12FD517A54CD}"/>
          </ac:spMkLst>
        </pc:spChg>
        <pc:spChg chg="mod">
          <ac:chgData name="昕 许" userId="a2975fcd840abfc3" providerId="LiveId" clId="{49CCD4F9-177C-4270-9A14-60236FF377E8}" dt="2026-04-18T12:24:45.733" v="7676" actId="208"/>
          <ac:spMkLst>
            <pc:docMk/>
            <pc:sldMk cId="2437318243" sldId="302"/>
            <ac:spMk id="28" creationId="{BB97CBEE-E734-E267-36E9-72746F107956}"/>
          </ac:spMkLst>
        </pc:spChg>
        <pc:spChg chg="add mod">
          <ac:chgData name="昕 许" userId="a2975fcd840abfc3" providerId="LiveId" clId="{49CCD4F9-177C-4270-9A14-60236FF377E8}" dt="2026-04-18T12:30:33.507" v="7882" actId="1076"/>
          <ac:spMkLst>
            <pc:docMk/>
            <pc:sldMk cId="2437318243" sldId="302"/>
            <ac:spMk id="29" creationId="{8DAEF335-C166-5E11-2C08-084BED02DB90}"/>
          </ac:spMkLst>
        </pc:spChg>
        <pc:spChg chg="mod">
          <ac:chgData name="昕 许" userId="a2975fcd840abfc3" providerId="LiveId" clId="{49CCD4F9-177C-4270-9A14-60236FF377E8}" dt="2026-04-18T12:28:57.503" v="7801" actId="207"/>
          <ac:spMkLst>
            <pc:docMk/>
            <pc:sldMk cId="2437318243" sldId="302"/>
            <ac:spMk id="30" creationId="{01CCEA24-10FC-130D-A23A-6AC6FA924F6F}"/>
          </ac:spMkLst>
        </pc:spChg>
        <pc:spChg chg="add mod">
          <ac:chgData name="昕 许" userId="a2975fcd840abfc3" providerId="LiveId" clId="{49CCD4F9-177C-4270-9A14-60236FF377E8}" dt="2026-04-18T12:27:42.865" v="7760" actId="1076"/>
          <ac:spMkLst>
            <pc:docMk/>
            <pc:sldMk cId="2437318243" sldId="302"/>
            <ac:spMk id="33" creationId="{8E6232B7-B311-5705-CBC7-856DD10F4045}"/>
          </ac:spMkLst>
        </pc:spChg>
        <pc:spChg chg="add mod">
          <ac:chgData name="昕 许" userId="a2975fcd840abfc3" providerId="LiveId" clId="{49CCD4F9-177C-4270-9A14-60236FF377E8}" dt="2026-04-18T12:28:40.835" v="7796" actId="207"/>
          <ac:spMkLst>
            <pc:docMk/>
            <pc:sldMk cId="2437318243" sldId="302"/>
            <ac:spMk id="34" creationId="{FE40FE5A-9931-504B-AE2D-A5BEB53D1EEB}"/>
          </ac:spMkLst>
        </pc:spChg>
        <pc:spChg chg="add mod">
          <ac:chgData name="昕 许" userId="a2975fcd840abfc3" providerId="LiveId" clId="{49CCD4F9-177C-4270-9A14-60236FF377E8}" dt="2026-04-18T12:27:56.045" v="7768" actId="20577"/>
          <ac:spMkLst>
            <pc:docMk/>
            <pc:sldMk cId="2437318243" sldId="302"/>
            <ac:spMk id="35" creationId="{B7D0CA08-B712-3030-F709-5A4CD15F4C0E}"/>
          </ac:spMkLst>
        </pc:spChg>
        <pc:spChg chg="add mod">
          <ac:chgData name="昕 许" userId="a2975fcd840abfc3" providerId="LiveId" clId="{49CCD4F9-177C-4270-9A14-60236FF377E8}" dt="2026-04-18T12:27:57.275" v="7770" actId="20577"/>
          <ac:spMkLst>
            <pc:docMk/>
            <pc:sldMk cId="2437318243" sldId="302"/>
            <ac:spMk id="36" creationId="{0B5149F4-6A53-C9A2-9FFC-2D518D203ED5}"/>
          </ac:spMkLst>
        </pc:spChg>
        <pc:spChg chg="add mod">
          <ac:chgData name="昕 许" userId="a2975fcd840abfc3" providerId="LiveId" clId="{49CCD4F9-177C-4270-9A14-60236FF377E8}" dt="2026-04-18T12:28:13.034" v="7774" actId="20577"/>
          <ac:spMkLst>
            <pc:docMk/>
            <pc:sldMk cId="2437318243" sldId="302"/>
            <ac:spMk id="37" creationId="{F00016F8-71FA-E68E-AFAD-52D8DBB7D92B}"/>
          </ac:spMkLst>
        </pc:spChg>
        <pc:spChg chg="add mod">
          <ac:chgData name="昕 许" userId="a2975fcd840abfc3" providerId="LiveId" clId="{49CCD4F9-177C-4270-9A14-60236FF377E8}" dt="2026-04-18T12:28:37.521" v="7795" actId="207"/>
          <ac:spMkLst>
            <pc:docMk/>
            <pc:sldMk cId="2437318243" sldId="302"/>
            <ac:spMk id="38" creationId="{5E229556-8FA3-7C65-663E-AB62A03EE14F}"/>
          </ac:spMkLst>
        </pc:spChg>
        <pc:spChg chg="add mod">
          <ac:chgData name="昕 许" userId="a2975fcd840abfc3" providerId="LiveId" clId="{49CCD4F9-177C-4270-9A14-60236FF377E8}" dt="2026-04-18T12:28:21.597" v="7780" actId="20577"/>
          <ac:spMkLst>
            <pc:docMk/>
            <pc:sldMk cId="2437318243" sldId="302"/>
            <ac:spMk id="39" creationId="{0E257013-A703-2168-BB26-F748E3927C61}"/>
          </ac:spMkLst>
        </pc:spChg>
        <pc:spChg chg="add mod">
          <ac:chgData name="昕 许" userId="a2975fcd840abfc3" providerId="LiveId" clId="{49CCD4F9-177C-4270-9A14-60236FF377E8}" dt="2026-04-18T12:30:43.265" v="7888" actId="1076"/>
          <ac:spMkLst>
            <pc:docMk/>
            <pc:sldMk cId="2437318243" sldId="302"/>
            <ac:spMk id="40" creationId="{A4ECA6D7-7FD6-1F77-FB2E-0509A28588D8}"/>
          </ac:spMkLst>
        </pc:spChg>
        <pc:spChg chg="add mod">
          <ac:chgData name="昕 许" userId="a2975fcd840abfc3" providerId="LiveId" clId="{49CCD4F9-177C-4270-9A14-60236FF377E8}" dt="2026-04-18T12:30:30.181" v="7881" actId="1076"/>
          <ac:spMkLst>
            <pc:docMk/>
            <pc:sldMk cId="2437318243" sldId="302"/>
            <ac:spMk id="42" creationId="{C85DF50A-872B-FCFA-B304-9D9347EBEB89}"/>
          </ac:spMkLst>
        </pc:spChg>
        <pc:spChg chg="mod">
          <ac:chgData name="昕 许" userId="a2975fcd840abfc3" providerId="LiveId" clId="{49CCD4F9-177C-4270-9A14-60236FF377E8}" dt="2026-04-18T12:22:59.504" v="7656" actId="20577"/>
          <ac:spMkLst>
            <pc:docMk/>
            <pc:sldMk cId="2437318243" sldId="302"/>
            <ac:spMk id="65" creationId="{8F30A6FF-83E6-4469-BC2A-0C7344FAF491}"/>
          </ac:spMkLst>
        </pc:spChg>
        <pc:spChg chg="mod">
          <ac:chgData name="昕 许" userId="a2975fcd840abfc3" providerId="LiveId" clId="{49CCD4F9-177C-4270-9A14-60236FF377E8}" dt="2026-04-18T12:23:02.752" v="7657" actId="1076"/>
          <ac:spMkLst>
            <pc:docMk/>
            <pc:sldMk cId="2437318243" sldId="302"/>
            <ac:spMk id="69" creationId="{DA7197A7-B303-D626-C13E-DFAB2AD5E529}"/>
          </ac:spMkLst>
        </pc:spChg>
        <pc:spChg chg="mod">
          <ac:chgData name="昕 许" userId="a2975fcd840abfc3" providerId="LiveId" clId="{49CCD4F9-177C-4270-9A14-60236FF377E8}" dt="2026-04-18T12:25:25.476" v="7679" actId="208"/>
          <ac:spMkLst>
            <pc:docMk/>
            <pc:sldMk cId="2437318243" sldId="302"/>
            <ac:spMk id="71" creationId="{6D2FF8C3-FD4C-72B2-C06A-67CE43252E13}"/>
          </ac:spMkLst>
        </pc:spChg>
        <pc:spChg chg="mod">
          <ac:chgData name="昕 许" userId="a2975fcd840abfc3" providerId="LiveId" clId="{49CCD4F9-177C-4270-9A14-60236FF377E8}" dt="2026-04-18T12:25:18.129" v="7678" actId="14100"/>
          <ac:spMkLst>
            <pc:docMk/>
            <pc:sldMk cId="2437318243" sldId="302"/>
            <ac:spMk id="72" creationId="{1CDF306F-97E5-F764-9AD3-77C234B1D098}"/>
          </ac:spMkLst>
        </pc:spChg>
        <pc:grpChg chg="add mod">
          <ac:chgData name="昕 许" userId="a2975fcd840abfc3" providerId="LiveId" clId="{49CCD4F9-177C-4270-9A14-60236FF377E8}" dt="2026-04-18T12:26:01.213" v="7689" actId="1076"/>
          <ac:grpSpMkLst>
            <pc:docMk/>
            <pc:sldMk cId="2437318243" sldId="302"/>
            <ac:grpSpMk id="21" creationId="{A18350F1-4D3B-D6D1-E8CB-FA39BAE6F1C5}"/>
          </ac:grpSpMkLst>
        </pc:grpChg>
        <pc:grpChg chg="add mod">
          <ac:chgData name="昕 许" userId="a2975fcd840abfc3" providerId="LiveId" clId="{49CCD4F9-177C-4270-9A14-60236FF377E8}" dt="2026-04-18T12:26:06.461" v="7691" actId="1076"/>
          <ac:grpSpMkLst>
            <pc:docMk/>
            <pc:sldMk cId="2437318243" sldId="302"/>
            <ac:grpSpMk id="22" creationId="{E8875209-E012-D5BE-1153-6E6F5AAE9C94}"/>
          </ac:grpSpMkLst>
        </pc:grpChg>
        <pc:grpChg chg="mod">
          <ac:chgData name="昕 许" userId="a2975fcd840abfc3" providerId="LiveId" clId="{49CCD4F9-177C-4270-9A14-60236FF377E8}" dt="2026-04-18T12:26:03.745" v="7690" actId="164"/>
          <ac:grpSpMkLst>
            <pc:docMk/>
            <pc:sldMk cId="2437318243" sldId="302"/>
            <ac:grpSpMk id="31" creationId="{B389942B-246F-0DB4-B226-A832FE796194}"/>
          </ac:grpSpMkLst>
        </pc:grpChg>
        <pc:grpChg chg="mod topLvl">
          <ac:chgData name="昕 许" userId="a2975fcd840abfc3" providerId="LiveId" clId="{49CCD4F9-177C-4270-9A14-60236FF377E8}" dt="2026-04-18T12:24:12.399" v="7671" actId="478"/>
          <ac:grpSpMkLst>
            <pc:docMk/>
            <pc:sldMk cId="2437318243" sldId="302"/>
            <ac:grpSpMk id="32" creationId="{ABB8891B-7315-BA89-CC4F-2BA064978E66}"/>
          </ac:grpSpMkLst>
        </pc:grpChg>
        <pc:grpChg chg="add mod">
          <ac:chgData name="昕 许" userId="a2975fcd840abfc3" providerId="LiveId" clId="{49CCD4F9-177C-4270-9A14-60236FF377E8}" dt="2026-04-18T12:29:52.324" v="7870" actId="1076"/>
          <ac:grpSpMkLst>
            <pc:docMk/>
            <pc:sldMk cId="2437318243" sldId="302"/>
            <ac:grpSpMk id="41" creationId="{F550D80A-3296-AD1E-65A9-0D4E86AF29BA}"/>
          </ac:grpSpMkLst>
        </pc:grpChg>
        <pc:grpChg chg="mod">
          <ac:chgData name="昕 许" userId="a2975fcd840abfc3" providerId="LiveId" clId="{49CCD4F9-177C-4270-9A14-60236FF377E8}" dt="2026-04-18T12:26:03.745" v="7690" actId="164"/>
          <ac:grpSpMkLst>
            <pc:docMk/>
            <pc:sldMk cId="2437318243" sldId="302"/>
            <ac:grpSpMk id="43" creationId="{A6E0A994-2351-7FE9-68E2-36DB11A742BD}"/>
          </ac:grpSpMkLst>
        </pc:grpChg>
        <pc:grpChg chg="mod">
          <ac:chgData name="昕 许" userId="a2975fcd840abfc3" providerId="LiveId" clId="{49CCD4F9-177C-4270-9A14-60236FF377E8}" dt="2026-04-18T12:23:07.167" v="7660" actId="1076"/>
          <ac:grpSpMkLst>
            <pc:docMk/>
            <pc:sldMk cId="2437318243" sldId="302"/>
            <ac:grpSpMk id="46" creationId="{FD836BF2-133F-7CD9-B042-B9314ECE697D}"/>
          </ac:grpSpMkLst>
        </pc:grpChg>
        <pc:grpChg chg="mod">
          <ac:chgData name="昕 许" userId="a2975fcd840abfc3" providerId="LiveId" clId="{49CCD4F9-177C-4270-9A14-60236FF377E8}" dt="2026-04-18T12:22:59.504" v="7656" actId="20577"/>
          <ac:grpSpMkLst>
            <pc:docMk/>
            <pc:sldMk cId="2437318243" sldId="302"/>
            <ac:grpSpMk id="64" creationId="{AA4FBD48-6CE4-6F6F-19D2-EA8330333B87}"/>
          </ac:grpSpMkLst>
        </pc:grpChg>
        <pc:grpChg chg="mod">
          <ac:chgData name="昕 许" userId="a2975fcd840abfc3" providerId="LiveId" clId="{49CCD4F9-177C-4270-9A14-60236FF377E8}" dt="2026-04-18T12:25:58.739" v="7688" actId="164"/>
          <ac:grpSpMkLst>
            <pc:docMk/>
            <pc:sldMk cId="2437318243" sldId="302"/>
            <ac:grpSpMk id="70" creationId="{720AE222-2D51-CBF8-B29E-4C6DAE1CB0A1}"/>
          </ac:grpSpMkLst>
        </pc:grpChg>
        <pc:grpChg chg="mod">
          <ac:chgData name="昕 许" userId="a2975fcd840abfc3" providerId="LiveId" clId="{49CCD4F9-177C-4270-9A14-60236FF377E8}" dt="2026-04-18T12:25:58.739" v="7688" actId="164"/>
          <ac:grpSpMkLst>
            <pc:docMk/>
            <pc:sldMk cId="2437318243" sldId="302"/>
            <ac:grpSpMk id="73" creationId="{852F0A86-C8EB-4BAF-03ED-E16E52017DE0}"/>
          </ac:grpSpMkLst>
        </pc:grpChg>
        <pc:cxnChg chg="add mod">
          <ac:chgData name="昕 许" userId="a2975fcd840abfc3" providerId="LiveId" clId="{49CCD4F9-177C-4270-9A14-60236FF377E8}" dt="2026-04-18T12:25:40.501" v="7683" actId="14100"/>
          <ac:cxnSpMkLst>
            <pc:docMk/>
            <pc:sldMk cId="2437318243" sldId="302"/>
            <ac:cxnSpMk id="4" creationId="{B88EB875-4504-0E3C-9FC4-2CD0666A4A48}"/>
          </ac:cxnSpMkLst>
        </pc:cxnChg>
      </pc:sldChg>
      <pc:sldChg chg="modSp add mod">
        <pc:chgData name="昕 许" userId="a2975fcd840abfc3" providerId="LiveId" clId="{49CCD4F9-177C-4270-9A14-60236FF377E8}" dt="2026-04-15T02:26:08.944" v="7638" actId="1076"/>
        <pc:sldMkLst>
          <pc:docMk/>
          <pc:sldMk cId="1801097565" sldId="303"/>
        </pc:sldMkLst>
        <pc:spChg chg="mod">
          <ac:chgData name="昕 许" userId="a2975fcd840abfc3" providerId="LiveId" clId="{49CCD4F9-177C-4270-9A14-60236FF377E8}" dt="2026-04-15T02:26:05.077" v="7637" actId="14100"/>
          <ac:spMkLst>
            <pc:docMk/>
            <pc:sldMk cId="1801097565" sldId="303"/>
            <ac:spMk id="28" creationId="{0C3B51DB-FA4C-D358-1F4D-08AB61640A01}"/>
          </ac:spMkLst>
        </pc:spChg>
        <pc:spChg chg="mod">
          <ac:chgData name="昕 许" userId="a2975fcd840abfc3" providerId="LiveId" clId="{49CCD4F9-177C-4270-9A14-60236FF377E8}" dt="2026-04-15T02:26:08.944" v="7638" actId="1076"/>
          <ac:spMkLst>
            <pc:docMk/>
            <pc:sldMk cId="1801097565" sldId="303"/>
            <ac:spMk id="30" creationId="{9B9EBE71-014B-9990-B307-08434879A0C7}"/>
          </ac:spMkLst>
        </pc:spChg>
        <pc:grpChg chg="mod">
          <ac:chgData name="昕 许" userId="a2975fcd840abfc3" providerId="LiveId" clId="{49CCD4F9-177C-4270-9A14-60236FF377E8}" dt="2026-04-15T02:26:01.078" v="7636" actId="20577"/>
          <ac:grpSpMkLst>
            <pc:docMk/>
            <pc:sldMk cId="1801097565" sldId="303"/>
            <ac:grpSpMk id="46" creationId="{E9A17931-C2F1-C0A4-AB32-4AA3154EF3A6}"/>
          </ac:grpSpMkLst>
        </pc:grpChg>
      </pc:sldChg>
      <pc:sldChg chg="addSp delSp modSp add mod">
        <pc:chgData name="昕 许" userId="a2975fcd840abfc3" providerId="LiveId" clId="{49CCD4F9-177C-4270-9A14-60236FF377E8}" dt="2026-04-18T13:38:26.941" v="9211" actId="14100"/>
        <pc:sldMkLst>
          <pc:docMk/>
          <pc:sldMk cId="4292622557" sldId="304"/>
        </pc:sldMkLst>
        <pc:spChg chg="add del mod">
          <ac:chgData name="昕 许" userId="a2975fcd840abfc3" providerId="LiveId" clId="{49CCD4F9-177C-4270-9A14-60236FF377E8}" dt="2026-04-18T12:49:00.195" v="8619" actId="14100"/>
          <ac:spMkLst>
            <pc:docMk/>
            <pc:sldMk cId="4292622557" sldId="304"/>
            <ac:spMk id="2" creationId="{442275AA-5E66-1067-2AC9-931C8EA7BD52}"/>
          </ac:spMkLst>
        </pc:spChg>
        <pc:spChg chg="add del mod">
          <ac:chgData name="昕 许" userId="a2975fcd840abfc3" providerId="LiveId" clId="{49CCD4F9-177C-4270-9A14-60236FF377E8}" dt="2026-04-18T12:45:59.444" v="8316" actId="478"/>
          <ac:spMkLst>
            <pc:docMk/>
            <pc:sldMk cId="4292622557" sldId="304"/>
            <ac:spMk id="3" creationId="{5713F84F-C868-774A-F1EB-0BBCB2C84806}"/>
          </ac:spMkLst>
        </pc:spChg>
        <pc:spChg chg="add del mod">
          <ac:chgData name="昕 许" userId="a2975fcd840abfc3" providerId="LiveId" clId="{49CCD4F9-177C-4270-9A14-60236FF377E8}" dt="2026-04-18T12:48:27.816" v="8575" actId="1076"/>
          <ac:spMkLst>
            <pc:docMk/>
            <pc:sldMk cId="4292622557" sldId="304"/>
            <ac:spMk id="11" creationId="{A66850B2-34E7-6083-9545-BFD2A09894C1}"/>
          </ac:spMkLst>
        </pc:spChg>
        <pc:spChg chg="mod">
          <ac:chgData name="昕 许" userId="a2975fcd840abfc3" providerId="LiveId" clId="{49CCD4F9-177C-4270-9A14-60236FF377E8}" dt="2026-04-18T12:48:52.321" v="8617" actId="208"/>
          <ac:spMkLst>
            <pc:docMk/>
            <pc:sldMk cId="4292622557" sldId="304"/>
            <ac:spMk id="14" creationId="{C7492C64-7B1F-31E6-D22D-668E6FE1D459}"/>
          </ac:spMkLst>
        </pc:spChg>
        <pc:spChg chg="mod">
          <ac:chgData name="昕 许" userId="a2975fcd840abfc3" providerId="LiveId" clId="{49CCD4F9-177C-4270-9A14-60236FF377E8}" dt="2026-04-18T12:33:19.200" v="7899" actId="208"/>
          <ac:spMkLst>
            <pc:docMk/>
            <pc:sldMk cId="4292622557" sldId="304"/>
            <ac:spMk id="15" creationId="{DE4B7314-8506-A106-688C-D7A8FCE617A6}"/>
          </ac:spMkLst>
        </pc:spChg>
        <pc:spChg chg="mod">
          <ac:chgData name="昕 许" userId="a2975fcd840abfc3" providerId="LiveId" clId="{49CCD4F9-177C-4270-9A14-60236FF377E8}" dt="2026-04-18T12:35:20.762" v="7965" actId="1076"/>
          <ac:spMkLst>
            <pc:docMk/>
            <pc:sldMk cId="4292622557" sldId="304"/>
            <ac:spMk id="16" creationId="{5A5ED024-F92B-DB4B-DCD1-673DF42B29A3}"/>
          </ac:spMkLst>
        </pc:spChg>
        <pc:spChg chg="mod">
          <ac:chgData name="昕 许" userId="a2975fcd840abfc3" providerId="LiveId" clId="{49CCD4F9-177C-4270-9A14-60236FF377E8}" dt="2026-04-18T12:33:11.921" v="7897" actId="208"/>
          <ac:spMkLst>
            <pc:docMk/>
            <pc:sldMk cId="4292622557" sldId="304"/>
            <ac:spMk id="18" creationId="{AAC870CB-E15D-A011-46A4-89BB4A5DC8B1}"/>
          </ac:spMkLst>
        </pc:spChg>
        <pc:spChg chg="mod">
          <ac:chgData name="昕 许" userId="a2975fcd840abfc3" providerId="LiveId" clId="{49CCD4F9-177C-4270-9A14-60236FF377E8}" dt="2026-04-18T12:32:56.715" v="7892" actId="165"/>
          <ac:spMkLst>
            <pc:docMk/>
            <pc:sldMk cId="4292622557" sldId="304"/>
            <ac:spMk id="20" creationId="{EF1E7DB7-C5D5-3860-2173-DFBA84C82B93}"/>
          </ac:spMkLst>
        </pc:spChg>
        <pc:spChg chg="mod topLvl">
          <ac:chgData name="昕 许" userId="a2975fcd840abfc3" providerId="LiveId" clId="{49CCD4F9-177C-4270-9A14-60236FF377E8}" dt="2026-04-18T12:38:10.956" v="8055" actId="164"/>
          <ac:spMkLst>
            <pc:docMk/>
            <pc:sldMk cId="4292622557" sldId="304"/>
            <ac:spMk id="24" creationId="{EA4A1300-2448-2E34-52CE-BFEB1CAB8E1B}"/>
          </ac:spMkLst>
        </pc:spChg>
        <pc:spChg chg="mod topLvl">
          <ac:chgData name="昕 许" userId="a2975fcd840abfc3" providerId="LiveId" clId="{49CCD4F9-177C-4270-9A14-60236FF377E8}" dt="2026-04-18T12:38:10.956" v="8055" actId="164"/>
          <ac:spMkLst>
            <pc:docMk/>
            <pc:sldMk cId="4292622557" sldId="304"/>
            <ac:spMk id="25" creationId="{E0886741-3151-C3F2-706E-84EE7456535A}"/>
          </ac:spMkLst>
        </pc:spChg>
        <pc:spChg chg="mod">
          <ac:chgData name="昕 许" userId="a2975fcd840abfc3" providerId="LiveId" clId="{49CCD4F9-177C-4270-9A14-60236FF377E8}" dt="2026-04-18T12:48:56.054" v="8618" actId="208"/>
          <ac:spMkLst>
            <pc:docMk/>
            <pc:sldMk cId="4292622557" sldId="304"/>
            <ac:spMk id="26" creationId="{23CAEB40-F0A9-9A4C-D09A-E8FA2B4E82D7}"/>
          </ac:spMkLst>
        </pc:spChg>
        <pc:spChg chg="mod">
          <ac:chgData name="昕 许" userId="a2975fcd840abfc3" providerId="LiveId" clId="{49CCD4F9-177C-4270-9A14-60236FF377E8}" dt="2026-04-18T12:35:18.738" v="7964" actId="1076"/>
          <ac:spMkLst>
            <pc:docMk/>
            <pc:sldMk cId="4292622557" sldId="304"/>
            <ac:spMk id="27" creationId="{4B9075BF-5564-569C-E5AE-75F345A497F0}"/>
          </ac:spMkLst>
        </pc:spChg>
        <pc:spChg chg="mod topLvl">
          <ac:chgData name="昕 许" userId="a2975fcd840abfc3" providerId="LiveId" clId="{49CCD4F9-177C-4270-9A14-60236FF377E8}" dt="2026-04-18T12:35:45.109" v="7968" actId="14100"/>
          <ac:spMkLst>
            <pc:docMk/>
            <pc:sldMk cId="4292622557" sldId="304"/>
            <ac:spMk id="28" creationId="{1896E773-89C8-CB00-C5E9-C73ADDCAD5EC}"/>
          </ac:spMkLst>
        </pc:spChg>
        <pc:spChg chg="mod topLvl">
          <ac:chgData name="昕 许" userId="a2975fcd840abfc3" providerId="LiveId" clId="{49CCD4F9-177C-4270-9A14-60236FF377E8}" dt="2026-04-18T12:36:02.417" v="7979" actId="20577"/>
          <ac:spMkLst>
            <pc:docMk/>
            <pc:sldMk cId="4292622557" sldId="304"/>
            <ac:spMk id="30" creationId="{1F74E7A7-0CA0-6806-8E2E-5BACC47D5F63}"/>
          </ac:spMkLst>
        </pc:spChg>
        <pc:spChg chg="mod">
          <ac:chgData name="昕 许" userId="a2975fcd840abfc3" providerId="LiveId" clId="{49CCD4F9-177C-4270-9A14-60236FF377E8}" dt="2026-04-18T12:33:11.921" v="7897" actId="208"/>
          <ac:spMkLst>
            <pc:docMk/>
            <pc:sldMk cId="4292622557" sldId="304"/>
            <ac:spMk id="33" creationId="{9C2C85C8-F0BC-28FC-2679-49814F2554B2}"/>
          </ac:spMkLst>
        </pc:spChg>
        <pc:spChg chg="mod">
          <ac:chgData name="昕 许" userId="a2975fcd840abfc3" providerId="LiveId" clId="{49CCD4F9-177C-4270-9A14-60236FF377E8}" dt="2026-04-18T12:33:22.419" v="7900" actId="207"/>
          <ac:spMkLst>
            <pc:docMk/>
            <pc:sldMk cId="4292622557" sldId="304"/>
            <ac:spMk id="34" creationId="{CD72E52D-A258-D3E7-089C-750D0EDC75C1}"/>
          </ac:spMkLst>
        </pc:spChg>
        <pc:spChg chg="mod">
          <ac:chgData name="昕 许" userId="a2975fcd840abfc3" providerId="LiveId" clId="{49CCD4F9-177C-4270-9A14-60236FF377E8}" dt="2026-04-18T12:33:11.921" v="7897" actId="208"/>
          <ac:spMkLst>
            <pc:docMk/>
            <pc:sldMk cId="4292622557" sldId="304"/>
            <ac:spMk id="36" creationId="{5C276264-5276-498B-4F11-FE8C4EA504AB}"/>
          </ac:spMkLst>
        </pc:spChg>
        <pc:spChg chg="mod">
          <ac:chgData name="昕 许" userId="a2975fcd840abfc3" providerId="LiveId" clId="{49CCD4F9-177C-4270-9A14-60236FF377E8}" dt="2026-04-18T12:38:10.956" v="8055" actId="164"/>
          <ac:spMkLst>
            <pc:docMk/>
            <pc:sldMk cId="4292622557" sldId="304"/>
            <ac:spMk id="37" creationId="{03C8FAB2-D6F4-5B2C-1EAB-E6141B199943}"/>
          </ac:spMkLst>
        </pc:spChg>
        <pc:spChg chg="mod">
          <ac:chgData name="昕 许" userId="a2975fcd840abfc3" providerId="LiveId" clId="{49CCD4F9-177C-4270-9A14-60236FF377E8}" dt="2026-04-18T12:38:10.956" v="8055" actId="164"/>
          <ac:spMkLst>
            <pc:docMk/>
            <pc:sldMk cId="4292622557" sldId="304"/>
            <ac:spMk id="38" creationId="{F110C505-F2B6-2D22-C9C0-2149F98F791C}"/>
          </ac:spMkLst>
        </pc:spChg>
        <pc:spChg chg="mod">
          <ac:chgData name="昕 许" userId="a2975fcd840abfc3" providerId="LiveId" clId="{49CCD4F9-177C-4270-9A14-60236FF377E8}" dt="2026-04-18T12:38:10.956" v="8055" actId="164"/>
          <ac:spMkLst>
            <pc:docMk/>
            <pc:sldMk cId="4292622557" sldId="304"/>
            <ac:spMk id="39" creationId="{A198EDDF-6561-DE9E-B22B-600A51A35C2D}"/>
          </ac:spMkLst>
        </pc:spChg>
        <pc:spChg chg="mod">
          <ac:chgData name="昕 许" userId="a2975fcd840abfc3" providerId="LiveId" clId="{49CCD4F9-177C-4270-9A14-60236FF377E8}" dt="2026-04-18T12:38:32.363" v="8059" actId="14100"/>
          <ac:spMkLst>
            <pc:docMk/>
            <pc:sldMk cId="4292622557" sldId="304"/>
            <ac:spMk id="45" creationId="{BE9E6749-0B28-EFC8-C66B-D2CEAE85B6E7}"/>
          </ac:spMkLst>
        </pc:spChg>
        <pc:spChg chg="mod">
          <ac:chgData name="昕 许" userId="a2975fcd840abfc3" providerId="LiveId" clId="{49CCD4F9-177C-4270-9A14-60236FF377E8}" dt="2026-04-18T12:38:34.341" v="8060" actId="1076"/>
          <ac:spMkLst>
            <pc:docMk/>
            <pc:sldMk cId="4292622557" sldId="304"/>
            <ac:spMk id="47" creationId="{DF31AC52-C119-B195-4A9D-F42321DAC51D}"/>
          </ac:spMkLst>
        </pc:spChg>
        <pc:spChg chg="add mod">
          <ac:chgData name="昕 许" userId="a2975fcd840abfc3" providerId="LiveId" clId="{49CCD4F9-177C-4270-9A14-60236FF377E8}" dt="2026-04-18T12:38:10.956" v="8055" actId="164"/>
          <ac:spMkLst>
            <pc:docMk/>
            <pc:sldMk cId="4292622557" sldId="304"/>
            <ac:spMk id="50" creationId="{E71E312B-06B1-97B8-A1AB-05B3957C6EC1}"/>
          </ac:spMkLst>
        </pc:spChg>
        <pc:spChg chg="add mod">
          <ac:chgData name="昕 许" userId="a2975fcd840abfc3" providerId="LiveId" clId="{49CCD4F9-177C-4270-9A14-60236FF377E8}" dt="2026-04-18T12:38:10.956" v="8055" actId="164"/>
          <ac:spMkLst>
            <pc:docMk/>
            <pc:sldMk cId="4292622557" sldId="304"/>
            <ac:spMk id="51" creationId="{7E4AFEDD-A608-B120-3E59-97F145B353A6}"/>
          </ac:spMkLst>
        </pc:spChg>
        <pc:spChg chg="add mod">
          <ac:chgData name="昕 许" userId="a2975fcd840abfc3" providerId="LiveId" clId="{49CCD4F9-177C-4270-9A14-60236FF377E8}" dt="2026-04-18T12:38:08.431" v="8054" actId="20577"/>
          <ac:spMkLst>
            <pc:docMk/>
            <pc:sldMk cId="4292622557" sldId="304"/>
            <ac:spMk id="52" creationId="{853F19B4-C18B-0C5D-871B-34D972C2DD09}"/>
          </ac:spMkLst>
        </pc:spChg>
        <pc:spChg chg="add mod">
          <ac:chgData name="昕 许" userId="a2975fcd840abfc3" providerId="LiveId" clId="{49CCD4F9-177C-4270-9A14-60236FF377E8}" dt="2026-04-18T12:46:24.907" v="8321" actId="164"/>
          <ac:spMkLst>
            <pc:docMk/>
            <pc:sldMk cId="4292622557" sldId="304"/>
            <ac:spMk id="56" creationId="{8BE9B54F-F4D5-9100-0E32-40F8D19D1EED}"/>
          </ac:spMkLst>
        </pc:spChg>
        <pc:spChg chg="add mod">
          <ac:chgData name="昕 许" userId="a2975fcd840abfc3" providerId="LiveId" clId="{49CCD4F9-177C-4270-9A14-60236FF377E8}" dt="2026-04-18T12:46:24.907" v="8321" actId="164"/>
          <ac:spMkLst>
            <pc:docMk/>
            <pc:sldMk cId="4292622557" sldId="304"/>
            <ac:spMk id="57" creationId="{870425F8-FE8F-7D68-C6F1-0C64DD01DE17}"/>
          </ac:spMkLst>
        </pc:spChg>
        <pc:spChg chg="mod topLvl">
          <ac:chgData name="昕 许" userId="a2975fcd840abfc3" providerId="LiveId" clId="{49CCD4F9-177C-4270-9A14-60236FF377E8}" dt="2026-04-18T12:35:02.209" v="7959" actId="164"/>
          <ac:spMkLst>
            <pc:docMk/>
            <pc:sldMk cId="4292622557" sldId="304"/>
            <ac:spMk id="65" creationId="{20F0FDA2-8A4F-541F-E5F3-F7A7B86BB7E9}"/>
          </ac:spMkLst>
        </pc:spChg>
        <pc:spChg chg="mod topLvl">
          <ac:chgData name="昕 许" userId="a2975fcd840abfc3" providerId="LiveId" clId="{49CCD4F9-177C-4270-9A14-60236FF377E8}" dt="2026-04-18T12:35:02.209" v="7959" actId="164"/>
          <ac:spMkLst>
            <pc:docMk/>
            <pc:sldMk cId="4292622557" sldId="304"/>
            <ac:spMk id="69" creationId="{FB10E1DA-36F8-4469-E4A5-03CB3CBBEF7C}"/>
          </ac:spMkLst>
        </pc:spChg>
        <pc:spChg chg="mod">
          <ac:chgData name="昕 许" userId="a2975fcd840abfc3" providerId="LiveId" clId="{49CCD4F9-177C-4270-9A14-60236FF377E8}" dt="2026-04-18T12:33:11.921" v="7897" actId="208"/>
          <ac:spMkLst>
            <pc:docMk/>
            <pc:sldMk cId="4292622557" sldId="304"/>
            <ac:spMk id="71" creationId="{8D2501DA-E536-DD47-D8D8-158AC826FCB2}"/>
          </ac:spMkLst>
        </pc:spChg>
        <pc:spChg chg="mod">
          <ac:chgData name="昕 许" userId="a2975fcd840abfc3" providerId="LiveId" clId="{49CCD4F9-177C-4270-9A14-60236FF377E8}" dt="2026-04-18T12:35:56.002" v="7974" actId="14100"/>
          <ac:spMkLst>
            <pc:docMk/>
            <pc:sldMk cId="4292622557" sldId="304"/>
            <ac:spMk id="74" creationId="{6D5791A8-D444-AD43-2566-896B03E1487B}"/>
          </ac:spMkLst>
        </pc:spChg>
        <pc:spChg chg="mod">
          <ac:chgData name="昕 许" userId="a2975fcd840abfc3" providerId="LiveId" clId="{49CCD4F9-177C-4270-9A14-60236FF377E8}" dt="2026-04-18T12:35:58.404" v="7975" actId="1076"/>
          <ac:spMkLst>
            <pc:docMk/>
            <pc:sldMk cId="4292622557" sldId="304"/>
            <ac:spMk id="75" creationId="{8636A67B-6C38-9026-1281-DF1ED826B57D}"/>
          </ac:spMkLst>
        </pc:spChg>
        <pc:spChg chg="add mod">
          <ac:chgData name="昕 许" userId="a2975fcd840abfc3" providerId="LiveId" clId="{49CCD4F9-177C-4270-9A14-60236FF377E8}" dt="2026-04-18T12:47:30.757" v="8403" actId="20577"/>
          <ac:spMkLst>
            <pc:docMk/>
            <pc:sldMk cId="4292622557" sldId="304"/>
            <ac:spMk id="83" creationId="{58193200-07BA-4F03-1E84-2A3C1940657C}"/>
          </ac:spMkLst>
        </pc:spChg>
        <pc:spChg chg="add mod">
          <ac:chgData name="昕 许" userId="a2975fcd840abfc3" providerId="LiveId" clId="{49CCD4F9-177C-4270-9A14-60236FF377E8}" dt="2026-04-18T12:48:26.119" v="8574" actId="1076"/>
          <ac:spMkLst>
            <pc:docMk/>
            <pc:sldMk cId="4292622557" sldId="304"/>
            <ac:spMk id="84" creationId="{EB1175A9-DC33-EED9-D59F-AC2E17C938C8}"/>
          </ac:spMkLst>
        </pc:spChg>
        <pc:spChg chg="add mod">
          <ac:chgData name="昕 许" userId="a2975fcd840abfc3" providerId="LiveId" clId="{49CCD4F9-177C-4270-9A14-60236FF377E8}" dt="2026-04-18T12:48:45.076" v="8615" actId="1076"/>
          <ac:spMkLst>
            <pc:docMk/>
            <pc:sldMk cId="4292622557" sldId="304"/>
            <ac:spMk id="85" creationId="{AC104443-FD22-509C-0A07-88C2F62A56C9}"/>
          </ac:spMkLst>
        </pc:spChg>
        <pc:spChg chg="add mod">
          <ac:chgData name="昕 许" userId="a2975fcd840abfc3" providerId="LiveId" clId="{49CCD4F9-177C-4270-9A14-60236FF377E8}" dt="2026-04-18T12:49:09.914" v="8621" actId="1076"/>
          <ac:spMkLst>
            <pc:docMk/>
            <pc:sldMk cId="4292622557" sldId="304"/>
            <ac:spMk id="93" creationId="{A6E4FBA6-79FC-E4A1-E669-93C85301B404}"/>
          </ac:spMkLst>
        </pc:spChg>
        <pc:spChg chg="add mod">
          <ac:chgData name="昕 许" userId="a2975fcd840abfc3" providerId="LiveId" clId="{49CCD4F9-177C-4270-9A14-60236FF377E8}" dt="2026-04-18T12:49:09.914" v="8621" actId="1076"/>
          <ac:spMkLst>
            <pc:docMk/>
            <pc:sldMk cId="4292622557" sldId="304"/>
            <ac:spMk id="94" creationId="{BA803428-FF48-0B71-B56F-1BFE10D8F0C3}"/>
          </ac:spMkLst>
        </pc:spChg>
        <pc:spChg chg="add mod">
          <ac:chgData name="昕 许" userId="a2975fcd840abfc3" providerId="LiveId" clId="{49CCD4F9-177C-4270-9A14-60236FF377E8}" dt="2026-04-18T12:49:09.914" v="8621" actId="1076"/>
          <ac:spMkLst>
            <pc:docMk/>
            <pc:sldMk cId="4292622557" sldId="304"/>
            <ac:spMk id="95" creationId="{ED2A3F9C-4364-6A2A-EC1D-58293C4E2C5D}"/>
          </ac:spMkLst>
        </pc:spChg>
        <pc:spChg chg="add mod">
          <ac:chgData name="昕 许" userId="a2975fcd840abfc3" providerId="LiveId" clId="{49CCD4F9-177C-4270-9A14-60236FF377E8}" dt="2026-04-18T12:53:05.599" v="8625" actId="1076"/>
          <ac:spMkLst>
            <pc:docMk/>
            <pc:sldMk cId="4292622557" sldId="304"/>
            <ac:spMk id="96" creationId="{FCD2C782-73DF-AF21-7D31-AD6BB8E019C5}"/>
          </ac:spMkLst>
        </pc:spChg>
        <pc:grpChg chg="add mod">
          <ac:chgData name="昕 许" userId="a2975fcd840abfc3" providerId="LiveId" clId="{49CCD4F9-177C-4270-9A14-60236FF377E8}" dt="2026-04-18T12:35:02.209" v="7959" actId="164"/>
          <ac:grpSpMkLst>
            <pc:docMk/>
            <pc:sldMk cId="4292622557" sldId="304"/>
            <ac:grpSpMk id="12" creationId="{F5BF475C-F1C6-9B53-FC20-F5D07954ED68}"/>
          </ac:grpSpMkLst>
        </pc:grpChg>
        <pc:grpChg chg="add mod">
          <ac:chgData name="昕 许" userId="a2975fcd840abfc3" providerId="LiveId" clId="{49CCD4F9-177C-4270-9A14-60236FF377E8}" dt="2026-04-18T12:38:48.761" v="8063" actId="1076"/>
          <ac:grpSpMkLst>
            <pc:docMk/>
            <pc:sldMk cId="4292622557" sldId="304"/>
            <ac:grpSpMk id="13" creationId="{DD34ABD4-D1F1-E49A-A4C9-7E273DEF4929}"/>
          </ac:grpSpMkLst>
        </pc:grpChg>
        <pc:grpChg chg="add mod">
          <ac:chgData name="昕 许" userId="a2975fcd840abfc3" providerId="LiveId" clId="{49CCD4F9-177C-4270-9A14-60236FF377E8}" dt="2026-04-18T12:38:48.761" v="8063" actId="1076"/>
          <ac:grpSpMkLst>
            <pc:docMk/>
            <pc:sldMk cId="4292622557" sldId="304"/>
            <ac:grpSpMk id="19" creationId="{8411024F-9594-A8CD-133B-64BDD8535D67}"/>
          </ac:grpSpMkLst>
        </pc:grpChg>
        <pc:grpChg chg="mod">
          <ac:chgData name="昕 许" userId="a2975fcd840abfc3" providerId="LiveId" clId="{49CCD4F9-177C-4270-9A14-60236FF377E8}" dt="2026-04-18T12:38:10.956" v="8055" actId="164"/>
          <ac:grpSpMkLst>
            <pc:docMk/>
            <pc:sldMk cId="4292622557" sldId="304"/>
            <ac:grpSpMk id="31" creationId="{4E1A5274-CBB1-C083-1A25-9A773C5D8E43}"/>
          </ac:grpSpMkLst>
        </pc:grpChg>
        <pc:grpChg chg="mod">
          <ac:chgData name="昕 许" userId="a2975fcd840abfc3" providerId="LiveId" clId="{49CCD4F9-177C-4270-9A14-60236FF377E8}" dt="2026-04-18T12:38:10.956" v="8055" actId="164"/>
          <ac:grpSpMkLst>
            <pc:docMk/>
            <pc:sldMk cId="4292622557" sldId="304"/>
            <ac:grpSpMk id="43" creationId="{22406F9A-FD8B-0A76-33AD-9606C0DD2B83}"/>
          </ac:grpSpMkLst>
        </pc:grpChg>
        <pc:grpChg chg="add mod">
          <ac:chgData name="昕 许" userId="a2975fcd840abfc3" providerId="LiveId" clId="{49CCD4F9-177C-4270-9A14-60236FF377E8}" dt="2026-04-18T12:38:48.761" v="8063" actId="1076"/>
          <ac:grpSpMkLst>
            <pc:docMk/>
            <pc:sldMk cId="4292622557" sldId="304"/>
            <ac:grpSpMk id="44" creationId="{4E32351A-91F8-F9E3-7C00-B347077687F3}"/>
          </ac:grpSpMkLst>
        </pc:grpChg>
        <pc:grpChg chg="add mod">
          <ac:chgData name="昕 许" userId="a2975fcd840abfc3" providerId="LiveId" clId="{49CCD4F9-177C-4270-9A14-60236FF377E8}" dt="2026-04-18T12:38:13.234" v="8056" actId="1076"/>
          <ac:grpSpMkLst>
            <pc:docMk/>
            <pc:sldMk cId="4292622557" sldId="304"/>
            <ac:grpSpMk id="55" creationId="{3CF50F8F-0F25-F92C-F692-483D1AFDF0E0}"/>
          </ac:grpSpMkLst>
        </pc:grpChg>
        <pc:grpChg chg="mod">
          <ac:chgData name="昕 许" userId="a2975fcd840abfc3" providerId="LiveId" clId="{49CCD4F9-177C-4270-9A14-60236FF377E8}" dt="2026-04-18T12:35:52.604" v="7973" actId="20577"/>
          <ac:grpSpMkLst>
            <pc:docMk/>
            <pc:sldMk cId="4292622557" sldId="304"/>
            <ac:grpSpMk id="73" creationId="{532FDEE7-E4BA-4663-4D9A-4A8FFD9335BD}"/>
          </ac:grpSpMkLst>
        </pc:grpChg>
        <pc:grpChg chg="add mod">
          <ac:chgData name="昕 许" userId="a2975fcd840abfc3" providerId="LiveId" clId="{49CCD4F9-177C-4270-9A14-60236FF377E8}" dt="2026-04-18T12:46:27.151" v="8322" actId="1076"/>
          <ac:grpSpMkLst>
            <pc:docMk/>
            <pc:sldMk cId="4292622557" sldId="304"/>
            <ac:grpSpMk id="79" creationId="{B1290C6D-D907-2B6B-BEDE-CB09FE13F50C}"/>
          </ac:grpSpMkLst>
        </pc:grpChg>
        <pc:cxnChg chg="add del mod">
          <ac:chgData name="昕 许" userId="a2975fcd840abfc3" providerId="LiveId" clId="{49CCD4F9-177C-4270-9A14-60236FF377E8}" dt="2026-04-18T12:49:00.195" v="8619" actId="14100"/>
          <ac:cxnSpMkLst>
            <pc:docMk/>
            <pc:sldMk cId="4292622557" sldId="304"/>
            <ac:cxnSpMk id="6" creationId="{92D9CC12-A723-FAAD-BBFB-56F153F1B078}"/>
          </ac:cxnSpMkLst>
        </pc:cxnChg>
        <pc:cxnChg chg="add mod">
          <ac:chgData name="昕 许" userId="a2975fcd840abfc3" providerId="LiveId" clId="{49CCD4F9-177C-4270-9A14-60236FF377E8}" dt="2026-04-18T12:38:08.431" v="8054" actId="20577"/>
          <ac:cxnSpMkLst>
            <pc:docMk/>
            <pc:sldMk cId="4292622557" sldId="304"/>
            <ac:cxnSpMk id="54" creationId="{D68F7F80-5ED2-1674-A7BF-E6297D058018}"/>
          </ac:cxnSpMkLst>
        </pc:cxnChg>
        <pc:cxnChg chg="add mod ord">
          <ac:chgData name="昕 许" userId="a2975fcd840abfc3" providerId="LiveId" clId="{49CCD4F9-177C-4270-9A14-60236FF377E8}" dt="2026-04-18T12:49:24.036" v="8623" actId="693"/>
          <ac:cxnSpMkLst>
            <pc:docMk/>
            <pc:sldMk cId="4292622557" sldId="304"/>
            <ac:cxnSpMk id="80" creationId="{00B46B16-68AE-8730-56B4-94007C6D80AC}"/>
          </ac:cxnSpMkLst>
        </pc:cxnChg>
        <pc:cxnChg chg="add mod ord">
          <ac:chgData name="昕 许" userId="a2975fcd840abfc3" providerId="LiveId" clId="{49CCD4F9-177C-4270-9A14-60236FF377E8}" dt="2026-04-18T12:49:24.036" v="8623" actId="693"/>
          <ac:cxnSpMkLst>
            <pc:docMk/>
            <pc:sldMk cId="4292622557" sldId="304"/>
            <ac:cxnSpMk id="87" creationId="{E62D7C27-3772-48DB-E04D-FD179E6CF71E}"/>
          </ac:cxnSpMkLst>
        </pc:cxnChg>
        <pc:cxnChg chg="add mod">
          <ac:chgData name="昕 许" userId="a2975fcd840abfc3" providerId="LiveId" clId="{49CCD4F9-177C-4270-9A14-60236FF377E8}" dt="2026-04-18T13:38:26.941" v="9211" actId="14100"/>
          <ac:cxnSpMkLst>
            <pc:docMk/>
            <pc:sldMk cId="4292622557" sldId="304"/>
            <ac:cxnSpMk id="97" creationId="{A2495255-DCEE-2B2D-FE63-F0C1FDEB4332}"/>
          </ac:cxnSpMkLst>
        </pc:cxnChg>
        <pc:cxnChg chg="add mod">
          <ac:chgData name="昕 许" userId="a2975fcd840abfc3" providerId="LiveId" clId="{49CCD4F9-177C-4270-9A14-60236FF377E8}" dt="2026-04-18T13:38:03.619" v="9210" actId="14100"/>
          <ac:cxnSpMkLst>
            <pc:docMk/>
            <pc:sldMk cId="4292622557" sldId="304"/>
            <ac:cxnSpMk id="100" creationId="{2CEF6F97-F97B-D602-CE16-D5E88AD29967}"/>
          </ac:cxnSpMkLst>
        </pc:cxnChg>
      </pc:sldChg>
      <pc:sldChg chg="addSp delSp modSp add mod ord">
        <pc:chgData name="昕 许" userId="a2975fcd840abfc3" providerId="LiveId" clId="{49CCD4F9-177C-4270-9A14-60236FF377E8}" dt="2026-04-19T02:28:25.309" v="9281" actId="207"/>
        <pc:sldMkLst>
          <pc:docMk/>
          <pc:sldMk cId="2366172956" sldId="305"/>
        </pc:sldMkLst>
        <pc:spChg chg="mod topLvl">
          <ac:chgData name="昕 许" userId="a2975fcd840abfc3" providerId="LiveId" clId="{49CCD4F9-177C-4270-9A14-60236FF377E8}" dt="2026-04-18T13:31:28.966" v="9203"/>
          <ac:spMkLst>
            <pc:docMk/>
            <pc:sldMk cId="2366172956" sldId="305"/>
            <ac:spMk id="2" creationId="{45BD44D7-382B-D633-B5E4-0E8BC3AF2081}"/>
          </ac:spMkLst>
        </pc:spChg>
        <pc:spChg chg="mod">
          <ac:chgData name="昕 许" userId="a2975fcd840abfc3" providerId="LiveId" clId="{49CCD4F9-177C-4270-9A14-60236FF377E8}" dt="2026-04-18T13:02:03.308" v="9168" actId="14100"/>
          <ac:spMkLst>
            <pc:docMk/>
            <pc:sldMk cId="2366172956" sldId="305"/>
            <ac:spMk id="3" creationId="{F0A4F6C0-66FC-60F3-BD33-F59462989D45}"/>
          </ac:spMkLst>
        </pc:spChg>
        <pc:spChg chg="mod topLvl">
          <ac:chgData name="昕 许" userId="a2975fcd840abfc3" providerId="LiveId" clId="{49CCD4F9-177C-4270-9A14-60236FF377E8}" dt="2026-04-18T13:31:28.966" v="9203"/>
          <ac:spMkLst>
            <pc:docMk/>
            <pc:sldMk cId="2366172956" sldId="305"/>
            <ac:spMk id="11" creationId="{A97A6E3F-5A9B-115F-1C9B-E6EF8DCA85A1}"/>
          </ac:spMkLst>
        </pc:spChg>
        <pc:spChg chg="mod topLvl">
          <ac:chgData name="昕 许" userId="a2975fcd840abfc3" providerId="LiveId" clId="{49CCD4F9-177C-4270-9A14-60236FF377E8}" dt="2026-04-19T02:26:28.060" v="9228" actId="208"/>
          <ac:spMkLst>
            <pc:docMk/>
            <pc:sldMk cId="2366172956" sldId="305"/>
            <ac:spMk id="14" creationId="{5D171AD1-650D-DE11-844A-9F30B95A8BF9}"/>
          </ac:spMkLst>
        </pc:spChg>
        <pc:spChg chg="mod">
          <ac:chgData name="昕 许" userId="a2975fcd840abfc3" providerId="LiveId" clId="{49CCD4F9-177C-4270-9A14-60236FF377E8}" dt="2026-04-19T02:26:12.034" v="9224" actId="208"/>
          <ac:spMkLst>
            <pc:docMk/>
            <pc:sldMk cId="2366172956" sldId="305"/>
            <ac:spMk id="15" creationId="{89718702-85F4-A436-E056-EA939C8A5651}"/>
          </ac:spMkLst>
        </pc:spChg>
        <pc:spChg chg="add mod">
          <ac:chgData name="昕 许" userId="a2975fcd840abfc3" providerId="LiveId" clId="{49CCD4F9-177C-4270-9A14-60236FF377E8}" dt="2026-04-19T02:28:25.309" v="9281" actId="207"/>
          <ac:spMkLst>
            <pc:docMk/>
            <pc:sldMk cId="2366172956" sldId="305"/>
            <ac:spMk id="16" creationId="{5A825043-1513-E68F-303E-239F126BF1A1}"/>
          </ac:spMkLst>
        </pc:spChg>
        <pc:spChg chg="mod">
          <ac:chgData name="昕 许" userId="a2975fcd840abfc3" providerId="LiveId" clId="{49CCD4F9-177C-4270-9A14-60236FF377E8}" dt="2026-04-18T12:59:44.517" v="8937" actId="164"/>
          <ac:spMkLst>
            <pc:docMk/>
            <pc:sldMk cId="2366172956" sldId="305"/>
            <ac:spMk id="17" creationId="{D82809CC-BB42-D23C-05CD-360BDBEB4E5C}"/>
          </ac:spMkLst>
        </pc:spChg>
        <pc:spChg chg="mod">
          <ac:chgData name="昕 许" userId="a2975fcd840abfc3" providerId="LiveId" clId="{49CCD4F9-177C-4270-9A14-60236FF377E8}" dt="2026-04-19T02:26:23.923" v="9227" actId="208"/>
          <ac:spMkLst>
            <pc:docMk/>
            <pc:sldMk cId="2366172956" sldId="305"/>
            <ac:spMk id="18" creationId="{28F9043F-43AB-059D-ED59-EEC70D684957}"/>
          </ac:spMkLst>
        </pc:spChg>
        <pc:spChg chg="mod">
          <ac:chgData name="昕 许" userId="a2975fcd840abfc3" providerId="LiveId" clId="{49CCD4F9-177C-4270-9A14-60236FF377E8}" dt="2026-04-18T12:59:44.517" v="8937" actId="164"/>
          <ac:spMkLst>
            <pc:docMk/>
            <pc:sldMk cId="2366172956" sldId="305"/>
            <ac:spMk id="20" creationId="{C788AA48-0378-442F-C701-D27B0FC214C8}"/>
          </ac:spMkLst>
        </pc:spChg>
        <pc:spChg chg="mod topLvl">
          <ac:chgData name="昕 许" userId="a2975fcd840abfc3" providerId="LiveId" clId="{49CCD4F9-177C-4270-9A14-60236FF377E8}" dt="2026-04-18T13:01:58.051" v="9166" actId="164"/>
          <ac:spMkLst>
            <pc:docMk/>
            <pc:sldMk cId="2366172956" sldId="305"/>
            <ac:spMk id="24" creationId="{77F6BF75-A915-8C33-F530-1C462647CFCF}"/>
          </ac:spMkLst>
        </pc:spChg>
        <pc:spChg chg="mod topLvl">
          <ac:chgData name="昕 许" userId="a2975fcd840abfc3" providerId="LiveId" clId="{49CCD4F9-177C-4270-9A14-60236FF377E8}" dt="2026-04-18T13:01:58.051" v="9166" actId="164"/>
          <ac:spMkLst>
            <pc:docMk/>
            <pc:sldMk cId="2366172956" sldId="305"/>
            <ac:spMk id="25" creationId="{A333C554-0EA1-8E44-6946-C8311E2635F2}"/>
          </ac:spMkLst>
        </pc:spChg>
        <pc:spChg chg="mod topLvl">
          <ac:chgData name="昕 许" userId="a2975fcd840abfc3" providerId="LiveId" clId="{49CCD4F9-177C-4270-9A14-60236FF377E8}" dt="2026-04-19T02:26:19.171" v="9226" actId="208"/>
          <ac:spMkLst>
            <pc:docMk/>
            <pc:sldMk cId="2366172956" sldId="305"/>
            <ac:spMk id="26" creationId="{B63B85CA-7430-B06D-919E-F66738AD34CA}"/>
          </ac:spMkLst>
        </pc:spChg>
        <pc:spChg chg="mod topLvl">
          <ac:chgData name="昕 许" userId="a2975fcd840abfc3" providerId="LiveId" clId="{49CCD4F9-177C-4270-9A14-60236FF377E8}" dt="2026-04-18T13:31:28.966" v="9203"/>
          <ac:spMkLst>
            <pc:docMk/>
            <pc:sldMk cId="2366172956" sldId="305"/>
            <ac:spMk id="27" creationId="{98CC358D-0D7E-7FFB-9047-7EC78E98DE0C}"/>
          </ac:spMkLst>
        </pc:spChg>
        <pc:spChg chg="mod topLvl">
          <ac:chgData name="昕 许" userId="a2975fcd840abfc3" providerId="LiveId" clId="{49CCD4F9-177C-4270-9A14-60236FF377E8}" dt="2026-04-18T13:01:58.051" v="9166" actId="164"/>
          <ac:spMkLst>
            <pc:docMk/>
            <pc:sldMk cId="2366172956" sldId="305"/>
            <ac:spMk id="37" creationId="{7DE40780-6AA8-7C2C-5890-C3BEC0F772DD}"/>
          </ac:spMkLst>
        </pc:spChg>
        <pc:spChg chg="mod topLvl">
          <ac:chgData name="昕 许" userId="a2975fcd840abfc3" providerId="LiveId" clId="{49CCD4F9-177C-4270-9A14-60236FF377E8}" dt="2026-04-18T13:01:58.051" v="9166" actId="164"/>
          <ac:spMkLst>
            <pc:docMk/>
            <pc:sldMk cId="2366172956" sldId="305"/>
            <ac:spMk id="38" creationId="{287907C8-9220-3776-3900-A14E133A6D4B}"/>
          </ac:spMkLst>
        </pc:spChg>
        <pc:spChg chg="mod topLvl">
          <ac:chgData name="昕 许" userId="a2975fcd840abfc3" providerId="LiveId" clId="{49CCD4F9-177C-4270-9A14-60236FF377E8}" dt="2026-04-18T13:01:58.051" v="9166" actId="164"/>
          <ac:spMkLst>
            <pc:docMk/>
            <pc:sldMk cId="2366172956" sldId="305"/>
            <ac:spMk id="39" creationId="{A71228A4-5632-6B26-E854-6FB0166A568C}"/>
          </ac:spMkLst>
        </pc:spChg>
        <pc:spChg chg="mod topLvl">
          <ac:chgData name="昕 许" userId="a2975fcd840abfc3" providerId="LiveId" clId="{49CCD4F9-177C-4270-9A14-60236FF377E8}" dt="2026-04-19T02:25:48.597" v="9218" actId="208"/>
          <ac:spMkLst>
            <pc:docMk/>
            <pc:sldMk cId="2366172956" sldId="305"/>
            <ac:spMk id="45" creationId="{C08668E4-8BCC-0CDE-82D7-700D3A99BE2E}"/>
          </ac:spMkLst>
        </pc:spChg>
        <pc:spChg chg="mod topLvl">
          <ac:chgData name="昕 许" userId="a2975fcd840abfc3" providerId="LiveId" clId="{49CCD4F9-177C-4270-9A14-60236FF377E8}" dt="2026-04-18T13:31:28.966" v="9203"/>
          <ac:spMkLst>
            <pc:docMk/>
            <pc:sldMk cId="2366172956" sldId="305"/>
            <ac:spMk id="47" creationId="{29A00543-5B00-9BAD-5C4E-9259866BAE25}"/>
          </ac:spMkLst>
        </pc:spChg>
        <pc:spChg chg="add mod">
          <ac:chgData name="昕 许" userId="a2975fcd840abfc3" providerId="LiveId" clId="{49CCD4F9-177C-4270-9A14-60236FF377E8}" dt="2026-04-18T13:02:19.033" v="9177" actId="20577"/>
          <ac:spMkLst>
            <pc:docMk/>
            <pc:sldMk cId="2366172956" sldId="305"/>
            <ac:spMk id="49" creationId="{110D1F34-CC49-AF74-EB60-F578D8C56ABB}"/>
          </ac:spMkLst>
        </pc:spChg>
        <pc:spChg chg="mod">
          <ac:chgData name="昕 许" userId="a2975fcd840abfc3" providerId="LiveId" clId="{49CCD4F9-177C-4270-9A14-60236FF377E8}" dt="2026-04-19T02:25:42.006" v="9217" actId="208"/>
          <ac:spMkLst>
            <pc:docMk/>
            <pc:sldMk cId="2366172956" sldId="305"/>
            <ac:spMk id="74" creationId="{53A8FFEC-6166-2A12-CE2A-6BA9066B8707}"/>
          </ac:spMkLst>
        </pc:spChg>
        <pc:spChg chg="mod">
          <ac:chgData name="昕 许" userId="a2975fcd840abfc3" providerId="LiveId" clId="{49CCD4F9-177C-4270-9A14-60236FF377E8}" dt="2026-04-18T13:31:28.966" v="9203"/>
          <ac:spMkLst>
            <pc:docMk/>
            <pc:sldMk cId="2366172956" sldId="305"/>
            <ac:spMk id="83" creationId="{E6810F99-485D-EA95-9428-8B1D74228431}"/>
          </ac:spMkLst>
        </pc:spChg>
        <pc:spChg chg="mod topLvl">
          <ac:chgData name="昕 许" userId="a2975fcd840abfc3" providerId="LiveId" clId="{49CCD4F9-177C-4270-9A14-60236FF377E8}" dt="2026-04-18T13:31:28.966" v="9203"/>
          <ac:spMkLst>
            <pc:docMk/>
            <pc:sldMk cId="2366172956" sldId="305"/>
            <ac:spMk id="93" creationId="{CE07EB2D-A699-ED46-F5CB-CD522ACAEA6B}"/>
          </ac:spMkLst>
        </pc:spChg>
        <pc:spChg chg="mod topLvl">
          <ac:chgData name="昕 许" userId="a2975fcd840abfc3" providerId="LiveId" clId="{49CCD4F9-177C-4270-9A14-60236FF377E8}" dt="2026-04-18T13:31:28.966" v="9203"/>
          <ac:spMkLst>
            <pc:docMk/>
            <pc:sldMk cId="2366172956" sldId="305"/>
            <ac:spMk id="94" creationId="{08F94115-07CF-3597-8760-D86865572B80}"/>
          </ac:spMkLst>
        </pc:spChg>
        <pc:spChg chg="mod topLvl">
          <ac:chgData name="昕 许" userId="a2975fcd840abfc3" providerId="LiveId" clId="{49CCD4F9-177C-4270-9A14-60236FF377E8}" dt="2026-04-18T13:31:28.966" v="9203"/>
          <ac:spMkLst>
            <pc:docMk/>
            <pc:sldMk cId="2366172956" sldId="305"/>
            <ac:spMk id="95" creationId="{8A63FFF4-4907-71AF-D7BA-AA500A5B16F3}"/>
          </ac:spMkLst>
        </pc:spChg>
        <pc:grpChg chg="mod">
          <ac:chgData name="昕 许" userId="a2975fcd840abfc3" providerId="LiveId" clId="{49CCD4F9-177C-4270-9A14-60236FF377E8}" dt="2026-04-18T13:02:06.169" v="9169" actId="1076"/>
          <ac:grpSpMkLst>
            <pc:docMk/>
            <pc:sldMk cId="2366172956" sldId="305"/>
            <ac:grpSpMk id="29" creationId="{3822C804-FDC2-F6EB-1345-866E93F2507A}"/>
          </ac:grpSpMkLst>
        </pc:grpChg>
        <pc:grpChg chg="mod">
          <ac:chgData name="昕 许" userId="a2975fcd840abfc3" providerId="LiveId" clId="{49CCD4F9-177C-4270-9A14-60236FF377E8}" dt="2026-04-18T13:01:58.051" v="9166" actId="164"/>
          <ac:grpSpMkLst>
            <pc:docMk/>
            <pc:sldMk cId="2366172956" sldId="305"/>
            <ac:grpSpMk id="31" creationId="{10F6928E-945E-0B15-A4A5-FD31D776C42F}"/>
          </ac:grpSpMkLst>
        </pc:grpChg>
        <pc:grpChg chg="mod">
          <ac:chgData name="昕 许" userId="a2975fcd840abfc3" providerId="LiveId" clId="{49CCD4F9-177C-4270-9A14-60236FF377E8}" dt="2026-04-18T13:01:58.051" v="9166" actId="164"/>
          <ac:grpSpMkLst>
            <pc:docMk/>
            <pc:sldMk cId="2366172956" sldId="305"/>
            <ac:grpSpMk id="43" creationId="{0A83D19F-2C42-A148-59CA-0A84299BFC18}"/>
          </ac:grpSpMkLst>
        </pc:grpChg>
        <pc:grpChg chg="add mod">
          <ac:chgData name="昕 许" userId="a2975fcd840abfc3" providerId="LiveId" clId="{49CCD4F9-177C-4270-9A14-60236FF377E8}" dt="2026-04-18T13:02:00.965" v="9167" actId="1076"/>
          <ac:grpSpMkLst>
            <pc:docMk/>
            <pc:sldMk cId="2366172956" sldId="305"/>
            <ac:grpSpMk id="46" creationId="{E6502C1A-40AA-A60D-FD8D-290E38B2A621}"/>
          </ac:grpSpMkLst>
        </pc:grpChg>
        <pc:cxnChg chg="add mod">
          <ac:chgData name="昕 许" userId="a2975fcd840abfc3" providerId="LiveId" clId="{49CCD4F9-177C-4270-9A14-60236FF377E8}" dt="2026-04-19T02:25:56.543" v="9220" actId="1582"/>
          <ac:cxnSpMkLst>
            <pc:docMk/>
            <pc:sldMk cId="2366172956" sldId="305"/>
            <ac:cxnSpMk id="5" creationId="{A05B2A60-530E-D9B1-3F3F-8B2B8BC590F8}"/>
          </ac:cxnSpMkLst>
        </pc:cxnChg>
        <pc:cxnChg chg="mod">
          <ac:chgData name="昕 许" userId="a2975fcd840abfc3" providerId="LiveId" clId="{49CCD4F9-177C-4270-9A14-60236FF377E8}" dt="2026-04-18T13:02:06.169" v="9169" actId="1076"/>
          <ac:cxnSpMkLst>
            <pc:docMk/>
            <pc:sldMk cId="2366172956" sldId="305"/>
            <ac:cxnSpMk id="6" creationId="{C9331916-51D9-1126-17F2-B48773C3D051}"/>
          </ac:cxnSpMkLst>
        </pc:cxnChg>
        <pc:cxnChg chg="add mod">
          <ac:chgData name="昕 许" userId="a2975fcd840abfc3" providerId="LiveId" clId="{49CCD4F9-177C-4270-9A14-60236FF377E8}" dt="2026-04-19T02:26:15.269" v="9225" actId="208"/>
          <ac:cxnSpMkLst>
            <pc:docMk/>
            <pc:sldMk cId="2366172956" sldId="305"/>
            <ac:cxnSpMk id="7" creationId="{99AF99B6-5B2D-2D5E-8448-8DCEFC4EA9A6}"/>
          </ac:cxnSpMkLst>
        </pc:cxnChg>
        <pc:cxnChg chg="add mod">
          <ac:chgData name="昕 许" userId="a2975fcd840abfc3" providerId="LiveId" clId="{49CCD4F9-177C-4270-9A14-60236FF377E8}" dt="2026-04-19T02:26:42.432" v="9237" actId="1036"/>
          <ac:cxnSpMkLst>
            <pc:docMk/>
            <pc:sldMk cId="2366172956" sldId="305"/>
            <ac:cxnSpMk id="9" creationId="{A3A214C0-4E33-D183-C472-7DB058706F3F}"/>
          </ac:cxnSpMkLst>
        </pc:cxnChg>
      </pc:sldChg>
      <pc:sldChg chg="addSp delSp modSp add mod">
        <pc:chgData name="昕 许" userId="a2975fcd840abfc3" providerId="LiveId" clId="{49CCD4F9-177C-4270-9A14-60236FF377E8}" dt="2026-04-18T13:01:26.899" v="9160" actId="693"/>
        <pc:sldMkLst>
          <pc:docMk/>
          <pc:sldMk cId="1559825493" sldId="306"/>
        </pc:sldMkLst>
        <pc:spChg chg="mod">
          <ac:chgData name="昕 许" userId="a2975fcd840abfc3" providerId="LiveId" clId="{49CCD4F9-177C-4270-9A14-60236FF377E8}" dt="2026-04-18T13:00:00.381" v="8943" actId="208"/>
          <ac:spMkLst>
            <pc:docMk/>
            <pc:sldMk cId="1559825493" sldId="306"/>
            <ac:spMk id="26" creationId="{0C838AE9-3895-9A9B-0F53-62407E43C24D}"/>
          </ac:spMkLst>
        </pc:spChg>
        <pc:spChg chg="mod">
          <ac:chgData name="昕 许" userId="a2975fcd840abfc3" providerId="LiveId" clId="{49CCD4F9-177C-4270-9A14-60236FF377E8}" dt="2026-04-18T13:00:54.281" v="9151" actId="208"/>
          <ac:spMkLst>
            <pc:docMk/>
            <pc:sldMk cId="1559825493" sldId="306"/>
            <ac:spMk id="56" creationId="{92855E6A-A457-115A-3D01-9BA04D678C8A}"/>
          </ac:spMkLst>
        </pc:spChg>
        <pc:spChg chg="mod">
          <ac:chgData name="昕 许" userId="a2975fcd840abfc3" providerId="LiveId" clId="{49CCD4F9-177C-4270-9A14-60236FF377E8}" dt="2026-04-18T13:01:22.272" v="9159" actId="1076"/>
          <ac:spMkLst>
            <pc:docMk/>
            <pc:sldMk cId="1559825493" sldId="306"/>
            <ac:spMk id="84" creationId="{16CD547B-0DE8-89AB-E78E-8C41CA4B4322}"/>
          </ac:spMkLst>
        </pc:spChg>
        <pc:cxnChg chg="add mod">
          <ac:chgData name="昕 许" userId="a2975fcd840abfc3" providerId="LiveId" clId="{49CCD4F9-177C-4270-9A14-60236FF377E8}" dt="2026-04-18T13:01:26.899" v="9160" actId="693"/>
          <ac:cxnSpMkLst>
            <pc:docMk/>
            <pc:sldMk cId="1559825493" sldId="306"/>
            <ac:cxnSpMk id="4" creationId="{128263BE-61DD-0283-00F6-2A261E9ED82E}"/>
          </ac:cxnSpMkLst>
        </pc:cxnChg>
      </pc:sldChg>
      <pc:sldChg chg="addSp delSp modSp add mod">
        <pc:chgData name="昕 许" userId="a2975fcd840abfc3" providerId="LiveId" clId="{49CCD4F9-177C-4270-9A14-60236FF377E8}" dt="2026-04-20T02:34:10.341" v="9581" actId="1076"/>
        <pc:sldMkLst>
          <pc:docMk/>
          <pc:sldMk cId="2345000591" sldId="307"/>
        </pc:sldMkLst>
        <pc:spChg chg="add mod">
          <ac:chgData name="昕 许" userId="a2975fcd840abfc3" providerId="LiveId" clId="{49CCD4F9-177C-4270-9A14-60236FF377E8}" dt="2026-04-20T02:34:03.486" v="9579" actId="164"/>
          <ac:spMkLst>
            <pc:docMk/>
            <pc:sldMk cId="2345000591" sldId="307"/>
            <ac:spMk id="5" creationId="{77ADAB1C-E046-3E20-CF3B-74A32F6C6F18}"/>
          </ac:spMkLst>
        </pc:spChg>
        <pc:spChg chg="add mod">
          <ac:chgData name="昕 许" userId="a2975fcd840abfc3" providerId="LiveId" clId="{49CCD4F9-177C-4270-9A14-60236FF377E8}" dt="2026-04-20T02:34:03.486" v="9579" actId="164"/>
          <ac:spMkLst>
            <pc:docMk/>
            <pc:sldMk cId="2345000591" sldId="307"/>
            <ac:spMk id="6" creationId="{B10264B4-1CD4-53D7-F559-D12330A20246}"/>
          </ac:spMkLst>
        </pc:spChg>
        <pc:spChg chg="mod">
          <ac:chgData name="昕 许" userId="a2975fcd840abfc3" providerId="LiveId" clId="{49CCD4F9-177C-4270-9A14-60236FF377E8}" dt="2026-04-20T02:34:03.486" v="9579" actId="164"/>
          <ac:spMkLst>
            <pc:docMk/>
            <pc:sldMk cId="2345000591" sldId="307"/>
            <ac:spMk id="9" creationId="{07046F04-8E40-5D8D-149D-646A95382D9F}"/>
          </ac:spMkLst>
        </pc:spChg>
        <pc:spChg chg="mod">
          <ac:chgData name="昕 许" userId="a2975fcd840abfc3" providerId="LiveId" clId="{49CCD4F9-177C-4270-9A14-60236FF377E8}" dt="2026-04-20T02:32:39.537" v="9484" actId="1076"/>
          <ac:spMkLst>
            <pc:docMk/>
            <pc:sldMk cId="2345000591" sldId="307"/>
            <ac:spMk id="13" creationId="{D5CD8058-1A62-1495-DCFD-1C5D35676901}"/>
          </ac:spMkLst>
        </pc:spChg>
        <pc:spChg chg="mod">
          <ac:chgData name="昕 许" userId="a2975fcd840abfc3" providerId="LiveId" clId="{49CCD4F9-177C-4270-9A14-60236FF377E8}" dt="2026-04-20T02:34:03.486" v="9579" actId="164"/>
          <ac:spMkLst>
            <pc:docMk/>
            <pc:sldMk cId="2345000591" sldId="307"/>
            <ac:spMk id="21" creationId="{5E725B9E-AD70-7418-F4AC-F620429CEA3B}"/>
          </ac:spMkLst>
        </pc:spChg>
        <pc:spChg chg="mod">
          <ac:chgData name="昕 许" userId="a2975fcd840abfc3" providerId="LiveId" clId="{49CCD4F9-177C-4270-9A14-60236FF377E8}" dt="2026-04-20T02:34:03.486" v="9579" actId="164"/>
          <ac:spMkLst>
            <pc:docMk/>
            <pc:sldMk cId="2345000591" sldId="307"/>
            <ac:spMk id="23" creationId="{10EC8B31-1A46-4792-7F14-84E9BF7D7947}"/>
          </ac:spMkLst>
        </pc:spChg>
        <pc:spChg chg="mod">
          <ac:chgData name="昕 许" userId="a2975fcd840abfc3" providerId="LiveId" clId="{49CCD4F9-177C-4270-9A14-60236FF377E8}" dt="2026-04-20T02:34:03.486" v="9579" actId="164"/>
          <ac:spMkLst>
            <pc:docMk/>
            <pc:sldMk cId="2345000591" sldId="307"/>
            <ac:spMk id="28" creationId="{5CC62E9B-0AC4-B26E-9F63-C655AF7FF9D0}"/>
          </ac:spMkLst>
        </pc:spChg>
        <pc:spChg chg="mod">
          <ac:chgData name="昕 许" userId="a2975fcd840abfc3" providerId="LiveId" clId="{49CCD4F9-177C-4270-9A14-60236FF377E8}" dt="2026-04-20T02:34:03.486" v="9579" actId="164"/>
          <ac:spMkLst>
            <pc:docMk/>
            <pc:sldMk cId="2345000591" sldId="307"/>
            <ac:spMk id="29" creationId="{6A9145F4-093B-A2A4-5514-86CBFF73B361}"/>
          </ac:spMkLst>
        </pc:spChg>
        <pc:spChg chg="mod">
          <ac:chgData name="昕 许" userId="a2975fcd840abfc3" providerId="LiveId" clId="{49CCD4F9-177C-4270-9A14-60236FF377E8}" dt="2026-04-20T02:34:03.486" v="9579" actId="164"/>
          <ac:spMkLst>
            <pc:docMk/>
            <pc:sldMk cId="2345000591" sldId="307"/>
            <ac:spMk id="33" creationId="{CD5052E1-F7D1-41E7-E25D-117F7FA0D831}"/>
          </ac:spMkLst>
        </pc:spChg>
        <pc:spChg chg="mod">
          <ac:chgData name="昕 许" userId="a2975fcd840abfc3" providerId="LiveId" clId="{49CCD4F9-177C-4270-9A14-60236FF377E8}" dt="2026-04-20T02:34:03.486" v="9579" actId="164"/>
          <ac:spMkLst>
            <pc:docMk/>
            <pc:sldMk cId="2345000591" sldId="307"/>
            <ac:spMk id="34" creationId="{A1C0466C-93CD-6779-161F-97FA860C95DD}"/>
          </ac:spMkLst>
        </pc:spChg>
        <pc:spChg chg="del">
          <ac:chgData name="昕 许" userId="a2975fcd840abfc3" providerId="LiveId" clId="{49CCD4F9-177C-4270-9A14-60236FF377E8}" dt="2026-04-20T02:31:48.965" v="9472" actId="478"/>
          <ac:spMkLst>
            <pc:docMk/>
            <pc:sldMk cId="2345000591" sldId="307"/>
            <ac:spMk id="35" creationId="{31BFAFE7-7CC7-EA55-7D7F-37358D918BBC}"/>
          </ac:spMkLst>
        </pc:spChg>
        <pc:spChg chg="del">
          <ac:chgData name="昕 许" userId="a2975fcd840abfc3" providerId="LiveId" clId="{49CCD4F9-177C-4270-9A14-60236FF377E8}" dt="2026-04-20T02:31:54.072" v="9473" actId="478"/>
          <ac:spMkLst>
            <pc:docMk/>
            <pc:sldMk cId="2345000591" sldId="307"/>
            <ac:spMk id="51" creationId="{B368D871-7D61-CDE7-9145-EEE67FAF89D8}"/>
          </ac:spMkLst>
        </pc:spChg>
        <pc:spChg chg="mod">
          <ac:chgData name="昕 许" userId="a2975fcd840abfc3" providerId="LiveId" clId="{49CCD4F9-177C-4270-9A14-60236FF377E8}" dt="2026-04-20T02:34:03.486" v="9579" actId="164"/>
          <ac:spMkLst>
            <pc:docMk/>
            <pc:sldMk cId="2345000591" sldId="307"/>
            <ac:spMk id="65" creationId="{554D574E-2281-6921-E418-889850BAE7D3}"/>
          </ac:spMkLst>
        </pc:spChg>
        <pc:grpChg chg="mod">
          <ac:chgData name="昕 许" userId="a2975fcd840abfc3" providerId="LiveId" clId="{49CCD4F9-177C-4270-9A14-60236FF377E8}" dt="2026-04-20T02:34:10.341" v="9581" actId="1076"/>
          <ac:grpSpMkLst>
            <pc:docMk/>
            <pc:sldMk cId="2345000591" sldId="307"/>
            <ac:grpSpMk id="8" creationId="{0AC78969-AE62-829B-106F-E60D5B5434CE}"/>
          </ac:grpSpMkLst>
        </pc:grpChg>
        <pc:grpChg chg="mod">
          <ac:chgData name="昕 许" userId="a2975fcd840abfc3" providerId="LiveId" clId="{49CCD4F9-177C-4270-9A14-60236FF377E8}" dt="2026-04-20T02:32:41.664" v="9485" actId="1076"/>
          <ac:grpSpMkLst>
            <pc:docMk/>
            <pc:sldMk cId="2345000591" sldId="307"/>
            <ac:grpSpMk id="16" creationId="{C349589D-1638-138D-6583-71FD81F4F208}"/>
          </ac:grpSpMkLst>
        </pc:grpChg>
        <pc:cxnChg chg="add mod">
          <ac:chgData name="昕 许" userId="a2975fcd840abfc3" providerId="LiveId" clId="{49CCD4F9-177C-4270-9A14-60236FF377E8}" dt="2026-04-20T02:32:50.632" v="9486"/>
          <ac:cxnSpMkLst>
            <pc:docMk/>
            <pc:sldMk cId="2345000591" sldId="307"/>
            <ac:cxnSpMk id="3" creationId="{8EFFAEB7-B658-FC7B-D769-B41E6D5F8DEA}"/>
          </ac:cxnSpMkLst>
        </pc:cxnChg>
        <pc:cxnChg chg="del mod">
          <ac:chgData name="昕 许" userId="a2975fcd840abfc3" providerId="LiveId" clId="{49CCD4F9-177C-4270-9A14-60236FF377E8}" dt="2026-04-20T02:31:55.024" v="9474" actId="478"/>
          <ac:cxnSpMkLst>
            <pc:docMk/>
            <pc:sldMk cId="2345000591" sldId="307"/>
            <ac:cxnSpMk id="37" creationId="{F3383E6B-B083-3694-00A2-64F4409AAA18}"/>
          </ac:cxnSpMkLst>
        </pc:cxnChg>
        <pc:cxnChg chg="del mod">
          <ac:chgData name="昕 许" userId="a2975fcd840abfc3" providerId="LiveId" clId="{49CCD4F9-177C-4270-9A14-60236FF377E8}" dt="2026-04-20T02:31:55.459" v="9475" actId="478"/>
          <ac:cxnSpMkLst>
            <pc:docMk/>
            <pc:sldMk cId="2345000591" sldId="307"/>
            <ac:cxnSpMk id="41" creationId="{C34389E3-6B61-A2C5-DAAA-26573593C924}"/>
          </ac:cxnSpMkLst>
        </pc:cxnChg>
        <pc:cxnChg chg="del mod">
          <ac:chgData name="昕 许" userId="a2975fcd840abfc3" providerId="LiveId" clId="{49CCD4F9-177C-4270-9A14-60236FF377E8}" dt="2026-04-20T02:31:55.818" v="9476" actId="478"/>
          <ac:cxnSpMkLst>
            <pc:docMk/>
            <pc:sldMk cId="2345000591" sldId="307"/>
            <ac:cxnSpMk id="45" creationId="{C328CBB8-9D99-8D80-065A-0BCA35F013ED}"/>
          </ac:cxnSpMkLst>
        </pc:cxnChg>
      </pc:sldChg>
      <pc:sldChg chg="modSp add mod">
        <pc:chgData name="昕 许" userId="a2975fcd840abfc3" providerId="LiveId" clId="{49CCD4F9-177C-4270-9A14-60236FF377E8}" dt="2026-04-20T02:48:25.619" v="9747" actId="1076"/>
        <pc:sldMkLst>
          <pc:docMk/>
          <pc:sldMk cId="3982219510" sldId="308"/>
        </pc:sldMkLst>
        <pc:spChg chg="mod">
          <ac:chgData name="昕 许" userId="a2975fcd840abfc3" providerId="LiveId" clId="{49CCD4F9-177C-4270-9A14-60236FF377E8}" dt="2026-04-20T02:48:23.201" v="9745"/>
          <ac:spMkLst>
            <pc:docMk/>
            <pc:sldMk cId="3982219510" sldId="308"/>
            <ac:spMk id="5" creationId="{E82B22A1-753D-0F7E-2D2A-989F1CCCAF50}"/>
          </ac:spMkLst>
        </pc:spChg>
        <pc:spChg chg="mod">
          <ac:chgData name="昕 许" userId="a2975fcd840abfc3" providerId="LiveId" clId="{49CCD4F9-177C-4270-9A14-60236FF377E8}" dt="2026-04-20T02:48:25.619" v="9747" actId="1076"/>
          <ac:spMkLst>
            <pc:docMk/>
            <pc:sldMk cId="3982219510" sldId="308"/>
            <ac:spMk id="6" creationId="{0E10BFEA-1AA4-307F-260A-402DB1CA96D6}"/>
          </ac:spMkLst>
        </pc:spChg>
        <pc:spChg chg="mod">
          <ac:chgData name="昕 许" userId="a2975fcd840abfc3" providerId="LiveId" clId="{49CCD4F9-177C-4270-9A14-60236FF377E8}" dt="2026-04-20T02:48:23.201" v="9745"/>
          <ac:spMkLst>
            <pc:docMk/>
            <pc:sldMk cId="3982219510" sldId="308"/>
            <ac:spMk id="7" creationId="{E466AAD8-F1B2-6E1C-37C0-317F3FC39E05}"/>
          </ac:spMkLst>
        </pc:spChg>
        <pc:spChg chg="mod">
          <ac:chgData name="昕 许" userId="a2975fcd840abfc3" providerId="LiveId" clId="{49CCD4F9-177C-4270-9A14-60236FF377E8}" dt="2026-04-20T02:48:23.201" v="9745"/>
          <ac:spMkLst>
            <pc:docMk/>
            <pc:sldMk cId="3982219510" sldId="308"/>
            <ac:spMk id="13" creationId="{B6A19C49-577E-BA03-579F-52A481753E08}"/>
          </ac:spMkLst>
        </pc:spChg>
        <pc:spChg chg="mod">
          <ac:chgData name="昕 许" userId="a2975fcd840abfc3" providerId="LiveId" clId="{49CCD4F9-177C-4270-9A14-60236FF377E8}" dt="2026-04-20T02:48:23.201" v="9745"/>
          <ac:spMkLst>
            <pc:docMk/>
            <pc:sldMk cId="3982219510" sldId="308"/>
            <ac:spMk id="23" creationId="{FB811083-A6D6-C6B3-ADAC-B619A5FF6E89}"/>
          </ac:spMkLst>
        </pc:spChg>
        <pc:spChg chg="mod">
          <ac:chgData name="昕 许" userId="a2975fcd840abfc3" providerId="LiveId" clId="{49CCD4F9-177C-4270-9A14-60236FF377E8}" dt="2026-04-20T02:48:23.201" v="9745"/>
          <ac:spMkLst>
            <pc:docMk/>
            <pc:sldMk cId="3982219510" sldId="308"/>
            <ac:spMk id="28" creationId="{F16639AD-3B42-E483-0478-2D8BAE9BC3D0}"/>
          </ac:spMkLst>
        </pc:spChg>
        <pc:spChg chg="mod">
          <ac:chgData name="昕 许" userId="a2975fcd840abfc3" providerId="LiveId" clId="{49CCD4F9-177C-4270-9A14-60236FF377E8}" dt="2026-04-20T02:48:23.201" v="9745"/>
          <ac:spMkLst>
            <pc:docMk/>
            <pc:sldMk cId="3982219510" sldId="308"/>
            <ac:spMk id="33" creationId="{980A494D-3761-76F4-183C-568970839A96}"/>
          </ac:spMkLst>
        </pc:spChg>
        <pc:spChg chg="mod">
          <ac:chgData name="昕 许" userId="a2975fcd840abfc3" providerId="LiveId" clId="{49CCD4F9-177C-4270-9A14-60236FF377E8}" dt="2026-04-20T02:48:23.201" v="9745"/>
          <ac:spMkLst>
            <pc:docMk/>
            <pc:sldMk cId="3982219510" sldId="308"/>
            <ac:spMk id="34" creationId="{D6BA7E7B-2116-66D6-19E9-02C7CC73D61C}"/>
          </ac:spMkLst>
        </pc:spChg>
        <pc:spChg chg="mod">
          <ac:chgData name="昕 许" userId="a2975fcd840abfc3" providerId="LiveId" clId="{49CCD4F9-177C-4270-9A14-60236FF377E8}" dt="2026-04-20T02:48:23.201" v="9745"/>
          <ac:spMkLst>
            <pc:docMk/>
            <pc:sldMk cId="3982219510" sldId="308"/>
            <ac:spMk id="36" creationId="{53E375DD-C0BA-FBB7-3C06-8DAFF548153F}"/>
          </ac:spMkLst>
        </pc:spChg>
        <pc:spChg chg="mod">
          <ac:chgData name="昕 许" userId="a2975fcd840abfc3" providerId="LiveId" clId="{49CCD4F9-177C-4270-9A14-60236FF377E8}" dt="2026-04-20T02:48:23.201" v="9745"/>
          <ac:spMkLst>
            <pc:docMk/>
            <pc:sldMk cId="3982219510" sldId="308"/>
            <ac:spMk id="65" creationId="{20DCD532-8732-C3EB-CBB5-0082F1389751}"/>
          </ac:spMkLst>
        </pc:spChg>
        <pc:spChg chg="mod">
          <ac:chgData name="昕 许" userId="a2975fcd840abfc3" providerId="LiveId" clId="{49CCD4F9-177C-4270-9A14-60236FF377E8}" dt="2026-04-20T02:48:23.201" v="9745"/>
          <ac:spMkLst>
            <pc:docMk/>
            <pc:sldMk cId="3982219510" sldId="308"/>
            <ac:spMk id="71" creationId="{D627BC27-AE3A-1864-2EC3-03F6BF07A361}"/>
          </ac:spMkLst>
        </pc:spChg>
        <pc:cxnChg chg="mod">
          <ac:chgData name="昕 许" userId="a2975fcd840abfc3" providerId="LiveId" clId="{49CCD4F9-177C-4270-9A14-60236FF377E8}" dt="2026-04-20T02:47:19.343" v="9585" actId="14100"/>
          <ac:cxnSpMkLst>
            <pc:docMk/>
            <pc:sldMk cId="3982219510" sldId="308"/>
            <ac:cxnSpMk id="3" creationId="{3C20F810-42E6-1A58-E6AF-AB7D2818DBE9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210.png"/><Relationship Id="rId7" Type="http://schemas.openxmlformats.org/officeDocument/2006/relationships/image" Target="../media/image150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0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3.png"/><Relationship Id="rId18" Type="http://schemas.openxmlformats.org/officeDocument/2006/relationships/image" Target="../media/image36.png"/><Relationship Id="rId3" Type="http://schemas.openxmlformats.org/officeDocument/2006/relationships/image" Target="../media/image15.png"/><Relationship Id="rId21" Type="http://schemas.openxmlformats.org/officeDocument/2006/relationships/image" Target="../media/image39.png"/><Relationship Id="rId7" Type="http://schemas.openxmlformats.org/officeDocument/2006/relationships/image" Target="../media/image29.png"/><Relationship Id="rId12" Type="http://schemas.openxmlformats.org/officeDocument/2006/relationships/image" Target="../media/image32.png"/><Relationship Id="rId17" Type="http://schemas.openxmlformats.org/officeDocument/2006/relationships/image" Target="../media/image35.png"/><Relationship Id="rId2" Type="http://schemas.openxmlformats.org/officeDocument/2006/relationships/image" Target="../media/image27.png"/><Relationship Id="rId16" Type="http://schemas.openxmlformats.org/officeDocument/2006/relationships/image" Target="../media/image22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5" Type="http://schemas.openxmlformats.org/officeDocument/2006/relationships/image" Target="../media/image17.png"/><Relationship Id="rId23" Type="http://schemas.openxmlformats.org/officeDocument/2006/relationships/image" Target="../media/image41.png"/><Relationship Id="rId10" Type="http://schemas.openxmlformats.org/officeDocument/2006/relationships/image" Target="../media/image30.png"/><Relationship Id="rId19" Type="http://schemas.openxmlformats.org/officeDocument/2006/relationships/image" Target="../media/image3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4.png"/><Relationship Id="rId22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3.png"/><Relationship Id="rId18" Type="http://schemas.openxmlformats.org/officeDocument/2006/relationships/image" Target="../media/image36.png"/><Relationship Id="rId3" Type="http://schemas.openxmlformats.org/officeDocument/2006/relationships/image" Target="../media/image15.png"/><Relationship Id="rId21" Type="http://schemas.openxmlformats.org/officeDocument/2006/relationships/image" Target="../media/image39.png"/><Relationship Id="rId7" Type="http://schemas.openxmlformats.org/officeDocument/2006/relationships/image" Target="../media/image29.png"/><Relationship Id="rId12" Type="http://schemas.openxmlformats.org/officeDocument/2006/relationships/image" Target="../media/image32.png"/><Relationship Id="rId17" Type="http://schemas.openxmlformats.org/officeDocument/2006/relationships/image" Target="../media/image35.png"/><Relationship Id="rId2" Type="http://schemas.openxmlformats.org/officeDocument/2006/relationships/image" Target="../media/image27.png"/><Relationship Id="rId16" Type="http://schemas.openxmlformats.org/officeDocument/2006/relationships/image" Target="../media/image22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5" Type="http://schemas.openxmlformats.org/officeDocument/2006/relationships/image" Target="../media/image17.png"/><Relationship Id="rId23" Type="http://schemas.openxmlformats.org/officeDocument/2006/relationships/image" Target="../media/image41.png"/><Relationship Id="rId10" Type="http://schemas.openxmlformats.org/officeDocument/2006/relationships/image" Target="../media/image30.png"/><Relationship Id="rId19" Type="http://schemas.openxmlformats.org/officeDocument/2006/relationships/image" Target="../media/image3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4.png"/><Relationship Id="rId22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42.png"/><Relationship Id="rId18" Type="http://schemas.openxmlformats.org/officeDocument/2006/relationships/image" Target="../media/image35.png"/><Relationship Id="rId3" Type="http://schemas.openxmlformats.org/officeDocument/2006/relationships/image" Target="../media/image15.png"/><Relationship Id="rId7" Type="http://schemas.openxmlformats.org/officeDocument/2006/relationships/image" Target="../media/image29.png"/><Relationship Id="rId12" Type="http://schemas.openxmlformats.org/officeDocument/2006/relationships/image" Target="../media/image17.png"/><Relationship Id="rId17" Type="http://schemas.openxmlformats.org/officeDocument/2006/relationships/image" Target="../media/image46.png"/><Relationship Id="rId2" Type="http://schemas.openxmlformats.org/officeDocument/2006/relationships/image" Target="../media/image27.png"/><Relationship Id="rId16" Type="http://schemas.openxmlformats.org/officeDocument/2006/relationships/image" Target="../media/image45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44.png"/><Relationship Id="rId10" Type="http://schemas.openxmlformats.org/officeDocument/2006/relationships/image" Target="../media/image33.png"/><Relationship Id="rId19" Type="http://schemas.openxmlformats.org/officeDocument/2006/relationships/image" Target="../media/image36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10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11" Type="http://schemas.openxmlformats.org/officeDocument/2006/relationships/image" Target="../media/image12.png"/><Relationship Id="rId5" Type="http://schemas.openxmlformats.org/officeDocument/2006/relationships/image" Target="../media/image70.png"/><Relationship Id="rId10" Type="http://schemas.openxmlformats.org/officeDocument/2006/relationships/image" Target="../media/image160.png"/><Relationship Id="rId4" Type="http://schemas.openxmlformats.org/officeDocument/2006/relationships/image" Target="../media/image170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0.png"/><Relationship Id="rId5" Type="http://schemas.openxmlformats.org/officeDocument/2006/relationships/image" Target="../media/image290.png"/><Relationship Id="rId4" Type="http://schemas.openxmlformats.org/officeDocument/2006/relationships/image" Target="../media/image26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13" Type="http://schemas.openxmlformats.org/officeDocument/2006/relationships/image" Target="../media/image410.png"/><Relationship Id="rId18" Type="http://schemas.openxmlformats.org/officeDocument/2006/relationships/image" Target="../media/image460.png"/><Relationship Id="rId3" Type="http://schemas.openxmlformats.org/officeDocument/2006/relationships/image" Target="../media/image310.png"/><Relationship Id="rId7" Type="http://schemas.openxmlformats.org/officeDocument/2006/relationships/image" Target="../media/image350.png"/><Relationship Id="rId12" Type="http://schemas.openxmlformats.org/officeDocument/2006/relationships/image" Target="../media/image400.png"/><Relationship Id="rId17" Type="http://schemas.openxmlformats.org/officeDocument/2006/relationships/image" Target="../media/image450.png"/><Relationship Id="rId2" Type="http://schemas.openxmlformats.org/officeDocument/2006/relationships/image" Target="../media/image300.png"/><Relationship Id="rId16" Type="http://schemas.openxmlformats.org/officeDocument/2006/relationships/image" Target="../media/image440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0.png"/><Relationship Id="rId11" Type="http://schemas.openxmlformats.org/officeDocument/2006/relationships/image" Target="../media/image390.png"/><Relationship Id="rId5" Type="http://schemas.openxmlformats.org/officeDocument/2006/relationships/image" Target="../media/image330.png"/><Relationship Id="rId15" Type="http://schemas.openxmlformats.org/officeDocument/2006/relationships/image" Target="../media/image430.png"/><Relationship Id="rId10" Type="http://schemas.openxmlformats.org/officeDocument/2006/relationships/image" Target="../media/image380.png"/><Relationship Id="rId19" Type="http://schemas.openxmlformats.org/officeDocument/2006/relationships/image" Target="../media/image470.png"/><Relationship Id="rId4" Type="http://schemas.openxmlformats.org/officeDocument/2006/relationships/image" Target="../media/image320.png"/><Relationship Id="rId9" Type="http://schemas.openxmlformats.org/officeDocument/2006/relationships/image" Target="../media/image370.png"/><Relationship Id="rId14" Type="http://schemas.openxmlformats.org/officeDocument/2006/relationships/image" Target="../media/image4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D33C-9298-3693-579E-A26AC372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0484B81-C898-4920-D5FE-AFE86A4D75AB}"/>
              </a:ext>
            </a:extLst>
          </p:cNvPr>
          <p:cNvCxnSpPr>
            <a:cxnSpLocks/>
          </p:cNvCxnSpPr>
          <p:nvPr/>
        </p:nvCxnSpPr>
        <p:spPr>
          <a:xfrm>
            <a:off x="4533900" y="3577167"/>
            <a:ext cx="41338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C624FBB-ED35-9870-19AC-B751A1533176}"/>
              </a:ext>
            </a:extLst>
          </p:cNvPr>
          <p:cNvSpPr/>
          <p:nvPr/>
        </p:nvSpPr>
        <p:spPr>
          <a:xfrm>
            <a:off x="6457884" y="2288117"/>
            <a:ext cx="269127" cy="1288340"/>
          </a:xfrm>
          <a:prstGeom prst="roundRect">
            <a:avLst/>
          </a:prstGeom>
          <a:noFill/>
          <a:ln>
            <a:solidFill>
              <a:schemeClr val="accent6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A507A95D-20F8-D829-E6A4-E731A5DCD3B4}"/>
              </a:ext>
            </a:extLst>
          </p:cNvPr>
          <p:cNvSpPr/>
          <p:nvPr/>
        </p:nvSpPr>
        <p:spPr>
          <a:xfrm>
            <a:off x="5833021" y="2796117"/>
            <a:ext cx="269127" cy="780340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55118B56-A04B-70D2-0FBA-576D5523D184}"/>
              </a:ext>
            </a:extLst>
          </p:cNvPr>
          <p:cNvSpPr/>
          <p:nvPr/>
        </p:nvSpPr>
        <p:spPr>
          <a:xfrm>
            <a:off x="5487270" y="1875367"/>
            <a:ext cx="269127" cy="1698953"/>
          </a:xfrm>
          <a:prstGeom prst="roundRect">
            <a:avLst/>
          </a:prstGeom>
          <a:noFill/>
          <a:ln>
            <a:solidFill>
              <a:schemeClr val="accent6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626D0A5-9E9E-5F73-E357-C8FA1080862B}"/>
              </a:ext>
            </a:extLst>
          </p:cNvPr>
          <p:cNvSpPr/>
          <p:nvPr/>
        </p:nvSpPr>
        <p:spPr>
          <a:xfrm>
            <a:off x="7438483" y="2506823"/>
            <a:ext cx="269127" cy="1070344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8CA5D1B-95FF-BF9A-2758-3EA364AB2EBF}"/>
                  </a:ext>
                </a:extLst>
              </p:cNvPr>
              <p:cNvSpPr txBox="1"/>
              <p:nvPr/>
            </p:nvSpPr>
            <p:spPr>
              <a:xfrm>
                <a:off x="8084390" y="2879660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8CA5D1B-95FF-BF9A-2758-3EA364AB2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4390" y="2879660"/>
                <a:ext cx="341760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>
            <a:extLst>
              <a:ext uri="{FF2B5EF4-FFF2-40B4-BE49-F238E27FC236}">
                <a16:creationId xmlns:a16="http://schemas.microsoft.com/office/drawing/2014/main" id="{81EAED29-B65F-82CA-E047-CDD6F9C1D644}"/>
              </a:ext>
            </a:extLst>
          </p:cNvPr>
          <p:cNvGrpSpPr/>
          <p:nvPr/>
        </p:nvGrpSpPr>
        <p:grpSpPr>
          <a:xfrm>
            <a:off x="7218150" y="1810824"/>
            <a:ext cx="771365" cy="454009"/>
            <a:chOff x="7224500" y="1988624"/>
            <a:chExt cx="771365" cy="454009"/>
          </a:xfrm>
        </p:grpSpPr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F8D3A6D5-D58D-5E4F-B808-F439B7D1B6F0}"/>
                </a:ext>
              </a:extLst>
            </p:cNvPr>
            <p:cNvCxnSpPr>
              <a:cxnSpLocks/>
            </p:cNvCxnSpPr>
            <p:nvPr/>
          </p:nvCxnSpPr>
          <p:spPr>
            <a:xfrm>
              <a:off x="7563984" y="2235200"/>
              <a:ext cx="0" cy="2074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392497A6-4FCC-7E55-16F1-8E36FF4C0010}"/>
                    </a:ext>
                  </a:extLst>
                </p:cNvPr>
                <p:cNvSpPr txBox="1"/>
                <p:nvPr/>
              </p:nvSpPr>
              <p:spPr>
                <a:xfrm>
                  <a:off x="7224500" y="1988624"/>
                  <a:ext cx="771365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000" i="1" dirty="0" smtClean="0">
                            <a:latin typeface="Cambria Math" panose="02040503050406030204" pitchFamily="18" charset="0"/>
                          </a:rPr>
                          <m:t>当前</m:t>
                        </m:r>
                        <m:r>
                          <a:rPr lang="zh-CN" altLang="en-US" sz="1000" i="1" dirty="0" smtClean="0">
                            <a:latin typeface="Cambria Math" panose="02040503050406030204" pitchFamily="18" charset="0"/>
                          </a:rPr>
                          <m:t>的</m:t>
                        </m:r>
                        <m:r>
                          <a:rPr lang="zh-CN" altLang="en-US" sz="1000" i="1" dirty="0">
                            <a:latin typeface="Cambria Math" panose="02040503050406030204" pitchFamily="18" charset="0"/>
                          </a:rPr>
                          <m:t>“</m:t>
                        </m:r>
                        <m:r>
                          <a:rPr lang="en-US" altLang="zh-CN" sz="1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000" i="1" dirty="0">
                            <a:latin typeface="Cambria Math" panose="02040503050406030204" pitchFamily="18" charset="0"/>
                          </a:rPr>
                          <m:t>”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392497A6-4FCC-7E55-16F1-8E36FF4C0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4500" y="1988624"/>
                  <a:ext cx="771365" cy="246221"/>
                </a:xfrm>
                <a:prstGeom prst="rect">
                  <a:avLst/>
                </a:prstGeom>
                <a:blipFill>
                  <a:blip r:embed="rId3"/>
                  <a:stretch>
                    <a:fillRect b="-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0BFF375-7D66-8F04-0912-E750D5B8B7C9}"/>
              </a:ext>
            </a:extLst>
          </p:cNvPr>
          <p:cNvCxnSpPr>
            <a:cxnSpLocks/>
          </p:cNvCxnSpPr>
          <p:nvPr/>
        </p:nvCxnSpPr>
        <p:spPr>
          <a:xfrm flipH="1">
            <a:off x="4688417" y="2482133"/>
            <a:ext cx="3313413" cy="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1C3D865-A55B-7380-3D50-7C9E5056C62B}"/>
              </a:ext>
            </a:extLst>
          </p:cNvPr>
          <p:cNvSpPr/>
          <p:nvPr/>
        </p:nvSpPr>
        <p:spPr>
          <a:xfrm>
            <a:off x="4975926" y="2372783"/>
            <a:ext cx="269127" cy="1201537"/>
          </a:xfrm>
          <a:prstGeom prst="roundRect">
            <a:avLst/>
          </a:prstGeom>
          <a:noFill/>
          <a:ln>
            <a:solidFill>
              <a:schemeClr val="accent6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1D80B62-65B8-8246-2153-980194FF9BAC}"/>
              </a:ext>
            </a:extLst>
          </p:cNvPr>
          <p:cNvSpPr/>
          <p:nvPr/>
        </p:nvSpPr>
        <p:spPr>
          <a:xfrm>
            <a:off x="6844649" y="2654300"/>
            <a:ext cx="269127" cy="922157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AF47651-2AB6-03F4-5527-B37CA29D1FAE}"/>
                  </a:ext>
                </a:extLst>
              </p:cNvPr>
              <p:cNvSpPr txBox="1"/>
              <p:nvPr/>
            </p:nvSpPr>
            <p:spPr>
              <a:xfrm>
                <a:off x="7103791" y="2909288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AF47651-2AB6-03F4-5527-B37CA29D1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791" y="2909288"/>
                <a:ext cx="341760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7F986D9-8B22-C815-42ED-452A776866B5}"/>
                  </a:ext>
                </a:extLst>
              </p:cNvPr>
              <p:cNvSpPr txBox="1"/>
              <p:nvPr/>
            </p:nvSpPr>
            <p:spPr>
              <a:xfrm>
                <a:off x="6137168" y="2903495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7F986D9-8B22-C815-42ED-452A77686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168" y="2903495"/>
                <a:ext cx="341760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42E619B-FBDC-7B77-ECDE-0860EA571691}"/>
                  </a:ext>
                </a:extLst>
              </p:cNvPr>
              <p:cNvSpPr txBox="1"/>
              <p:nvPr/>
            </p:nvSpPr>
            <p:spPr>
              <a:xfrm>
                <a:off x="5190802" y="2889727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42E619B-FBDC-7B77-ECDE-0860EA571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802" y="2889727"/>
                <a:ext cx="34176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3036484-65C8-07C0-EAAE-E84E7EF3E12A}"/>
                  </a:ext>
                </a:extLst>
              </p:cNvPr>
              <p:cNvSpPr txBox="1"/>
              <p:nvPr/>
            </p:nvSpPr>
            <p:spPr>
              <a:xfrm>
                <a:off x="5445677" y="1327630"/>
                <a:ext cx="73609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zh-CN" altLang="en-US" sz="1000" i="1" smtClean="0">
                        <a:latin typeface="Cambria Math" panose="02040503050406030204" pitchFamily="18" charset="0"/>
                      </a:rPr>
                      <m:t>可能</m:t>
                    </m:r>
                  </m:oMath>
                </a14:m>
                <a:r>
                  <a:rPr lang="zh-CN" altLang="en-US" sz="1000" dirty="0"/>
                  <a:t>的</a:t>
                </a:r>
                <a14:m>
                  <m:oMath xmlns:m="http://schemas.openxmlformats.org/officeDocument/2006/math">
                    <m:r>
                      <a:rPr lang="zh-CN" altLang="en-US" sz="1000" b="0" i="1" dirty="0">
                        <a:latin typeface="Cambria Math" panose="02040503050406030204" pitchFamily="18" charset="0"/>
                      </a:rPr>
                      <m:t>“</m:t>
                    </m:r>
                    <m:r>
                      <a:rPr lang="en-US" altLang="zh-CN" sz="10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zh-CN" altLang="en-US" sz="1000" i="1" dirty="0">
                        <a:latin typeface="Cambria Math" panose="02040503050406030204" pitchFamily="18" charset="0"/>
                      </a:rPr>
                      <m:t>”</m:t>
                    </m:r>
                  </m:oMath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3036484-65C8-07C0-EAAE-E84E7EF3E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5677" y="1327630"/>
                <a:ext cx="736099" cy="246221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2E3DCC9-89A0-981E-86DD-FF150EAB92C2}"/>
                  </a:ext>
                </a:extLst>
              </p:cNvPr>
              <p:cNvSpPr txBox="1"/>
              <p:nvPr/>
            </p:nvSpPr>
            <p:spPr>
              <a:xfrm>
                <a:off x="4660652" y="2873014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2E3DCC9-89A0-981E-86DD-FF150EAB9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652" y="2873014"/>
                <a:ext cx="341760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连接符: 曲线 36">
            <a:extLst>
              <a:ext uri="{FF2B5EF4-FFF2-40B4-BE49-F238E27FC236}">
                <a16:creationId xmlns:a16="http://schemas.microsoft.com/office/drawing/2014/main" id="{DC0E42DA-5B55-CAE7-3F83-B3706D42B06C}"/>
              </a:ext>
            </a:extLst>
          </p:cNvPr>
          <p:cNvCxnSpPr>
            <a:cxnSpLocks/>
            <a:stCxn id="35" idx="2"/>
            <a:endCxn id="21" idx="0"/>
          </p:cNvCxnSpPr>
          <p:nvPr/>
        </p:nvCxnSpPr>
        <p:spPr>
          <a:xfrm rot="5400000">
            <a:off x="5062643" y="1621699"/>
            <a:ext cx="798932" cy="703237"/>
          </a:xfrm>
          <a:prstGeom prst="curvedConnector3">
            <a:avLst>
              <a:gd name="adj1" fmla="val 15028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曲线 40">
            <a:extLst>
              <a:ext uri="{FF2B5EF4-FFF2-40B4-BE49-F238E27FC236}">
                <a16:creationId xmlns:a16="http://schemas.microsoft.com/office/drawing/2014/main" id="{32E4D417-A7CB-1353-8B3E-A5A727D1B650}"/>
              </a:ext>
            </a:extLst>
          </p:cNvPr>
          <p:cNvCxnSpPr>
            <a:cxnSpLocks/>
            <a:stCxn id="35" idx="2"/>
            <a:endCxn id="71" idx="0"/>
          </p:cNvCxnSpPr>
          <p:nvPr/>
        </p:nvCxnSpPr>
        <p:spPr>
          <a:xfrm rot="5400000">
            <a:off x="5567023" y="1628663"/>
            <a:ext cx="301516" cy="191893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曲线 44">
            <a:extLst>
              <a:ext uri="{FF2B5EF4-FFF2-40B4-BE49-F238E27FC236}">
                <a16:creationId xmlns:a16="http://schemas.microsoft.com/office/drawing/2014/main" id="{CE67EA02-1B59-24F1-4151-E43879D61908}"/>
              </a:ext>
            </a:extLst>
          </p:cNvPr>
          <p:cNvCxnSpPr>
            <a:cxnSpLocks/>
            <a:stCxn id="35" idx="2"/>
            <a:endCxn id="28" idx="0"/>
          </p:cNvCxnSpPr>
          <p:nvPr/>
        </p:nvCxnSpPr>
        <p:spPr>
          <a:xfrm rot="16200000" flipH="1">
            <a:off x="5845954" y="1541623"/>
            <a:ext cx="714266" cy="77872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4A9ACCD8-F613-7835-C83C-314F79E3352A}"/>
              </a:ext>
            </a:extLst>
          </p:cNvPr>
          <p:cNvSpPr txBox="1"/>
          <p:nvPr/>
        </p:nvSpPr>
        <p:spPr>
          <a:xfrm>
            <a:off x="6168292" y="1333717"/>
            <a:ext cx="8483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en-US" altLang="zh-CN" sz="800" b="1" i="0" dirty="0">
                <a:solidFill>
                  <a:srgbClr val="000000"/>
                </a:solidFill>
                <a:latin typeface="+mj-lt"/>
              </a:rPr>
              <a:t>∗</a:t>
            </a:r>
            <a:r>
              <a:rPr lang="zh-CN" altLang="en-US" sz="800" b="1" i="0" dirty="0">
                <a:solidFill>
                  <a:srgbClr val="000000"/>
                </a:solidFill>
                <a:latin typeface="+mj-lt"/>
              </a:rPr>
              <a:t>选哪个好呢？</a:t>
            </a:r>
            <a:endParaRPr lang="zh-CN" altLang="en-US" sz="8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53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D7605-7ACE-47DF-6D1C-9C2B936D9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0AC78969-AE62-829B-106F-E60D5B5434CE}"/>
              </a:ext>
            </a:extLst>
          </p:cNvPr>
          <p:cNvGrpSpPr/>
          <p:nvPr/>
        </p:nvGrpSpPr>
        <p:grpSpPr>
          <a:xfrm>
            <a:off x="4254500" y="1261549"/>
            <a:ext cx="4133850" cy="2463396"/>
            <a:chOff x="4533900" y="1569524"/>
            <a:chExt cx="4133850" cy="2463396"/>
          </a:xfrm>
        </p:grpSpPr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C7B41EE2-F939-F34C-F5B0-D050DF702575}"/>
                </a:ext>
              </a:extLst>
            </p:cNvPr>
            <p:cNvCxnSpPr>
              <a:cxnSpLocks/>
            </p:cNvCxnSpPr>
            <p:nvPr/>
          </p:nvCxnSpPr>
          <p:spPr>
            <a:xfrm>
              <a:off x="4533900" y="3577167"/>
              <a:ext cx="413385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5CC62E9B-0AC4-B26E-9F63-C655AF7FF9D0}"/>
                </a:ext>
              </a:extLst>
            </p:cNvPr>
            <p:cNvSpPr/>
            <p:nvPr/>
          </p:nvSpPr>
          <p:spPr>
            <a:xfrm>
              <a:off x="6457884" y="2288117"/>
              <a:ext cx="269127" cy="1288340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554D574E-2281-6921-E418-889850BAE7D3}"/>
                </a:ext>
              </a:extLst>
            </p:cNvPr>
            <p:cNvSpPr/>
            <p:nvPr/>
          </p:nvSpPr>
          <p:spPr>
            <a:xfrm>
              <a:off x="5833021" y="2796117"/>
              <a:ext cx="269127" cy="780340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84848425-FC03-F553-EE1D-52EC29B58195}"/>
                </a:ext>
              </a:extLst>
            </p:cNvPr>
            <p:cNvSpPr/>
            <p:nvPr/>
          </p:nvSpPr>
          <p:spPr>
            <a:xfrm>
              <a:off x="5487270" y="1875367"/>
              <a:ext cx="269127" cy="1698953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8CD2C89F-0E15-53E4-A3F7-5EDF6FCF0903}"/>
                </a:ext>
              </a:extLst>
            </p:cNvPr>
            <p:cNvSpPr/>
            <p:nvPr/>
          </p:nvSpPr>
          <p:spPr>
            <a:xfrm>
              <a:off x="7438483" y="2506823"/>
              <a:ext cx="269127" cy="1070344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07046F04-8E40-5D8D-149D-646A95382D9F}"/>
                    </a:ext>
                  </a:extLst>
                </p:cNvPr>
                <p:cNvSpPr txBox="1"/>
                <p:nvPr/>
              </p:nvSpPr>
              <p:spPr>
                <a:xfrm>
                  <a:off x="8084390" y="2879660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07046F04-8E40-5D8D-149D-646A95382D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4390" y="2879660"/>
                  <a:ext cx="341760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C349589D-1638-138D-6583-71FD81F4F208}"/>
                </a:ext>
              </a:extLst>
            </p:cNvPr>
            <p:cNvGrpSpPr/>
            <p:nvPr/>
          </p:nvGrpSpPr>
          <p:grpSpPr>
            <a:xfrm>
              <a:off x="7218150" y="1569524"/>
              <a:ext cx="771365" cy="454009"/>
              <a:chOff x="7224500" y="1988624"/>
              <a:chExt cx="771365" cy="454009"/>
            </a:xfrm>
          </p:grpSpPr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8256EDBF-7031-2BAD-732C-DF3139DC4B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63984" y="2235200"/>
                <a:ext cx="0" cy="20743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D5CD8058-1A62-1495-DCFD-1C5D35676901}"/>
                      </a:ext>
                    </a:extLst>
                  </p:cNvPr>
                  <p:cNvSpPr txBox="1"/>
                  <p:nvPr/>
                </p:nvSpPr>
                <p:spPr>
                  <a:xfrm>
                    <a:off x="7224500" y="1988624"/>
                    <a:ext cx="771365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1000" i="1" dirty="0" smtClean="0">
                              <a:latin typeface="Cambria Math" panose="02040503050406030204" pitchFamily="18" charset="0"/>
                            </a:rPr>
                            <m:t>当前</m:t>
                          </m:r>
                          <m:r>
                            <a:rPr lang="zh-CN" altLang="en-US" sz="1000" i="1" dirty="0" smtClean="0">
                              <a:latin typeface="Cambria Math" panose="02040503050406030204" pitchFamily="18" charset="0"/>
                            </a:rPr>
                            <m:t>的</m:t>
                          </m:r>
                          <m:r>
                            <a:rPr lang="zh-CN" altLang="en-US" sz="1000" i="1" dirty="0">
                              <a:latin typeface="Cambria Math" panose="02040503050406030204" pitchFamily="18" charset="0"/>
                            </a:rPr>
                            <m:t>“</m:t>
                          </m:r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1000" i="1" dirty="0">
                              <a:latin typeface="Cambria Math" panose="02040503050406030204" pitchFamily="18" charset="0"/>
                            </a:rPr>
                            <m:t>”</m:t>
                          </m:r>
                        </m:oMath>
                      </m:oMathPara>
                    </a14:m>
                    <a:endParaRPr lang="zh-CN" altLang="en-US" sz="1000" dirty="0"/>
                  </a:p>
                </p:txBody>
              </p:sp>
            </mc:Choice>
            <mc:Fallback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D5CD8058-1A62-1495-DCFD-1C5D356769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24500" y="1988624"/>
                    <a:ext cx="771365" cy="24622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2339B5E-378E-EF6C-FA68-8F7C4A811B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88417" y="2482133"/>
              <a:ext cx="3313413" cy="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5E725B9E-AD70-7418-F4AC-F620429CEA3B}"/>
                </a:ext>
              </a:extLst>
            </p:cNvPr>
            <p:cNvSpPr/>
            <p:nvPr/>
          </p:nvSpPr>
          <p:spPr>
            <a:xfrm>
              <a:off x="4975926" y="2372783"/>
              <a:ext cx="269127" cy="1201537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10EC8B31-1A46-4792-7F14-84E9BF7D7947}"/>
                </a:ext>
              </a:extLst>
            </p:cNvPr>
            <p:cNvSpPr/>
            <p:nvPr/>
          </p:nvSpPr>
          <p:spPr>
            <a:xfrm>
              <a:off x="6844649" y="2654300"/>
              <a:ext cx="269127" cy="922157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6A9145F4-093B-A2A4-5514-86CBFF73B361}"/>
                    </a:ext>
                  </a:extLst>
                </p:cNvPr>
                <p:cNvSpPr txBox="1"/>
                <p:nvPr/>
              </p:nvSpPr>
              <p:spPr>
                <a:xfrm>
                  <a:off x="7103791" y="2909288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6A9145F4-093B-A2A4-5514-86CBFF73B3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3791" y="2909288"/>
                  <a:ext cx="341760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CD5052E1-F7D1-41E7-E25D-117F7FA0D831}"/>
                    </a:ext>
                  </a:extLst>
                </p:cNvPr>
                <p:cNvSpPr txBox="1"/>
                <p:nvPr/>
              </p:nvSpPr>
              <p:spPr>
                <a:xfrm>
                  <a:off x="6137168" y="2903495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CD5052E1-F7D1-41E7-E25D-117F7FA0D8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7168" y="2903495"/>
                  <a:ext cx="341760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A1C0466C-93CD-6779-161F-97FA860C95DD}"/>
                    </a:ext>
                  </a:extLst>
                </p:cNvPr>
                <p:cNvSpPr txBox="1"/>
                <p:nvPr/>
              </p:nvSpPr>
              <p:spPr>
                <a:xfrm>
                  <a:off x="5190802" y="288972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A1C0466C-93CD-6779-161F-97FA860C95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0802" y="2889727"/>
                  <a:ext cx="341760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8625D42-CD31-EA9D-F30E-09CE31E30918}"/>
                    </a:ext>
                  </a:extLst>
                </p:cNvPr>
                <p:cNvSpPr txBox="1"/>
                <p:nvPr/>
              </p:nvSpPr>
              <p:spPr>
                <a:xfrm>
                  <a:off x="4660652" y="2873014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8625D42-CD31-EA9D-F30E-09CE31E309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0652" y="2873014"/>
                  <a:ext cx="341760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" name="连接符: 曲线 2">
              <a:extLst>
                <a:ext uri="{FF2B5EF4-FFF2-40B4-BE49-F238E27FC236}">
                  <a16:creationId xmlns:a16="http://schemas.microsoft.com/office/drawing/2014/main" id="{8EFFAEB7-B658-FC7B-D769-B41E6D5F8DEA}"/>
                </a:ext>
              </a:extLst>
            </p:cNvPr>
            <p:cNvCxnSpPr>
              <a:cxnSpLocks/>
              <a:stCxn id="71" idx="0"/>
              <a:endCxn id="7" idx="0"/>
            </p:cNvCxnSpPr>
            <p:nvPr/>
          </p:nvCxnSpPr>
          <p:spPr>
            <a:xfrm rot="16200000" flipH="1">
              <a:off x="6281712" y="1215489"/>
              <a:ext cx="631456" cy="1951213"/>
            </a:xfrm>
            <a:prstGeom prst="curvedConnector3">
              <a:avLst>
                <a:gd name="adj1" fmla="val -36202"/>
              </a:avLst>
            </a:prstGeom>
            <a:ln w="12700">
              <a:solidFill>
                <a:srgbClr val="FF0000"/>
              </a:solidFill>
              <a:prstDash val="dash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左大括号 4">
              <a:extLst>
                <a:ext uri="{FF2B5EF4-FFF2-40B4-BE49-F238E27FC236}">
                  <a16:creationId xmlns:a16="http://schemas.microsoft.com/office/drawing/2014/main" id="{77ADAB1C-E046-3E20-CF3B-74A32F6C6F18}"/>
                </a:ext>
              </a:extLst>
            </p:cNvPr>
            <p:cNvSpPr/>
            <p:nvPr/>
          </p:nvSpPr>
          <p:spPr>
            <a:xfrm rot="16200000">
              <a:off x="4926978" y="3267700"/>
              <a:ext cx="194733" cy="925851"/>
            </a:xfrm>
            <a:prstGeom prst="leftBrace">
              <a:avLst>
                <a:gd name="adj1" fmla="val 76811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10264B4-1CD4-53D7-F559-D12330A20246}"/>
                </a:ext>
              </a:extLst>
            </p:cNvPr>
            <p:cNvSpPr txBox="1"/>
            <p:nvPr/>
          </p:nvSpPr>
          <p:spPr>
            <a:xfrm>
              <a:off x="4544792" y="3817476"/>
              <a:ext cx="83548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/>
              <a:r>
                <a:rPr lang="zh-CN" altLang="en-US" sz="800" b="1" i="0" dirty="0">
                  <a:latin typeface="+mj-lt"/>
                </a:rPr>
                <a:t>从</a:t>
              </a:r>
              <a:r>
                <a:rPr lang="en-US" altLang="zh-CN" sz="800" b="1" i="0" dirty="0">
                  <a:latin typeface="+mj-lt"/>
                </a:rPr>
                <a:t>”3”</a:t>
              </a:r>
              <a:r>
                <a:rPr lang="zh-CN" altLang="en-US" sz="800" b="1" i="0" dirty="0">
                  <a:latin typeface="+mj-lt"/>
                </a:rPr>
                <a:t>中选出</a:t>
              </a:r>
              <a:r>
                <a:rPr lang="en-US" altLang="zh-CN" sz="800" b="1" dirty="0">
                  <a:latin typeface="+mj-lt"/>
                </a:rPr>
                <a:t>”1”</a:t>
              </a:r>
              <a:endParaRPr lang="zh-CN" altLang="en-US" sz="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4500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4E945-4ECB-608E-0398-AF0F826CD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081F38A6-2EF1-C36C-92D7-E19FAE64CF1D}"/>
              </a:ext>
            </a:extLst>
          </p:cNvPr>
          <p:cNvGrpSpPr/>
          <p:nvPr/>
        </p:nvGrpSpPr>
        <p:grpSpPr>
          <a:xfrm>
            <a:off x="3740165" y="1261549"/>
            <a:ext cx="4648185" cy="2484824"/>
            <a:chOff x="4019565" y="1569524"/>
            <a:chExt cx="4648185" cy="2484824"/>
          </a:xfrm>
        </p:grpSpPr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B9C667DC-DA69-3F2A-C940-BA5569FA246D}"/>
                </a:ext>
              </a:extLst>
            </p:cNvPr>
            <p:cNvCxnSpPr>
              <a:cxnSpLocks/>
            </p:cNvCxnSpPr>
            <p:nvPr/>
          </p:nvCxnSpPr>
          <p:spPr>
            <a:xfrm>
              <a:off x="4533900" y="3577167"/>
              <a:ext cx="413385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F16639AD-3B42-E483-0478-2D8BAE9BC3D0}"/>
                </a:ext>
              </a:extLst>
            </p:cNvPr>
            <p:cNvSpPr/>
            <p:nvPr/>
          </p:nvSpPr>
          <p:spPr>
            <a:xfrm>
              <a:off x="6457884" y="2288117"/>
              <a:ext cx="269127" cy="1288340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20DCD532-8732-C3EB-CBB5-0082F1389751}"/>
                </a:ext>
              </a:extLst>
            </p:cNvPr>
            <p:cNvSpPr/>
            <p:nvPr/>
          </p:nvSpPr>
          <p:spPr>
            <a:xfrm>
              <a:off x="5833021" y="2796117"/>
              <a:ext cx="269127" cy="780340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D627BC27-AE3A-1864-2EC3-03F6BF07A361}"/>
                </a:ext>
              </a:extLst>
            </p:cNvPr>
            <p:cNvSpPr/>
            <p:nvPr/>
          </p:nvSpPr>
          <p:spPr>
            <a:xfrm>
              <a:off x="5487270" y="1875367"/>
              <a:ext cx="269127" cy="1698953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E466AAD8-F1B2-6E1C-37C0-317F3FC39E05}"/>
                </a:ext>
              </a:extLst>
            </p:cNvPr>
            <p:cNvSpPr/>
            <p:nvPr/>
          </p:nvSpPr>
          <p:spPr>
            <a:xfrm>
              <a:off x="7438483" y="2506823"/>
              <a:ext cx="269127" cy="1070344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6BB2DC55-98B5-8F23-74E1-CA2D37FD4D15}"/>
                    </a:ext>
                  </a:extLst>
                </p:cNvPr>
                <p:cNvSpPr txBox="1"/>
                <p:nvPr/>
              </p:nvSpPr>
              <p:spPr>
                <a:xfrm>
                  <a:off x="8084390" y="2879660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6BB2DC55-98B5-8F23-74E1-CA2D37FD4D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4390" y="2879660"/>
                  <a:ext cx="341760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69DABB57-5171-3060-9A81-AF7524D32EB4}"/>
                </a:ext>
              </a:extLst>
            </p:cNvPr>
            <p:cNvGrpSpPr/>
            <p:nvPr/>
          </p:nvGrpSpPr>
          <p:grpSpPr>
            <a:xfrm>
              <a:off x="7218150" y="1569524"/>
              <a:ext cx="771365" cy="454009"/>
              <a:chOff x="7224500" y="1988624"/>
              <a:chExt cx="771365" cy="454009"/>
            </a:xfrm>
          </p:grpSpPr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A5EF74AE-F444-2B74-A839-9F7D7D52ED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63984" y="2235200"/>
                <a:ext cx="0" cy="20743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B6A19C49-577E-BA03-579F-52A481753E08}"/>
                      </a:ext>
                    </a:extLst>
                  </p:cNvPr>
                  <p:cNvSpPr txBox="1"/>
                  <p:nvPr/>
                </p:nvSpPr>
                <p:spPr>
                  <a:xfrm>
                    <a:off x="7224500" y="1988624"/>
                    <a:ext cx="771365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1000" i="1" dirty="0" smtClean="0">
                              <a:latin typeface="Cambria Math" panose="02040503050406030204" pitchFamily="18" charset="0"/>
                            </a:rPr>
                            <m:t>当前</m:t>
                          </m:r>
                          <m:r>
                            <a:rPr lang="zh-CN" altLang="en-US" sz="1000" i="1" dirty="0" smtClean="0">
                              <a:latin typeface="Cambria Math" panose="02040503050406030204" pitchFamily="18" charset="0"/>
                            </a:rPr>
                            <m:t>的</m:t>
                          </m:r>
                          <m:r>
                            <a:rPr lang="zh-CN" altLang="en-US" sz="1000" i="1" dirty="0">
                              <a:latin typeface="Cambria Math" panose="02040503050406030204" pitchFamily="18" charset="0"/>
                            </a:rPr>
                            <m:t>“</m:t>
                          </m:r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1000" i="1" dirty="0">
                              <a:latin typeface="Cambria Math" panose="02040503050406030204" pitchFamily="18" charset="0"/>
                            </a:rPr>
                            <m:t>”</m:t>
                          </m:r>
                        </m:oMath>
                      </m:oMathPara>
                    </a14:m>
                    <a:endParaRPr lang="zh-CN" altLang="en-US" sz="1000" dirty="0"/>
                  </a:p>
                </p:txBody>
              </p:sp>
            </mc:Choice>
            <mc:Fallback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B6A19C49-577E-BA03-579F-52A481753E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24500" y="1988624"/>
                    <a:ext cx="771365" cy="24622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1B89DC9-0DF8-5D87-6A38-77C267151F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88417" y="2482133"/>
              <a:ext cx="3313413" cy="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4CFE0DF7-503A-F52A-832E-84182A60AD0B}"/>
                </a:ext>
              </a:extLst>
            </p:cNvPr>
            <p:cNvSpPr/>
            <p:nvPr/>
          </p:nvSpPr>
          <p:spPr>
            <a:xfrm>
              <a:off x="4975926" y="2372783"/>
              <a:ext cx="269127" cy="1201537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FB811083-A6D6-C6B3-ADAC-B619A5FF6E89}"/>
                </a:ext>
              </a:extLst>
            </p:cNvPr>
            <p:cNvSpPr/>
            <p:nvPr/>
          </p:nvSpPr>
          <p:spPr>
            <a:xfrm>
              <a:off x="6844649" y="2654300"/>
              <a:ext cx="269127" cy="922157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C8726AB6-92E2-E8E9-5141-2DD1AB884D8D}"/>
                    </a:ext>
                  </a:extLst>
                </p:cNvPr>
                <p:cNvSpPr txBox="1"/>
                <p:nvPr/>
              </p:nvSpPr>
              <p:spPr>
                <a:xfrm>
                  <a:off x="7103791" y="2909288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C8726AB6-92E2-E8E9-5141-2DD1AB884D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3791" y="2909288"/>
                  <a:ext cx="341760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980A494D-3761-76F4-183C-568970839A96}"/>
                    </a:ext>
                  </a:extLst>
                </p:cNvPr>
                <p:cNvSpPr txBox="1"/>
                <p:nvPr/>
              </p:nvSpPr>
              <p:spPr>
                <a:xfrm>
                  <a:off x="6137168" y="2903495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980A494D-3761-76F4-183C-568970839A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7168" y="2903495"/>
                  <a:ext cx="341760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6BA7E7B-2116-66D6-19E9-02C7CC73D61C}"/>
                    </a:ext>
                  </a:extLst>
                </p:cNvPr>
                <p:cNvSpPr txBox="1"/>
                <p:nvPr/>
              </p:nvSpPr>
              <p:spPr>
                <a:xfrm>
                  <a:off x="5190802" y="288972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6BA7E7B-2116-66D6-19E9-02C7CC73D6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0802" y="2889727"/>
                  <a:ext cx="341760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3E375DD-C0BA-FBB7-3C06-8DAFF548153F}"/>
                    </a:ext>
                  </a:extLst>
                </p:cNvPr>
                <p:cNvSpPr txBox="1"/>
                <p:nvPr/>
              </p:nvSpPr>
              <p:spPr>
                <a:xfrm>
                  <a:off x="4660652" y="2873014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3E375DD-C0BA-FBB7-3C06-8DAFF54815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0652" y="2873014"/>
                  <a:ext cx="341760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" name="连接符: 曲线 2">
              <a:extLst>
                <a:ext uri="{FF2B5EF4-FFF2-40B4-BE49-F238E27FC236}">
                  <a16:creationId xmlns:a16="http://schemas.microsoft.com/office/drawing/2014/main" id="{3C20F810-42E6-1A58-E6AF-AB7D2818DBE9}"/>
                </a:ext>
              </a:extLst>
            </p:cNvPr>
            <p:cNvCxnSpPr>
              <a:cxnSpLocks/>
              <a:stCxn id="28" idx="0"/>
              <a:endCxn id="7" idx="0"/>
            </p:cNvCxnSpPr>
            <p:nvPr/>
          </p:nvCxnSpPr>
          <p:spPr>
            <a:xfrm rot="16200000" flipH="1">
              <a:off x="6973394" y="1907171"/>
              <a:ext cx="218706" cy="980599"/>
            </a:xfrm>
            <a:prstGeom prst="curvedConnector3">
              <a:avLst>
                <a:gd name="adj1" fmla="val -104524"/>
              </a:avLst>
            </a:prstGeom>
            <a:ln w="12700">
              <a:solidFill>
                <a:srgbClr val="FF0000"/>
              </a:solidFill>
              <a:prstDash val="dash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左大括号 4">
              <a:extLst>
                <a:ext uri="{FF2B5EF4-FFF2-40B4-BE49-F238E27FC236}">
                  <a16:creationId xmlns:a16="http://schemas.microsoft.com/office/drawing/2014/main" id="{E82B22A1-753D-0F7E-2D2A-989F1CCCAF50}"/>
                </a:ext>
              </a:extLst>
            </p:cNvPr>
            <p:cNvSpPr/>
            <p:nvPr/>
          </p:nvSpPr>
          <p:spPr>
            <a:xfrm rot="16200000">
              <a:off x="5412285" y="2782392"/>
              <a:ext cx="194733" cy="1896465"/>
            </a:xfrm>
            <a:prstGeom prst="leftBrace">
              <a:avLst>
                <a:gd name="adj1" fmla="val 76811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E10BFEA-1AA4-307F-260A-402DB1CA96D6}"/>
                </a:ext>
              </a:extLst>
            </p:cNvPr>
            <p:cNvSpPr txBox="1"/>
            <p:nvPr/>
          </p:nvSpPr>
          <p:spPr>
            <a:xfrm>
              <a:off x="4019565" y="3838904"/>
              <a:ext cx="33217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/>
              <a:r>
                <a:rPr lang="zh-CN" altLang="en-US" sz="800" b="1" dirty="0"/>
                <a:t>选最靠右的</a:t>
              </a:r>
              <a:r>
                <a:rPr lang="en-US" altLang="zh-CN" sz="800" b="1" dirty="0"/>
                <a:t>”3”,</a:t>
              </a:r>
              <a:r>
                <a:rPr lang="zh-CN" altLang="en-US" sz="800" b="1" dirty="0"/>
                <a:t>使得</a:t>
              </a:r>
              <a:r>
                <a:rPr lang="en-US" altLang="zh-CN" sz="800" b="1" dirty="0"/>
                <a:t>”1”</a:t>
              </a:r>
              <a:r>
                <a:rPr lang="zh-CN" altLang="en-US" sz="800" b="1" dirty="0"/>
                <a:t>的寻找区间最大化，才最有可能找到“</a:t>
              </a:r>
              <a:r>
                <a:rPr lang="en-US" altLang="zh-CN" sz="800" b="1" dirty="0"/>
                <a:t>132</a:t>
              </a:r>
              <a:r>
                <a:rPr lang="zh-CN" altLang="en-US" sz="800" b="1" dirty="0"/>
                <a:t>”模式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2219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14C8C-7F1D-9562-E6E8-14178C9B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303B109-F648-DB54-5251-6D16D3AE9D32}"/>
              </a:ext>
            </a:extLst>
          </p:cNvPr>
          <p:cNvCxnSpPr>
            <a:cxnSpLocks/>
          </p:cNvCxnSpPr>
          <p:nvPr/>
        </p:nvCxnSpPr>
        <p:spPr>
          <a:xfrm>
            <a:off x="4785783" y="3577167"/>
            <a:ext cx="47371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8875209-E012-D5BE-1153-6E6F5AAE9C94}"/>
              </a:ext>
            </a:extLst>
          </p:cNvPr>
          <p:cNvGrpSpPr/>
          <p:nvPr/>
        </p:nvGrpSpPr>
        <p:grpSpPr>
          <a:xfrm>
            <a:off x="7508267" y="2054559"/>
            <a:ext cx="601451" cy="1521189"/>
            <a:chOff x="7462343" y="2054560"/>
            <a:chExt cx="601451" cy="1521189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A6E0A994-2351-7FE9-68E2-36DB11A742BD}"/>
                </a:ext>
              </a:extLst>
            </p:cNvPr>
            <p:cNvGrpSpPr/>
            <p:nvPr/>
          </p:nvGrpSpPr>
          <p:grpSpPr>
            <a:xfrm>
              <a:off x="7462343" y="2268343"/>
              <a:ext cx="311304" cy="1307406"/>
              <a:chOff x="7812462" y="2269761"/>
              <a:chExt cx="311304" cy="1307406"/>
            </a:xfrm>
          </p:grpSpPr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2DF53922-46CA-27B6-4714-D1E8E2885EC1}"/>
                  </a:ext>
                </a:extLst>
              </p:cNvPr>
              <p:cNvSpPr/>
              <p:nvPr/>
            </p:nvSpPr>
            <p:spPr>
              <a:xfrm>
                <a:off x="7854639" y="2506823"/>
                <a:ext cx="269127" cy="1070344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D5BDAAFD-D6E4-F1C2-371E-9702F0914E5A}"/>
                      </a:ext>
                    </a:extLst>
                  </p:cNvPr>
                  <p:cNvSpPr txBox="1"/>
                  <p:nvPr/>
                </p:nvSpPr>
                <p:spPr>
                  <a:xfrm>
                    <a:off x="7812462" y="2269761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D5BDAAFD-D6E4-F1C2-371E-9702F0914E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2462" y="2269761"/>
                    <a:ext cx="311304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B389942B-246F-0DB4-B226-A832FE796194}"/>
                </a:ext>
              </a:extLst>
            </p:cNvPr>
            <p:cNvGrpSpPr/>
            <p:nvPr/>
          </p:nvGrpSpPr>
          <p:grpSpPr>
            <a:xfrm>
              <a:off x="7752490" y="2054560"/>
              <a:ext cx="311304" cy="1521189"/>
              <a:chOff x="8081589" y="2055978"/>
              <a:chExt cx="311304" cy="1521189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E5A09782-790B-0CC1-5F74-2F1F9CF6F665}"/>
                  </a:ext>
                </a:extLst>
              </p:cNvPr>
              <p:cNvSpPr/>
              <p:nvPr/>
            </p:nvSpPr>
            <p:spPr>
              <a:xfrm>
                <a:off x="8123766" y="2315633"/>
                <a:ext cx="269127" cy="126153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2705C746-29DC-6030-32FB-BBBB86A4D35E}"/>
                      </a:ext>
                    </a:extLst>
                  </p:cNvPr>
                  <p:cNvSpPr txBox="1"/>
                  <p:nvPr/>
                </p:nvSpPr>
                <p:spPr>
                  <a:xfrm>
                    <a:off x="8081589" y="2055978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2705C746-29DC-6030-32FB-BBBB86A4D3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81589" y="2055978"/>
                    <a:ext cx="311304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FD836BF2-133F-7CD9-B042-B9314ECE697D}"/>
              </a:ext>
            </a:extLst>
          </p:cNvPr>
          <p:cNvGrpSpPr/>
          <p:nvPr/>
        </p:nvGrpSpPr>
        <p:grpSpPr>
          <a:xfrm>
            <a:off x="6837350" y="1941113"/>
            <a:ext cx="311304" cy="1634636"/>
            <a:chOff x="7026169" y="1942530"/>
            <a:chExt cx="311304" cy="1634636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BB97CBEE-E734-E267-36E9-72746F107956}"/>
                </a:ext>
              </a:extLst>
            </p:cNvPr>
            <p:cNvSpPr/>
            <p:nvPr/>
          </p:nvSpPr>
          <p:spPr>
            <a:xfrm>
              <a:off x="7047258" y="2180167"/>
              <a:ext cx="269127" cy="1396999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1CCEA24-10FC-130D-A23A-6AC6FA924F6F}"/>
                    </a:ext>
                  </a:extLst>
                </p:cNvPr>
                <p:cNvSpPr txBox="1"/>
                <p:nvPr/>
              </p:nvSpPr>
              <p:spPr>
                <a:xfrm>
                  <a:off x="7026169" y="1942530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1CCEA24-10FC-130D-A23A-6AC6FA924F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6169" y="1942530"/>
                  <a:ext cx="311304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AA4FBD48-6CE4-6F6F-19D2-EA8330333B87}"/>
              </a:ext>
            </a:extLst>
          </p:cNvPr>
          <p:cNvGrpSpPr/>
          <p:nvPr/>
        </p:nvGrpSpPr>
        <p:grpSpPr>
          <a:xfrm>
            <a:off x="6522306" y="1513964"/>
            <a:ext cx="311304" cy="2061786"/>
            <a:chOff x="7819977" y="2357718"/>
            <a:chExt cx="311304" cy="1219449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8F30A6FF-83E6-4469-BC2A-0C7344FAF491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DA7197A7-B303-D626-C13E-DFAB2AD5E529}"/>
                    </a:ext>
                  </a:extLst>
                </p:cNvPr>
                <p:cNvSpPr txBox="1"/>
                <p:nvPr/>
              </p:nvSpPr>
              <p:spPr>
                <a:xfrm>
                  <a:off x="7819977" y="2357718"/>
                  <a:ext cx="311304" cy="163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DA7197A7-B303-D626-C13E-DFAB2AD5E5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9977" y="2357718"/>
                  <a:ext cx="311304" cy="1638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18350F1-4D3B-D6D1-E8CB-FA39BAE6F1C5}"/>
              </a:ext>
            </a:extLst>
          </p:cNvPr>
          <p:cNvGrpSpPr/>
          <p:nvPr/>
        </p:nvGrpSpPr>
        <p:grpSpPr>
          <a:xfrm>
            <a:off x="5903080" y="2268343"/>
            <a:ext cx="590978" cy="1308793"/>
            <a:chOff x="5955480" y="2268344"/>
            <a:chExt cx="590978" cy="1308793"/>
          </a:xfrm>
        </p:grpSpPr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720AE222-2D51-CBF8-B29E-4C6DAE1CB0A1}"/>
                </a:ext>
              </a:extLst>
            </p:cNvPr>
            <p:cNvGrpSpPr/>
            <p:nvPr/>
          </p:nvGrpSpPr>
          <p:grpSpPr>
            <a:xfrm>
              <a:off x="6235154" y="2268344"/>
              <a:ext cx="311304" cy="1307405"/>
              <a:chOff x="7812462" y="2269762"/>
              <a:chExt cx="311304" cy="1307405"/>
            </a:xfrm>
          </p:grpSpPr>
          <p:sp>
            <p:nvSpPr>
              <p:cNvPr id="71" name="矩形: 圆角 70">
                <a:extLst>
                  <a:ext uri="{FF2B5EF4-FFF2-40B4-BE49-F238E27FC236}">
                    <a16:creationId xmlns:a16="http://schemas.microsoft.com/office/drawing/2014/main" id="{6D2FF8C3-FD4C-72B2-C06A-67CE43252E13}"/>
                  </a:ext>
                </a:extLst>
              </p:cNvPr>
              <p:cNvSpPr/>
              <p:nvPr/>
            </p:nvSpPr>
            <p:spPr>
              <a:xfrm>
                <a:off x="7854639" y="2506823"/>
                <a:ext cx="269127" cy="1070344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文本框 71">
                    <a:extLst>
                      <a:ext uri="{FF2B5EF4-FFF2-40B4-BE49-F238E27FC236}">
                        <a16:creationId xmlns:a16="http://schemas.microsoft.com/office/drawing/2014/main" id="{1CDF306F-97E5-F764-9AD3-77C234B1D098}"/>
                      </a:ext>
                    </a:extLst>
                  </p:cNvPr>
                  <p:cNvSpPr txBox="1"/>
                  <p:nvPr/>
                </p:nvSpPr>
                <p:spPr>
                  <a:xfrm>
                    <a:off x="7812462" y="2269762"/>
                    <a:ext cx="256169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2" name="文本框 71">
                    <a:extLst>
                      <a:ext uri="{FF2B5EF4-FFF2-40B4-BE49-F238E27FC236}">
                        <a16:creationId xmlns:a16="http://schemas.microsoft.com/office/drawing/2014/main" id="{1CDF306F-97E5-F764-9AD3-77C234B1D0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2462" y="2269762"/>
                    <a:ext cx="256169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852F0A86-C8EB-4BAF-03ED-E16E52017DE0}"/>
                </a:ext>
              </a:extLst>
            </p:cNvPr>
            <p:cNvGrpSpPr/>
            <p:nvPr/>
          </p:nvGrpSpPr>
          <p:grpSpPr>
            <a:xfrm>
              <a:off x="5955480" y="2505372"/>
              <a:ext cx="311304" cy="1071765"/>
              <a:chOff x="7295296" y="2505401"/>
              <a:chExt cx="311304" cy="1071765"/>
            </a:xfrm>
          </p:grpSpPr>
          <p:sp>
            <p:nvSpPr>
              <p:cNvPr id="74" name="矩形: 圆角 73">
                <a:extLst>
                  <a:ext uri="{FF2B5EF4-FFF2-40B4-BE49-F238E27FC236}">
                    <a16:creationId xmlns:a16="http://schemas.microsoft.com/office/drawing/2014/main" id="{BCF19C18-91DC-1BA0-91B2-68CE8C21A52E}"/>
                  </a:ext>
                </a:extLst>
              </p:cNvPr>
              <p:cNvSpPr/>
              <p:nvPr/>
            </p:nvSpPr>
            <p:spPr>
              <a:xfrm>
                <a:off x="7316385" y="2734733"/>
                <a:ext cx="269127" cy="842433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文本框 74">
                    <a:extLst>
                      <a:ext uri="{FF2B5EF4-FFF2-40B4-BE49-F238E27FC236}">
                        <a16:creationId xmlns:a16="http://schemas.microsoft.com/office/drawing/2014/main" id="{4E308369-9235-40B0-112E-546B22B25191}"/>
                      </a:ext>
                    </a:extLst>
                  </p:cNvPr>
                  <p:cNvSpPr txBox="1"/>
                  <p:nvPr/>
                </p:nvSpPr>
                <p:spPr>
                  <a:xfrm>
                    <a:off x="7295296" y="2505401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5" name="文本框 74">
                    <a:extLst>
                      <a:ext uri="{FF2B5EF4-FFF2-40B4-BE49-F238E27FC236}">
                        <a16:creationId xmlns:a16="http://schemas.microsoft.com/office/drawing/2014/main" id="{4E308369-9235-40B0-112E-546B22B251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95296" y="2505401"/>
                    <a:ext cx="311304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BB8891B-7315-BA89-CC4F-2BA064978E66}"/>
              </a:ext>
            </a:extLst>
          </p:cNvPr>
          <p:cNvGrpSpPr/>
          <p:nvPr/>
        </p:nvGrpSpPr>
        <p:grpSpPr>
          <a:xfrm>
            <a:off x="7148659" y="1700449"/>
            <a:ext cx="311304" cy="1868731"/>
            <a:chOff x="7564423" y="1708436"/>
            <a:chExt cx="311304" cy="186873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7A84E8EC-0A2C-E8F7-12AB-AACD8FB35B69}"/>
                </a:ext>
              </a:extLst>
            </p:cNvPr>
            <p:cNvSpPr/>
            <p:nvPr/>
          </p:nvSpPr>
          <p:spPr>
            <a:xfrm>
              <a:off x="7585512" y="1968500"/>
              <a:ext cx="269127" cy="1608667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5132DBE1-F184-22F8-8A62-12FD517A54CD}"/>
                    </a:ext>
                  </a:extLst>
                </p:cNvPr>
                <p:cNvSpPr txBox="1"/>
                <p:nvPr/>
              </p:nvSpPr>
              <p:spPr>
                <a:xfrm>
                  <a:off x="7564423" y="1708436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5132DBE1-F184-22F8-8A62-12FD517A54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4423" y="1708436"/>
                  <a:ext cx="311304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88EB875-4504-0E3C-9FC4-2CD0666A4A48}"/>
              </a:ext>
            </a:extLst>
          </p:cNvPr>
          <p:cNvCxnSpPr>
            <a:cxnSpLocks/>
          </p:cNvCxnSpPr>
          <p:nvPr/>
        </p:nvCxnSpPr>
        <p:spPr>
          <a:xfrm flipH="1">
            <a:off x="6522306" y="2160400"/>
            <a:ext cx="937657" cy="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E6232B7-B311-5705-CBC7-856DD10F4045}"/>
                  </a:ext>
                </a:extLst>
              </p:cNvPr>
              <p:cNvSpPr txBox="1"/>
              <p:nvPr/>
            </p:nvSpPr>
            <p:spPr>
              <a:xfrm>
                <a:off x="5905852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[1]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E6232B7-B311-5705-CBC7-856DD10F4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852" y="3567979"/>
                <a:ext cx="256169" cy="215444"/>
              </a:xfrm>
              <a:prstGeom prst="rect">
                <a:avLst/>
              </a:prstGeom>
              <a:blipFill>
                <a:blip r:embed="rId9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E40FE5A-9931-504B-AE2D-A5BEB53D1EEB}"/>
                  </a:ext>
                </a:extLst>
              </p:cNvPr>
              <p:cNvSpPr txBox="1"/>
              <p:nvPr/>
            </p:nvSpPr>
            <p:spPr>
              <a:xfrm>
                <a:off x="6211613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[2]</m:t>
                      </m:r>
                    </m:oMath>
                  </m:oMathPara>
                </a14:m>
                <a:endParaRPr lang="zh-CN" altLang="en-US" sz="8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E40FE5A-9931-504B-AE2D-A5BEB53D1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613" y="3567979"/>
                <a:ext cx="256169" cy="215444"/>
              </a:xfrm>
              <a:prstGeom prst="rect">
                <a:avLst/>
              </a:prstGeom>
              <a:blipFill>
                <a:blip r:embed="rId10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7D0CA08-B712-3030-F709-5A4CD15F4C0E}"/>
                  </a:ext>
                </a:extLst>
              </p:cNvPr>
              <p:cNvSpPr txBox="1"/>
              <p:nvPr/>
            </p:nvSpPr>
            <p:spPr>
              <a:xfrm>
                <a:off x="6536235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[3]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7D0CA08-B712-3030-F709-5A4CD15F4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235" y="3567979"/>
                <a:ext cx="256169" cy="215444"/>
              </a:xfrm>
              <a:prstGeom prst="rect">
                <a:avLst/>
              </a:prstGeom>
              <a:blipFill>
                <a:blip r:embed="rId11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B5149F4-6A53-C9A2-9FFC-2D518D203ED5}"/>
                  </a:ext>
                </a:extLst>
              </p:cNvPr>
              <p:cNvSpPr txBox="1"/>
              <p:nvPr/>
            </p:nvSpPr>
            <p:spPr>
              <a:xfrm>
                <a:off x="6841996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B5149F4-6A53-C9A2-9FFC-2D518D203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996" y="3567979"/>
                <a:ext cx="256169" cy="215444"/>
              </a:xfrm>
              <a:prstGeom prst="rect">
                <a:avLst/>
              </a:prstGeom>
              <a:blipFill>
                <a:blip r:embed="rId12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F00016F8-71FA-E68E-AFAD-52D8DBB7D92B}"/>
                  </a:ext>
                </a:extLst>
              </p:cNvPr>
              <p:cNvSpPr txBox="1"/>
              <p:nvPr/>
            </p:nvSpPr>
            <p:spPr>
              <a:xfrm>
                <a:off x="7134703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[5]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F00016F8-71FA-E68E-AFAD-52D8DBB7D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703" y="3567979"/>
                <a:ext cx="256169" cy="215444"/>
              </a:xfrm>
              <a:prstGeom prst="rect">
                <a:avLst/>
              </a:prstGeom>
              <a:blipFill>
                <a:blip r:embed="rId1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5E229556-8FA3-7C65-663E-AB62A03EE14F}"/>
                  </a:ext>
                </a:extLst>
              </p:cNvPr>
              <p:cNvSpPr txBox="1"/>
              <p:nvPr/>
            </p:nvSpPr>
            <p:spPr>
              <a:xfrm>
                <a:off x="7525432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[6]</m:t>
                      </m:r>
                    </m:oMath>
                  </m:oMathPara>
                </a14:m>
                <a:endParaRPr lang="zh-CN" altLang="en-US" sz="8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5E229556-8FA3-7C65-663E-AB62A03EE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5432" y="3567979"/>
                <a:ext cx="256169" cy="215444"/>
              </a:xfrm>
              <a:prstGeom prst="rect">
                <a:avLst/>
              </a:prstGeom>
              <a:blipFill>
                <a:blip r:embed="rId14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E257013-A703-2168-BB26-F748E3927C61}"/>
                  </a:ext>
                </a:extLst>
              </p:cNvPr>
              <p:cNvSpPr txBox="1"/>
              <p:nvPr/>
            </p:nvSpPr>
            <p:spPr>
              <a:xfrm>
                <a:off x="7803055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[7]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E257013-A703-2168-BB26-F748E3927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3055" y="3567979"/>
                <a:ext cx="256169" cy="215444"/>
              </a:xfrm>
              <a:prstGeom prst="rect">
                <a:avLst/>
              </a:prstGeom>
              <a:blipFill>
                <a:blip r:embed="rId15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组合 40">
            <a:extLst>
              <a:ext uri="{FF2B5EF4-FFF2-40B4-BE49-F238E27FC236}">
                <a16:creationId xmlns:a16="http://schemas.microsoft.com/office/drawing/2014/main" id="{F550D80A-3296-AD1E-65A9-0D4E86AF29BA}"/>
              </a:ext>
            </a:extLst>
          </p:cNvPr>
          <p:cNvGrpSpPr/>
          <p:nvPr/>
        </p:nvGrpSpPr>
        <p:grpSpPr>
          <a:xfrm>
            <a:off x="5905795" y="3838162"/>
            <a:ext cx="2230098" cy="698697"/>
            <a:chOff x="5905795" y="3680714"/>
            <a:chExt cx="2230098" cy="6986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67ACFED-E4DE-5889-B8D7-921E3BE534FD}"/>
                    </a:ext>
                  </a:extLst>
                </p:cNvPr>
                <p:cNvSpPr txBox="1"/>
                <p:nvPr/>
              </p:nvSpPr>
              <p:spPr>
                <a:xfrm>
                  <a:off x="6405232" y="3886969"/>
                  <a:ext cx="60196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000" i="1" smtClean="0">
                            <a:latin typeface="Cambria Math" panose="02040503050406030204" pitchFamily="18" charset="0"/>
                          </a:rPr>
                          <m:t>高度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zh-CN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67ACFED-E4DE-5889-B8D7-921E3BE534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5232" y="3886969"/>
                  <a:ext cx="601960" cy="24622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8DAEF335-C166-5E11-2C08-084BED02DB90}"/>
                    </a:ext>
                  </a:extLst>
                </p:cNvPr>
                <p:cNvSpPr txBox="1"/>
                <p:nvPr/>
              </p:nvSpPr>
              <p:spPr>
                <a:xfrm>
                  <a:off x="6397732" y="3680714"/>
                  <a:ext cx="1287275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000" i="1" smtClean="0">
                            <a:latin typeface="Cambria Math" panose="02040503050406030204" pitchFamily="18" charset="0"/>
                          </a:rPr>
                          <m:t>宽度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zh-CN" sz="1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−1=3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8DAEF335-C166-5E11-2C08-084BED02DB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7732" y="3680714"/>
                  <a:ext cx="1287275" cy="246221"/>
                </a:xfrm>
                <a:prstGeom prst="rect">
                  <a:avLst/>
                </a:prstGeom>
                <a:blipFill>
                  <a:blip r:embed="rId17"/>
                  <a:stretch>
                    <a:fillRect b="-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A4ECA6D7-7FD6-1F77-FB2E-0509A28588D8}"/>
                </a:ext>
              </a:extLst>
            </p:cNvPr>
            <p:cNvSpPr txBox="1"/>
            <p:nvPr/>
          </p:nvSpPr>
          <p:spPr>
            <a:xfrm>
              <a:off x="5905795" y="4133190"/>
              <a:ext cx="22300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i="0" dirty="0">
                  <a:latin typeface="+mj-lt"/>
                </a:rPr>
                <a:t>以</a:t>
              </a:r>
              <a:r>
                <a:rPr lang="zh-CN" altLang="en-US" sz="1000" dirty="0"/>
                <a:t>下标</a:t>
              </a:r>
              <a:r>
                <a:rPr lang="en-US" altLang="zh-CN" sz="1000" b="1" dirty="0">
                  <a:latin typeface="+mj-lt"/>
                </a:rPr>
                <a:t>[4]</a:t>
              </a:r>
              <a:r>
                <a:rPr lang="zh-CN" altLang="en-US" sz="1000" dirty="0"/>
                <a:t>为高度的最大面积</a:t>
              </a:r>
              <a:r>
                <a:rPr lang="en-US" altLang="zh-CN" sz="1000" dirty="0"/>
                <a:t>=3*</a:t>
              </a:r>
              <a:r>
                <a:rPr lang="en-US" altLang="zh-CN" sz="1000" b="1" dirty="0">
                  <a:solidFill>
                    <a:srgbClr val="FF0000"/>
                  </a:solidFill>
                </a:rPr>
                <a:t>7</a:t>
              </a:r>
              <a:r>
                <a:rPr lang="en-US" altLang="zh-CN" sz="1000" dirty="0"/>
                <a:t>=21</a:t>
              </a:r>
              <a:endParaRPr lang="zh-CN" altLang="en-US" sz="1000" dirty="0"/>
            </a:p>
          </p:txBody>
        </p:sp>
      </p:grpSp>
      <p:sp>
        <p:nvSpPr>
          <p:cNvPr id="42" name="右大括号 41">
            <a:extLst>
              <a:ext uri="{FF2B5EF4-FFF2-40B4-BE49-F238E27FC236}">
                <a16:creationId xmlns:a16="http://schemas.microsoft.com/office/drawing/2014/main" id="{C85DF50A-872B-FCFA-B304-9D9347EBEB89}"/>
              </a:ext>
            </a:extLst>
          </p:cNvPr>
          <p:cNvSpPr/>
          <p:nvPr/>
        </p:nvSpPr>
        <p:spPr>
          <a:xfrm rot="5400000">
            <a:off x="6960627" y="3345844"/>
            <a:ext cx="110067" cy="922643"/>
          </a:xfrm>
          <a:prstGeom prst="rightBrace">
            <a:avLst>
              <a:gd name="adj1" fmla="val 81410"/>
              <a:gd name="adj2" fmla="val 50000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318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F510A-AA00-869F-F501-CB62588F8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连接符: 曲线 79">
            <a:extLst>
              <a:ext uri="{FF2B5EF4-FFF2-40B4-BE49-F238E27FC236}">
                <a16:creationId xmlns:a16="http://schemas.microsoft.com/office/drawing/2014/main" id="{00B46B16-68AE-8730-56B4-94007C6D80AC}"/>
              </a:ext>
            </a:extLst>
          </p:cNvPr>
          <p:cNvCxnSpPr>
            <a:cxnSpLocks/>
            <a:stCxn id="85" idx="0"/>
            <a:endCxn id="14" idx="2"/>
          </p:cNvCxnSpPr>
          <p:nvPr/>
        </p:nvCxnSpPr>
        <p:spPr>
          <a:xfrm rot="16200000" flipV="1">
            <a:off x="6599304" y="5504541"/>
            <a:ext cx="503763" cy="478096"/>
          </a:xfrm>
          <a:prstGeom prst="curvedConnector3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曲线 86">
            <a:extLst>
              <a:ext uri="{FF2B5EF4-FFF2-40B4-BE49-F238E27FC236}">
                <a16:creationId xmlns:a16="http://schemas.microsoft.com/office/drawing/2014/main" id="{E62D7C27-3772-48DB-E04D-FD179E6CF71E}"/>
              </a:ext>
            </a:extLst>
          </p:cNvPr>
          <p:cNvCxnSpPr>
            <a:cxnSpLocks/>
            <a:stCxn id="85" idx="0"/>
            <a:endCxn id="26" idx="2"/>
          </p:cNvCxnSpPr>
          <p:nvPr/>
        </p:nvCxnSpPr>
        <p:spPr>
          <a:xfrm rot="16200000" flipV="1">
            <a:off x="6433284" y="5338520"/>
            <a:ext cx="503766" cy="810133"/>
          </a:xfrm>
          <a:prstGeom prst="curvedConnector3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B702BBB-078E-A3D8-4BD1-E2B6F62BA5AE}"/>
              </a:ext>
            </a:extLst>
          </p:cNvPr>
          <p:cNvCxnSpPr>
            <a:cxnSpLocks/>
          </p:cNvCxnSpPr>
          <p:nvPr/>
        </p:nvCxnSpPr>
        <p:spPr>
          <a:xfrm>
            <a:off x="4785783" y="3577167"/>
            <a:ext cx="47371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896E773-89C8-CB00-C5E9-C73ADDCAD5EC}"/>
              </a:ext>
            </a:extLst>
          </p:cNvPr>
          <p:cNvSpPr/>
          <p:nvPr/>
        </p:nvSpPr>
        <p:spPr>
          <a:xfrm>
            <a:off x="6858439" y="2734703"/>
            <a:ext cx="269127" cy="84104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F74E7A7-0CA0-6806-8E2E-5BACC47D5F63}"/>
                  </a:ext>
                </a:extLst>
              </p:cNvPr>
              <p:cNvSpPr txBox="1"/>
              <p:nvPr/>
            </p:nvSpPr>
            <p:spPr>
              <a:xfrm>
                <a:off x="6837350" y="2456394"/>
                <a:ext cx="3113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F74E7A7-0CA0-6806-8E2E-5BACC47D5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350" y="2456394"/>
                <a:ext cx="31130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F5BF475C-F1C6-9B53-FC20-F5D07954ED68}"/>
              </a:ext>
            </a:extLst>
          </p:cNvPr>
          <p:cNvGrpSpPr/>
          <p:nvPr/>
        </p:nvGrpSpPr>
        <p:grpSpPr>
          <a:xfrm>
            <a:off x="6522306" y="1513964"/>
            <a:ext cx="311304" cy="2061786"/>
            <a:chOff x="6522306" y="1513964"/>
            <a:chExt cx="311304" cy="2061786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20F0FDA2-8A4F-541F-E5F3-F7A7B86BB7E9}"/>
                </a:ext>
              </a:extLst>
            </p:cNvPr>
            <p:cNvSpPr/>
            <p:nvPr/>
          </p:nvSpPr>
          <p:spPr>
            <a:xfrm>
              <a:off x="6556968" y="1766064"/>
              <a:ext cx="269127" cy="1809686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FB10E1DA-36F8-4469-E4A5-03CB3CBBEF7C}"/>
                    </a:ext>
                  </a:extLst>
                </p:cNvPr>
                <p:cNvSpPr txBox="1"/>
                <p:nvPr/>
              </p:nvSpPr>
              <p:spPr>
                <a:xfrm>
                  <a:off x="6522306" y="151396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FB10E1DA-36F8-4469-E4A5-03CB3CBBEF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2306" y="1513964"/>
                  <a:ext cx="31130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82C73020-A5A3-B22B-D949-F54DEB2743FD}"/>
              </a:ext>
            </a:extLst>
          </p:cNvPr>
          <p:cNvGrpSpPr/>
          <p:nvPr/>
        </p:nvGrpSpPr>
        <p:grpSpPr>
          <a:xfrm>
            <a:off x="6182754" y="2268343"/>
            <a:ext cx="311304" cy="1307405"/>
            <a:chOff x="7812462" y="2269762"/>
            <a:chExt cx="311304" cy="1307405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8D2501DA-E536-DD47-D8D8-158AC826FCB2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7930BDD4-4C59-89ED-F725-4C5C6490E278}"/>
                    </a:ext>
                  </a:extLst>
                </p:cNvPr>
                <p:cNvSpPr txBox="1"/>
                <p:nvPr/>
              </p:nvSpPr>
              <p:spPr>
                <a:xfrm>
                  <a:off x="7812462" y="2269762"/>
                  <a:ext cx="25616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7930BDD4-4C59-89ED-F725-4C5C6490E2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2"/>
                  <a:ext cx="256169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532FDEE7-E4BA-4663-4D9A-4A8FFD9335BD}"/>
              </a:ext>
            </a:extLst>
          </p:cNvPr>
          <p:cNvGrpSpPr/>
          <p:nvPr/>
        </p:nvGrpSpPr>
        <p:grpSpPr>
          <a:xfrm>
            <a:off x="5897455" y="2697402"/>
            <a:ext cx="311304" cy="879734"/>
            <a:chOff x="7289671" y="2697432"/>
            <a:chExt cx="311304" cy="879734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6D5791A8-D444-AD43-2566-896B03E1487B}"/>
                </a:ext>
              </a:extLst>
            </p:cNvPr>
            <p:cNvSpPr/>
            <p:nvPr/>
          </p:nvSpPr>
          <p:spPr>
            <a:xfrm>
              <a:off x="7316385" y="2942689"/>
              <a:ext cx="269127" cy="634477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8636A67B-6C38-9026-1281-DF1ED826B57D}"/>
                    </a:ext>
                  </a:extLst>
                </p:cNvPr>
                <p:cNvSpPr txBox="1"/>
                <p:nvPr/>
              </p:nvSpPr>
              <p:spPr>
                <a:xfrm>
                  <a:off x="7289671" y="2697432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8636A67B-6C38-9026-1281-DF1ED826B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9671" y="2697432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C2C85C8-F0BC-28FC-2679-49814F2554B2}"/>
                  </a:ext>
                </a:extLst>
              </p:cNvPr>
              <p:cNvSpPr txBox="1"/>
              <p:nvPr/>
            </p:nvSpPr>
            <p:spPr>
              <a:xfrm>
                <a:off x="5905852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[1]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C2C85C8-F0BC-28FC-2679-49814F255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852" y="3567979"/>
                <a:ext cx="256169" cy="215444"/>
              </a:xfrm>
              <a:prstGeom prst="rect">
                <a:avLst/>
              </a:prstGeom>
              <a:blipFill>
                <a:blip r:embed="rId6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D72E52D-A258-D3E7-089C-750D0EDC75C1}"/>
                  </a:ext>
                </a:extLst>
              </p:cNvPr>
              <p:cNvSpPr txBox="1"/>
              <p:nvPr/>
            </p:nvSpPr>
            <p:spPr>
              <a:xfrm>
                <a:off x="6211613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[2]</m:t>
                      </m:r>
                    </m:oMath>
                  </m:oMathPara>
                </a14:m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D72E52D-A258-D3E7-089C-750D0EDC7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613" y="3567979"/>
                <a:ext cx="256169" cy="215444"/>
              </a:xfrm>
              <a:prstGeom prst="rect">
                <a:avLst/>
              </a:prstGeom>
              <a:blipFill>
                <a:blip r:embed="rId7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6D455CE-188B-2EE2-5DC8-94F03F2C5110}"/>
                  </a:ext>
                </a:extLst>
              </p:cNvPr>
              <p:cNvSpPr txBox="1"/>
              <p:nvPr/>
            </p:nvSpPr>
            <p:spPr>
              <a:xfrm>
                <a:off x="6536235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[3]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6D455CE-188B-2EE2-5DC8-94F03F2C5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235" y="3567979"/>
                <a:ext cx="256169" cy="215444"/>
              </a:xfrm>
              <a:prstGeom prst="rect">
                <a:avLst/>
              </a:prstGeom>
              <a:blipFill>
                <a:blip r:embed="rId8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C276264-5276-498B-4F11-FE8C4EA504AB}"/>
                  </a:ext>
                </a:extLst>
              </p:cNvPr>
              <p:cNvSpPr txBox="1"/>
              <p:nvPr/>
            </p:nvSpPr>
            <p:spPr>
              <a:xfrm>
                <a:off x="6841996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C276264-5276-498B-4F11-FE8C4EA50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996" y="3567979"/>
                <a:ext cx="256169" cy="215444"/>
              </a:xfrm>
              <a:prstGeom prst="rect">
                <a:avLst/>
              </a:prstGeom>
              <a:blipFill>
                <a:blip r:embed="rId9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442275AA-5E66-1067-2AC9-931C8EA7BD52}"/>
              </a:ext>
            </a:extLst>
          </p:cNvPr>
          <p:cNvSpPr/>
          <p:nvPr/>
        </p:nvSpPr>
        <p:spPr>
          <a:xfrm>
            <a:off x="5811350" y="4335284"/>
            <a:ext cx="1090743" cy="145251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右大括号 2">
            <a:extLst>
              <a:ext uri="{FF2B5EF4-FFF2-40B4-BE49-F238E27FC236}">
                <a16:creationId xmlns:a16="http://schemas.microsoft.com/office/drawing/2014/main" id="{5713F84F-C868-774A-F1EB-0BBCB2C84806}"/>
              </a:ext>
            </a:extLst>
          </p:cNvPr>
          <p:cNvSpPr/>
          <p:nvPr/>
        </p:nvSpPr>
        <p:spPr>
          <a:xfrm rot="5400000">
            <a:off x="6309740" y="3443075"/>
            <a:ext cx="110067" cy="922643"/>
          </a:xfrm>
          <a:prstGeom prst="rightBrace">
            <a:avLst>
              <a:gd name="adj1" fmla="val 81410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2D9CC12-A723-FAAD-BBFB-56F153F1B078}"/>
              </a:ext>
            </a:extLst>
          </p:cNvPr>
          <p:cNvCxnSpPr>
            <a:cxnSpLocks/>
            <a:stCxn id="3" idx="1"/>
            <a:endCxn id="2" idx="0"/>
          </p:cNvCxnSpPr>
          <p:nvPr/>
        </p:nvCxnSpPr>
        <p:spPr>
          <a:xfrm flipH="1">
            <a:off x="6356722" y="3959430"/>
            <a:ext cx="8051" cy="3758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66850B2-34E7-6083-9545-BFD2A09894C1}"/>
              </a:ext>
            </a:extLst>
          </p:cNvPr>
          <p:cNvSpPr txBox="1"/>
          <p:nvPr/>
        </p:nvSpPr>
        <p:spPr>
          <a:xfrm>
            <a:off x="5655914" y="4068691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当前单调栈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D34ABD4-D1F1-E49A-A4C9-7E273DEF4929}"/>
              </a:ext>
            </a:extLst>
          </p:cNvPr>
          <p:cNvGrpSpPr/>
          <p:nvPr/>
        </p:nvGrpSpPr>
        <p:grpSpPr>
          <a:xfrm>
            <a:off x="6456484" y="4369981"/>
            <a:ext cx="311304" cy="1121726"/>
            <a:chOff x="6535879" y="1315099"/>
            <a:chExt cx="311304" cy="2260651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C7492C64-7B1F-31E6-D22D-668E6FE1D459}"/>
                </a:ext>
              </a:extLst>
            </p:cNvPr>
            <p:cNvSpPr/>
            <p:nvPr/>
          </p:nvSpPr>
          <p:spPr>
            <a:xfrm>
              <a:off x="6556968" y="1766064"/>
              <a:ext cx="269127" cy="1809686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5A5ED024-F92B-DB4B-DCD1-673DF42B29A3}"/>
                    </a:ext>
                  </a:extLst>
                </p:cNvPr>
                <p:cNvSpPr txBox="1"/>
                <p:nvPr/>
              </p:nvSpPr>
              <p:spPr>
                <a:xfrm>
                  <a:off x="6535879" y="1315099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5A5ED024-F92B-DB4B-DCD1-673DF42B29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5879" y="1315099"/>
                  <a:ext cx="311304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77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411024F-9594-A8CD-133B-64BDD8535D67}"/>
              </a:ext>
            </a:extLst>
          </p:cNvPr>
          <p:cNvGrpSpPr/>
          <p:nvPr/>
        </p:nvGrpSpPr>
        <p:grpSpPr>
          <a:xfrm>
            <a:off x="6145536" y="4733114"/>
            <a:ext cx="269127" cy="758590"/>
            <a:chOff x="7854639" y="2048355"/>
            <a:chExt cx="269127" cy="1528812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23CAEB40-F0A9-9A4C-D09A-E8FA2B4E82D7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4B9075BF-5564-569C-E5AE-75F345A497F0}"/>
                    </a:ext>
                  </a:extLst>
                </p:cNvPr>
                <p:cNvSpPr txBox="1"/>
                <p:nvPr/>
              </p:nvSpPr>
              <p:spPr>
                <a:xfrm>
                  <a:off x="7861117" y="2048355"/>
                  <a:ext cx="25616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4B9075BF-5564-569C-E5AE-75F345A497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1117" y="2048355"/>
                  <a:ext cx="256169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739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E32351A-91F8-F9E3-7C00-B347077687F3}"/>
              </a:ext>
            </a:extLst>
          </p:cNvPr>
          <p:cNvGrpSpPr/>
          <p:nvPr/>
        </p:nvGrpSpPr>
        <p:grpSpPr>
          <a:xfrm>
            <a:off x="5822791" y="4899158"/>
            <a:ext cx="311304" cy="593935"/>
            <a:chOff x="7294402" y="2380190"/>
            <a:chExt cx="311304" cy="1196976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BE9E6749-0B28-EFC8-C66B-D2CEAE85B6E7}"/>
                </a:ext>
              </a:extLst>
            </p:cNvPr>
            <p:cNvSpPr/>
            <p:nvPr/>
          </p:nvSpPr>
          <p:spPr>
            <a:xfrm>
              <a:off x="7316385" y="2915505"/>
              <a:ext cx="269127" cy="66166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F31AC52-C119-B195-4A9D-F42321DAC51D}"/>
                    </a:ext>
                  </a:extLst>
                </p:cNvPr>
                <p:cNvSpPr txBox="1"/>
                <p:nvPr/>
              </p:nvSpPr>
              <p:spPr>
                <a:xfrm>
                  <a:off x="7294402" y="2380190"/>
                  <a:ext cx="311304" cy="5582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F31AC52-C119-B195-4A9D-F42321DAC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4402" y="2380190"/>
                  <a:ext cx="311304" cy="55824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3CF50F8F-0F25-F92C-F692-483D1AFDF0E0}"/>
              </a:ext>
            </a:extLst>
          </p:cNvPr>
          <p:cNvGrpSpPr/>
          <p:nvPr/>
        </p:nvGrpSpPr>
        <p:grpSpPr>
          <a:xfrm>
            <a:off x="7687354" y="1401610"/>
            <a:ext cx="1216938" cy="2386565"/>
            <a:chOff x="7546062" y="1403426"/>
            <a:chExt cx="1216938" cy="2386565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22406F9A-FD8B-0A76-33AD-9606C0DD2B83}"/>
                </a:ext>
              </a:extLst>
            </p:cNvPr>
            <p:cNvGrpSpPr/>
            <p:nvPr/>
          </p:nvGrpSpPr>
          <p:grpSpPr>
            <a:xfrm>
              <a:off x="8012271" y="2274910"/>
              <a:ext cx="311304" cy="1307406"/>
              <a:chOff x="7812462" y="2269761"/>
              <a:chExt cx="311304" cy="1307406"/>
            </a:xfrm>
          </p:grpSpPr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DE4B7314-8506-A106-688C-D7A8FCE617A6}"/>
                  </a:ext>
                </a:extLst>
              </p:cNvPr>
              <p:cNvSpPr/>
              <p:nvPr/>
            </p:nvSpPr>
            <p:spPr>
              <a:xfrm>
                <a:off x="7854639" y="2506823"/>
                <a:ext cx="269127" cy="107034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393194A4-36D9-BE5D-7E94-729F97F0412C}"/>
                      </a:ext>
                    </a:extLst>
                  </p:cNvPr>
                  <p:cNvSpPr txBox="1"/>
                  <p:nvPr/>
                </p:nvSpPr>
                <p:spPr>
                  <a:xfrm>
                    <a:off x="7812462" y="2269761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393194A4-36D9-BE5D-7E94-729F97F041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2462" y="2269761"/>
                    <a:ext cx="311304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4E1A5274-CBB1-C083-1A25-9A773C5D8E43}"/>
                </a:ext>
              </a:extLst>
            </p:cNvPr>
            <p:cNvGrpSpPr/>
            <p:nvPr/>
          </p:nvGrpSpPr>
          <p:grpSpPr>
            <a:xfrm>
              <a:off x="8302418" y="2061127"/>
              <a:ext cx="311304" cy="1521189"/>
              <a:chOff x="8081589" y="2055978"/>
              <a:chExt cx="311304" cy="1521189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AAC870CB-E15D-A011-46A4-89BB4A5DC8B1}"/>
                  </a:ext>
                </a:extLst>
              </p:cNvPr>
              <p:cNvSpPr/>
              <p:nvPr/>
            </p:nvSpPr>
            <p:spPr>
              <a:xfrm>
                <a:off x="8123766" y="2315633"/>
                <a:ext cx="269127" cy="126153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EF1E7DB7-C5D5-3860-2173-DFBA84C82B93}"/>
                      </a:ext>
                    </a:extLst>
                  </p:cNvPr>
                  <p:cNvSpPr txBox="1"/>
                  <p:nvPr/>
                </p:nvSpPr>
                <p:spPr>
                  <a:xfrm>
                    <a:off x="8081589" y="2055978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EF1E7DB7-C5D5-3860-2173-DFBA84C82B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81589" y="2055978"/>
                    <a:ext cx="311304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EA4A1300-2448-2E34-52CE-BFEB1CAB8E1B}"/>
                </a:ext>
              </a:extLst>
            </p:cNvPr>
            <p:cNvSpPr/>
            <p:nvPr/>
          </p:nvSpPr>
          <p:spPr>
            <a:xfrm>
              <a:off x="7673752" y="1967081"/>
              <a:ext cx="269127" cy="1608667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0886741-3151-C3F2-706E-84EE7456535A}"/>
                    </a:ext>
                  </a:extLst>
                </p:cNvPr>
                <p:cNvSpPr txBox="1"/>
                <p:nvPr/>
              </p:nvSpPr>
              <p:spPr>
                <a:xfrm>
                  <a:off x="7652663" y="1707017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0886741-3151-C3F2-706E-84EE745653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2663" y="1707017"/>
                  <a:ext cx="311304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03C8FAB2-D6F4-5B2C-1EAB-E6141B199943}"/>
                    </a:ext>
                  </a:extLst>
                </p:cNvPr>
                <p:cNvSpPr txBox="1"/>
                <p:nvPr/>
              </p:nvSpPr>
              <p:spPr>
                <a:xfrm>
                  <a:off x="7638707" y="3574547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[5]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03C8FAB2-D6F4-5B2C-1EAB-E6141B1999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8707" y="3574547"/>
                  <a:ext cx="256169" cy="215444"/>
                </a:xfrm>
                <a:prstGeom prst="rect">
                  <a:avLst/>
                </a:prstGeom>
                <a:blipFill>
                  <a:blip r:embed="rId16"/>
                  <a:stretch>
                    <a:fillRect r="-7143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F110C505-F2B6-2D22-C9C0-2149F98F791C}"/>
                    </a:ext>
                  </a:extLst>
                </p:cNvPr>
                <p:cNvSpPr txBox="1"/>
                <p:nvPr/>
              </p:nvSpPr>
              <p:spPr>
                <a:xfrm>
                  <a:off x="8029436" y="3574547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[6]</m:t>
                        </m:r>
                      </m:oMath>
                    </m:oMathPara>
                  </a14:m>
                  <a:endParaRPr lang="zh-CN" altLang="en-US" sz="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F110C505-F2B6-2D22-C9C0-2149F98F79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9436" y="3574547"/>
                  <a:ext cx="256169" cy="215444"/>
                </a:xfrm>
                <a:prstGeom prst="rect">
                  <a:avLst/>
                </a:prstGeom>
                <a:blipFill>
                  <a:blip r:embed="rId17"/>
                  <a:stretch>
                    <a:fillRect r="-7143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A198EDDF-6561-DE9E-B22B-600A51A35C2D}"/>
                    </a:ext>
                  </a:extLst>
                </p:cNvPr>
                <p:cNvSpPr txBox="1"/>
                <p:nvPr/>
              </p:nvSpPr>
              <p:spPr>
                <a:xfrm>
                  <a:off x="8307059" y="3574547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[7]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A198EDDF-6561-DE9E-B22B-600A51A35C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7059" y="3574547"/>
                  <a:ext cx="256169" cy="215444"/>
                </a:xfrm>
                <a:prstGeom prst="rect">
                  <a:avLst/>
                </a:prstGeom>
                <a:blipFill>
                  <a:blip r:embed="rId18"/>
                  <a:stretch>
                    <a:fillRect r="-4762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E71E312B-06B1-97B8-A1AB-05B3957C6EC1}"/>
                </a:ext>
              </a:extLst>
            </p:cNvPr>
            <p:cNvSpPr/>
            <p:nvPr/>
          </p:nvSpPr>
          <p:spPr>
            <a:xfrm>
              <a:off x="7612148" y="1666886"/>
              <a:ext cx="1150852" cy="212310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7E4AFEDD-A608-B120-3E59-97F145B353A6}"/>
                </a:ext>
              </a:extLst>
            </p:cNvPr>
            <p:cNvSpPr txBox="1"/>
            <p:nvPr/>
          </p:nvSpPr>
          <p:spPr>
            <a:xfrm>
              <a:off x="7546062" y="1403426"/>
              <a:ext cx="6976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/>
                <a:t>未处理部分</a:t>
              </a:r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853F19B4-C18B-0C5D-871B-34D972C2DD09}"/>
              </a:ext>
            </a:extLst>
          </p:cNvPr>
          <p:cNvSpPr txBox="1"/>
          <p:nvPr/>
        </p:nvSpPr>
        <p:spPr>
          <a:xfrm>
            <a:off x="6902317" y="1826913"/>
            <a:ext cx="9028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正在考虑的元素</a:t>
            </a:r>
          </a:p>
        </p:txBody>
      </p:sp>
      <p:cxnSp>
        <p:nvCxnSpPr>
          <p:cNvPr id="54" name="连接符: 曲线 53">
            <a:extLst>
              <a:ext uri="{FF2B5EF4-FFF2-40B4-BE49-F238E27FC236}">
                <a16:creationId xmlns:a16="http://schemas.microsoft.com/office/drawing/2014/main" id="{D68F7F80-5ED2-1674-A7BF-E6297D058018}"/>
              </a:ext>
            </a:extLst>
          </p:cNvPr>
          <p:cNvCxnSpPr>
            <a:stCxn id="52" idx="2"/>
            <a:endCxn id="30" idx="0"/>
          </p:cNvCxnSpPr>
          <p:nvPr/>
        </p:nvCxnSpPr>
        <p:spPr>
          <a:xfrm rot="5400000">
            <a:off x="6966345" y="2069015"/>
            <a:ext cx="414037" cy="360721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B1290C6D-D907-2B6B-BEDE-CB09FE13F50C}"/>
              </a:ext>
            </a:extLst>
          </p:cNvPr>
          <p:cNvGrpSpPr/>
          <p:nvPr/>
        </p:nvGrpSpPr>
        <p:grpSpPr>
          <a:xfrm>
            <a:off x="7412923" y="4669994"/>
            <a:ext cx="311304" cy="819271"/>
            <a:chOff x="7659392" y="4666308"/>
            <a:chExt cx="311304" cy="819271"/>
          </a:xfrm>
        </p:grpSpPr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8BE9B54F-F4D5-9100-0E32-40F8D19D1EED}"/>
                </a:ext>
              </a:extLst>
            </p:cNvPr>
            <p:cNvSpPr/>
            <p:nvPr/>
          </p:nvSpPr>
          <p:spPr>
            <a:xfrm>
              <a:off x="7680481" y="4955355"/>
              <a:ext cx="269127" cy="53022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870425F8-FE8F-7D68-C6F1-0C64DD01DE17}"/>
                    </a:ext>
                  </a:extLst>
                </p:cNvPr>
                <p:cNvSpPr txBox="1"/>
                <p:nvPr/>
              </p:nvSpPr>
              <p:spPr>
                <a:xfrm>
                  <a:off x="7659392" y="4666308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870425F8-FE8F-7D68-C6F1-0C64DD01DE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9392" y="4666308"/>
                  <a:ext cx="311304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58193200-07BA-4F03-1E84-2A3C1940657C}"/>
              </a:ext>
            </a:extLst>
          </p:cNvPr>
          <p:cNvSpPr txBox="1"/>
          <p:nvPr/>
        </p:nvSpPr>
        <p:spPr>
          <a:xfrm>
            <a:off x="5931283" y="5961207"/>
            <a:ext cx="1847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800" b="1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EB1175A9-DC33-EED9-D59F-AC2E17C938C8}"/>
              </a:ext>
            </a:extLst>
          </p:cNvPr>
          <p:cNvSpPr txBox="1"/>
          <p:nvPr/>
        </p:nvSpPr>
        <p:spPr>
          <a:xfrm>
            <a:off x="7834541" y="4493579"/>
            <a:ext cx="20986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*</a:t>
            </a:r>
            <a:r>
              <a:rPr lang="zh-CN" altLang="en-US" sz="800" b="1" dirty="0"/>
              <a:t>只有当栈顶元素</a:t>
            </a:r>
            <a:r>
              <a:rPr lang="zh-CN" altLang="en-US" sz="800" b="1" dirty="0">
                <a:solidFill>
                  <a:srgbClr val="FF0000"/>
                </a:solidFill>
              </a:rPr>
              <a:t>大于</a:t>
            </a:r>
            <a:r>
              <a:rPr lang="en-US" altLang="zh-CN" sz="800" b="1" dirty="0"/>
              <a:t>4</a:t>
            </a:r>
            <a:r>
              <a:rPr lang="zh-CN" altLang="en-US" sz="800" b="1" dirty="0"/>
              <a:t>时，才会被弹出。</a:t>
            </a:r>
            <a:endParaRPr lang="en-US" altLang="zh-CN" sz="800" b="1" dirty="0"/>
          </a:p>
          <a:p>
            <a:r>
              <a:rPr lang="zh-CN" altLang="en-US" sz="800" b="1" dirty="0"/>
              <a:t>  此时它们右侧的限制就是这个</a:t>
            </a:r>
            <a:r>
              <a:rPr lang="en-US" altLang="zh-CN" sz="800" b="1" dirty="0"/>
              <a:t>4</a:t>
            </a:r>
            <a:r>
              <a:rPr lang="zh-CN" altLang="en-US" sz="800" b="1" dirty="0"/>
              <a:t>的下标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AC104443-FD22-509C-0A07-88C2F62A56C9}"/>
              </a:ext>
            </a:extLst>
          </p:cNvPr>
          <p:cNvSpPr txBox="1"/>
          <p:nvPr/>
        </p:nvSpPr>
        <p:spPr>
          <a:xfrm>
            <a:off x="6536235" y="5995470"/>
            <a:ext cx="1107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本轮要被弹出的元素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A6E4FBA6-79FC-E4A1-E669-93C85301B404}"/>
                  </a:ext>
                </a:extLst>
              </p:cNvPr>
              <p:cNvSpPr txBox="1"/>
              <p:nvPr/>
            </p:nvSpPr>
            <p:spPr>
              <a:xfrm>
                <a:off x="5830653" y="5520954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[1]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A6E4FBA6-79FC-E4A1-E669-93C85301B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653" y="5520954"/>
                <a:ext cx="256169" cy="215444"/>
              </a:xfrm>
              <a:prstGeom prst="rect">
                <a:avLst/>
              </a:prstGeom>
              <a:blipFill>
                <a:blip r:embed="rId20"/>
                <a:stretch>
                  <a:fillRect r="-7143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BA803428-FF48-0B71-B56F-1BFE10D8F0C3}"/>
                  </a:ext>
                </a:extLst>
              </p:cNvPr>
              <p:cNvSpPr txBox="1"/>
              <p:nvPr/>
            </p:nvSpPr>
            <p:spPr>
              <a:xfrm>
                <a:off x="6136414" y="5520954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[2]</m:t>
                      </m:r>
                    </m:oMath>
                  </m:oMathPara>
                </a14:m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BA803428-FF48-0B71-B56F-1BFE10D8F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414" y="5520954"/>
                <a:ext cx="256169" cy="215444"/>
              </a:xfrm>
              <a:prstGeom prst="rect">
                <a:avLst/>
              </a:prstGeom>
              <a:blipFill>
                <a:blip r:embed="rId21"/>
                <a:stretch>
                  <a:fillRect r="-4762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ED2A3F9C-4364-6A2A-EC1D-58293C4E2C5D}"/>
                  </a:ext>
                </a:extLst>
              </p:cNvPr>
              <p:cNvSpPr txBox="1"/>
              <p:nvPr/>
            </p:nvSpPr>
            <p:spPr>
              <a:xfrm>
                <a:off x="6461036" y="5520954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[3]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ED2A3F9C-4364-6A2A-EC1D-58293C4E2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036" y="5520954"/>
                <a:ext cx="256169" cy="215444"/>
              </a:xfrm>
              <a:prstGeom prst="rect">
                <a:avLst/>
              </a:prstGeom>
              <a:blipFill>
                <a:blip r:embed="rId22"/>
                <a:stretch>
                  <a:fillRect r="-4762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FCD2C782-73DF-AF21-7D31-AD6BB8E019C5}"/>
                  </a:ext>
                </a:extLst>
              </p:cNvPr>
              <p:cNvSpPr txBox="1"/>
              <p:nvPr/>
            </p:nvSpPr>
            <p:spPr>
              <a:xfrm>
                <a:off x="7412923" y="5528142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FCD2C782-73DF-AF21-7D31-AD6BB8E01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2923" y="5528142"/>
                <a:ext cx="256169" cy="215444"/>
              </a:xfrm>
              <a:prstGeom prst="rect">
                <a:avLst/>
              </a:prstGeom>
              <a:blipFill>
                <a:blip r:embed="rId23"/>
                <a:stretch>
                  <a:fillRect r="-7143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连接符: 曲线 96">
            <a:extLst>
              <a:ext uri="{FF2B5EF4-FFF2-40B4-BE49-F238E27FC236}">
                <a16:creationId xmlns:a16="http://schemas.microsoft.com/office/drawing/2014/main" id="{A2495255-DCEE-2B2D-FE63-F0C1FDEB4332}"/>
              </a:ext>
            </a:extLst>
          </p:cNvPr>
          <p:cNvCxnSpPr>
            <a:cxnSpLocks/>
            <a:stCxn id="36" idx="0"/>
            <a:endCxn id="57" idx="0"/>
          </p:cNvCxnSpPr>
          <p:nvPr/>
        </p:nvCxnSpPr>
        <p:spPr>
          <a:xfrm rot="16200000" flipH="1">
            <a:off x="6718320" y="3819739"/>
            <a:ext cx="1102015" cy="598494"/>
          </a:xfrm>
          <a:prstGeom prst="curvedConnector3">
            <a:avLst>
              <a:gd name="adj1" fmla="val 4177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连接符: 曲线 99">
            <a:extLst>
              <a:ext uri="{FF2B5EF4-FFF2-40B4-BE49-F238E27FC236}">
                <a16:creationId xmlns:a16="http://schemas.microsoft.com/office/drawing/2014/main" id="{2CEF6F97-F97B-D602-CE16-D5E88AD29967}"/>
              </a:ext>
            </a:extLst>
          </p:cNvPr>
          <p:cNvCxnSpPr>
            <a:cxnSpLocks/>
            <a:stCxn id="57" idx="0"/>
          </p:cNvCxnSpPr>
          <p:nvPr/>
        </p:nvCxnSpPr>
        <p:spPr>
          <a:xfrm rot="16200000" flipV="1">
            <a:off x="7173523" y="4274941"/>
            <a:ext cx="96316" cy="693789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622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AB4A8-7E9B-DB23-6855-2AC834E03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3BCEEA0-7DFF-96AE-614E-F043356AC4B7}"/>
              </a:ext>
            </a:extLst>
          </p:cNvPr>
          <p:cNvCxnSpPr>
            <a:cxnSpLocks/>
          </p:cNvCxnSpPr>
          <p:nvPr/>
        </p:nvCxnSpPr>
        <p:spPr>
          <a:xfrm>
            <a:off x="4785783" y="3577167"/>
            <a:ext cx="47371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4AE4830-3AC0-3428-3735-594607D0B1A8}"/>
              </a:ext>
            </a:extLst>
          </p:cNvPr>
          <p:cNvSpPr/>
          <p:nvPr/>
        </p:nvSpPr>
        <p:spPr>
          <a:xfrm>
            <a:off x="6858439" y="2734703"/>
            <a:ext cx="269127" cy="84104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B8AF4DE-B813-0DEF-225D-177448195C80}"/>
                  </a:ext>
                </a:extLst>
              </p:cNvPr>
              <p:cNvSpPr txBox="1"/>
              <p:nvPr/>
            </p:nvSpPr>
            <p:spPr>
              <a:xfrm>
                <a:off x="6837350" y="2456394"/>
                <a:ext cx="3113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B8AF4DE-B813-0DEF-225D-177448195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350" y="2456394"/>
                <a:ext cx="31130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474CED8E-75A8-F536-97A5-13A648C99F14}"/>
              </a:ext>
            </a:extLst>
          </p:cNvPr>
          <p:cNvGrpSpPr/>
          <p:nvPr/>
        </p:nvGrpSpPr>
        <p:grpSpPr>
          <a:xfrm>
            <a:off x="6522306" y="1513964"/>
            <a:ext cx="311304" cy="2061786"/>
            <a:chOff x="6522306" y="1513964"/>
            <a:chExt cx="311304" cy="2061786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3C038CB9-0C4E-8880-4751-88873AF7C77F}"/>
                </a:ext>
              </a:extLst>
            </p:cNvPr>
            <p:cNvSpPr/>
            <p:nvPr/>
          </p:nvSpPr>
          <p:spPr>
            <a:xfrm>
              <a:off x="6556968" y="1766064"/>
              <a:ext cx="269127" cy="1809686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A16B7ACE-F4A0-415C-84D0-B1E903993688}"/>
                    </a:ext>
                  </a:extLst>
                </p:cNvPr>
                <p:cNvSpPr txBox="1"/>
                <p:nvPr/>
              </p:nvSpPr>
              <p:spPr>
                <a:xfrm>
                  <a:off x="6522306" y="151396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A16B7ACE-F4A0-415C-84D0-B1E9039936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2306" y="1513964"/>
                  <a:ext cx="31130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914D424E-A01D-5288-3E66-C261B84C3EAD}"/>
              </a:ext>
            </a:extLst>
          </p:cNvPr>
          <p:cNvGrpSpPr/>
          <p:nvPr/>
        </p:nvGrpSpPr>
        <p:grpSpPr>
          <a:xfrm>
            <a:off x="6182754" y="2268343"/>
            <a:ext cx="311304" cy="1307405"/>
            <a:chOff x="7812462" y="2269762"/>
            <a:chExt cx="311304" cy="1307405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A73000EE-37BF-955D-EACA-0F8805151E01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C3260C5E-0F54-B76E-A429-9BD12A378BE8}"/>
                    </a:ext>
                  </a:extLst>
                </p:cNvPr>
                <p:cNvSpPr txBox="1"/>
                <p:nvPr/>
              </p:nvSpPr>
              <p:spPr>
                <a:xfrm>
                  <a:off x="7812462" y="2269762"/>
                  <a:ext cx="25616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C3260C5E-0F54-B76E-A429-9BD12A378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2"/>
                  <a:ext cx="256169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B5CFB27F-EA1A-D2DE-5FA2-CD31FD14987F}"/>
              </a:ext>
            </a:extLst>
          </p:cNvPr>
          <p:cNvGrpSpPr/>
          <p:nvPr/>
        </p:nvGrpSpPr>
        <p:grpSpPr>
          <a:xfrm>
            <a:off x="5897455" y="2697402"/>
            <a:ext cx="311304" cy="879734"/>
            <a:chOff x="7289671" y="2697432"/>
            <a:chExt cx="311304" cy="879734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F8C1506A-2A95-3C4F-4752-DA82137B6D73}"/>
                </a:ext>
              </a:extLst>
            </p:cNvPr>
            <p:cNvSpPr/>
            <p:nvPr/>
          </p:nvSpPr>
          <p:spPr>
            <a:xfrm>
              <a:off x="7316385" y="2942689"/>
              <a:ext cx="269127" cy="634477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15ED001B-39BC-E404-FFB1-7CB1FBE39A00}"/>
                    </a:ext>
                  </a:extLst>
                </p:cNvPr>
                <p:cNvSpPr txBox="1"/>
                <p:nvPr/>
              </p:nvSpPr>
              <p:spPr>
                <a:xfrm>
                  <a:off x="7289671" y="2697432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15ED001B-39BC-E404-FFB1-7CB1FBE39A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9671" y="2697432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8BA4AFD-119F-C527-F9F5-26FD1A0DD40B}"/>
                  </a:ext>
                </a:extLst>
              </p:cNvPr>
              <p:cNvSpPr txBox="1"/>
              <p:nvPr/>
            </p:nvSpPr>
            <p:spPr>
              <a:xfrm>
                <a:off x="5905852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[1]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8BA4AFD-119F-C527-F9F5-26FD1A0DD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852" y="3567979"/>
                <a:ext cx="256169" cy="215444"/>
              </a:xfrm>
              <a:prstGeom prst="rect">
                <a:avLst/>
              </a:prstGeom>
              <a:blipFill>
                <a:blip r:embed="rId6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068EFBD-F1BC-B41C-4A23-5B59103BA7E1}"/>
                  </a:ext>
                </a:extLst>
              </p:cNvPr>
              <p:cNvSpPr txBox="1"/>
              <p:nvPr/>
            </p:nvSpPr>
            <p:spPr>
              <a:xfrm>
                <a:off x="6211613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[2]</m:t>
                      </m:r>
                    </m:oMath>
                  </m:oMathPara>
                </a14:m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068EFBD-F1BC-B41C-4A23-5B59103BA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613" y="3567979"/>
                <a:ext cx="256169" cy="215444"/>
              </a:xfrm>
              <a:prstGeom prst="rect">
                <a:avLst/>
              </a:prstGeom>
              <a:blipFill>
                <a:blip r:embed="rId7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5E0DC1D-B6BF-82A2-EBD4-F46303EC5E9E}"/>
                  </a:ext>
                </a:extLst>
              </p:cNvPr>
              <p:cNvSpPr txBox="1"/>
              <p:nvPr/>
            </p:nvSpPr>
            <p:spPr>
              <a:xfrm>
                <a:off x="6536235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[3]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5E0DC1D-B6BF-82A2-EBD4-F46303EC5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235" y="3567979"/>
                <a:ext cx="256169" cy="215444"/>
              </a:xfrm>
              <a:prstGeom prst="rect">
                <a:avLst/>
              </a:prstGeom>
              <a:blipFill>
                <a:blip r:embed="rId8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9699C9C-4C8F-408A-498F-0FE5B8286D46}"/>
                  </a:ext>
                </a:extLst>
              </p:cNvPr>
              <p:cNvSpPr txBox="1"/>
              <p:nvPr/>
            </p:nvSpPr>
            <p:spPr>
              <a:xfrm>
                <a:off x="6841996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9699C9C-4C8F-408A-498F-0FE5B8286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996" y="3567979"/>
                <a:ext cx="256169" cy="215444"/>
              </a:xfrm>
              <a:prstGeom prst="rect">
                <a:avLst/>
              </a:prstGeom>
              <a:blipFill>
                <a:blip r:embed="rId9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611B84CB-974B-5D74-0D4D-54008BCA7C07}"/>
              </a:ext>
            </a:extLst>
          </p:cNvPr>
          <p:cNvSpPr/>
          <p:nvPr/>
        </p:nvSpPr>
        <p:spPr>
          <a:xfrm>
            <a:off x="5811350" y="4335284"/>
            <a:ext cx="1090743" cy="145251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右大括号 2">
            <a:extLst>
              <a:ext uri="{FF2B5EF4-FFF2-40B4-BE49-F238E27FC236}">
                <a16:creationId xmlns:a16="http://schemas.microsoft.com/office/drawing/2014/main" id="{A2075AC7-DA31-5018-A1E2-9371BD207677}"/>
              </a:ext>
            </a:extLst>
          </p:cNvPr>
          <p:cNvSpPr/>
          <p:nvPr/>
        </p:nvSpPr>
        <p:spPr>
          <a:xfrm rot="5400000">
            <a:off x="6309740" y="3443075"/>
            <a:ext cx="110067" cy="922643"/>
          </a:xfrm>
          <a:prstGeom prst="rightBrace">
            <a:avLst>
              <a:gd name="adj1" fmla="val 81410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21480DE-AECC-536F-4D15-2F086006C824}"/>
              </a:ext>
            </a:extLst>
          </p:cNvPr>
          <p:cNvCxnSpPr>
            <a:cxnSpLocks/>
            <a:stCxn id="3" idx="1"/>
            <a:endCxn id="2" idx="0"/>
          </p:cNvCxnSpPr>
          <p:nvPr/>
        </p:nvCxnSpPr>
        <p:spPr>
          <a:xfrm flipH="1">
            <a:off x="6356722" y="3959430"/>
            <a:ext cx="8051" cy="3758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1CC14C8-AECE-51F0-0178-D428BE55AA48}"/>
              </a:ext>
            </a:extLst>
          </p:cNvPr>
          <p:cNvSpPr txBox="1"/>
          <p:nvPr/>
        </p:nvSpPr>
        <p:spPr>
          <a:xfrm>
            <a:off x="5655914" y="4068691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当前单调栈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954933D-2928-DD75-5775-86D4CE25230F}"/>
              </a:ext>
            </a:extLst>
          </p:cNvPr>
          <p:cNvGrpSpPr/>
          <p:nvPr/>
        </p:nvGrpSpPr>
        <p:grpSpPr>
          <a:xfrm>
            <a:off x="6456484" y="4369981"/>
            <a:ext cx="311304" cy="1121726"/>
            <a:chOff x="6535879" y="1315099"/>
            <a:chExt cx="311304" cy="2260651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7FA0364C-E60C-F22E-CF3C-C6AC5997F46E}"/>
                </a:ext>
              </a:extLst>
            </p:cNvPr>
            <p:cNvSpPr/>
            <p:nvPr/>
          </p:nvSpPr>
          <p:spPr>
            <a:xfrm>
              <a:off x="6556968" y="1766064"/>
              <a:ext cx="269127" cy="1809686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977F79D8-9681-C76D-E221-CA07C42AECB0}"/>
                    </a:ext>
                  </a:extLst>
                </p:cNvPr>
                <p:cNvSpPr txBox="1"/>
                <p:nvPr/>
              </p:nvSpPr>
              <p:spPr>
                <a:xfrm>
                  <a:off x="6535879" y="1315099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977F79D8-9681-C76D-E221-CA07C42AEC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5879" y="1315099"/>
                  <a:ext cx="311304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77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979BEB5-DBD3-5F5E-756D-D1D77207775C}"/>
              </a:ext>
            </a:extLst>
          </p:cNvPr>
          <p:cNvGrpSpPr/>
          <p:nvPr/>
        </p:nvGrpSpPr>
        <p:grpSpPr>
          <a:xfrm>
            <a:off x="6145536" y="4733114"/>
            <a:ext cx="269127" cy="758590"/>
            <a:chOff x="7854639" y="2048355"/>
            <a:chExt cx="269127" cy="1528812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0C838AE9-3895-9A9B-0F53-62407E43C24D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1D57DB30-26E4-9E81-DFE0-AB8601474553}"/>
                    </a:ext>
                  </a:extLst>
                </p:cNvPr>
                <p:cNvSpPr txBox="1"/>
                <p:nvPr/>
              </p:nvSpPr>
              <p:spPr>
                <a:xfrm>
                  <a:off x="7861117" y="2048355"/>
                  <a:ext cx="25616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1D57DB30-26E4-9E81-DFE0-AB86014745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1117" y="2048355"/>
                  <a:ext cx="256169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739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164CF1C-EB40-E5FA-F820-5AA0533AB066}"/>
              </a:ext>
            </a:extLst>
          </p:cNvPr>
          <p:cNvGrpSpPr/>
          <p:nvPr/>
        </p:nvGrpSpPr>
        <p:grpSpPr>
          <a:xfrm>
            <a:off x="5822791" y="4899158"/>
            <a:ext cx="311304" cy="593935"/>
            <a:chOff x="7294402" y="2380190"/>
            <a:chExt cx="311304" cy="1196976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DE7EA211-AFA5-CA38-3D0D-DF52769B95D5}"/>
                </a:ext>
              </a:extLst>
            </p:cNvPr>
            <p:cNvSpPr/>
            <p:nvPr/>
          </p:nvSpPr>
          <p:spPr>
            <a:xfrm>
              <a:off x="7316385" y="2915505"/>
              <a:ext cx="269127" cy="66166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765F1834-62BD-EA7D-1F08-434B08EA140F}"/>
                    </a:ext>
                  </a:extLst>
                </p:cNvPr>
                <p:cNvSpPr txBox="1"/>
                <p:nvPr/>
              </p:nvSpPr>
              <p:spPr>
                <a:xfrm>
                  <a:off x="7294402" y="2380190"/>
                  <a:ext cx="311304" cy="5582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765F1834-62BD-EA7D-1F08-434B08EA14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4402" y="2380190"/>
                  <a:ext cx="311304" cy="55824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7F5592E2-7CC1-3FA0-8DA0-D9D55BCDCB68}"/>
              </a:ext>
            </a:extLst>
          </p:cNvPr>
          <p:cNvGrpSpPr/>
          <p:nvPr/>
        </p:nvGrpSpPr>
        <p:grpSpPr>
          <a:xfrm>
            <a:off x="7687354" y="1401610"/>
            <a:ext cx="1216938" cy="2386565"/>
            <a:chOff x="7546062" y="1403426"/>
            <a:chExt cx="1216938" cy="2386565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54B80828-393E-0712-8680-F9C25414B1D5}"/>
                </a:ext>
              </a:extLst>
            </p:cNvPr>
            <p:cNvGrpSpPr/>
            <p:nvPr/>
          </p:nvGrpSpPr>
          <p:grpSpPr>
            <a:xfrm>
              <a:off x="8012271" y="2274910"/>
              <a:ext cx="311304" cy="1307406"/>
              <a:chOff x="7812462" y="2269761"/>
              <a:chExt cx="311304" cy="1307406"/>
            </a:xfrm>
          </p:grpSpPr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12FC856E-433F-35F8-1FA6-1DD847A85296}"/>
                  </a:ext>
                </a:extLst>
              </p:cNvPr>
              <p:cNvSpPr/>
              <p:nvPr/>
            </p:nvSpPr>
            <p:spPr>
              <a:xfrm>
                <a:off x="7854639" y="2506823"/>
                <a:ext cx="269127" cy="107034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14E1D39F-432A-9480-6BAA-4F32397CE0E7}"/>
                      </a:ext>
                    </a:extLst>
                  </p:cNvPr>
                  <p:cNvSpPr txBox="1"/>
                  <p:nvPr/>
                </p:nvSpPr>
                <p:spPr>
                  <a:xfrm>
                    <a:off x="7812462" y="2269761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14E1D39F-432A-9480-6BAA-4F32397CE0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2462" y="2269761"/>
                    <a:ext cx="311304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B952EEBB-B618-192F-906B-A0D1665F4FBB}"/>
                </a:ext>
              </a:extLst>
            </p:cNvPr>
            <p:cNvGrpSpPr/>
            <p:nvPr/>
          </p:nvGrpSpPr>
          <p:grpSpPr>
            <a:xfrm>
              <a:off x="8302418" y="2061127"/>
              <a:ext cx="311304" cy="1521189"/>
              <a:chOff x="8081589" y="2055978"/>
              <a:chExt cx="311304" cy="1521189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98C51C6F-522F-C69E-63B7-E242497597CD}"/>
                  </a:ext>
                </a:extLst>
              </p:cNvPr>
              <p:cNvSpPr/>
              <p:nvPr/>
            </p:nvSpPr>
            <p:spPr>
              <a:xfrm>
                <a:off x="8123766" y="2315633"/>
                <a:ext cx="269127" cy="126153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E3CD96D4-394B-AA4C-9DED-52436DD76FEA}"/>
                      </a:ext>
                    </a:extLst>
                  </p:cNvPr>
                  <p:cNvSpPr txBox="1"/>
                  <p:nvPr/>
                </p:nvSpPr>
                <p:spPr>
                  <a:xfrm>
                    <a:off x="8081589" y="2055978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E3CD96D4-394B-AA4C-9DED-52436DD76F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81589" y="2055978"/>
                    <a:ext cx="311304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22C8FF30-C5EB-9DF8-0BDC-00FDA7E7A160}"/>
                </a:ext>
              </a:extLst>
            </p:cNvPr>
            <p:cNvSpPr/>
            <p:nvPr/>
          </p:nvSpPr>
          <p:spPr>
            <a:xfrm>
              <a:off x="7673752" y="1967081"/>
              <a:ext cx="269127" cy="1608667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3FA47DBB-054F-6065-6D81-F3D6501A440C}"/>
                    </a:ext>
                  </a:extLst>
                </p:cNvPr>
                <p:cNvSpPr txBox="1"/>
                <p:nvPr/>
              </p:nvSpPr>
              <p:spPr>
                <a:xfrm>
                  <a:off x="7652663" y="1707017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3FA47DBB-054F-6065-6D81-F3D6501A44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2663" y="1707017"/>
                  <a:ext cx="311304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1E7A164-2760-E07B-E044-8F36CDBB816D}"/>
                    </a:ext>
                  </a:extLst>
                </p:cNvPr>
                <p:cNvSpPr txBox="1"/>
                <p:nvPr/>
              </p:nvSpPr>
              <p:spPr>
                <a:xfrm>
                  <a:off x="7638707" y="3574547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[5]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1E7A164-2760-E07B-E044-8F36CDBB8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8707" y="3574547"/>
                  <a:ext cx="256169" cy="215444"/>
                </a:xfrm>
                <a:prstGeom prst="rect">
                  <a:avLst/>
                </a:prstGeom>
                <a:blipFill>
                  <a:blip r:embed="rId16"/>
                  <a:stretch>
                    <a:fillRect r="-7143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377917FE-2255-4F9B-BD47-10BE6A30B468}"/>
                    </a:ext>
                  </a:extLst>
                </p:cNvPr>
                <p:cNvSpPr txBox="1"/>
                <p:nvPr/>
              </p:nvSpPr>
              <p:spPr>
                <a:xfrm>
                  <a:off x="8029436" y="3574547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[6]</m:t>
                        </m:r>
                      </m:oMath>
                    </m:oMathPara>
                  </a14:m>
                  <a:endParaRPr lang="zh-CN" altLang="en-US" sz="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377917FE-2255-4F9B-BD47-10BE6A30B4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9436" y="3574547"/>
                  <a:ext cx="256169" cy="215444"/>
                </a:xfrm>
                <a:prstGeom prst="rect">
                  <a:avLst/>
                </a:prstGeom>
                <a:blipFill>
                  <a:blip r:embed="rId17"/>
                  <a:stretch>
                    <a:fillRect r="-7143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4326ED15-6BBD-6F54-B0BE-563B9DEBE86B}"/>
                    </a:ext>
                  </a:extLst>
                </p:cNvPr>
                <p:cNvSpPr txBox="1"/>
                <p:nvPr/>
              </p:nvSpPr>
              <p:spPr>
                <a:xfrm>
                  <a:off x="8307059" y="3574547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[7]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4326ED15-6BBD-6F54-B0BE-563B9DEBE8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7059" y="3574547"/>
                  <a:ext cx="256169" cy="215444"/>
                </a:xfrm>
                <a:prstGeom prst="rect">
                  <a:avLst/>
                </a:prstGeom>
                <a:blipFill>
                  <a:blip r:embed="rId18"/>
                  <a:stretch>
                    <a:fillRect r="-4762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371F995E-4B58-D779-56D1-997577980FCD}"/>
                </a:ext>
              </a:extLst>
            </p:cNvPr>
            <p:cNvSpPr/>
            <p:nvPr/>
          </p:nvSpPr>
          <p:spPr>
            <a:xfrm>
              <a:off x="7612148" y="1666886"/>
              <a:ext cx="1150852" cy="212310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585EAC3-C6CA-7C9C-87FC-1B00B47F52B4}"/>
                </a:ext>
              </a:extLst>
            </p:cNvPr>
            <p:cNvSpPr txBox="1"/>
            <p:nvPr/>
          </p:nvSpPr>
          <p:spPr>
            <a:xfrm>
              <a:off x="7546062" y="1403426"/>
              <a:ext cx="6976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/>
                <a:t>未处理部分</a:t>
              </a:r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59804326-5988-8EEE-CB32-8F9DDA9C9207}"/>
              </a:ext>
            </a:extLst>
          </p:cNvPr>
          <p:cNvSpPr txBox="1"/>
          <p:nvPr/>
        </p:nvSpPr>
        <p:spPr>
          <a:xfrm>
            <a:off x="6902317" y="1826913"/>
            <a:ext cx="9028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正在考虑的元素</a:t>
            </a:r>
          </a:p>
        </p:txBody>
      </p:sp>
      <p:cxnSp>
        <p:nvCxnSpPr>
          <p:cNvPr id="54" name="连接符: 曲线 53">
            <a:extLst>
              <a:ext uri="{FF2B5EF4-FFF2-40B4-BE49-F238E27FC236}">
                <a16:creationId xmlns:a16="http://schemas.microsoft.com/office/drawing/2014/main" id="{C0DACF3D-E9F6-D756-CD63-9E1D5FC6025D}"/>
              </a:ext>
            </a:extLst>
          </p:cNvPr>
          <p:cNvCxnSpPr>
            <a:stCxn id="52" idx="2"/>
            <a:endCxn id="30" idx="0"/>
          </p:cNvCxnSpPr>
          <p:nvPr/>
        </p:nvCxnSpPr>
        <p:spPr>
          <a:xfrm rot="5400000">
            <a:off x="6966345" y="2069015"/>
            <a:ext cx="414037" cy="360721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CC40071D-EE8A-0E42-E1C8-002D6F3B5612}"/>
              </a:ext>
            </a:extLst>
          </p:cNvPr>
          <p:cNvGrpSpPr/>
          <p:nvPr/>
        </p:nvGrpSpPr>
        <p:grpSpPr>
          <a:xfrm>
            <a:off x="7412923" y="4669994"/>
            <a:ext cx="311304" cy="819271"/>
            <a:chOff x="7659392" y="4666308"/>
            <a:chExt cx="311304" cy="819271"/>
          </a:xfrm>
        </p:grpSpPr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92855E6A-A457-115A-3D01-9BA04D678C8A}"/>
                </a:ext>
              </a:extLst>
            </p:cNvPr>
            <p:cNvSpPr/>
            <p:nvPr/>
          </p:nvSpPr>
          <p:spPr>
            <a:xfrm>
              <a:off x="7680481" y="4955355"/>
              <a:ext cx="269127" cy="53022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E92E8FDC-3104-3589-211C-22F04152E658}"/>
                    </a:ext>
                  </a:extLst>
                </p:cNvPr>
                <p:cNvSpPr txBox="1"/>
                <p:nvPr/>
              </p:nvSpPr>
              <p:spPr>
                <a:xfrm>
                  <a:off x="7659392" y="4666308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E92E8FDC-3104-3589-211C-22F04152E6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9392" y="4666308"/>
                  <a:ext cx="311304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7C675B17-A715-B2B0-625A-59299258C30B}"/>
              </a:ext>
            </a:extLst>
          </p:cNvPr>
          <p:cNvSpPr txBox="1"/>
          <p:nvPr/>
        </p:nvSpPr>
        <p:spPr>
          <a:xfrm>
            <a:off x="5931283" y="5961207"/>
            <a:ext cx="1847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800" b="1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16CD547B-0DE8-89AB-E78E-8C41CA4B4322}"/>
              </a:ext>
            </a:extLst>
          </p:cNvPr>
          <p:cNvSpPr txBox="1"/>
          <p:nvPr/>
        </p:nvSpPr>
        <p:spPr>
          <a:xfrm>
            <a:off x="7659373" y="4145242"/>
            <a:ext cx="2876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*</a:t>
            </a:r>
            <a:r>
              <a:rPr lang="zh-CN" altLang="en-US" sz="800" b="1" dirty="0"/>
              <a:t>对于</a:t>
            </a:r>
            <a:r>
              <a:rPr lang="en-US" altLang="zh-CN" sz="800" b="1" dirty="0">
                <a:solidFill>
                  <a:srgbClr val="FF0000"/>
                </a:solidFill>
              </a:rPr>
              <a:t>9[3]</a:t>
            </a:r>
            <a:r>
              <a:rPr lang="zh-CN" altLang="en-US" sz="800" b="1" dirty="0"/>
              <a:t>而言，它左侧的限制是它在栈中的上一个位置</a:t>
            </a:r>
            <a:r>
              <a:rPr lang="en-US" altLang="zh-CN" sz="800" b="1" dirty="0">
                <a:solidFill>
                  <a:schemeClr val="accent6"/>
                </a:solidFill>
              </a:rPr>
              <a:t>5[2]</a:t>
            </a:r>
            <a:r>
              <a:rPr lang="en-US" altLang="zh-CN" sz="800" b="1" dirty="0"/>
              <a:t>,</a:t>
            </a:r>
          </a:p>
          <a:p>
            <a:r>
              <a:rPr lang="zh-CN" altLang="en-US" sz="800" b="1" dirty="0"/>
              <a:t>右侧的限制是本轮使它弹出来的位置</a:t>
            </a:r>
            <a:r>
              <a:rPr lang="en-US" altLang="zh-CN" sz="800" b="1" dirty="0">
                <a:solidFill>
                  <a:schemeClr val="accent6"/>
                </a:solidFill>
              </a:rPr>
              <a:t>4[4]</a:t>
            </a:r>
            <a:endParaRPr lang="zh-CN" altLang="en-US" sz="800" b="1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7FABA8AD-99D6-9960-06B9-C81B96522266}"/>
                  </a:ext>
                </a:extLst>
              </p:cNvPr>
              <p:cNvSpPr txBox="1"/>
              <p:nvPr/>
            </p:nvSpPr>
            <p:spPr>
              <a:xfrm>
                <a:off x="5830653" y="5520954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[1]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7FABA8AD-99D6-9960-06B9-C81B96522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653" y="5520954"/>
                <a:ext cx="256169" cy="215444"/>
              </a:xfrm>
              <a:prstGeom prst="rect">
                <a:avLst/>
              </a:prstGeom>
              <a:blipFill>
                <a:blip r:embed="rId20"/>
                <a:stretch>
                  <a:fillRect r="-7143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48177EAD-E901-FE41-A889-B5D8058E9EF7}"/>
                  </a:ext>
                </a:extLst>
              </p:cNvPr>
              <p:cNvSpPr txBox="1"/>
              <p:nvPr/>
            </p:nvSpPr>
            <p:spPr>
              <a:xfrm>
                <a:off x="6136414" y="5520954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[2]</m:t>
                      </m:r>
                    </m:oMath>
                  </m:oMathPara>
                </a14:m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48177EAD-E901-FE41-A889-B5D8058E9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414" y="5520954"/>
                <a:ext cx="256169" cy="215444"/>
              </a:xfrm>
              <a:prstGeom prst="rect">
                <a:avLst/>
              </a:prstGeom>
              <a:blipFill>
                <a:blip r:embed="rId21"/>
                <a:stretch>
                  <a:fillRect r="-4762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5E9C4798-5234-1290-5F3F-A111FDFF5669}"/>
                  </a:ext>
                </a:extLst>
              </p:cNvPr>
              <p:cNvSpPr txBox="1"/>
              <p:nvPr/>
            </p:nvSpPr>
            <p:spPr>
              <a:xfrm>
                <a:off x="6461036" y="5520954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[3]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5E9C4798-5234-1290-5F3F-A111FDFF5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036" y="5520954"/>
                <a:ext cx="256169" cy="215444"/>
              </a:xfrm>
              <a:prstGeom prst="rect">
                <a:avLst/>
              </a:prstGeom>
              <a:blipFill>
                <a:blip r:embed="rId22"/>
                <a:stretch>
                  <a:fillRect r="-4762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01D13424-229B-5799-B10A-BA862DD121B0}"/>
                  </a:ext>
                </a:extLst>
              </p:cNvPr>
              <p:cNvSpPr txBox="1"/>
              <p:nvPr/>
            </p:nvSpPr>
            <p:spPr>
              <a:xfrm>
                <a:off x="7412923" y="5528142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01D13424-229B-5799-B10A-BA862DD12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2923" y="5528142"/>
                <a:ext cx="256169" cy="215444"/>
              </a:xfrm>
              <a:prstGeom prst="rect">
                <a:avLst/>
              </a:prstGeom>
              <a:blipFill>
                <a:blip r:embed="rId23"/>
                <a:stretch>
                  <a:fillRect r="-7143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连接符: 曲线 3">
            <a:extLst>
              <a:ext uri="{FF2B5EF4-FFF2-40B4-BE49-F238E27FC236}">
                <a16:creationId xmlns:a16="http://schemas.microsoft.com/office/drawing/2014/main" id="{128263BE-61DD-0283-00F6-2A261E9ED82E}"/>
              </a:ext>
            </a:extLst>
          </p:cNvPr>
          <p:cNvCxnSpPr>
            <a:cxnSpLocks/>
            <a:stCxn id="84" idx="1"/>
            <a:endCxn id="14" idx="0"/>
          </p:cNvCxnSpPr>
          <p:nvPr/>
        </p:nvCxnSpPr>
        <p:spPr>
          <a:xfrm rot="10800000" flipV="1">
            <a:off x="6612137" y="4314518"/>
            <a:ext cx="1047236" cy="279229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8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E655A-6A22-4FF7-7E21-62DD6C6EC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037B3B6-DF11-41E9-168B-53CB14DFA556}"/>
              </a:ext>
            </a:extLst>
          </p:cNvPr>
          <p:cNvCxnSpPr>
            <a:cxnSpLocks/>
          </p:cNvCxnSpPr>
          <p:nvPr/>
        </p:nvCxnSpPr>
        <p:spPr>
          <a:xfrm>
            <a:off x="4785783" y="3577167"/>
            <a:ext cx="47371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A11723B-722E-EC46-E21F-14015F1882C2}"/>
              </a:ext>
            </a:extLst>
          </p:cNvPr>
          <p:cNvSpPr/>
          <p:nvPr/>
        </p:nvSpPr>
        <p:spPr>
          <a:xfrm>
            <a:off x="6858439" y="2734703"/>
            <a:ext cx="269127" cy="84104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A5C1A1E-C3A7-1E57-FC86-1933BE60A377}"/>
                  </a:ext>
                </a:extLst>
              </p:cNvPr>
              <p:cNvSpPr txBox="1"/>
              <p:nvPr/>
            </p:nvSpPr>
            <p:spPr>
              <a:xfrm>
                <a:off x="6837350" y="2456394"/>
                <a:ext cx="3113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A5C1A1E-C3A7-1E57-FC86-1933BE60A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350" y="2456394"/>
                <a:ext cx="31130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F780F7B9-5033-3634-AB6A-1B41CDFD4C2B}"/>
              </a:ext>
            </a:extLst>
          </p:cNvPr>
          <p:cNvGrpSpPr/>
          <p:nvPr/>
        </p:nvGrpSpPr>
        <p:grpSpPr>
          <a:xfrm>
            <a:off x="6522306" y="1513964"/>
            <a:ext cx="311304" cy="2061786"/>
            <a:chOff x="6522306" y="1513964"/>
            <a:chExt cx="311304" cy="2061786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A06D8ADB-B575-D377-FFAD-A2A4A4CABF14}"/>
                </a:ext>
              </a:extLst>
            </p:cNvPr>
            <p:cNvSpPr/>
            <p:nvPr/>
          </p:nvSpPr>
          <p:spPr>
            <a:xfrm>
              <a:off x="6556968" y="1766064"/>
              <a:ext cx="269127" cy="1809686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B87451D7-669D-7FA1-3E06-B3DDD61FDF00}"/>
                    </a:ext>
                  </a:extLst>
                </p:cNvPr>
                <p:cNvSpPr txBox="1"/>
                <p:nvPr/>
              </p:nvSpPr>
              <p:spPr>
                <a:xfrm>
                  <a:off x="6522306" y="151396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B87451D7-669D-7FA1-3E06-B3DDD61FDF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2306" y="1513964"/>
                  <a:ext cx="31130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CCE03FAE-9181-A539-5A79-29A6B96D3DE7}"/>
              </a:ext>
            </a:extLst>
          </p:cNvPr>
          <p:cNvGrpSpPr/>
          <p:nvPr/>
        </p:nvGrpSpPr>
        <p:grpSpPr>
          <a:xfrm>
            <a:off x="6182754" y="2268343"/>
            <a:ext cx="311304" cy="1307405"/>
            <a:chOff x="7812462" y="2269762"/>
            <a:chExt cx="311304" cy="1307405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C1F98983-7DBA-5D9F-C7CE-3B83B03AB5BE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3F57315D-0B73-1F0B-7C04-DA8BEA4BA3EC}"/>
                    </a:ext>
                  </a:extLst>
                </p:cNvPr>
                <p:cNvSpPr txBox="1"/>
                <p:nvPr/>
              </p:nvSpPr>
              <p:spPr>
                <a:xfrm>
                  <a:off x="7812462" y="2269762"/>
                  <a:ext cx="25616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3F57315D-0B73-1F0B-7C04-DA8BEA4BA3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2"/>
                  <a:ext cx="256169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F2B51CBF-2AC2-252F-A05D-D89BA9389665}"/>
              </a:ext>
            </a:extLst>
          </p:cNvPr>
          <p:cNvGrpSpPr/>
          <p:nvPr/>
        </p:nvGrpSpPr>
        <p:grpSpPr>
          <a:xfrm>
            <a:off x="5897455" y="2697402"/>
            <a:ext cx="311304" cy="879734"/>
            <a:chOff x="7289671" y="2697432"/>
            <a:chExt cx="311304" cy="879734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53A8FFEC-6166-2A12-CE2A-6BA9066B8707}"/>
                </a:ext>
              </a:extLst>
            </p:cNvPr>
            <p:cNvSpPr/>
            <p:nvPr/>
          </p:nvSpPr>
          <p:spPr>
            <a:xfrm>
              <a:off x="7316385" y="2942689"/>
              <a:ext cx="269127" cy="634477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1B523B00-9765-6D34-F513-6CDBD0811C4B}"/>
                    </a:ext>
                  </a:extLst>
                </p:cNvPr>
                <p:cNvSpPr txBox="1"/>
                <p:nvPr/>
              </p:nvSpPr>
              <p:spPr>
                <a:xfrm>
                  <a:off x="7289671" y="2697432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1B523B00-9765-6D34-F513-6CDBD0811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9671" y="2697432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9B6033D-3FF0-AEEF-C4DA-90F69336E685}"/>
                  </a:ext>
                </a:extLst>
              </p:cNvPr>
              <p:cNvSpPr txBox="1"/>
              <p:nvPr/>
            </p:nvSpPr>
            <p:spPr>
              <a:xfrm>
                <a:off x="5905852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[1]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9B6033D-3FF0-AEEF-C4DA-90F69336E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852" y="3567979"/>
                <a:ext cx="256169" cy="215444"/>
              </a:xfrm>
              <a:prstGeom prst="rect">
                <a:avLst/>
              </a:prstGeom>
              <a:blipFill>
                <a:blip r:embed="rId6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032DE31-D2A2-1684-3A22-332260CB1DFE}"/>
                  </a:ext>
                </a:extLst>
              </p:cNvPr>
              <p:cNvSpPr txBox="1"/>
              <p:nvPr/>
            </p:nvSpPr>
            <p:spPr>
              <a:xfrm>
                <a:off x="6211613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[2]</m:t>
                      </m:r>
                    </m:oMath>
                  </m:oMathPara>
                </a14:m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032DE31-D2A2-1684-3A22-332260CB1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613" y="3567979"/>
                <a:ext cx="256169" cy="215444"/>
              </a:xfrm>
              <a:prstGeom prst="rect">
                <a:avLst/>
              </a:prstGeom>
              <a:blipFill>
                <a:blip r:embed="rId7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8FA0ED7-AE6A-A5A3-3C22-7E301BF70B2B}"/>
                  </a:ext>
                </a:extLst>
              </p:cNvPr>
              <p:cNvSpPr txBox="1"/>
              <p:nvPr/>
            </p:nvSpPr>
            <p:spPr>
              <a:xfrm>
                <a:off x="6536235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[3]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8FA0ED7-AE6A-A5A3-3C22-7E301BF70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235" y="3567979"/>
                <a:ext cx="256169" cy="215444"/>
              </a:xfrm>
              <a:prstGeom prst="rect">
                <a:avLst/>
              </a:prstGeom>
              <a:blipFill>
                <a:blip r:embed="rId8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EF4B95A-052A-0EA1-AFC9-4D791063C90C}"/>
                  </a:ext>
                </a:extLst>
              </p:cNvPr>
              <p:cNvSpPr txBox="1"/>
              <p:nvPr/>
            </p:nvSpPr>
            <p:spPr>
              <a:xfrm>
                <a:off x="6841996" y="3567979"/>
                <a:ext cx="256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EF4B95A-052A-0EA1-AFC9-4D791063C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996" y="3567979"/>
                <a:ext cx="256169" cy="215444"/>
              </a:xfrm>
              <a:prstGeom prst="rect">
                <a:avLst/>
              </a:prstGeom>
              <a:blipFill>
                <a:blip r:embed="rId9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右大括号 2">
            <a:extLst>
              <a:ext uri="{FF2B5EF4-FFF2-40B4-BE49-F238E27FC236}">
                <a16:creationId xmlns:a16="http://schemas.microsoft.com/office/drawing/2014/main" id="{F0A4F6C0-66FC-60F3-BD33-F59462989D45}"/>
              </a:ext>
            </a:extLst>
          </p:cNvPr>
          <p:cNvSpPr/>
          <p:nvPr/>
        </p:nvSpPr>
        <p:spPr>
          <a:xfrm rot="5400000">
            <a:off x="6982349" y="2770464"/>
            <a:ext cx="69699" cy="2227497"/>
          </a:xfrm>
          <a:prstGeom prst="rightBrace">
            <a:avLst>
              <a:gd name="adj1" fmla="val 81410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E6502C1A-40AA-A60D-FD8D-290E38B2A621}"/>
              </a:ext>
            </a:extLst>
          </p:cNvPr>
          <p:cNvGrpSpPr/>
          <p:nvPr/>
        </p:nvGrpSpPr>
        <p:grpSpPr>
          <a:xfrm>
            <a:off x="7187592" y="1710306"/>
            <a:ext cx="975015" cy="2082974"/>
            <a:chOff x="7779999" y="1705201"/>
            <a:chExt cx="975015" cy="2082974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0A83D19F-2C42-A148-59CA-0A84299BFC18}"/>
                </a:ext>
              </a:extLst>
            </p:cNvPr>
            <p:cNvGrpSpPr/>
            <p:nvPr/>
          </p:nvGrpSpPr>
          <p:grpSpPr>
            <a:xfrm>
              <a:off x="8153563" y="2273094"/>
              <a:ext cx="311304" cy="1307406"/>
              <a:chOff x="7812462" y="2269761"/>
              <a:chExt cx="311304" cy="1307406"/>
            </a:xfrm>
          </p:grpSpPr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89718702-85F4-A436-E056-EA939C8A5651}"/>
                  </a:ext>
                </a:extLst>
              </p:cNvPr>
              <p:cNvSpPr/>
              <p:nvPr/>
            </p:nvSpPr>
            <p:spPr>
              <a:xfrm>
                <a:off x="7854639" y="2506823"/>
                <a:ext cx="269127" cy="1070344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D82809CC-BB42-D23C-05CD-360BDBEB4E5C}"/>
                      </a:ext>
                    </a:extLst>
                  </p:cNvPr>
                  <p:cNvSpPr txBox="1"/>
                  <p:nvPr/>
                </p:nvSpPr>
                <p:spPr>
                  <a:xfrm>
                    <a:off x="7812462" y="2269761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D82809CC-BB42-D23C-05CD-360BDBEB4E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2462" y="2269761"/>
                    <a:ext cx="311304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10F6928E-945E-0B15-A4A5-FD31D776C42F}"/>
                </a:ext>
              </a:extLst>
            </p:cNvPr>
            <p:cNvGrpSpPr/>
            <p:nvPr/>
          </p:nvGrpSpPr>
          <p:grpSpPr>
            <a:xfrm>
              <a:off x="8443710" y="2059311"/>
              <a:ext cx="311304" cy="1521189"/>
              <a:chOff x="8081589" y="2055978"/>
              <a:chExt cx="311304" cy="1521189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28F9043F-43AB-059D-ED59-EEC70D684957}"/>
                  </a:ext>
                </a:extLst>
              </p:cNvPr>
              <p:cNvSpPr/>
              <p:nvPr/>
            </p:nvSpPr>
            <p:spPr>
              <a:xfrm>
                <a:off x="8123766" y="2315633"/>
                <a:ext cx="269127" cy="1261534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C788AA48-0378-442F-C701-D27B0FC214C8}"/>
                      </a:ext>
                    </a:extLst>
                  </p:cNvPr>
                  <p:cNvSpPr txBox="1"/>
                  <p:nvPr/>
                </p:nvSpPr>
                <p:spPr>
                  <a:xfrm>
                    <a:off x="8081589" y="2055978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C788AA48-0378-442F-C701-D27B0FC214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81589" y="2055978"/>
                    <a:ext cx="311304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77F6BF75-A915-8C33-F530-1C462647CFCF}"/>
                </a:ext>
              </a:extLst>
            </p:cNvPr>
            <p:cNvSpPr/>
            <p:nvPr/>
          </p:nvSpPr>
          <p:spPr>
            <a:xfrm>
              <a:off x="7815044" y="1965265"/>
              <a:ext cx="269127" cy="1608667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333C554-0EA1-8E44-6946-C8311E2635F2}"/>
                    </a:ext>
                  </a:extLst>
                </p:cNvPr>
                <p:cNvSpPr txBox="1"/>
                <p:nvPr/>
              </p:nvSpPr>
              <p:spPr>
                <a:xfrm>
                  <a:off x="7793955" y="170520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333C554-0EA1-8E44-6946-C8311E2635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3955" y="1705201"/>
                  <a:ext cx="311304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DE40780-6AA8-7C2C-5890-C3BEC0F772DD}"/>
                    </a:ext>
                  </a:extLst>
                </p:cNvPr>
                <p:cNvSpPr txBox="1"/>
                <p:nvPr/>
              </p:nvSpPr>
              <p:spPr>
                <a:xfrm>
                  <a:off x="7779999" y="3572731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[5]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DE40780-6AA8-7C2C-5890-C3BEC0F772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9999" y="3572731"/>
                  <a:ext cx="256169" cy="215444"/>
                </a:xfrm>
                <a:prstGeom prst="rect">
                  <a:avLst/>
                </a:prstGeom>
                <a:blipFill>
                  <a:blip r:embed="rId13"/>
                  <a:stretch>
                    <a:fillRect r="-7143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287907C8-9220-3776-3900-A14E133A6D4B}"/>
                    </a:ext>
                  </a:extLst>
                </p:cNvPr>
                <p:cNvSpPr txBox="1"/>
                <p:nvPr/>
              </p:nvSpPr>
              <p:spPr>
                <a:xfrm>
                  <a:off x="8170728" y="3572731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[6]</m:t>
                        </m:r>
                      </m:oMath>
                    </m:oMathPara>
                  </a14:m>
                  <a:endParaRPr lang="zh-CN" altLang="en-US" sz="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287907C8-9220-3776-3900-A14E133A6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0728" y="3572731"/>
                  <a:ext cx="256169" cy="215444"/>
                </a:xfrm>
                <a:prstGeom prst="rect">
                  <a:avLst/>
                </a:prstGeom>
                <a:blipFill>
                  <a:blip r:embed="rId14"/>
                  <a:stretch>
                    <a:fillRect r="-7143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A71228A4-5632-6B26-E854-6FB0166A568C}"/>
                    </a:ext>
                  </a:extLst>
                </p:cNvPr>
                <p:cNvSpPr txBox="1"/>
                <p:nvPr/>
              </p:nvSpPr>
              <p:spPr>
                <a:xfrm>
                  <a:off x="8448351" y="3572731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[7]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A71228A4-5632-6B26-E854-6FB0166A56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8351" y="3572731"/>
                  <a:ext cx="256169" cy="215444"/>
                </a:xfrm>
                <a:prstGeom prst="rect">
                  <a:avLst/>
                </a:prstGeom>
                <a:blipFill>
                  <a:blip r:embed="rId15"/>
                  <a:stretch>
                    <a:fillRect r="-4762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9331916-51D9-1126-17F2-B48773C3D051}"/>
              </a:ext>
            </a:extLst>
          </p:cNvPr>
          <p:cNvCxnSpPr>
            <a:cxnSpLocks/>
            <a:stCxn id="3" idx="1"/>
            <a:endCxn id="2" idx="0"/>
          </p:cNvCxnSpPr>
          <p:nvPr/>
        </p:nvCxnSpPr>
        <p:spPr>
          <a:xfrm>
            <a:off x="7017198" y="3919062"/>
            <a:ext cx="123901" cy="5168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822C804-FDC2-F6EB-1345-866E93F2507A}"/>
              </a:ext>
            </a:extLst>
          </p:cNvPr>
          <p:cNvGrpSpPr/>
          <p:nvPr/>
        </p:nvGrpSpPr>
        <p:grpSpPr>
          <a:xfrm>
            <a:off x="5991356" y="4135971"/>
            <a:ext cx="1695114" cy="2093663"/>
            <a:chOff x="5574713" y="4082988"/>
            <a:chExt cx="1695114" cy="2093663"/>
          </a:xfrm>
        </p:grpSpPr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E6810F99-485D-EA95-9428-8B1D74228431}"/>
                </a:ext>
              </a:extLst>
            </p:cNvPr>
            <p:cNvSpPr txBox="1"/>
            <p:nvPr/>
          </p:nvSpPr>
          <p:spPr>
            <a:xfrm>
              <a:off x="5931283" y="5961207"/>
              <a:ext cx="18473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800" b="1" dirty="0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5BD44D7-382B-D633-B5E4-0E8BC3AF2081}"/>
                </a:ext>
              </a:extLst>
            </p:cNvPr>
            <p:cNvSpPr/>
            <p:nvPr/>
          </p:nvSpPr>
          <p:spPr>
            <a:xfrm>
              <a:off x="6179084" y="4382936"/>
              <a:ext cx="1090743" cy="145251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97A6E3F-5A9B-115F-1C9B-E6EF8DCA85A1}"/>
                </a:ext>
              </a:extLst>
            </p:cNvPr>
            <p:cNvSpPr txBox="1"/>
            <p:nvPr/>
          </p:nvSpPr>
          <p:spPr>
            <a:xfrm>
              <a:off x="5574713" y="4082988"/>
              <a:ext cx="10054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/>
                <a:t>最后单调栈的状态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5D171AD1-650D-DE11-844A-9F30B95A8BF9}"/>
                </a:ext>
              </a:extLst>
            </p:cNvPr>
            <p:cNvSpPr/>
            <p:nvPr/>
          </p:nvSpPr>
          <p:spPr>
            <a:xfrm>
              <a:off x="6845307" y="4641400"/>
              <a:ext cx="269127" cy="897959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B63B85CA-7430-B06D-919E-F66738AD34CA}"/>
                </a:ext>
              </a:extLst>
            </p:cNvPr>
            <p:cNvSpPr/>
            <p:nvPr/>
          </p:nvSpPr>
          <p:spPr>
            <a:xfrm>
              <a:off x="6513270" y="5008256"/>
              <a:ext cx="269127" cy="531100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98CC358D-0D7E-7FFB-9047-7EC78E98DE0C}"/>
                    </a:ext>
                  </a:extLst>
                </p:cNvPr>
                <p:cNvSpPr txBox="1"/>
                <p:nvPr/>
              </p:nvSpPr>
              <p:spPr>
                <a:xfrm>
                  <a:off x="6519748" y="4780766"/>
                  <a:ext cx="256169" cy="1374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98CC358D-0D7E-7FFB-9047-7EC78E98DE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9748" y="4780766"/>
                  <a:ext cx="256169" cy="137446"/>
                </a:xfrm>
                <a:prstGeom prst="rect">
                  <a:avLst/>
                </a:prstGeom>
                <a:blipFill>
                  <a:blip r:embed="rId16"/>
                  <a:stretch>
                    <a:fillRect b="-8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C08668E4-8BCC-0CDE-82D7-700D3A99BE2E}"/>
                </a:ext>
              </a:extLst>
            </p:cNvPr>
            <p:cNvSpPr/>
            <p:nvPr/>
          </p:nvSpPr>
          <p:spPr>
            <a:xfrm>
              <a:off x="6212508" y="5212431"/>
              <a:ext cx="269127" cy="328314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29A00543-5B00-9BAD-5C4E-9259866BAE25}"/>
                    </a:ext>
                  </a:extLst>
                </p:cNvPr>
                <p:cNvSpPr txBox="1"/>
                <p:nvPr/>
              </p:nvSpPr>
              <p:spPr>
                <a:xfrm>
                  <a:off x="6190525" y="4946810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29A00543-5B00-9BAD-5C4E-9259866BAE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0525" y="4946810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CE07EB2D-A699-ED46-F5CB-CD522ACAEA6B}"/>
                    </a:ext>
                  </a:extLst>
                </p:cNvPr>
                <p:cNvSpPr txBox="1"/>
                <p:nvPr/>
              </p:nvSpPr>
              <p:spPr>
                <a:xfrm>
                  <a:off x="6198387" y="5568606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[1]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CE07EB2D-A699-ED46-F5CB-CD522ACAE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8387" y="5568606"/>
                  <a:ext cx="256169" cy="215444"/>
                </a:xfrm>
                <a:prstGeom prst="rect">
                  <a:avLst/>
                </a:prstGeom>
                <a:blipFill>
                  <a:blip r:embed="rId17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08F94115-07CF-3597-8760-D86865572B80}"/>
                    </a:ext>
                  </a:extLst>
                </p:cNvPr>
                <p:cNvSpPr txBox="1"/>
                <p:nvPr/>
              </p:nvSpPr>
              <p:spPr>
                <a:xfrm>
                  <a:off x="6504148" y="5568606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[6]</m:t>
                        </m:r>
                      </m:oMath>
                    </m:oMathPara>
                  </a14:m>
                  <a:endParaRPr lang="zh-CN" altLang="en-US" sz="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08F94115-07CF-3597-8760-D86865572B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4148" y="5568606"/>
                  <a:ext cx="256169" cy="215444"/>
                </a:xfrm>
                <a:prstGeom prst="rect">
                  <a:avLst/>
                </a:prstGeom>
                <a:blipFill>
                  <a:blip r:embed="rId18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8A63FFF4-4907-71AF-D7BA-AA500A5B16F3}"/>
                    </a:ext>
                  </a:extLst>
                </p:cNvPr>
                <p:cNvSpPr txBox="1"/>
                <p:nvPr/>
              </p:nvSpPr>
              <p:spPr>
                <a:xfrm>
                  <a:off x="6828770" y="5568606"/>
                  <a:ext cx="256169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[7]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8A63FFF4-4907-71AF-D7BA-AA500A5B16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8770" y="5568606"/>
                  <a:ext cx="256169" cy="215444"/>
                </a:xfrm>
                <a:prstGeom prst="rect">
                  <a:avLst/>
                </a:prstGeom>
                <a:blipFill>
                  <a:blip r:embed="rId1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110D1F34-CC49-AF74-EB60-F578D8C56ABB}"/>
                  </a:ext>
                </a:extLst>
              </p:cNvPr>
              <p:cNvSpPr txBox="1"/>
              <p:nvPr/>
            </p:nvSpPr>
            <p:spPr>
              <a:xfrm>
                <a:off x="7259250" y="4467209"/>
                <a:ext cx="2561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110D1F34-CC49-AF74-EB60-F578D8C56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250" y="4467209"/>
                <a:ext cx="256169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05B2A60-530E-D9B1-3F3F-8B2B8BC590F8}"/>
              </a:ext>
            </a:extLst>
          </p:cNvPr>
          <p:cNvCxnSpPr/>
          <p:nvPr/>
        </p:nvCxnSpPr>
        <p:spPr>
          <a:xfrm>
            <a:off x="5932215" y="2934193"/>
            <a:ext cx="2533650" cy="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9AF99B6-5B2D-2D5E-8448-8DCEFC4EA9A6}"/>
              </a:ext>
            </a:extLst>
          </p:cNvPr>
          <p:cNvCxnSpPr>
            <a:cxnSpLocks/>
          </p:cNvCxnSpPr>
          <p:nvPr/>
        </p:nvCxnSpPr>
        <p:spPr>
          <a:xfrm>
            <a:off x="7630840" y="2502722"/>
            <a:ext cx="835025" cy="0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A214C0-4E33-D183-C472-7DB058706F3F}"/>
              </a:ext>
            </a:extLst>
          </p:cNvPr>
          <p:cNvCxnSpPr>
            <a:cxnSpLocks/>
          </p:cNvCxnSpPr>
          <p:nvPr/>
        </p:nvCxnSpPr>
        <p:spPr>
          <a:xfrm>
            <a:off x="7938815" y="2301817"/>
            <a:ext cx="527050" cy="0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A825043-1513-E68F-303E-239F126BF1A1}"/>
              </a:ext>
            </a:extLst>
          </p:cNvPr>
          <p:cNvSpPr txBox="1"/>
          <p:nvPr/>
        </p:nvSpPr>
        <p:spPr>
          <a:xfrm>
            <a:off x="7784173" y="4135971"/>
            <a:ext cx="13580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b="1" dirty="0">
                <a:solidFill>
                  <a:srgbClr val="FF0000"/>
                </a:solidFill>
              </a:rPr>
              <a:t>*</a:t>
            </a:r>
            <a:r>
              <a:rPr lang="zh-CN" altLang="en-US" sz="800" b="1" dirty="0">
                <a:solidFill>
                  <a:srgbClr val="FF0000"/>
                </a:solidFill>
              </a:rPr>
              <a:t>它们的右边界都没有限制</a:t>
            </a:r>
          </a:p>
        </p:txBody>
      </p:sp>
    </p:spTree>
    <p:extLst>
      <p:ext uri="{BB962C8B-B14F-4D97-AF65-F5344CB8AC3E}">
        <p14:creationId xmlns:p14="http://schemas.microsoft.com/office/powerpoint/2010/main" val="2366172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E6D48-496A-34DD-C589-7C0AB2DE5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101E946-AB96-0F9D-D527-C2EBA1A5BD6B}"/>
              </a:ext>
            </a:extLst>
          </p:cNvPr>
          <p:cNvCxnSpPr>
            <a:cxnSpLocks/>
          </p:cNvCxnSpPr>
          <p:nvPr/>
        </p:nvCxnSpPr>
        <p:spPr>
          <a:xfrm>
            <a:off x="4785783" y="3577167"/>
            <a:ext cx="47371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76A9F8DC-0855-02DF-F3F8-A403378BECA3}"/>
              </a:ext>
            </a:extLst>
          </p:cNvPr>
          <p:cNvGrpSpPr/>
          <p:nvPr/>
        </p:nvGrpSpPr>
        <p:grpSpPr>
          <a:xfrm>
            <a:off x="8006970" y="2269760"/>
            <a:ext cx="311304" cy="1307406"/>
            <a:chOff x="7812462" y="2269761"/>
            <a:chExt cx="311304" cy="1307406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FDBE397-87FC-92F7-F8FE-F81678023843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128D3C6-4AED-EA7D-B482-C73A42D195F0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128D3C6-4AED-EA7D-B482-C73A42D195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1DE47995-C850-F2FB-ACF0-F2C2BFF86ACC}"/>
              </a:ext>
            </a:extLst>
          </p:cNvPr>
          <p:cNvGrpSpPr/>
          <p:nvPr/>
        </p:nvGrpSpPr>
        <p:grpSpPr>
          <a:xfrm>
            <a:off x="8297117" y="2055977"/>
            <a:ext cx="311304" cy="1521189"/>
            <a:chOff x="8081589" y="2055978"/>
            <a:chExt cx="311304" cy="1521189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2BAF8995-A8FE-AF6D-2B92-05D5E0BC1429}"/>
                </a:ext>
              </a:extLst>
            </p:cNvPr>
            <p:cNvSpPr/>
            <p:nvPr/>
          </p:nvSpPr>
          <p:spPr>
            <a:xfrm>
              <a:off x="8123766" y="2315633"/>
              <a:ext cx="269127" cy="1261534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05EE344-1485-053C-D8AB-596EBD491C2A}"/>
                    </a:ext>
                  </a:extLst>
                </p:cNvPr>
                <p:cNvSpPr txBox="1"/>
                <p:nvPr/>
              </p:nvSpPr>
              <p:spPr>
                <a:xfrm>
                  <a:off x="8081589" y="2055978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05EE344-1485-053C-D8AB-596EBD491C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1589" y="2055978"/>
                  <a:ext cx="31130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E9A17931-C2F1-C0A4-AB32-4AA3154EF3A6}"/>
              </a:ext>
            </a:extLst>
          </p:cNvPr>
          <p:cNvGrpSpPr/>
          <p:nvPr/>
        </p:nvGrpSpPr>
        <p:grpSpPr>
          <a:xfrm>
            <a:off x="6805128" y="2684384"/>
            <a:ext cx="311304" cy="891365"/>
            <a:chOff x="7008887" y="2685801"/>
            <a:chExt cx="311304" cy="891365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0C3B51DB-FA4C-D358-1F4D-08AB61640A01}"/>
                </a:ext>
              </a:extLst>
            </p:cNvPr>
            <p:cNvSpPr/>
            <p:nvPr/>
          </p:nvSpPr>
          <p:spPr>
            <a:xfrm>
              <a:off x="7047258" y="2943584"/>
              <a:ext cx="269127" cy="633582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9B9EBE71-014B-9990-B307-08434879A0C7}"/>
                    </a:ext>
                  </a:extLst>
                </p:cNvPr>
                <p:cNvSpPr txBox="1"/>
                <p:nvPr/>
              </p:nvSpPr>
              <p:spPr>
                <a:xfrm>
                  <a:off x="7008887" y="268580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9B9EBE71-014B-9990-B307-08434879A0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8887" y="2685801"/>
                  <a:ext cx="311304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1731CE05-0410-2B31-88E3-701259310028}"/>
              </a:ext>
            </a:extLst>
          </p:cNvPr>
          <p:cNvGrpSpPr/>
          <p:nvPr/>
        </p:nvGrpSpPr>
        <p:grpSpPr>
          <a:xfrm>
            <a:off x="6514791" y="2268343"/>
            <a:ext cx="311304" cy="1307406"/>
            <a:chOff x="7812462" y="2269761"/>
            <a:chExt cx="311304" cy="1307406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0D202303-99D3-B380-6DEF-D0BCA4264DF6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52373918-659E-3FDD-8FBF-1B8D4829CF5B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52373918-659E-3FDD-8FBF-1B8D4829CF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D15BD2E9-6CEA-43A1-D357-CD0E50263B0B}"/>
              </a:ext>
            </a:extLst>
          </p:cNvPr>
          <p:cNvGrpSpPr/>
          <p:nvPr/>
        </p:nvGrpSpPr>
        <p:grpSpPr>
          <a:xfrm>
            <a:off x="6235154" y="2268343"/>
            <a:ext cx="311304" cy="1307406"/>
            <a:chOff x="7812462" y="2269761"/>
            <a:chExt cx="311304" cy="1307406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216B75BB-B38B-55EE-47F2-29D59839F8CB}"/>
                </a:ext>
              </a:extLst>
            </p:cNvPr>
            <p:cNvSpPr/>
            <p:nvPr/>
          </p:nvSpPr>
          <p:spPr>
            <a:xfrm>
              <a:off x="7854639" y="2506823"/>
              <a:ext cx="269127" cy="107034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3A899C08-EBFB-0336-44B6-C075AF601726}"/>
                    </a:ext>
                  </a:extLst>
                </p:cNvPr>
                <p:cNvSpPr txBox="1"/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3A899C08-EBFB-0336-44B6-C075AF601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462" y="2269761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4BEB9A1A-37F3-83ED-5A16-E55A792887AA}"/>
              </a:ext>
            </a:extLst>
          </p:cNvPr>
          <p:cNvGrpSpPr/>
          <p:nvPr/>
        </p:nvGrpSpPr>
        <p:grpSpPr>
          <a:xfrm>
            <a:off x="5983906" y="2504694"/>
            <a:ext cx="311304" cy="1071765"/>
            <a:chOff x="7295296" y="2505401"/>
            <a:chExt cx="311304" cy="1071765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7CAC3CE8-14DD-DE9D-A86A-9FA0F0E4A551}"/>
                </a:ext>
              </a:extLst>
            </p:cNvPr>
            <p:cNvSpPr/>
            <p:nvPr/>
          </p:nvSpPr>
          <p:spPr>
            <a:xfrm>
              <a:off x="7316385" y="2734733"/>
              <a:ext cx="269127" cy="842433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FF88688C-9996-1EEE-3A2A-0CCD637FCE79}"/>
                    </a:ext>
                  </a:extLst>
                </p:cNvPr>
                <p:cNvSpPr txBox="1"/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FF88688C-9996-1EEE-3A2A-0CCD637FCE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296" y="2505401"/>
                  <a:ext cx="311304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FD307FAB-08A2-66CC-7AD3-B72E521A7D67}"/>
                  </a:ext>
                </a:extLst>
              </p:cNvPr>
              <p:cNvSpPr txBox="1"/>
              <p:nvPr/>
            </p:nvSpPr>
            <p:spPr>
              <a:xfrm>
                <a:off x="5359996" y="3664745"/>
                <a:ext cx="64755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𝑎𝑛𝑠𝑤𝑒𝑟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FD307FAB-08A2-66CC-7AD3-B72E521A7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96" y="3664745"/>
                <a:ext cx="647550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组合 79">
            <a:extLst>
              <a:ext uri="{FF2B5EF4-FFF2-40B4-BE49-F238E27FC236}">
                <a16:creationId xmlns:a16="http://schemas.microsoft.com/office/drawing/2014/main" id="{B61DB168-CFE9-AF7A-5562-B8E53D71160D}"/>
              </a:ext>
            </a:extLst>
          </p:cNvPr>
          <p:cNvGrpSpPr/>
          <p:nvPr/>
        </p:nvGrpSpPr>
        <p:grpSpPr>
          <a:xfrm>
            <a:off x="8402812" y="3664746"/>
            <a:ext cx="184424" cy="246221"/>
            <a:chOff x="8235676" y="3664746"/>
            <a:chExt cx="184424" cy="246221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3D30E3D6-BE76-30FA-A975-2911C1A1AD46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900F9BAB-5C9E-0D25-D0D7-0D2E4FCCF1DC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900F9BAB-5C9E-0D25-D0D7-0D2E4FCCF1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8"/>
                  <a:stretch>
                    <a:fillRect r="-5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D83309AF-A8EB-C09D-CCDC-26E7523B4902}"/>
              </a:ext>
            </a:extLst>
          </p:cNvPr>
          <p:cNvGrpSpPr/>
          <p:nvPr/>
        </p:nvGrpSpPr>
        <p:grpSpPr>
          <a:xfrm>
            <a:off x="8091498" y="3664746"/>
            <a:ext cx="184424" cy="246221"/>
            <a:chOff x="8235676" y="3664746"/>
            <a:chExt cx="184424" cy="246221"/>
          </a:xfrm>
        </p:grpSpPr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38614203-7E30-D914-2A8E-520F111A0F4B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F994DC04-9B74-491A-C3C4-14FA100D822E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F994DC04-9B74-491A-C3C4-14FA100D82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9"/>
                  <a:stretch>
                    <a:fillRect r="-5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D5B3544-9950-5A58-51D5-BBBB436C5330}"/>
              </a:ext>
            </a:extLst>
          </p:cNvPr>
          <p:cNvGrpSpPr/>
          <p:nvPr/>
        </p:nvGrpSpPr>
        <p:grpSpPr>
          <a:xfrm>
            <a:off x="7693286" y="1701866"/>
            <a:ext cx="311304" cy="2202530"/>
            <a:chOff x="7570774" y="1708436"/>
            <a:chExt cx="311304" cy="2202530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D9718139-B0E6-44CB-AEA8-E75BDB8C3D53}"/>
                </a:ext>
              </a:extLst>
            </p:cNvPr>
            <p:cNvGrpSpPr/>
            <p:nvPr/>
          </p:nvGrpSpPr>
          <p:grpSpPr>
            <a:xfrm>
              <a:off x="7570774" y="1708436"/>
              <a:ext cx="311304" cy="1868731"/>
              <a:chOff x="7564423" y="1708436"/>
              <a:chExt cx="311304" cy="1868731"/>
            </a:xfrm>
          </p:grpSpPr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C7995ED8-DA8E-CA0F-CF7B-9C5F27D19D6D}"/>
                  </a:ext>
                </a:extLst>
              </p:cNvPr>
              <p:cNvSpPr/>
              <p:nvPr/>
            </p:nvSpPr>
            <p:spPr>
              <a:xfrm>
                <a:off x="7585512" y="1968500"/>
                <a:ext cx="269127" cy="1608667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accent6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4A1C961C-8BA4-39FE-CC58-C11BE3621808}"/>
                      </a:ext>
                    </a:extLst>
                  </p:cNvPr>
                  <p:cNvSpPr txBox="1"/>
                  <p:nvPr/>
                </p:nvSpPr>
                <p:spPr>
                  <a:xfrm>
                    <a:off x="7564423" y="1708436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4A1C961C-8BA4-39FE-CC58-C11BE36218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64423" y="1708436"/>
                    <a:ext cx="311304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D7A4AFFD-C8DB-0D4D-BB48-86F68035729C}"/>
                </a:ext>
              </a:extLst>
            </p:cNvPr>
            <p:cNvGrpSpPr/>
            <p:nvPr/>
          </p:nvGrpSpPr>
          <p:grpSpPr>
            <a:xfrm>
              <a:off x="7640562" y="3664745"/>
              <a:ext cx="184424" cy="246221"/>
              <a:chOff x="8235676" y="3664746"/>
              <a:chExt cx="184424" cy="246221"/>
            </a:xfrm>
          </p:grpSpPr>
          <p:sp>
            <p:nvSpPr>
              <p:cNvPr id="86" name="矩形: 圆角 85">
                <a:extLst>
                  <a:ext uri="{FF2B5EF4-FFF2-40B4-BE49-F238E27FC236}">
                    <a16:creationId xmlns:a16="http://schemas.microsoft.com/office/drawing/2014/main" id="{CC4D4173-69A0-B752-78E6-E589EECBD909}"/>
                  </a:ext>
                </a:extLst>
              </p:cNvPr>
              <p:cNvSpPr/>
              <p:nvPr/>
            </p:nvSpPr>
            <p:spPr>
              <a:xfrm>
                <a:off x="8235676" y="3688050"/>
                <a:ext cx="184424" cy="199614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6D05F671-0D60-D902-9F3B-C23FC29145D6}"/>
                  </a:ext>
                </a:extLst>
              </p:cNvPr>
              <p:cNvSpPr txBox="1"/>
              <p:nvPr/>
            </p:nvSpPr>
            <p:spPr>
              <a:xfrm>
                <a:off x="8235676" y="3664746"/>
                <a:ext cx="11256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/>
                  <a:t>0</a:t>
                </a:r>
                <a:endParaRPr lang="zh-CN" altLang="en-US" sz="10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BDEBEE6-48CB-9FA3-FF6D-FBC0A92CC532}"/>
              </a:ext>
            </a:extLst>
          </p:cNvPr>
          <p:cNvGrpSpPr/>
          <p:nvPr/>
        </p:nvGrpSpPr>
        <p:grpSpPr>
          <a:xfrm>
            <a:off x="7263676" y="2504694"/>
            <a:ext cx="311304" cy="1398996"/>
            <a:chOff x="7165445" y="2505401"/>
            <a:chExt cx="311304" cy="1398996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16A1E612-54A5-FE4D-1B3E-8C5167C2601D}"/>
                </a:ext>
              </a:extLst>
            </p:cNvPr>
            <p:cNvGrpSpPr/>
            <p:nvPr/>
          </p:nvGrpSpPr>
          <p:grpSpPr>
            <a:xfrm>
              <a:off x="7165445" y="2505401"/>
              <a:ext cx="311304" cy="1071765"/>
              <a:chOff x="7295296" y="2505401"/>
              <a:chExt cx="311304" cy="1071765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017A09E2-AE78-A88C-9297-A64DAD73D466}"/>
                  </a:ext>
                </a:extLst>
              </p:cNvPr>
              <p:cNvSpPr/>
              <p:nvPr/>
            </p:nvSpPr>
            <p:spPr>
              <a:xfrm>
                <a:off x="7316385" y="2734733"/>
                <a:ext cx="269127" cy="842433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69F80F6F-362A-83DA-32D4-51BAE1028B07}"/>
                      </a:ext>
                    </a:extLst>
                  </p:cNvPr>
                  <p:cNvSpPr txBox="1"/>
                  <p:nvPr/>
                </p:nvSpPr>
                <p:spPr>
                  <a:xfrm>
                    <a:off x="7295296" y="2505401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69F80F6F-362A-83DA-32D4-51BAE1028B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95296" y="2505401"/>
                    <a:ext cx="311304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8E479320-BE16-43D0-021D-31DC8C0F6E96}"/>
                </a:ext>
              </a:extLst>
            </p:cNvPr>
            <p:cNvGrpSpPr/>
            <p:nvPr/>
          </p:nvGrpSpPr>
          <p:grpSpPr>
            <a:xfrm>
              <a:off x="7227345" y="3658176"/>
              <a:ext cx="184424" cy="246221"/>
              <a:chOff x="8214985" y="3664746"/>
              <a:chExt cx="184424" cy="246221"/>
            </a:xfrm>
          </p:grpSpPr>
          <p:sp>
            <p:nvSpPr>
              <p:cNvPr id="92" name="矩形: 圆角 91">
                <a:extLst>
                  <a:ext uri="{FF2B5EF4-FFF2-40B4-BE49-F238E27FC236}">
                    <a16:creationId xmlns:a16="http://schemas.microsoft.com/office/drawing/2014/main" id="{E9717257-8FBC-E595-894C-3D5E071D27F4}"/>
                  </a:ext>
                </a:extLst>
              </p:cNvPr>
              <p:cNvSpPr/>
              <p:nvPr/>
            </p:nvSpPr>
            <p:spPr>
              <a:xfrm>
                <a:off x="8214985" y="3688050"/>
                <a:ext cx="184424" cy="199614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7B05052A-E8B0-D964-27F0-8286939138EF}"/>
                  </a:ext>
                </a:extLst>
              </p:cNvPr>
              <p:cNvSpPr txBox="1"/>
              <p:nvPr/>
            </p:nvSpPr>
            <p:spPr>
              <a:xfrm>
                <a:off x="8220833" y="3664746"/>
                <a:ext cx="11256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/>
                  <a:t>6</a:t>
                </a:r>
                <a:endParaRPr lang="zh-CN" altLang="en-US" sz="1000" dirty="0"/>
              </a:p>
            </p:txBody>
          </p:sp>
        </p:grp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526C7E07-2754-4D45-6B01-91FDAFE7C1DB}"/>
              </a:ext>
            </a:extLst>
          </p:cNvPr>
          <p:cNvGrpSpPr/>
          <p:nvPr/>
        </p:nvGrpSpPr>
        <p:grpSpPr>
          <a:xfrm>
            <a:off x="6936722" y="3658176"/>
            <a:ext cx="184424" cy="246221"/>
            <a:chOff x="8235676" y="3664746"/>
            <a:chExt cx="184424" cy="246221"/>
          </a:xfrm>
        </p:grpSpPr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F8F4D81C-7622-7E5E-E8FC-B6B0B6ADC5AF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986D14C3-3974-107B-A4F1-E0148317D51E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986D14C3-3974-107B-A4F1-E0148317D5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1"/>
                  <a:stretch>
                    <a:fillRect r="-4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53833E09-E515-D713-C813-2BA3966F4FF2}"/>
              </a:ext>
            </a:extLst>
          </p:cNvPr>
          <p:cNvGrpSpPr/>
          <p:nvPr/>
        </p:nvGrpSpPr>
        <p:grpSpPr>
          <a:xfrm>
            <a:off x="6652922" y="3658175"/>
            <a:ext cx="184424" cy="246221"/>
            <a:chOff x="8235676" y="3664746"/>
            <a:chExt cx="184424" cy="246221"/>
          </a:xfrm>
        </p:grpSpPr>
        <p:sp>
          <p:nvSpPr>
            <p:cNvPr id="126" name="矩形: 圆角 125">
              <a:extLst>
                <a:ext uri="{FF2B5EF4-FFF2-40B4-BE49-F238E27FC236}">
                  <a16:creationId xmlns:a16="http://schemas.microsoft.com/office/drawing/2014/main" id="{04914F6A-B580-42F5-8A56-BA690021272E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52C8B03F-4116-CC18-0F60-530947CB716F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52C8B03F-4116-CC18-0F60-530947CB71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2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D0AAE375-250E-FFE5-CD5F-FAB734B2727C}"/>
              </a:ext>
            </a:extLst>
          </p:cNvPr>
          <p:cNvGrpSpPr/>
          <p:nvPr/>
        </p:nvGrpSpPr>
        <p:grpSpPr>
          <a:xfrm>
            <a:off x="6396635" y="3658175"/>
            <a:ext cx="184424" cy="246221"/>
            <a:chOff x="8235676" y="3664746"/>
            <a:chExt cx="184424" cy="246221"/>
          </a:xfrm>
        </p:grpSpPr>
        <p:sp>
          <p:nvSpPr>
            <p:cNvPr id="131" name="矩形: 圆角 130">
              <a:extLst>
                <a:ext uri="{FF2B5EF4-FFF2-40B4-BE49-F238E27FC236}">
                  <a16:creationId xmlns:a16="http://schemas.microsoft.com/office/drawing/2014/main" id="{357F9176-318B-195F-EA9B-BC992924B3C6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A5E408FA-04C2-8C6F-6634-21011B6FA232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A5E408FA-04C2-8C6F-6634-21011B6FA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2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5CBD599D-2A4B-91CE-A2E5-C07703D3953D}"/>
              </a:ext>
            </a:extLst>
          </p:cNvPr>
          <p:cNvGrpSpPr/>
          <p:nvPr/>
        </p:nvGrpSpPr>
        <p:grpSpPr>
          <a:xfrm>
            <a:off x="6085321" y="3658175"/>
            <a:ext cx="184424" cy="246221"/>
            <a:chOff x="8235676" y="3664746"/>
            <a:chExt cx="184424" cy="246221"/>
          </a:xfrm>
        </p:grpSpPr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9CC713B1-D2CC-2AC9-3AD4-6C59435742A3}"/>
                </a:ext>
              </a:extLst>
            </p:cNvPr>
            <p:cNvSpPr/>
            <p:nvPr/>
          </p:nvSpPr>
          <p:spPr>
            <a:xfrm>
              <a:off x="8235676" y="3688050"/>
              <a:ext cx="184424" cy="199614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5B02D08D-9D45-62A1-5FC6-C9CD2C2E695B}"/>
                    </a:ext>
                  </a:extLst>
                </p:cNvPr>
                <p:cNvSpPr txBox="1"/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5B02D08D-9D45-62A1-5FC6-C9CD2C2E69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676" y="3664746"/>
                  <a:ext cx="112561" cy="246221"/>
                </a:xfrm>
                <a:prstGeom prst="rect">
                  <a:avLst/>
                </a:prstGeom>
                <a:blipFill>
                  <a:blip r:embed="rId12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7" name="矩形 146">
            <a:extLst>
              <a:ext uri="{FF2B5EF4-FFF2-40B4-BE49-F238E27FC236}">
                <a16:creationId xmlns:a16="http://schemas.microsoft.com/office/drawing/2014/main" id="{8AABA5C7-0958-AC12-87FE-04E7A0F03220}"/>
              </a:ext>
            </a:extLst>
          </p:cNvPr>
          <p:cNvSpPr/>
          <p:nvPr/>
        </p:nvSpPr>
        <p:spPr>
          <a:xfrm>
            <a:off x="5929970" y="1970950"/>
            <a:ext cx="1242370" cy="1980867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0F896F9C-87BE-0966-A15D-37B26A606832}"/>
              </a:ext>
            </a:extLst>
          </p:cNvPr>
          <p:cNvSpPr txBox="1"/>
          <p:nvPr/>
        </p:nvSpPr>
        <p:spPr>
          <a:xfrm>
            <a:off x="5828719" y="1739213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未处理部分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BCA85F97-0C7B-B9AE-5160-64FC41F40D57}"/>
              </a:ext>
            </a:extLst>
          </p:cNvPr>
          <p:cNvSpPr/>
          <p:nvPr/>
        </p:nvSpPr>
        <p:spPr>
          <a:xfrm>
            <a:off x="7670533" y="1708436"/>
            <a:ext cx="1071300" cy="224338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04F28885-7AEE-7E99-423D-DB5D8A5A34BE}"/>
              </a:ext>
            </a:extLst>
          </p:cNvPr>
          <p:cNvSpPr txBox="1"/>
          <p:nvPr/>
        </p:nvSpPr>
        <p:spPr>
          <a:xfrm>
            <a:off x="7464995" y="1452142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已处理部分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7FCA1A9-06B7-712A-D40C-262CB38C3324}"/>
              </a:ext>
            </a:extLst>
          </p:cNvPr>
          <p:cNvCxnSpPr/>
          <p:nvPr/>
        </p:nvCxnSpPr>
        <p:spPr>
          <a:xfrm>
            <a:off x="8099849" y="2315632"/>
            <a:ext cx="162983" cy="2019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92DC6B9-AECF-8FF4-47A8-0B3D40A8D0AD}"/>
              </a:ext>
            </a:extLst>
          </p:cNvPr>
          <p:cNvCxnSpPr/>
          <p:nvPr/>
        </p:nvCxnSpPr>
        <p:spPr>
          <a:xfrm>
            <a:off x="8371277" y="2102080"/>
            <a:ext cx="162983" cy="2019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097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C17C7-3BFE-87A7-3D03-C89D368B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1CA595B-38D5-D9A6-A3E6-4D493DA57DDC}"/>
              </a:ext>
            </a:extLst>
          </p:cNvPr>
          <p:cNvGrpSpPr/>
          <p:nvPr/>
        </p:nvGrpSpPr>
        <p:grpSpPr>
          <a:xfrm>
            <a:off x="4029823" y="2046496"/>
            <a:ext cx="3173350" cy="317131"/>
            <a:chOff x="2968850" y="3499219"/>
            <a:chExt cx="329975" cy="31713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08391215-CC03-E67E-99AB-FAACB18505F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6CFFF89-ADA9-27BF-53CC-C6D1724CFB5D}"/>
                    </a:ext>
                  </a:extLst>
                </p:cNvPr>
                <p:cNvSpPr txBox="1"/>
                <p:nvPr/>
              </p:nvSpPr>
              <p:spPr>
                <a:xfrm>
                  <a:off x="3115875" y="3519284"/>
                  <a:ext cx="422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BBC024B-A6FF-8905-60D7-C279AE9BC7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5875" y="3519284"/>
                  <a:ext cx="42257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CDB262F-E2A8-761B-52EB-9ED58382D645}"/>
              </a:ext>
            </a:extLst>
          </p:cNvPr>
          <p:cNvGrpSpPr/>
          <p:nvPr/>
        </p:nvGrpSpPr>
        <p:grpSpPr>
          <a:xfrm>
            <a:off x="4041285" y="2643396"/>
            <a:ext cx="994265" cy="317131"/>
            <a:chOff x="2968850" y="3499219"/>
            <a:chExt cx="329975" cy="317131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1AE838F8-9A04-F7B0-9988-AA933F45357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9AEA196-ABAD-3A80-900C-7D9DB5026D61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F5020B4-05A4-0712-3EEA-7A38EA57A5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420FB29-CA06-E724-86BB-035EAA301BF2}"/>
              </a:ext>
            </a:extLst>
          </p:cNvPr>
          <p:cNvGrpSpPr/>
          <p:nvPr/>
        </p:nvGrpSpPr>
        <p:grpSpPr>
          <a:xfrm>
            <a:off x="5103490" y="2643390"/>
            <a:ext cx="992510" cy="317131"/>
            <a:chOff x="2968850" y="3499219"/>
            <a:chExt cx="329975" cy="317131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02FEB80-F97E-9B77-3940-DD05CAB0108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96A086C7-CBCA-8C09-1D1C-08C4F661A2F8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9DD5041-1091-7E13-454D-BCE65D3D33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5A54204-B7AC-3A75-1F63-C61B333F5F5E}"/>
              </a:ext>
            </a:extLst>
          </p:cNvPr>
          <p:cNvGrpSpPr/>
          <p:nvPr/>
        </p:nvGrpSpPr>
        <p:grpSpPr>
          <a:xfrm>
            <a:off x="6165695" y="2635655"/>
            <a:ext cx="982987" cy="317131"/>
            <a:chOff x="2968850" y="3499219"/>
            <a:chExt cx="329975" cy="317131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44AB64C6-26FD-0F50-EADA-72486030A00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0502906F-B44E-117A-7E90-F03EFC75F703}"/>
                    </a:ext>
                  </a:extLst>
                </p:cNvPr>
                <p:cNvSpPr txBox="1"/>
                <p:nvPr/>
              </p:nvSpPr>
              <p:spPr>
                <a:xfrm>
                  <a:off x="3073058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452BD1F1-BC6D-F35E-3A5F-0B62373AAF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3058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AB396C5-988F-F9BC-8932-C24FAD62B137}"/>
              </a:ext>
            </a:extLst>
          </p:cNvPr>
          <p:cNvCxnSpPr>
            <a:cxnSpLocks/>
          </p:cNvCxnSpPr>
          <p:nvPr/>
        </p:nvCxnSpPr>
        <p:spPr>
          <a:xfrm>
            <a:off x="5066385" y="2498725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C74C5A3-209F-3794-DF37-9D5A5E92552D}"/>
              </a:ext>
            </a:extLst>
          </p:cNvPr>
          <p:cNvCxnSpPr>
            <a:cxnSpLocks/>
          </p:cNvCxnSpPr>
          <p:nvPr/>
        </p:nvCxnSpPr>
        <p:spPr>
          <a:xfrm>
            <a:off x="6126835" y="2498724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FC7BCAE-6E88-EB6C-9669-281CCBC521E1}"/>
              </a:ext>
            </a:extLst>
          </p:cNvPr>
          <p:cNvGrpSpPr/>
          <p:nvPr/>
        </p:nvGrpSpPr>
        <p:grpSpPr>
          <a:xfrm>
            <a:off x="4041285" y="3429000"/>
            <a:ext cx="994265" cy="317131"/>
            <a:chOff x="2968850" y="3499219"/>
            <a:chExt cx="329975" cy="317131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3136AC9F-9455-B58F-1BCD-C4A8F79ACD6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8348BB4-6D5A-07B6-B566-02F929993EB5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86C1941C-FD33-EDC6-C804-0C14A2AAE8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229E625-6447-699A-F1E7-AC6851881093}"/>
              </a:ext>
            </a:extLst>
          </p:cNvPr>
          <p:cNvGrpSpPr/>
          <p:nvPr/>
        </p:nvGrpSpPr>
        <p:grpSpPr>
          <a:xfrm>
            <a:off x="5103490" y="3428994"/>
            <a:ext cx="992510" cy="317131"/>
            <a:chOff x="2968850" y="3499219"/>
            <a:chExt cx="329975" cy="317131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3955FC79-8BDD-B039-5A5E-D142D95E049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FAEF306E-DD2D-322E-DD32-79C80B57659E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7AD1DE76-4DEE-B546-F6D3-3D680D80BC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7513F605-C100-13DB-E11E-8A0F63CA3BD2}"/>
              </a:ext>
            </a:extLst>
          </p:cNvPr>
          <p:cNvCxnSpPr>
            <a:cxnSpLocks/>
          </p:cNvCxnSpPr>
          <p:nvPr/>
        </p:nvCxnSpPr>
        <p:spPr>
          <a:xfrm>
            <a:off x="5066385" y="3284329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81E50980-85F1-DFE0-8463-20F4B77EA351}"/>
              </a:ext>
            </a:extLst>
          </p:cNvPr>
          <p:cNvGrpSpPr/>
          <p:nvPr/>
        </p:nvGrpSpPr>
        <p:grpSpPr>
          <a:xfrm>
            <a:off x="6126838" y="3284328"/>
            <a:ext cx="218300" cy="684109"/>
            <a:chOff x="6126835" y="3284328"/>
            <a:chExt cx="292515" cy="684109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8AB9BF1D-1F1C-8F9D-4904-CB2C6CC0B309}"/>
                </a:ext>
              </a:extLst>
            </p:cNvPr>
            <p:cNvGrpSpPr/>
            <p:nvPr/>
          </p:nvGrpSpPr>
          <p:grpSpPr>
            <a:xfrm>
              <a:off x="6132635" y="3421259"/>
              <a:ext cx="286715" cy="317131"/>
              <a:chOff x="2925847" y="3499219"/>
              <a:chExt cx="372978" cy="317131"/>
            </a:xfrm>
          </p:grpSpPr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6CECB732-6F5D-9D9A-C188-CA217366D1B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3ACB2C08-7338-417D-B0DE-DCF9BCBE7FDC}"/>
                      </a:ext>
                    </a:extLst>
                  </p:cNvPr>
                  <p:cNvSpPr txBox="1"/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B896B15D-0A8A-1EB3-2C88-D03E9798E4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79DA7AAB-E8D1-D625-FA33-10A243955667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861B6172-CF19-3C22-C6E1-6DECFAC6E2CF}"/>
              </a:ext>
            </a:extLst>
          </p:cNvPr>
          <p:cNvGrpSpPr/>
          <p:nvPr/>
        </p:nvGrpSpPr>
        <p:grpSpPr>
          <a:xfrm>
            <a:off x="6365330" y="3284327"/>
            <a:ext cx="231277" cy="684109"/>
            <a:chOff x="6109445" y="3284328"/>
            <a:chExt cx="309904" cy="684109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110FB5ED-C34F-DB95-DE13-DE362AA47A41}"/>
                </a:ext>
              </a:extLst>
            </p:cNvPr>
            <p:cNvGrpSpPr/>
            <p:nvPr/>
          </p:nvGrpSpPr>
          <p:grpSpPr>
            <a:xfrm>
              <a:off x="6109445" y="3421259"/>
              <a:ext cx="309904" cy="317131"/>
              <a:chOff x="2895681" y="3499219"/>
              <a:chExt cx="403144" cy="317131"/>
            </a:xfrm>
          </p:grpSpPr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47E43EB5-C445-2846-1123-8C63DDC4B3A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A7C487C7-78FB-87CD-2C56-4EA62F813392}"/>
                      </a:ext>
                    </a:extLst>
                  </p:cNvPr>
                  <p:cNvSpPr txBox="1"/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BCBDDA31-7C8E-BB85-DF2C-F75DDE9CED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D264AD5-3123-EAA1-C0CD-EF0B89DE7ABB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4E430944-1BB4-BF5D-0DD4-98E20872A87D}"/>
              </a:ext>
            </a:extLst>
          </p:cNvPr>
          <p:cNvGrpSpPr/>
          <p:nvPr/>
        </p:nvGrpSpPr>
        <p:grpSpPr>
          <a:xfrm>
            <a:off x="6693384" y="3284326"/>
            <a:ext cx="228324" cy="684109"/>
            <a:chOff x="6113399" y="3284328"/>
            <a:chExt cx="305947" cy="684109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69E982E6-A545-1FA1-F826-BA5DA0D4BB54}"/>
                </a:ext>
              </a:extLst>
            </p:cNvPr>
            <p:cNvGrpSpPr/>
            <p:nvPr/>
          </p:nvGrpSpPr>
          <p:grpSpPr>
            <a:xfrm>
              <a:off x="6113399" y="3421259"/>
              <a:ext cx="305947" cy="317131"/>
              <a:chOff x="2900828" y="3499219"/>
              <a:chExt cx="397997" cy="317131"/>
            </a:xfrm>
          </p:grpSpPr>
          <p:sp>
            <p:nvSpPr>
              <p:cNvPr id="58" name="矩形: 圆角 57">
                <a:extLst>
                  <a:ext uri="{FF2B5EF4-FFF2-40B4-BE49-F238E27FC236}">
                    <a16:creationId xmlns:a16="http://schemas.microsoft.com/office/drawing/2014/main" id="{4E0D6D40-9F52-A5F3-7B86-FDCB9F86965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DC81B960-0BBB-60EB-06CE-986D590066AA}"/>
                      </a:ext>
                    </a:extLst>
                  </p:cNvPr>
                  <p:cNvSpPr txBox="1"/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2DD4FC53-62D0-0C47-F24D-95569C79D4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940675C5-8908-601E-4111-717E5F1C6478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DBE6FCFC-C642-671B-49DA-58E2FB73AD89}"/>
              </a:ext>
            </a:extLst>
          </p:cNvPr>
          <p:cNvGrpSpPr/>
          <p:nvPr/>
        </p:nvGrpSpPr>
        <p:grpSpPr>
          <a:xfrm>
            <a:off x="6963684" y="3284326"/>
            <a:ext cx="218297" cy="684109"/>
            <a:chOff x="6126835" y="3284328"/>
            <a:chExt cx="292511" cy="684109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83315596-BE4A-EF88-4227-3A4AC42B8E36}"/>
                </a:ext>
              </a:extLst>
            </p:cNvPr>
            <p:cNvGrpSpPr/>
            <p:nvPr/>
          </p:nvGrpSpPr>
          <p:grpSpPr>
            <a:xfrm>
              <a:off x="6133441" y="3421259"/>
              <a:ext cx="285905" cy="317131"/>
              <a:chOff x="2926900" y="3499219"/>
              <a:chExt cx="371925" cy="317131"/>
            </a:xfrm>
          </p:grpSpPr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20D2FAF1-139D-7A72-2F52-76A1A5298CA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8111EF7D-04DC-95E7-F9E0-CEE1E80D0D8A}"/>
                      </a:ext>
                    </a:extLst>
                  </p:cNvPr>
                  <p:cNvSpPr txBox="1"/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36D86E04-BB86-AEE6-39B0-C3F088EEB7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E37075D7-CF09-1B4F-CD48-2791AD370F58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7277802-AA04-818A-C85D-4844BA02FDD3}"/>
                  </a:ext>
                </a:extLst>
              </p:cNvPr>
              <p:cNvSpPr txBox="1"/>
              <p:nvPr/>
            </p:nvSpPr>
            <p:spPr>
              <a:xfrm>
                <a:off x="5439732" y="4749689"/>
                <a:ext cx="3946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7277802-AA04-818A-C85D-4844BA02F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732" y="4749689"/>
                <a:ext cx="39466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矩形 65">
            <a:extLst>
              <a:ext uri="{FF2B5EF4-FFF2-40B4-BE49-F238E27FC236}">
                <a16:creationId xmlns:a16="http://schemas.microsoft.com/office/drawing/2014/main" id="{13620A73-CBFD-27DE-D22F-DC27D176F318}"/>
              </a:ext>
            </a:extLst>
          </p:cNvPr>
          <p:cNvSpPr/>
          <p:nvPr/>
        </p:nvSpPr>
        <p:spPr>
          <a:xfrm>
            <a:off x="3924300" y="2443246"/>
            <a:ext cx="3409950" cy="763427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6567AEF-332B-3760-82B3-2E03023D0540}"/>
              </a:ext>
            </a:extLst>
          </p:cNvPr>
          <p:cNvSpPr txBox="1"/>
          <p:nvPr/>
        </p:nvSpPr>
        <p:spPr>
          <a:xfrm>
            <a:off x="3188177" y="2669417"/>
            <a:ext cx="7986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最优解👉</a:t>
            </a: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47D17E23-5481-EC6F-E294-E968C43C8516}"/>
              </a:ext>
            </a:extLst>
          </p:cNvPr>
          <p:cNvGrpSpPr/>
          <p:nvPr/>
        </p:nvGrpSpPr>
        <p:grpSpPr>
          <a:xfrm>
            <a:off x="4041285" y="4220109"/>
            <a:ext cx="994265" cy="317131"/>
            <a:chOff x="2968850" y="3499219"/>
            <a:chExt cx="329975" cy="317131"/>
          </a:xfrm>
        </p:grpSpPr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3081C918-6EE7-BEEB-9486-04BB6CC4B19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88F47EC4-6CFE-6975-93E1-A4A7F351E42D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0C74FCAA-1384-DC06-F8B1-67530E98B8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401FBAA4-2D23-8924-B649-5F4586B61AE1}"/>
              </a:ext>
            </a:extLst>
          </p:cNvPr>
          <p:cNvGrpSpPr/>
          <p:nvPr/>
        </p:nvGrpSpPr>
        <p:grpSpPr>
          <a:xfrm>
            <a:off x="6211750" y="4200042"/>
            <a:ext cx="992510" cy="317131"/>
            <a:chOff x="2968850" y="3499219"/>
            <a:chExt cx="329975" cy="317131"/>
          </a:xfrm>
        </p:grpSpPr>
        <p:sp>
          <p:nvSpPr>
            <p:cNvPr id="102" name="矩形: 圆角 101">
              <a:extLst>
                <a:ext uri="{FF2B5EF4-FFF2-40B4-BE49-F238E27FC236}">
                  <a16:creationId xmlns:a16="http://schemas.microsoft.com/office/drawing/2014/main" id="{76C014AB-F419-85EE-6658-81E4C0FDB52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46780FDA-B6B6-EFF6-DDFB-E8038FF69858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0F1B5299-EA35-3C84-2499-8CA038CE51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03AE0EE8-D7C7-AB4C-2A7A-EDC81D8F9265}"/>
              </a:ext>
            </a:extLst>
          </p:cNvPr>
          <p:cNvCxnSpPr>
            <a:cxnSpLocks/>
          </p:cNvCxnSpPr>
          <p:nvPr/>
        </p:nvCxnSpPr>
        <p:spPr>
          <a:xfrm>
            <a:off x="6163504" y="4068449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29AF8AFE-CEA2-C7F4-9E08-6C63F94D344C}"/>
              </a:ext>
            </a:extLst>
          </p:cNvPr>
          <p:cNvGrpSpPr/>
          <p:nvPr/>
        </p:nvGrpSpPr>
        <p:grpSpPr>
          <a:xfrm>
            <a:off x="5066385" y="4083180"/>
            <a:ext cx="218300" cy="684109"/>
            <a:chOff x="6126835" y="3284328"/>
            <a:chExt cx="292515" cy="684109"/>
          </a:xfrm>
        </p:grpSpPr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0C71E8C3-2077-BA64-C289-761CCDD4B638}"/>
                </a:ext>
              </a:extLst>
            </p:cNvPr>
            <p:cNvGrpSpPr/>
            <p:nvPr/>
          </p:nvGrpSpPr>
          <p:grpSpPr>
            <a:xfrm>
              <a:off x="6132635" y="3421259"/>
              <a:ext cx="286715" cy="317131"/>
              <a:chOff x="2925847" y="3499219"/>
              <a:chExt cx="372978" cy="317131"/>
            </a:xfrm>
          </p:grpSpPr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29BA93AD-FE87-F1FC-752A-0E268BC3844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58D0D8F7-9CBB-8915-0D65-5AF5DF02D9E5}"/>
                      </a:ext>
                    </a:extLst>
                  </p:cNvPr>
                  <p:cNvSpPr txBox="1"/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1E7FDFDC-50B9-4837-DCF8-FC13D5C862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D47805A5-8519-61DB-64F6-73AEA8EF0D01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0486A9A3-5095-E9CB-8574-C6BCD0E9C464}"/>
              </a:ext>
            </a:extLst>
          </p:cNvPr>
          <p:cNvGrpSpPr/>
          <p:nvPr/>
        </p:nvGrpSpPr>
        <p:grpSpPr>
          <a:xfrm>
            <a:off x="5304877" y="4083179"/>
            <a:ext cx="231277" cy="684109"/>
            <a:chOff x="6109445" y="3284328"/>
            <a:chExt cx="309904" cy="684109"/>
          </a:xfrm>
        </p:grpSpPr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E7AA9821-90D0-0E48-3FD9-C969D23E6AE8}"/>
                </a:ext>
              </a:extLst>
            </p:cNvPr>
            <p:cNvGrpSpPr/>
            <p:nvPr/>
          </p:nvGrpSpPr>
          <p:grpSpPr>
            <a:xfrm>
              <a:off x="6109445" y="3421259"/>
              <a:ext cx="309904" cy="317131"/>
              <a:chOff x="2895681" y="3499219"/>
              <a:chExt cx="403144" cy="317131"/>
            </a:xfrm>
          </p:grpSpPr>
          <p:sp>
            <p:nvSpPr>
              <p:cNvPr id="113" name="矩形: 圆角 112">
                <a:extLst>
                  <a:ext uri="{FF2B5EF4-FFF2-40B4-BE49-F238E27FC236}">
                    <a16:creationId xmlns:a16="http://schemas.microsoft.com/office/drawing/2014/main" id="{B7A707AB-1F45-52FA-8F21-618023956426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F15887E3-7163-1B8B-D963-0D1DCCC80547}"/>
                      </a:ext>
                    </a:extLst>
                  </p:cNvPr>
                  <p:cNvSpPr txBox="1"/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08DF3FE1-501D-DF3C-DD08-D8DB1C9C91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8683984C-5C33-54C6-233A-76D972BDC022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0960FC14-7E57-CF37-9D43-9B72A9D75AC4}"/>
              </a:ext>
            </a:extLst>
          </p:cNvPr>
          <p:cNvGrpSpPr/>
          <p:nvPr/>
        </p:nvGrpSpPr>
        <p:grpSpPr>
          <a:xfrm>
            <a:off x="5632931" y="4083178"/>
            <a:ext cx="228324" cy="684109"/>
            <a:chOff x="6113399" y="3284328"/>
            <a:chExt cx="305947" cy="684109"/>
          </a:xfrm>
        </p:grpSpPr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5FD45C38-12EC-0C02-F1C9-5AC908C6B545}"/>
                </a:ext>
              </a:extLst>
            </p:cNvPr>
            <p:cNvGrpSpPr/>
            <p:nvPr/>
          </p:nvGrpSpPr>
          <p:grpSpPr>
            <a:xfrm>
              <a:off x="6113399" y="3421259"/>
              <a:ext cx="305947" cy="317131"/>
              <a:chOff x="2900828" y="3499219"/>
              <a:chExt cx="397997" cy="317131"/>
            </a:xfrm>
          </p:grpSpPr>
          <p:sp>
            <p:nvSpPr>
              <p:cNvPr id="118" name="矩形: 圆角 117">
                <a:extLst>
                  <a:ext uri="{FF2B5EF4-FFF2-40B4-BE49-F238E27FC236}">
                    <a16:creationId xmlns:a16="http://schemas.microsoft.com/office/drawing/2014/main" id="{818A7FBB-ED21-916D-0B03-267FA6FF35C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文本框 118">
                    <a:extLst>
                      <a:ext uri="{FF2B5EF4-FFF2-40B4-BE49-F238E27FC236}">
                        <a16:creationId xmlns:a16="http://schemas.microsoft.com/office/drawing/2014/main" id="{177AF2FE-23F9-1EA8-E238-E972EE6E1119}"/>
                      </a:ext>
                    </a:extLst>
                  </p:cNvPr>
                  <p:cNvSpPr txBox="1"/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9" name="文本框 118">
                    <a:extLst>
                      <a:ext uri="{FF2B5EF4-FFF2-40B4-BE49-F238E27FC236}">
                        <a16:creationId xmlns:a16="http://schemas.microsoft.com/office/drawing/2014/main" id="{C84A19EB-6E38-A583-3D59-5A6979FC61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6A74C325-32C4-EE71-B5AB-14805A3E3F1E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BF02B406-7EAD-DE28-15E1-22CEE9D3AC4A}"/>
              </a:ext>
            </a:extLst>
          </p:cNvPr>
          <p:cNvGrpSpPr/>
          <p:nvPr/>
        </p:nvGrpSpPr>
        <p:grpSpPr>
          <a:xfrm>
            <a:off x="5903231" y="4083178"/>
            <a:ext cx="218297" cy="684109"/>
            <a:chOff x="6126835" y="3284328"/>
            <a:chExt cx="292511" cy="684109"/>
          </a:xfrm>
        </p:grpSpPr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3FCAE65E-AE76-2AFE-C768-E0858EBD3413}"/>
                </a:ext>
              </a:extLst>
            </p:cNvPr>
            <p:cNvGrpSpPr/>
            <p:nvPr/>
          </p:nvGrpSpPr>
          <p:grpSpPr>
            <a:xfrm>
              <a:off x="6133441" y="3421259"/>
              <a:ext cx="285905" cy="317131"/>
              <a:chOff x="2926900" y="3499219"/>
              <a:chExt cx="371925" cy="317131"/>
            </a:xfrm>
          </p:grpSpPr>
          <p:sp>
            <p:nvSpPr>
              <p:cNvPr id="123" name="矩形: 圆角 122">
                <a:extLst>
                  <a:ext uri="{FF2B5EF4-FFF2-40B4-BE49-F238E27FC236}">
                    <a16:creationId xmlns:a16="http://schemas.microsoft.com/office/drawing/2014/main" id="{375AF24B-D9F2-A1E8-5054-5EA30999D37A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文本框 123">
                    <a:extLst>
                      <a:ext uri="{FF2B5EF4-FFF2-40B4-BE49-F238E27FC236}">
                        <a16:creationId xmlns:a16="http://schemas.microsoft.com/office/drawing/2014/main" id="{D655672F-937E-E41C-85F0-8EA5A8791B8E}"/>
                      </a:ext>
                    </a:extLst>
                  </p:cNvPr>
                  <p:cNvSpPr txBox="1"/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24" name="文本框 123">
                    <a:extLst>
                      <a:ext uri="{FF2B5EF4-FFF2-40B4-BE49-F238E27FC236}">
                        <a16:creationId xmlns:a16="http://schemas.microsoft.com/office/drawing/2014/main" id="{BC4DF220-F8ED-4872-CAFC-E410280F07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83950B87-C0FD-4091-DC7B-D8CC4B0A9640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07695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28C0F-78B6-7568-943B-C00E1A67A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15F95F1-C6CF-EBED-885B-E0954D47CAE0}"/>
              </a:ext>
            </a:extLst>
          </p:cNvPr>
          <p:cNvGrpSpPr/>
          <p:nvPr/>
        </p:nvGrpSpPr>
        <p:grpSpPr>
          <a:xfrm>
            <a:off x="6704967" y="645860"/>
            <a:ext cx="402182" cy="293017"/>
            <a:chOff x="2920185" y="3499219"/>
            <a:chExt cx="427304" cy="31713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A8AD7DAF-1225-5509-6164-8A802FF2AB3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3552F1B-4010-7000-B651-7B8D13831AA3}"/>
                    </a:ext>
                  </a:extLst>
                </p:cNvPr>
                <p:cNvSpPr txBox="1"/>
                <p:nvPr/>
              </p:nvSpPr>
              <p:spPr>
                <a:xfrm>
                  <a:off x="2920185" y="3519284"/>
                  <a:ext cx="427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3552F1B-4010-7000-B651-7B8D13831A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0185" y="3519284"/>
                  <a:ext cx="42730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CE6F598D-62FF-E3BA-7FAA-8DFC19F87B6A}"/>
              </a:ext>
            </a:extLst>
          </p:cNvPr>
          <p:cNvGrpSpPr/>
          <p:nvPr/>
        </p:nvGrpSpPr>
        <p:grpSpPr>
          <a:xfrm>
            <a:off x="6405558" y="1319034"/>
            <a:ext cx="764576" cy="327976"/>
            <a:chOff x="2920185" y="3499219"/>
            <a:chExt cx="427304" cy="317131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217B5F0B-8773-BA14-34DA-A22561E6A10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53A4F57-0D79-8294-D323-F60EA3103A42}"/>
                    </a:ext>
                  </a:extLst>
                </p:cNvPr>
                <p:cNvSpPr txBox="1"/>
                <p:nvPr/>
              </p:nvSpPr>
              <p:spPr>
                <a:xfrm>
                  <a:off x="2920185" y="3519284"/>
                  <a:ext cx="42730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53A4F57-0D79-8294-D323-F60EA3103A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0185" y="3519284"/>
                  <a:ext cx="42730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0058913-3E75-666F-205D-1B2A246841FA}"/>
              </a:ext>
            </a:extLst>
          </p:cNvPr>
          <p:cNvGrpSpPr/>
          <p:nvPr/>
        </p:nvGrpSpPr>
        <p:grpSpPr>
          <a:xfrm>
            <a:off x="4436445" y="648290"/>
            <a:ext cx="2174421" cy="317131"/>
            <a:chOff x="2968850" y="3499219"/>
            <a:chExt cx="329975" cy="317131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F33F661F-58AD-54B7-D4C2-A0396ED4552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042B7EB-BB2C-F819-B5C0-65A415525C71}"/>
                    </a:ext>
                  </a:extLst>
                </p:cNvPr>
                <p:cNvSpPr txBox="1"/>
                <p:nvPr/>
              </p:nvSpPr>
              <p:spPr>
                <a:xfrm>
                  <a:off x="3096955" y="3522228"/>
                  <a:ext cx="8316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042B7EB-BB2C-F819-B5C0-65A415525C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6955" y="3522228"/>
                  <a:ext cx="8316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43CE37BA-0F23-47D6-61FE-1FA5F9D1F723}"/>
              </a:ext>
            </a:extLst>
          </p:cNvPr>
          <p:cNvGrpSpPr/>
          <p:nvPr/>
        </p:nvGrpSpPr>
        <p:grpSpPr>
          <a:xfrm>
            <a:off x="718281" y="613535"/>
            <a:ext cx="3035491" cy="3445840"/>
            <a:chOff x="708773" y="846149"/>
            <a:chExt cx="3035491" cy="344584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7F518F6-45AC-0C0D-2E70-D872462F5B3D}"/>
                </a:ext>
              </a:extLst>
            </p:cNvPr>
            <p:cNvGrpSpPr/>
            <p:nvPr/>
          </p:nvGrpSpPr>
          <p:grpSpPr>
            <a:xfrm>
              <a:off x="708773" y="2410505"/>
              <a:ext cx="2624977" cy="317131"/>
              <a:chOff x="2968850" y="3499219"/>
              <a:chExt cx="329975" cy="317131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3948A650-06F0-1D7E-B32C-8266EF3C69D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D9DD427E-2E53-4BB4-8241-1D8ABF270A6B}"/>
                      </a:ext>
                    </a:extLst>
                  </p:cNvPr>
                  <p:cNvSpPr txBox="1"/>
                  <p:nvPr/>
                </p:nvSpPr>
                <p:spPr>
                  <a:xfrm>
                    <a:off x="3115875" y="3519284"/>
                    <a:ext cx="2904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D9DD427E-2E53-4BB4-8241-1D8ABF270A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5875" y="3519284"/>
                    <a:ext cx="29043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56A3F668-BBF8-6BC3-E09A-4AFC75772095}"/>
                </a:ext>
              </a:extLst>
            </p:cNvPr>
            <p:cNvCxnSpPr>
              <a:cxnSpLocks/>
            </p:cNvCxnSpPr>
            <p:nvPr/>
          </p:nvCxnSpPr>
          <p:spPr>
            <a:xfrm>
              <a:off x="2599410" y="2238504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F81E40A-8E2D-B70A-0547-C8615829AC54}"/>
                    </a:ext>
                  </a:extLst>
                </p:cNvPr>
                <p:cNvSpPr txBox="1"/>
                <p:nvPr/>
              </p:nvSpPr>
              <p:spPr>
                <a:xfrm>
                  <a:off x="2854195" y="2436203"/>
                  <a:ext cx="29206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F81E40A-8E2D-B70A-0547-C8615829A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4195" y="2436203"/>
                  <a:ext cx="292068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左大括号 45">
              <a:extLst>
                <a:ext uri="{FF2B5EF4-FFF2-40B4-BE49-F238E27FC236}">
                  <a16:creationId xmlns:a16="http://schemas.microsoft.com/office/drawing/2014/main" id="{15B88D56-808C-EBC9-0FB5-CA67D058E729}"/>
                </a:ext>
              </a:extLst>
            </p:cNvPr>
            <p:cNvSpPr/>
            <p:nvPr/>
          </p:nvSpPr>
          <p:spPr>
            <a:xfrm>
              <a:off x="3403858" y="846149"/>
              <a:ext cx="340406" cy="3445840"/>
            </a:xfrm>
            <a:prstGeom prst="leftBrace">
              <a:avLst>
                <a:gd name="adj1" fmla="val 63363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CCF926B-80D8-7FFC-D211-FFEEDA07FB95}"/>
              </a:ext>
            </a:extLst>
          </p:cNvPr>
          <p:cNvGrpSpPr/>
          <p:nvPr/>
        </p:nvGrpSpPr>
        <p:grpSpPr>
          <a:xfrm>
            <a:off x="4445723" y="1329879"/>
            <a:ext cx="1920807" cy="317131"/>
            <a:chOff x="2968850" y="3499219"/>
            <a:chExt cx="329975" cy="317131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D48A5120-43F4-380F-60FF-A534E81B793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533DA24C-C9AA-B225-589F-9B1726D42961}"/>
                    </a:ext>
                  </a:extLst>
                </p:cNvPr>
                <p:cNvSpPr txBox="1"/>
                <p:nvPr/>
              </p:nvSpPr>
              <p:spPr>
                <a:xfrm>
                  <a:off x="3095729" y="3518785"/>
                  <a:ext cx="9414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533DA24C-C9AA-B225-589F-9B1726D42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729" y="3518785"/>
                  <a:ext cx="94147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C7AD4927-AE17-792E-8821-7E62BCF1C65A}"/>
              </a:ext>
            </a:extLst>
          </p:cNvPr>
          <p:cNvCxnSpPr>
            <a:cxnSpLocks/>
          </p:cNvCxnSpPr>
          <p:nvPr/>
        </p:nvCxnSpPr>
        <p:spPr>
          <a:xfrm>
            <a:off x="6666890" y="566341"/>
            <a:ext cx="0" cy="50513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42D0C95A-1543-A96B-13F8-DBE76CC74A19}"/>
              </a:ext>
            </a:extLst>
          </p:cNvPr>
          <p:cNvCxnSpPr>
            <a:cxnSpLocks/>
          </p:cNvCxnSpPr>
          <p:nvPr/>
        </p:nvCxnSpPr>
        <p:spPr>
          <a:xfrm>
            <a:off x="6438304" y="1230451"/>
            <a:ext cx="0" cy="50513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69EA6FC-B825-01D9-DF49-3C032A9B5B03}"/>
              </a:ext>
            </a:extLst>
          </p:cNvPr>
          <p:cNvGrpSpPr/>
          <p:nvPr/>
        </p:nvGrpSpPr>
        <p:grpSpPr>
          <a:xfrm>
            <a:off x="4445723" y="1790721"/>
            <a:ext cx="2748557" cy="505139"/>
            <a:chOff x="4162368" y="1660480"/>
            <a:chExt cx="2748557" cy="505139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1B98E04F-099F-BD19-C999-14CB20AAAD1C}"/>
                </a:ext>
              </a:extLst>
            </p:cNvPr>
            <p:cNvGrpSpPr/>
            <p:nvPr/>
          </p:nvGrpSpPr>
          <p:grpSpPr>
            <a:xfrm>
              <a:off x="5769525" y="1759522"/>
              <a:ext cx="1141400" cy="293017"/>
              <a:chOff x="2920186" y="3499219"/>
              <a:chExt cx="427304" cy="317131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96D3510D-9E0E-3DB0-FBFF-5C0CAA77D4D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54273500-8F07-0A0F-DEB8-0E85442E9AD2}"/>
                      </a:ext>
                    </a:extLst>
                  </p:cNvPr>
                  <p:cNvSpPr txBox="1"/>
                  <p:nvPr/>
                </p:nvSpPr>
                <p:spPr>
                  <a:xfrm>
                    <a:off x="2920185" y="3519284"/>
                    <a:ext cx="427304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54273500-8F07-0A0F-DEB8-0E85442E9A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0185" y="3519284"/>
                    <a:ext cx="427304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38CB1070-0A94-AA9B-4944-DD4B4E679A2A}"/>
                </a:ext>
              </a:extLst>
            </p:cNvPr>
            <p:cNvGrpSpPr/>
            <p:nvPr/>
          </p:nvGrpSpPr>
          <p:grpSpPr>
            <a:xfrm>
              <a:off x="4162368" y="1754486"/>
              <a:ext cx="1657611" cy="317131"/>
              <a:chOff x="2968850" y="3499219"/>
              <a:chExt cx="329975" cy="317131"/>
            </a:xfrm>
          </p:grpSpPr>
          <p:sp>
            <p:nvSpPr>
              <p:cNvPr id="70" name="矩形: 圆角 69">
                <a:extLst>
                  <a:ext uri="{FF2B5EF4-FFF2-40B4-BE49-F238E27FC236}">
                    <a16:creationId xmlns:a16="http://schemas.microsoft.com/office/drawing/2014/main" id="{7A73AC80-0850-E3CE-7138-D0D581E1951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CA3DAC13-3379-158F-5732-53B75977B461}"/>
                      </a:ext>
                    </a:extLst>
                  </p:cNvPr>
                  <p:cNvSpPr txBox="1"/>
                  <p:nvPr/>
                </p:nvSpPr>
                <p:spPr>
                  <a:xfrm>
                    <a:off x="3084469" y="3526340"/>
                    <a:ext cx="109095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CA3DAC13-3379-158F-5732-53B75977B4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4469" y="3526340"/>
                    <a:ext cx="109095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DE6EDB9A-8BBD-291B-EF9D-101B4BEC8A37}"/>
                </a:ext>
              </a:extLst>
            </p:cNvPr>
            <p:cNvCxnSpPr>
              <a:cxnSpLocks/>
            </p:cNvCxnSpPr>
            <p:nvPr/>
          </p:nvCxnSpPr>
          <p:spPr>
            <a:xfrm>
              <a:off x="5859674" y="1660480"/>
              <a:ext cx="0" cy="50513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673258E9-2EC4-0B16-4545-D1C05EA40965}"/>
                  </a:ext>
                </a:extLst>
              </p:cNvPr>
              <p:cNvSpPr txBox="1"/>
              <p:nvPr/>
            </p:nvSpPr>
            <p:spPr>
              <a:xfrm>
                <a:off x="5508501" y="2767633"/>
                <a:ext cx="36901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673258E9-2EC4-0B16-4545-D1C05EA40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501" y="2767633"/>
                <a:ext cx="369012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组合 88">
            <a:extLst>
              <a:ext uri="{FF2B5EF4-FFF2-40B4-BE49-F238E27FC236}">
                <a16:creationId xmlns:a16="http://schemas.microsoft.com/office/drawing/2014/main" id="{AB068BE5-45AC-DAF9-A9E3-55EC43FF891C}"/>
              </a:ext>
            </a:extLst>
          </p:cNvPr>
          <p:cNvGrpSpPr/>
          <p:nvPr/>
        </p:nvGrpSpPr>
        <p:grpSpPr>
          <a:xfrm>
            <a:off x="4141436" y="3150540"/>
            <a:ext cx="3145908" cy="802219"/>
            <a:chOff x="3702051" y="2381197"/>
            <a:chExt cx="3145908" cy="802219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E64831CC-948A-B319-3D4D-79F8EB7246F3}"/>
                </a:ext>
              </a:extLst>
            </p:cNvPr>
            <p:cNvGrpSpPr/>
            <p:nvPr/>
          </p:nvGrpSpPr>
          <p:grpSpPr>
            <a:xfrm>
              <a:off x="4012950" y="2518516"/>
              <a:ext cx="2618559" cy="317131"/>
              <a:chOff x="2994405" y="3499219"/>
              <a:chExt cx="295777" cy="317131"/>
            </a:xfrm>
          </p:grpSpPr>
          <p:sp>
            <p:nvSpPr>
              <p:cNvPr id="80" name="矩形: 圆角 79">
                <a:extLst>
                  <a:ext uri="{FF2B5EF4-FFF2-40B4-BE49-F238E27FC236}">
                    <a16:creationId xmlns:a16="http://schemas.microsoft.com/office/drawing/2014/main" id="{E7A63A6E-213B-358B-504C-12995A509D1F}"/>
                  </a:ext>
                </a:extLst>
              </p:cNvPr>
              <p:cNvSpPr/>
              <p:nvPr/>
            </p:nvSpPr>
            <p:spPr>
              <a:xfrm>
                <a:off x="2994405" y="3499219"/>
                <a:ext cx="295777" cy="317131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文本框 80">
                    <a:extLst>
                      <a:ext uri="{FF2B5EF4-FFF2-40B4-BE49-F238E27FC236}">
                        <a16:creationId xmlns:a16="http://schemas.microsoft.com/office/drawing/2014/main" id="{5022DB97-B4E5-4D9B-69CF-7DC4D10B37C2}"/>
                      </a:ext>
                    </a:extLst>
                  </p:cNvPr>
                  <p:cNvSpPr txBox="1"/>
                  <p:nvPr/>
                </p:nvSpPr>
                <p:spPr>
                  <a:xfrm>
                    <a:off x="3115875" y="3519284"/>
                    <a:ext cx="2904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1" name="文本框 80">
                    <a:extLst>
                      <a:ext uri="{FF2B5EF4-FFF2-40B4-BE49-F238E27FC236}">
                        <a16:creationId xmlns:a16="http://schemas.microsoft.com/office/drawing/2014/main" id="{5022DB97-B4E5-4D9B-69CF-7DC4D10B37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5875" y="3519284"/>
                    <a:ext cx="29043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5B98383F-684A-E5E7-A9BB-6BE53CE31302}"/>
                    </a:ext>
                  </a:extLst>
                </p:cNvPr>
                <p:cNvSpPr txBox="1"/>
                <p:nvPr/>
              </p:nvSpPr>
              <p:spPr>
                <a:xfrm>
                  <a:off x="4291036" y="2906417"/>
                  <a:ext cx="210883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当</m:t>
                      </m:r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zh-CN" altLang="en-US" sz="1200" dirty="0"/>
                    <a:t>本身就是完全平方数时</a:t>
                  </a: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5B98383F-684A-E5E7-A9BB-6BE53CE313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1036" y="2906417"/>
                  <a:ext cx="2108832" cy="276999"/>
                </a:xfrm>
                <a:prstGeom prst="rect">
                  <a:avLst/>
                </a:prstGeom>
                <a:blipFill>
                  <a:blip r:embed="rId12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EE456909-63EB-FADB-42BE-C936A1BF7F0C}"/>
                </a:ext>
              </a:extLst>
            </p:cNvPr>
            <p:cNvSpPr/>
            <p:nvPr/>
          </p:nvSpPr>
          <p:spPr>
            <a:xfrm>
              <a:off x="3702051" y="2381197"/>
              <a:ext cx="3145908" cy="784155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6A3C5346-69C9-4EF0-EAAC-170BC66E593F}"/>
                </a:ext>
              </a:extLst>
            </p:cNvPr>
            <p:cNvSpPr/>
            <p:nvPr/>
          </p:nvSpPr>
          <p:spPr>
            <a:xfrm>
              <a:off x="3779103" y="2518516"/>
              <a:ext cx="134815" cy="317131"/>
            </a:xfrm>
            <a:prstGeom prst="roundRect">
              <a:avLst/>
            </a:prstGeom>
            <a:noFill/>
            <a:ln>
              <a:prstDash val="sys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</a:rPr>
                <a:t>0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E0EDFCB2-8209-CD8A-C261-E896E1306380}"/>
                </a:ext>
              </a:extLst>
            </p:cNvPr>
            <p:cNvCxnSpPr>
              <a:cxnSpLocks/>
            </p:cNvCxnSpPr>
            <p:nvPr/>
          </p:nvCxnSpPr>
          <p:spPr>
            <a:xfrm>
              <a:off x="3960820" y="2472240"/>
              <a:ext cx="0" cy="50513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CBFF7F27-36ED-E0F6-D0A2-56130ACFD7AC}"/>
              </a:ext>
            </a:extLst>
          </p:cNvPr>
          <p:cNvGrpSpPr/>
          <p:nvPr/>
        </p:nvGrpSpPr>
        <p:grpSpPr>
          <a:xfrm>
            <a:off x="4445720" y="2400920"/>
            <a:ext cx="2618565" cy="505139"/>
            <a:chOff x="4162365" y="1688710"/>
            <a:chExt cx="2618565" cy="505139"/>
          </a:xfrm>
        </p:grpSpPr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E261F202-2AB6-55F6-038D-01D1FE20B2FC}"/>
                </a:ext>
              </a:extLst>
            </p:cNvPr>
            <p:cNvGrpSpPr/>
            <p:nvPr/>
          </p:nvGrpSpPr>
          <p:grpSpPr>
            <a:xfrm>
              <a:off x="5594158" y="1759522"/>
              <a:ext cx="1186772" cy="293017"/>
              <a:chOff x="2854535" y="3499219"/>
              <a:chExt cx="444290" cy="317131"/>
            </a:xfrm>
          </p:grpSpPr>
          <p:sp>
            <p:nvSpPr>
              <p:cNvPr id="131" name="矩形: 圆角 130">
                <a:extLst>
                  <a:ext uri="{FF2B5EF4-FFF2-40B4-BE49-F238E27FC236}">
                    <a16:creationId xmlns:a16="http://schemas.microsoft.com/office/drawing/2014/main" id="{162D3093-6183-6F6F-2FC3-CAF9E28282CB}"/>
                  </a:ext>
                </a:extLst>
              </p:cNvPr>
              <p:cNvSpPr/>
              <p:nvPr/>
            </p:nvSpPr>
            <p:spPr>
              <a:xfrm>
                <a:off x="2854535" y="3499219"/>
                <a:ext cx="444290" cy="317131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文本框 131">
                    <a:extLst>
                      <a:ext uri="{FF2B5EF4-FFF2-40B4-BE49-F238E27FC236}">
                        <a16:creationId xmlns:a16="http://schemas.microsoft.com/office/drawing/2014/main" id="{5E10233E-44BC-EE8E-2AC5-33EA141C162E}"/>
                      </a:ext>
                    </a:extLst>
                  </p:cNvPr>
                  <p:cNvSpPr txBox="1"/>
                  <p:nvPr/>
                </p:nvSpPr>
                <p:spPr>
                  <a:xfrm>
                    <a:off x="2863028" y="3508035"/>
                    <a:ext cx="427304" cy="2997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32" name="文本框 131">
                    <a:extLst>
                      <a:ext uri="{FF2B5EF4-FFF2-40B4-BE49-F238E27FC236}">
                        <a16:creationId xmlns:a16="http://schemas.microsoft.com/office/drawing/2014/main" id="{5E10233E-44BC-EE8E-2AC5-33EA141C16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3028" y="3508035"/>
                    <a:ext cx="427304" cy="29979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CFF41582-1B79-E287-852F-F7BD0F0518E3}"/>
                </a:ext>
              </a:extLst>
            </p:cNvPr>
            <p:cNvGrpSpPr/>
            <p:nvPr/>
          </p:nvGrpSpPr>
          <p:grpSpPr>
            <a:xfrm>
              <a:off x="4162365" y="1754486"/>
              <a:ext cx="1130973" cy="317131"/>
              <a:chOff x="2968850" y="3499219"/>
              <a:chExt cx="225139" cy="317131"/>
            </a:xfrm>
          </p:grpSpPr>
          <p:sp>
            <p:nvSpPr>
              <p:cNvPr id="129" name="矩形: 圆角 128">
                <a:extLst>
                  <a:ext uri="{FF2B5EF4-FFF2-40B4-BE49-F238E27FC236}">
                    <a16:creationId xmlns:a16="http://schemas.microsoft.com/office/drawing/2014/main" id="{8E7579A6-47D0-8AFE-02B0-177C74E6CAE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225139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C8DFB045-5594-298F-FE64-4C44F59E63C9}"/>
                      </a:ext>
                    </a:extLst>
                  </p:cNvPr>
                  <p:cNvSpPr txBox="1"/>
                  <p:nvPr/>
                </p:nvSpPr>
                <p:spPr>
                  <a:xfrm>
                    <a:off x="3028056" y="3512400"/>
                    <a:ext cx="12600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−16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C8DFB045-5594-298F-FE64-4C44F59E63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8056" y="3512400"/>
                    <a:ext cx="126008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187BE848-3E14-4011-6F4B-A686E223991C}"/>
                </a:ext>
              </a:extLst>
            </p:cNvPr>
            <p:cNvCxnSpPr>
              <a:cxnSpLocks/>
            </p:cNvCxnSpPr>
            <p:nvPr/>
          </p:nvCxnSpPr>
          <p:spPr>
            <a:xfrm>
              <a:off x="5443749" y="1688710"/>
              <a:ext cx="0" cy="50513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CE9C8F6-CA1C-3A64-636A-5849B1D7BB79}"/>
                  </a:ext>
                </a:extLst>
              </p:cNvPr>
              <p:cNvSpPr txBox="1"/>
              <p:nvPr/>
            </p:nvSpPr>
            <p:spPr>
              <a:xfrm>
                <a:off x="1782271" y="2667023"/>
                <a:ext cx="4969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CE9C8F6-CA1C-3A64-636A-5849B1D7B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271" y="2667023"/>
                <a:ext cx="496996" cy="276999"/>
              </a:xfrm>
              <a:prstGeom prst="rect">
                <a:avLst/>
              </a:prstGeom>
              <a:blipFill>
                <a:blip r:embed="rId1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154A90D-DF46-85B9-A147-A77FE077F048}"/>
                  </a:ext>
                </a:extLst>
              </p:cNvPr>
              <p:cNvSpPr txBox="1"/>
              <p:nvPr/>
            </p:nvSpPr>
            <p:spPr>
              <a:xfrm>
                <a:off x="3679033" y="680569"/>
                <a:ext cx="7657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154A90D-DF46-85B9-A147-A77FE077F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033" y="680569"/>
                <a:ext cx="765722" cy="276999"/>
              </a:xfrm>
              <a:prstGeom prst="rect">
                <a:avLst/>
              </a:prstGeom>
              <a:blipFill>
                <a:blip r:embed="rId16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B0584C8-3DC3-44BF-921B-D046B092FEBB}"/>
                  </a:ext>
                </a:extLst>
              </p:cNvPr>
              <p:cNvSpPr txBox="1"/>
              <p:nvPr/>
            </p:nvSpPr>
            <p:spPr>
              <a:xfrm>
                <a:off x="3679033" y="1362158"/>
                <a:ext cx="7657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−4)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B0584C8-3DC3-44BF-921B-D046B092F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033" y="1362158"/>
                <a:ext cx="765722" cy="276999"/>
              </a:xfrm>
              <a:prstGeom prst="rect">
                <a:avLst/>
              </a:prstGeom>
              <a:blipFill>
                <a:blip r:embed="rId1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E91F490-B543-EB7E-D886-1EF9BC2E7489}"/>
                  </a:ext>
                </a:extLst>
              </p:cNvPr>
              <p:cNvSpPr txBox="1"/>
              <p:nvPr/>
            </p:nvSpPr>
            <p:spPr>
              <a:xfrm>
                <a:off x="3670723" y="1884727"/>
                <a:ext cx="7657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−9)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E91F490-B543-EB7E-D886-1EF9BC2E7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723" y="1884727"/>
                <a:ext cx="765722" cy="276999"/>
              </a:xfrm>
              <a:prstGeom prst="rect">
                <a:avLst/>
              </a:prstGeom>
              <a:blipFill>
                <a:blip r:embed="rId18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0BB6EA8-597F-65A4-138E-5E769709EB7B}"/>
                  </a:ext>
                </a:extLst>
              </p:cNvPr>
              <p:cNvSpPr txBox="1"/>
              <p:nvPr/>
            </p:nvSpPr>
            <p:spPr>
              <a:xfrm>
                <a:off x="3640676" y="2487750"/>
                <a:ext cx="8506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−16)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0BB6EA8-597F-65A4-138E-5E769709E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76" y="2487750"/>
                <a:ext cx="850682" cy="276999"/>
              </a:xfrm>
              <a:prstGeom prst="rect">
                <a:avLst/>
              </a:prstGeom>
              <a:blipFill>
                <a:blip r:embed="rId19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9F31DB3-2144-7E92-6DB8-2222988919D9}"/>
                  </a:ext>
                </a:extLst>
              </p:cNvPr>
              <p:cNvSpPr txBox="1"/>
              <p:nvPr/>
            </p:nvSpPr>
            <p:spPr>
              <a:xfrm>
                <a:off x="3612445" y="3374872"/>
                <a:ext cx="5289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9F31DB3-2144-7E92-6DB8-222298891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445" y="3374872"/>
                <a:ext cx="528991" cy="276999"/>
              </a:xfrm>
              <a:prstGeom prst="rect">
                <a:avLst/>
              </a:prstGeom>
              <a:blipFill>
                <a:blip r:embed="rId20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5098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1939</TotalTime>
  <Words>456</Words>
  <Application>Microsoft Office PowerPoint</Application>
  <PresentationFormat>宽屏</PresentationFormat>
  <Paragraphs>173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2026-04-20T02:49:10Z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