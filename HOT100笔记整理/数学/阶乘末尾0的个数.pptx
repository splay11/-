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96" r:id="rId2"/>
    <p:sldId id="300" r:id="rId3"/>
    <p:sldId id="301" r:id="rId4"/>
    <p:sldId id="302" r:id="rId5"/>
    <p:sldId id="304" r:id="rId6"/>
    <p:sldId id="305" r:id="rId7"/>
    <p:sldId id="306" r:id="rId8"/>
    <p:sldId id="307" r:id="rId9"/>
    <p:sldId id="308" r:id="rId10"/>
    <p:sldId id="303" r:id="rId11"/>
    <p:sldId id="299" r:id="rId12"/>
    <p:sldId id="298" r:id="rId13"/>
    <p:sldId id="29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92210-9FC1-42BC-B910-2FCBDA875346}" v="442" dt="2026-04-14T12:05:42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1120" y="-3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4T12:05:45.015" v="7450" actId="478"/>
      <pc:docMkLst>
        <pc:docMk/>
      </pc:docMkLst>
      <pc:sldChg chg="addSp delSp modSp add mod">
        <pc:chgData name="昕 许" userId="a2975fcd840abfc3" providerId="LiveId" clId="{49CCD4F9-177C-4270-9A14-60236FF377E8}" dt="2026-04-14T09:17:44.717" v="7162" actId="20577"/>
        <pc:sldMkLst>
          <pc:docMk/>
          <pc:sldMk cId="3949537576" sldId="296"/>
        </pc:sldMkLst>
        <pc:spChg chg="add del mod">
          <ac:chgData name="昕 许" userId="a2975fcd840abfc3" providerId="LiveId" clId="{49CCD4F9-177C-4270-9A14-60236FF377E8}" dt="2026-04-14T08:33:07.982" v="6544" actId="478"/>
          <ac:spMkLst>
            <pc:docMk/>
            <pc:sldMk cId="3949537576" sldId="296"/>
            <ac:spMk id="2" creationId="{93ED3568-C3BD-02E3-0BBC-A0097D40D9A6}"/>
          </ac:spMkLst>
        </pc:spChg>
        <pc:spChg chg="add mod">
          <ac:chgData name="昕 许" userId="a2975fcd840abfc3" providerId="LiveId" clId="{49CCD4F9-177C-4270-9A14-60236FF377E8}" dt="2026-04-14T09:17:44.717" v="7162" actId="20577"/>
          <ac:spMkLst>
            <pc:docMk/>
            <pc:sldMk cId="3949537576" sldId="296"/>
            <ac:spMk id="4" creationId="{CC8758BB-C1DC-E13A-AAD9-CB204168AFE2}"/>
          </ac:spMkLst>
        </pc:spChg>
        <pc:spChg chg="add mod">
          <ac:chgData name="昕 许" userId="a2975fcd840abfc3" providerId="LiveId" clId="{49CCD4F9-177C-4270-9A14-60236FF377E8}" dt="2026-04-14T08:41:49.132" v="6679" actId="14100"/>
          <ac:spMkLst>
            <pc:docMk/>
            <pc:sldMk cId="3949537576" sldId="296"/>
            <ac:spMk id="6" creationId="{B7747A6B-F721-1ECD-FB56-AD08B3226E3B}"/>
          </ac:spMkLst>
        </pc:spChg>
        <pc:spChg chg="add del mod">
          <ac:chgData name="昕 许" userId="a2975fcd840abfc3" providerId="LiveId" clId="{49CCD4F9-177C-4270-9A14-60236FF377E8}" dt="2026-04-14T08:33:01.443" v="6540" actId="478"/>
          <ac:spMkLst>
            <pc:docMk/>
            <pc:sldMk cId="3949537576" sldId="296"/>
            <ac:spMk id="23" creationId="{9DCC7F70-7855-DA58-CBB7-CF538E07BF52}"/>
          </ac:spMkLst>
        </pc:spChg>
        <pc:spChg chg="add del mod">
          <ac:chgData name="昕 许" userId="a2975fcd840abfc3" providerId="LiveId" clId="{49CCD4F9-177C-4270-9A14-60236FF377E8}" dt="2026-04-14T08:33:01.443" v="6540" actId="478"/>
          <ac:spMkLst>
            <pc:docMk/>
            <pc:sldMk cId="3949537576" sldId="296"/>
            <ac:spMk id="41" creationId="{3CF9824A-A4E0-18FD-2811-B1320D730E71}"/>
          </ac:spMkLst>
        </pc:spChg>
        <pc:grpChg chg="add del mod">
          <ac:chgData name="昕 许" userId="a2975fcd840abfc3" providerId="LiveId" clId="{49CCD4F9-177C-4270-9A14-60236FF377E8}" dt="2026-04-14T08:33:07.982" v="6544" actId="478"/>
          <ac:grpSpMkLst>
            <pc:docMk/>
            <pc:sldMk cId="3949537576" sldId="296"/>
            <ac:grpSpMk id="3" creationId="{C906A4FB-56A2-4777-ECC8-46BDEBC2E27D}"/>
          </ac:grpSpMkLst>
        </pc:grpChg>
        <pc:grpChg chg="add del mod">
          <ac:chgData name="昕 许" userId="a2975fcd840abfc3" providerId="LiveId" clId="{49CCD4F9-177C-4270-9A14-60236FF377E8}" dt="2026-04-14T08:33:01.443" v="6540" actId="478"/>
          <ac:grpSpMkLst>
            <pc:docMk/>
            <pc:sldMk cId="3949537576" sldId="296"/>
            <ac:grpSpMk id="12" creationId="{09698812-F054-D186-11BF-68637B976417}"/>
          </ac:grpSpMkLst>
        </pc:grpChg>
        <pc:grpChg chg="del mod">
          <ac:chgData name="昕 许" userId="a2975fcd840abfc3" providerId="LiveId" clId="{49CCD4F9-177C-4270-9A14-60236FF377E8}" dt="2026-04-14T08:33:01.443" v="6540" actId="478"/>
          <ac:grpSpMkLst>
            <pc:docMk/>
            <pc:sldMk cId="3949537576" sldId="296"/>
            <ac:grpSpMk id="19" creationId="{4E014172-DBF6-E62C-E33F-353D00267260}"/>
          </ac:grpSpMkLst>
        </pc:grpChg>
        <pc:grpChg chg="del mod">
          <ac:chgData name="昕 许" userId="a2975fcd840abfc3" providerId="LiveId" clId="{49CCD4F9-177C-4270-9A14-60236FF377E8}" dt="2026-04-14T08:33:01.443" v="6540" actId="478"/>
          <ac:grpSpMkLst>
            <pc:docMk/>
            <pc:sldMk cId="3949537576" sldId="296"/>
            <ac:grpSpMk id="29" creationId="{D82DC340-B235-A1B6-598F-4C8D10B27629}"/>
          </ac:grpSpMkLst>
        </pc:grpChg>
        <pc:grpChg chg="del mod">
          <ac:chgData name="昕 许" userId="a2975fcd840abfc3" providerId="LiveId" clId="{49CCD4F9-177C-4270-9A14-60236FF377E8}" dt="2026-04-14T08:33:07.982" v="6544" actId="478"/>
          <ac:grpSpMkLst>
            <pc:docMk/>
            <pc:sldMk cId="3949537576" sldId="296"/>
            <ac:grpSpMk id="34" creationId="{4D2C8253-070C-2815-1438-1CAB507650EB}"/>
          </ac:grpSpMkLst>
        </pc:grpChg>
        <pc:grpChg chg="del mod">
          <ac:chgData name="昕 许" userId="a2975fcd840abfc3" providerId="LiveId" clId="{49CCD4F9-177C-4270-9A14-60236FF377E8}" dt="2026-04-14T08:33:07.982" v="6544" actId="478"/>
          <ac:grpSpMkLst>
            <pc:docMk/>
            <pc:sldMk cId="3949537576" sldId="296"/>
            <ac:grpSpMk id="38" creationId="{425C1743-596D-8BC8-7B42-18E523AC8D95}"/>
          </ac:grpSpMkLst>
        </pc:grpChg>
        <pc:grpChg chg="add del mod">
          <ac:chgData name="昕 许" userId="a2975fcd840abfc3" providerId="LiveId" clId="{49CCD4F9-177C-4270-9A14-60236FF377E8}" dt="2026-04-14T08:33:01.443" v="6540" actId="478"/>
          <ac:grpSpMkLst>
            <pc:docMk/>
            <pc:sldMk cId="3949537576" sldId="296"/>
            <ac:grpSpMk id="42" creationId="{DEA9995D-36C2-99B9-B1FC-EB7CEE02FDBB}"/>
          </ac:grpSpMkLst>
        </pc:grpChg>
        <pc:grpChg chg="add del mod">
          <ac:chgData name="昕 许" userId="a2975fcd840abfc3" providerId="LiveId" clId="{49CCD4F9-177C-4270-9A14-60236FF377E8}" dt="2026-04-14T08:33:01.443" v="6540" actId="478"/>
          <ac:grpSpMkLst>
            <pc:docMk/>
            <pc:sldMk cId="3949537576" sldId="296"/>
            <ac:grpSpMk id="48" creationId="{5F940ED2-95DE-BF7E-7A61-CA0CE075B255}"/>
          </ac:grpSpMkLst>
        </pc:grpChg>
        <pc:grpChg chg="del mod">
          <ac:chgData name="昕 许" userId="a2975fcd840abfc3" providerId="LiveId" clId="{49CCD4F9-177C-4270-9A14-60236FF377E8}" dt="2026-04-14T08:33:07.982" v="6544" actId="478"/>
          <ac:grpSpMkLst>
            <pc:docMk/>
            <pc:sldMk cId="3949537576" sldId="296"/>
            <ac:grpSpMk id="49" creationId="{EF53A073-C87C-44C9-EAE1-1F789FB72C15}"/>
          </ac:grpSpMkLst>
        </pc:grpChg>
        <pc:grpChg chg="add del mod">
          <ac:chgData name="昕 许" userId="a2975fcd840abfc3" providerId="LiveId" clId="{49CCD4F9-177C-4270-9A14-60236FF377E8}" dt="2026-04-14T08:33:01.443" v="6540" actId="478"/>
          <ac:grpSpMkLst>
            <pc:docMk/>
            <pc:sldMk cId="3949537576" sldId="296"/>
            <ac:grpSpMk id="66" creationId="{B7474745-8CE1-0CFE-D715-B413360AAEF2}"/>
          </ac:grpSpMkLst>
        </pc:grpChg>
      </pc:sldChg>
      <pc:sldChg chg="addSp delSp modSp add mod">
        <pc:chgData name="昕 许" userId="a2975fcd840abfc3" providerId="LiveId" clId="{49CCD4F9-177C-4270-9A14-60236FF377E8}" dt="2026-04-07T08:51:59.101" v="6366" actId="2057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5" creationId="{3133B430-41F7-9915-FAC3-F3AB549F4308}"/>
          </ac:spMkLst>
        </pc:spChg>
        <pc:spChg chg="mod">
          <ac:chgData name="昕 许" userId="a2975fcd840abfc3" providerId="LiveId" clId="{49CCD4F9-177C-4270-9A14-60236FF377E8}" dt="2026-04-07T08:51:59.101" v="6366" actId="20577"/>
          <ac:spMkLst>
            <pc:docMk/>
            <pc:sldMk cId="3112887342" sldId="297"/>
            <ac:spMk id="86" creationId="{68478F13-589F-F6E7-2753-032779260512}"/>
          </ac:spMkLst>
        </pc:spChg>
        <pc:grpChg chg="mod">
          <ac:chgData name="昕 许" userId="a2975fcd840abfc3" providerId="LiveId" clId="{49CCD4F9-177C-4270-9A14-60236FF377E8}" dt="2026-04-07T08:51:59.101" v="6366" actId="20577"/>
          <ac:grpSpMkLst>
            <pc:docMk/>
            <pc:sldMk cId="3112887342" sldId="297"/>
            <ac:grpSpMk id="84" creationId="{8334FB7F-C0E9-F2B0-08D6-B8C6B893EDC0}"/>
          </ac:grpSpMkLst>
        </pc:grpChg>
      </pc:sldChg>
      <pc:sldChg chg="addSp delSp modSp add mod">
        <pc:chgData name="昕 许" userId="a2975fcd840abfc3" providerId="LiveId" clId="{49CCD4F9-177C-4270-9A14-60236FF377E8}" dt="2026-04-08T02:11:21.642" v="6386" actId="478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8" creationId="{3C7C9827-4B2B-3152-E90C-FF28243CB2DD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mod">
        <pc:chgData name="昕 许" userId="a2975fcd840abfc3" providerId="LiveId" clId="{49CCD4F9-177C-4270-9A14-60236FF377E8}" dt="2026-04-08T02:16:03.829" v="6539" actId="14100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  <pc:sldChg chg="addSp delSp modSp add mod">
        <pc:chgData name="昕 许" userId="a2975fcd840abfc3" providerId="LiveId" clId="{49CCD4F9-177C-4270-9A14-60236FF377E8}" dt="2026-04-14T08:52:27.913" v="6787" actId="207"/>
        <pc:sldMkLst>
          <pc:docMk/>
          <pc:sldMk cId="3458542542" sldId="300"/>
        </pc:sldMkLst>
        <pc:spChg chg="del mod topLvl">
          <ac:chgData name="昕 许" userId="a2975fcd840abfc3" providerId="LiveId" clId="{49CCD4F9-177C-4270-9A14-60236FF377E8}" dt="2026-04-14T08:48:51.005" v="6688" actId="478"/>
          <ac:spMkLst>
            <pc:docMk/>
            <pc:sldMk cId="3458542542" sldId="300"/>
            <ac:spMk id="2" creationId="{03412BC0-A9FD-2608-C268-2A64D6EAB90C}"/>
          </ac:spMkLst>
        </pc:spChg>
        <pc:spChg chg="mod">
          <ac:chgData name="昕 许" userId="a2975fcd840abfc3" providerId="LiveId" clId="{49CCD4F9-177C-4270-9A14-60236FF377E8}" dt="2026-04-14T08:49:01.452" v="6693"/>
          <ac:spMkLst>
            <pc:docMk/>
            <pc:sldMk cId="3458542542" sldId="300"/>
            <ac:spMk id="10" creationId="{4B81C826-5D83-56A5-EF5E-0CA2BBC0B430}"/>
          </ac:spMkLst>
        </pc:spChg>
        <pc:spChg chg="mod">
          <ac:chgData name="昕 许" userId="a2975fcd840abfc3" providerId="LiveId" clId="{49CCD4F9-177C-4270-9A14-60236FF377E8}" dt="2026-04-14T08:49:06.777" v="6695" actId="20577"/>
          <ac:spMkLst>
            <pc:docMk/>
            <pc:sldMk cId="3458542542" sldId="300"/>
            <ac:spMk id="11" creationId="{B3954F2E-51FB-0117-F76D-289D171639D8}"/>
          </ac:spMkLst>
        </pc:spChg>
        <pc:spChg chg="mod">
          <ac:chgData name="昕 许" userId="a2975fcd840abfc3" providerId="LiveId" clId="{49CCD4F9-177C-4270-9A14-60236FF377E8}" dt="2026-04-14T08:48:47.036" v="6686" actId="165"/>
          <ac:spMkLst>
            <pc:docMk/>
            <pc:sldMk cId="3458542542" sldId="300"/>
            <ac:spMk id="14" creationId="{F2ADC0D7-C26E-7014-1AB6-8ED63988334C}"/>
          </ac:spMkLst>
        </pc:spChg>
        <pc:spChg chg="mod">
          <ac:chgData name="昕 许" userId="a2975fcd840abfc3" providerId="LiveId" clId="{49CCD4F9-177C-4270-9A14-60236FF377E8}" dt="2026-04-14T08:49:23.370" v="6703" actId="20577"/>
          <ac:spMkLst>
            <pc:docMk/>
            <pc:sldMk cId="3458542542" sldId="300"/>
            <ac:spMk id="16" creationId="{961FDA6A-7ADB-0D1B-D834-8A70DD2452F8}"/>
          </ac:spMkLst>
        </pc:spChg>
        <pc:spChg chg="mod">
          <ac:chgData name="昕 许" userId="a2975fcd840abfc3" providerId="LiveId" clId="{49CCD4F9-177C-4270-9A14-60236FF377E8}" dt="2026-04-14T08:49:55.250" v="6718" actId="207"/>
          <ac:spMkLst>
            <pc:docMk/>
            <pc:sldMk cId="3458542542" sldId="300"/>
            <ac:spMk id="17" creationId="{6B99BF5C-39C0-B52D-26E8-9028BD43BD87}"/>
          </ac:spMkLst>
        </pc:spChg>
        <pc:spChg chg="mod">
          <ac:chgData name="昕 许" userId="a2975fcd840abfc3" providerId="LiveId" clId="{49CCD4F9-177C-4270-9A14-60236FF377E8}" dt="2026-04-14T08:49:24.656" v="6705" actId="20577"/>
          <ac:spMkLst>
            <pc:docMk/>
            <pc:sldMk cId="3458542542" sldId="300"/>
            <ac:spMk id="20" creationId="{08A7E70C-60B2-97C8-EFBD-B2BA6325B1CA}"/>
          </ac:spMkLst>
        </pc:spChg>
        <pc:spChg chg="mod">
          <ac:chgData name="昕 许" userId="a2975fcd840abfc3" providerId="LiveId" clId="{49CCD4F9-177C-4270-9A14-60236FF377E8}" dt="2026-04-14T08:48:47.036" v="6686" actId="165"/>
          <ac:spMkLst>
            <pc:docMk/>
            <pc:sldMk cId="3458542542" sldId="300"/>
            <ac:spMk id="21" creationId="{63D3D303-B95D-D314-6078-706F9B68CFDF}"/>
          </ac:spMkLst>
        </pc:spChg>
        <pc:spChg chg="mod">
          <ac:chgData name="昕 许" userId="a2975fcd840abfc3" providerId="LiveId" clId="{49CCD4F9-177C-4270-9A14-60236FF377E8}" dt="2026-04-14T08:48:47.036" v="6686" actId="165"/>
          <ac:spMkLst>
            <pc:docMk/>
            <pc:sldMk cId="3458542542" sldId="300"/>
            <ac:spMk id="22" creationId="{F64FCDBE-86EA-B04C-9B6F-A45CF69C3A92}"/>
          </ac:spMkLst>
        </pc:spChg>
        <pc:spChg chg="del mod topLvl">
          <ac:chgData name="昕 许" userId="a2975fcd840abfc3" providerId="LiveId" clId="{49CCD4F9-177C-4270-9A14-60236FF377E8}" dt="2026-04-14T08:48:49.372" v="6687" actId="478"/>
          <ac:spMkLst>
            <pc:docMk/>
            <pc:sldMk cId="3458542542" sldId="300"/>
            <ac:spMk id="23" creationId="{49053800-2B79-DA13-87B4-3CD466B62B21}"/>
          </ac:spMkLst>
        </pc:spChg>
        <pc:spChg chg="mod">
          <ac:chgData name="昕 许" userId="a2975fcd840abfc3" providerId="LiveId" clId="{49CCD4F9-177C-4270-9A14-60236FF377E8}" dt="2026-04-14T08:51:08.838" v="6761" actId="207"/>
          <ac:spMkLst>
            <pc:docMk/>
            <pc:sldMk cId="3458542542" sldId="300"/>
            <ac:spMk id="24" creationId="{15AB0BEF-D922-0EFE-975F-2C20AA2E0F58}"/>
          </ac:spMkLst>
        </pc:spChg>
        <pc:spChg chg="mod">
          <ac:chgData name="昕 许" userId="a2975fcd840abfc3" providerId="LiveId" clId="{49CCD4F9-177C-4270-9A14-60236FF377E8}" dt="2026-04-14T08:49:26.260" v="6707" actId="20577"/>
          <ac:spMkLst>
            <pc:docMk/>
            <pc:sldMk cId="3458542542" sldId="300"/>
            <ac:spMk id="26" creationId="{59AC7A22-4AA6-0CE7-2F02-0738050EAE88}"/>
          </ac:spMkLst>
        </pc:spChg>
        <pc:spChg chg="mod">
          <ac:chgData name="昕 许" userId="a2975fcd840abfc3" providerId="LiveId" clId="{49CCD4F9-177C-4270-9A14-60236FF377E8}" dt="2026-04-14T08:49:57.741" v="6719" actId="207"/>
          <ac:spMkLst>
            <pc:docMk/>
            <pc:sldMk cId="3458542542" sldId="300"/>
            <ac:spMk id="27" creationId="{6968A9C4-BE10-A6F5-FC66-EC22052ACDA7}"/>
          </ac:spMkLst>
        </pc:spChg>
        <pc:spChg chg="del">
          <ac:chgData name="昕 许" userId="a2975fcd840abfc3" providerId="LiveId" clId="{49CCD4F9-177C-4270-9A14-60236FF377E8}" dt="2026-04-14T08:48:39.775" v="6682" actId="478"/>
          <ac:spMkLst>
            <pc:docMk/>
            <pc:sldMk cId="3458542542" sldId="300"/>
            <ac:spMk id="28" creationId="{813292F6-89D8-0316-4B13-09D61119D5DF}"/>
          </ac:spMkLst>
        </pc:spChg>
        <pc:spChg chg="del">
          <ac:chgData name="昕 许" userId="a2975fcd840abfc3" providerId="LiveId" clId="{49CCD4F9-177C-4270-9A14-60236FF377E8}" dt="2026-04-14T08:48:41.826" v="6685" actId="478"/>
          <ac:spMkLst>
            <pc:docMk/>
            <pc:sldMk cId="3458542542" sldId="300"/>
            <ac:spMk id="30" creationId="{2BC37FA2-9E14-F2BB-F3B1-75B9350957B0}"/>
          </ac:spMkLst>
        </pc:spChg>
        <pc:spChg chg="mod">
          <ac:chgData name="昕 许" userId="a2975fcd840abfc3" providerId="LiveId" clId="{49CCD4F9-177C-4270-9A14-60236FF377E8}" dt="2026-04-14T08:48:55.198" v="6689" actId="20577"/>
          <ac:spMkLst>
            <pc:docMk/>
            <pc:sldMk cId="3458542542" sldId="300"/>
            <ac:spMk id="35" creationId="{627087AD-FE40-FB11-E4D2-A0FDD3A40024}"/>
          </ac:spMkLst>
        </pc:spChg>
        <pc:spChg chg="mod">
          <ac:chgData name="昕 许" userId="a2975fcd840abfc3" providerId="LiveId" clId="{49CCD4F9-177C-4270-9A14-60236FF377E8}" dt="2026-04-14T08:48:55.198" v="6689" actId="20577"/>
          <ac:spMkLst>
            <pc:docMk/>
            <pc:sldMk cId="3458542542" sldId="300"/>
            <ac:spMk id="36" creationId="{5C09AA54-E3B8-F20F-81A3-E64B72DE429A}"/>
          </ac:spMkLst>
        </pc:spChg>
        <pc:spChg chg="mod">
          <ac:chgData name="昕 许" userId="a2975fcd840abfc3" providerId="LiveId" clId="{49CCD4F9-177C-4270-9A14-60236FF377E8}" dt="2026-04-14T08:48:56.428" v="6690" actId="20577"/>
          <ac:spMkLst>
            <pc:docMk/>
            <pc:sldMk cId="3458542542" sldId="300"/>
            <ac:spMk id="39" creationId="{5D2B14B1-67C5-C196-AE5A-2E595559E331}"/>
          </ac:spMkLst>
        </pc:spChg>
        <pc:spChg chg="mod">
          <ac:chgData name="昕 许" userId="a2975fcd840abfc3" providerId="LiveId" clId="{49CCD4F9-177C-4270-9A14-60236FF377E8}" dt="2026-04-14T08:49:52.209" v="6717" actId="207"/>
          <ac:spMkLst>
            <pc:docMk/>
            <pc:sldMk cId="3458542542" sldId="300"/>
            <ac:spMk id="40" creationId="{DBB81E82-0F0F-8FFD-1537-2A9867D9D5AE}"/>
          </ac:spMkLst>
        </pc:spChg>
        <pc:spChg chg="del">
          <ac:chgData name="昕 许" userId="a2975fcd840abfc3" providerId="LiveId" clId="{49CCD4F9-177C-4270-9A14-60236FF377E8}" dt="2026-04-14T08:48:40.994" v="6684" actId="478"/>
          <ac:spMkLst>
            <pc:docMk/>
            <pc:sldMk cId="3458542542" sldId="300"/>
            <ac:spMk id="41" creationId="{D057FC8E-818C-5AC6-0613-0929B268FB85}"/>
          </ac:spMkLst>
        </pc:spChg>
        <pc:spChg chg="del">
          <ac:chgData name="昕 许" userId="a2975fcd840abfc3" providerId="LiveId" clId="{49CCD4F9-177C-4270-9A14-60236FF377E8}" dt="2026-04-14T08:48:39.004" v="6681" actId="478"/>
          <ac:spMkLst>
            <pc:docMk/>
            <pc:sldMk cId="3458542542" sldId="300"/>
            <ac:spMk id="43" creationId="{AACAC78C-946C-012B-B5A4-C78E1CCE49E3}"/>
          </ac:spMkLst>
        </pc:spChg>
        <pc:spChg chg="mod">
          <ac:chgData name="昕 许" userId="a2975fcd840abfc3" providerId="LiveId" clId="{49CCD4F9-177C-4270-9A14-60236FF377E8}" dt="2026-04-14T08:48:47.036" v="6686" actId="165"/>
          <ac:spMkLst>
            <pc:docMk/>
            <pc:sldMk cId="3458542542" sldId="300"/>
            <ac:spMk id="45" creationId="{548F487F-AB4F-6EC9-FA98-BCCD069F3EE9}"/>
          </ac:spMkLst>
        </pc:spChg>
        <pc:spChg chg="mod">
          <ac:chgData name="昕 许" userId="a2975fcd840abfc3" providerId="LiveId" clId="{49CCD4F9-177C-4270-9A14-60236FF377E8}" dt="2026-04-14T08:49:27.683" v="6709" actId="20577"/>
          <ac:spMkLst>
            <pc:docMk/>
            <pc:sldMk cId="3458542542" sldId="300"/>
            <ac:spMk id="46" creationId="{64EED527-CFA0-D587-3835-872D6F113D7A}"/>
          </ac:spMkLst>
        </pc:spChg>
        <pc:spChg chg="mod">
          <ac:chgData name="昕 许" userId="a2975fcd840abfc3" providerId="LiveId" clId="{49CCD4F9-177C-4270-9A14-60236FF377E8}" dt="2026-04-14T08:48:47.036" v="6686" actId="165"/>
          <ac:spMkLst>
            <pc:docMk/>
            <pc:sldMk cId="3458542542" sldId="300"/>
            <ac:spMk id="47" creationId="{88B84639-BC90-D7DC-FA73-D2B9D87AB751}"/>
          </ac:spMkLst>
        </pc:spChg>
        <pc:spChg chg="mod">
          <ac:chgData name="昕 许" userId="a2975fcd840abfc3" providerId="LiveId" clId="{49CCD4F9-177C-4270-9A14-60236FF377E8}" dt="2026-04-14T08:49:27.683" v="6709" actId="20577"/>
          <ac:spMkLst>
            <pc:docMk/>
            <pc:sldMk cId="3458542542" sldId="300"/>
            <ac:spMk id="54" creationId="{068C67DA-73E9-E0D9-E50A-6D99D0A79E68}"/>
          </ac:spMkLst>
        </pc:spChg>
        <pc:spChg chg="mod">
          <ac:chgData name="昕 许" userId="a2975fcd840abfc3" providerId="LiveId" clId="{49CCD4F9-177C-4270-9A14-60236FF377E8}" dt="2026-04-14T08:49:29.008" v="6711" actId="20577"/>
          <ac:spMkLst>
            <pc:docMk/>
            <pc:sldMk cId="3458542542" sldId="300"/>
            <ac:spMk id="56" creationId="{45765C3A-19DB-3BA1-5FAB-DF476AF9ABF8}"/>
          </ac:spMkLst>
        </pc:spChg>
        <pc:spChg chg="mod">
          <ac:chgData name="昕 许" userId="a2975fcd840abfc3" providerId="LiveId" clId="{49CCD4F9-177C-4270-9A14-60236FF377E8}" dt="2026-04-14T08:49:59.719" v="6720" actId="207"/>
          <ac:spMkLst>
            <pc:docMk/>
            <pc:sldMk cId="3458542542" sldId="300"/>
            <ac:spMk id="57" creationId="{42CF93BF-5C3B-89F1-BD94-EF4AAE12AB57}"/>
          </ac:spMkLst>
        </pc:spChg>
        <pc:spChg chg="mod">
          <ac:chgData name="昕 许" userId="a2975fcd840abfc3" providerId="LiveId" clId="{49CCD4F9-177C-4270-9A14-60236FF377E8}" dt="2026-04-14T08:49:30.679" v="6713" actId="20577"/>
          <ac:spMkLst>
            <pc:docMk/>
            <pc:sldMk cId="3458542542" sldId="300"/>
            <ac:spMk id="59" creationId="{964EE067-4008-357D-FE06-512EDCB58D98}"/>
          </ac:spMkLst>
        </pc:spChg>
        <pc:spChg chg="mod">
          <ac:chgData name="昕 许" userId="a2975fcd840abfc3" providerId="LiveId" clId="{49CCD4F9-177C-4270-9A14-60236FF377E8}" dt="2026-04-14T08:49:30.679" v="6713" actId="20577"/>
          <ac:spMkLst>
            <pc:docMk/>
            <pc:sldMk cId="3458542542" sldId="300"/>
            <ac:spMk id="60" creationId="{6B89E910-BB63-C6A6-4132-525ABDB52A34}"/>
          </ac:spMkLst>
        </pc:spChg>
        <pc:spChg chg="mod">
          <ac:chgData name="昕 许" userId="a2975fcd840abfc3" providerId="LiveId" clId="{49CCD4F9-177C-4270-9A14-60236FF377E8}" dt="2026-04-14T08:49:32.937" v="6714" actId="20577"/>
          <ac:spMkLst>
            <pc:docMk/>
            <pc:sldMk cId="3458542542" sldId="300"/>
            <ac:spMk id="62" creationId="{08EF1916-F198-4867-42DA-3D9AFE82A8B8}"/>
          </ac:spMkLst>
        </pc:spChg>
        <pc:spChg chg="mod">
          <ac:chgData name="昕 许" userId="a2975fcd840abfc3" providerId="LiveId" clId="{49CCD4F9-177C-4270-9A14-60236FF377E8}" dt="2026-04-14T08:52:27.913" v="6787" actId="207"/>
          <ac:spMkLst>
            <pc:docMk/>
            <pc:sldMk cId="3458542542" sldId="300"/>
            <ac:spMk id="63" creationId="{F48DB1BD-8E16-3AE6-DCB8-0B219DBD0B3C}"/>
          </ac:spMkLst>
        </pc:spChg>
        <pc:spChg chg="mod">
          <ac:chgData name="昕 许" userId="a2975fcd840abfc3" providerId="LiveId" clId="{49CCD4F9-177C-4270-9A14-60236FF377E8}" dt="2026-04-14T08:49:15.857" v="6698"/>
          <ac:spMkLst>
            <pc:docMk/>
            <pc:sldMk cId="3458542542" sldId="300"/>
            <ac:spMk id="65" creationId="{6FA62AA2-4719-98A7-3B74-82E3A619A1DD}"/>
          </ac:spMkLst>
        </pc:spChg>
        <pc:spChg chg="mod">
          <ac:chgData name="昕 许" userId="a2975fcd840abfc3" providerId="LiveId" clId="{49CCD4F9-177C-4270-9A14-60236FF377E8}" dt="2026-04-14T08:49:15.857" v="6698"/>
          <ac:spMkLst>
            <pc:docMk/>
            <pc:sldMk cId="3458542542" sldId="300"/>
            <ac:spMk id="69" creationId="{CC9BE73A-9094-C98B-0C27-8A85FC385A40}"/>
          </ac:spMkLst>
        </pc:spChg>
        <pc:spChg chg="mod">
          <ac:chgData name="昕 许" userId="a2975fcd840abfc3" providerId="LiveId" clId="{49CCD4F9-177C-4270-9A14-60236FF377E8}" dt="2026-04-14T08:49:15.857" v="6698"/>
          <ac:spMkLst>
            <pc:docMk/>
            <pc:sldMk cId="3458542542" sldId="300"/>
            <ac:spMk id="71" creationId="{7D97B3DF-358C-1770-DAD2-3FC506F5CBD8}"/>
          </ac:spMkLst>
        </pc:spChg>
        <pc:spChg chg="mod">
          <ac:chgData name="昕 许" userId="a2975fcd840abfc3" providerId="LiveId" clId="{49CCD4F9-177C-4270-9A14-60236FF377E8}" dt="2026-04-14T08:49:15.857" v="6698"/>
          <ac:spMkLst>
            <pc:docMk/>
            <pc:sldMk cId="3458542542" sldId="300"/>
            <ac:spMk id="72" creationId="{55B9A7E4-588C-BCA7-1762-2F7F856F4132}"/>
          </ac:spMkLst>
        </pc:spChg>
        <pc:spChg chg="add mod">
          <ac:chgData name="昕 许" userId="a2975fcd840abfc3" providerId="LiveId" clId="{49CCD4F9-177C-4270-9A14-60236FF377E8}" dt="2026-04-14T08:51:05.174" v="6760" actId="207"/>
          <ac:spMkLst>
            <pc:docMk/>
            <pc:sldMk cId="3458542542" sldId="300"/>
            <ac:spMk id="73" creationId="{042B6B5C-EAE8-9286-7970-FFF76B46A51B}"/>
          </ac:spMkLst>
        </pc:spChg>
        <pc:spChg chg="add mod">
          <ac:chgData name="昕 许" userId="a2975fcd840abfc3" providerId="LiveId" clId="{49CCD4F9-177C-4270-9A14-60236FF377E8}" dt="2026-04-14T08:51:24.435" v="6778" actId="207"/>
          <ac:spMkLst>
            <pc:docMk/>
            <pc:sldMk cId="3458542542" sldId="300"/>
            <ac:spMk id="88" creationId="{912E4A40-B46E-AFEE-666B-38B4E9A60F72}"/>
          </ac:spMkLst>
        </pc:spChg>
        <pc:grpChg chg="del">
          <ac:chgData name="昕 许" userId="a2975fcd840abfc3" providerId="LiveId" clId="{49CCD4F9-177C-4270-9A14-60236FF377E8}" dt="2026-04-14T08:48:40.994" v="6684" actId="478"/>
          <ac:grpSpMkLst>
            <pc:docMk/>
            <pc:sldMk cId="3458542542" sldId="300"/>
            <ac:grpSpMk id="3" creationId="{F8E0069E-0BB6-26BF-2FDF-307FAF485DBF}"/>
          </ac:grpSpMkLst>
        </pc:grpChg>
        <pc:grpChg chg="add mod">
          <ac:chgData name="昕 许" userId="a2975fcd840abfc3" providerId="LiveId" clId="{49CCD4F9-177C-4270-9A14-60236FF377E8}" dt="2026-04-14T08:49:05.090" v="6694" actId="1076"/>
          <ac:grpSpMkLst>
            <pc:docMk/>
            <pc:sldMk cId="3458542542" sldId="300"/>
            <ac:grpSpMk id="6" creationId="{167CEFFB-6914-D4AE-B5DF-3BBB67887D26}"/>
          </ac:grpSpMkLst>
        </pc:grpChg>
        <pc:grpChg chg="del">
          <ac:chgData name="昕 许" userId="a2975fcd840abfc3" providerId="LiveId" clId="{49CCD4F9-177C-4270-9A14-60236FF377E8}" dt="2026-04-14T08:48:49.372" v="6687" actId="478"/>
          <ac:grpSpMkLst>
            <pc:docMk/>
            <pc:sldMk cId="3458542542" sldId="300"/>
            <ac:grpSpMk id="12" creationId="{7533B9A6-2D99-483D-2F6F-C389779EF30A}"/>
          </ac:grpSpMkLst>
        </pc:grpChg>
        <pc:grpChg chg="add mod">
          <ac:chgData name="昕 许" userId="a2975fcd840abfc3" providerId="LiveId" clId="{49CCD4F9-177C-4270-9A14-60236FF377E8}" dt="2026-04-14T08:49:23.370" v="6703" actId="20577"/>
          <ac:grpSpMkLst>
            <pc:docMk/>
            <pc:sldMk cId="3458542542" sldId="300"/>
            <ac:grpSpMk id="15" creationId="{8BBA80B3-E04F-C49F-7A23-44985540A885}"/>
          </ac:grpSpMkLst>
        </pc:grpChg>
        <pc:grpChg chg="add mod">
          <ac:chgData name="昕 许" userId="a2975fcd840abfc3" providerId="LiveId" clId="{49CCD4F9-177C-4270-9A14-60236FF377E8}" dt="2026-04-14T08:49:24.656" v="6705" actId="20577"/>
          <ac:grpSpMkLst>
            <pc:docMk/>
            <pc:sldMk cId="3458542542" sldId="300"/>
            <ac:grpSpMk id="18" creationId="{98C1ED08-7C0B-2D5F-F8FB-0F9595F4D049}"/>
          </ac:grpSpMkLst>
        </pc:grpChg>
        <pc:grpChg chg="del">
          <ac:chgData name="昕 许" userId="a2975fcd840abfc3" providerId="LiveId" clId="{49CCD4F9-177C-4270-9A14-60236FF377E8}" dt="2026-04-14T08:48:49.372" v="6687" actId="478"/>
          <ac:grpSpMkLst>
            <pc:docMk/>
            <pc:sldMk cId="3458542542" sldId="300"/>
            <ac:grpSpMk id="19" creationId="{C6BFF1DB-D551-5E01-6C92-2DCF40FC3B9C}"/>
          </ac:grpSpMkLst>
        </pc:grpChg>
        <pc:grpChg chg="add mod">
          <ac:chgData name="昕 许" userId="a2975fcd840abfc3" providerId="LiveId" clId="{49CCD4F9-177C-4270-9A14-60236FF377E8}" dt="2026-04-14T08:49:26.260" v="6707" actId="20577"/>
          <ac:grpSpMkLst>
            <pc:docMk/>
            <pc:sldMk cId="3458542542" sldId="300"/>
            <ac:grpSpMk id="25" creationId="{DE860D75-989B-8F48-99D6-3C90852F06B5}"/>
          </ac:grpSpMkLst>
        </pc:grpChg>
        <pc:grpChg chg="del">
          <ac:chgData name="昕 许" userId="a2975fcd840abfc3" providerId="LiveId" clId="{49CCD4F9-177C-4270-9A14-60236FF377E8}" dt="2026-04-14T08:48:40.994" v="6684" actId="478"/>
          <ac:grpSpMkLst>
            <pc:docMk/>
            <pc:sldMk cId="3458542542" sldId="300"/>
            <ac:grpSpMk id="29" creationId="{F080DD8B-640A-C8B4-436E-69F2F7DC5B4A}"/>
          </ac:grpSpMkLst>
        </pc:grpChg>
        <pc:grpChg chg="del">
          <ac:chgData name="昕 许" userId="a2975fcd840abfc3" providerId="LiveId" clId="{49CCD4F9-177C-4270-9A14-60236FF377E8}" dt="2026-04-14T08:48:41.826" v="6685" actId="478"/>
          <ac:grpSpMkLst>
            <pc:docMk/>
            <pc:sldMk cId="3458542542" sldId="300"/>
            <ac:grpSpMk id="32" creationId="{0403E637-F018-0C78-EE20-78880B836369}"/>
          </ac:grpSpMkLst>
        </pc:grpChg>
        <pc:grpChg chg="mod">
          <ac:chgData name="昕 许" userId="a2975fcd840abfc3" providerId="LiveId" clId="{49CCD4F9-177C-4270-9A14-60236FF377E8}" dt="2026-04-14T08:48:55.198" v="6689" actId="20577"/>
          <ac:grpSpMkLst>
            <pc:docMk/>
            <pc:sldMk cId="3458542542" sldId="300"/>
            <ac:grpSpMk id="34" creationId="{1E7E60F1-80D1-EB3A-3313-58CEC8A047F0}"/>
          </ac:grpSpMkLst>
        </pc:grpChg>
        <pc:grpChg chg="mod">
          <ac:chgData name="昕 许" userId="a2975fcd840abfc3" providerId="LiveId" clId="{49CCD4F9-177C-4270-9A14-60236FF377E8}" dt="2026-04-14T08:48:56.428" v="6690" actId="20577"/>
          <ac:grpSpMkLst>
            <pc:docMk/>
            <pc:sldMk cId="3458542542" sldId="300"/>
            <ac:grpSpMk id="38" creationId="{C57C6FCC-85A4-B8A3-AB22-B75BF7F685C4}"/>
          </ac:grpSpMkLst>
        </pc:grpChg>
        <pc:grpChg chg="del">
          <ac:chgData name="昕 许" userId="a2975fcd840abfc3" providerId="LiveId" clId="{49CCD4F9-177C-4270-9A14-60236FF377E8}" dt="2026-04-14T08:48:49.372" v="6687" actId="478"/>
          <ac:grpSpMkLst>
            <pc:docMk/>
            <pc:sldMk cId="3458542542" sldId="300"/>
            <ac:grpSpMk id="42" creationId="{AD987FBE-FD25-A07E-0007-85936E77CBE7}"/>
          </ac:grpSpMkLst>
        </pc:grpChg>
        <pc:grpChg chg="mod">
          <ac:chgData name="昕 许" userId="a2975fcd840abfc3" providerId="LiveId" clId="{49CCD4F9-177C-4270-9A14-60236FF377E8}" dt="2026-04-14T08:49:27.683" v="6709" actId="20577"/>
          <ac:grpSpMkLst>
            <pc:docMk/>
            <pc:sldMk cId="3458542542" sldId="300"/>
            <ac:grpSpMk id="44" creationId="{5029F3A0-A41F-C6B0-18CA-9C55C15568DC}"/>
          </ac:grpSpMkLst>
        </pc:grpChg>
        <pc:grpChg chg="del">
          <ac:chgData name="昕 许" userId="a2975fcd840abfc3" providerId="LiveId" clId="{49CCD4F9-177C-4270-9A14-60236FF377E8}" dt="2026-04-14T08:48:40.994" v="6684" actId="478"/>
          <ac:grpSpMkLst>
            <pc:docMk/>
            <pc:sldMk cId="3458542542" sldId="300"/>
            <ac:grpSpMk id="48" creationId="{6C9E545E-FB43-BF25-030A-C19138DBEFFE}"/>
          </ac:grpSpMkLst>
        </pc:grpChg>
        <pc:grpChg chg="del">
          <ac:chgData name="昕 许" userId="a2975fcd840abfc3" providerId="LiveId" clId="{49CCD4F9-177C-4270-9A14-60236FF377E8}" dt="2026-04-14T08:49:00.142" v="6692" actId="478"/>
          <ac:grpSpMkLst>
            <pc:docMk/>
            <pc:sldMk cId="3458542542" sldId="300"/>
            <ac:grpSpMk id="49" creationId="{FABB9B66-2A44-1E95-5878-04B99D4D955B}"/>
          </ac:grpSpMkLst>
        </pc:grpChg>
        <pc:grpChg chg="mod">
          <ac:chgData name="昕 许" userId="a2975fcd840abfc3" providerId="LiveId" clId="{49CCD4F9-177C-4270-9A14-60236FF377E8}" dt="2026-04-14T08:49:29.008" v="6711" actId="20577"/>
          <ac:grpSpMkLst>
            <pc:docMk/>
            <pc:sldMk cId="3458542542" sldId="300"/>
            <ac:grpSpMk id="55" creationId="{6FF64590-98DC-0C4D-1F0A-81CA93168BE1}"/>
          </ac:grpSpMkLst>
        </pc:grpChg>
        <pc:grpChg chg="mod">
          <ac:chgData name="昕 许" userId="a2975fcd840abfc3" providerId="LiveId" clId="{49CCD4F9-177C-4270-9A14-60236FF377E8}" dt="2026-04-14T08:49:30.679" v="6713" actId="20577"/>
          <ac:grpSpMkLst>
            <pc:docMk/>
            <pc:sldMk cId="3458542542" sldId="300"/>
            <ac:grpSpMk id="58" creationId="{C6095DA4-4549-98F3-BF14-B62B5F58AE9A}"/>
          </ac:grpSpMkLst>
        </pc:grpChg>
        <pc:grpChg chg="mod">
          <ac:chgData name="昕 许" userId="a2975fcd840abfc3" providerId="LiveId" clId="{49CCD4F9-177C-4270-9A14-60236FF377E8}" dt="2026-04-14T08:49:32.937" v="6714" actId="20577"/>
          <ac:grpSpMkLst>
            <pc:docMk/>
            <pc:sldMk cId="3458542542" sldId="300"/>
            <ac:grpSpMk id="61" creationId="{130D60D9-B9A5-9EF3-BFB8-927C75A94BDE}"/>
          </ac:grpSpMkLst>
        </pc:grpChg>
        <pc:grpChg chg="del mod">
          <ac:chgData name="昕 许" userId="a2975fcd840abfc3" providerId="LiveId" clId="{49CCD4F9-177C-4270-9A14-60236FF377E8}" dt="2026-04-14T08:49:36.313" v="6716" actId="478"/>
          <ac:grpSpMkLst>
            <pc:docMk/>
            <pc:sldMk cId="3458542542" sldId="300"/>
            <ac:grpSpMk id="64" creationId="{A276CA22-1BC6-FD75-8D3D-18FB6E651C19}"/>
          </ac:grpSpMkLst>
        </pc:grpChg>
        <pc:grpChg chg="del">
          <ac:chgData name="昕 许" userId="a2975fcd840abfc3" providerId="LiveId" clId="{49CCD4F9-177C-4270-9A14-60236FF377E8}" dt="2026-04-14T08:48:40.994" v="6684" actId="478"/>
          <ac:grpSpMkLst>
            <pc:docMk/>
            <pc:sldMk cId="3458542542" sldId="300"/>
            <ac:grpSpMk id="66" creationId="{1D7F7C34-8B75-79BD-644B-82351D731CA4}"/>
          </ac:grpSpMkLst>
        </pc:grpChg>
        <pc:grpChg chg="del mod">
          <ac:chgData name="昕 许" userId="a2975fcd840abfc3" providerId="LiveId" clId="{49CCD4F9-177C-4270-9A14-60236FF377E8}" dt="2026-04-14T08:49:36.313" v="6716" actId="478"/>
          <ac:grpSpMkLst>
            <pc:docMk/>
            <pc:sldMk cId="3458542542" sldId="300"/>
            <ac:grpSpMk id="70" creationId="{785F9479-2886-CE87-172A-8337FEF5DF98}"/>
          </ac:grpSpMkLst>
        </pc:grpChg>
        <pc:cxnChg chg="del">
          <ac:chgData name="昕 许" userId="a2975fcd840abfc3" providerId="LiveId" clId="{49CCD4F9-177C-4270-9A14-60236FF377E8}" dt="2026-04-14T08:48:40.325" v="6683" actId="478"/>
          <ac:cxnSpMkLst>
            <pc:docMk/>
            <pc:sldMk cId="3458542542" sldId="300"/>
            <ac:cxnSpMk id="8" creationId="{914517BD-89E4-F81F-D61A-15BDDE24AE71}"/>
          </ac:cxnSpMkLst>
        </pc:cxnChg>
        <pc:cxnChg chg="add mod">
          <ac:chgData name="昕 许" userId="a2975fcd840abfc3" providerId="LiveId" clId="{49CCD4F9-177C-4270-9A14-60236FF377E8}" dt="2026-04-14T08:50:44.471" v="6747" actId="208"/>
          <ac:cxnSpMkLst>
            <pc:docMk/>
            <pc:sldMk cId="3458542542" sldId="300"/>
            <ac:cxnSpMk id="75" creationId="{0CF96B22-F800-1921-8D65-46A7C66DA450}"/>
          </ac:cxnSpMkLst>
        </pc:cxnChg>
        <pc:cxnChg chg="add mod">
          <ac:chgData name="昕 许" userId="a2975fcd840abfc3" providerId="LiveId" clId="{49CCD4F9-177C-4270-9A14-60236FF377E8}" dt="2026-04-14T08:50:49.201" v="6750" actId="14100"/>
          <ac:cxnSpMkLst>
            <pc:docMk/>
            <pc:sldMk cId="3458542542" sldId="300"/>
            <ac:cxnSpMk id="76" creationId="{F473022B-EA8E-3CE7-7362-D8905A480BC2}"/>
          </ac:cxnSpMkLst>
        </pc:cxnChg>
        <pc:cxnChg chg="add mod">
          <ac:chgData name="昕 许" userId="a2975fcd840abfc3" providerId="LiveId" clId="{49CCD4F9-177C-4270-9A14-60236FF377E8}" dt="2026-04-14T08:50:53.189" v="6753" actId="14100"/>
          <ac:cxnSpMkLst>
            <pc:docMk/>
            <pc:sldMk cId="3458542542" sldId="300"/>
            <ac:cxnSpMk id="79" creationId="{082D45F2-2D75-E751-779A-647A0C749043}"/>
          </ac:cxnSpMkLst>
        </pc:cxnChg>
        <pc:cxnChg chg="add mod">
          <ac:chgData name="昕 许" userId="a2975fcd840abfc3" providerId="LiveId" clId="{49CCD4F9-177C-4270-9A14-60236FF377E8}" dt="2026-04-14T08:50:57.089" v="6756" actId="14100"/>
          <ac:cxnSpMkLst>
            <pc:docMk/>
            <pc:sldMk cId="3458542542" sldId="300"/>
            <ac:cxnSpMk id="82" creationId="{636655E7-4B5B-49C8-31F3-0602ECCA688C}"/>
          </ac:cxnSpMkLst>
        </pc:cxnChg>
        <pc:cxnChg chg="add mod">
          <ac:chgData name="昕 许" userId="a2975fcd840abfc3" providerId="LiveId" clId="{49CCD4F9-177C-4270-9A14-60236FF377E8}" dt="2026-04-14T08:51:01.515" v="6759" actId="14100"/>
          <ac:cxnSpMkLst>
            <pc:docMk/>
            <pc:sldMk cId="3458542542" sldId="300"/>
            <ac:cxnSpMk id="85" creationId="{C45EF023-E8AF-2792-0153-8E2BC26EBF3C}"/>
          </ac:cxnSpMkLst>
        </pc:cxnChg>
        <pc:cxnChg chg="add mod">
          <ac:chgData name="昕 许" userId="a2975fcd840abfc3" providerId="LiveId" clId="{49CCD4F9-177C-4270-9A14-60236FF377E8}" dt="2026-04-14T08:51:37.767" v="6782" actId="208"/>
          <ac:cxnSpMkLst>
            <pc:docMk/>
            <pc:sldMk cId="3458542542" sldId="300"/>
            <ac:cxnSpMk id="89" creationId="{4EA506CE-ECD2-B9BF-EF7A-E03BA6366EC8}"/>
          </ac:cxnSpMkLst>
        </pc:cxnChg>
        <pc:cxnChg chg="add mod">
          <ac:chgData name="昕 许" userId="a2975fcd840abfc3" providerId="LiveId" clId="{49CCD4F9-177C-4270-9A14-60236FF377E8}" dt="2026-04-14T08:51:43.677" v="6786" actId="14100"/>
          <ac:cxnSpMkLst>
            <pc:docMk/>
            <pc:sldMk cId="3458542542" sldId="300"/>
            <ac:cxnSpMk id="92" creationId="{1432B7C5-5E1D-3EA4-D92C-F50B71F850A4}"/>
          </ac:cxnSpMkLst>
        </pc:cxnChg>
      </pc:sldChg>
      <pc:sldChg chg="addSp delSp modSp add mod">
        <pc:chgData name="昕 许" userId="a2975fcd840abfc3" providerId="LiveId" clId="{49CCD4F9-177C-4270-9A14-60236FF377E8}" dt="2026-04-14T08:58:39.379" v="6932" actId="1076"/>
        <pc:sldMkLst>
          <pc:docMk/>
          <pc:sldMk cId="3988483643" sldId="301"/>
        </pc:sldMkLst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3" creationId="{8C4B0321-D0B7-5972-F029-CAEC9740E170}"/>
          </ac:spMkLst>
        </pc:spChg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4" creationId="{398DC9A3-E9D3-4ABA-99BD-B879CD2A272E}"/>
          </ac:spMkLst>
        </pc:spChg>
        <pc:spChg chg="add mod">
          <ac:chgData name="昕 许" userId="a2975fcd840abfc3" providerId="LiveId" clId="{49CCD4F9-177C-4270-9A14-60236FF377E8}" dt="2026-04-14T08:54:51.444" v="6873" actId="1076"/>
          <ac:spMkLst>
            <pc:docMk/>
            <pc:sldMk cId="3988483643" sldId="301"/>
            <ac:spMk id="5" creationId="{F91C69D5-A361-B457-6191-5B0EA289F01B}"/>
          </ac:spMkLst>
        </pc:spChg>
        <pc:spChg chg="add mod">
          <ac:chgData name="昕 许" userId="a2975fcd840abfc3" providerId="LiveId" clId="{49CCD4F9-177C-4270-9A14-60236FF377E8}" dt="2026-04-14T08:55:00.759" v="6875" actId="208"/>
          <ac:spMkLst>
            <pc:docMk/>
            <pc:sldMk cId="3988483643" sldId="301"/>
            <ac:spMk id="7" creationId="{4FB6467C-F299-7A05-0A54-0146F7039BF0}"/>
          </ac:spMkLst>
        </pc:spChg>
        <pc:spChg chg="add mod">
          <ac:chgData name="昕 许" userId="a2975fcd840abfc3" providerId="LiveId" clId="{49CCD4F9-177C-4270-9A14-60236FF377E8}" dt="2026-04-14T08:55:57.783" v="6894" actId="1076"/>
          <ac:spMkLst>
            <pc:docMk/>
            <pc:sldMk cId="3988483643" sldId="301"/>
            <ac:spMk id="19" creationId="{75FA08D0-C6DB-4848-C761-524E0E15F306}"/>
          </ac:spMkLst>
        </pc:spChg>
        <pc:spChg chg="add mod">
          <ac:chgData name="昕 许" userId="a2975fcd840abfc3" providerId="LiveId" clId="{49CCD4F9-177C-4270-9A14-60236FF377E8}" dt="2026-04-14T08:56:03.098" v="6897" actId="14100"/>
          <ac:spMkLst>
            <pc:docMk/>
            <pc:sldMk cId="3988483643" sldId="301"/>
            <ac:spMk id="21" creationId="{EB1AF4A3-8313-111C-6D49-52B300B4B5B5}"/>
          </ac:spMkLst>
        </pc:spChg>
        <pc:spChg chg="add mod">
          <ac:chgData name="昕 许" userId="a2975fcd840abfc3" providerId="LiveId" clId="{49CCD4F9-177C-4270-9A14-60236FF377E8}" dt="2026-04-14T08:56:11.589" v="6903" actId="1076"/>
          <ac:spMkLst>
            <pc:docMk/>
            <pc:sldMk cId="3988483643" sldId="301"/>
            <ac:spMk id="22" creationId="{7F04977B-9279-BEAB-F44B-9A06A1011E69}"/>
          </ac:spMkLst>
        </pc:spChg>
        <pc:spChg chg="add mod">
          <ac:chgData name="昕 许" userId="a2975fcd840abfc3" providerId="LiveId" clId="{49CCD4F9-177C-4270-9A14-60236FF377E8}" dt="2026-04-14T08:56:14.453" v="6905" actId="1076"/>
          <ac:spMkLst>
            <pc:docMk/>
            <pc:sldMk cId="3988483643" sldId="301"/>
            <ac:spMk id="23" creationId="{73470BD8-6E0F-C5B8-8C72-EE04B2058A8F}"/>
          </ac:spMkLst>
        </pc:spChg>
        <pc:spChg chg="mod">
          <ac:chgData name="昕 许" userId="a2975fcd840abfc3" providerId="LiveId" clId="{49CCD4F9-177C-4270-9A14-60236FF377E8}" dt="2026-04-14T08:53:48.797" v="6810" actId="207"/>
          <ac:spMkLst>
            <pc:docMk/>
            <pc:sldMk cId="3988483643" sldId="301"/>
            <ac:spMk id="24" creationId="{D5E9D048-C49D-A0BD-3D5B-0C58EB5E8E5D}"/>
          </ac:spMkLst>
        </pc:spChg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26" creationId="{037B09B0-6726-01F5-F24C-460679586D4F}"/>
          </ac:spMkLst>
        </pc:spChg>
        <pc:spChg chg="add mod">
          <ac:chgData name="昕 许" userId="a2975fcd840abfc3" providerId="LiveId" clId="{49CCD4F9-177C-4270-9A14-60236FF377E8}" dt="2026-04-14T08:57:02.310" v="6914" actId="1076"/>
          <ac:spMkLst>
            <pc:docMk/>
            <pc:sldMk cId="3988483643" sldId="301"/>
            <ac:spMk id="31" creationId="{381BA24F-D437-F94F-12E3-7BB317D6B6FB}"/>
          </ac:spMkLst>
        </pc:spChg>
        <pc:spChg chg="add mod">
          <ac:chgData name="昕 许" userId="a2975fcd840abfc3" providerId="LiveId" clId="{49CCD4F9-177C-4270-9A14-60236FF377E8}" dt="2026-04-14T08:57:06.472" v="6917" actId="1076"/>
          <ac:spMkLst>
            <pc:docMk/>
            <pc:sldMk cId="3988483643" sldId="301"/>
            <ac:spMk id="32" creationId="{AE5CF21A-5CAB-650F-B002-0EB34DDFF0FC}"/>
          </ac:spMkLst>
        </pc:spChg>
        <pc:spChg chg="add mod">
          <ac:chgData name="昕 许" userId="a2975fcd840abfc3" providerId="LiveId" clId="{49CCD4F9-177C-4270-9A14-60236FF377E8}" dt="2026-04-14T08:57:12.335" v="6919" actId="1076"/>
          <ac:spMkLst>
            <pc:docMk/>
            <pc:sldMk cId="3988483643" sldId="301"/>
            <ac:spMk id="33" creationId="{EB2AB4C2-85BA-ED6E-915C-591F0DEAFA72}"/>
          </ac:spMkLst>
        </pc:spChg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36" creationId="{1E579C1D-DAE6-52D8-1236-CBE1EBEEB754}"/>
          </ac:spMkLst>
        </pc:spChg>
        <pc:spChg chg="add mod">
          <ac:chgData name="昕 许" userId="a2975fcd840abfc3" providerId="LiveId" clId="{49CCD4F9-177C-4270-9A14-60236FF377E8}" dt="2026-04-14T08:57:12.335" v="6919" actId="1076"/>
          <ac:spMkLst>
            <pc:docMk/>
            <pc:sldMk cId="3988483643" sldId="301"/>
            <ac:spMk id="37" creationId="{9E1247B8-B04C-2135-9107-7818D9F63FEF}"/>
          </ac:spMkLst>
        </pc:spChg>
        <pc:spChg chg="add mod">
          <ac:chgData name="昕 许" userId="a2975fcd840abfc3" providerId="LiveId" clId="{49CCD4F9-177C-4270-9A14-60236FF377E8}" dt="2026-04-14T08:57:17.084" v="6921" actId="1076"/>
          <ac:spMkLst>
            <pc:docMk/>
            <pc:sldMk cId="3988483643" sldId="301"/>
            <ac:spMk id="41" creationId="{FD5E07D9-8950-62D5-89A5-923D000FFEE9}"/>
          </ac:spMkLst>
        </pc:spChg>
        <pc:spChg chg="add mod">
          <ac:chgData name="昕 许" userId="a2975fcd840abfc3" providerId="LiveId" clId="{49CCD4F9-177C-4270-9A14-60236FF377E8}" dt="2026-04-14T08:57:17.084" v="6921" actId="1076"/>
          <ac:spMkLst>
            <pc:docMk/>
            <pc:sldMk cId="3988483643" sldId="301"/>
            <ac:spMk id="42" creationId="{6E342A13-6D12-493B-EAA1-4A0B30F376D8}"/>
          </ac:spMkLst>
        </pc:spChg>
        <pc:spChg chg="add mod">
          <ac:chgData name="昕 许" userId="a2975fcd840abfc3" providerId="LiveId" clId="{49CCD4F9-177C-4270-9A14-60236FF377E8}" dt="2026-04-14T08:57:21.041" v="6923" actId="1076"/>
          <ac:spMkLst>
            <pc:docMk/>
            <pc:sldMk cId="3988483643" sldId="301"/>
            <ac:spMk id="43" creationId="{978FAD86-0A8A-1678-39BB-3B325A89B635}"/>
          </ac:spMkLst>
        </pc:spChg>
        <pc:spChg chg="add mod">
          <ac:chgData name="昕 许" userId="a2975fcd840abfc3" providerId="LiveId" clId="{49CCD4F9-177C-4270-9A14-60236FF377E8}" dt="2026-04-14T08:57:21.041" v="6923" actId="1076"/>
          <ac:spMkLst>
            <pc:docMk/>
            <pc:sldMk cId="3988483643" sldId="301"/>
            <ac:spMk id="45" creationId="{AF3435C1-AC75-F620-8832-040F7CB09893}"/>
          </ac:spMkLst>
        </pc:spChg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54" creationId="{01B10BEC-690C-DA97-EBFD-C6BE95062D51}"/>
          </ac:spMkLst>
        </pc:spChg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56" creationId="{8017CF93-15EE-D132-F5DC-3A644595D9A6}"/>
          </ac:spMkLst>
        </pc:spChg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57" creationId="{2890B604-11CE-D8B1-E0EC-3274DC30D23A}"/>
          </ac:spMkLst>
        </pc:spChg>
        <pc:spChg chg="mod">
          <ac:chgData name="昕 许" userId="a2975fcd840abfc3" providerId="LiveId" clId="{49CCD4F9-177C-4270-9A14-60236FF377E8}" dt="2026-04-14T08:53:42.204" v="6807" actId="207"/>
          <ac:spMkLst>
            <pc:docMk/>
            <pc:sldMk cId="3988483643" sldId="301"/>
            <ac:spMk id="60" creationId="{87824842-9E38-1BCA-FFBE-085E3041FC78}"/>
          </ac:spMkLst>
        </pc:spChg>
        <pc:spChg chg="mod">
          <ac:chgData name="昕 许" userId="a2975fcd840abfc3" providerId="LiveId" clId="{49CCD4F9-177C-4270-9A14-60236FF377E8}" dt="2026-04-14T08:53:51.573" v="6811" actId="207"/>
          <ac:spMkLst>
            <pc:docMk/>
            <pc:sldMk cId="3988483643" sldId="301"/>
            <ac:spMk id="63" creationId="{3378D7AA-75A1-5E56-FD0C-D24F1C7E05DD}"/>
          </ac:spMkLst>
        </pc:spChg>
        <pc:spChg chg="del">
          <ac:chgData name="昕 许" userId="a2975fcd840abfc3" providerId="LiveId" clId="{49CCD4F9-177C-4270-9A14-60236FF377E8}" dt="2026-04-14T08:53:10.647" v="6789" actId="478"/>
          <ac:spMkLst>
            <pc:docMk/>
            <pc:sldMk cId="3988483643" sldId="301"/>
            <ac:spMk id="73" creationId="{15F1BEB7-33C9-9550-8626-D5D8BCDBEC7E}"/>
          </ac:spMkLst>
        </pc:spChg>
        <pc:spChg chg="del">
          <ac:chgData name="昕 许" userId="a2975fcd840abfc3" providerId="LiveId" clId="{49CCD4F9-177C-4270-9A14-60236FF377E8}" dt="2026-04-14T08:53:13.321" v="6790" actId="478"/>
          <ac:spMkLst>
            <pc:docMk/>
            <pc:sldMk cId="3988483643" sldId="301"/>
            <ac:spMk id="88" creationId="{B32C5F41-37F9-9712-756C-3539C557DA1C}"/>
          </ac:spMkLst>
        </pc:spChg>
        <pc:grpChg chg="add mod">
          <ac:chgData name="昕 许" userId="a2975fcd840abfc3" providerId="LiveId" clId="{49CCD4F9-177C-4270-9A14-60236FF377E8}" dt="2026-04-14T08:53:36.154" v="6800" actId="20577"/>
          <ac:grpSpMkLst>
            <pc:docMk/>
            <pc:sldMk cId="3988483643" sldId="301"/>
            <ac:grpSpMk id="2" creationId="{953B0A40-6E71-3985-A615-2A32F56AEE8F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6" creationId="{CD09D2F6-3583-8EA5-1605-B71483159D6F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15" creationId="{F9440B54-2BE0-D739-4FFD-09A272AE4CAC}"/>
          </ac:grpSpMkLst>
        </pc:grpChg>
        <pc:grpChg chg="mod">
          <ac:chgData name="昕 许" userId="a2975fcd840abfc3" providerId="LiveId" clId="{49CCD4F9-177C-4270-9A14-60236FF377E8}" dt="2026-04-14T08:53:44.578" v="6809" actId="1076"/>
          <ac:grpSpMkLst>
            <pc:docMk/>
            <pc:sldMk cId="3988483643" sldId="301"/>
            <ac:grpSpMk id="18" creationId="{3B3A3022-DDA3-13D8-9FE3-5D729A74DD4A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25" creationId="{BBB1BD7A-6661-1011-A046-B1B4A8A39588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34" creationId="{1AC7A602-5638-7ACB-6CD6-0FE19074A8FA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38" creationId="{9EE16A42-A3F1-2202-7973-6BA19F0BC215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44" creationId="{0740FAB9-6021-78E2-2576-7137DFAAC4D5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55" creationId="{8369279A-086B-DBDB-7D08-23B987D0B479}"/>
          </ac:grpSpMkLst>
        </pc:grpChg>
        <pc:grpChg chg="mod">
          <ac:chgData name="昕 许" userId="a2975fcd840abfc3" providerId="LiveId" clId="{49CCD4F9-177C-4270-9A14-60236FF377E8}" dt="2026-04-14T08:53:22.787" v="6791" actId="1076"/>
          <ac:grpSpMkLst>
            <pc:docMk/>
            <pc:sldMk cId="3988483643" sldId="301"/>
            <ac:grpSpMk id="58" creationId="{2801C4DB-0CFA-B82E-D880-D5D247608710}"/>
          </ac:grpSpMkLst>
        </pc:grpChg>
        <pc:grpChg chg="mod">
          <ac:chgData name="昕 许" userId="a2975fcd840abfc3" providerId="LiveId" clId="{49CCD4F9-177C-4270-9A14-60236FF377E8}" dt="2026-04-14T08:53:31.298" v="6793" actId="1076"/>
          <ac:grpSpMkLst>
            <pc:docMk/>
            <pc:sldMk cId="3988483643" sldId="301"/>
            <ac:grpSpMk id="61" creationId="{12DFDA60-B379-5C9B-FEBB-82339FA64FAD}"/>
          </ac:grpSpMkLst>
        </pc:grpChg>
        <pc:picChg chg="add mod">
          <ac:chgData name="昕 许" userId="a2975fcd840abfc3" providerId="LiveId" clId="{49CCD4F9-177C-4270-9A14-60236FF377E8}" dt="2026-04-14T08:58:34.529" v="6930" actId="1076"/>
          <ac:picMkLst>
            <pc:docMk/>
            <pc:sldMk cId="3988483643" sldId="301"/>
            <ac:picMk id="48" creationId="{9CFF01BC-BFFE-EE9C-D3AC-1252F9F4B7AA}"/>
          </ac:picMkLst>
        </pc:picChg>
        <pc:picChg chg="add mod">
          <ac:chgData name="昕 许" userId="a2975fcd840abfc3" providerId="LiveId" clId="{49CCD4F9-177C-4270-9A14-60236FF377E8}" dt="2026-04-14T08:58:39.379" v="6932" actId="1076"/>
          <ac:picMkLst>
            <pc:docMk/>
            <pc:sldMk cId="3988483643" sldId="301"/>
            <ac:picMk id="49" creationId="{19E5E090-F050-B98B-1136-2F0FABA889BA}"/>
          </ac:picMkLst>
        </pc:picChg>
        <pc:cxnChg chg="add mod">
          <ac:chgData name="昕 许" userId="a2975fcd840abfc3" providerId="LiveId" clId="{49CCD4F9-177C-4270-9A14-60236FF377E8}" dt="2026-04-14T08:55:42.116" v="6887" actId="1038"/>
          <ac:cxnSpMkLst>
            <pc:docMk/>
            <pc:sldMk cId="3988483643" sldId="301"/>
            <ac:cxnSpMk id="9" creationId="{9204418F-54B2-C638-FEAA-1DFED179401C}"/>
          </ac:cxnSpMkLst>
        </pc:cxnChg>
        <pc:cxnChg chg="add mod">
          <ac:chgData name="昕 许" userId="a2975fcd840abfc3" providerId="LiveId" clId="{49CCD4F9-177C-4270-9A14-60236FF377E8}" dt="2026-04-14T08:55:36.925" v="6883" actId="1076"/>
          <ac:cxnSpMkLst>
            <pc:docMk/>
            <pc:sldMk cId="3988483643" sldId="301"/>
            <ac:cxnSpMk id="12" creationId="{9213CF43-4D56-C716-61A0-B73D17C8351A}"/>
          </ac:cxnSpMkLst>
        </pc:cxnChg>
        <pc:cxnChg chg="add del mod">
          <ac:chgData name="昕 许" userId="a2975fcd840abfc3" providerId="LiveId" clId="{49CCD4F9-177C-4270-9A14-60236FF377E8}" dt="2026-04-14T08:56:32.799" v="6909" actId="478"/>
          <ac:cxnSpMkLst>
            <pc:docMk/>
            <pc:sldMk cId="3988483643" sldId="301"/>
            <ac:cxnSpMk id="29" creationId="{E1968752-07A3-5B5C-BC0F-BE78E3446548}"/>
          </ac:cxnSpMkLst>
        </pc:cxnChg>
        <pc:cxnChg chg="del mod">
          <ac:chgData name="昕 许" userId="a2975fcd840abfc3" providerId="LiveId" clId="{49CCD4F9-177C-4270-9A14-60236FF377E8}" dt="2026-04-14T08:53:10.647" v="6789" actId="478"/>
          <ac:cxnSpMkLst>
            <pc:docMk/>
            <pc:sldMk cId="3988483643" sldId="301"/>
            <ac:cxnSpMk id="75" creationId="{292EE58D-B6DF-6278-5DD0-D760690E08BD}"/>
          </ac:cxnSpMkLst>
        </pc:cxnChg>
        <pc:cxnChg chg="del mod">
          <ac:chgData name="昕 许" userId="a2975fcd840abfc3" providerId="LiveId" clId="{49CCD4F9-177C-4270-9A14-60236FF377E8}" dt="2026-04-14T08:53:10.647" v="6789" actId="478"/>
          <ac:cxnSpMkLst>
            <pc:docMk/>
            <pc:sldMk cId="3988483643" sldId="301"/>
            <ac:cxnSpMk id="76" creationId="{E06E7B18-9EFA-AA2E-E01D-48FC188AE5A1}"/>
          </ac:cxnSpMkLst>
        </pc:cxnChg>
        <pc:cxnChg chg="del mod">
          <ac:chgData name="昕 许" userId="a2975fcd840abfc3" providerId="LiveId" clId="{49CCD4F9-177C-4270-9A14-60236FF377E8}" dt="2026-04-14T08:53:10.647" v="6789" actId="478"/>
          <ac:cxnSpMkLst>
            <pc:docMk/>
            <pc:sldMk cId="3988483643" sldId="301"/>
            <ac:cxnSpMk id="79" creationId="{BBCC5A92-FC03-EC14-C93F-C0522BA2819C}"/>
          </ac:cxnSpMkLst>
        </pc:cxnChg>
        <pc:cxnChg chg="del mod">
          <ac:chgData name="昕 许" userId="a2975fcd840abfc3" providerId="LiveId" clId="{49CCD4F9-177C-4270-9A14-60236FF377E8}" dt="2026-04-14T08:53:10.647" v="6789" actId="478"/>
          <ac:cxnSpMkLst>
            <pc:docMk/>
            <pc:sldMk cId="3988483643" sldId="301"/>
            <ac:cxnSpMk id="82" creationId="{A31390F0-9563-2775-F825-C3CED663CCAE}"/>
          </ac:cxnSpMkLst>
        </pc:cxnChg>
        <pc:cxnChg chg="del mod">
          <ac:chgData name="昕 许" userId="a2975fcd840abfc3" providerId="LiveId" clId="{49CCD4F9-177C-4270-9A14-60236FF377E8}" dt="2026-04-14T08:53:10.647" v="6789" actId="478"/>
          <ac:cxnSpMkLst>
            <pc:docMk/>
            <pc:sldMk cId="3988483643" sldId="301"/>
            <ac:cxnSpMk id="85" creationId="{675D096E-FDFE-F951-776D-D12EA86AA85A}"/>
          </ac:cxnSpMkLst>
        </pc:cxnChg>
        <pc:cxnChg chg="del mod">
          <ac:chgData name="昕 许" userId="a2975fcd840abfc3" providerId="LiveId" clId="{49CCD4F9-177C-4270-9A14-60236FF377E8}" dt="2026-04-14T08:53:13.321" v="6790" actId="478"/>
          <ac:cxnSpMkLst>
            <pc:docMk/>
            <pc:sldMk cId="3988483643" sldId="301"/>
            <ac:cxnSpMk id="89" creationId="{45B94DE1-A926-315C-9872-8DA06EE46071}"/>
          </ac:cxnSpMkLst>
        </pc:cxnChg>
        <pc:cxnChg chg="del mod">
          <ac:chgData name="昕 许" userId="a2975fcd840abfc3" providerId="LiveId" clId="{49CCD4F9-177C-4270-9A14-60236FF377E8}" dt="2026-04-14T08:53:13.321" v="6790" actId="478"/>
          <ac:cxnSpMkLst>
            <pc:docMk/>
            <pc:sldMk cId="3988483643" sldId="301"/>
            <ac:cxnSpMk id="92" creationId="{D7B63626-34C0-FB33-68BE-7B0467B2A919}"/>
          </ac:cxnSpMkLst>
        </pc:cxnChg>
      </pc:sldChg>
      <pc:sldChg chg="addSp delSp modSp add del mod">
        <pc:chgData name="昕 许" userId="a2975fcd840abfc3" providerId="LiveId" clId="{49CCD4F9-177C-4270-9A14-60236FF377E8}" dt="2026-04-14T09:44:10.443" v="7311" actId="2696"/>
        <pc:sldMkLst>
          <pc:docMk/>
          <pc:sldMk cId="4112560677" sldId="302"/>
        </pc:sldMkLst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5" creationId="{C7F34069-575B-BCF8-B722-995F2F8AC945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19" creationId="{DE7A987B-A8C6-6263-1010-29B6E825C766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22" creationId="{76FED36D-FDF5-E45E-4E0D-0E08B124C70C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23" creationId="{D54956FE-BA9F-3A09-A3E1-7780E774494A}"/>
          </ac:spMkLst>
        </pc:spChg>
        <pc:spChg chg="add mod">
          <ac:chgData name="昕 许" userId="a2975fcd840abfc3" providerId="LiveId" clId="{49CCD4F9-177C-4270-9A14-60236FF377E8}" dt="2026-04-14T09:00:01.655" v="6955" actId="164"/>
          <ac:spMkLst>
            <pc:docMk/>
            <pc:sldMk cId="4112560677" sldId="302"/>
            <ac:spMk id="30" creationId="{61F225F4-39B9-EA34-1427-2ED7DC35AED7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31" creationId="{05B681C4-52B7-F496-A88C-6C17B7AF1491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32" creationId="{6A26184E-883D-1D3F-7C51-915F74681B7B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33" creationId="{61FCC9DC-DE3C-4179-27D5-CB8563AA11D7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37" creationId="{5B5F46CB-123C-30CC-5595-8AB1C0AE4F70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41" creationId="{6EA6C74C-F57B-BA58-B0BC-6ADCBA177715}"/>
          </ac:spMkLst>
        </pc:spChg>
        <pc:spChg chg="del">
          <ac:chgData name="昕 许" userId="a2975fcd840abfc3" providerId="LiveId" clId="{49CCD4F9-177C-4270-9A14-60236FF377E8}" dt="2026-04-14T08:59:01.106" v="6934" actId="478"/>
          <ac:spMkLst>
            <pc:docMk/>
            <pc:sldMk cId="4112560677" sldId="302"/>
            <ac:spMk id="43" creationId="{6E578866-A61B-29D6-8D23-2EA75393BAAB}"/>
          </ac:spMkLst>
        </pc:spChg>
        <pc:spChg chg="add mod">
          <ac:chgData name="昕 许" userId="a2975fcd840abfc3" providerId="LiveId" clId="{49CCD4F9-177C-4270-9A14-60236FF377E8}" dt="2026-04-14T09:00:30.497" v="6973" actId="1076"/>
          <ac:spMkLst>
            <pc:docMk/>
            <pc:sldMk cId="4112560677" sldId="302"/>
            <ac:spMk id="50" creationId="{357376F6-75CD-7637-7064-48F053283C98}"/>
          </ac:spMkLst>
        </pc:spChg>
        <pc:spChg chg="add mod">
          <ac:chgData name="昕 许" userId="a2975fcd840abfc3" providerId="LiveId" clId="{49CCD4F9-177C-4270-9A14-60236FF377E8}" dt="2026-04-14T09:00:28.383" v="6972" actId="1076"/>
          <ac:spMkLst>
            <pc:docMk/>
            <pc:sldMk cId="4112560677" sldId="302"/>
            <ac:spMk id="53" creationId="{4E5F07F9-DA3C-6DA0-B162-296FD31647D5}"/>
          </ac:spMkLst>
        </pc:spChg>
        <pc:spChg chg="mod">
          <ac:chgData name="昕 许" userId="a2975fcd840abfc3" providerId="LiveId" clId="{49CCD4F9-177C-4270-9A14-60236FF377E8}" dt="2026-04-14T09:00:38.952" v="6980" actId="20577"/>
          <ac:spMkLst>
            <pc:docMk/>
            <pc:sldMk cId="4112560677" sldId="302"/>
            <ac:spMk id="68" creationId="{EAA2036A-6420-5C98-6CF4-C632EC8DC9C4}"/>
          </ac:spMkLst>
        </pc:spChg>
        <pc:spChg chg="mod">
          <ac:chgData name="昕 许" userId="a2975fcd840abfc3" providerId="LiveId" clId="{49CCD4F9-177C-4270-9A14-60236FF377E8}" dt="2026-04-14T09:00:38.952" v="6980" actId="20577"/>
          <ac:spMkLst>
            <pc:docMk/>
            <pc:sldMk cId="4112560677" sldId="302"/>
            <ac:spMk id="71" creationId="{02A13F44-91BB-91B1-1F61-1754FA408C56}"/>
          </ac:spMkLst>
        </pc:spChg>
        <pc:spChg chg="mod">
          <ac:chgData name="昕 许" userId="a2975fcd840abfc3" providerId="LiveId" clId="{49CCD4F9-177C-4270-9A14-60236FF377E8}" dt="2026-04-14T09:00:40.883" v="6981" actId="1076"/>
          <ac:spMkLst>
            <pc:docMk/>
            <pc:sldMk cId="4112560677" sldId="302"/>
            <ac:spMk id="74" creationId="{1F3FE295-BD7D-2EAC-DE77-E7BD19BF510E}"/>
          </ac:spMkLst>
        </pc:spChg>
        <pc:spChg chg="add mod">
          <ac:chgData name="昕 许" userId="a2975fcd840abfc3" providerId="LiveId" clId="{49CCD4F9-177C-4270-9A14-60236FF377E8}" dt="2026-04-14T09:00:51.645" v="6986" actId="20577"/>
          <ac:spMkLst>
            <pc:docMk/>
            <pc:sldMk cId="4112560677" sldId="302"/>
            <ac:spMk id="76" creationId="{49AB93A5-F2DB-9B88-CBC1-FC7D84046A5B}"/>
          </ac:spMkLst>
        </pc:spChg>
        <pc:spChg chg="mod">
          <ac:chgData name="昕 许" userId="a2975fcd840abfc3" providerId="LiveId" clId="{49CCD4F9-177C-4270-9A14-60236FF377E8}" dt="2026-04-14T09:01:09.029" v="6994" actId="1076"/>
          <ac:spMkLst>
            <pc:docMk/>
            <pc:sldMk cId="4112560677" sldId="302"/>
            <ac:spMk id="79" creationId="{9BE605D3-3AEA-BA0F-0835-CA28DFE015CD}"/>
          </ac:spMkLst>
        </pc:spChg>
        <pc:spChg chg="add mod">
          <ac:chgData name="昕 许" userId="a2975fcd840abfc3" providerId="LiveId" clId="{49CCD4F9-177C-4270-9A14-60236FF377E8}" dt="2026-04-14T09:01:24.172" v="7005" actId="1076"/>
          <ac:spMkLst>
            <pc:docMk/>
            <pc:sldMk cId="4112560677" sldId="302"/>
            <ac:spMk id="80" creationId="{EE977060-10CA-9976-BC2A-4A0A741129F4}"/>
          </ac:spMkLst>
        </pc:spChg>
        <pc:spChg chg="mod">
          <ac:chgData name="昕 许" userId="a2975fcd840abfc3" providerId="LiveId" clId="{49CCD4F9-177C-4270-9A14-60236FF377E8}" dt="2026-04-14T09:02:30.370" v="7024" actId="20577"/>
          <ac:spMkLst>
            <pc:docMk/>
            <pc:sldMk cId="4112560677" sldId="302"/>
            <ac:spMk id="83" creationId="{659AB02D-FB60-99D6-DB47-44AF1DFB01B5}"/>
          </ac:spMkLst>
        </pc:spChg>
        <pc:spChg chg="add mod">
          <ac:chgData name="昕 许" userId="a2975fcd840abfc3" providerId="LiveId" clId="{49CCD4F9-177C-4270-9A14-60236FF377E8}" dt="2026-04-14T09:02:36.121" v="7025"/>
          <ac:spMkLst>
            <pc:docMk/>
            <pc:sldMk cId="4112560677" sldId="302"/>
            <ac:spMk id="84" creationId="{E87F6564-C235-ACF9-7566-38AA4160ECB9}"/>
          </ac:spMkLst>
        </pc:spChg>
        <pc:spChg chg="mod">
          <ac:chgData name="昕 许" userId="a2975fcd840abfc3" providerId="LiveId" clId="{49CCD4F9-177C-4270-9A14-60236FF377E8}" dt="2026-04-14T09:03:08.315" v="7036" actId="20577"/>
          <ac:spMkLst>
            <pc:docMk/>
            <pc:sldMk cId="4112560677" sldId="302"/>
            <ac:spMk id="86" creationId="{09F6AE86-579F-A4CB-FE6F-A65FC8A0417D}"/>
          </ac:spMkLst>
        </pc:spChg>
        <pc:spChg chg="mod">
          <ac:chgData name="昕 许" userId="a2975fcd840abfc3" providerId="LiveId" clId="{49CCD4F9-177C-4270-9A14-60236FF377E8}" dt="2026-04-14T09:03:08.348" v="7037" actId="20577"/>
          <ac:spMkLst>
            <pc:docMk/>
            <pc:sldMk cId="4112560677" sldId="302"/>
            <ac:spMk id="87" creationId="{164B8BF6-A9FB-FF2B-717F-A0AF17CD4F1F}"/>
          </ac:spMkLst>
        </pc:spChg>
        <pc:spChg chg="mod">
          <ac:chgData name="昕 许" userId="a2975fcd840abfc3" providerId="LiveId" clId="{49CCD4F9-177C-4270-9A14-60236FF377E8}" dt="2026-04-14T09:03:12.130" v="7039"/>
          <ac:spMkLst>
            <pc:docMk/>
            <pc:sldMk cId="4112560677" sldId="302"/>
            <ac:spMk id="89" creationId="{C96865F2-D76F-B1CE-28D6-009152E78328}"/>
          </ac:spMkLst>
        </pc:spChg>
        <pc:spChg chg="mod">
          <ac:chgData name="昕 许" userId="a2975fcd840abfc3" providerId="LiveId" clId="{49CCD4F9-177C-4270-9A14-60236FF377E8}" dt="2026-04-14T09:03:12.130" v="7039"/>
          <ac:spMkLst>
            <pc:docMk/>
            <pc:sldMk cId="4112560677" sldId="302"/>
            <ac:spMk id="90" creationId="{41948478-2E6A-9E98-BA11-7A3CFADB3188}"/>
          </ac:spMkLst>
        </pc:spChg>
        <pc:spChg chg="mod">
          <ac:chgData name="昕 许" userId="a2975fcd840abfc3" providerId="LiveId" clId="{49CCD4F9-177C-4270-9A14-60236FF377E8}" dt="2026-04-14T09:03:15.809" v="7041"/>
          <ac:spMkLst>
            <pc:docMk/>
            <pc:sldMk cId="4112560677" sldId="302"/>
            <ac:spMk id="92" creationId="{AD91674E-EB12-EFC6-3D42-020372C54A5F}"/>
          </ac:spMkLst>
        </pc:spChg>
        <pc:spChg chg="mod">
          <ac:chgData name="昕 许" userId="a2975fcd840abfc3" providerId="LiveId" clId="{49CCD4F9-177C-4270-9A14-60236FF377E8}" dt="2026-04-14T09:03:15.809" v="7041"/>
          <ac:spMkLst>
            <pc:docMk/>
            <pc:sldMk cId="4112560677" sldId="302"/>
            <ac:spMk id="93" creationId="{3D0D3656-DF8A-ABF8-5925-49718BD38F9A}"/>
          </ac:spMkLst>
        </pc:spChg>
        <pc:spChg chg="mod">
          <ac:chgData name="昕 许" userId="a2975fcd840abfc3" providerId="LiveId" clId="{49CCD4F9-177C-4270-9A14-60236FF377E8}" dt="2026-04-14T09:03:15.809" v="7041"/>
          <ac:spMkLst>
            <pc:docMk/>
            <pc:sldMk cId="4112560677" sldId="302"/>
            <ac:spMk id="95" creationId="{9F1B9C21-429E-7B19-1D66-355A2CAF2A47}"/>
          </ac:spMkLst>
        </pc:spChg>
        <pc:spChg chg="mod">
          <ac:chgData name="昕 许" userId="a2975fcd840abfc3" providerId="LiveId" clId="{49CCD4F9-177C-4270-9A14-60236FF377E8}" dt="2026-04-14T09:03:15.809" v="7041"/>
          <ac:spMkLst>
            <pc:docMk/>
            <pc:sldMk cId="4112560677" sldId="302"/>
            <ac:spMk id="96" creationId="{C3081BDD-0DFA-AEC8-2F2C-0AA9DEE2846F}"/>
          </ac:spMkLst>
        </pc:spChg>
        <pc:spChg chg="mod">
          <ac:chgData name="昕 许" userId="a2975fcd840abfc3" providerId="LiveId" clId="{49CCD4F9-177C-4270-9A14-60236FF377E8}" dt="2026-04-14T09:03:23.201" v="7043"/>
          <ac:spMkLst>
            <pc:docMk/>
            <pc:sldMk cId="4112560677" sldId="302"/>
            <ac:spMk id="98" creationId="{C572363D-A4A0-B9E0-31C9-E51EF73FC838}"/>
          </ac:spMkLst>
        </pc:spChg>
        <pc:spChg chg="mod">
          <ac:chgData name="昕 许" userId="a2975fcd840abfc3" providerId="LiveId" clId="{49CCD4F9-177C-4270-9A14-60236FF377E8}" dt="2026-04-14T09:03:23.201" v="7043"/>
          <ac:spMkLst>
            <pc:docMk/>
            <pc:sldMk cId="4112560677" sldId="302"/>
            <ac:spMk id="99" creationId="{4DDFF5B3-923E-E853-153E-B5C9877CAB66}"/>
          </ac:spMkLst>
        </pc:spChg>
        <pc:spChg chg="mod">
          <ac:chgData name="昕 许" userId="a2975fcd840abfc3" providerId="LiveId" clId="{49CCD4F9-177C-4270-9A14-60236FF377E8}" dt="2026-04-14T09:03:23.201" v="7043"/>
          <ac:spMkLst>
            <pc:docMk/>
            <pc:sldMk cId="4112560677" sldId="302"/>
            <ac:spMk id="101" creationId="{4AF86FF9-2CFD-7F41-EAD9-81D4F5B7CBA7}"/>
          </ac:spMkLst>
        </pc:spChg>
        <pc:spChg chg="mod">
          <ac:chgData name="昕 许" userId="a2975fcd840abfc3" providerId="LiveId" clId="{49CCD4F9-177C-4270-9A14-60236FF377E8}" dt="2026-04-14T09:03:23.201" v="7043"/>
          <ac:spMkLst>
            <pc:docMk/>
            <pc:sldMk cId="4112560677" sldId="302"/>
            <ac:spMk id="102" creationId="{F487622A-DFD8-8BE7-71B0-420BA47F22A8}"/>
          </ac:spMkLst>
        </pc:spChg>
        <pc:spChg chg="del mod topLvl">
          <ac:chgData name="昕 许" userId="a2975fcd840abfc3" providerId="LiveId" clId="{49CCD4F9-177C-4270-9A14-60236FF377E8}" dt="2026-04-14T09:03:34.142" v="7048" actId="478"/>
          <ac:spMkLst>
            <pc:docMk/>
            <pc:sldMk cId="4112560677" sldId="302"/>
            <ac:spMk id="104" creationId="{9A955064-8CBD-FAB4-5B49-4466E7BD1BEC}"/>
          </ac:spMkLst>
        </pc:spChg>
        <pc:spChg chg="del mod topLvl">
          <ac:chgData name="昕 许" userId="a2975fcd840abfc3" providerId="LiveId" clId="{49CCD4F9-177C-4270-9A14-60236FF377E8}" dt="2026-04-14T09:03:32.796" v="7047" actId="478"/>
          <ac:spMkLst>
            <pc:docMk/>
            <pc:sldMk cId="4112560677" sldId="302"/>
            <ac:spMk id="105" creationId="{32AC897E-7096-1DF8-D0BF-86FE35F53CE7}"/>
          </ac:spMkLst>
        </pc:spChg>
        <pc:spChg chg="mod">
          <ac:chgData name="昕 许" userId="a2975fcd840abfc3" providerId="LiveId" clId="{49CCD4F9-177C-4270-9A14-60236FF377E8}" dt="2026-04-14T09:03:23.201" v="7043"/>
          <ac:spMkLst>
            <pc:docMk/>
            <pc:sldMk cId="4112560677" sldId="302"/>
            <ac:spMk id="107" creationId="{EC8FC4CB-94C0-6D24-4DF7-D6A46ECE019D}"/>
          </ac:spMkLst>
        </pc:spChg>
        <pc:spChg chg="mod">
          <ac:chgData name="昕 许" userId="a2975fcd840abfc3" providerId="LiveId" clId="{49CCD4F9-177C-4270-9A14-60236FF377E8}" dt="2026-04-14T09:03:23.201" v="7043"/>
          <ac:spMkLst>
            <pc:docMk/>
            <pc:sldMk cId="4112560677" sldId="302"/>
            <ac:spMk id="108" creationId="{F28067F6-4851-52BF-2821-F6CC5370FBF5}"/>
          </ac:spMkLst>
        </pc:spChg>
        <pc:spChg chg="mod">
          <ac:chgData name="昕 许" userId="a2975fcd840abfc3" providerId="LiveId" clId="{49CCD4F9-177C-4270-9A14-60236FF377E8}" dt="2026-04-14T09:03:39.717" v="7050"/>
          <ac:spMkLst>
            <pc:docMk/>
            <pc:sldMk cId="4112560677" sldId="302"/>
            <ac:spMk id="110" creationId="{D88BDB02-82C0-BDA7-45E4-3392E98F9F89}"/>
          </ac:spMkLst>
        </pc:spChg>
        <pc:spChg chg="mod">
          <ac:chgData name="昕 许" userId="a2975fcd840abfc3" providerId="LiveId" clId="{49CCD4F9-177C-4270-9A14-60236FF377E8}" dt="2026-04-14T09:03:39.717" v="7050"/>
          <ac:spMkLst>
            <pc:docMk/>
            <pc:sldMk cId="4112560677" sldId="302"/>
            <ac:spMk id="111" creationId="{DCA244B1-D4FD-8587-3F99-B562942F4A38}"/>
          </ac:spMkLst>
        </pc:spChg>
        <pc:spChg chg="mod">
          <ac:chgData name="昕 许" userId="a2975fcd840abfc3" providerId="LiveId" clId="{49CCD4F9-177C-4270-9A14-60236FF377E8}" dt="2026-04-14T09:03:42.567" v="7052"/>
          <ac:spMkLst>
            <pc:docMk/>
            <pc:sldMk cId="4112560677" sldId="302"/>
            <ac:spMk id="113" creationId="{37BCB9EC-36D3-364C-F01C-FA4E905A4588}"/>
          </ac:spMkLst>
        </pc:spChg>
        <pc:spChg chg="mod">
          <ac:chgData name="昕 许" userId="a2975fcd840abfc3" providerId="LiveId" clId="{49CCD4F9-177C-4270-9A14-60236FF377E8}" dt="2026-04-14T09:03:42.567" v="7052"/>
          <ac:spMkLst>
            <pc:docMk/>
            <pc:sldMk cId="4112560677" sldId="302"/>
            <ac:spMk id="114" creationId="{7F8E5DC9-2A15-462E-28BE-D8750BE77AA0}"/>
          </ac:spMkLst>
        </pc:spChg>
        <pc:spChg chg="mod">
          <ac:chgData name="昕 许" userId="a2975fcd840abfc3" providerId="LiveId" clId="{49CCD4F9-177C-4270-9A14-60236FF377E8}" dt="2026-04-14T09:03:49.645" v="7054"/>
          <ac:spMkLst>
            <pc:docMk/>
            <pc:sldMk cId="4112560677" sldId="302"/>
            <ac:spMk id="116" creationId="{906C0094-99B3-DDA5-D551-6961FBCE16FC}"/>
          </ac:spMkLst>
        </pc:spChg>
        <pc:spChg chg="mod">
          <ac:chgData name="昕 许" userId="a2975fcd840abfc3" providerId="LiveId" clId="{49CCD4F9-177C-4270-9A14-60236FF377E8}" dt="2026-04-14T09:03:49.645" v="7054"/>
          <ac:spMkLst>
            <pc:docMk/>
            <pc:sldMk cId="4112560677" sldId="302"/>
            <ac:spMk id="117" creationId="{1A32C9D0-FC5E-6BCD-0B50-5D0BEB2D28AB}"/>
          </ac:spMkLst>
        </pc:spChg>
        <pc:spChg chg="mod">
          <ac:chgData name="昕 许" userId="a2975fcd840abfc3" providerId="LiveId" clId="{49CCD4F9-177C-4270-9A14-60236FF377E8}" dt="2026-04-14T09:03:56.078" v="7056"/>
          <ac:spMkLst>
            <pc:docMk/>
            <pc:sldMk cId="4112560677" sldId="302"/>
            <ac:spMk id="119" creationId="{CB98A78A-9C6F-89D6-B859-8CBB3F9952B9}"/>
          </ac:spMkLst>
        </pc:spChg>
        <pc:spChg chg="mod">
          <ac:chgData name="昕 许" userId="a2975fcd840abfc3" providerId="LiveId" clId="{49CCD4F9-177C-4270-9A14-60236FF377E8}" dt="2026-04-14T09:03:56.078" v="7056"/>
          <ac:spMkLst>
            <pc:docMk/>
            <pc:sldMk cId="4112560677" sldId="302"/>
            <ac:spMk id="120" creationId="{B62A1458-6EB6-CF7C-11ED-F8A7A9259F20}"/>
          </ac:spMkLst>
        </pc:spChg>
        <pc:spChg chg="mod">
          <ac:chgData name="昕 许" userId="a2975fcd840abfc3" providerId="LiveId" clId="{49CCD4F9-177C-4270-9A14-60236FF377E8}" dt="2026-04-14T09:03:56.078" v="7056"/>
          <ac:spMkLst>
            <pc:docMk/>
            <pc:sldMk cId="4112560677" sldId="302"/>
            <ac:spMk id="122" creationId="{3BCC9EB9-DFC6-0424-62E5-F289DBF665F5}"/>
          </ac:spMkLst>
        </pc:spChg>
        <pc:spChg chg="mod">
          <ac:chgData name="昕 许" userId="a2975fcd840abfc3" providerId="LiveId" clId="{49CCD4F9-177C-4270-9A14-60236FF377E8}" dt="2026-04-14T09:03:56.078" v="7056"/>
          <ac:spMkLst>
            <pc:docMk/>
            <pc:sldMk cId="4112560677" sldId="302"/>
            <ac:spMk id="123" creationId="{C81B07AD-0892-5418-2650-A4C99C63E48C}"/>
          </ac:spMkLst>
        </pc:spChg>
        <pc:spChg chg="mod">
          <ac:chgData name="昕 许" userId="a2975fcd840abfc3" providerId="LiveId" clId="{49CCD4F9-177C-4270-9A14-60236FF377E8}" dt="2026-04-14T09:03:56.078" v="7056"/>
          <ac:spMkLst>
            <pc:docMk/>
            <pc:sldMk cId="4112560677" sldId="302"/>
            <ac:spMk id="125" creationId="{2FFA1591-CA9E-1CD2-8E18-642CDE7C637E}"/>
          </ac:spMkLst>
        </pc:spChg>
        <pc:spChg chg="mod">
          <ac:chgData name="昕 许" userId="a2975fcd840abfc3" providerId="LiveId" clId="{49CCD4F9-177C-4270-9A14-60236FF377E8}" dt="2026-04-14T09:03:56.078" v="7056"/>
          <ac:spMkLst>
            <pc:docMk/>
            <pc:sldMk cId="4112560677" sldId="302"/>
            <ac:spMk id="126" creationId="{B50B8859-F00F-751A-9C51-785FA31C71F5}"/>
          </ac:spMkLst>
        </pc:spChg>
        <pc:spChg chg="mod">
          <ac:chgData name="昕 许" userId="a2975fcd840abfc3" providerId="LiveId" clId="{49CCD4F9-177C-4270-9A14-60236FF377E8}" dt="2026-04-14T09:04:01.230" v="7058"/>
          <ac:spMkLst>
            <pc:docMk/>
            <pc:sldMk cId="4112560677" sldId="302"/>
            <ac:spMk id="128" creationId="{6D36E3E3-12CF-C5BE-85EC-B7908CA183FA}"/>
          </ac:spMkLst>
        </pc:spChg>
        <pc:spChg chg="mod">
          <ac:chgData name="昕 许" userId="a2975fcd840abfc3" providerId="LiveId" clId="{49CCD4F9-177C-4270-9A14-60236FF377E8}" dt="2026-04-14T09:04:01.230" v="7058"/>
          <ac:spMkLst>
            <pc:docMk/>
            <pc:sldMk cId="4112560677" sldId="302"/>
            <ac:spMk id="129" creationId="{7F3ECA37-3130-EB61-5827-F3A882AF6414}"/>
          </ac:spMkLst>
        </pc:spChg>
        <pc:spChg chg="add del mod">
          <ac:chgData name="昕 许" userId="a2975fcd840abfc3" providerId="LiveId" clId="{49CCD4F9-177C-4270-9A14-60236FF377E8}" dt="2026-04-14T09:04:50.696" v="7068" actId="478"/>
          <ac:spMkLst>
            <pc:docMk/>
            <pc:sldMk cId="4112560677" sldId="302"/>
            <ac:spMk id="130" creationId="{880E204C-A72C-E91D-A0E4-2680860B14EE}"/>
          </ac:spMkLst>
        </pc:spChg>
        <pc:spChg chg="add mod">
          <ac:chgData name="昕 许" userId="a2975fcd840abfc3" providerId="LiveId" clId="{49CCD4F9-177C-4270-9A14-60236FF377E8}" dt="2026-04-14T09:05:58.098" v="7144" actId="1076"/>
          <ac:spMkLst>
            <pc:docMk/>
            <pc:sldMk cId="4112560677" sldId="302"/>
            <ac:spMk id="133" creationId="{1DB0A637-B4F8-06D2-CCC5-69C6AAA4BE3F}"/>
          </ac:spMkLst>
        </pc:spChg>
        <pc:spChg chg="add mod">
          <ac:chgData name="昕 许" userId="a2975fcd840abfc3" providerId="LiveId" clId="{49CCD4F9-177C-4270-9A14-60236FF377E8}" dt="2026-04-14T09:05:39.616" v="7141" actId="207"/>
          <ac:spMkLst>
            <pc:docMk/>
            <pc:sldMk cId="4112560677" sldId="302"/>
            <ac:spMk id="134" creationId="{4BEBC01E-73B3-2FA7-E90E-A40D0FDAC39E}"/>
          </ac:spMkLst>
        </pc:spChg>
        <pc:grpChg chg="add mod">
          <ac:chgData name="昕 许" userId="a2975fcd840abfc3" providerId="LiveId" clId="{49CCD4F9-177C-4270-9A14-60236FF377E8}" dt="2026-04-14T09:00:19.641" v="6964" actId="20577"/>
          <ac:grpSpMkLst>
            <pc:docMk/>
            <pc:sldMk cId="4112560677" sldId="302"/>
            <ac:grpSpMk id="51" creationId="{E43A8BE2-D0B1-42FF-E21D-46A198B7213D}"/>
          </ac:grpSpMkLst>
        </pc:grpChg>
        <pc:grpChg chg="add mod">
          <ac:chgData name="昕 许" userId="a2975fcd840abfc3" providerId="LiveId" clId="{49CCD4F9-177C-4270-9A14-60236FF377E8}" dt="2026-04-14T09:00:01.655" v="6955" actId="164"/>
          <ac:grpSpMkLst>
            <pc:docMk/>
            <pc:sldMk cId="4112560677" sldId="302"/>
            <ac:grpSpMk id="64" creationId="{CBE6F490-FB60-0197-6F1C-B938B71C3B7E}"/>
          </ac:grpSpMkLst>
        </pc:grpChg>
        <pc:grpChg chg="add mod">
          <ac:chgData name="昕 许" userId="a2975fcd840abfc3" providerId="LiveId" clId="{49CCD4F9-177C-4270-9A14-60236FF377E8}" dt="2026-04-14T09:00:21.674" v="6967" actId="20577"/>
          <ac:grpSpMkLst>
            <pc:docMk/>
            <pc:sldMk cId="4112560677" sldId="302"/>
            <ac:grpSpMk id="65" creationId="{FAB27441-11A3-BF8B-CAF8-68397EBC6033}"/>
          </ac:grpSpMkLst>
        </pc:grpChg>
        <pc:grpChg chg="add mod">
          <ac:chgData name="昕 许" userId="a2975fcd840abfc3" providerId="LiveId" clId="{49CCD4F9-177C-4270-9A14-60236FF377E8}" dt="2026-04-14T09:00:38.952" v="6980" actId="20577"/>
          <ac:grpSpMkLst>
            <pc:docMk/>
            <pc:sldMk cId="4112560677" sldId="302"/>
            <ac:grpSpMk id="66" creationId="{A3801BB1-E3D7-F660-5A8B-F3AAF8DEC036}"/>
          </ac:grpSpMkLst>
        </pc:grpChg>
        <pc:grpChg chg="add mod">
          <ac:chgData name="昕 许" userId="a2975fcd840abfc3" providerId="LiveId" clId="{49CCD4F9-177C-4270-9A14-60236FF377E8}" dt="2026-04-14T09:00:38.952" v="6980" actId="20577"/>
          <ac:grpSpMkLst>
            <pc:docMk/>
            <pc:sldMk cId="4112560677" sldId="302"/>
            <ac:grpSpMk id="69" creationId="{4E9560DE-D629-BAC7-A044-5491C436FB5F}"/>
          </ac:grpSpMkLst>
        </pc:grpChg>
        <pc:grpChg chg="add mod">
          <ac:chgData name="昕 许" userId="a2975fcd840abfc3" providerId="LiveId" clId="{49CCD4F9-177C-4270-9A14-60236FF377E8}" dt="2026-04-14T09:00:38.952" v="6980" actId="20577"/>
          <ac:grpSpMkLst>
            <pc:docMk/>
            <pc:sldMk cId="4112560677" sldId="302"/>
            <ac:grpSpMk id="72" creationId="{3799851B-BAB0-846E-6F69-380E4D4BFE14}"/>
          </ac:grpSpMkLst>
        </pc:grpChg>
        <pc:grpChg chg="add mod">
          <ac:chgData name="昕 许" userId="a2975fcd840abfc3" providerId="LiveId" clId="{49CCD4F9-177C-4270-9A14-60236FF377E8}" dt="2026-04-14T09:00:38.952" v="6980" actId="20577"/>
          <ac:grpSpMkLst>
            <pc:docMk/>
            <pc:sldMk cId="4112560677" sldId="302"/>
            <ac:grpSpMk id="75" creationId="{3E842885-60ED-C7A1-01BA-AD1403E5B4AE}"/>
          </ac:grpSpMkLst>
        </pc:grpChg>
        <pc:grpChg chg="add mod">
          <ac:chgData name="昕 许" userId="a2975fcd840abfc3" providerId="LiveId" clId="{49CCD4F9-177C-4270-9A14-60236FF377E8}" dt="2026-04-14T09:01:07.172" v="6993" actId="20577"/>
          <ac:grpSpMkLst>
            <pc:docMk/>
            <pc:sldMk cId="4112560677" sldId="302"/>
            <ac:grpSpMk id="77" creationId="{E560803C-3A58-9DA9-EEEF-C0B6E9A1BA09}"/>
          </ac:grpSpMkLst>
        </pc:grpChg>
        <pc:grpChg chg="add mod">
          <ac:chgData name="昕 许" userId="a2975fcd840abfc3" providerId="LiveId" clId="{49CCD4F9-177C-4270-9A14-60236FF377E8}" dt="2026-04-14T09:02:30.370" v="7024" actId="20577"/>
          <ac:grpSpMkLst>
            <pc:docMk/>
            <pc:sldMk cId="4112560677" sldId="302"/>
            <ac:grpSpMk id="81" creationId="{1318F937-8311-011E-98BF-F2E1ED828F0A}"/>
          </ac:grpSpMkLst>
        </pc:grpChg>
        <pc:grpChg chg="add mod">
          <ac:chgData name="昕 许" userId="a2975fcd840abfc3" providerId="LiveId" clId="{49CCD4F9-177C-4270-9A14-60236FF377E8}" dt="2026-04-14T09:03:11.665" v="7038" actId="1076"/>
          <ac:grpSpMkLst>
            <pc:docMk/>
            <pc:sldMk cId="4112560677" sldId="302"/>
            <ac:grpSpMk id="85" creationId="{7A0CFD7D-2835-1144-7859-55CC581F748D}"/>
          </ac:grpSpMkLst>
        </pc:grpChg>
        <pc:grpChg chg="add mod">
          <ac:chgData name="昕 许" userId="a2975fcd840abfc3" providerId="LiveId" clId="{49CCD4F9-177C-4270-9A14-60236FF377E8}" dt="2026-04-14T09:03:14.353" v="7040" actId="1076"/>
          <ac:grpSpMkLst>
            <pc:docMk/>
            <pc:sldMk cId="4112560677" sldId="302"/>
            <ac:grpSpMk id="88" creationId="{7677F652-E0A4-B52E-BFD9-4AEDA909416E}"/>
          </ac:grpSpMkLst>
        </pc:grpChg>
        <pc:grpChg chg="add mod">
          <ac:chgData name="昕 许" userId="a2975fcd840abfc3" providerId="LiveId" clId="{49CCD4F9-177C-4270-9A14-60236FF377E8}" dt="2026-04-14T09:03:20.635" v="7042" actId="1076"/>
          <ac:grpSpMkLst>
            <pc:docMk/>
            <pc:sldMk cId="4112560677" sldId="302"/>
            <ac:grpSpMk id="91" creationId="{90230DA1-18F3-06B0-E16D-89326AB84743}"/>
          </ac:grpSpMkLst>
        </pc:grpChg>
        <pc:grpChg chg="add mod">
          <ac:chgData name="昕 许" userId="a2975fcd840abfc3" providerId="LiveId" clId="{49CCD4F9-177C-4270-9A14-60236FF377E8}" dt="2026-04-14T09:03:20.635" v="7042" actId="1076"/>
          <ac:grpSpMkLst>
            <pc:docMk/>
            <pc:sldMk cId="4112560677" sldId="302"/>
            <ac:grpSpMk id="94" creationId="{550A10BB-7F07-ABC9-06F2-4F1B0FA3D5F1}"/>
          </ac:grpSpMkLst>
        </pc:grpChg>
        <pc:grpChg chg="mod">
          <ac:chgData name="昕 许" userId="a2975fcd840abfc3" providerId="LiveId" clId="{49CCD4F9-177C-4270-9A14-60236FF377E8}" dt="2026-04-14T09:03:27.989" v="7044" actId="1076"/>
          <ac:grpSpMkLst>
            <pc:docMk/>
            <pc:sldMk cId="4112560677" sldId="302"/>
            <ac:grpSpMk id="97" creationId="{C1F65B83-41DF-F190-49C2-F598417EA9F1}"/>
          </ac:grpSpMkLst>
        </pc:grpChg>
        <pc:grpChg chg="add del mod">
          <ac:chgData name="昕 许" userId="a2975fcd840abfc3" providerId="LiveId" clId="{49CCD4F9-177C-4270-9A14-60236FF377E8}" dt="2026-04-14T09:03:30.630" v="7046" actId="478"/>
          <ac:grpSpMkLst>
            <pc:docMk/>
            <pc:sldMk cId="4112560677" sldId="302"/>
            <ac:grpSpMk id="100" creationId="{999FF9A3-8A62-0D76-5112-289F76BBDC3E}"/>
          </ac:grpSpMkLst>
        </pc:grpChg>
        <pc:grpChg chg="add del mod">
          <ac:chgData name="昕 许" userId="a2975fcd840abfc3" providerId="LiveId" clId="{49CCD4F9-177C-4270-9A14-60236FF377E8}" dt="2026-04-14T09:03:32.796" v="7047" actId="478"/>
          <ac:grpSpMkLst>
            <pc:docMk/>
            <pc:sldMk cId="4112560677" sldId="302"/>
            <ac:grpSpMk id="103" creationId="{788796F7-65B4-D6D1-FF34-E5BC349540BF}"/>
          </ac:grpSpMkLst>
        </pc:grpChg>
        <pc:grpChg chg="add mod">
          <ac:chgData name="昕 许" userId="a2975fcd840abfc3" providerId="LiveId" clId="{49CCD4F9-177C-4270-9A14-60236FF377E8}" dt="2026-04-14T09:03:39.321" v="7049" actId="1076"/>
          <ac:grpSpMkLst>
            <pc:docMk/>
            <pc:sldMk cId="4112560677" sldId="302"/>
            <ac:grpSpMk id="106" creationId="{5A820F62-D381-B7AD-B32E-DA40E14DFB4F}"/>
          </ac:grpSpMkLst>
        </pc:grpChg>
        <pc:grpChg chg="add mod">
          <ac:chgData name="昕 许" userId="a2975fcd840abfc3" providerId="LiveId" clId="{49CCD4F9-177C-4270-9A14-60236FF377E8}" dt="2026-04-14T09:03:42.082" v="7051" actId="1076"/>
          <ac:grpSpMkLst>
            <pc:docMk/>
            <pc:sldMk cId="4112560677" sldId="302"/>
            <ac:grpSpMk id="109" creationId="{626BFAD4-295D-6017-15B7-542FA75542C0}"/>
          </ac:grpSpMkLst>
        </pc:grpChg>
        <pc:grpChg chg="add mod">
          <ac:chgData name="昕 许" userId="a2975fcd840abfc3" providerId="LiveId" clId="{49CCD4F9-177C-4270-9A14-60236FF377E8}" dt="2026-04-14T09:03:45.677" v="7053" actId="1076"/>
          <ac:grpSpMkLst>
            <pc:docMk/>
            <pc:sldMk cId="4112560677" sldId="302"/>
            <ac:grpSpMk id="112" creationId="{259829A6-72F1-29C1-A631-4E63D061F60F}"/>
          </ac:grpSpMkLst>
        </pc:grpChg>
        <pc:grpChg chg="add mod">
          <ac:chgData name="昕 许" userId="a2975fcd840abfc3" providerId="LiveId" clId="{49CCD4F9-177C-4270-9A14-60236FF377E8}" dt="2026-04-14T09:03:54.476" v="7055" actId="1076"/>
          <ac:grpSpMkLst>
            <pc:docMk/>
            <pc:sldMk cId="4112560677" sldId="302"/>
            <ac:grpSpMk id="115" creationId="{1DBE637D-F705-3F39-85D0-DB97C4432D6E}"/>
          </ac:grpSpMkLst>
        </pc:grpChg>
        <pc:grpChg chg="add mod">
          <ac:chgData name="昕 许" userId="a2975fcd840abfc3" providerId="LiveId" clId="{49CCD4F9-177C-4270-9A14-60236FF377E8}" dt="2026-04-14T09:03:59.248" v="7057" actId="1076"/>
          <ac:grpSpMkLst>
            <pc:docMk/>
            <pc:sldMk cId="4112560677" sldId="302"/>
            <ac:grpSpMk id="118" creationId="{5719B282-39B1-827F-F721-5E4E52970B48}"/>
          </ac:grpSpMkLst>
        </pc:grpChg>
        <pc:grpChg chg="add mod">
          <ac:chgData name="昕 许" userId="a2975fcd840abfc3" providerId="LiveId" clId="{49CCD4F9-177C-4270-9A14-60236FF377E8}" dt="2026-04-14T09:03:59.248" v="7057" actId="1076"/>
          <ac:grpSpMkLst>
            <pc:docMk/>
            <pc:sldMk cId="4112560677" sldId="302"/>
            <ac:grpSpMk id="121" creationId="{4B57FA0C-6748-3B1A-B8AC-0B585BF834A8}"/>
          </ac:grpSpMkLst>
        </pc:grpChg>
        <pc:grpChg chg="add mod">
          <ac:chgData name="昕 许" userId="a2975fcd840abfc3" providerId="LiveId" clId="{49CCD4F9-177C-4270-9A14-60236FF377E8}" dt="2026-04-14T09:03:59.248" v="7057" actId="1076"/>
          <ac:grpSpMkLst>
            <pc:docMk/>
            <pc:sldMk cId="4112560677" sldId="302"/>
            <ac:grpSpMk id="124" creationId="{36F8281D-91B3-959E-E98E-918E7154BD30}"/>
          </ac:grpSpMkLst>
        </pc:grpChg>
        <pc:grpChg chg="add mod">
          <ac:chgData name="昕 许" userId="a2975fcd840abfc3" providerId="LiveId" clId="{49CCD4F9-177C-4270-9A14-60236FF377E8}" dt="2026-04-14T09:04:03.859" v="7059" actId="1076"/>
          <ac:grpSpMkLst>
            <pc:docMk/>
            <pc:sldMk cId="4112560677" sldId="302"/>
            <ac:grpSpMk id="127" creationId="{40CA6A1C-8D4E-3A88-1A67-D180708BB3ED}"/>
          </ac:grpSpMkLst>
        </pc:grpChg>
        <pc:cxnChg chg="add mod">
          <ac:chgData name="昕 许" userId="a2975fcd840abfc3" providerId="LiveId" clId="{49CCD4F9-177C-4270-9A14-60236FF377E8}" dt="2026-04-14T08:59:15.677" v="6939" actId="14100"/>
          <ac:cxnSpMkLst>
            <pc:docMk/>
            <pc:sldMk cId="4112560677" sldId="302"/>
            <ac:cxnSpMk id="13" creationId="{9D2E1EC1-7BDC-C97B-07A7-5E6BFE14C7C0}"/>
          </ac:cxnSpMkLst>
        </pc:cxnChg>
        <pc:cxnChg chg="add mod">
          <ac:chgData name="昕 许" userId="a2975fcd840abfc3" providerId="LiveId" clId="{49CCD4F9-177C-4270-9A14-60236FF377E8}" dt="2026-04-14T09:00:01.655" v="6955" actId="164"/>
          <ac:cxnSpMkLst>
            <pc:docMk/>
            <pc:sldMk cId="4112560677" sldId="302"/>
            <ac:cxnSpMk id="29" creationId="{9F3A508D-E5D6-6734-03FB-0F3B603E13D6}"/>
          </ac:cxnSpMkLst>
        </pc:cxnChg>
        <pc:cxnChg chg="add mod">
          <ac:chgData name="昕 许" userId="a2975fcd840abfc3" providerId="LiveId" clId="{49CCD4F9-177C-4270-9A14-60236FF377E8}" dt="2026-04-14T09:00:19.641" v="6964" actId="20577"/>
          <ac:cxnSpMkLst>
            <pc:docMk/>
            <pc:sldMk cId="4112560677" sldId="302"/>
            <ac:cxnSpMk id="47" creationId="{42F82BF9-45C4-AFCF-8DA3-A559FBAD88CA}"/>
          </ac:cxnSpMkLst>
        </pc:cxnChg>
        <pc:cxnChg chg="add mod">
          <ac:chgData name="昕 许" userId="a2975fcd840abfc3" providerId="LiveId" clId="{49CCD4F9-177C-4270-9A14-60236FF377E8}" dt="2026-04-14T09:00:21.674" v="6967" actId="20577"/>
          <ac:cxnSpMkLst>
            <pc:docMk/>
            <pc:sldMk cId="4112560677" sldId="302"/>
            <ac:cxnSpMk id="52" creationId="{09A00028-CB21-A66A-78B2-4785BCCAD1E5}"/>
          </ac:cxnSpMkLst>
        </pc:cxnChg>
        <pc:cxnChg chg="mod">
          <ac:chgData name="昕 许" userId="a2975fcd840abfc3" providerId="LiveId" clId="{49CCD4F9-177C-4270-9A14-60236FF377E8}" dt="2026-04-14T09:00:38.952" v="6980" actId="20577"/>
          <ac:cxnSpMkLst>
            <pc:docMk/>
            <pc:sldMk cId="4112560677" sldId="302"/>
            <ac:cxnSpMk id="67" creationId="{9ECFBEFE-66EF-7951-0E9F-ED308DF3522C}"/>
          </ac:cxnSpMkLst>
        </pc:cxnChg>
        <pc:cxnChg chg="mod">
          <ac:chgData name="昕 许" userId="a2975fcd840abfc3" providerId="LiveId" clId="{49CCD4F9-177C-4270-9A14-60236FF377E8}" dt="2026-04-14T09:00:38.952" v="6980" actId="20577"/>
          <ac:cxnSpMkLst>
            <pc:docMk/>
            <pc:sldMk cId="4112560677" sldId="302"/>
            <ac:cxnSpMk id="70" creationId="{3E72BE5F-82E2-7F1C-59CD-BD969B54190B}"/>
          </ac:cxnSpMkLst>
        </pc:cxnChg>
        <pc:cxnChg chg="mod">
          <ac:chgData name="昕 许" userId="a2975fcd840abfc3" providerId="LiveId" clId="{49CCD4F9-177C-4270-9A14-60236FF377E8}" dt="2026-04-14T09:00:38.952" v="6980" actId="20577"/>
          <ac:cxnSpMkLst>
            <pc:docMk/>
            <pc:sldMk cId="4112560677" sldId="302"/>
            <ac:cxnSpMk id="73" creationId="{5596102D-264E-A17B-5576-7398ACA751AC}"/>
          </ac:cxnSpMkLst>
        </pc:cxnChg>
        <pc:cxnChg chg="mod">
          <ac:chgData name="昕 许" userId="a2975fcd840abfc3" providerId="LiveId" clId="{49CCD4F9-177C-4270-9A14-60236FF377E8}" dt="2026-04-14T09:01:07.172" v="6993" actId="20577"/>
          <ac:cxnSpMkLst>
            <pc:docMk/>
            <pc:sldMk cId="4112560677" sldId="302"/>
            <ac:cxnSpMk id="78" creationId="{77D56209-CE21-CA8C-6442-10E34CE7BB57}"/>
          </ac:cxnSpMkLst>
        </pc:cxnChg>
        <pc:cxnChg chg="mod">
          <ac:chgData name="昕 许" userId="a2975fcd840abfc3" providerId="LiveId" clId="{49CCD4F9-177C-4270-9A14-60236FF377E8}" dt="2026-04-14T09:02:30.370" v="7024" actId="20577"/>
          <ac:cxnSpMkLst>
            <pc:docMk/>
            <pc:sldMk cId="4112560677" sldId="302"/>
            <ac:cxnSpMk id="82" creationId="{4B230E32-83E9-B71E-449B-59A5857A28A6}"/>
          </ac:cxnSpMkLst>
        </pc:cxnChg>
        <pc:cxnChg chg="add del mod">
          <ac:chgData name="昕 许" userId="a2975fcd840abfc3" providerId="LiveId" clId="{49CCD4F9-177C-4270-9A14-60236FF377E8}" dt="2026-04-14T09:04:43.008" v="7067" actId="11529"/>
          <ac:cxnSpMkLst>
            <pc:docMk/>
            <pc:sldMk cId="4112560677" sldId="302"/>
            <ac:cxnSpMk id="132" creationId="{E004DD39-E5B9-7468-9EEF-EE7A2F2EEA3F}"/>
          </ac:cxnSpMkLst>
        </pc:cxnChg>
      </pc:sldChg>
      <pc:sldChg chg="addSp delSp modSp add mod">
        <pc:chgData name="昕 许" userId="a2975fcd840abfc3" providerId="LiveId" clId="{49CCD4F9-177C-4270-9A14-60236FF377E8}" dt="2026-04-14T09:26:53.079" v="7309" actId="1076"/>
        <pc:sldMkLst>
          <pc:docMk/>
          <pc:sldMk cId="2684689683" sldId="303"/>
        </pc:sldMkLst>
        <pc:spChg chg="add mod">
          <ac:chgData name="昕 许" userId="a2975fcd840abfc3" providerId="LiveId" clId="{49CCD4F9-177C-4270-9A14-60236FF377E8}" dt="2026-04-14T09:26:06.193" v="7282" actId="1076"/>
          <ac:spMkLst>
            <pc:docMk/>
            <pc:sldMk cId="2684689683" sldId="303"/>
            <ac:spMk id="2" creationId="{5320BDE3-2636-7D72-709E-D7DB40C94727}"/>
          </ac:spMkLst>
        </pc:spChg>
        <pc:spChg chg="add mod">
          <ac:chgData name="昕 许" userId="a2975fcd840abfc3" providerId="LiveId" clId="{49CCD4F9-177C-4270-9A14-60236FF377E8}" dt="2026-04-14T09:26:08.064" v="7283" actId="164"/>
          <ac:spMkLst>
            <pc:docMk/>
            <pc:sldMk cId="2684689683" sldId="303"/>
            <ac:spMk id="9" creationId="{5A9075B1-8BB5-FAE8-0B57-F31CC76AE1CA}"/>
          </ac:spMkLst>
        </pc:spChg>
        <pc:spChg chg="add mod">
          <ac:chgData name="昕 许" userId="a2975fcd840abfc3" providerId="LiveId" clId="{49CCD4F9-177C-4270-9A14-60236FF377E8}" dt="2026-04-14T09:26:53.079" v="7309" actId="1076"/>
          <ac:spMkLst>
            <pc:docMk/>
            <pc:sldMk cId="2684689683" sldId="303"/>
            <ac:spMk id="22" creationId="{7713A2F9-88D9-E96B-97A9-5896859FBD16}"/>
          </ac:spMkLst>
        </pc:spChg>
        <pc:spChg chg="del">
          <ac:chgData name="昕 许" userId="a2975fcd840abfc3" providerId="LiveId" clId="{49CCD4F9-177C-4270-9A14-60236FF377E8}" dt="2026-04-14T09:23:39.488" v="7165" actId="478"/>
          <ac:spMkLst>
            <pc:docMk/>
            <pc:sldMk cId="2684689683" sldId="303"/>
            <ac:spMk id="76" creationId="{DB0872FE-3F76-B1F5-ACC6-F86BFD5F7040}"/>
          </ac:spMkLst>
        </pc:spChg>
        <pc:spChg chg="del">
          <ac:chgData name="昕 许" userId="a2975fcd840abfc3" providerId="LiveId" clId="{49CCD4F9-177C-4270-9A14-60236FF377E8}" dt="2026-04-14T09:23:39.488" v="7165" actId="478"/>
          <ac:spMkLst>
            <pc:docMk/>
            <pc:sldMk cId="2684689683" sldId="303"/>
            <ac:spMk id="80" creationId="{E31905CC-E643-BF2A-20FD-FE6F2182AA70}"/>
          </ac:spMkLst>
        </pc:spChg>
        <pc:spChg chg="mod">
          <ac:chgData name="昕 许" userId="a2975fcd840abfc3" providerId="LiveId" clId="{49CCD4F9-177C-4270-9A14-60236FF377E8}" dt="2026-04-14T09:26:44.171" v="7294" actId="207"/>
          <ac:spMkLst>
            <pc:docMk/>
            <pc:sldMk cId="2684689683" sldId="303"/>
            <ac:spMk id="133" creationId="{8AF5FA60-0661-3CB6-35F4-F0B43C4A9FE9}"/>
          </ac:spMkLst>
        </pc:spChg>
        <pc:spChg chg="del">
          <ac:chgData name="昕 许" userId="a2975fcd840abfc3" providerId="LiveId" clId="{49CCD4F9-177C-4270-9A14-60236FF377E8}" dt="2026-04-14T09:23:39.488" v="7165" actId="478"/>
          <ac:spMkLst>
            <pc:docMk/>
            <pc:sldMk cId="2684689683" sldId="303"/>
            <ac:spMk id="134" creationId="{EB197972-99A7-3B30-8FB2-1A6086371FDC}"/>
          </ac:spMkLst>
        </pc:spChg>
        <pc:grpChg chg="add mod">
          <ac:chgData name="昕 许" userId="a2975fcd840abfc3" providerId="LiveId" clId="{49CCD4F9-177C-4270-9A14-60236FF377E8}" dt="2026-04-14T09:26:10.955" v="7284" actId="1076"/>
          <ac:grpSpMkLst>
            <pc:docMk/>
            <pc:sldMk cId="2684689683" sldId="303"/>
            <ac:grpSpMk id="16" creationId="{CCD1B18C-0F0F-D937-0327-F39B92FA2EFB}"/>
          </ac:grpSpMkLst>
        </pc:grpChg>
        <pc:grpChg chg="del">
          <ac:chgData name="昕 许" userId="a2975fcd840abfc3" providerId="LiveId" clId="{49CCD4F9-177C-4270-9A14-60236FF377E8}" dt="2026-04-14T09:23:39.488" v="7165" actId="478"/>
          <ac:grpSpMkLst>
            <pc:docMk/>
            <pc:sldMk cId="2684689683" sldId="303"/>
            <ac:grpSpMk id="65" creationId="{D1D8D77D-A631-6939-3025-02FA81924126}"/>
          </ac:grpSpMkLst>
        </pc:grpChg>
        <pc:grpChg chg="del">
          <ac:chgData name="昕 许" userId="a2975fcd840abfc3" providerId="LiveId" clId="{49CCD4F9-177C-4270-9A14-60236FF377E8}" dt="2026-04-14T09:23:39.488" v="7165" actId="478"/>
          <ac:grpSpMkLst>
            <pc:docMk/>
            <pc:sldMk cId="2684689683" sldId="303"/>
            <ac:grpSpMk id="75" creationId="{E4611A28-6B03-726B-FA74-8AC488F681DF}"/>
          </ac:grpSpMkLst>
        </pc:grpChg>
        <pc:grpChg chg="del">
          <ac:chgData name="昕 许" userId="a2975fcd840abfc3" providerId="LiveId" clId="{49CCD4F9-177C-4270-9A14-60236FF377E8}" dt="2026-04-14T09:23:39.488" v="7165" actId="478"/>
          <ac:grpSpMkLst>
            <pc:docMk/>
            <pc:sldMk cId="2684689683" sldId="303"/>
            <ac:grpSpMk id="77" creationId="{5F643120-86DB-56C9-F4AE-BB6A39656472}"/>
          </ac:grpSpMkLst>
        </pc:grpChg>
        <pc:grpChg chg="del">
          <ac:chgData name="昕 许" userId="a2975fcd840abfc3" providerId="LiveId" clId="{49CCD4F9-177C-4270-9A14-60236FF377E8}" dt="2026-04-14T09:23:39.488" v="7165" actId="478"/>
          <ac:grpSpMkLst>
            <pc:docMk/>
            <pc:sldMk cId="2684689683" sldId="303"/>
            <ac:grpSpMk id="91" creationId="{CF590DB1-CC18-BF39-E0F3-10BCDCF88BEA}"/>
          </ac:grpSpMkLst>
        </pc:grpChg>
        <pc:grpChg chg="del">
          <ac:chgData name="昕 许" userId="a2975fcd840abfc3" providerId="LiveId" clId="{49CCD4F9-177C-4270-9A14-60236FF377E8}" dt="2026-04-14T09:23:39.488" v="7165" actId="478"/>
          <ac:grpSpMkLst>
            <pc:docMk/>
            <pc:sldMk cId="2684689683" sldId="303"/>
            <ac:grpSpMk id="97" creationId="{DCC12E6F-2AB8-FFBF-30F6-07CACA1E26C6}"/>
          </ac:grpSpMkLst>
        </pc:grpChg>
        <pc:grpChg chg="del">
          <ac:chgData name="昕 许" userId="a2975fcd840abfc3" providerId="LiveId" clId="{49CCD4F9-177C-4270-9A14-60236FF377E8}" dt="2026-04-14T09:23:39.488" v="7165" actId="478"/>
          <ac:grpSpMkLst>
            <pc:docMk/>
            <pc:sldMk cId="2684689683" sldId="303"/>
            <ac:grpSpMk id="100" creationId="{85092BD4-BF34-C62A-EE3F-BAD8F371D888}"/>
          </ac:grpSpMkLst>
        </pc:grpChg>
        <pc:grpChg chg="del">
          <ac:chgData name="昕 许" userId="a2975fcd840abfc3" providerId="LiveId" clId="{49CCD4F9-177C-4270-9A14-60236FF377E8}" dt="2026-04-14T09:23:39.488" v="7165" actId="478"/>
          <ac:grpSpMkLst>
            <pc:docMk/>
            <pc:sldMk cId="2684689683" sldId="303"/>
            <ac:grpSpMk id="106" creationId="{C37A4DA3-917D-BCDD-7516-09B2AA134593}"/>
          </ac:grpSpMkLst>
        </pc:grpChg>
        <pc:cxnChg chg="add del mod">
          <ac:chgData name="昕 许" userId="a2975fcd840abfc3" providerId="LiveId" clId="{49CCD4F9-177C-4270-9A14-60236FF377E8}" dt="2026-04-14T09:24:51.916" v="7261" actId="478"/>
          <ac:cxnSpMkLst>
            <pc:docMk/>
            <pc:sldMk cId="2684689683" sldId="303"/>
            <ac:cxnSpMk id="4" creationId="{1E3F9070-7305-6ABE-267A-4D7983CF9B80}"/>
          </ac:cxnSpMkLst>
        </pc:cxnChg>
        <pc:cxnChg chg="add mod">
          <ac:chgData name="昕 许" userId="a2975fcd840abfc3" providerId="LiveId" clId="{49CCD4F9-177C-4270-9A14-60236FF377E8}" dt="2026-04-14T09:26:06.193" v="7282" actId="1076"/>
          <ac:cxnSpMkLst>
            <pc:docMk/>
            <pc:sldMk cId="2684689683" sldId="303"/>
            <ac:cxnSpMk id="6" creationId="{68AB7F92-9D11-3F6B-5E89-AC336C6EDBC7}"/>
          </ac:cxnSpMkLst>
        </pc:cxnChg>
        <pc:cxnChg chg="add del mod">
          <ac:chgData name="昕 许" userId="a2975fcd840abfc3" providerId="LiveId" clId="{49CCD4F9-177C-4270-9A14-60236FF377E8}" dt="2026-04-14T09:25:28.679" v="7270" actId="478"/>
          <ac:cxnSpMkLst>
            <pc:docMk/>
            <pc:sldMk cId="2684689683" sldId="303"/>
            <ac:cxnSpMk id="8" creationId="{9BD3442E-24C2-A7DA-77B7-FAAAF418902E}"/>
          </ac:cxnSpMkLst>
        </pc:cxnChg>
        <pc:cxnChg chg="add mod">
          <ac:chgData name="昕 许" userId="a2975fcd840abfc3" providerId="LiveId" clId="{49CCD4F9-177C-4270-9A14-60236FF377E8}" dt="2026-04-14T09:26:14.388" v="7285" actId="14100"/>
          <ac:cxnSpMkLst>
            <pc:docMk/>
            <pc:sldMk cId="2684689683" sldId="303"/>
            <ac:cxnSpMk id="11" creationId="{99DE871E-6D18-8105-5E2A-706BC456C146}"/>
          </ac:cxnSpMkLst>
        </pc:cxnChg>
        <pc:cxnChg chg="add mod">
          <ac:chgData name="昕 许" userId="a2975fcd840abfc3" providerId="LiveId" clId="{49CCD4F9-177C-4270-9A14-60236FF377E8}" dt="2026-04-14T09:26:17.042" v="7286" actId="14100"/>
          <ac:cxnSpMkLst>
            <pc:docMk/>
            <pc:sldMk cId="2684689683" sldId="303"/>
            <ac:cxnSpMk id="14" creationId="{65A8BDB2-6D80-6995-0289-B7F71E64FE4F}"/>
          </ac:cxnSpMkLst>
        </pc:cxnChg>
        <pc:cxnChg chg="add del mod">
          <ac:chgData name="昕 许" userId="a2975fcd840abfc3" providerId="LiveId" clId="{49CCD4F9-177C-4270-9A14-60236FF377E8}" dt="2026-04-14T09:26:25.818" v="7288" actId="11529"/>
          <ac:cxnSpMkLst>
            <pc:docMk/>
            <pc:sldMk cId="2684689683" sldId="303"/>
            <ac:cxnSpMk id="20" creationId="{FC98B9EF-680B-52D6-B99F-470FE07CCB7A}"/>
          </ac:cxnSpMkLst>
        </pc:cxnChg>
        <pc:cxnChg chg="add mod">
          <ac:chgData name="昕 许" userId="a2975fcd840abfc3" providerId="LiveId" clId="{49CCD4F9-177C-4270-9A14-60236FF377E8}" dt="2026-04-14T09:26:29.261" v="7290" actId="1076"/>
          <ac:cxnSpMkLst>
            <pc:docMk/>
            <pc:sldMk cId="2684689683" sldId="303"/>
            <ac:cxnSpMk id="21" creationId="{C75F5F9E-B32F-E5C5-FC62-2798E0D9D09D}"/>
          </ac:cxnSpMkLst>
        </pc:cxnChg>
      </pc:sldChg>
      <pc:sldChg chg="addSp delSp modSp add mod">
        <pc:chgData name="昕 许" userId="a2975fcd840abfc3" providerId="LiveId" clId="{49CCD4F9-177C-4270-9A14-60236FF377E8}" dt="2026-04-14T09:47:24.360" v="7364" actId="14100"/>
        <pc:sldMkLst>
          <pc:docMk/>
          <pc:sldMk cId="1098949297" sldId="304"/>
        </pc:sldMkLst>
        <pc:spChg chg="add del mod">
          <ac:chgData name="昕 许" userId="a2975fcd840abfc3" providerId="LiveId" clId="{49CCD4F9-177C-4270-9A14-60236FF377E8}" dt="2026-04-14T09:45:16.501" v="7330" actId="478"/>
          <ac:spMkLst>
            <pc:docMk/>
            <pc:sldMk cId="1098949297" sldId="304"/>
            <ac:spMk id="2" creationId="{A61F9760-8774-EB0C-C96F-D39D168D8569}"/>
          </ac:spMkLst>
        </pc:spChg>
        <pc:spChg chg="add del mod">
          <ac:chgData name="昕 许" userId="a2975fcd840abfc3" providerId="LiveId" clId="{49CCD4F9-177C-4270-9A14-60236FF377E8}" dt="2026-04-14T09:45:16.501" v="7330" actId="478"/>
          <ac:spMkLst>
            <pc:docMk/>
            <pc:sldMk cId="1098949297" sldId="304"/>
            <ac:spMk id="3" creationId="{128A800D-12F7-2273-8DF8-181A89E8140E}"/>
          </ac:spMkLst>
        </pc:spChg>
        <pc:spChg chg="add del mod">
          <ac:chgData name="昕 许" userId="a2975fcd840abfc3" providerId="LiveId" clId="{49CCD4F9-177C-4270-9A14-60236FF377E8}" dt="2026-04-14T09:45:16.501" v="7330" actId="478"/>
          <ac:spMkLst>
            <pc:docMk/>
            <pc:sldMk cId="1098949297" sldId="304"/>
            <ac:spMk id="4" creationId="{45E99AA0-B698-0645-8BBD-640D78840F1F}"/>
          </ac:spMkLst>
        </pc:spChg>
        <pc:spChg chg="add mod">
          <ac:chgData name="昕 许" userId="a2975fcd840abfc3" providerId="LiveId" clId="{49CCD4F9-177C-4270-9A14-60236FF377E8}" dt="2026-04-14T09:44:52.939" v="7323"/>
          <ac:spMkLst>
            <pc:docMk/>
            <pc:sldMk cId="1098949297" sldId="304"/>
            <ac:spMk id="5" creationId="{F220C705-05A9-E114-F67B-C9F177B4471E}"/>
          </ac:spMkLst>
        </pc:spChg>
        <pc:spChg chg="add del mod">
          <ac:chgData name="昕 许" userId="a2975fcd840abfc3" providerId="LiveId" clId="{49CCD4F9-177C-4270-9A14-60236FF377E8}" dt="2026-04-14T09:45:16.501" v="7330" actId="478"/>
          <ac:spMkLst>
            <pc:docMk/>
            <pc:sldMk cId="1098949297" sldId="304"/>
            <ac:spMk id="6" creationId="{EAF5E043-9C8F-29F9-3A37-00900722157E}"/>
          </ac:spMkLst>
        </pc:spChg>
        <pc:spChg chg="add del mod">
          <ac:chgData name="昕 许" userId="a2975fcd840abfc3" providerId="LiveId" clId="{49CCD4F9-177C-4270-9A14-60236FF377E8}" dt="2026-04-14T09:45:16.501" v="7330" actId="478"/>
          <ac:spMkLst>
            <pc:docMk/>
            <pc:sldMk cId="1098949297" sldId="304"/>
            <ac:spMk id="7" creationId="{D6D4F3AB-E9F2-C7B7-6477-65C39735009E}"/>
          </ac:spMkLst>
        </pc:spChg>
        <pc:spChg chg="add mod">
          <ac:chgData name="昕 许" userId="a2975fcd840abfc3" providerId="LiveId" clId="{49CCD4F9-177C-4270-9A14-60236FF377E8}" dt="2026-04-14T09:46:42.977" v="7338" actId="1076"/>
          <ac:spMkLst>
            <pc:docMk/>
            <pc:sldMk cId="1098949297" sldId="304"/>
            <ac:spMk id="8" creationId="{D9D6EAFD-D5B4-6EB7-36B6-A67D35D5F732}"/>
          </ac:spMkLst>
        </pc:spChg>
        <pc:spChg chg="del">
          <ac:chgData name="昕 许" userId="a2975fcd840abfc3" providerId="LiveId" clId="{49CCD4F9-177C-4270-9A14-60236FF377E8}" dt="2026-04-14T09:44:16.869" v="7313" actId="478"/>
          <ac:spMkLst>
            <pc:docMk/>
            <pc:sldMk cId="1098949297" sldId="304"/>
            <ac:spMk id="133" creationId="{D7E59EE4-7875-5CC1-8714-6CB96A5E3446}"/>
          </ac:spMkLst>
        </pc:spChg>
        <pc:spChg chg="del">
          <ac:chgData name="昕 许" userId="a2975fcd840abfc3" providerId="LiveId" clId="{49CCD4F9-177C-4270-9A14-60236FF377E8}" dt="2026-04-14T09:44:37.298" v="7316" actId="478"/>
          <ac:spMkLst>
            <pc:docMk/>
            <pc:sldMk cId="1098949297" sldId="304"/>
            <ac:spMk id="134" creationId="{579D93F6-931A-2BB8-675B-E27CD65B713A}"/>
          </ac:spMkLst>
        </pc:spChg>
        <pc:cxnChg chg="add mod">
          <ac:chgData name="昕 许" userId="a2975fcd840abfc3" providerId="LiveId" clId="{49CCD4F9-177C-4270-9A14-60236FF377E8}" dt="2026-04-14T09:46:52.911" v="7342" actId="14100"/>
          <ac:cxnSpMkLst>
            <pc:docMk/>
            <pc:sldMk cId="1098949297" sldId="304"/>
            <ac:cxnSpMk id="9" creationId="{86C0ABE3-72B2-417D-A918-F32BC1B2FB30}"/>
          </ac:cxnSpMkLst>
        </pc:cxnChg>
        <pc:cxnChg chg="add mod">
          <ac:chgData name="昕 许" userId="a2975fcd840abfc3" providerId="LiveId" clId="{49CCD4F9-177C-4270-9A14-60236FF377E8}" dt="2026-04-14T09:46:57.155" v="7345" actId="14100"/>
          <ac:cxnSpMkLst>
            <pc:docMk/>
            <pc:sldMk cId="1098949297" sldId="304"/>
            <ac:cxnSpMk id="12" creationId="{F6D354CC-FE3E-56C7-8A54-87EBD1F5A9BE}"/>
          </ac:cxnSpMkLst>
        </pc:cxnChg>
        <pc:cxnChg chg="add mod">
          <ac:chgData name="昕 许" userId="a2975fcd840abfc3" providerId="LiveId" clId="{49CCD4F9-177C-4270-9A14-60236FF377E8}" dt="2026-04-14T09:47:01.673" v="7349" actId="14100"/>
          <ac:cxnSpMkLst>
            <pc:docMk/>
            <pc:sldMk cId="1098949297" sldId="304"/>
            <ac:cxnSpMk id="16" creationId="{0A8CFD4F-EBE7-7A31-847E-64F299326301}"/>
          </ac:cxnSpMkLst>
        </pc:cxnChg>
        <pc:cxnChg chg="add mod">
          <ac:chgData name="昕 许" userId="a2975fcd840abfc3" providerId="LiveId" clId="{49CCD4F9-177C-4270-9A14-60236FF377E8}" dt="2026-04-14T09:47:06.641" v="7352" actId="14100"/>
          <ac:cxnSpMkLst>
            <pc:docMk/>
            <pc:sldMk cId="1098949297" sldId="304"/>
            <ac:cxnSpMk id="20" creationId="{F4FE2AD3-DB22-F029-9A40-92E7D307A630}"/>
          </ac:cxnSpMkLst>
        </pc:cxnChg>
        <pc:cxnChg chg="add mod">
          <ac:chgData name="昕 许" userId="a2975fcd840abfc3" providerId="LiveId" clId="{49CCD4F9-177C-4270-9A14-60236FF377E8}" dt="2026-04-14T09:47:11.619" v="7355" actId="14100"/>
          <ac:cxnSpMkLst>
            <pc:docMk/>
            <pc:sldMk cId="1098949297" sldId="304"/>
            <ac:cxnSpMk id="23" creationId="{B1538A1D-C370-D0CE-4AAA-470694D038B3}"/>
          </ac:cxnSpMkLst>
        </pc:cxnChg>
        <pc:cxnChg chg="add mod">
          <ac:chgData name="昕 许" userId="a2975fcd840abfc3" providerId="LiveId" clId="{49CCD4F9-177C-4270-9A14-60236FF377E8}" dt="2026-04-14T09:47:16.510" v="7358" actId="14100"/>
          <ac:cxnSpMkLst>
            <pc:docMk/>
            <pc:sldMk cId="1098949297" sldId="304"/>
            <ac:cxnSpMk id="26" creationId="{F6F005A7-4BC5-938F-FA15-E0FA73B60554}"/>
          </ac:cxnSpMkLst>
        </pc:cxnChg>
        <pc:cxnChg chg="add mod">
          <ac:chgData name="昕 许" userId="a2975fcd840abfc3" providerId="LiveId" clId="{49CCD4F9-177C-4270-9A14-60236FF377E8}" dt="2026-04-14T09:47:20.081" v="7361" actId="14100"/>
          <ac:cxnSpMkLst>
            <pc:docMk/>
            <pc:sldMk cId="1098949297" sldId="304"/>
            <ac:cxnSpMk id="31" creationId="{EA3A7B74-1650-0110-B61F-F2B146DEB3AE}"/>
          </ac:cxnSpMkLst>
        </pc:cxnChg>
        <pc:cxnChg chg="add mod">
          <ac:chgData name="昕 许" userId="a2975fcd840abfc3" providerId="LiveId" clId="{49CCD4F9-177C-4270-9A14-60236FF377E8}" dt="2026-04-14T09:47:24.360" v="7364" actId="14100"/>
          <ac:cxnSpMkLst>
            <pc:docMk/>
            <pc:sldMk cId="1098949297" sldId="304"/>
            <ac:cxnSpMk id="34" creationId="{6EA7550E-E8E9-13E9-F939-5CFFA88776FC}"/>
          </ac:cxnSpMkLst>
        </pc:cxnChg>
      </pc:sldChg>
      <pc:sldChg chg="addSp delSp modSp add mod">
        <pc:chgData name="昕 许" userId="a2975fcd840abfc3" providerId="LiveId" clId="{49CCD4F9-177C-4270-9A14-60236FF377E8}" dt="2026-04-14T11:26:02.048" v="7376" actId="478"/>
        <pc:sldMkLst>
          <pc:docMk/>
          <pc:sldMk cId="871184665" sldId="305"/>
        </pc:sldMkLst>
        <pc:spChg chg="add mod">
          <ac:chgData name="昕 许" userId="a2975fcd840abfc3" providerId="LiveId" clId="{49CCD4F9-177C-4270-9A14-60236FF377E8}" dt="2026-04-14T11:25:50.291" v="7372" actId="14100"/>
          <ac:spMkLst>
            <pc:docMk/>
            <pc:sldMk cId="871184665" sldId="305"/>
            <ac:spMk id="2" creationId="{B222DFF3-548D-043F-5C8C-EC4308ECDFA2}"/>
          </ac:spMkLst>
        </pc:spChg>
        <pc:spChg chg="add mod">
          <ac:chgData name="昕 许" userId="a2975fcd840abfc3" providerId="LiveId" clId="{49CCD4F9-177C-4270-9A14-60236FF377E8}" dt="2026-04-14T11:25:59.637" v="7375" actId="1076"/>
          <ac:spMkLst>
            <pc:docMk/>
            <pc:sldMk cId="871184665" sldId="305"/>
            <ac:spMk id="3" creationId="{2AD12B7A-4A53-AD2D-D3FE-36523D79C509}"/>
          </ac:spMkLst>
        </pc:spChg>
        <pc:spChg chg="del">
          <ac:chgData name="昕 许" userId="a2975fcd840abfc3" providerId="LiveId" clId="{49CCD4F9-177C-4270-9A14-60236FF377E8}" dt="2026-04-14T11:25:56.238" v="7373" actId="478"/>
          <ac:spMkLst>
            <pc:docMk/>
            <pc:sldMk cId="871184665" sldId="305"/>
            <ac:spMk id="8" creationId="{20D9266E-9FA8-56B9-52CE-068B3F6AA823}"/>
          </ac:spMkLst>
        </pc:sp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9" creationId="{592E67F2-2CA4-0203-6F8D-310C305BA401}"/>
          </ac:cxnSpMkLst>
        </pc:cxn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12" creationId="{3412CF89-6F71-28AA-EF77-FA26249A558E}"/>
          </ac:cxnSpMkLst>
        </pc:cxn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16" creationId="{A18EB3C6-6B68-499B-F72E-3329E82327AE}"/>
          </ac:cxnSpMkLst>
        </pc:cxn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20" creationId="{897FE4CD-2997-44F6-E016-12FD27F07E06}"/>
          </ac:cxnSpMkLst>
        </pc:cxn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23" creationId="{775EE94F-8D2E-E26B-9F89-25FADBF12900}"/>
          </ac:cxnSpMkLst>
        </pc:cxn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26" creationId="{C5FDAD25-E9B5-115A-0DC4-D326F85D92D8}"/>
          </ac:cxnSpMkLst>
        </pc:cxn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31" creationId="{6F2600BC-7313-D900-D000-58BE8F079A43}"/>
          </ac:cxnSpMkLst>
        </pc:cxnChg>
        <pc:cxnChg chg="del mod">
          <ac:chgData name="昕 许" userId="a2975fcd840abfc3" providerId="LiveId" clId="{49CCD4F9-177C-4270-9A14-60236FF377E8}" dt="2026-04-14T11:26:02.048" v="7376" actId="478"/>
          <ac:cxnSpMkLst>
            <pc:docMk/>
            <pc:sldMk cId="871184665" sldId="305"/>
            <ac:cxnSpMk id="34" creationId="{401E0869-B6AB-4830-F9CF-51D2A1C7ED68}"/>
          </ac:cxnSpMkLst>
        </pc:cxnChg>
      </pc:sldChg>
      <pc:sldChg chg="addSp delSp modSp add mod">
        <pc:chgData name="昕 许" userId="a2975fcd840abfc3" providerId="LiveId" clId="{49CCD4F9-177C-4270-9A14-60236FF377E8}" dt="2026-04-14T11:26:43.725" v="7386" actId="1076"/>
        <pc:sldMkLst>
          <pc:docMk/>
          <pc:sldMk cId="1922611002" sldId="306"/>
        </pc:sldMkLst>
        <pc:spChg chg="add del">
          <ac:chgData name="昕 许" userId="a2975fcd840abfc3" providerId="LiveId" clId="{49CCD4F9-177C-4270-9A14-60236FF377E8}" dt="2026-04-14T11:26:27.685" v="7380" actId="478"/>
          <ac:spMkLst>
            <pc:docMk/>
            <pc:sldMk cId="1922611002" sldId="306"/>
            <ac:spMk id="2" creationId="{BD0D6A10-A71F-436E-2BD4-B47DC1A628C1}"/>
          </ac:spMkLst>
        </pc:spChg>
        <pc:spChg chg="add del mod">
          <ac:chgData name="昕 许" userId="a2975fcd840abfc3" providerId="LiveId" clId="{49CCD4F9-177C-4270-9A14-60236FF377E8}" dt="2026-04-14T11:26:43.725" v="7386" actId="1076"/>
          <ac:spMkLst>
            <pc:docMk/>
            <pc:sldMk cId="1922611002" sldId="306"/>
            <ac:spMk id="3" creationId="{026F6A67-473F-E7B6-D121-DC856DBD1510}"/>
          </ac:spMkLst>
        </pc:spChg>
        <pc:spChg chg="add mod">
          <ac:chgData name="昕 许" userId="a2975fcd840abfc3" providerId="LiveId" clId="{49CCD4F9-177C-4270-9A14-60236FF377E8}" dt="2026-04-14T11:26:37.288" v="7384" actId="14100"/>
          <ac:spMkLst>
            <pc:docMk/>
            <pc:sldMk cId="1922611002" sldId="306"/>
            <ac:spMk id="4" creationId="{A106B9B1-2AAD-43DD-36EE-2BD0695066D9}"/>
          </ac:spMkLst>
        </pc:s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85" creationId="{60EF79DD-75EA-0511-8068-DE6C8B2B453A}"/>
          </ac:grpSpMkLst>
        </pc:gr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88" creationId="{6AA451FA-9AD7-674E-7CD5-FC75B14D837B}"/>
          </ac:grpSpMkLst>
        </pc:gr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91" creationId="{8467332C-BDF0-C545-F4A6-473246D415C9}"/>
          </ac:grpSpMkLst>
        </pc:gr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94" creationId="{51D02E85-8DE4-C549-B1C8-7B5B79FE0A88}"/>
          </ac:grpSpMkLst>
        </pc:gr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97" creationId="{4CAFF18D-8FD1-1CDD-7CE5-10FF2E905864}"/>
          </ac:grpSpMkLst>
        </pc:gr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100" creationId="{436BDF9D-CBE0-2CD1-ABDD-CB931464B798}"/>
          </ac:grpSpMkLst>
        </pc:gr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106" creationId="{18B69E84-C96C-5534-225E-B6D5CA254A69}"/>
          </ac:grpSpMkLst>
        </pc:grpChg>
        <pc:grpChg chg="add del">
          <ac:chgData name="昕 许" userId="a2975fcd840abfc3" providerId="LiveId" clId="{49CCD4F9-177C-4270-9A14-60236FF377E8}" dt="2026-04-14T11:26:27.685" v="7380" actId="478"/>
          <ac:grpSpMkLst>
            <pc:docMk/>
            <pc:sldMk cId="1922611002" sldId="306"/>
            <ac:grpSpMk id="118" creationId="{DF0545CA-F570-F75C-255D-2BA11E1F90C4}"/>
          </ac:grpSpMkLst>
        </pc:grpChg>
      </pc:sldChg>
      <pc:sldChg chg="addSp delSp modSp add mod">
        <pc:chgData name="昕 许" userId="a2975fcd840abfc3" providerId="LiveId" clId="{49CCD4F9-177C-4270-9A14-60236FF377E8}" dt="2026-04-14T12:03:34.145" v="7448" actId="1076"/>
        <pc:sldMkLst>
          <pc:docMk/>
          <pc:sldMk cId="1647147615" sldId="307"/>
        </pc:sldMkLst>
        <pc:spChg chg="add mod">
          <ac:chgData name="昕 许" userId="a2975fcd840abfc3" providerId="LiveId" clId="{49CCD4F9-177C-4270-9A14-60236FF377E8}" dt="2026-04-14T12:03:13.545" v="7445" actId="113"/>
          <ac:spMkLst>
            <pc:docMk/>
            <pc:sldMk cId="1647147615" sldId="307"/>
            <ac:spMk id="2" creationId="{31C4DC9B-C3E8-428D-6062-94B71EE4BEAB}"/>
          </ac:spMkLst>
        </pc:spChg>
        <pc:spChg chg="add mod">
          <ac:chgData name="昕 许" userId="a2975fcd840abfc3" providerId="LiveId" clId="{49CCD4F9-177C-4270-9A14-60236FF377E8}" dt="2026-04-14T11:28:07.058" v="7413" actId="1076"/>
          <ac:spMkLst>
            <pc:docMk/>
            <pc:sldMk cId="1647147615" sldId="307"/>
            <ac:spMk id="3" creationId="{511B6C53-1B68-05E6-5C9D-8424EFF0859D}"/>
          </ac:spMkLst>
        </pc:spChg>
        <pc:spChg chg="add mod">
          <ac:chgData name="昕 许" userId="a2975fcd840abfc3" providerId="LiveId" clId="{49CCD4F9-177C-4270-9A14-60236FF377E8}" dt="2026-04-14T11:27:04.308" v="7390"/>
          <ac:spMkLst>
            <pc:docMk/>
            <pc:sldMk cId="1647147615" sldId="307"/>
            <ac:spMk id="4" creationId="{76870AF6-F54C-6795-E2AA-C0503E99CCE1}"/>
          </ac:spMkLst>
        </pc:spChg>
        <pc:spChg chg="add mod">
          <ac:chgData name="昕 许" userId="a2975fcd840abfc3" providerId="LiveId" clId="{49CCD4F9-177C-4270-9A14-60236FF377E8}" dt="2026-04-14T12:03:13.545" v="7445" actId="113"/>
          <ac:spMkLst>
            <pc:docMk/>
            <pc:sldMk cId="1647147615" sldId="307"/>
            <ac:spMk id="5" creationId="{6D14E446-4E47-0EF5-E60D-B54A19110724}"/>
          </ac:spMkLst>
        </pc:spChg>
        <pc:spChg chg="add mod">
          <ac:chgData name="昕 许" userId="a2975fcd840abfc3" providerId="LiveId" clId="{49CCD4F9-177C-4270-9A14-60236FF377E8}" dt="2026-04-14T11:28:04.338" v="7410" actId="14100"/>
          <ac:spMkLst>
            <pc:docMk/>
            <pc:sldMk cId="1647147615" sldId="307"/>
            <ac:spMk id="6" creationId="{79E8CCAC-5FC1-271C-C264-647776DE3D38}"/>
          </ac:spMkLst>
        </pc:spChg>
        <pc:spChg chg="add mod">
          <ac:chgData name="昕 许" userId="a2975fcd840abfc3" providerId="LiveId" clId="{49CCD4F9-177C-4270-9A14-60236FF377E8}" dt="2026-04-14T12:03:13.545" v="7445" actId="113"/>
          <ac:spMkLst>
            <pc:docMk/>
            <pc:sldMk cId="1647147615" sldId="307"/>
            <ac:spMk id="7" creationId="{278B44BD-3CE4-352B-254F-499DB60FB1D9}"/>
          </ac:spMkLst>
        </pc:spChg>
        <pc:spChg chg="del">
          <ac:chgData name="昕 许" userId="a2975fcd840abfc3" providerId="LiveId" clId="{49CCD4F9-177C-4270-9A14-60236FF377E8}" dt="2026-04-14T12:03:28.078" v="7446" actId="478"/>
          <ac:spMkLst>
            <pc:docMk/>
            <pc:sldMk cId="1647147615" sldId="307"/>
            <ac:spMk id="8" creationId="{7EC49D29-BB62-C6A5-A0AC-AEA7DF873A62}"/>
          </ac:spMkLst>
        </pc:spChg>
        <pc:spChg chg="add mod">
          <ac:chgData name="昕 许" userId="a2975fcd840abfc3" providerId="LiveId" clId="{49CCD4F9-177C-4270-9A14-60236FF377E8}" dt="2026-04-14T11:27:59.354" v="7409"/>
          <ac:spMkLst>
            <pc:docMk/>
            <pc:sldMk cId="1647147615" sldId="307"/>
            <ac:spMk id="10" creationId="{18815805-5236-B265-191D-F46499015BAA}"/>
          </ac:spMkLst>
        </pc:spChg>
        <pc:spChg chg="add mod">
          <ac:chgData name="昕 许" userId="a2975fcd840abfc3" providerId="LiveId" clId="{49CCD4F9-177C-4270-9A14-60236FF377E8}" dt="2026-04-14T11:28:04.903" v="7411"/>
          <ac:spMkLst>
            <pc:docMk/>
            <pc:sldMk cId="1647147615" sldId="307"/>
            <ac:spMk id="11" creationId="{426F4C26-12BA-0846-F14A-2BB52A575728}"/>
          </ac:spMkLst>
        </pc:spChg>
        <pc:spChg chg="add mod">
          <ac:chgData name="昕 许" userId="a2975fcd840abfc3" providerId="LiveId" clId="{49CCD4F9-177C-4270-9A14-60236FF377E8}" dt="2026-04-14T11:28:19.671" v="7418" actId="14100"/>
          <ac:spMkLst>
            <pc:docMk/>
            <pc:sldMk cId="1647147615" sldId="307"/>
            <ac:spMk id="14" creationId="{8E75F4F1-C47A-D034-449C-92F51C36308A}"/>
          </ac:spMkLst>
        </pc:spChg>
        <pc:spChg chg="add mod">
          <ac:chgData name="昕 许" userId="a2975fcd840abfc3" providerId="LiveId" clId="{49CCD4F9-177C-4270-9A14-60236FF377E8}" dt="2026-04-14T12:03:13.545" v="7445" actId="113"/>
          <ac:spMkLst>
            <pc:docMk/>
            <pc:sldMk cId="1647147615" sldId="307"/>
            <ac:spMk id="15" creationId="{6AFAB09E-0028-3078-3F6E-E07EBF37BB83}"/>
          </ac:spMkLst>
        </pc:spChg>
        <pc:spChg chg="add mod">
          <ac:chgData name="昕 许" userId="a2975fcd840abfc3" providerId="LiveId" clId="{49CCD4F9-177C-4270-9A14-60236FF377E8}" dt="2026-04-14T11:28:40.694" v="7432" actId="1076"/>
          <ac:spMkLst>
            <pc:docMk/>
            <pc:sldMk cId="1647147615" sldId="307"/>
            <ac:spMk id="17" creationId="{8BF555B4-4097-E5CE-5FDC-3F089AB7048A}"/>
          </ac:spMkLst>
        </pc:spChg>
        <pc:spChg chg="add mod">
          <ac:chgData name="昕 许" userId="a2975fcd840abfc3" providerId="LiveId" clId="{49CCD4F9-177C-4270-9A14-60236FF377E8}" dt="2026-04-14T11:28:44.277" v="7434" actId="1076"/>
          <ac:spMkLst>
            <pc:docMk/>
            <pc:sldMk cId="1647147615" sldId="307"/>
            <ac:spMk id="18" creationId="{8C1C4A8E-4545-49E2-52E1-229AEF37F031}"/>
          </ac:spMkLst>
        </pc:spChg>
        <pc:spChg chg="add mod">
          <ac:chgData name="昕 许" userId="a2975fcd840abfc3" providerId="LiveId" clId="{49CCD4F9-177C-4270-9A14-60236FF377E8}" dt="2026-04-14T11:28:46.830" v="7436" actId="1076"/>
          <ac:spMkLst>
            <pc:docMk/>
            <pc:sldMk cId="1647147615" sldId="307"/>
            <ac:spMk id="19" creationId="{D3F94C83-302E-309A-FB78-376AA55A13F5}"/>
          </ac:spMkLst>
        </pc:spChg>
        <pc:spChg chg="add mod">
          <ac:chgData name="昕 许" userId="a2975fcd840abfc3" providerId="LiveId" clId="{49CCD4F9-177C-4270-9A14-60236FF377E8}" dt="2026-04-14T12:03:09.547" v="7444" actId="20577"/>
          <ac:spMkLst>
            <pc:docMk/>
            <pc:sldMk cId="1647147615" sldId="307"/>
            <ac:spMk id="21" creationId="{4CE2ECD5-58FD-419F-D2DE-710BD2468A22}"/>
          </ac:spMkLst>
        </pc:spChg>
        <pc:spChg chg="add mod">
          <ac:chgData name="昕 许" userId="a2975fcd840abfc3" providerId="LiveId" clId="{49CCD4F9-177C-4270-9A14-60236FF377E8}" dt="2026-04-14T12:03:34.145" v="7448" actId="1076"/>
          <ac:spMkLst>
            <pc:docMk/>
            <pc:sldMk cId="1647147615" sldId="307"/>
            <ac:spMk id="22" creationId="{091A8808-5937-DC71-B259-9B5BDED53E93}"/>
          </ac:spMkLst>
        </pc:spChg>
        <pc:grpChg chg="mod">
          <ac:chgData name="昕 许" userId="a2975fcd840abfc3" providerId="LiveId" clId="{49CCD4F9-177C-4270-9A14-60236FF377E8}" dt="2026-04-14T11:28:12.464" v="7416" actId="1076"/>
          <ac:grpSpMkLst>
            <pc:docMk/>
            <pc:sldMk cId="1647147615" sldId="307"/>
            <ac:grpSpMk id="112" creationId="{F17D6E47-989D-B792-92E1-5DC64B9AABC2}"/>
          </ac:grpSpMkLst>
        </pc:grp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9" creationId="{4CC740B5-B07C-EDAF-69B6-0B8700EF4D35}"/>
          </ac:cxnSpMkLst>
        </pc:cxn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12" creationId="{AB644F10-F72C-29E3-6ACB-ED98D46E4E78}"/>
          </ac:cxnSpMkLst>
        </pc:cxn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16" creationId="{2775D055-88FE-F8D0-6AFE-293027CCB13F}"/>
          </ac:cxnSpMkLst>
        </pc:cxn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20" creationId="{56B98CEC-ABA9-6BB9-77A7-42FFBD2D6C77}"/>
          </ac:cxnSpMkLst>
        </pc:cxn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23" creationId="{A36FDC6C-1238-8BE5-C027-3AF730AD5AB2}"/>
          </ac:cxnSpMkLst>
        </pc:cxn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26" creationId="{B7214C33-2D67-1139-A943-BB466B3C7A15}"/>
          </ac:cxnSpMkLst>
        </pc:cxn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31" creationId="{C2D9BFC6-C815-ABA6-6C9F-7DCF1548E8BD}"/>
          </ac:cxnSpMkLst>
        </pc:cxnChg>
        <pc:cxnChg chg="del mod">
          <ac:chgData name="昕 许" userId="a2975fcd840abfc3" providerId="LiveId" clId="{49CCD4F9-177C-4270-9A14-60236FF377E8}" dt="2026-04-14T12:03:28.078" v="7446" actId="478"/>
          <ac:cxnSpMkLst>
            <pc:docMk/>
            <pc:sldMk cId="1647147615" sldId="307"/>
            <ac:cxnSpMk id="34" creationId="{26BFEB4B-CB8C-A274-1493-A0335D8195C5}"/>
          </ac:cxnSpMkLst>
        </pc:cxnChg>
      </pc:sldChg>
      <pc:sldChg chg="delSp add mod">
        <pc:chgData name="昕 许" userId="a2975fcd840abfc3" providerId="LiveId" clId="{49CCD4F9-177C-4270-9A14-60236FF377E8}" dt="2026-04-14T12:05:45.015" v="7450" actId="478"/>
        <pc:sldMkLst>
          <pc:docMk/>
          <pc:sldMk cId="3949554684" sldId="308"/>
        </pc:sldMkLst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2" creationId="{5A9C7477-3CC8-8C90-67EF-8D82109F6DC5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5" creationId="{67468B72-EC42-CACC-84A7-B77C7AAFA964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7" creationId="{4C0AAA5E-3E7D-AB42-76EF-3BFBAE1F44D4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15" creationId="{5CC08A32-2C7A-9962-6AAF-818F4B8C32DE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17" creationId="{011183A8-21B0-4DE3-8B00-DAA17E99E483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18" creationId="{D10AF2BD-188B-287C-0A7F-7A1D63F9C0C4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19" creationId="{F5E227E6-880D-130C-F296-ED7F3759082A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21" creationId="{A5D83BCB-745F-CDDF-5FDF-D1A1B7F68BE8}"/>
          </ac:spMkLst>
        </pc:spChg>
        <pc:spChg chg="del">
          <ac:chgData name="昕 许" userId="a2975fcd840abfc3" providerId="LiveId" clId="{49CCD4F9-177C-4270-9A14-60236FF377E8}" dt="2026-04-14T12:05:45.015" v="7450" actId="478"/>
          <ac:spMkLst>
            <pc:docMk/>
            <pc:sldMk cId="3949554684" sldId="308"/>
            <ac:spMk id="22" creationId="{286C50D0-F582-3B3A-16D8-DD86147DEB4A}"/>
          </ac:spMkLst>
        </pc:sp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6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3.png"/><Relationship Id="rId3" Type="http://schemas.openxmlformats.org/officeDocument/2006/relationships/image" Target="../media/image26.png"/><Relationship Id="rId21" Type="http://schemas.openxmlformats.org/officeDocument/2006/relationships/image" Target="../media/image4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2.png"/><Relationship Id="rId2" Type="http://schemas.openxmlformats.org/officeDocument/2006/relationships/image" Target="../media/image25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40.png"/><Relationship Id="rId10" Type="http://schemas.openxmlformats.org/officeDocument/2006/relationships/image" Target="../media/image33.png"/><Relationship Id="rId19" Type="http://schemas.openxmlformats.org/officeDocument/2006/relationships/image" Target="../media/image44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91.png"/><Relationship Id="rId7" Type="http://schemas.openxmlformats.org/officeDocument/2006/relationships/image" Target="../media/image110.png"/><Relationship Id="rId12" Type="http://schemas.openxmlformats.org/officeDocument/2006/relationships/image" Target="../media/image1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30.png"/><Relationship Id="rId14" Type="http://schemas.openxmlformats.org/officeDocument/2006/relationships/image" Target="../media/image18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" Type="http://schemas.openxmlformats.org/officeDocument/2006/relationships/image" Target="../media/image52.png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19" Type="http://schemas.openxmlformats.org/officeDocument/2006/relationships/image" Target="../media/image24.png"/><Relationship Id="rId4" Type="http://schemas.openxmlformats.org/officeDocument/2006/relationships/image" Target="../media/image9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C8758BB-C1DC-E13A-AAD9-CB204168AFE2}"/>
                  </a:ext>
                </a:extLst>
              </p:cNvPr>
              <p:cNvSpPr txBox="1"/>
              <p:nvPr/>
            </p:nvSpPr>
            <p:spPr>
              <a:xfrm>
                <a:off x="2254938" y="2808701"/>
                <a:ext cx="3879162" cy="1585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=100 , </m:t>
                    </m:r>
                  </m:oMath>
                </a14:m>
                <a:r>
                  <a:rPr lang="en-US" altLang="zh-CN" sz="1200" i="0" dirty="0">
                    <a:latin typeface="+mj-lt"/>
                  </a:rPr>
                  <a:t> 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200" i="1" dirty="0" smtClean="0">
                        <a:latin typeface="Cambria Math" panose="02040503050406030204" pitchFamily="18" charset="0"/>
                      </a:rPr>
                      <m:t>!=</m:t>
                    </m:r>
                  </m:oMath>
                </a14:m>
                <a:r>
                  <a:rPr lang="en-US" altLang="zh-CN" sz="1200" b="1" i="0" dirty="0">
                    <a:latin typeface="+mj-lt"/>
                  </a:rPr>
                  <a:t>93326215443944152681699238856266700490715968264381621468592963895217599993229915608941463976156518286253697920827223758251185210916864000000000000000000000000</a:t>
                </a:r>
              </a:p>
              <a:p>
                <a:pPr/>
                <a:endParaRPr lang="en-US" altLang="zh-CN" sz="1200" b="1" dirty="0">
                  <a:latin typeface="+mj-lt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++/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𝑱𝒂𝒗𝒂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200" b="1" dirty="0">
                    <a:latin typeface="+mj-lt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𝒍𝒐𝒏𝒈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dirty="0" err="1" smtClean="0">
                        <a:latin typeface="Cambria Math" panose="02040503050406030204" pitchFamily="18" charset="0"/>
                      </a:rPr>
                      <m:t>𝒍𝒐𝒏𝒈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200" b="1" i="1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𝟏𝟖</m:t>
                        </m:r>
                      </m:sup>
                    </m:sSup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</a:p>
              <a:p>
                <a:pPr/>
                <a:endParaRPr lang="zh-CN" altLang="en-US" sz="1200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C8758BB-C1DC-E13A-AAD9-CB204168A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938" y="2808701"/>
                <a:ext cx="3879162" cy="1585499"/>
              </a:xfrm>
              <a:prstGeom prst="rect">
                <a:avLst/>
              </a:prstGeom>
              <a:blipFill>
                <a:blip r:embed="rId2"/>
                <a:stretch>
                  <a:fillRect l="-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B7747A6B-F721-1ECD-FB56-AD08B3226E3B}"/>
              </a:ext>
            </a:extLst>
          </p:cNvPr>
          <p:cNvSpPr/>
          <p:nvPr/>
        </p:nvSpPr>
        <p:spPr>
          <a:xfrm>
            <a:off x="2155825" y="2714625"/>
            <a:ext cx="4156075" cy="16287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D726-9497-7453-B32A-8DF462C23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1E7E60F1-80D1-EB3A-3313-58CEC8A047F0}"/>
              </a:ext>
            </a:extLst>
          </p:cNvPr>
          <p:cNvGrpSpPr/>
          <p:nvPr/>
        </p:nvGrpSpPr>
        <p:grpSpPr>
          <a:xfrm>
            <a:off x="4456766" y="2216623"/>
            <a:ext cx="354584" cy="338554"/>
            <a:chOff x="2945466" y="3492179"/>
            <a:chExt cx="354584" cy="33855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627087AD-FE40-FB11-E4D2-A0FDD3A4002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C09AA54-E3B8-F20F-81A3-E64B72DE429A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5C09AA54-E3B8-F20F-81A3-E64B72DE4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57C6FCC-85A4-B8A3-AB22-B75BF7F685C4}"/>
              </a:ext>
            </a:extLst>
          </p:cNvPr>
          <p:cNvGrpSpPr/>
          <p:nvPr/>
        </p:nvGrpSpPr>
        <p:grpSpPr>
          <a:xfrm>
            <a:off x="4833509" y="2210409"/>
            <a:ext cx="354584" cy="338554"/>
            <a:chOff x="2960259" y="3484146"/>
            <a:chExt cx="354584" cy="338554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5D2B14B1-67C5-C196-AE5A-2E595559E33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BB81E82-0F0F-8FFD-1537-2A9867D9D5AE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BB81E82-0F0F-8FFD-1537-2A9867D9D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67CEFFB-6914-D4AE-B5DF-3BBB67887D26}"/>
              </a:ext>
            </a:extLst>
          </p:cNvPr>
          <p:cNvGrpSpPr/>
          <p:nvPr/>
        </p:nvGrpSpPr>
        <p:grpSpPr>
          <a:xfrm>
            <a:off x="5210252" y="2210409"/>
            <a:ext cx="354584" cy="338554"/>
            <a:chOff x="2960259" y="3484146"/>
            <a:chExt cx="354584" cy="338554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B81C826-5D83-56A5-EF5E-0CA2BBC0B43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3954F2E-51FB-0117-F76D-289D171639D8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3954F2E-51FB-0117-F76D-289D17163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BBA80B3-E04F-C49F-7A23-44985540A885}"/>
              </a:ext>
            </a:extLst>
          </p:cNvPr>
          <p:cNvGrpSpPr/>
          <p:nvPr/>
        </p:nvGrpSpPr>
        <p:grpSpPr>
          <a:xfrm>
            <a:off x="5564836" y="2210409"/>
            <a:ext cx="354584" cy="338554"/>
            <a:chOff x="2945466" y="3492179"/>
            <a:chExt cx="354584" cy="33855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61FDA6A-7ADB-0D1B-D834-8A70DD2452F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B99BF5C-39C0-B52D-26E8-9028BD43BD87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B99BF5C-39C0-B52D-26E8-9028BD43B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8C1ED08-7C0B-2D5F-F8FB-0F9595F4D049}"/>
              </a:ext>
            </a:extLst>
          </p:cNvPr>
          <p:cNvGrpSpPr/>
          <p:nvPr/>
        </p:nvGrpSpPr>
        <p:grpSpPr>
          <a:xfrm>
            <a:off x="5941579" y="2204195"/>
            <a:ext cx="354584" cy="338554"/>
            <a:chOff x="2960259" y="3484146"/>
            <a:chExt cx="354584" cy="33855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08A7E70C-60B2-97C8-EFBD-B2BA6325B1C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5AB0BEF-D922-0EFE-975F-2C20AA2E0F58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5AB0BEF-D922-0EFE-975F-2C20AA2E0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E860D75-989B-8F48-99D6-3C90852F06B5}"/>
              </a:ext>
            </a:extLst>
          </p:cNvPr>
          <p:cNvGrpSpPr/>
          <p:nvPr/>
        </p:nvGrpSpPr>
        <p:grpSpPr>
          <a:xfrm>
            <a:off x="6318322" y="2204195"/>
            <a:ext cx="354584" cy="338554"/>
            <a:chOff x="2960259" y="3484146"/>
            <a:chExt cx="354584" cy="33855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9AC7A22-4AA6-0CE7-2F02-0738050EAE8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968A9C4-BE10-A6F5-FC66-EC22052ACDA7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968A9C4-BE10-A6F5-FC66-EC22052ACD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029F3A0-A41F-C6B0-18CA-9C55C15568DC}"/>
              </a:ext>
            </a:extLst>
          </p:cNvPr>
          <p:cNvGrpSpPr/>
          <p:nvPr/>
        </p:nvGrpSpPr>
        <p:grpSpPr>
          <a:xfrm>
            <a:off x="6681497" y="2216759"/>
            <a:ext cx="354584" cy="338554"/>
            <a:chOff x="2945466" y="3492179"/>
            <a:chExt cx="354584" cy="338554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64EED527-CFA0-D587-3835-872D6F113D7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068C67DA-73E9-E0D9-E50A-6D99D0A79E68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068C67DA-73E9-E0D9-E50A-6D99D0A79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FF64590-98DC-0C4D-1F0A-81CA93168BE1}"/>
              </a:ext>
            </a:extLst>
          </p:cNvPr>
          <p:cNvGrpSpPr/>
          <p:nvPr/>
        </p:nvGrpSpPr>
        <p:grpSpPr>
          <a:xfrm>
            <a:off x="7058240" y="2210545"/>
            <a:ext cx="354584" cy="338554"/>
            <a:chOff x="2960259" y="3484146"/>
            <a:chExt cx="354584" cy="338554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45765C3A-19DB-3BA1-5FAB-DF476AF9ABF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2CF93BF-5C3B-89F1-BD94-EF4AAE12AB57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2CF93BF-5C3B-89F1-BD94-EF4AAE12A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6095DA4-4549-98F3-BF14-B62B5F58AE9A}"/>
              </a:ext>
            </a:extLst>
          </p:cNvPr>
          <p:cNvGrpSpPr/>
          <p:nvPr/>
        </p:nvGrpSpPr>
        <p:grpSpPr>
          <a:xfrm>
            <a:off x="7434983" y="2210545"/>
            <a:ext cx="354584" cy="338554"/>
            <a:chOff x="2960259" y="3484146"/>
            <a:chExt cx="354584" cy="338554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964EE067-4008-357D-FE06-512EDCB58D9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B89E910-BB63-C6A6-4132-525ABDB52A34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B89E910-BB63-C6A6-4132-525ABDB52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30D60D9-B9A5-9EF3-BFB8-927C75A94BDE}"/>
              </a:ext>
            </a:extLst>
          </p:cNvPr>
          <p:cNvGrpSpPr/>
          <p:nvPr/>
        </p:nvGrpSpPr>
        <p:grpSpPr>
          <a:xfrm>
            <a:off x="7752331" y="2210545"/>
            <a:ext cx="468398" cy="338554"/>
            <a:chOff x="2908230" y="3492179"/>
            <a:chExt cx="468398" cy="338554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08EF1916-F198-4867-42DA-3D9AFE82A8B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F48DB1BD-8E16-3AE6-DCB8-0B219DBD0B3C}"/>
                    </a:ext>
                  </a:extLst>
                </p:cNvPr>
                <p:cNvSpPr txBox="1"/>
                <p:nvPr/>
              </p:nvSpPr>
              <p:spPr>
                <a:xfrm>
                  <a:off x="2908230" y="3492179"/>
                  <a:ext cx="468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F48DB1BD-8E16-3AE6-DCB8-0B219DBD0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8230" y="3492179"/>
                  <a:ext cx="468398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042B6B5C-EAE8-9286-7970-FFF76B46A51B}"/>
              </a:ext>
            </a:extLst>
          </p:cNvPr>
          <p:cNvSpPr txBox="1"/>
          <p:nvPr/>
        </p:nvSpPr>
        <p:spPr>
          <a:xfrm>
            <a:off x="6241390" y="1181381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solidFill>
                  <a:srgbClr val="FF0000"/>
                </a:solidFill>
              </a:rPr>
              <a:t>偶数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CF96B22-F800-1921-8D65-46A7C66DA450}"/>
              </a:ext>
            </a:extLst>
          </p:cNvPr>
          <p:cNvCxnSpPr>
            <a:stCxn id="73" idx="2"/>
            <a:endCxn id="40" idx="0"/>
          </p:cNvCxnSpPr>
          <p:nvPr/>
        </p:nvCxnSpPr>
        <p:spPr>
          <a:xfrm flipH="1">
            <a:off x="5010801" y="1412213"/>
            <a:ext cx="1438338" cy="79819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F473022B-EA8E-3CE7-7362-D8905A480BC2}"/>
              </a:ext>
            </a:extLst>
          </p:cNvPr>
          <p:cNvCxnSpPr>
            <a:cxnSpLocks/>
            <a:stCxn id="73" idx="2"/>
            <a:endCxn id="17" idx="0"/>
          </p:cNvCxnSpPr>
          <p:nvPr/>
        </p:nvCxnSpPr>
        <p:spPr>
          <a:xfrm flipH="1">
            <a:off x="5742128" y="1412213"/>
            <a:ext cx="707011" cy="798196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082D45F2-2D75-E751-779A-647A0C749043}"/>
              </a:ext>
            </a:extLst>
          </p:cNvPr>
          <p:cNvCxnSpPr>
            <a:cxnSpLocks/>
            <a:stCxn id="73" idx="2"/>
            <a:endCxn id="27" idx="0"/>
          </p:cNvCxnSpPr>
          <p:nvPr/>
        </p:nvCxnSpPr>
        <p:spPr>
          <a:xfrm>
            <a:off x="6449139" y="1412213"/>
            <a:ext cx="46475" cy="791982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36655E7-4B5B-49C8-31F3-0602ECCA688C}"/>
              </a:ext>
            </a:extLst>
          </p:cNvPr>
          <p:cNvCxnSpPr>
            <a:cxnSpLocks/>
            <a:stCxn id="73" idx="2"/>
            <a:endCxn id="57" idx="0"/>
          </p:cNvCxnSpPr>
          <p:nvPr/>
        </p:nvCxnSpPr>
        <p:spPr>
          <a:xfrm>
            <a:off x="6449139" y="1412213"/>
            <a:ext cx="786393" cy="798332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C45EF023-E8AF-2792-0153-8E2BC26EBF3C}"/>
              </a:ext>
            </a:extLst>
          </p:cNvPr>
          <p:cNvCxnSpPr>
            <a:cxnSpLocks/>
            <a:stCxn id="73" idx="2"/>
            <a:endCxn id="63" idx="0"/>
          </p:cNvCxnSpPr>
          <p:nvPr/>
        </p:nvCxnSpPr>
        <p:spPr>
          <a:xfrm>
            <a:off x="6449139" y="1412213"/>
            <a:ext cx="1537391" cy="798332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912E4A40-B46E-AFEE-666B-38B4E9A60F72}"/>
              </a:ext>
            </a:extLst>
          </p:cNvPr>
          <p:cNvSpPr txBox="1"/>
          <p:nvPr/>
        </p:nvSpPr>
        <p:spPr>
          <a:xfrm>
            <a:off x="6174858" y="3219315"/>
            <a:ext cx="5950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b="1" dirty="0">
                <a:solidFill>
                  <a:schemeClr val="accent1"/>
                </a:solidFill>
              </a:rPr>
              <a:t>5</a:t>
            </a:r>
            <a:r>
              <a:rPr lang="zh-CN" altLang="en-US" sz="900" b="1" dirty="0">
                <a:solidFill>
                  <a:schemeClr val="accent1"/>
                </a:solidFill>
              </a:rPr>
              <a:t>的倍数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4EA506CE-ECD2-B9BF-EF7A-E03BA6366EC8}"/>
              </a:ext>
            </a:extLst>
          </p:cNvPr>
          <p:cNvCxnSpPr>
            <a:cxnSpLocks/>
            <a:stCxn id="88" idx="0"/>
            <a:endCxn id="24" idx="2"/>
          </p:cNvCxnSpPr>
          <p:nvPr/>
        </p:nvCxnSpPr>
        <p:spPr>
          <a:xfrm flipH="1" flipV="1">
            <a:off x="6118871" y="2542749"/>
            <a:ext cx="353505" cy="676566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1432B7C5-5E1D-3EA4-D92C-F50B71F850A4}"/>
              </a:ext>
            </a:extLst>
          </p:cNvPr>
          <p:cNvCxnSpPr>
            <a:cxnSpLocks/>
            <a:stCxn id="88" idx="0"/>
            <a:endCxn id="63" idx="2"/>
          </p:cNvCxnSpPr>
          <p:nvPr/>
        </p:nvCxnSpPr>
        <p:spPr>
          <a:xfrm flipV="1">
            <a:off x="6472376" y="2549099"/>
            <a:ext cx="1514154" cy="670216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54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C833A-0C14-E63F-67CB-90B4EE88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1AC7A602-5638-7ACB-6CD6-0FE19074A8FA}"/>
              </a:ext>
            </a:extLst>
          </p:cNvPr>
          <p:cNvGrpSpPr/>
          <p:nvPr/>
        </p:nvGrpSpPr>
        <p:grpSpPr>
          <a:xfrm>
            <a:off x="2967691" y="2299173"/>
            <a:ext cx="354584" cy="338554"/>
            <a:chOff x="2945466" y="3492179"/>
            <a:chExt cx="354584" cy="338554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495478E-7C8C-66D5-EF49-22DDD68F476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579C1D-DAE6-52D8-1236-CBE1EBEEB754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E579C1D-DAE6-52D8-1236-CBE1EBEEB7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EE16A42-A3F1-2202-7973-6BA19F0BC215}"/>
              </a:ext>
            </a:extLst>
          </p:cNvPr>
          <p:cNvGrpSpPr/>
          <p:nvPr/>
        </p:nvGrpSpPr>
        <p:grpSpPr>
          <a:xfrm>
            <a:off x="3344434" y="2292959"/>
            <a:ext cx="354584" cy="338554"/>
            <a:chOff x="2960259" y="3484146"/>
            <a:chExt cx="354584" cy="338554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9823C2EF-46BB-51A2-1953-51F29A3E529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7E4B6640-41C6-2436-A60A-3F55152DB905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7E4B6640-41C6-2436-A60A-3F55152DB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D09D2F6-3583-8EA5-1605-B71483159D6F}"/>
              </a:ext>
            </a:extLst>
          </p:cNvPr>
          <p:cNvGrpSpPr/>
          <p:nvPr/>
        </p:nvGrpSpPr>
        <p:grpSpPr>
          <a:xfrm>
            <a:off x="3721177" y="2292959"/>
            <a:ext cx="354584" cy="338554"/>
            <a:chOff x="2960259" y="3484146"/>
            <a:chExt cx="354584" cy="338554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92BD09DE-B26B-7DEB-E1DA-D73D647E264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AFA5B2-FC33-996B-0A4B-6542D21C3FB7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AFA5B2-FC33-996B-0A4B-6542D21C3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9440B54-2BE0-D739-4FFD-09A272AE4CAC}"/>
              </a:ext>
            </a:extLst>
          </p:cNvPr>
          <p:cNvGrpSpPr/>
          <p:nvPr/>
        </p:nvGrpSpPr>
        <p:grpSpPr>
          <a:xfrm>
            <a:off x="4075761" y="2292959"/>
            <a:ext cx="354584" cy="338554"/>
            <a:chOff x="2945466" y="3492179"/>
            <a:chExt cx="354584" cy="33855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A6DE2E8-2D4B-CDFF-9B29-F5A1065C73C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07D84A3-2FFF-5ECF-2807-7451B2BBB96E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07D84A3-2FFF-5ECF-2807-7451B2BBB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B3A3022-DDA3-13D8-9FE3-5D729A74DD4A}"/>
              </a:ext>
            </a:extLst>
          </p:cNvPr>
          <p:cNvGrpSpPr/>
          <p:nvPr/>
        </p:nvGrpSpPr>
        <p:grpSpPr>
          <a:xfrm>
            <a:off x="4452504" y="2286745"/>
            <a:ext cx="354584" cy="338554"/>
            <a:chOff x="2960259" y="3484146"/>
            <a:chExt cx="354584" cy="33855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C0046417-C221-4D16-DC70-F7EDD61BC13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5E9D048-C49D-A0BD-3D5B-0C58EB5E8E5D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D5E9D048-C49D-A0BD-3D5B-0C58EB5E8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BB1BD7A-6661-1011-A046-B1B4A8A39588}"/>
              </a:ext>
            </a:extLst>
          </p:cNvPr>
          <p:cNvGrpSpPr/>
          <p:nvPr/>
        </p:nvGrpSpPr>
        <p:grpSpPr>
          <a:xfrm>
            <a:off x="4829247" y="2286745"/>
            <a:ext cx="354584" cy="338554"/>
            <a:chOff x="2960259" y="3484146"/>
            <a:chExt cx="354584" cy="338554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37B09B0-6726-01F5-F24C-460679586D4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FE79BD2-9242-F080-D805-1810A3A62186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FE79BD2-9242-F080-D805-1810A3A621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740FAB9-6021-78E2-2576-7137DFAAC4D5}"/>
              </a:ext>
            </a:extLst>
          </p:cNvPr>
          <p:cNvGrpSpPr/>
          <p:nvPr/>
        </p:nvGrpSpPr>
        <p:grpSpPr>
          <a:xfrm>
            <a:off x="5192422" y="2299309"/>
            <a:ext cx="354584" cy="338554"/>
            <a:chOff x="2945466" y="3492179"/>
            <a:chExt cx="354584" cy="338554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C48FD2BE-EAEB-0351-8D49-56FB3C2502A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01B10BEC-690C-DA97-EBFD-C6BE95062D51}"/>
                    </a:ext>
                  </a:extLst>
                </p:cNvPr>
                <p:cNvSpPr txBox="1"/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01B10BEC-690C-DA97-EBFD-C6BE95062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5466" y="3492179"/>
                  <a:ext cx="354584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369279A-086B-DBDB-7D08-23B987D0B479}"/>
              </a:ext>
            </a:extLst>
          </p:cNvPr>
          <p:cNvGrpSpPr/>
          <p:nvPr/>
        </p:nvGrpSpPr>
        <p:grpSpPr>
          <a:xfrm>
            <a:off x="5569165" y="2293095"/>
            <a:ext cx="354584" cy="338554"/>
            <a:chOff x="2960259" y="3484146"/>
            <a:chExt cx="354584" cy="338554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8017CF93-15EE-D132-F5DC-3A644595D9A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890B604-11CE-D8B1-E0EC-3274DC30D23A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890B604-11CE-D8B1-E0EC-3274DC30D2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2801C4DB-0CFA-B82E-D880-D5D247608710}"/>
              </a:ext>
            </a:extLst>
          </p:cNvPr>
          <p:cNvGrpSpPr/>
          <p:nvPr/>
        </p:nvGrpSpPr>
        <p:grpSpPr>
          <a:xfrm>
            <a:off x="5945908" y="2293095"/>
            <a:ext cx="354584" cy="338554"/>
            <a:chOff x="2960259" y="3484146"/>
            <a:chExt cx="354584" cy="338554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18014007-0D53-0DF0-A479-8CD8F93677B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7824842-9E38-1BCA-FFBE-085E3041FC78}"/>
                    </a:ext>
                  </a:extLst>
                </p:cNvPr>
                <p:cNvSpPr txBox="1"/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87824842-9E38-1BCA-FFBE-085E3041F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0259" y="3484146"/>
                  <a:ext cx="35458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2DFDA60-B379-5C9B-FEBB-82339FA64FAD}"/>
              </a:ext>
            </a:extLst>
          </p:cNvPr>
          <p:cNvGrpSpPr/>
          <p:nvPr/>
        </p:nvGrpSpPr>
        <p:grpSpPr>
          <a:xfrm>
            <a:off x="6268253" y="2292959"/>
            <a:ext cx="468398" cy="338554"/>
            <a:chOff x="2908230" y="3492179"/>
            <a:chExt cx="468398" cy="338554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7CFF53D1-EDA7-0723-9B9D-CBB12A7D656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3378D7AA-75A1-5E56-FD0C-D24F1C7E05DD}"/>
                    </a:ext>
                  </a:extLst>
                </p:cNvPr>
                <p:cNvSpPr txBox="1"/>
                <p:nvPr/>
              </p:nvSpPr>
              <p:spPr>
                <a:xfrm>
                  <a:off x="2908230" y="3492179"/>
                  <a:ext cx="4683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3378D7AA-75A1-5E56-FD0C-D24F1C7E0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8230" y="3492179"/>
                  <a:ext cx="468398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53B0A40-6E71-3985-A615-2A32F56AEE8F}"/>
              </a:ext>
            </a:extLst>
          </p:cNvPr>
          <p:cNvGrpSpPr/>
          <p:nvPr/>
        </p:nvGrpSpPr>
        <p:grpSpPr>
          <a:xfrm>
            <a:off x="6736651" y="2306349"/>
            <a:ext cx="341173" cy="338554"/>
            <a:chOff x="2957652" y="3498529"/>
            <a:chExt cx="341173" cy="33855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C4B0321-D0B7-5972-F029-CAEC9740E17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98DC9A3-E9D3-4ABA-99BD-B879CD2A272E}"/>
                </a:ext>
              </a:extLst>
            </p:cNvPr>
            <p:cNvSpPr txBox="1"/>
            <p:nvPr/>
          </p:nvSpPr>
          <p:spPr>
            <a:xfrm>
              <a:off x="2957652" y="3498529"/>
              <a:ext cx="3289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en-US" altLang="zh-CN" sz="1600" dirty="0"/>
                <a:t>…</a:t>
              </a:r>
              <a:endParaRPr lang="zh-CN" altLang="en-US" sz="16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91C69D5-A361-B457-6191-5B0EA289F01B}"/>
                  </a:ext>
                </a:extLst>
              </p:cNvPr>
              <p:cNvSpPr txBox="1"/>
              <p:nvPr/>
            </p:nvSpPr>
            <p:spPr>
              <a:xfrm>
                <a:off x="4346682" y="3054215"/>
                <a:ext cx="1452642" cy="336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>
                    <a:solidFill>
                      <a:schemeClr val="accent1"/>
                    </a:solidFill>
                  </a:rPr>
                  <a:t>5</a:t>
                </a:r>
                <a:r>
                  <a:rPr lang="zh-CN" altLang="en-US" sz="1100" b="1" dirty="0">
                    <a:solidFill>
                      <a:schemeClr val="accent1"/>
                    </a:solidFill>
                  </a:rPr>
                  <a:t>的倍数只占整体的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1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1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11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zh-CN" altLang="en-US" sz="11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91C69D5-A361-B457-6191-5B0EA289F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682" y="3054215"/>
                <a:ext cx="1452642" cy="336823"/>
              </a:xfrm>
              <a:prstGeom prst="rect">
                <a:avLst/>
              </a:prstGeom>
              <a:blipFill>
                <a:blip r:embed="rId12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左大括号 6">
            <a:extLst>
              <a:ext uri="{FF2B5EF4-FFF2-40B4-BE49-F238E27FC236}">
                <a16:creationId xmlns:a16="http://schemas.microsoft.com/office/drawing/2014/main" id="{4FB6467C-F299-7A05-0A54-0146F7039BF0}"/>
              </a:ext>
            </a:extLst>
          </p:cNvPr>
          <p:cNvSpPr/>
          <p:nvPr/>
        </p:nvSpPr>
        <p:spPr>
          <a:xfrm rot="16200000">
            <a:off x="4898156" y="832944"/>
            <a:ext cx="260350" cy="4074512"/>
          </a:xfrm>
          <a:prstGeom prst="leftBrace">
            <a:avLst>
              <a:gd name="adj1" fmla="val 80284"/>
              <a:gd name="adj2" fmla="val 50000"/>
            </a:avLst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204418F-54B2-C638-FEAA-1DFED179401C}"/>
              </a:ext>
            </a:extLst>
          </p:cNvPr>
          <p:cNvCxnSpPr>
            <a:cxnSpLocks/>
          </p:cNvCxnSpPr>
          <p:nvPr/>
        </p:nvCxnSpPr>
        <p:spPr>
          <a:xfrm>
            <a:off x="4813714" y="2092484"/>
            <a:ext cx="0" cy="72707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213CF43-4D56-C716-61A0-B73D17C8351A}"/>
              </a:ext>
            </a:extLst>
          </p:cNvPr>
          <p:cNvCxnSpPr>
            <a:cxnSpLocks/>
          </p:cNvCxnSpPr>
          <p:nvPr/>
        </p:nvCxnSpPr>
        <p:spPr>
          <a:xfrm>
            <a:off x="6693176" y="2105184"/>
            <a:ext cx="0" cy="71437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75FA08D0-C6DB-4848-C761-524E0E15F306}"/>
              </a:ext>
            </a:extLst>
          </p:cNvPr>
          <p:cNvSpPr/>
          <p:nvPr/>
        </p:nvSpPr>
        <p:spPr>
          <a:xfrm rot="5400000">
            <a:off x="3760897" y="1160489"/>
            <a:ext cx="260350" cy="1799995"/>
          </a:xfrm>
          <a:prstGeom prst="leftBrace">
            <a:avLst>
              <a:gd name="adj1" fmla="val 80284"/>
              <a:gd name="adj2" fmla="val 50000"/>
            </a:avLst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EB1AF4A3-8313-111C-6D49-52B300B4B5B5}"/>
              </a:ext>
            </a:extLst>
          </p:cNvPr>
          <p:cNvSpPr/>
          <p:nvPr/>
        </p:nvSpPr>
        <p:spPr>
          <a:xfrm rot="5400000">
            <a:off x="5614631" y="1146718"/>
            <a:ext cx="260350" cy="1828081"/>
          </a:xfrm>
          <a:prstGeom prst="leftBrace">
            <a:avLst>
              <a:gd name="adj1" fmla="val 80284"/>
              <a:gd name="adj2" fmla="val 50000"/>
            </a:avLst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04977B-9279-BEAB-F44B-9A06A1011E69}"/>
              </a:ext>
            </a:extLst>
          </p:cNvPr>
          <p:cNvSpPr txBox="1"/>
          <p:nvPr/>
        </p:nvSpPr>
        <p:spPr>
          <a:xfrm>
            <a:off x="3759465" y="1668701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accent1"/>
                </a:solidFill>
              </a:rPr>
              <a:t>5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470BD8-6E0F-C5B8-8C72-EE04B2058A8F}"/>
              </a:ext>
            </a:extLst>
          </p:cNvPr>
          <p:cNvSpPr txBox="1"/>
          <p:nvPr/>
        </p:nvSpPr>
        <p:spPr>
          <a:xfrm>
            <a:off x="5611136" y="1668973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accent1"/>
                </a:solidFill>
              </a:rPr>
              <a:t>5</a:t>
            </a:r>
            <a:endParaRPr lang="zh-CN" altLang="en-US" sz="1100" b="1" dirty="0">
              <a:solidFill>
                <a:schemeClr val="accent1"/>
              </a:solidFill>
            </a:endParaRPr>
          </a:p>
        </p:txBody>
      </p:sp>
      <p:sp>
        <p:nvSpPr>
          <p:cNvPr id="31" name="乘号 30">
            <a:extLst>
              <a:ext uri="{FF2B5EF4-FFF2-40B4-BE49-F238E27FC236}">
                <a16:creationId xmlns:a16="http://schemas.microsoft.com/office/drawing/2014/main" id="{381BA24F-D437-F94F-12E3-7BB317D6B6FB}"/>
              </a:ext>
            </a:extLst>
          </p:cNvPr>
          <p:cNvSpPr/>
          <p:nvPr/>
        </p:nvSpPr>
        <p:spPr>
          <a:xfrm>
            <a:off x="3063947" y="2615924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乘号 31">
            <a:extLst>
              <a:ext uri="{FF2B5EF4-FFF2-40B4-BE49-F238E27FC236}">
                <a16:creationId xmlns:a16="http://schemas.microsoft.com/office/drawing/2014/main" id="{AE5CF21A-5CAB-650F-B002-0EB34DDFF0FC}"/>
              </a:ext>
            </a:extLst>
          </p:cNvPr>
          <p:cNvSpPr/>
          <p:nvPr/>
        </p:nvSpPr>
        <p:spPr>
          <a:xfrm>
            <a:off x="3436976" y="2610703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乘号 32">
            <a:extLst>
              <a:ext uri="{FF2B5EF4-FFF2-40B4-BE49-F238E27FC236}">
                <a16:creationId xmlns:a16="http://schemas.microsoft.com/office/drawing/2014/main" id="{EB2AB4C2-85BA-ED6E-915C-591F0DEAFA72}"/>
              </a:ext>
            </a:extLst>
          </p:cNvPr>
          <p:cNvSpPr/>
          <p:nvPr/>
        </p:nvSpPr>
        <p:spPr>
          <a:xfrm>
            <a:off x="3819137" y="2619176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乘号 36">
            <a:extLst>
              <a:ext uri="{FF2B5EF4-FFF2-40B4-BE49-F238E27FC236}">
                <a16:creationId xmlns:a16="http://schemas.microsoft.com/office/drawing/2014/main" id="{9E1247B8-B04C-2135-9107-7818D9F63FEF}"/>
              </a:ext>
            </a:extLst>
          </p:cNvPr>
          <p:cNvSpPr/>
          <p:nvPr/>
        </p:nvSpPr>
        <p:spPr>
          <a:xfrm>
            <a:off x="4192166" y="2613955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乘号 40">
            <a:extLst>
              <a:ext uri="{FF2B5EF4-FFF2-40B4-BE49-F238E27FC236}">
                <a16:creationId xmlns:a16="http://schemas.microsoft.com/office/drawing/2014/main" id="{FD5E07D9-8950-62D5-89A5-923D000FFEE9}"/>
              </a:ext>
            </a:extLst>
          </p:cNvPr>
          <p:cNvSpPr/>
          <p:nvPr/>
        </p:nvSpPr>
        <p:spPr>
          <a:xfrm>
            <a:off x="4926939" y="2616060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乘号 41">
            <a:extLst>
              <a:ext uri="{FF2B5EF4-FFF2-40B4-BE49-F238E27FC236}">
                <a16:creationId xmlns:a16="http://schemas.microsoft.com/office/drawing/2014/main" id="{6E342A13-6D12-493B-EAA1-4A0B30F376D8}"/>
              </a:ext>
            </a:extLst>
          </p:cNvPr>
          <p:cNvSpPr/>
          <p:nvPr/>
        </p:nvSpPr>
        <p:spPr>
          <a:xfrm>
            <a:off x="5299968" y="2610839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乘号 42">
            <a:extLst>
              <a:ext uri="{FF2B5EF4-FFF2-40B4-BE49-F238E27FC236}">
                <a16:creationId xmlns:a16="http://schemas.microsoft.com/office/drawing/2014/main" id="{978FAD86-0A8A-1678-39BB-3B325A89B635}"/>
              </a:ext>
            </a:extLst>
          </p:cNvPr>
          <p:cNvSpPr/>
          <p:nvPr/>
        </p:nvSpPr>
        <p:spPr>
          <a:xfrm>
            <a:off x="5656783" y="2622410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乘号 44">
            <a:extLst>
              <a:ext uri="{FF2B5EF4-FFF2-40B4-BE49-F238E27FC236}">
                <a16:creationId xmlns:a16="http://schemas.microsoft.com/office/drawing/2014/main" id="{AF3435C1-AC75-F620-8832-040F7CB09893}"/>
              </a:ext>
            </a:extLst>
          </p:cNvPr>
          <p:cNvSpPr/>
          <p:nvPr/>
        </p:nvSpPr>
        <p:spPr>
          <a:xfrm>
            <a:off x="6029812" y="2617189"/>
            <a:ext cx="162071" cy="21916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形 47" descr="复选标记 纯色填充">
            <a:extLst>
              <a:ext uri="{FF2B5EF4-FFF2-40B4-BE49-F238E27FC236}">
                <a16:creationId xmlns:a16="http://schemas.microsoft.com/office/drawing/2014/main" id="{9CFF01BC-BFFE-EE9C-D3AC-1252F9F4B7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11062" y="2623480"/>
            <a:ext cx="235550" cy="235550"/>
          </a:xfrm>
          <a:prstGeom prst="rect">
            <a:avLst/>
          </a:prstGeom>
        </p:spPr>
      </p:pic>
      <p:pic>
        <p:nvPicPr>
          <p:cNvPr id="49" name="图形 48" descr="复选标记 纯色填充">
            <a:extLst>
              <a:ext uri="{FF2B5EF4-FFF2-40B4-BE49-F238E27FC236}">
                <a16:creationId xmlns:a16="http://schemas.microsoft.com/office/drawing/2014/main" id="{19E5E090-F050-B98B-1136-2F0FABA88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84396" y="2594477"/>
            <a:ext cx="235550" cy="2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8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F58C3-ECA7-6120-436E-3DACB13FB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D2E1EC1-7BDC-C97B-07A7-5E6BFE14C7C0}"/>
              </a:ext>
            </a:extLst>
          </p:cNvPr>
          <p:cNvCxnSpPr>
            <a:cxnSpLocks/>
          </p:cNvCxnSpPr>
          <p:nvPr/>
        </p:nvCxnSpPr>
        <p:spPr>
          <a:xfrm>
            <a:off x="2609850" y="2606675"/>
            <a:ext cx="4810125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BE6F490-FB60-0197-6F1C-B938B71C3B7E}"/>
              </a:ext>
            </a:extLst>
          </p:cNvPr>
          <p:cNvGrpSpPr/>
          <p:nvPr/>
        </p:nvGrpSpPr>
        <p:grpSpPr>
          <a:xfrm>
            <a:off x="2871181" y="2289988"/>
            <a:ext cx="311303" cy="419345"/>
            <a:chOff x="2871181" y="2289988"/>
            <a:chExt cx="311303" cy="419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F3A508D-E5D6-6734-03FB-0F3B603E13D6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1F225F4-39B9-EA34-1427-2ED7DC35AED7}"/>
                    </a:ext>
                  </a:extLst>
                </p:cNvPr>
                <p:cNvSpPr txBox="1"/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1F225F4-39B9-EA34-1427-2ED7DC35A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43A8BE2-D0B1-42FF-E21D-46A198B7213D}"/>
              </a:ext>
            </a:extLst>
          </p:cNvPr>
          <p:cNvGrpSpPr/>
          <p:nvPr/>
        </p:nvGrpSpPr>
        <p:grpSpPr>
          <a:xfrm>
            <a:off x="3186274" y="2289987"/>
            <a:ext cx="396262" cy="419346"/>
            <a:chOff x="2982998" y="2442387"/>
            <a:chExt cx="396262" cy="419346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2F82BF9-45C4-AFCF-8DA3-A559FBAD88CA}"/>
                </a:ext>
              </a:extLst>
            </p:cNvPr>
            <p:cNvCxnSpPr/>
            <p:nvPr/>
          </p:nvCxnSpPr>
          <p:spPr>
            <a:xfrm>
              <a:off x="3179233" y="26797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357376F6-75CD-7637-7064-48F053283C98}"/>
                    </a:ext>
                  </a:extLst>
                </p:cNvPr>
                <p:cNvSpPr txBox="1"/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357376F6-75CD-7637-7064-48F053283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AB27441-11A3-BF8B-CAF8-68397EBC6033}"/>
              </a:ext>
            </a:extLst>
          </p:cNvPr>
          <p:cNvGrpSpPr/>
          <p:nvPr/>
        </p:nvGrpSpPr>
        <p:grpSpPr>
          <a:xfrm>
            <a:off x="3545293" y="2289987"/>
            <a:ext cx="396262" cy="419346"/>
            <a:chOff x="3545293" y="2289987"/>
            <a:chExt cx="396262" cy="41934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9A00028-CB21-A66A-78B2-4785BCCAD1E5}"/>
                </a:ext>
              </a:extLst>
            </p:cNvPr>
            <p:cNvCxnSpPr/>
            <p:nvPr/>
          </p:nvCxnSpPr>
          <p:spPr>
            <a:xfrm>
              <a:off x="3738186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E5F07F9-DA3C-6DA0-B162-296FD31647D5}"/>
                    </a:ext>
                  </a:extLst>
                </p:cNvPr>
                <p:cNvSpPr txBox="1"/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E5F07F9-DA3C-6DA0-B162-296FD3164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3E842885-60ED-C7A1-01BA-AD1403E5B4AE}"/>
              </a:ext>
            </a:extLst>
          </p:cNvPr>
          <p:cNvGrpSpPr/>
          <p:nvPr/>
        </p:nvGrpSpPr>
        <p:grpSpPr>
          <a:xfrm>
            <a:off x="3873544" y="2289987"/>
            <a:ext cx="1083533" cy="419346"/>
            <a:chOff x="3824779" y="2289987"/>
            <a:chExt cx="1083533" cy="419346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3801BB1-E3D7-F660-5A8B-F3AAF8DEC036}"/>
                </a:ext>
              </a:extLst>
            </p:cNvPr>
            <p:cNvGrpSpPr/>
            <p:nvPr/>
          </p:nvGrpSpPr>
          <p:grpSpPr>
            <a:xfrm>
              <a:off x="3824779" y="2289987"/>
              <a:ext cx="396262" cy="419346"/>
              <a:chOff x="2850890" y="2289987"/>
              <a:chExt cx="396262" cy="419346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9ECFBEFE-66EF-7951-0E9F-ED308DF3522C}"/>
                  </a:ext>
                </a:extLst>
              </p:cNvPr>
              <p:cNvCxnSpPr/>
              <p:nvPr/>
            </p:nvCxnSpPr>
            <p:spPr>
              <a:xfrm>
                <a:off x="3026833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EAA2036A-6420-5C98-6CF4-C632EC8DC9C4}"/>
                      </a:ext>
                    </a:extLst>
                  </p:cNvPr>
                  <p:cNvSpPr txBox="1"/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EAA2036A-6420-5C98-6CF4-C632EC8DC9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4E9560DE-D629-BAC7-A044-5491C436FB5F}"/>
                </a:ext>
              </a:extLst>
            </p:cNvPr>
            <p:cNvGrpSpPr/>
            <p:nvPr/>
          </p:nvGrpSpPr>
          <p:grpSpPr>
            <a:xfrm>
              <a:off x="4156375" y="2289987"/>
              <a:ext cx="396262" cy="419346"/>
              <a:chOff x="2979210" y="2442387"/>
              <a:chExt cx="396262" cy="419346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3E72BE5F-82E2-7F1C-59CD-BD969B54190B}"/>
                  </a:ext>
                </a:extLst>
              </p:cNvPr>
              <p:cNvCxnSpPr/>
              <p:nvPr/>
            </p:nvCxnSpPr>
            <p:spPr>
              <a:xfrm>
                <a:off x="3179233" y="26797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02A13F44-91BB-91B1-1F61-1754FA408C56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02A13F44-91BB-91B1-1F61-1754FA408C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3799851B-BAB0-846E-6F69-380E4D4BFE14}"/>
                </a:ext>
              </a:extLst>
            </p:cNvPr>
            <p:cNvGrpSpPr/>
            <p:nvPr/>
          </p:nvGrpSpPr>
          <p:grpSpPr>
            <a:xfrm>
              <a:off x="4512050" y="2289987"/>
              <a:ext cx="396262" cy="419346"/>
              <a:chOff x="3538161" y="2289987"/>
              <a:chExt cx="396262" cy="41934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5596102D-264E-A17B-5576-7398ACA751AC}"/>
                  </a:ext>
                </a:extLst>
              </p:cNvPr>
              <p:cNvCxnSpPr/>
              <p:nvPr/>
            </p:nvCxnSpPr>
            <p:spPr>
              <a:xfrm>
                <a:off x="3738186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1F3FE295-BD7D-2EAC-DE77-E7BD19BF510E}"/>
                      </a:ext>
                    </a:extLst>
                  </p:cNvPr>
                  <p:cNvSpPr txBox="1"/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1F3FE295-BD7D-2EAC-DE77-E7BD19BF51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9AB93A5-F2DB-9B88-CBC1-FC7D84046A5B}"/>
                  </a:ext>
                </a:extLst>
              </p:cNvPr>
              <p:cNvSpPr txBox="1"/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9AB93A5-F2DB-9B88-CBC1-FC7D84046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E560803C-3A58-9DA9-EEEF-C0B6E9A1BA09}"/>
              </a:ext>
            </a:extLst>
          </p:cNvPr>
          <p:cNvGrpSpPr/>
          <p:nvPr/>
        </p:nvGrpSpPr>
        <p:grpSpPr>
          <a:xfrm>
            <a:off x="5698263" y="2289987"/>
            <a:ext cx="481222" cy="419346"/>
            <a:chOff x="2786222" y="2289987"/>
            <a:chExt cx="481222" cy="41934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77D56209-CE21-CA8C-6442-10E34CE7BB57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BE605D3-3AEA-BA0F-0835-CA28DFE015CD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BE605D3-3AEA-BA0F-0835-CA28DFE015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E977060-10CA-9976-BC2A-4A0A741129F4}"/>
                  </a:ext>
                </a:extLst>
              </p:cNvPr>
              <p:cNvSpPr txBox="1"/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E977060-10CA-9976-BC2A-4A0A74112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1318F937-8311-011E-98BF-F2E1ED828F0A}"/>
              </a:ext>
            </a:extLst>
          </p:cNvPr>
          <p:cNvGrpSpPr/>
          <p:nvPr/>
        </p:nvGrpSpPr>
        <p:grpSpPr>
          <a:xfrm>
            <a:off x="6752108" y="2289987"/>
            <a:ext cx="481222" cy="419346"/>
            <a:chOff x="2786222" y="2289987"/>
            <a:chExt cx="481222" cy="419346"/>
          </a:xfrm>
        </p:grpSpPr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4B230E32-83E9-B71E-449B-59A5857A28A6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59AB02D-FB60-99D6-DB47-44AF1DFB01B5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59AB02D-FB60-99D6-DB47-44AF1DFB0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7A0CFD7D-2835-1144-7859-55CC581F748D}"/>
              </a:ext>
            </a:extLst>
          </p:cNvPr>
          <p:cNvGrpSpPr/>
          <p:nvPr/>
        </p:nvGrpSpPr>
        <p:grpSpPr>
          <a:xfrm>
            <a:off x="2931623" y="2004079"/>
            <a:ext cx="190417" cy="246221"/>
            <a:chOff x="2968851" y="3444364"/>
            <a:chExt cx="314720" cy="41064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09F6AE86-579F-A4CB-FE6F-A65FC8A0417D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64B8BF6-A9FB-FF2B-717F-A0AF17CD4F1F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164B8BF6-A9FB-FF2B-717F-A0AF17CD4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677F652-E0A4-B52E-BFD9-4AEDA909416E}"/>
              </a:ext>
            </a:extLst>
          </p:cNvPr>
          <p:cNvGrpSpPr/>
          <p:nvPr/>
        </p:nvGrpSpPr>
        <p:grpSpPr>
          <a:xfrm>
            <a:off x="3287300" y="2004077"/>
            <a:ext cx="190417" cy="246221"/>
            <a:chOff x="2968851" y="3444364"/>
            <a:chExt cx="314720" cy="410649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C96865F2-D76F-B1CE-28D6-009152E7832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1948478-2E6A-9E98-BA11-7A3CFADB3188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1948478-2E6A-9E98-BA11-7A3CFADB31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0230DA1-18F3-06B0-E16D-89326AB84743}"/>
              </a:ext>
            </a:extLst>
          </p:cNvPr>
          <p:cNvGrpSpPr/>
          <p:nvPr/>
        </p:nvGrpSpPr>
        <p:grpSpPr>
          <a:xfrm>
            <a:off x="3607037" y="2004077"/>
            <a:ext cx="190417" cy="246221"/>
            <a:chOff x="2968851" y="3444364"/>
            <a:chExt cx="314720" cy="410649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AD91674E-EB12-EFC6-3D42-020372C54A5F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3D0D3656-DF8A-ABF8-5925-49718BD38F9A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3D0D3656-DF8A-ABF8-5925-49718BD38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550A10BB-7F07-ABC9-06F2-4F1B0FA3D5F1}"/>
              </a:ext>
            </a:extLst>
          </p:cNvPr>
          <p:cNvGrpSpPr/>
          <p:nvPr/>
        </p:nvGrpSpPr>
        <p:grpSpPr>
          <a:xfrm>
            <a:off x="3962714" y="2004075"/>
            <a:ext cx="190417" cy="246221"/>
            <a:chOff x="2968851" y="3444364"/>
            <a:chExt cx="314720" cy="410649"/>
          </a:xfrm>
        </p:grpSpPr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9F1B9C21-429E-7B19-1D66-355A2CAF2A47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C3081BDD-0DFA-AEC8-2F2C-0AA9DEE2846F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C3081BDD-0DFA-AEC8-2F2C-0AA9DEE28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1F65B83-41DF-F190-49C2-F598417EA9F1}"/>
              </a:ext>
            </a:extLst>
          </p:cNvPr>
          <p:cNvGrpSpPr/>
          <p:nvPr/>
        </p:nvGrpSpPr>
        <p:grpSpPr>
          <a:xfrm>
            <a:off x="4309954" y="2004079"/>
            <a:ext cx="190417" cy="246221"/>
            <a:chOff x="2968851" y="3444364"/>
            <a:chExt cx="314720" cy="410649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C572363D-A4A0-B9E0-31C9-E51EF73FC83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4DDFF5B3-923E-E853-153E-B5C9877CAB66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4DDFF5B3-923E-E853-153E-B5C9877CAB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999FF9A3-8A62-0D76-5112-289F76BBDC3E}"/>
              </a:ext>
            </a:extLst>
          </p:cNvPr>
          <p:cNvGrpSpPr/>
          <p:nvPr/>
        </p:nvGrpSpPr>
        <p:grpSpPr>
          <a:xfrm>
            <a:off x="4665631" y="2004077"/>
            <a:ext cx="190417" cy="246221"/>
            <a:chOff x="2968851" y="3444364"/>
            <a:chExt cx="314720" cy="410649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4AF86FF9-2CFD-7F41-EAD9-81D4F5B7CBA7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F487622A-DFD8-8BE7-71B0-420BA47F22A8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F487622A-DFD8-8BE7-71B0-420BA47F2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5A820F62-D381-B7AD-B32E-DA40E14DFB4F}"/>
              </a:ext>
            </a:extLst>
          </p:cNvPr>
          <p:cNvGrpSpPr/>
          <p:nvPr/>
        </p:nvGrpSpPr>
        <p:grpSpPr>
          <a:xfrm>
            <a:off x="5843665" y="2004075"/>
            <a:ext cx="190417" cy="246221"/>
            <a:chOff x="2968851" y="3444364"/>
            <a:chExt cx="314720" cy="410649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EC8FC4CB-94C0-6D24-4DF7-D6A46ECE019D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F28067F6-4851-52BF-2821-F6CC5370FBF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F28067F6-4851-52BF-2821-F6CC5370F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626BFAD4-295D-6017-15B7-542FA75542C0}"/>
              </a:ext>
            </a:extLst>
          </p:cNvPr>
          <p:cNvGrpSpPr/>
          <p:nvPr/>
        </p:nvGrpSpPr>
        <p:grpSpPr>
          <a:xfrm>
            <a:off x="5843665" y="1811198"/>
            <a:ext cx="190417" cy="246221"/>
            <a:chOff x="2968851" y="3444364"/>
            <a:chExt cx="314720" cy="410649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D88BDB02-82C0-BDA7-45E4-3392E98F9F89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DCA244B1-D4FD-8587-3F99-B562942F4A38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DCA244B1-D4FD-8587-3F99-B562942F4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259829A6-72F1-29C1-A631-4E63D061F60F}"/>
              </a:ext>
            </a:extLst>
          </p:cNvPr>
          <p:cNvGrpSpPr/>
          <p:nvPr/>
        </p:nvGrpSpPr>
        <p:grpSpPr>
          <a:xfrm>
            <a:off x="5843665" y="1618321"/>
            <a:ext cx="190417" cy="246221"/>
            <a:chOff x="2968851" y="3444364"/>
            <a:chExt cx="314720" cy="410649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37BCB9EC-36D3-364C-F01C-FA4E905A458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7F8E5DC9-2A15-462E-28BE-D8750BE77AA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7F8E5DC9-2A15-462E-28BE-D8750BE77A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1DBE637D-F705-3F39-85D0-DB97C4432D6E}"/>
              </a:ext>
            </a:extLst>
          </p:cNvPr>
          <p:cNvGrpSpPr/>
          <p:nvPr/>
        </p:nvGrpSpPr>
        <p:grpSpPr>
          <a:xfrm>
            <a:off x="4309954" y="1811198"/>
            <a:ext cx="190417" cy="246221"/>
            <a:chOff x="2968851" y="3444364"/>
            <a:chExt cx="314720" cy="410649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906C0094-99B3-DDA5-D551-6961FBCE16F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A32C9D0-FC5E-6BCD-0B50-5D0BEB2D28AB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A32C9D0-FC5E-6BCD-0B50-5D0BEB2D2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4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5719B282-39B1-827F-F721-5E4E52970B48}"/>
              </a:ext>
            </a:extLst>
          </p:cNvPr>
          <p:cNvGrpSpPr/>
          <p:nvPr/>
        </p:nvGrpSpPr>
        <p:grpSpPr>
          <a:xfrm>
            <a:off x="6867221" y="2004075"/>
            <a:ext cx="190417" cy="246221"/>
            <a:chOff x="2968851" y="3444364"/>
            <a:chExt cx="314720" cy="410649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CB98A78A-9C6F-89D6-B859-8CBB3F9952B9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B62A1458-6EB6-CF7C-11ED-F8A7A9259F2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B62A1458-6EB6-CF7C-11ED-F8A7A9259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4B57FA0C-6748-3B1A-B8AC-0B585BF834A8}"/>
              </a:ext>
            </a:extLst>
          </p:cNvPr>
          <p:cNvGrpSpPr/>
          <p:nvPr/>
        </p:nvGrpSpPr>
        <p:grpSpPr>
          <a:xfrm>
            <a:off x="6867221" y="1811198"/>
            <a:ext cx="190417" cy="246221"/>
            <a:chOff x="2968851" y="3444364"/>
            <a:chExt cx="314720" cy="410649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3BCC9EB9-DFC6-0424-62E5-F289DBF665F5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81B07AD-0892-5418-2650-A4C99C63E48C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81B07AD-0892-5418-2650-A4C99C63E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36F8281D-91B3-959E-E98E-918E7154BD30}"/>
              </a:ext>
            </a:extLst>
          </p:cNvPr>
          <p:cNvGrpSpPr/>
          <p:nvPr/>
        </p:nvGrpSpPr>
        <p:grpSpPr>
          <a:xfrm>
            <a:off x="6867221" y="1618321"/>
            <a:ext cx="190417" cy="246221"/>
            <a:chOff x="2968851" y="3444364"/>
            <a:chExt cx="314720" cy="410649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2FFA1591-CA9E-1CD2-8E18-642CDE7C637E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B50B8859-F00F-751A-9C51-785FA31C71F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B50B8859-F00F-751A-9C51-785FA31C7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40CA6A1C-8D4E-3A88-1A67-D180708BB3ED}"/>
              </a:ext>
            </a:extLst>
          </p:cNvPr>
          <p:cNvGrpSpPr/>
          <p:nvPr/>
        </p:nvGrpSpPr>
        <p:grpSpPr>
          <a:xfrm>
            <a:off x="6867221" y="1432248"/>
            <a:ext cx="190417" cy="246221"/>
            <a:chOff x="2968851" y="3444364"/>
            <a:chExt cx="314720" cy="410649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6D36E3E3-12CF-C5BE-85EC-B7908CA183FA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7F3ECA37-3130-EB61-5827-F3A882AF6414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7F3ECA37-3130-EB61-5827-F3A882AF64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3" name="文本框 132">
            <a:extLst>
              <a:ext uri="{FF2B5EF4-FFF2-40B4-BE49-F238E27FC236}">
                <a16:creationId xmlns:a16="http://schemas.microsoft.com/office/drawing/2014/main" id="{1DB0A637-B4F8-06D2-CCC5-69C6AAA4BE3F}"/>
              </a:ext>
            </a:extLst>
          </p:cNvPr>
          <p:cNvSpPr txBox="1"/>
          <p:nvPr/>
        </p:nvSpPr>
        <p:spPr>
          <a:xfrm>
            <a:off x="2799466" y="1121698"/>
            <a:ext cx="18774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问题本质：统计方块的个数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BEBC01E-73B3-2FA7-E90E-A40D0FDAC39E}"/>
              </a:ext>
            </a:extLst>
          </p:cNvPr>
          <p:cNvSpPr txBox="1"/>
          <p:nvPr/>
        </p:nvSpPr>
        <p:spPr>
          <a:xfrm>
            <a:off x="2326698" y="198868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贡献</a:t>
            </a:r>
          </a:p>
        </p:txBody>
      </p:sp>
    </p:spTree>
    <p:extLst>
      <p:ext uri="{BB962C8B-B14F-4D97-AF65-F5344CB8AC3E}">
        <p14:creationId xmlns:p14="http://schemas.microsoft.com/office/powerpoint/2010/main" val="411256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0C1A5-EFC2-4DAF-E079-6BBDA277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F5424D4-6682-B12E-F8E0-08D6D8C9B4DF}"/>
              </a:ext>
            </a:extLst>
          </p:cNvPr>
          <p:cNvCxnSpPr>
            <a:cxnSpLocks/>
          </p:cNvCxnSpPr>
          <p:nvPr/>
        </p:nvCxnSpPr>
        <p:spPr>
          <a:xfrm>
            <a:off x="2609850" y="2606675"/>
            <a:ext cx="4810125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6240879-FD56-1BD1-DB4F-39D72C1DB9C0}"/>
              </a:ext>
            </a:extLst>
          </p:cNvPr>
          <p:cNvGrpSpPr/>
          <p:nvPr/>
        </p:nvGrpSpPr>
        <p:grpSpPr>
          <a:xfrm>
            <a:off x="2871181" y="2289988"/>
            <a:ext cx="311303" cy="419345"/>
            <a:chOff x="2871181" y="2289988"/>
            <a:chExt cx="311303" cy="419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2C9E635-B20E-C59A-6FBE-0EEA7A5C1126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F11C03F-629A-6F9A-08A9-BDB13E940B62}"/>
                    </a:ext>
                  </a:extLst>
                </p:cNvPr>
                <p:cNvSpPr txBox="1"/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F11C03F-629A-6F9A-08A9-BDB13E940B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5DFFE12-2447-0B06-17D0-F834BF55AC77}"/>
              </a:ext>
            </a:extLst>
          </p:cNvPr>
          <p:cNvGrpSpPr/>
          <p:nvPr/>
        </p:nvGrpSpPr>
        <p:grpSpPr>
          <a:xfrm>
            <a:off x="3186274" y="2289987"/>
            <a:ext cx="396262" cy="419346"/>
            <a:chOff x="2982998" y="2442387"/>
            <a:chExt cx="396262" cy="419346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C388073-F670-1259-8DF3-DDDE303A9EF9}"/>
                </a:ext>
              </a:extLst>
            </p:cNvPr>
            <p:cNvCxnSpPr/>
            <p:nvPr/>
          </p:nvCxnSpPr>
          <p:spPr>
            <a:xfrm>
              <a:off x="3179233" y="26797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BF10EC0A-D466-3528-B6B1-8967CD4E0C22}"/>
                    </a:ext>
                  </a:extLst>
                </p:cNvPr>
                <p:cNvSpPr txBox="1"/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BF10EC0A-D466-3528-B6B1-8967CD4E0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865D162-B37F-BAE3-689D-341E05E94D34}"/>
              </a:ext>
            </a:extLst>
          </p:cNvPr>
          <p:cNvGrpSpPr/>
          <p:nvPr/>
        </p:nvGrpSpPr>
        <p:grpSpPr>
          <a:xfrm>
            <a:off x="3545293" y="2289987"/>
            <a:ext cx="396262" cy="419346"/>
            <a:chOff x="3545293" y="2289987"/>
            <a:chExt cx="396262" cy="41934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6DB6B1B-074A-157C-F1A2-B9EE3F77FA32}"/>
                </a:ext>
              </a:extLst>
            </p:cNvPr>
            <p:cNvCxnSpPr/>
            <p:nvPr/>
          </p:nvCxnSpPr>
          <p:spPr>
            <a:xfrm>
              <a:off x="3738186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E74C18F-EDBD-B4FC-2094-AEF69E2BE2F6}"/>
                    </a:ext>
                  </a:extLst>
                </p:cNvPr>
                <p:cNvSpPr txBox="1"/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E74C18F-EDBD-B4FC-2094-AEF69E2BE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7914EB7-776A-79BC-C03B-07885B73202C}"/>
              </a:ext>
            </a:extLst>
          </p:cNvPr>
          <p:cNvGrpSpPr/>
          <p:nvPr/>
        </p:nvGrpSpPr>
        <p:grpSpPr>
          <a:xfrm>
            <a:off x="3873544" y="2289987"/>
            <a:ext cx="1083533" cy="419346"/>
            <a:chOff x="3824779" y="2289987"/>
            <a:chExt cx="1083533" cy="419346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41BEA25B-A619-83FB-FBAB-47E8A44AC747}"/>
                </a:ext>
              </a:extLst>
            </p:cNvPr>
            <p:cNvGrpSpPr/>
            <p:nvPr/>
          </p:nvGrpSpPr>
          <p:grpSpPr>
            <a:xfrm>
              <a:off x="3824779" y="2289987"/>
              <a:ext cx="396262" cy="419346"/>
              <a:chOff x="2850890" y="2289987"/>
              <a:chExt cx="396262" cy="419346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DC9DE26E-02F5-76C0-7BE7-017E251054D0}"/>
                  </a:ext>
                </a:extLst>
              </p:cNvPr>
              <p:cNvCxnSpPr/>
              <p:nvPr/>
            </p:nvCxnSpPr>
            <p:spPr>
              <a:xfrm>
                <a:off x="3026833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08072290-E155-A43F-7A1C-E3618B4FBEA2}"/>
                      </a:ext>
                    </a:extLst>
                  </p:cNvPr>
                  <p:cNvSpPr txBox="1"/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08072290-E155-A43F-7A1C-E3618B4FBE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23CF2153-5F15-D6D1-FFCB-4851C998531C}"/>
                </a:ext>
              </a:extLst>
            </p:cNvPr>
            <p:cNvGrpSpPr/>
            <p:nvPr/>
          </p:nvGrpSpPr>
          <p:grpSpPr>
            <a:xfrm>
              <a:off x="4156375" y="2289987"/>
              <a:ext cx="396262" cy="419346"/>
              <a:chOff x="2979210" y="2442387"/>
              <a:chExt cx="396262" cy="419346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3B4264ED-8E67-BD23-7A91-955F7CB614B4}"/>
                  </a:ext>
                </a:extLst>
              </p:cNvPr>
              <p:cNvCxnSpPr/>
              <p:nvPr/>
            </p:nvCxnSpPr>
            <p:spPr>
              <a:xfrm>
                <a:off x="3179233" y="26797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B8727562-323A-EBEF-3D51-E3AF3B817597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B8727562-323A-EBEF-3D51-E3AF3B8175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0D8277E6-ADD7-548C-8E76-3018ED993492}"/>
                </a:ext>
              </a:extLst>
            </p:cNvPr>
            <p:cNvGrpSpPr/>
            <p:nvPr/>
          </p:nvGrpSpPr>
          <p:grpSpPr>
            <a:xfrm>
              <a:off x="4512050" y="2289987"/>
              <a:ext cx="396262" cy="419346"/>
              <a:chOff x="3538161" y="2289987"/>
              <a:chExt cx="396262" cy="41934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C9DE03CF-2E65-CAC4-E9FF-1BA60379EE57}"/>
                  </a:ext>
                </a:extLst>
              </p:cNvPr>
              <p:cNvCxnSpPr/>
              <p:nvPr/>
            </p:nvCxnSpPr>
            <p:spPr>
              <a:xfrm>
                <a:off x="3738186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065C3661-85AD-5B54-CC4C-2D347B579CEF}"/>
                      </a:ext>
                    </a:extLst>
                  </p:cNvPr>
                  <p:cNvSpPr txBox="1"/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065C3661-85AD-5B54-CC4C-2D347B579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75ED5B3-2EE1-618C-6BB3-F031A7E67C2B}"/>
                  </a:ext>
                </a:extLst>
              </p:cNvPr>
              <p:cNvSpPr txBox="1"/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75ED5B3-2EE1-618C-6BB3-F031A7E67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D9C921E3-DB54-6A87-7728-945346D18E13}"/>
              </a:ext>
            </a:extLst>
          </p:cNvPr>
          <p:cNvGrpSpPr/>
          <p:nvPr/>
        </p:nvGrpSpPr>
        <p:grpSpPr>
          <a:xfrm>
            <a:off x="5698263" y="2289987"/>
            <a:ext cx="481222" cy="419346"/>
            <a:chOff x="2786222" y="2289987"/>
            <a:chExt cx="481222" cy="41934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2B5613ED-338A-01A6-CA9A-85A32FB5DDC2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D4BEC56-EFDD-F6A3-6BC5-79E32FA3C119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D4BEC56-EFDD-F6A3-6BC5-79E32FA3C1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AE67D1F-BBB8-4CDC-0E36-2727AE651EE4}"/>
                  </a:ext>
                </a:extLst>
              </p:cNvPr>
              <p:cNvSpPr txBox="1"/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AE67D1F-BBB8-4CDC-0E36-2727AE651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7A4BD5C9-CEB4-7D79-AB6F-92544A9947C0}"/>
              </a:ext>
            </a:extLst>
          </p:cNvPr>
          <p:cNvGrpSpPr/>
          <p:nvPr/>
        </p:nvGrpSpPr>
        <p:grpSpPr>
          <a:xfrm>
            <a:off x="6752108" y="2289987"/>
            <a:ext cx="481222" cy="419346"/>
            <a:chOff x="2786222" y="2289987"/>
            <a:chExt cx="481222" cy="419346"/>
          </a:xfrm>
        </p:grpSpPr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DFD47E-566B-8024-C94E-04ECFB612C73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523C51E-6520-4835-99E7-DBEB87000941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5523C51E-6520-4835-99E7-DBEB87000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B50F157-A4A7-D99F-1A68-6DF9F40177F1}"/>
              </a:ext>
            </a:extLst>
          </p:cNvPr>
          <p:cNvGrpSpPr/>
          <p:nvPr/>
        </p:nvGrpSpPr>
        <p:grpSpPr>
          <a:xfrm>
            <a:off x="2931623" y="2004079"/>
            <a:ext cx="190417" cy="246221"/>
            <a:chOff x="2968851" y="3444364"/>
            <a:chExt cx="314720" cy="41064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1407441D-F920-9BE1-9F87-8A8D1A008A0A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86611C70-9AF5-BCCA-57D4-6B562C2CA758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86611C70-9AF5-BCCA-57D4-6B562C2CA7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29227648-82A7-7369-21CA-FB99563EB662}"/>
              </a:ext>
            </a:extLst>
          </p:cNvPr>
          <p:cNvGrpSpPr/>
          <p:nvPr/>
        </p:nvGrpSpPr>
        <p:grpSpPr>
          <a:xfrm>
            <a:off x="3287300" y="2004077"/>
            <a:ext cx="190417" cy="246221"/>
            <a:chOff x="2968851" y="3444364"/>
            <a:chExt cx="314720" cy="410649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AA6E60C4-C698-B525-BF25-DAA2A4210CB4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1D8787C-FDBD-BCF6-CC91-362E5513B7A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1D8787C-FDBD-BCF6-CC91-362E5513B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5471F93C-BA48-D701-E544-17A8768982E2}"/>
              </a:ext>
            </a:extLst>
          </p:cNvPr>
          <p:cNvGrpSpPr/>
          <p:nvPr/>
        </p:nvGrpSpPr>
        <p:grpSpPr>
          <a:xfrm>
            <a:off x="3607037" y="2004077"/>
            <a:ext cx="190417" cy="246221"/>
            <a:chOff x="2968851" y="3444364"/>
            <a:chExt cx="314720" cy="410649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00A8DBC3-4463-68FF-7589-321F6215FD5B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3E35516E-A7A9-CACA-D85C-03A00FF29518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3E35516E-A7A9-CACA-D85C-03A00FF29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659FF77E-0E85-C0C4-36FE-C00AED7EC376}"/>
              </a:ext>
            </a:extLst>
          </p:cNvPr>
          <p:cNvGrpSpPr/>
          <p:nvPr/>
        </p:nvGrpSpPr>
        <p:grpSpPr>
          <a:xfrm>
            <a:off x="3962714" y="2004075"/>
            <a:ext cx="190417" cy="246221"/>
            <a:chOff x="2968851" y="3444364"/>
            <a:chExt cx="314720" cy="410649"/>
          </a:xfrm>
        </p:grpSpPr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8FEAEB1E-D139-9FBB-2EA2-97295616B4BA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45FE071-4FCB-13F6-8242-CFBF5D0A5C63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45FE071-4FCB-13F6-8242-CFBF5D0A5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5D08F40A-51F3-9820-C0E3-9B646490159D}"/>
              </a:ext>
            </a:extLst>
          </p:cNvPr>
          <p:cNvGrpSpPr/>
          <p:nvPr/>
        </p:nvGrpSpPr>
        <p:grpSpPr>
          <a:xfrm>
            <a:off x="4309954" y="2004079"/>
            <a:ext cx="190417" cy="246221"/>
            <a:chOff x="2968851" y="3444364"/>
            <a:chExt cx="314720" cy="410649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00DB6A39-9146-D6B8-7143-DA96C062C363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CA4FA46F-8DAC-A9FB-A69E-D64ABE4AF426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CA4FA46F-8DAC-A9FB-A69E-D64ABE4AF4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B283B743-CCB4-6FB0-88D6-4DB481D8C0B0}"/>
              </a:ext>
            </a:extLst>
          </p:cNvPr>
          <p:cNvGrpSpPr/>
          <p:nvPr/>
        </p:nvGrpSpPr>
        <p:grpSpPr>
          <a:xfrm>
            <a:off x="4665631" y="2004077"/>
            <a:ext cx="190417" cy="246221"/>
            <a:chOff x="2968851" y="3444364"/>
            <a:chExt cx="314720" cy="410649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7F5A7CB7-5325-CACC-049E-854531A31024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BC369BF-E66C-D551-7EE3-00EA348B57B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BC369BF-E66C-D551-7EE3-00EA348B57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B45649F0-BF00-AD0E-0646-DC078ABC5D47}"/>
              </a:ext>
            </a:extLst>
          </p:cNvPr>
          <p:cNvGrpSpPr/>
          <p:nvPr/>
        </p:nvGrpSpPr>
        <p:grpSpPr>
          <a:xfrm>
            <a:off x="5843665" y="2004075"/>
            <a:ext cx="190417" cy="246221"/>
            <a:chOff x="2968851" y="3444364"/>
            <a:chExt cx="314720" cy="410649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ED7305BA-B703-DFAA-95E0-B798E0D6D18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3852ED0-16F9-0778-F45D-8B4B50C1A35A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43852ED0-16F9-0778-F45D-8B4B50C1A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8223D75E-FFAD-5510-2E44-F8F0213478C7}"/>
              </a:ext>
            </a:extLst>
          </p:cNvPr>
          <p:cNvGrpSpPr/>
          <p:nvPr/>
        </p:nvGrpSpPr>
        <p:grpSpPr>
          <a:xfrm>
            <a:off x="5843665" y="1811198"/>
            <a:ext cx="190417" cy="246221"/>
            <a:chOff x="2968851" y="3444364"/>
            <a:chExt cx="314720" cy="410649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4FD3C464-B762-6CC5-1A43-5D629079C9C5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CE7A16A-5D94-1E53-A883-6CB2D874473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CE7A16A-5D94-1E53-A883-6CB2D8744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AF704D4A-7ED1-DCC9-1258-F0544362048F}"/>
              </a:ext>
            </a:extLst>
          </p:cNvPr>
          <p:cNvGrpSpPr/>
          <p:nvPr/>
        </p:nvGrpSpPr>
        <p:grpSpPr>
          <a:xfrm>
            <a:off x="5843665" y="1618321"/>
            <a:ext cx="190417" cy="246221"/>
            <a:chOff x="2968851" y="3444364"/>
            <a:chExt cx="314720" cy="410649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A6896E7A-3431-5599-84AA-574BAACCEDF4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5CA0E80C-BDE0-12D5-D606-0BA23AD7206F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5CA0E80C-BDE0-12D5-D606-0BA23AD72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E1252747-DCF4-54FF-215E-7A017FCAE8F0}"/>
              </a:ext>
            </a:extLst>
          </p:cNvPr>
          <p:cNvGrpSpPr/>
          <p:nvPr/>
        </p:nvGrpSpPr>
        <p:grpSpPr>
          <a:xfrm>
            <a:off x="4309954" y="1811198"/>
            <a:ext cx="190417" cy="246221"/>
            <a:chOff x="2968851" y="3444364"/>
            <a:chExt cx="314720" cy="410649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5DD84B62-1E8E-0596-2FB4-3E5CE1F8EA9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D42300D-224E-5013-43AA-7046529FBBDA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9D42300D-224E-5013-43AA-7046529FB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4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A64CEBD2-6EC1-A78A-54FB-2B8485DAA1D8}"/>
              </a:ext>
            </a:extLst>
          </p:cNvPr>
          <p:cNvGrpSpPr/>
          <p:nvPr/>
        </p:nvGrpSpPr>
        <p:grpSpPr>
          <a:xfrm>
            <a:off x="6867221" y="2004075"/>
            <a:ext cx="190417" cy="246221"/>
            <a:chOff x="2968851" y="3444364"/>
            <a:chExt cx="314720" cy="410649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74B06FCB-EACF-FC50-BFF0-95038082AD8F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98385ECD-45E9-4ECE-7A94-FA9F0D7DC02F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98385ECD-45E9-4ECE-7A94-FA9F0D7DC0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D380981-D985-B75D-F990-9100F2499C4C}"/>
              </a:ext>
            </a:extLst>
          </p:cNvPr>
          <p:cNvGrpSpPr/>
          <p:nvPr/>
        </p:nvGrpSpPr>
        <p:grpSpPr>
          <a:xfrm>
            <a:off x="6867221" y="1811198"/>
            <a:ext cx="190417" cy="246221"/>
            <a:chOff x="2968851" y="3444364"/>
            <a:chExt cx="314720" cy="410649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E31663DD-9174-12FF-093E-8F58EFD28B5B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B0241F7-9070-F073-EAD4-E32F611B470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B0241F7-9070-F073-EAD4-E32F611B4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16A14D1A-DCE4-E7FB-173E-F0439B07182D}"/>
              </a:ext>
            </a:extLst>
          </p:cNvPr>
          <p:cNvGrpSpPr/>
          <p:nvPr/>
        </p:nvGrpSpPr>
        <p:grpSpPr>
          <a:xfrm>
            <a:off x="6867221" y="1618321"/>
            <a:ext cx="190417" cy="246221"/>
            <a:chOff x="2968851" y="3444364"/>
            <a:chExt cx="314720" cy="410649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A2F7F2D7-70E1-CCD8-493F-6582BCC3C432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D70A20F5-203F-4378-97E3-62F53E718C0C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D70A20F5-203F-4378-97E3-62F53E718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DE41B7F-961A-B463-31E4-6C804C5E62D3}"/>
              </a:ext>
            </a:extLst>
          </p:cNvPr>
          <p:cNvGrpSpPr/>
          <p:nvPr/>
        </p:nvGrpSpPr>
        <p:grpSpPr>
          <a:xfrm>
            <a:off x="6867221" y="1432248"/>
            <a:ext cx="190417" cy="246221"/>
            <a:chOff x="2968851" y="3444364"/>
            <a:chExt cx="314720" cy="410649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B8403469-A8FF-084E-D181-C62111CACEE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979BE823-BBBA-B19C-26A2-8938ED60FCDC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979BE823-BBBA-B19C-26A2-8938ED60F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D6EAFD-D5B4-6EB7-36B6-A67D35D5F732}"/>
                  </a:ext>
                </a:extLst>
              </p:cNvPr>
              <p:cNvSpPr txBox="1"/>
              <p:nvPr/>
            </p:nvSpPr>
            <p:spPr>
              <a:xfrm>
                <a:off x="4886477" y="3490138"/>
                <a:ext cx="317138" cy="408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D6EAFD-D5B4-6EB7-36B6-A67D35D5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477" y="3490138"/>
                <a:ext cx="317138" cy="408573"/>
              </a:xfrm>
              <a:prstGeom prst="rect">
                <a:avLst/>
              </a:prstGeom>
              <a:blipFill>
                <a:blip r:embed="rId15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6C0ABE3-72B2-417D-A918-F32BC1B2FB30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026831" y="2763967"/>
            <a:ext cx="2018215" cy="726171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6D354CC-FE3E-56C7-8A54-87EBD1F5A9BE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382508" y="2721831"/>
            <a:ext cx="1662538" cy="768307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A8CFD4F-EBE7-7A31-847E-64F299326301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738185" y="2709333"/>
            <a:ext cx="1306861" cy="780805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4FE2AD3-DB22-F029-9A40-92E7D307A630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4035938" y="2709333"/>
            <a:ext cx="1009108" cy="780805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1538A1D-C370-D0CE-4AAA-470694D038B3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4403271" y="2721831"/>
            <a:ext cx="641775" cy="768307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6F005A7-4BC5-938F-FA15-E0FA73B60554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4758946" y="2721831"/>
            <a:ext cx="286100" cy="768307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A3A7B74-1650-0110-B61F-F2B146DEB3A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045046" y="2740453"/>
            <a:ext cx="906986" cy="749685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EA7550E-E8E9-13E9-F939-5CFFA88776FC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045046" y="2720973"/>
            <a:ext cx="1953323" cy="769165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94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99D6-3AE1-F057-7D44-7B587995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E5B3DA6-ACF3-3C3A-5125-0706F29FE131}"/>
              </a:ext>
            </a:extLst>
          </p:cNvPr>
          <p:cNvCxnSpPr>
            <a:cxnSpLocks/>
          </p:cNvCxnSpPr>
          <p:nvPr/>
        </p:nvCxnSpPr>
        <p:spPr>
          <a:xfrm>
            <a:off x="2609850" y="2606675"/>
            <a:ext cx="4810125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E8CF9F8-9EEC-25C2-D249-63A288680403}"/>
              </a:ext>
            </a:extLst>
          </p:cNvPr>
          <p:cNvGrpSpPr/>
          <p:nvPr/>
        </p:nvGrpSpPr>
        <p:grpSpPr>
          <a:xfrm>
            <a:off x="2871181" y="2289988"/>
            <a:ext cx="311303" cy="419345"/>
            <a:chOff x="2871181" y="2289988"/>
            <a:chExt cx="311303" cy="419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6C3608A-F57B-6778-53E0-5D5500E12830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61D5352-77E2-2E3A-F2E4-AE85AE9386C6}"/>
                    </a:ext>
                  </a:extLst>
                </p:cNvPr>
                <p:cNvSpPr txBox="1"/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61D5352-77E2-2E3A-F2E4-AE85AE938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90B9C41-CFA7-CE28-ABA2-62DBFC7A0E4F}"/>
              </a:ext>
            </a:extLst>
          </p:cNvPr>
          <p:cNvGrpSpPr/>
          <p:nvPr/>
        </p:nvGrpSpPr>
        <p:grpSpPr>
          <a:xfrm>
            <a:off x="3186274" y="2289987"/>
            <a:ext cx="396262" cy="419346"/>
            <a:chOff x="2982998" y="2442387"/>
            <a:chExt cx="396262" cy="419346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2AA93AD-97F5-BE19-74B2-5FC7DC6D77F1}"/>
                </a:ext>
              </a:extLst>
            </p:cNvPr>
            <p:cNvCxnSpPr/>
            <p:nvPr/>
          </p:nvCxnSpPr>
          <p:spPr>
            <a:xfrm>
              <a:off x="3179233" y="26797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3B381E1-AB89-EF60-E873-40230FA71B61}"/>
                    </a:ext>
                  </a:extLst>
                </p:cNvPr>
                <p:cNvSpPr txBox="1"/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3B381E1-AB89-EF60-E873-40230FA71B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AFEA2E8-47EB-2A93-124A-88D337E3DDFB}"/>
              </a:ext>
            </a:extLst>
          </p:cNvPr>
          <p:cNvGrpSpPr/>
          <p:nvPr/>
        </p:nvGrpSpPr>
        <p:grpSpPr>
          <a:xfrm>
            <a:off x="3545293" y="2289987"/>
            <a:ext cx="396262" cy="419346"/>
            <a:chOff x="3545293" y="2289987"/>
            <a:chExt cx="396262" cy="41934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BFB8DC6A-0B38-FAB1-DE7F-0682D2BDC383}"/>
                </a:ext>
              </a:extLst>
            </p:cNvPr>
            <p:cNvCxnSpPr/>
            <p:nvPr/>
          </p:nvCxnSpPr>
          <p:spPr>
            <a:xfrm>
              <a:off x="3738186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9B53D4B-0122-E1F9-E735-3CA5DA65197F}"/>
                    </a:ext>
                  </a:extLst>
                </p:cNvPr>
                <p:cNvSpPr txBox="1"/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9B53D4B-0122-E1F9-E735-3CA5DA6519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28C931FB-3DD5-8CC8-7729-3BEDC9562D2F}"/>
              </a:ext>
            </a:extLst>
          </p:cNvPr>
          <p:cNvGrpSpPr/>
          <p:nvPr/>
        </p:nvGrpSpPr>
        <p:grpSpPr>
          <a:xfrm>
            <a:off x="3873544" y="2289987"/>
            <a:ext cx="1083533" cy="419346"/>
            <a:chOff x="3824779" y="2289987"/>
            <a:chExt cx="1083533" cy="419346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593A414-234F-6EFE-D76E-DFDEE2E757FA}"/>
                </a:ext>
              </a:extLst>
            </p:cNvPr>
            <p:cNvGrpSpPr/>
            <p:nvPr/>
          </p:nvGrpSpPr>
          <p:grpSpPr>
            <a:xfrm>
              <a:off x="3824779" y="2289987"/>
              <a:ext cx="396262" cy="419346"/>
              <a:chOff x="2850890" y="2289987"/>
              <a:chExt cx="396262" cy="419346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3ACB8C03-12B7-7ED1-61AD-47E15DFAFAD0}"/>
                  </a:ext>
                </a:extLst>
              </p:cNvPr>
              <p:cNvCxnSpPr/>
              <p:nvPr/>
            </p:nvCxnSpPr>
            <p:spPr>
              <a:xfrm>
                <a:off x="3026833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A0C62C35-936C-C1E1-69BC-402581586921}"/>
                      </a:ext>
                    </a:extLst>
                  </p:cNvPr>
                  <p:cNvSpPr txBox="1"/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A0C62C35-936C-C1E1-69BC-4025815869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AD71AAB4-0B9B-EA71-430D-411C525C89D7}"/>
                </a:ext>
              </a:extLst>
            </p:cNvPr>
            <p:cNvGrpSpPr/>
            <p:nvPr/>
          </p:nvGrpSpPr>
          <p:grpSpPr>
            <a:xfrm>
              <a:off x="4156375" y="2289987"/>
              <a:ext cx="396262" cy="419346"/>
              <a:chOff x="2979210" y="2442387"/>
              <a:chExt cx="396262" cy="419346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A850551F-2DB9-4CBB-646A-57CD2AF90A85}"/>
                  </a:ext>
                </a:extLst>
              </p:cNvPr>
              <p:cNvCxnSpPr/>
              <p:nvPr/>
            </p:nvCxnSpPr>
            <p:spPr>
              <a:xfrm>
                <a:off x="3179233" y="26797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607BFFA4-0E58-B8F8-3349-BE09A910B218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607BFFA4-0E58-B8F8-3349-BE09A910B2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B8BF61A1-5428-B7B0-F277-CC9A4E93303A}"/>
                </a:ext>
              </a:extLst>
            </p:cNvPr>
            <p:cNvGrpSpPr/>
            <p:nvPr/>
          </p:nvGrpSpPr>
          <p:grpSpPr>
            <a:xfrm>
              <a:off x="4512050" y="2289987"/>
              <a:ext cx="396262" cy="419346"/>
              <a:chOff x="3538161" y="2289987"/>
              <a:chExt cx="396262" cy="41934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F5E59B8F-7F3A-641A-568E-3B7426A20B13}"/>
                  </a:ext>
                </a:extLst>
              </p:cNvPr>
              <p:cNvCxnSpPr/>
              <p:nvPr/>
            </p:nvCxnSpPr>
            <p:spPr>
              <a:xfrm>
                <a:off x="3738186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626F4BFB-F247-3268-DA36-073FB9B51A47}"/>
                      </a:ext>
                    </a:extLst>
                  </p:cNvPr>
                  <p:cNvSpPr txBox="1"/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626F4BFB-F247-3268-DA36-073FB9B51A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53AFE50-6FFD-4409-B421-15BE5CE0018E}"/>
                  </a:ext>
                </a:extLst>
              </p:cNvPr>
              <p:cNvSpPr txBox="1"/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53AFE50-6FFD-4409-B421-15BE5CE00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E0EF6DC6-095B-BBC1-F296-5689B0CD47CD}"/>
              </a:ext>
            </a:extLst>
          </p:cNvPr>
          <p:cNvGrpSpPr/>
          <p:nvPr/>
        </p:nvGrpSpPr>
        <p:grpSpPr>
          <a:xfrm>
            <a:off x="5698263" y="2289987"/>
            <a:ext cx="481222" cy="419346"/>
            <a:chOff x="2786222" y="2289987"/>
            <a:chExt cx="481222" cy="41934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6E336CF-B955-7B7C-9B36-F83581CD0E76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DFCA4621-C0D8-1376-ACDE-496ECF789CF9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DFCA4621-C0D8-1376-ACDE-496ECF789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002B7C6-72FF-D293-6BD0-0FCE8D1B53FB}"/>
                  </a:ext>
                </a:extLst>
              </p:cNvPr>
              <p:cNvSpPr txBox="1"/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002B7C6-72FF-D293-6BD0-0FCE8D1B5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88B060D3-AA36-EE86-6D0F-71940E385054}"/>
              </a:ext>
            </a:extLst>
          </p:cNvPr>
          <p:cNvGrpSpPr/>
          <p:nvPr/>
        </p:nvGrpSpPr>
        <p:grpSpPr>
          <a:xfrm>
            <a:off x="6752108" y="2289987"/>
            <a:ext cx="481222" cy="419346"/>
            <a:chOff x="2786222" y="2289987"/>
            <a:chExt cx="481222" cy="419346"/>
          </a:xfrm>
        </p:grpSpPr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BCD43C77-5516-52F6-309A-F2A8D2B7B55A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DA587C8-E5DB-1F87-0FAB-345AA70A73DD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DA587C8-E5DB-1F87-0FAB-345AA70A7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5E109F7-0D85-E87C-54F3-2E6E486B64FE}"/>
              </a:ext>
            </a:extLst>
          </p:cNvPr>
          <p:cNvGrpSpPr/>
          <p:nvPr/>
        </p:nvGrpSpPr>
        <p:grpSpPr>
          <a:xfrm>
            <a:off x="2931623" y="2004079"/>
            <a:ext cx="190417" cy="246221"/>
            <a:chOff x="2968851" y="3444364"/>
            <a:chExt cx="314720" cy="41064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E4D1095C-DAB8-3F56-4AC5-58B7AF47DE53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3408A24-DD28-72E8-C86C-6229E109EFF4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63408A24-DD28-72E8-C86C-6229E109E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D2BB851D-8B62-DF7E-AB7F-958449754DF4}"/>
              </a:ext>
            </a:extLst>
          </p:cNvPr>
          <p:cNvGrpSpPr/>
          <p:nvPr/>
        </p:nvGrpSpPr>
        <p:grpSpPr>
          <a:xfrm>
            <a:off x="3287300" y="2004077"/>
            <a:ext cx="190417" cy="246221"/>
            <a:chOff x="2968851" y="3444364"/>
            <a:chExt cx="314720" cy="410649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C40E752C-0E59-D9D7-C3CF-22E5F2487A72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DAAB17E-27B2-57F9-600A-A1AF8896A66E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DAAB17E-27B2-57F9-600A-A1AF8896A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DCB8404C-06D2-EF0B-1281-85A84A8ADEAF}"/>
              </a:ext>
            </a:extLst>
          </p:cNvPr>
          <p:cNvGrpSpPr/>
          <p:nvPr/>
        </p:nvGrpSpPr>
        <p:grpSpPr>
          <a:xfrm>
            <a:off x="3607037" y="2004077"/>
            <a:ext cx="190417" cy="246221"/>
            <a:chOff x="2968851" y="3444364"/>
            <a:chExt cx="314720" cy="410649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661EB78A-033C-28BF-E6A3-004FB2998CF2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E951C875-BA19-A0F0-335A-F5F7CF7C4072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E951C875-BA19-A0F0-335A-F5F7CF7C4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7212DC01-2743-24B3-A926-B4332C9D1BDE}"/>
              </a:ext>
            </a:extLst>
          </p:cNvPr>
          <p:cNvGrpSpPr/>
          <p:nvPr/>
        </p:nvGrpSpPr>
        <p:grpSpPr>
          <a:xfrm>
            <a:off x="3962714" y="2004075"/>
            <a:ext cx="190417" cy="246221"/>
            <a:chOff x="2968851" y="3444364"/>
            <a:chExt cx="314720" cy="410649"/>
          </a:xfrm>
        </p:grpSpPr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47DF88ED-D09D-413D-70C5-A8B7725FD8BD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B9937F24-5CB6-2871-B46E-C73CA21811E4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B9937F24-5CB6-2871-B46E-C73CA2181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F98D950-C20D-F92E-0626-A764D9FAB579}"/>
              </a:ext>
            </a:extLst>
          </p:cNvPr>
          <p:cNvGrpSpPr/>
          <p:nvPr/>
        </p:nvGrpSpPr>
        <p:grpSpPr>
          <a:xfrm>
            <a:off x="4309954" y="2004079"/>
            <a:ext cx="190417" cy="246221"/>
            <a:chOff x="2968851" y="3444364"/>
            <a:chExt cx="314720" cy="410649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6004612F-591B-C373-F71B-B483D70763E3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11BE9F72-E199-BCF5-42EC-04C873C895EB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11BE9F72-E199-BCF5-42EC-04C873C89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C87EE831-F0E8-F9E1-EDA5-F8268BFF0402}"/>
              </a:ext>
            </a:extLst>
          </p:cNvPr>
          <p:cNvGrpSpPr/>
          <p:nvPr/>
        </p:nvGrpSpPr>
        <p:grpSpPr>
          <a:xfrm>
            <a:off x="4665631" y="2004077"/>
            <a:ext cx="190417" cy="246221"/>
            <a:chOff x="2968851" y="3444364"/>
            <a:chExt cx="314720" cy="410649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3738C1E0-EC75-C121-A53C-B28C17420491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92518E8C-47A1-976A-B8BA-3C1A6FE50B58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92518E8C-47A1-976A-B8BA-3C1A6FE50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14CCEF92-320D-5177-B274-F562F1E3D21C}"/>
              </a:ext>
            </a:extLst>
          </p:cNvPr>
          <p:cNvGrpSpPr/>
          <p:nvPr/>
        </p:nvGrpSpPr>
        <p:grpSpPr>
          <a:xfrm>
            <a:off x="5843665" y="2004075"/>
            <a:ext cx="190417" cy="246221"/>
            <a:chOff x="2968851" y="3444364"/>
            <a:chExt cx="314720" cy="410649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BAD35F0F-50A1-1CE8-A28A-5E52E5CB9B47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68FE4B22-E794-A9F9-86F1-17F7A2390A1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68FE4B22-E794-A9F9-86F1-17F7A2390A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42C7E242-824D-626B-1C44-0008808914FE}"/>
              </a:ext>
            </a:extLst>
          </p:cNvPr>
          <p:cNvGrpSpPr/>
          <p:nvPr/>
        </p:nvGrpSpPr>
        <p:grpSpPr>
          <a:xfrm>
            <a:off x="5843665" y="1811198"/>
            <a:ext cx="190417" cy="246221"/>
            <a:chOff x="2968851" y="3444364"/>
            <a:chExt cx="314720" cy="410649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227A293B-109C-60DD-6051-455AC97F4FB6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3156810-FF76-6FD3-41DD-3706DBDB4977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3156810-FF76-6FD3-41DD-3706DBDB49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3E9962AD-CF79-95AC-7FD2-894E40F07222}"/>
              </a:ext>
            </a:extLst>
          </p:cNvPr>
          <p:cNvGrpSpPr/>
          <p:nvPr/>
        </p:nvGrpSpPr>
        <p:grpSpPr>
          <a:xfrm>
            <a:off x="5843665" y="1618321"/>
            <a:ext cx="190417" cy="246221"/>
            <a:chOff x="2968851" y="3444364"/>
            <a:chExt cx="314720" cy="410649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AB3F8198-1A99-1018-2C4C-4E14517760D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90FB527-CC2E-E63E-DFCB-7D61F3A1D8E9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90FB527-CC2E-E63E-DFCB-7D61F3A1D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2807DAAC-103E-B581-05B0-8E61E6CA11AD}"/>
              </a:ext>
            </a:extLst>
          </p:cNvPr>
          <p:cNvGrpSpPr/>
          <p:nvPr/>
        </p:nvGrpSpPr>
        <p:grpSpPr>
          <a:xfrm>
            <a:off x="4309954" y="1811198"/>
            <a:ext cx="190417" cy="246221"/>
            <a:chOff x="2968851" y="3444364"/>
            <a:chExt cx="314720" cy="410649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C077D5BD-E5F1-8509-64A5-ACA3A86AAF1D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CBBD2B1A-068A-E10F-E400-D63172B61D7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CBBD2B1A-068A-E10F-E400-D63172B61D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4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D3D90884-80C7-C9E0-F2B9-C4462CD8D9F9}"/>
              </a:ext>
            </a:extLst>
          </p:cNvPr>
          <p:cNvGrpSpPr/>
          <p:nvPr/>
        </p:nvGrpSpPr>
        <p:grpSpPr>
          <a:xfrm>
            <a:off x="6867221" y="2004075"/>
            <a:ext cx="190417" cy="246221"/>
            <a:chOff x="2968851" y="3444364"/>
            <a:chExt cx="314720" cy="410649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D30409B3-0FA7-0703-D69F-208F54AD4B99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951FCCCB-CEE0-7FF1-0B64-2F691DA24882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951FCCCB-CEE0-7FF1-0B64-2F691DA24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C39B0419-8976-A504-A02E-F07AF6C45901}"/>
              </a:ext>
            </a:extLst>
          </p:cNvPr>
          <p:cNvGrpSpPr/>
          <p:nvPr/>
        </p:nvGrpSpPr>
        <p:grpSpPr>
          <a:xfrm>
            <a:off x="6867221" y="1811198"/>
            <a:ext cx="190417" cy="246221"/>
            <a:chOff x="2968851" y="3444364"/>
            <a:chExt cx="314720" cy="410649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A9709A60-7E37-78A0-5E5C-D38A08FD1089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3C87B4A-DFA0-4A67-AE92-9636AE58FF4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63C87B4A-DFA0-4A67-AE92-9636AE58F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36FF8BA2-DEEF-1C1E-7C75-35D7CC3DE652}"/>
              </a:ext>
            </a:extLst>
          </p:cNvPr>
          <p:cNvGrpSpPr/>
          <p:nvPr/>
        </p:nvGrpSpPr>
        <p:grpSpPr>
          <a:xfrm>
            <a:off x="6867221" y="1618321"/>
            <a:ext cx="190417" cy="246221"/>
            <a:chOff x="2968851" y="3444364"/>
            <a:chExt cx="314720" cy="410649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30338956-07B4-3F4E-87D8-F6C658983452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366C48FF-08F4-FFCA-A931-E8D9EB792E3F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366C48FF-08F4-FFCA-A931-E8D9EB792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EDAE25F6-A231-15F6-D97F-6F46E7B75E6E}"/>
              </a:ext>
            </a:extLst>
          </p:cNvPr>
          <p:cNvGrpSpPr/>
          <p:nvPr/>
        </p:nvGrpSpPr>
        <p:grpSpPr>
          <a:xfrm>
            <a:off x="6867221" y="1432248"/>
            <a:ext cx="190417" cy="246221"/>
            <a:chOff x="2968851" y="3444364"/>
            <a:chExt cx="314720" cy="410649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70FD5140-A998-A4F7-49DC-83554B31588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692B883-DC6C-F91B-3824-98D69C9F66F9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692B883-DC6C-F91B-3824-98D69C9F66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222DFF3-548D-043F-5C8C-EC4308ECDFA2}"/>
              </a:ext>
            </a:extLst>
          </p:cNvPr>
          <p:cNvSpPr/>
          <p:nvPr/>
        </p:nvSpPr>
        <p:spPr>
          <a:xfrm>
            <a:off x="2871182" y="2004075"/>
            <a:ext cx="4245052" cy="2462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D12B7A-4A53-AD2D-D3FE-36523D79C509}"/>
                  </a:ext>
                </a:extLst>
              </p:cNvPr>
              <p:cNvSpPr txBox="1"/>
              <p:nvPr/>
            </p:nvSpPr>
            <p:spPr>
              <a:xfrm>
                <a:off x="2468981" y="1881414"/>
                <a:ext cx="317138" cy="408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AD12B7A-4A53-AD2D-D3FE-36523D79C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81" y="1881414"/>
                <a:ext cx="317138" cy="408573"/>
              </a:xfrm>
              <a:prstGeom prst="rect">
                <a:avLst/>
              </a:prstGeom>
              <a:blipFill>
                <a:blip r:embed="rId15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118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2684F-FAA2-6DDD-3A44-6E351AF0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047E81B-DD41-C22F-889C-CDBB4BD3EEEF}"/>
              </a:ext>
            </a:extLst>
          </p:cNvPr>
          <p:cNvCxnSpPr>
            <a:cxnSpLocks/>
          </p:cNvCxnSpPr>
          <p:nvPr/>
        </p:nvCxnSpPr>
        <p:spPr>
          <a:xfrm>
            <a:off x="2609850" y="2606675"/>
            <a:ext cx="4810125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5D353553-9891-8E0F-F3FE-B4A13721B4F3}"/>
              </a:ext>
            </a:extLst>
          </p:cNvPr>
          <p:cNvGrpSpPr/>
          <p:nvPr/>
        </p:nvGrpSpPr>
        <p:grpSpPr>
          <a:xfrm>
            <a:off x="2871181" y="2289988"/>
            <a:ext cx="311303" cy="419345"/>
            <a:chOff x="2871181" y="2289988"/>
            <a:chExt cx="311303" cy="419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44C829-1035-5F98-BE4B-13AA093EAB67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118CD6B-D176-033A-F370-4BCEA58B8990}"/>
                    </a:ext>
                  </a:extLst>
                </p:cNvPr>
                <p:cNvSpPr txBox="1"/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118CD6B-D176-033A-F370-4BCEA58B8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010E66E-073E-C2C0-0F59-BB8CD408D8B7}"/>
              </a:ext>
            </a:extLst>
          </p:cNvPr>
          <p:cNvGrpSpPr/>
          <p:nvPr/>
        </p:nvGrpSpPr>
        <p:grpSpPr>
          <a:xfrm>
            <a:off x="3186274" y="2289987"/>
            <a:ext cx="396262" cy="419346"/>
            <a:chOff x="2982998" y="2442387"/>
            <a:chExt cx="396262" cy="419346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7FEC02F-A8EC-C852-F479-76372C12E209}"/>
                </a:ext>
              </a:extLst>
            </p:cNvPr>
            <p:cNvCxnSpPr/>
            <p:nvPr/>
          </p:nvCxnSpPr>
          <p:spPr>
            <a:xfrm>
              <a:off x="3179233" y="26797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8C6863FA-125D-0C74-3591-AE03BDEDFEB9}"/>
                    </a:ext>
                  </a:extLst>
                </p:cNvPr>
                <p:cNvSpPr txBox="1"/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8C6863FA-125D-0C74-3591-AE03BDEDF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EA6B41C-C8E7-8121-2E44-370A8ACB4951}"/>
              </a:ext>
            </a:extLst>
          </p:cNvPr>
          <p:cNvGrpSpPr/>
          <p:nvPr/>
        </p:nvGrpSpPr>
        <p:grpSpPr>
          <a:xfrm>
            <a:off x="3545293" y="2289987"/>
            <a:ext cx="396262" cy="419346"/>
            <a:chOff x="3545293" y="2289987"/>
            <a:chExt cx="396262" cy="41934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F4BE361-5B06-D477-3C0B-FB2CD6053710}"/>
                </a:ext>
              </a:extLst>
            </p:cNvPr>
            <p:cNvCxnSpPr/>
            <p:nvPr/>
          </p:nvCxnSpPr>
          <p:spPr>
            <a:xfrm>
              <a:off x="3738186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8FA84E5-6920-B05E-5FD4-F9F89710E591}"/>
                    </a:ext>
                  </a:extLst>
                </p:cNvPr>
                <p:cNvSpPr txBox="1"/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8FA84E5-6920-B05E-5FD4-F9F89710E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598F23AB-8807-094D-D276-38A1F010DCC0}"/>
              </a:ext>
            </a:extLst>
          </p:cNvPr>
          <p:cNvGrpSpPr/>
          <p:nvPr/>
        </p:nvGrpSpPr>
        <p:grpSpPr>
          <a:xfrm>
            <a:off x="3873544" y="2289987"/>
            <a:ext cx="1083533" cy="419346"/>
            <a:chOff x="3824779" y="2289987"/>
            <a:chExt cx="1083533" cy="419346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AFFCDC45-715D-9574-9481-270A5335CD55}"/>
                </a:ext>
              </a:extLst>
            </p:cNvPr>
            <p:cNvGrpSpPr/>
            <p:nvPr/>
          </p:nvGrpSpPr>
          <p:grpSpPr>
            <a:xfrm>
              <a:off x="3824779" y="2289987"/>
              <a:ext cx="396262" cy="419346"/>
              <a:chOff x="2850890" y="2289987"/>
              <a:chExt cx="396262" cy="419346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214E3823-1512-6B49-E418-EB57B910618B}"/>
                  </a:ext>
                </a:extLst>
              </p:cNvPr>
              <p:cNvCxnSpPr/>
              <p:nvPr/>
            </p:nvCxnSpPr>
            <p:spPr>
              <a:xfrm>
                <a:off x="3026833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9EBCE977-A193-9181-EFDD-C9812847ACCC}"/>
                      </a:ext>
                    </a:extLst>
                  </p:cNvPr>
                  <p:cNvSpPr txBox="1"/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9EBCE977-A193-9181-EFDD-C9812847AC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66B29B4A-92E4-0494-01BB-7D6FF2C04DA6}"/>
                </a:ext>
              </a:extLst>
            </p:cNvPr>
            <p:cNvGrpSpPr/>
            <p:nvPr/>
          </p:nvGrpSpPr>
          <p:grpSpPr>
            <a:xfrm>
              <a:off x="4156375" y="2289987"/>
              <a:ext cx="396262" cy="419346"/>
              <a:chOff x="2979210" y="2442387"/>
              <a:chExt cx="396262" cy="419346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250783FB-1928-D446-B6BE-4A51FA14D585}"/>
                  </a:ext>
                </a:extLst>
              </p:cNvPr>
              <p:cNvCxnSpPr/>
              <p:nvPr/>
            </p:nvCxnSpPr>
            <p:spPr>
              <a:xfrm>
                <a:off x="3179233" y="26797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1C4D3545-0DB0-F292-2ACC-EDCB2669C5EC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1C4D3545-0DB0-F292-2ACC-EDCB2669C5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0FC84ADB-F633-59E6-3233-ECD7C170BA56}"/>
                </a:ext>
              </a:extLst>
            </p:cNvPr>
            <p:cNvGrpSpPr/>
            <p:nvPr/>
          </p:nvGrpSpPr>
          <p:grpSpPr>
            <a:xfrm>
              <a:off x="4512050" y="2289987"/>
              <a:ext cx="396262" cy="419346"/>
              <a:chOff x="3538161" y="2289987"/>
              <a:chExt cx="396262" cy="41934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35B225FB-46A1-9C8F-F5E6-18267B12F3DB}"/>
                  </a:ext>
                </a:extLst>
              </p:cNvPr>
              <p:cNvCxnSpPr/>
              <p:nvPr/>
            </p:nvCxnSpPr>
            <p:spPr>
              <a:xfrm>
                <a:off x="3738186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4A7F448D-58A0-90F7-C0FD-B541AB2DEE88}"/>
                      </a:ext>
                    </a:extLst>
                  </p:cNvPr>
                  <p:cNvSpPr txBox="1"/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4A7F448D-58A0-90F7-C0FD-B541AB2DEE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5BDE566-78A2-1942-B28F-094653B50871}"/>
                  </a:ext>
                </a:extLst>
              </p:cNvPr>
              <p:cNvSpPr txBox="1"/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5BDE566-78A2-1942-B28F-094653B50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C6AF759B-39F4-915C-7D6C-EA9E5CF5A825}"/>
              </a:ext>
            </a:extLst>
          </p:cNvPr>
          <p:cNvGrpSpPr/>
          <p:nvPr/>
        </p:nvGrpSpPr>
        <p:grpSpPr>
          <a:xfrm>
            <a:off x="5698263" y="2289987"/>
            <a:ext cx="481222" cy="419346"/>
            <a:chOff x="2786222" y="2289987"/>
            <a:chExt cx="481222" cy="41934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5C087471-5D0E-995C-BB6D-8BE8E358ECBC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A42C4B3-9617-5C58-1AC7-D1F7B7B03FF5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A42C4B3-9617-5C58-1AC7-D1F7B7B03F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B384020-1C48-6EB1-757F-DFD5B5AFAE63}"/>
                  </a:ext>
                </a:extLst>
              </p:cNvPr>
              <p:cNvSpPr txBox="1"/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B384020-1C48-6EB1-757F-DFD5B5AFA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69270D99-82BA-1BA2-A4B2-B4636D9FF90F}"/>
              </a:ext>
            </a:extLst>
          </p:cNvPr>
          <p:cNvGrpSpPr/>
          <p:nvPr/>
        </p:nvGrpSpPr>
        <p:grpSpPr>
          <a:xfrm>
            <a:off x="6752108" y="2289987"/>
            <a:ext cx="481222" cy="419346"/>
            <a:chOff x="2786222" y="2289987"/>
            <a:chExt cx="481222" cy="419346"/>
          </a:xfrm>
        </p:grpSpPr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E0F4F78B-2315-5BA9-399D-CF7338256E56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8CE2C15C-3231-56D4-A574-4FEED3D62E3A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8CE2C15C-3231-56D4-A574-4FEED3D62E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E316162-A3E7-EBEA-E9E7-E98E9362E24D}"/>
              </a:ext>
            </a:extLst>
          </p:cNvPr>
          <p:cNvGrpSpPr/>
          <p:nvPr/>
        </p:nvGrpSpPr>
        <p:grpSpPr>
          <a:xfrm>
            <a:off x="5843665" y="1811198"/>
            <a:ext cx="190417" cy="246221"/>
            <a:chOff x="2968851" y="3444364"/>
            <a:chExt cx="314720" cy="410649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9E34F6F6-3B8C-DA2D-B167-F429418E05D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2F7F984-FA66-9048-DEFB-6EF6408F9E17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C2F7F984-FA66-9048-DEFB-6EF6408F9E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BD54FC77-BC09-EC49-D20A-B905ABDE2E94}"/>
              </a:ext>
            </a:extLst>
          </p:cNvPr>
          <p:cNvGrpSpPr/>
          <p:nvPr/>
        </p:nvGrpSpPr>
        <p:grpSpPr>
          <a:xfrm>
            <a:off x="5843665" y="1618321"/>
            <a:ext cx="190417" cy="246221"/>
            <a:chOff x="2968851" y="3444364"/>
            <a:chExt cx="314720" cy="410649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9603F894-6E24-7C1A-8C47-6F15133CCCBE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C7550CD6-923D-E730-825C-03960EE5EF11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C7550CD6-923D-E730-825C-03960EE5E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A33CCB23-D5B9-8763-E60A-753214978F14}"/>
              </a:ext>
            </a:extLst>
          </p:cNvPr>
          <p:cNvGrpSpPr/>
          <p:nvPr/>
        </p:nvGrpSpPr>
        <p:grpSpPr>
          <a:xfrm>
            <a:off x="4309954" y="1811198"/>
            <a:ext cx="190417" cy="246221"/>
            <a:chOff x="2968851" y="3444364"/>
            <a:chExt cx="314720" cy="410649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E9B8D700-5FF2-06A2-F56F-813AE1397DAF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2E5E45F-F755-60E2-DE34-9618A22E6DEE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2E5E45F-F755-60E2-DE34-9618A22E6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4CFC188B-1501-5E9B-D5AD-DF508208E9B2}"/>
              </a:ext>
            </a:extLst>
          </p:cNvPr>
          <p:cNvGrpSpPr/>
          <p:nvPr/>
        </p:nvGrpSpPr>
        <p:grpSpPr>
          <a:xfrm>
            <a:off x="6867221" y="1811198"/>
            <a:ext cx="190417" cy="246221"/>
            <a:chOff x="2968851" y="3444364"/>
            <a:chExt cx="314720" cy="410649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17687DF5-9CEE-A54C-F159-08150061D26A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DDDB5CB4-8221-27BB-1155-4117EE279529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DDDB5CB4-8221-27BB-1155-4117EE279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090EBEB-60A5-F2B0-B9FB-BA212CD34C54}"/>
              </a:ext>
            </a:extLst>
          </p:cNvPr>
          <p:cNvGrpSpPr/>
          <p:nvPr/>
        </p:nvGrpSpPr>
        <p:grpSpPr>
          <a:xfrm>
            <a:off x="6867221" y="1618321"/>
            <a:ext cx="190417" cy="246221"/>
            <a:chOff x="2968851" y="3444364"/>
            <a:chExt cx="314720" cy="410649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64C44608-884D-B3DD-475F-69734392EC5B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71205B47-3763-BAC7-EDC3-8C5FD62CC38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71205B47-3763-BAC7-EDC3-8C5FD62CC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FA6EF212-707B-796A-623B-5F4757A12BEC}"/>
              </a:ext>
            </a:extLst>
          </p:cNvPr>
          <p:cNvGrpSpPr/>
          <p:nvPr/>
        </p:nvGrpSpPr>
        <p:grpSpPr>
          <a:xfrm>
            <a:off x="6867221" y="1432248"/>
            <a:ext cx="190417" cy="246221"/>
            <a:chOff x="2968851" y="3444364"/>
            <a:chExt cx="314720" cy="410649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ACFAC1AA-8B17-BFA6-D3C8-01F0C0CC128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2CF71EB-9369-6CD7-6AA6-3D315941B8A7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2CF71EB-9369-6CD7-6AA6-3D315941B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6F6A67-473F-E7B6-D121-DC856DBD1510}"/>
                  </a:ext>
                </a:extLst>
              </p:cNvPr>
              <p:cNvSpPr txBox="1"/>
              <p:nvPr/>
            </p:nvSpPr>
            <p:spPr>
              <a:xfrm>
                <a:off x="3623767" y="1678469"/>
                <a:ext cx="396262" cy="4085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26F6A67-473F-E7B6-D121-DC856DBD1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767" y="1678469"/>
                <a:ext cx="396262" cy="408573"/>
              </a:xfrm>
              <a:prstGeom prst="rect">
                <a:avLst/>
              </a:prstGeom>
              <a:blipFill>
                <a:blip r:embed="rId1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A106B9B1-2AAD-43DD-36EE-2BD0695066D9}"/>
              </a:ext>
            </a:extLst>
          </p:cNvPr>
          <p:cNvSpPr/>
          <p:nvPr/>
        </p:nvSpPr>
        <p:spPr>
          <a:xfrm>
            <a:off x="4126365" y="1799467"/>
            <a:ext cx="3006802" cy="2462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611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34AC8-B51C-96D0-CEFA-680D251CF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F11CFA3-5EA2-997A-CCD0-7AFD3728C60A}"/>
              </a:ext>
            </a:extLst>
          </p:cNvPr>
          <p:cNvCxnSpPr>
            <a:cxnSpLocks/>
          </p:cNvCxnSpPr>
          <p:nvPr/>
        </p:nvCxnSpPr>
        <p:spPr>
          <a:xfrm>
            <a:off x="2609850" y="2606675"/>
            <a:ext cx="4810125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2F4AC82E-0BD7-3234-1C98-FC48C5D4A0A9}"/>
              </a:ext>
            </a:extLst>
          </p:cNvPr>
          <p:cNvGrpSpPr/>
          <p:nvPr/>
        </p:nvGrpSpPr>
        <p:grpSpPr>
          <a:xfrm>
            <a:off x="2871181" y="2289988"/>
            <a:ext cx="311303" cy="419345"/>
            <a:chOff x="2871181" y="2289988"/>
            <a:chExt cx="311303" cy="419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DC4AECB-D2C7-DEEC-47B7-3CF91C08BBE6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C52C360-56B7-DD30-E876-45671F2D6D23}"/>
                    </a:ext>
                  </a:extLst>
                </p:cNvPr>
                <p:cNvSpPr txBox="1"/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C52C360-56B7-DD30-E876-45671F2D6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D4192D1-DBDA-3A99-8F67-12D7306D851B}"/>
              </a:ext>
            </a:extLst>
          </p:cNvPr>
          <p:cNvGrpSpPr/>
          <p:nvPr/>
        </p:nvGrpSpPr>
        <p:grpSpPr>
          <a:xfrm>
            <a:off x="3186274" y="2289987"/>
            <a:ext cx="396262" cy="419346"/>
            <a:chOff x="2982998" y="2442387"/>
            <a:chExt cx="396262" cy="419346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B80195CD-F8B5-201C-456D-4F58228373FD}"/>
                </a:ext>
              </a:extLst>
            </p:cNvPr>
            <p:cNvCxnSpPr/>
            <p:nvPr/>
          </p:nvCxnSpPr>
          <p:spPr>
            <a:xfrm>
              <a:off x="3179233" y="26797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7106069-F5DB-FE4E-E7E4-A7989D272F72}"/>
                    </a:ext>
                  </a:extLst>
                </p:cNvPr>
                <p:cNvSpPr txBox="1"/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A7106069-F5DB-FE4E-E7E4-A7989D272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F128D53D-5D91-6671-C4B5-CD47695B0CD6}"/>
              </a:ext>
            </a:extLst>
          </p:cNvPr>
          <p:cNvGrpSpPr/>
          <p:nvPr/>
        </p:nvGrpSpPr>
        <p:grpSpPr>
          <a:xfrm>
            <a:off x="3545293" y="2289987"/>
            <a:ext cx="396262" cy="419346"/>
            <a:chOff x="3545293" y="2289987"/>
            <a:chExt cx="396262" cy="41934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3DA1C228-75C4-F363-33A8-714537E06945}"/>
                </a:ext>
              </a:extLst>
            </p:cNvPr>
            <p:cNvCxnSpPr/>
            <p:nvPr/>
          </p:nvCxnSpPr>
          <p:spPr>
            <a:xfrm>
              <a:off x="3738186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18AC716-E3E7-47BE-A308-5D53E7193C96}"/>
                    </a:ext>
                  </a:extLst>
                </p:cNvPr>
                <p:cNvSpPr txBox="1"/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18AC716-E3E7-47BE-A308-5D53E7193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0C10D1B-4346-194E-60AD-CED800332F86}"/>
              </a:ext>
            </a:extLst>
          </p:cNvPr>
          <p:cNvGrpSpPr/>
          <p:nvPr/>
        </p:nvGrpSpPr>
        <p:grpSpPr>
          <a:xfrm>
            <a:off x="3873544" y="2289987"/>
            <a:ext cx="1083533" cy="419346"/>
            <a:chOff x="3824779" y="2289987"/>
            <a:chExt cx="1083533" cy="419346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FDB58B4C-27DC-2F18-15F6-3281346C5726}"/>
                </a:ext>
              </a:extLst>
            </p:cNvPr>
            <p:cNvGrpSpPr/>
            <p:nvPr/>
          </p:nvGrpSpPr>
          <p:grpSpPr>
            <a:xfrm>
              <a:off x="3824779" y="2289987"/>
              <a:ext cx="396262" cy="419346"/>
              <a:chOff x="2850890" y="2289987"/>
              <a:chExt cx="396262" cy="419346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FE7C4F9C-5EAE-2692-7C25-6F5D1F500818}"/>
                  </a:ext>
                </a:extLst>
              </p:cNvPr>
              <p:cNvCxnSpPr/>
              <p:nvPr/>
            </p:nvCxnSpPr>
            <p:spPr>
              <a:xfrm>
                <a:off x="3026833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C0560D69-207C-6BFE-9A28-A992E2FDA4B8}"/>
                      </a:ext>
                    </a:extLst>
                  </p:cNvPr>
                  <p:cNvSpPr txBox="1"/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C0560D69-207C-6BFE-9A28-A992E2FDA4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5E9303E1-9022-471F-9577-4817A07773E9}"/>
                </a:ext>
              </a:extLst>
            </p:cNvPr>
            <p:cNvGrpSpPr/>
            <p:nvPr/>
          </p:nvGrpSpPr>
          <p:grpSpPr>
            <a:xfrm>
              <a:off x="4156375" y="2289987"/>
              <a:ext cx="396262" cy="419346"/>
              <a:chOff x="2979210" y="2442387"/>
              <a:chExt cx="396262" cy="419346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368D22B6-28E3-3877-0D1D-78AC488E9FC9}"/>
                  </a:ext>
                </a:extLst>
              </p:cNvPr>
              <p:cNvCxnSpPr/>
              <p:nvPr/>
            </p:nvCxnSpPr>
            <p:spPr>
              <a:xfrm>
                <a:off x="3179233" y="26797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38D08EDF-A3FF-9FC0-B34D-6369280BDCDB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38D08EDF-A3FF-9FC0-B34D-6369280BDC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08B5DEDE-11D7-5E37-610D-D57DED902603}"/>
                </a:ext>
              </a:extLst>
            </p:cNvPr>
            <p:cNvGrpSpPr/>
            <p:nvPr/>
          </p:nvGrpSpPr>
          <p:grpSpPr>
            <a:xfrm>
              <a:off x="4512050" y="2289987"/>
              <a:ext cx="396262" cy="419346"/>
              <a:chOff x="3538161" y="2289987"/>
              <a:chExt cx="396262" cy="41934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EF61AB7F-E7C9-78AE-4CE4-8F87B3566D09}"/>
                  </a:ext>
                </a:extLst>
              </p:cNvPr>
              <p:cNvCxnSpPr/>
              <p:nvPr/>
            </p:nvCxnSpPr>
            <p:spPr>
              <a:xfrm>
                <a:off x="3738186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F8082BF9-3AC6-7883-D9CE-9B45E7B68146}"/>
                      </a:ext>
                    </a:extLst>
                  </p:cNvPr>
                  <p:cNvSpPr txBox="1"/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F8082BF9-3AC6-7883-D9CE-9B45E7B681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6C3F9E9-AFE0-660F-3CA7-EF0756F097A9}"/>
                  </a:ext>
                </a:extLst>
              </p:cNvPr>
              <p:cNvSpPr txBox="1"/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6C3F9E9-AFE0-660F-3CA7-EF0756F09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428C15FE-EECA-0956-76A7-2E7C729C83CE}"/>
              </a:ext>
            </a:extLst>
          </p:cNvPr>
          <p:cNvGrpSpPr/>
          <p:nvPr/>
        </p:nvGrpSpPr>
        <p:grpSpPr>
          <a:xfrm>
            <a:off x="5698263" y="2289987"/>
            <a:ext cx="481222" cy="419346"/>
            <a:chOff x="2786222" y="2289987"/>
            <a:chExt cx="481222" cy="41934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8500E9CD-32D7-795C-7D29-36E4EA352149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F22079C8-DEBD-344D-6287-FD6237BFE2D7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F22079C8-DEBD-344D-6287-FD6237BFE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7EC613D-64F6-CAF9-2E40-50042E2D8A60}"/>
                  </a:ext>
                </a:extLst>
              </p:cNvPr>
              <p:cNvSpPr txBox="1"/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D7EC613D-64F6-CAF9-2E40-50042E2D8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2EAB2C19-C585-A085-6C4C-1FE17E5E598A}"/>
              </a:ext>
            </a:extLst>
          </p:cNvPr>
          <p:cNvGrpSpPr/>
          <p:nvPr/>
        </p:nvGrpSpPr>
        <p:grpSpPr>
          <a:xfrm>
            <a:off x="6752108" y="2289987"/>
            <a:ext cx="481222" cy="419346"/>
            <a:chOff x="2786222" y="2289987"/>
            <a:chExt cx="481222" cy="419346"/>
          </a:xfrm>
        </p:grpSpPr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A4035F5B-DB70-74FA-E4F2-E66FCBF57CFA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D5EA43D5-0D6F-9D29-3F09-BE47F024D897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D5EA43D5-0D6F-9D29-3F09-BE47F024D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90BAEAD3-94BD-D417-578C-B0FCD38A8E8C}"/>
              </a:ext>
            </a:extLst>
          </p:cNvPr>
          <p:cNvGrpSpPr/>
          <p:nvPr/>
        </p:nvGrpSpPr>
        <p:grpSpPr>
          <a:xfrm>
            <a:off x="2931623" y="2004079"/>
            <a:ext cx="190417" cy="246221"/>
            <a:chOff x="2968851" y="3444364"/>
            <a:chExt cx="314720" cy="41064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08296331-E9F1-7062-5F8A-C7BA69BDF9C7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4CFC28A0-4F41-F85F-1943-E0391FF293E1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4CFC28A0-4F41-F85F-1943-E0391FF29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0C8C2E66-75F5-AC00-91F6-0C1E54F87E54}"/>
              </a:ext>
            </a:extLst>
          </p:cNvPr>
          <p:cNvGrpSpPr/>
          <p:nvPr/>
        </p:nvGrpSpPr>
        <p:grpSpPr>
          <a:xfrm>
            <a:off x="3287300" y="2004077"/>
            <a:ext cx="190417" cy="246221"/>
            <a:chOff x="2968851" y="3444364"/>
            <a:chExt cx="314720" cy="410649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2ED662F7-1A47-541E-3887-F99C05C19A1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778A0536-A550-ECDA-AED1-772660D19EBA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778A0536-A550-ECDA-AED1-772660D19E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5D2B569-8555-D723-7449-7754DA952341}"/>
              </a:ext>
            </a:extLst>
          </p:cNvPr>
          <p:cNvGrpSpPr/>
          <p:nvPr/>
        </p:nvGrpSpPr>
        <p:grpSpPr>
          <a:xfrm>
            <a:off x="3607037" y="2004077"/>
            <a:ext cx="190417" cy="246221"/>
            <a:chOff x="2968851" y="3444364"/>
            <a:chExt cx="314720" cy="410649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66336E6F-DF76-C7CA-33FF-CB66CC6441AE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B7BE2DA7-E7AE-CD98-9CE9-E7D71A1E1649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B7BE2DA7-E7AE-CD98-9CE9-E7D71A1E1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7168286F-7E2D-E87B-0678-B32DD828CD7D}"/>
              </a:ext>
            </a:extLst>
          </p:cNvPr>
          <p:cNvGrpSpPr/>
          <p:nvPr/>
        </p:nvGrpSpPr>
        <p:grpSpPr>
          <a:xfrm>
            <a:off x="3962714" y="2004075"/>
            <a:ext cx="190417" cy="246221"/>
            <a:chOff x="2968851" y="3444364"/>
            <a:chExt cx="314720" cy="410649"/>
          </a:xfrm>
        </p:grpSpPr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9803C4F6-04C3-0D0F-FE08-D4C1C30599AF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D89C57E-8837-E571-1249-53C15A1F11D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D89C57E-8837-E571-1249-53C15A1F11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93A49AA8-CEF7-A06D-DDF4-CB2E6E5FD693}"/>
              </a:ext>
            </a:extLst>
          </p:cNvPr>
          <p:cNvGrpSpPr/>
          <p:nvPr/>
        </p:nvGrpSpPr>
        <p:grpSpPr>
          <a:xfrm>
            <a:off x="4309954" y="2004079"/>
            <a:ext cx="190417" cy="246221"/>
            <a:chOff x="2968851" y="3444364"/>
            <a:chExt cx="314720" cy="410649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4929BA4C-656B-909E-3B66-E420A7DC3552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0CFAF695-189A-C477-0FB2-AED9AE265CB1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0CFAF695-189A-C477-0FB2-AED9AE265C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2CC12A83-2CC8-C511-55ED-C27C63953B32}"/>
              </a:ext>
            </a:extLst>
          </p:cNvPr>
          <p:cNvGrpSpPr/>
          <p:nvPr/>
        </p:nvGrpSpPr>
        <p:grpSpPr>
          <a:xfrm>
            <a:off x="4665631" y="2004077"/>
            <a:ext cx="190417" cy="246221"/>
            <a:chOff x="2968851" y="3444364"/>
            <a:chExt cx="314720" cy="410649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05A5E3EF-7604-CBB3-77F3-D5A55ED39F26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D4F31680-87DB-8D46-27F6-62389BA09E0D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D4F31680-87DB-8D46-27F6-62389BA0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5615C008-8A7D-4F0F-9477-A8AC0988424F}"/>
              </a:ext>
            </a:extLst>
          </p:cNvPr>
          <p:cNvGrpSpPr/>
          <p:nvPr/>
        </p:nvGrpSpPr>
        <p:grpSpPr>
          <a:xfrm>
            <a:off x="5843665" y="2004075"/>
            <a:ext cx="190417" cy="246221"/>
            <a:chOff x="2968851" y="3444364"/>
            <a:chExt cx="314720" cy="410649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E27F626F-18EB-A513-9E98-F7832A32EDC1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F4D1F79F-CB1D-4C59-A666-A8377D1D4387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F4D1F79F-CB1D-4C59-A666-A8377D1D4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5DD89B8E-7C86-45B3-04AE-94DEC7E4F2AA}"/>
              </a:ext>
            </a:extLst>
          </p:cNvPr>
          <p:cNvGrpSpPr/>
          <p:nvPr/>
        </p:nvGrpSpPr>
        <p:grpSpPr>
          <a:xfrm>
            <a:off x="5843665" y="1811198"/>
            <a:ext cx="190417" cy="246221"/>
            <a:chOff x="2968851" y="3444364"/>
            <a:chExt cx="314720" cy="410649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701C2178-0185-9CDE-BBC8-5FC327830DC6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FE526B8-725F-CD1B-7494-97B11D582FE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EFE526B8-725F-CD1B-7494-97B11D582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F17D6E47-989D-B792-92E1-5DC64B9AABC2}"/>
              </a:ext>
            </a:extLst>
          </p:cNvPr>
          <p:cNvGrpSpPr/>
          <p:nvPr/>
        </p:nvGrpSpPr>
        <p:grpSpPr>
          <a:xfrm>
            <a:off x="5843665" y="1618321"/>
            <a:ext cx="190417" cy="246221"/>
            <a:chOff x="2968851" y="3444364"/>
            <a:chExt cx="314720" cy="410649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4599FA8B-6E2B-A0F3-782F-E7FCC557B115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37B12141-936C-FD1A-5565-EE1773F5A03F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37B12141-936C-FD1A-5565-EE1773F5A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E1EBBF5A-A9CE-5BEB-06C2-DA07BCC40069}"/>
              </a:ext>
            </a:extLst>
          </p:cNvPr>
          <p:cNvGrpSpPr/>
          <p:nvPr/>
        </p:nvGrpSpPr>
        <p:grpSpPr>
          <a:xfrm>
            <a:off x="4309954" y="1811198"/>
            <a:ext cx="190417" cy="246221"/>
            <a:chOff x="2968851" y="3444364"/>
            <a:chExt cx="314720" cy="410649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C1B7DB38-D9F3-19A2-8AB9-EE17E03D08A4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CCB82692-2445-25C6-AEB3-1133186BF42E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CCB82692-2445-25C6-AEB3-1133186BF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4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7384D709-E409-A0C5-D3D3-395FA5129034}"/>
              </a:ext>
            </a:extLst>
          </p:cNvPr>
          <p:cNvGrpSpPr/>
          <p:nvPr/>
        </p:nvGrpSpPr>
        <p:grpSpPr>
          <a:xfrm>
            <a:off x="6867221" y="2004075"/>
            <a:ext cx="190417" cy="246221"/>
            <a:chOff x="2968851" y="3444364"/>
            <a:chExt cx="314720" cy="410649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7F50F14E-EDC6-1F3E-04AF-3143419BCA63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DA895EDA-3788-FDF0-790D-AD4EC007DAB7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DA895EDA-3788-FDF0-790D-AD4EC007D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009A2910-5825-A176-B550-B2BCCD777029}"/>
              </a:ext>
            </a:extLst>
          </p:cNvPr>
          <p:cNvGrpSpPr/>
          <p:nvPr/>
        </p:nvGrpSpPr>
        <p:grpSpPr>
          <a:xfrm>
            <a:off x="6867221" y="1811198"/>
            <a:ext cx="190417" cy="246221"/>
            <a:chOff x="2968851" y="3444364"/>
            <a:chExt cx="314720" cy="410649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B8B4C78E-BDC3-47E6-F723-C3325BA83A3E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E0EE4573-1945-047A-78E6-60C42DF1F165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E0EE4573-1945-047A-78E6-60C42DF1F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58F1884E-3FAC-9CB5-81C3-91B008983A64}"/>
              </a:ext>
            </a:extLst>
          </p:cNvPr>
          <p:cNvGrpSpPr/>
          <p:nvPr/>
        </p:nvGrpSpPr>
        <p:grpSpPr>
          <a:xfrm>
            <a:off x="6867221" y="1618321"/>
            <a:ext cx="190417" cy="246221"/>
            <a:chOff x="2968851" y="3444364"/>
            <a:chExt cx="314720" cy="410649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65EA879C-8E30-E941-8AE4-CA9CC1CD017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9B2F9E4-A59F-2E8E-D61C-3411FABD590F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9B2F9E4-A59F-2E8E-D61C-3411FABD5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D2048FAA-B896-9D20-9D8C-7009C228B944}"/>
              </a:ext>
            </a:extLst>
          </p:cNvPr>
          <p:cNvGrpSpPr/>
          <p:nvPr/>
        </p:nvGrpSpPr>
        <p:grpSpPr>
          <a:xfrm>
            <a:off x="6867221" y="1432248"/>
            <a:ext cx="190417" cy="246221"/>
            <a:chOff x="2968851" y="3444364"/>
            <a:chExt cx="314720" cy="410649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43F15658-0017-0793-43FB-2AEFDEEDAF05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B55DF52-1634-58A1-66B6-535D56E1F62D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B55DF52-1634-58A1-66B6-535D56E1F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C4DC9B-C3E8-428D-6062-94B71EE4BEAB}"/>
                  </a:ext>
                </a:extLst>
              </p:cNvPr>
              <p:cNvSpPr txBox="1"/>
              <p:nvPr/>
            </p:nvSpPr>
            <p:spPr>
              <a:xfrm>
                <a:off x="2418551" y="1692541"/>
                <a:ext cx="335348" cy="304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zh-CN" altLang="en-US" sz="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C4DC9B-C3E8-428D-6062-94B71EE4B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551" y="1692541"/>
                <a:ext cx="335348" cy="30489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: 圆角 2">
            <a:extLst>
              <a:ext uri="{FF2B5EF4-FFF2-40B4-BE49-F238E27FC236}">
                <a16:creationId xmlns:a16="http://schemas.microsoft.com/office/drawing/2014/main" id="{511B6C53-1B68-05E6-5C9D-8424EFF0859D}"/>
              </a:ext>
            </a:extLst>
          </p:cNvPr>
          <p:cNvSpPr/>
          <p:nvPr/>
        </p:nvSpPr>
        <p:spPr>
          <a:xfrm>
            <a:off x="4126365" y="1799467"/>
            <a:ext cx="3006802" cy="2462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6870AF6-F54C-6795-E2AA-C0503E99CCE1}"/>
              </a:ext>
            </a:extLst>
          </p:cNvPr>
          <p:cNvSpPr/>
          <p:nvPr/>
        </p:nvSpPr>
        <p:spPr>
          <a:xfrm>
            <a:off x="2871182" y="2004075"/>
            <a:ext cx="4245052" cy="2462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14E446-4E47-0EF5-E60D-B54A19110724}"/>
                  </a:ext>
                </a:extLst>
              </p:cNvPr>
              <p:cNvSpPr txBox="1"/>
              <p:nvPr/>
            </p:nvSpPr>
            <p:spPr>
              <a:xfrm>
                <a:off x="2438667" y="1998060"/>
                <a:ext cx="279244" cy="304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zh-CN" altLang="en-US" sz="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D14E446-4E47-0EF5-E60D-B54A19110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667" y="1998060"/>
                <a:ext cx="279244" cy="30489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E8CCAC-5FC1-271C-C264-647776DE3D38}"/>
              </a:ext>
            </a:extLst>
          </p:cNvPr>
          <p:cNvSpPr/>
          <p:nvPr/>
        </p:nvSpPr>
        <p:spPr>
          <a:xfrm>
            <a:off x="5698263" y="1633455"/>
            <a:ext cx="1711810" cy="1804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78B44BD-3CE4-352B-254F-499DB60FB1D9}"/>
                  </a:ext>
                </a:extLst>
              </p:cNvPr>
              <p:cNvSpPr txBox="1"/>
              <p:nvPr/>
            </p:nvSpPr>
            <p:spPr>
              <a:xfrm>
                <a:off x="2390498" y="1461311"/>
                <a:ext cx="396262" cy="304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𝟏𝟐𝟓</m:t>
                          </m:r>
                        </m:den>
                      </m:f>
                    </m:oMath>
                  </m:oMathPara>
                </a14:m>
                <a:endParaRPr lang="zh-CN" altLang="en-US" sz="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78B44BD-3CE4-352B-254F-499DB60FB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498" y="1461311"/>
                <a:ext cx="396262" cy="30489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E75F4F1-C47A-D034-449C-92F51C36308A}"/>
              </a:ext>
            </a:extLst>
          </p:cNvPr>
          <p:cNvSpPr/>
          <p:nvPr/>
        </p:nvSpPr>
        <p:spPr>
          <a:xfrm>
            <a:off x="6769099" y="1454327"/>
            <a:ext cx="364067" cy="1804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AFAB09E-0028-3078-3F6E-E07EBF37BB83}"/>
                  </a:ext>
                </a:extLst>
              </p:cNvPr>
              <p:cNvSpPr txBox="1"/>
              <p:nvPr/>
            </p:nvSpPr>
            <p:spPr>
              <a:xfrm>
                <a:off x="2390498" y="1211653"/>
                <a:ext cx="396262" cy="3048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𝟔𝟐𝟓</m:t>
                          </m:r>
                        </m:den>
                      </m:f>
                    </m:oMath>
                  </m:oMathPara>
                </a14:m>
                <a:endParaRPr lang="zh-CN" altLang="en-US" sz="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AFAB09E-0028-3078-3F6E-E07EBF37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498" y="1211653"/>
                <a:ext cx="396262" cy="30489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BF555B4-4097-E5CE-5FDC-3F089AB7048A}"/>
                  </a:ext>
                </a:extLst>
              </p:cNvPr>
              <p:cNvSpPr txBox="1"/>
              <p:nvPr/>
            </p:nvSpPr>
            <p:spPr>
              <a:xfrm>
                <a:off x="2641159" y="1400392"/>
                <a:ext cx="2904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BF555B4-4097-E5CE-5FDC-3F089AB70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159" y="1400392"/>
                <a:ext cx="290464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C1C4A8E-4545-49E2-52E1-229AEF37F031}"/>
                  </a:ext>
                </a:extLst>
              </p:cNvPr>
              <p:cNvSpPr txBox="1"/>
              <p:nvPr/>
            </p:nvSpPr>
            <p:spPr>
              <a:xfrm>
                <a:off x="2637839" y="1641681"/>
                <a:ext cx="2904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C1C4A8E-4545-49E2-52E1-229AEF37F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839" y="1641681"/>
                <a:ext cx="290464" cy="21544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3F94C83-302E-309A-FB78-376AA55A13F5}"/>
                  </a:ext>
                </a:extLst>
              </p:cNvPr>
              <p:cNvSpPr txBox="1"/>
              <p:nvPr/>
            </p:nvSpPr>
            <p:spPr>
              <a:xfrm>
                <a:off x="2639628" y="1876809"/>
                <a:ext cx="2904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3F94C83-302E-309A-FB78-376AA55A1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28" y="1876809"/>
                <a:ext cx="290464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CE2ECD5-58FD-419F-D2DE-710BD2468A22}"/>
                  </a:ext>
                </a:extLst>
              </p:cNvPr>
              <p:cNvSpPr txBox="1"/>
              <p:nvPr/>
            </p:nvSpPr>
            <p:spPr>
              <a:xfrm>
                <a:off x="2442871" y="1005466"/>
                <a:ext cx="2904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CE2ECD5-58FD-419F-D2DE-710BD2468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871" y="1005466"/>
                <a:ext cx="290464" cy="21544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91A8808-5937-DC71-B259-9B5BDED53E93}"/>
                  </a:ext>
                </a:extLst>
              </p:cNvPr>
              <p:cNvSpPr txBox="1"/>
              <p:nvPr/>
            </p:nvSpPr>
            <p:spPr>
              <a:xfrm>
                <a:off x="2637839" y="1078501"/>
                <a:ext cx="2904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91A8808-5937-DC71-B259-9B5BDED53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839" y="1078501"/>
                <a:ext cx="290464" cy="2154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147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E454-B1D0-D8B3-E20F-15C701AB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5FACF53-7511-B420-1D0F-66D2E46F163D}"/>
              </a:ext>
            </a:extLst>
          </p:cNvPr>
          <p:cNvCxnSpPr>
            <a:cxnSpLocks/>
          </p:cNvCxnSpPr>
          <p:nvPr/>
        </p:nvCxnSpPr>
        <p:spPr>
          <a:xfrm>
            <a:off x="2609850" y="2606675"/>
            <a:ext cx="4810125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BB19634-A1BE-A23D-ED31-4EAB922C3F32}"/>
              </a:ext>
            </a:extLst>
          </p:cNvPr>
          <p:cNvGrpSpPr/>
          <p:nvPr/>
        </p:nvGrpSpPr>
        <p:grpSpPr>
          <a:xfrm>
            <a:off x="2871181" y="2289988"/>
            <a:ext cx="311303" cy="419345"/>
            <a:chOff x="2871181" y="2289988"/>
            <a:chExt cx="311303" cy="419345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E75895D-D5B6-2923-D721-3E259EBB50ED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C2B08D0-4FE1-3036-C1B1-1F282DAB3AE1}"/>
                    </a:ext>
                  </a:extLst>
                </p:cNvPr>
                <p:cNvSpPr txBox="1"/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C2B08D0-4FE1-3036-C1B1-1F282DAB3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181" y="2289988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6F3658C-A00B-5F5D-F123-B54971DA9C91}"/>
              </a:ext>
            </a:extLst>
          </p:cNvPr>
          <p:cNvGrpSpPr/>
          <p:nvPr/>
        </p:nvGrpSpPr>
        <p:grpSpPr>
          <a:xfrm>
            <a:off x="3186274" y="2289987"/>
            <a:ext cx="396262" cy="419346"/>
            <a:chOff x="2982998" y="2442387"/>
            <a:chExt cx="396262" cy="419346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CC0B1A9D-A8A1-8E93-A9D8-FA92A531975D}"/>
                </a:ext>
              </a:extLst>
            </p:cNvPr>
            <p:cNvCxnSpPr/>
            <p:nvPr/>
          </p:nvCxnSpPr>
          <p:spPr>
            <a:xfrm>
              <a:off x="3179233" y="26797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2EE4880-5AEF-CDF2-F404-74E13C13EBA8}"/>
                    </a:ext>
                  </a:extLst>
                </p:cNvPr>
                <p:cNvSpPr txBox="1"/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2EE4880-5AEF-CDF2-F404-74E13C13E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2998" y="2442387"/>
                  <a:ext cx="396262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2931BFB-7474-B935-35BF-3D9F4EB0351B}"/>
              </a:ext>
            </a:extLst>
          </p:cNvPr>
          <p:cNvGrpSpPr/>
          <p:nvPr/>
        </p:nvGrpSpPr>
        <p:grpSpPr>
          <a:xfrm>
            <a:off x="3545293" y="2289987"/>
            <a:ext cx="396262" cy="419346"/>
            <a:chOff x="3545293" y="2289987"/>
            <a:chExt cx="396262" cy="419346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AF355699-9F8D-CBFC-97DF-885F302FA443}"/>
                </a:ext>
              </a:extLst>
            </p:cNvPr>
            <p:cNvCxnSpPr/>
            <p:nvPr/>
          </p:nvCxnSpPr>
          <p:spPr>
            <a:xfrm>
              <a:off x="3738186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DDA5693-7DF0-5395-3A7E-EAB0D0D83907}"/>
                    </a:ext>
                  </a:extLst>
                </p:cNvPr>
                <p:cNvSpPr txBox="1"/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CDDA5693-7DF0-5395-3A7E-EAB0D0D83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293" y="2289987"/>
                  <a:ext cx="39626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43A2E48-86E8-1B98-6CFC-CF92DD335007}"/>
              </a:ext>
            </a:extLst>
          </p:cNvPr>
          <p:cNvGrpSpPr/>
          <p:nvPr/>
        </p:nvGrpSpPr>
        <p:grpSpPr>
          <a:xfrm>
            <a:off x="3873544" y="2289987"/>
            <a:ext cx="1083533" cy="419346"/>
            <a:chOff x="3824779" y="2289987"/>
            <a:chExt cx="1083533" cy="419346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18EAFBA-FAC1-66B3-6628-F2CF2F3B9C2A}"/>
                </a:ext>
              </a:extLst>
            </p:cNvPr>
            <p:cNvGrpSpPr/>
            <p:nvPr/>
          </p:nvGrpSpPr>
          <p:grpSpPr>
            <a:xfrm>
              <a:off x="3824779" y="2289987"/>
              <a:ext cx="396262" cy="419346"/>
              <a:chOff x="2850890" y="2289987"/>
              <a:chExt cx="396262" cy="419346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90224E5B-A51A-3D83-46D0-D49D30597DE8}"/>
                  </a:ext>
                </a:extLst>
              </p:cNvPr>
              <p:cNvCxnSpPr/>
              <p:nvPr/>
            </p:nvCxnSpPr>
            <p:spPr>
              <a:xfrm>
                <a:off x="3026833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834978D4-88FA-4F9A-9FB1-A3EFBCB2F431}"/>
                      </a:ext>
                    </a:extLst>
                  </p:cNvPr>
                  <p:cNvSpPr txBox="1"/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8" name="文本框 67">
                    <a:extLst>
                      <a:ext uri="{FF2B5EF4-FFF2-40B4-BE49-F238E27FC236}">
                        <a16:creationId xmlns:a16="http://schemas.microsoft.com/office/drawing/2014/main" id="{834978D4-88FA-4F9A-9FB1-A3EFBCB2F4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0890" y="2289987"/>
                    <a:ext cx="39626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3F81EB7-47AF-6219-A7CC-527A7134A20E}"/>
                </a:ext>
              </a:extLst>
            </p:cNvPr>
            <p:cNvGrpSpPr/>
            <p:nvPr/>
          </p:nvGrpSpPr>
          <p:grpSpPr>
            <a:xfrm>
              <a:off x="4156375" y="2289987"/>
              <a:ext cx="396262" cy="419346"/>
              <a:chOff x="2979210" y="2442387"/>
              <a:chExt cx="396262" cy="419346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718DC2C2-10DD-DAB0-C97E-643256B417A2}"/>
                  </a:ext>
                </a:extLst>
              </p:cNvPr>
              <p:cNvCxnSpPr/>
              <p:nvPr/>
            </p:nvCxnSpPr>
            <p:spPr>
              <a:xfrm>
                <a:off x="3179233" y="26797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6F964148-0BC7-4381-274A-292F6D1B262C}"/>
                      </a:ext>
                    </a:extLst>
                  </p:cNvPr>
                  <p:cNvSpPr txBox="1"/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6F964148-0BC7-4381-274A-292F6D1B26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9210" y="2442387"/>
                    <a:ext cx="396262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6166C463-A449-706B-E6F6-9A04C6E4B291}"/>
                </a:ext>
              </a:extLst>
            </p:cNvPr>
            <p:cNvGrpSpPr/>
            <p:nvPr/>
          </p:nvGrpSpPr>
          <p:grpSpPr>
            <a:xfrm>
              <a:off x="4512050" y="2289987"/>
              <a:ext cx="396262" cy="419346"/>
              <a:chOff x="3538161" y="2289987"/>
              <a:chExt cx="396262" cy="41934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571D3386-D775-777D-42C1-57E75A79CA8C}"/>
                  </a:ext>
                </a:extLst>
              </p:cNvPr>
              <p:cNvCxnSpPr/>
              <p:nvPr/>
            </p:nvCxnSpPr>
            <p:spPr>
              <a:xfrm>
                <a:off x="3738186" y="2527300"/>
                <a:ext cx="0" cy="1820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A78D9B7F-658B-9704-0F60-6EAB43B0CF59}"/>
                      </a:ext>
                    </a:extLst>
                  </p:cNvPr>
                  <p:cNvSpPr txBox="1"/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A78D9B7F-658B-9704-0F60-6EAB43B0CF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8161" y="2289987"/>
                    <a:ext cx="39626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DDD10E4-8B7E-FBB3-7699-DCF9E05E573A}"/>
                  </a:ext>
                </a:extLst>
              </p:cNvPr>
              <p:cNvSpPr txBox="1"/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DDD10E4-8B7E-FBB3-7699-DCF9E05E5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622" y="2341317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5138C08D-333E-A52E-E1BB-F30BDD88581F}"/>
              </a:ext>
            </a:extLst>
          </p:cNvPr>
          <p:cNvGrpSpPr/>
          <p:nvPr/>
        </p:nvGrpSpPr>
        <p:grpSpPr>
          <a:xfrm>
            <a:off x="5698263" y="2289987"/>
            <a:ext cx="481222" cy="419346"/>
            <a:chOff x="2786222" y="2289987"/>
            <a:chExt cx="481222" cy="41934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68FF3D24-0788-A74D-40D4-503B525F3274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FC4D87F3-B0FA-1550-BD20-50C781AD024F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FC4D87F3-B0FA-1550-BD20-50C781AD0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F04F6336-3F3E-42C9-D091-5F84248FF52B}"/>
                  </a:ext>
                </a:extLst>
              </p:cNvPr>
              <p:cNvSpPr txBox="1"/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F04F6336-3F3E-42C9-D091-5F84248FF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910" y="2329676"/>
                <a:ext cx="34176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56375CCB-F89A-E224-B046-C440C42ABCDA}"/>
              </a:ext>
            </a:extLst>
          </p:cNvPr>
          <p:cNvGrpSpPr/>
          <p:nvPr/>
        </p:nvGrpSpPr>
        <p:grpSpPr>
          <a:xfrm>
            <a:off x="6752108" y="2289987"/>
            <a:ext cx="481222" cy="419346"/>
            <a:chOff x="2786222" y="2289987"/>
            <a:chExt cx="481222" cy="419346"/>
          </a:xfrm>
        </p:grpSpPr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90BBDD55-99CF-21F6-4F7E-273D854CCB43}"/>
                </a:ext>
              </a:extLst>
            </p:cNvPr>
            <p:cNvCxnSpPr/>
            <p:nvPr/>
          </p:nvCxnSpPr>
          <p:spPr>
            <a:xfrm>
              <a:off x="3026833" y="2527300"/>
              <a:ext cx="0" cy="1820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470E3D4-50EA-20EB-E4C7-AD126C1322D0}"/>
                    </a:ext>
                  </a:extLst>
                </p:cNvPr>
                <p:cNvSpPr txBox="1"/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470E3D4-50EA-20EB-E4C7-AD126C132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222" y="2289987"/>
                  <a:ext cx="481222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CD5450F4-F5B9-BB60-B97F-9FB14A253E2A}"/>
              </a:ext>
            </a:extLst>
          </p:cNvPr>
          <p:cNvGrpSpPr/>
          <p:nvPr/>
        </p:nvGrpSpPr>
        <p:grpSpPr>
          <a:xfrm>
            <a:off x="2931623" y="2004079"/>
            <a:ext cx="190417" cy="246221"/>
            <a:chOff x="2968851" y="3444364"/>
            <a:chExt cx="314720" cy="41064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3FC98B6E-DFA6-1939-AF52-9CB332311165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CB9CC78B-51A2-17C0-8CD6-6ACC0F4210C1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CB9CC78B-51A2-17C0-8CD6-6ACC0F4210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B90A2EBB-5F82-5B1D-8B28-C6EE07F5F435}"/>
              </a:ext>
            </a:extLst>
          </p:cNvPr>
          <p:cNvGrpSpPr/>
          <p:nvPr/>
        </p:nvGrpSpPr>
        <p:grpSpPr>
          <a:xfrm>
            <a:off x="3287300" y="2004077"/>
            <a:ext cx="190417" cy="246221"/>
            <a:chOff x="2968851" y="3444364"/>
            <a:chExt cx="314720" cy="410649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7350B799-76E7-B7D4-1561-FC01AF1E3969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6D770F9-8170-48C3-1AB9-5B839CC173C1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6D770F9-8170-48C3-1AB9-5B839CC17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CB8AF3CE-51E9-2FAF-3DA3-7508CFBE7D83}"/>
              </a:ext>
            </a:extLst>
          </p:cNvPr>
          <p:cNvGrpSpPr/>
          <p:nvPr/>
        </p:nvGrpSpPr>
        <p:grpSpPr>
          <a:xfrm>
            <a:off x="3607037" y="2004077"/>
            <a:ext cx="190417" cy="246221"/>
            <a:chOff x="2968851" y="3444364"/>
            <a:chExt cx="314720" cy="410649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114B5DD1-3EC3-8A7A-A88B-852C3FB36D41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49C44E2A-CDFE-D468-E652-03E7D36A2464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49C44E2A-CDFE-D468-E652-03E7D36A24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5D826CFF-161E-FD3B-9A4C-62CFB88ECB5D}"/>
              </a:ext>
            </a:extLst>
          </p:cNvPr>
          <p:cNvGrpSpPr/>
          <p:nvPr/>
        </p:nvGrpSpPr>
        <p:grpSpPr>
          <a:xfrm>
            <a:off x="3962714" y="2004075"/>
            <a:ext cx="190417" cy="246221"/>
            <a:chOff x="2968851" y="3444364"/>
            <a:chExt cx="314720" cy="410649"/>
          </a:xfrm>
        </p:grpSpPr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DB45178A-609A-E1B8-7AE3-03453E169BC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41024E0E-CD58-7241-0F21-FA01997C79E7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41024E0E-CD58-7241-0F21-FA01997C79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36E1F1F9-7C6F-82FA-38BE-2F550BE9A694}"/>
              </a:ext>
            </a:extLst>
          </p:cNvPr>
          <p:cNvGrpSpPr/>
          <p:nvPr/>
        </p:nvGrpSpPr>
        <p:grpSpPr>
          <a:xfrm>
            <a:off x="4309954" y="2004079"/>
            <a:ext cx="190417" cy="246221"/>
            <a:chOff x="2968851" y="3444364"/>
            <a:chExt cx="314720" cy="410649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D3ED9EBF-47A7-B191-FD5C-8DF960FFA014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EEC9E98C-6E19-B494-9A2F-0DA83FA0808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EEC9E98C-6E19-B494-9A2F-0DA83FA080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ACF4F811-8206-0DDD-9AAB-8EB215716E8E}"/>
              </a:ext>
            </a:extLst>
          </p:cNvPr>
          <p:cNvGrpSpPr/>
          <p:nvPr/>
        </p:nvGrpSpPr>
        <p:grpSpPr>
          <a:xfrm>
            <a:off x="4665631" y="2004077"/>
            <a:ext cx="190417" cy="246221"/>
            <a:chOff x="2968851" y="3444364"/>
            <a:chExt cx="314720" cy="410649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5C460FD3-BB6A-8655-93B7-C6453A43505E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29AABB5-8F3C-AE45-772E-26FBC2E467BB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29AABB5-8F3C-AE45-772E-26FBC2E46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1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E58640E9-00A1-C6BE-E81B-D468BAFAAA64}"/>
              </a:ext>
            </a:extLst>
          </p:cNvPr>
          <p:cNvGrpSpPr/>
          <p:nvPr/>
        </p:nvGrpSpPr>
        <p:grpSpPr>
          <a:xfrm>
            <a:off x="5843665" y="2004075"/>
            <a:ext cx="190417" cy="246221"/>
            <a:chOff x="2968851" y="3444364"/>
            <a:chExt cx="314720" cy="410649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D0F076DC-E2F7-67F8-A7CB-F80DF00E4D6A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38FDC657-1D03-04B8-5170-13728E744E69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38FDC657-1D03-04B8-5170-13728E744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B6156C47-04D7-65B3-7E55-5FF91D541BB3}"/>
              </a:ext>
            </a:extLst>
          </p:cNvPr>
          <p:cNvGrpSpPr/>
          <p:nvPr/>
        </p:nvGrpSpPr>
        <p:grpSpPr>
          <a:xfrm>
            <a:off x="5843665" y="1811198"/>
            <a:ext cx="190417" cy="246221"/>
            <a:chOff x="2968851" y="3444364"/>
            <a:chExt cx="314720" cy="410649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48CBB0FB-7C73-3DAA-11F5-828EFFE4770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461C9CDA-C333-7835-CBC8-674B8CA5E712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461C9CDA-C333-7835-CBC8-674B8CA5E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C957841-28B4-C52B-F3F9-03D72B51D4D6}"/>
              </a:ext>
            </a:extLst>
          </p:cNvPr>
          <p:cNvGrpSpPr/>
          <p:nvPr/>
        </p:nvGrpSpPr>
        <p:grpSpPr>
          <a:xfrm>
            <a:off x="5843665" y="1618321"/>
            <a:ext cx="190417" cy="246221"/>
            <a:chOff x="2968851" y="3444364"/>
            <a:chExt cx="314720" cy="410649"/>
          </a:xfrm>
        </p:grpSpPr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0BDBBB66-3EE4-E6D1-C074-0499DC250EA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B42B7BC-2ED1-663E-8E06-903776A51C11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B42B7BC-2ED1-663E-8E06-903776A51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315BDD5-F4F9-DAFC-92E5-8DA693841DA6}"/>
              </a:ext>
            </a:extLst>
          </p:cNvPr>
          <p:cNvGrpSpPr/>
          <p:nvPr/>
        </p:nvGrpSpPr>
        <p:grpSpPr>
          <a:xfrm>
            <a:off x="4309954" y="1811198"/>
            <a:ext cx="190417" cy="246221"/>
            <a:chOff x="2968851" y="3444364"/>
            <a:chExt cx="314720" cy="410649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12B72185-98E2-2FE4-CCC1-B952D5565D6F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8F284D23-3134-8833-70C5-A63F1BB2C7E9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8F284D23-3134-8833-70C5-A63F1BB2C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4"/>
                  <a:stretch>
                    <a:fillRect r="-4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1F06BB74-A485-3A6E-5AED-46369D1197D5}"/>
              </a:ext>
            </a:extLst>
          </p:cNvPr>
          <p:cNvGrpSpPr/>
          <p:nvPr/>
        </p:nvGrpSpPr>
        <p:grpSpPr>
          <a:xfrm>
            <a:off x="6867221" y="2004075"/>
            <a:ext cx="190417" cy="246221"/>
            <a:chOff x="2968851" y="3444364"/>
            <a:chExt cx="314720" cy="410649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F849FFDD-87F7-B4D1-1A90-7BF6C80FDEF8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F6FE4DAD-CDB1-8EDD-CECB-2C220C8E8511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F6FE4DAD-CDB1-8EDD-CECB-2C220C8E85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D9C33B2-6CC1-0BBF-36E8-53FAE501840F}"/>
              </a:ext>
            </a:extLst>
          </p:cNvPr>
          <p:cNvGrpSpPr/>
          <p:nvPr/>
        </p:nvGrpSpPr>
        <p:grpSpPr>
          <a:xfrm>
            <a:off x="6867221" y="1811198"/>
            <a:ext cx="190417" cy="246221"/>
            <a:chOff x="2968851" y="3444364"/>
            <a:chExt cx="314720" cy="410649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86A83D52-D30F-274C-8287-0410917D55DC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16E7077F-AD85-CBF1-1EAC-DD936E2605B8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16E7077F-AD85-CBF1-1EAC-DD936E260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6C601C7-D823-E3E4-4C81-168D16E6666F}"/>
              </a:ext>
            </a:extLst>
          </p:cNvPr>
          <p:cNvGrpSpPr/>
          <p:nvPr/>
        </p:nvGrpSpPr>
        <p:grpSpPr>
          <a:xfrm>
            <a:off x="6867221" y="1618321"/>
            <a:ext cx="190417" cy="246221"/>
            <a:chOff x="2968851" y="3444364"/>
            <a:chExt cx="314720" cy="410649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86E08496-01BC-074D-45E9-8BE8ECEFFFE7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FF61B2C-4E9A-22BE-BF56-205E7AEF44D0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CFF61B2C-4E9A-22BE-BF56-205E7AEF4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3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71EDA7EA-140B-DC0A-C218-F9E66936CE88}"/>
              </a:ext>
            </a:extLst>
          </p:cNvPr>
          <p:cNvGrpSpPr/>
          <p:nvPr/>
        </p:nvGrpSpPr>
        <p:grpSpPr>
          <a:xfrm>
            <a:off x="6867221" y="1432248"/>
            <a:ext cx="190417" cy="246221"/>
            <a:chOff x="2968851" y="3444364"/>
            <a:chExt cx="314720" cy="410649"/>
          </a:xfrm>
        </p:grpSpPr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C2C5563E-DB9C-0035-128A-C50C1D526F40}"/>
                </a:ext>
              </a:extLst>
            </p:cNvPr>
            <p:cNvSpPr/>
            <p:nvPr/>
          </p:nvSpPr>
          <p:spPr>
            <a:xfrm>
              <a:off x="2968851" y="3499220"/>
              <a:ext cx="314720" cy="300939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3B08754-4D69-4E64-29EE-C04A01907A66}"/>
                    </a:ext>
                  </a:extLst>
                </p:cNvPr>
                <p:cNvSpPr txBox="1"/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03B08754-4D69-4E64-29EE-C04A01907A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1" y="3444364"/>
                  <a:ext cx="216761" cy="410649"/>
                </a:xfrm>
                <a:prstGeom prst="rect">
                  <a:avLst/>
                </a:prstGeom>
                <a:blipFill>
                  <a:blip r:embed="rId12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8B7C328-2D2F-207F-CAE2-453BDE207A7F}"/>
              </a:ext>
            </a:extLst>
          </p:cNvPr>
          <p:cNvSpPr/>
          <p:nvPr/>
        </p:nvSpPr>
        <p:spPr>
          <a:xfrm>
            <a:off x="4126365" y="1799467"/>
            <a:ext cx="3006802" cy="2462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405EFB6-0444-5EFF-5FE2-1B81A125BC27}"/>
              </a:ext>
            </a:extLst>
          </p:cNvPr>
          <p:cNvSpPr/>
          <p:nvPr/>
        </p:nvSpPr>
        <p:spPr>
          <a:xfrm>
            <a:off x="2871182" y="2004075"/>
            <a:ext cx="4245052" cy="2462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948A141-E1C7-2172-5ED1-32217D6AB4F6}"/>
              </a:ext>
            </a:extLst>
          </p:cNvPr>
          <p:cNvSpPr/>
          <p:nvPr/>
        </p:nvSpPr>
        <p:spPr>
          <a:xfrm>
            <a:off x="5698263" y="1633455"/>
            <a:ext cx="1711810" cy="1804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A274A43-CE3C-DF4B-A0BA-12BEB8738D35}"/>
              </a:ext>
            </a:extLst>
          </p:cNvPr>
          <p:cNvSpPr/>
          <p:nvPr/>
        </p:nvSpPr>
        <p:spPr>
          <a:xfrm>
            <a:off x="6769099" y="1454327"/>
            <a:ext cx="364067" cy="18044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55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1C67-02C9-2DA5-23A8-F33C8FD4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8AF5FA60-0661-3CB6-35F4-F0B43C4A9FE9}"/>
                  </a:ext>
                </a:extLst>
              </p:cNvPr>
              <p:cNvSpPr txBox="1"/>
              <p:nvPr/>
            </p:nvSpPr>
            <p:spPr>
              <a:xfrm>
                <a:off x="2222504" y="1087831"/>
                <a:ext cx="1649041" cy="265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altLang="zh-CN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zh-CN" altLang="en-US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1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CN" sz="11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altLang="zh-CN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1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altLang="zh-CN" sz="11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US" altLang="zh-CN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zh-CN" altLang="en-US" sz="11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8AF5FA60-0661-3CB6-35F4-F0B43C4A9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4" y="1087831"/>
                <a:ext cx="1649041" cy="265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320BDE3-2636-7D72-709E-D7DB40C94727}"/>
                  </a:ext>
                </a:extLst>
              </p:cNvPr>
              <p:cNvSpPr txBox="1"/>
              <p:nvPr/>
            </p:nvSpPr>
            <p:spPr>
              <a:xfrm>
                <a:off x="2395659" y="1563575"/>
                <a:ext cx="130272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sz="11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320BDE3-2636-7D72-709E-D7DB40C94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659" y="1563575"/>
                <a:ext cx="1302729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68AB7F92-9D11-3F6B-5E89-AC336C6EDBC7}"/>
              </a:ext>
            </a:extLst>
          </p:cNvPr>
          <p:cNvCxnSpPr>
            <a:stCxn id="133" idx="2"/>
            <a:endCxn id="2" idx="0"/>
          </p:cNvCxnSpPr>
          <p:nvPr/>
        </p:nvCxnSpPr>
        <p:spPr>
          <a:xfrm rot="5400000">
            <a:off x="2941882" y="1458431"/>
            <a:ext cx="210287" cy="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CD1B18C-0F0F-D937-0327-F39B92FA2EFB}"/>
              </a:ext>
            </a:extLst>
          </p:cNvPr>
          <p:cNvGrpSpPr/>
          <p:nvPr/>
        </p:nvGrpSpPr>
        <p:grpSpPr>
          <a:xfrm>
            <a:off x="2559050" y="1752599"/>
            <a:ext cx="969434" cy="570894"/>
            <a:chOff x="2404534" y="1718732"/>
            <a:chExt cx="969434" cy="57089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A9075B1-8BB5-FAE8-0B57-F31CC76AE1CA}"/>
                    </a:ext>
                  </a:extLst>
                </p:cNvPr>
                <p:cNvSpPr txBox="1"/>
                <p:nvPr/>
              </p:nvSpPr>
              <p:spPr>
                <a:xfrm>
                  <a:off x="2677340" y="2028016"/>
                  <a:ext cx="39305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1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oMath>
                    </m:oMathPara>
                  </a14:m>
                  <a:endParaRPr lang="zh-CN" altLang="en-US" sz="11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A9075B1-8BB5-FAE8-0B57-F31CC76AE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340" y="2028016"/>
                  <a:ext cx="393056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99DE871E-6D18-8105-5E2A-706BC456C146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2404534" y="1718733"/>
              <a:ext cx="469334" cy="309283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65A8BDB2-6D80-6995-0289-B7F71E64FE4F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rot="10800000" flipV="1">
              <a:off x="2873869" y="1718732"/>
              <a:ext cx="500099" cy="309283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C75F5F9E-B32F-E5C5-FC62-2798E0D9D09D}"/>
              </a:ext>
            </a:extLst>
          </p:cNvPr>
          <p:cNvCxnSpPr/>
          <p:nvPr/>
        </p:nvCxnSpPr>
        <p:spPr>
          <a:xfrm rot="5400000">
            <a:off x="2923241" y="2396731"/>
            <a:ext cx="210287" cy="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713A2F9-88D9-E96B-97A9-5896859FBD16}"/>
                  </a:ext>
                </a:extLst>
              </p:cNvPr>
              <p:cNvSpPr txBox="1"/>
              <p:nvPr/>
            </p:nvSpPr>
            <p:spPr>
              <a:xfrm>
                <a:off x="2586323" y="2501875"/>
                <a:ext cx="96353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𝒐𝒖𝒕𝒑𝒖𝒕</m:t>
                      </m:r>
                      <m:r>
                        <a:rPr lang="en-US" altLang="zh-CN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1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713A2F9-88D9-E96B-97A9-5896859FB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323" y="2501875"/>
                <a:ext cx="963534" cy="261610"/>
              </a:xfrm>
              <a:prstGeom prst="rect">
                <a:avLst/>
              </a:prstGeom>
              <a:blipFill>
                <a:blip r:embed="rId5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689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7C9827-4B2B-3152-E90C-FF28243CB2DD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76E48071-408E-DD84-3BEC-7870DCEFDD0C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>
            <a:extLst>
              <a:ext uri="{FF2B5EF4-FFF2-40B4-BE49-F238E27FC236}">
                <a16:creationId xmlns:a16="http://schemas.microsoft.com/office/drawing/2014/main" id="{8334FB7F-C0E9-F2B0-08D6-B8C6B893EDC0}"/>
              </a:ext>
            </a:extLst>
          </p:cNvPr>
          <p:cNvGrpSpPr/>
          <p:nvPr/>
        </p:nvGrpSpPr>
        <p:grpSpPr>
          <a:xfrm>
            <a:off x="6225513" y="2369681"/>
            <a:ext cx="1882246" cy="338554"/>
            <a:chOff x="2968850" y="3491049"/>
            <a:chExt cx="2070473" cy="338554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3133B430-41F7-9915-FAC3-F3AB549F4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/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a:fld id="{825F15A7-03F4-43D7-82C5-3E23DA2F108C}" type="mathplaceholder">
                          <a:rPr lang="zh-CN" altLang="en-US" sz="1600" i="1" smtClean="0">
                            <a:latin typeface="Cambria Math" panose="02040503050406030204" pitchFamily="18" charset="0"/>
                          </a:rPr>
                          <a:t>在此处键入公式。</a:t>
                        </a:fl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8478F13-589F-F6E7-2753-032779260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491049"/>
                  <a:ext cx="2070473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303</Words>
  <Application>Microsoft Office PowerPoint</Application>
  <PresentationFormat>宽屏</PresentationFormat>
  <Paragraphs>221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2026-04-14T12:05:51Z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