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96" r:id="rId2"/>
    <p:sldId id="299" r:id="rId3"/>
    <p:sldId id="300" r:id="rId4"/>
    <p:sldId id="298" r:id="rId5"/>
    <p:sldId id="301" r:id="rId6"/>
    <p:sldId id="29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00F777-47A7-4943-823D-5FB124096B51}" v="415" dt="2026-04-14T04:45:07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9168" y="-31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14T04:45:07.084" v="7249" actId="207"/>
      <pc:docMkLst>
        <pc:docMk/>
      </pc:docMkLst>
      <pc:sldChg chg="addSp delSp modSp add mod">
        <pc:chgData name="昕 许" userId="a2975fcd840abfc3" providerId="LiveId" clId="{49CCD4F9-177C-4270-9A14-60236FF377E8}" dt="2026-04-07T09:17:05.134" v="6370" actId="1076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2" creationId="{93ED3568-C3BD-02E3-0BBC-A0097D40D9A6}"/>
          </ac:spMkLst>
        </pc:spChg>
        <pc:spChg chg="mod">
          <ac:chgData name="昕 许" userId="a2975fcd840abfc3" providerId="LiveId" clId="{49CCD4F9-177C-4270-9A14-60236FF377E8}" dt="2026-04-07T08:28:30.604" v="6155" actId="20577"/>
          <ac:spMkLst>
            <pc:docMk/>
            <pc:sldMk cId="3949537576" sldId="296"/>
            <ac:spMk id="5" creationId="{FEBA7257-CA89-3D26-2266-434DE6DD1EE1}"/>
          </ac:spMkLst>
        </pc:spChg>
        <pc:spChg chg="mod">
          <ac:chgData name="昕 许" userId="a2975fcd840abfc3" providerId="LiveId" clId="{49CCD4F9-177C-4270-9A14-60236FF377E8}" dt="2026-04-07T08:28:36.048" v="6156" actId="1076"/>
          <ac:spMkLst>
            <pc:docMk/>
            <pc:sldMk cId="3949537576" sldId="296"/>
            <ac:spMk id="7" creationId="{E6E82A98-D7CB-A2D1-6699-B143510EF1F9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13" creationId="{094EF49B-E44B-A715-9C32-A030A58A3483}"/>
          </ac:spMkLst>
        </pc:spChg>
        <pc:spChg chg="mod">
          <ac:chgData name="昕 许" userId="a2975fcd840abfc3" providerId="LiveId" clId="{49CCD4F9-177C-4270-9A14-60236FF377E8}" dt="2026-04-07T09:17:05.134" v="6370" actId="1076"/>
          <ac:spMkLst>
            <pc:docMk/>
            <pc:sldMk cId="3949537576" sldId="296"/>
            <ac:spMk id="14" creationId="{4764F953-3B9A-0C9F-C011-91A382B56103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1" creationId="{5E1995DE-AE17-8F5B-E2DD-EBC7A112689A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2" creationId="{FD3DD90D-52AB-0095-9EFE-2F389F2A4DB2}"/>
          </ac:spMkLst>
        </pc:spChg>
        <pc:spChg chg="add 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23" creationId="{9DCC7F70-7855-DA58-CBB7-CF538E07BF52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3" creationId="{CD74A7B1-DA03-E4E5-C2DF-E6282417D008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7" creationId="{3FE1EFD1-F4DD-6009-9DBB-A779FFFE66E9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add 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41" creationId="{3CF9824A-A4E0-18FD-2811-B1320D730E71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5" creationId="{0817B157-9C0A-17D0-4C2D-53475D527872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7" creationId="{CA2C148A-659F-FE51-DB46-5E86EE5203B8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0" creationId="{F684D262-A854-5573-0C69-BFEAC60947A6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3" creationId="{D25FE7CE-7057-7E36-B5CB-138FEB763806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7" creationId="{DE88167D-19FB-8F23-F278-9A8E7A49F265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8" creationId="{1AABFE8D-E966-4FF2-E0F4-D411F93459AB}"/>
          </ac:spMkLst>
        </pc:spChg>
        <pc:grpChg chg="add mod">
          <ac:chgData name="昕 许" userId="a2975fcd840abfc3" providerId="LiveId" clId="{49CCD4F9-177C-4270-9A14-60236FF377E8}" dt="2026-04-07T08:28:30.604" v="6155" actId="20577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7T09:16:54.303" v="6367" actId="255"/>
          <ac:grpSpMkLst>
            <pc:docMk/>
            <pc:sldMk cId="3949537576" sldId="296"/>
            <ac:grpSpMk id="12" creationId="{09698812-F054-D186-11BF-68637B976417}"/>
          </ac:grpSpMkLst>
        </pc:grpChg>
        <pc:grpChg chg="mod">
          <ac:chgData name="昕 许" userId="a2975fcd840abfc3" providerId="LiveId" clId="{49CCD4F9-177C-4270-9A14-60236FF377E8}" dt="2026-04-07T08:28:42.464" v="6158" actId="1076"/>
          <ac:grpSpMkLst>
            <pc:docMk/>
            <pc:sldMk cId="3949537576" sldId="296"/>
            <ac:grpSpMk id="19" creationId="{4E014172-DBF6-E62C-E33F-353D00267260}"/>
          </ac:grpSpMkLst>
        </pc:grpChg>
        <pc:grpChg chg="mod">
          <ac:chgData name="昕 许" userId="a2975fcd840abfc3" providerId="LiveId" clId="{49CCD4F9-177C-4270-9A14-60236FF377E8}" dt="2026-04-07T08:28:42.464" v="6158" actId="1076"/>
          <ac:grpSpMkLst>
            <pc:docMk/>
            <pc:sldMk cId="3949537576" sldId="296"/>
            <ac:grpSpMk id="29" creationId="{D82DC340-B235-A1B6-598F-4C8D10B27629}"/>
          </ac:grpSpMkLst>
        </pc:grpChg>
        <pc:grpChg chg="mod">
          <ac:chgData name="昕 许" userId="a2975fcd840abfc3" providerId="LiveId" clId="{49CCD4F9-177C-4270-9A14-60236FF377E8}" dt="2026-04-07T08:27:03.164" v="6097" actId="20577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7T08:27:08.863" v="6108" actId="20577"/>
          <ac:grpSpMkLst>
            <pc:docMk/>
            <pc:sldMk cId="3949537576" sldId="296"/>
            <ac:grpSpMk id="38" creationId="{425C1743-596D-8BC8-7B42-18E523AC8D95}"/>
          </ac:grpSpMkLst>
        </pc:grpChg>
        <pc:grpChg chg="add mod">
          <ac:chgData name="昕 许" userId="a2975fcd840abfc3" providerId="LiveId" clId="{49CCD4F9-177C-4270-9A14-60236FF377E8}" dt="2026-04-07T08:29:18.213" v="6166" actId="1076"/>
          <ac:grpSpMkLst>
            <pc:docMk/>
            <pc:sldMk cId="3949537576" sldId="296"/>
            <ac:grpSpMk id="42" creationId="{DEA9995D-36C2-99B9-B1FC-EB7CEE02FDBB}"/>
          </ac:grpSpMkLst>
        </pc:grpChg>
        <pc:grpChg chg="add mod">
          <ac:chgData name="昕 许" userId="a2975fcd840abfc3" providerId="LiveId" clId="{49CCD4F9-177C-4270-9A14-60236FF377E8}" dt="2026-04-07T08:29:18.213" v="6166" actId="1076"/>
          <ac:grpSpMkLst>
            <pc:docMk/>
            <pc:sldMk cId="3949537576" sldId="296"/>
            <ac:grpSpMk id="48" creationId="{5F940ED2-95DE-BF7E-7A61-CA0CE075B255}"/>
          </ac:grpSpMkLst>
        </pc:grpChg>
        <pc:grpChg chg="mod">
          <ac:chgData name="昕 许" userId="a2975fcd840abfc3" providerId="LiveId" clId="{49CCD4F9-177C-4270-9A14-60236FF377E8}" dt="2026-04-07T08:28:22.048" v="6150" actId="255"/>
          <ac:grpSpMkLst>
            <pc:docMk/>
            <pc:sldMk cId="3949537576" sldId="296"/>
            <ac:grpSpMk id="49" creationId="{EF53A073-C87C-44C9-EAE1-1F789FB72C15}"/>
          </ac:grpSpMkLst>
        </pc:grpChg>
        <pc:grpChg chg="add mod">
          <ac:chgData name="昕 许" userId="a2975fcd840abfc3" providerId="LiveId" clId="{49CCD4F9-177C-4270-9A14-60236FF377E8}" dt="2026-04-07T08:29:18.213" v="6166" actId="1076"/>
          <ac:grpSpMkLst>
            <pc:docMk/>
            <pc:sldMk cId="3949537576" sldId="296"/>
            <ac:grpSpMk id="66" creationId="{B7474745-8CE1-0CFE-D715-B413360AAEF2}"/>
          </ac:grpSpMkLst>
        </pc:grpChg>
      </pc:sldChg>
      <pc:sldChg chg="addSp delSp modSp add mod">
        <pc:chgData name="昕 许" userId="a2975fcd840abfc3" providerId="LiveId" clId="{49CCD4F9-177C-4270-9A14-60236FF377E8}" dt="2026-04-07T08:51:59.101" v="6366" actId="20577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5" creationId="{3133B430-41F7-9915-FAC3-F3AB549F4308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6" creationId="{68478F13-589F-F6E7-2753-032779260512}"/>
          </ac:spMkLst>
        </pc:spChg>
        <pc:grpChg chg="mod">
          <ac:chgData name="昕 许" userId="a2975fcd840abfc3" providerId="LiveId" clId="{49CCD4F9-177C-4270-9A14-60236FF377E8}" dt="2026-04-07T08:51:59.101" v="6366" actId="20577"/>
          <ac:grpSpMkLst>
            <pc:docMk/>
            <pc:sldMk cId="3112887342" sldId="297"/>
            <ac:grpSpMk id="84" creationId="{8334FB7F-C0E9-F2B0-08D6-B8C6B893EDC0}"/>
          </ac:grpSpMkLst>
        </pc:grpChg>
      </pc:sldChg>
      <pc:sldChg chg="addSp delSp modSp add mod">
        <pc:chgData name="昕 许" userId="a2975fcd840abfc3" providerId="LiveId" clId="{49CCD4F9-177C-4270-9A14-60236FF377E8}" dt="2026-04-13T13:33:49.682" v="7225" actId="14100"/>
        <pc:sldMkLst>
          <pc:docMk/>
          <pc:sldMk cId="592326987" sldId="298"/>
        </pc:sldMkLst>
        <pc:spChg chg="add del mod">
          <ac:chgData name="昕 许" userId="a2975fcd840abfc3" providerId="LiveId" clId="{49CCD4F9-177C-4270-9A14-60236FF377E8}" dt="2026-04-13T13:21:21.235" v="7083" actId="1076"/>
          <ac:spMkLst>
            <pc:docMk/>
            <pc:sldMk cId="592326987" sldId="298"/>
            <ac:spMk id="4" creationId="{D9436134-6E43-733F-DAD3-80CC7395B228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0" creationId="{881FAC05-3D8A-8367-4900-4CE873EA6068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1" creationId="{79834299-B426-CEC2-A984-6F2622D9367A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5" creationId="{71E4DF62-4054-807E-AC9C-CF1B7B7DC93F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6" creationId="{3B53BAB7-AB80-5C7D-B1E9-DBA76D3E8261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7" creationId="{7F774452-B004-E85A-51A3-7D64BE585E2A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8" creationId="{83A2B302-6196-E9C3-32B1-46A00EE0ABCF}"/>
          </ac:spMkLst>
        </pc:spChg>
        <pc:spChg chg="add mod">
          <ac:chgData name="昕 许" userId="a2975fcd840abfc3" providerId="LiveId" clId="{49CCD4F9-177C-4270-9A14-60236FF377E8}" dt="2026-04-13T13:07:09.316" v="6795"/>
          <ac:spMkLst>
            <pc:docMk/>
            <pc:sldMk cId="592326987" sldId="298"/>
            <ac:spMk id="20" creationId="{ACD3195D-684E-EEB8-5FD2-76BDAEEDEFFC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24" creationId="{A873EE7F-9240-B03A-AAB4-555AAEEA13C1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25" creationId="{C8AD637C-DFBF-FC1D-C37E-6F8369CC332C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27" creationId="{5608A7A6-9AB1-A61C-84B4-837B89386C15}"/>
          </ac:spMkLst>
        </pc:spChg>
        <pc:spChg chg="add del">
          <ac:chgData name="昕 许" userId="a2975fcd840abfc3" providerId="LiveId" clId="{49CCD4F9-177C-4270-9A14-60236FF377E8}" dt="2026-04-13T13:07:52.847" v="6816" actId="478"/>
          <ac:spMkLst>
            <pc:docMk/>
            <pc:sldMk cId="592326987" sldId="298"/>
            <ac:spMk id="30" creationId="{5D5D6D86-E90A-9591-773C-3F56F4669DB3}"/>
          </ac:spMkLst>
        </pc:spChg>
        <pc:spChg chg="add del">
          <ac:chgData name="昕 许" userId="a2975fcd840abfc3" providerId="LiveId" clId="{49CCD4F9-177C-4270-9A14-60236FF377E8}" dt="2026-04-13T13:07:50.156" v="6815" actId="478"/>
          <ac:spMkLst>
            <pc:docMk/>
            <pc:sldMk cId="592326987" sldId="298"/>
            <ac:spMk id="32" creationId="{B831A225-CC3B-5D2F-F4EC-C9610090B156}"/>
          </ac:spMkLst>
        </pc:spChg>
        <pc:spChg chg="del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41" creationId="{C61EA11E-38C0-A6C6-5F93-B615DBDD6822}"/>
          </ac:spMkLst>
        </pc:spChg>
        <pc:spChg chg="add del">
          <ac:chgData name="昕 许" userId="a2975fcd840abfc3" providerId="LiveId" clId="{49CCD4F9-177C-4270-9A14-60236FF377E8}" dt="2026-04-13T13:07:50.156" v="6815" actId="478"/>
          <ac:spMkLst>
            <pc:docMk/>
            <pc:sldMk cId="592326987" sldId="298"/>
            <ac:spMk id="43" creationId="{41644F01-B536-14EF-61DC-C79B03897188}"/>
          </ac:spMkLst>
        </pc:spChg>
        <pc:spChg chg="add del">
          <ac:chgData name="昕 许" userId="a2975fcd840abfc3" providerId="LiveId" clId="{49CCD4F9-177C-4270-9A14-60236FF377E8}" dt="2026-04-13T13:07:50.156" v="6815" actId="478"/>
          <ac:spMkLst>
            <pc:docMk/>
            <pc:sldMk cId="592326987" sldId="298"/>
            <ac:spMk id="44" creationId="{51163728-6C86-67E3-CFAD-1BB9913E0B98}"/>
          </ac:spMkLst>
        </pc:spChg>
        <pc:spChg chg="add del">
          <ac:chgData name="昕 许" userId="a2975fcd840abfc3" providerId="LiveId" clId="{49CCD4F9-177C-4270-9A14-60236FF377E8}" dt="2026-04-13T13:07:50.156" v="6815" actId="478"/>
          <ac:spMkLst>
            <pc:docMk/>
            <pc:sldMk cId="592326987" sldId="298"/>
            <ac:spMk id="46" creationId="{62FD91F5-CF7B-0237-1A0A-F7532375C7F6}"/>
          </ac:spMkLst>
        </pc:spChg>
        <pc:spChg chg="add del">
          <ac:chgData name="昕 许" userId="a2975fcd840abfc3" providerId="LiveId" clId="{49CCD4F9-177C-4270-9A14-60236FF377E8}" dt="2026-04-13T13:07:50.156" v="6815" actId="478"/>
          <ac:spMkLst>
            <pc:docMk/>
            <pc:sldMk cId="592326987" sldId="298"/>
            <ac:spMk id="54" creationId="{7CB7856E-B42E-84B1-7389-B7C5E360FC1D}"/>
          </ac:spMkLst>
        </pc:spChg>
        <pc:spChg chg="add del mod">
          <ac:chgData name="昕 许" userId="a2975fcd840abfc3" providerId="LiveId" clId="{49CCD4F9-177C-4270-9A14-60236FF377E8}" dt="2026-04-13T13:08:20.310" v="6833" actId="164"/>
          <ac:spMkLst>
            <pc:docMk/>
            <pc:sldMk cId="592326987" sldId="298"/>
            <ac:spMk id="55" creationId="{A4D55713-1207-2318-44BF-1C8FF5DEBCF3}"/>
          </ac:spMkLst>
        </pc:spChg>
        <pc:spChg chg="add del mod">
          <ac:chgData name="昕 许" userId="a2975fcd840abfc3" providerId="LiveId" clId="{49CCD4F9-177C-4270-9A14-60236FF377E8}" dt="2026-04-13T13:08:20.310" v="6833" actId="164"/>
          <ac:spMkLst>
            <pc:docMk/>
            <pc:sldMk cId="592326987" sldId="298"/>
            <ac:spMk id="61" creationId="{4F78EFA7-B3D3-C0B3-3FFE-3C918DE299F1}"/>
          </ac:spMkLst>
        </pc:spChg>
        <pc:spChg chg="mod topLvl">
          <ac:chgData name="昕 许" userId="a2975fcd840abfc3" providerId="LiveId" clId="{49CCD4F9-177C-4270-9A14-60236FF377E8}" dt="2026-04-13T13:08:05.366" v="6828" actId="1076"/>
          <ac:spMkLst>
            <pc:docMk/>
            <pc:sldMk cId="592326987" sldId="298"/>
            <ac:spMk id="63" creationId="{9E3E8EE8-3558-D5FC-CB2C-EB85131F9CA2}"/>
          </ac:spMkLst>
        </pc:spChg>
        <pc:spChg chg="mod">
          <ac:chgData name="昕 许" userId="a2975fcd840abfc3" providerId="LiveId" clId="{49CCD4F9-177C-4270-9A14-60236FF377E8}" dt="2026-04-13T13:08:05.366" v="6828" actId="1076"/>
          <ac:spMkLst>
            <pc:docMk/>
            <pc:sldMk cId="592326987" sldId="298"/>
            <ac:spMk id="64" creationId="{AED4B3DE-60A4-A985-26D9-12959DE36690}"/>
          </ac:spMkLst>
        </pc:spChg>
        <pc:spChg chg="del mod topLvl">
          <ac:chgData name="昕 许" userId="a2975fcd840abfc3" providerId="LiveId" clId="{49CCD4F9-177C-4270-9A14-60236FF377E8}" dt="2026-04-13T13:10:06.515" v="6889" actId="478"/>
          <ac:spMkLst>
            <pc:docMk/>
            <pc:sldMk cId="592326987" sldId="298"/>
            <ac:spMk id="65" creationId="{FCE90613-F45E-389D-1E38-D0F0190456FF}"/>
          </ac:spMkLst>
        </pc:spChg>
        <pc:spChg chg="mod">
          <ac:chgData name="昕 许" userId="a2975fcd840abfc3" providerId="LiveId" clId="{49CCD4F9-177C-4270-9A14-60236FF377E8}" dt="2026-04-13T13:08:05.366" v="6828" actId="1076"/>
          <ac:spMkLst>
            <pc:docMk/>
            <pc:sldMk cId="592326987" sldId="298"/>
            <ac:spMk id="69" creationId="{4BF0C708-A3BA-F1E5-2E59-A7975D49394A}"/>
          </ac:spMkLst>
        </pc:spChg>
        <pc:spChg chg="mod">
          <ac:chgData name="昕 许" userId="a2975fcd840abfc3" providerId="LiveId" clId="{49CCD4F9-177C-4270-9A14-60236FF377E8}" dt="2026-04-13T13:08:05.366" v="6828" actId="1076"/>
          <ac:spMkLst>
            <pc:docMk/>
            <pc:sldMk cId="592326987" sldId="298"/>
            <ac:spMk id="70" creationId="{6EADEBE2-A65C-3054-C7FF-3ABA67071826}"/>
          </ac:spMkLst>
        </pc:spChg>
        <pc:spChg chg="del mod topLvl">
          <ac:chgData name="昕 许" userId="a2975fcd840abfc3" providerId="LiveId" clId="{49CCD4F9-177C-4270-9A14-60236FF377E8}" dt="2026-04-13T13:08:53.370" v="6840" actId="478"/>
          <ac:spMkLst>
            <pc:docMk/>
            <pc:sldMk cId="592326987" sldId="298"/>
            <ac:spMk id="71" creationId="{7785603E-5C52-FDAB-C430-CF98F80EE41D}"/>
          </ac:spMkLst>
        </pc:spChg>
        <pc:spChg chg="mod topLvl">
          <ac:chgData name="昕 许" userId="a2975fcd840abfc3" providerId="LiveId" clId="{49CCD4F9-177C-4270-9A14-60236FF377E8}" dt="2026-04-13T13:10:22.410" v="6895" actId="208"/>
          <ac:spMkLst>
            <pc:docMk/>
            <pc:sldMk cId="592326987" sldId="298"/>
            <ac:spMk id="72" creationId="{B2F0F517-8064-06B7-7C74-127E3364C525}"/>
          </ac:spMkLst>
        </pc:spChg>
        <pc:spChg chg="del mod">
          <ac:chgData name="昕 许" userId="a2975fcd840abfc3" providerId="LiveId" clId="{49CCD4F9-177C-4270-9A14-60236FF377E8}" dt="2026-04-13T13:08:56.350" v="6841" actId="478"/>
          <ac:spMkLst>
            <pc:docMk/>
            <pc:sldMk cId="592326987" sldId="298"/>
            <ac:spMk id="73" creationId="{74976F01-B102-3662-9A5A-F0DAD29BC89E}"/>
          </ac:spMkLst>
        </pc:spChg>
        <pc:spChg chg="add del mod">
          <ac:chgData name="昕 许" userId="a2975fcd840abfc3" providerId="LiveId" clId="{49CCD4F9-177C-4270-9A14-60236FF377E8}" dt="2026-04-13T13:08:20.310" v="6833" actId="164"/>
          <ac:spMkLst>
            <pc:docMk/>
            <pc:sldMk cId="592326987" sldId="298"/>
            <ac:spMk id="74" creationId="{804CEEE0-9EF2-B9D1-0D33-4BC4A1A5B587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76" creationId="{2E11A1D9-B855-228F-AD8C-403D3924DEA4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77" creationId="{F8DC8A2F-9CE2-717B-6EAB-84E27EC7E6A3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78" creationId="{29CE6352-1DAE-0BEB-C84E-9145B8808296}"/>
          </ac:spMkLst>
        </pc:spChg>
        <pc:spChg chg="mod topLvl">
          <ac:chgData name="昕 许" userId="a2975fcd840abfc3" providerId="LiveId" clId="{49CCD4F9-177C-4270-9A14-60236FF377E8}" dt="2026-04-13T13:08:03.142" v="6826" actId="165"/>
          <ac:spMkLst>
            <pc:docMk/>
            <pc:sldMk cId="592326987" sldId="298"/>
            <ac:spMk id="80" creationId="{AFF12315-2210-0E52-EBB0-319B8F5A2017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81" creationId="{22ED5EB5-01FD-F022-5EFF-C349784CF5E8}"/>
          </ac:spMkLst>
        </pc:spChg>
        <pc:spChg chg="del mod topLvl">
          <ac:chgData name="昕 许" userId="a2975fcd840abfc3" providerId="LiveId" clId="{49CCD4F9-177C-4270-9A14-60236FF377E8}" dt="2026-04-13T13:10:05.773" v="6888" actId="478"/>
          <ac:spMkLst>
            <pc:docMk/>
            <pc:sldMk cId="592326987" sldId="298"/>
            <ac:spMk id="82" creationId="{E2D5C70C-F660-2A4C-5541-9184A77743F2}"/>
          </ac:spMkLst>
        </pc:spChg>
        <pc:spChg chg="del mod topLvl">
          <ac:chgData name="昕 许" userId="a2975fcd840abfc3" providerId="LiveId" clId="{49CCD4F9-177C-4270-9A14-60236FF377E8}" dt="2026-04-13T13:33:37.751" v="7223" actId="478"/>
          <ac:spMkLst>
            <pc:docMk/>
            <pc:sldMk cId="592326987" sldId="298"/>
            <ac:spMk id="83" creationId="{A85A55BD-DD2C-B62C-D364-BBE3B3BB9167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84" creationId="{8A45091D-31F0-DFA0-6059-87810C85EE3D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85" creationId="{FB5F5BBB-A66B-D655-B82B-5C3158E9161F}"/>
          </ac:spMkLst>
        </pc:spChg>
        <pc:spChg chg="add del mod">
          <ac:chgData name="昕 许" userId="a2975fcd840abfc3" providerId="LiveId" clId="{49CCD4F9-177C-4270-9A14-60236FF377E8}" dt="2026-04-13T13:08:20.310" v="6833" actId="164"/>
          <ac:spMkLst>
            <pc:docMk/>
            <pc:sldMk cId="592326987" sldId="298"/>
            <ac:spMk id="86" creationId="{C0909BA2-3C64-346F-3ED4-B36DA3FEF5EF}"/>
          </ac:spMkLst>
        </pc:spChg>
        <pc:spChg chg="mod topLvl">
          <ac:chgData name="昕 许" userId="a2975fcd840abfc3" providerId="LiveId" clId="{49CCD4F9-177C-4270-9A14-60236FF377E8}" dt="2026-04-13T13:08:03.142" v="6826" actId="165"/>
          <ac:spMkLst>
            <pc:docMk/>
            <pc:sldMk cId="592326987" sldId="298"/>
            <ac:spMk id="88" creationId="{9DBFC881-0DE6-0E93-6121-39A5B2A03363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89" creationId="{D399E3C0-5832-8348-B884-9881FE914728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0" creationId="{DB9ACBBA-EDD8-DB4C-3306-32423ED48516}"/>
          </ac:spMkLst>
        </pc:spChg>
        <pc:spChg chg="mod topLvl">
          <ac:chgData name="昕 许" userId="a2975fcd840abfc3" providerId="LiveId" clId="{49CCD4F9-177C-4270-9A14-60236FF377E8}" dt="2026-04-13T13:08:03.142" v="6826" actId="165"/>
          <ac:spMkLst>
            <pc:docMk/>
            <pc:sldMk cId="592326987" sldId="298"/>
            <ac:spMk id="91" creationId="{C321D61D-7D30-29F4-327F-6AC1B42D6CA5}"/>
          </ac:spMkLst>
        </pc:spChg>
        <pc:spChg chg="mod topLvl">
          <ac:chgData name="昕 许" userId="a2975fcd840abfc3" providerId="LiveId" clId="{49CCD4F9-177C-4270-9A14-60236FF377E8}" dt="2026-04-13T13:08:03.142" v="6826" actId="165"/>
          <ac:spMkLst>
            <pc:docMk/>
            <pc:sldMk cId="592326987" sldId="298"/>
            <ac:spMk id="92" creationId="{5FE27775-597B-1546-B77E-501B553ED6FC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3" creationId="{12630824-0494-1427-615B-ABB0E7BE162E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4" creationId="{EA43CFEF-0C07-D3FA-2876-D6BE9CBC5399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5" creationId="{6714159E-8818-FB95-DBD9-55C2C1D5A54F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6" creationId="{F12831E4-B03B-270F-6E1D-3796FA42654C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7" creationId="{286C7CFA-EDF0-8BC4-64F3-B2B455E527B3}"/>
          </ac:spMkLst>
        </pc:spChg>
        <pc:spChg chg="add del mod">
          <ac:chgData name="昕 许" userId="a2975fcd840abfc3" providerId="LiveId" clId="{49CCD4F9-177C-4270-9A14-60236FF377E8}" dt="2026-04-13T13:08:20.310" v="6833" actId="164"/>
          <ac:spMkLst>
            <pc:docMk/>
            <pc:sldMk cId="592326987" sldId="298"/>
            <ac:spMk id="98" creationId="{A57B8176-FE89-FADE-BE6F-60AC3D017C54}"/>
          </ac:spMkLst>
        </pc:spChg>
        <pc:spChg chg="add del">
          <ac:chgData name="昕 许" userId="a2975fcd840abfc3" providerId="LiveId" clId="{49CCD4F9-177C-4270-9A14-60236FF377E8}" dt="2026-04-13T13:08:23.675" v="6835" actId="478"/>
          <ac:spMkLst>
            <pc:docMk/>
            <pc:sldMk cId="592326987" sldId="298"/>
            <ac:spMk id="99" creationId="{A2D7F8DA-59CD-3152-890D-8556636CA569}"/>
          </ac:spMkLst>
        </pc:spChg>
        <pc:spChg chg="add mod">
          <ac:chgData name="昕 许" userId="a2975fcd840abfc3" providerId="LiveId" clId="{49CCD4F9-177C-4270-9A14-60236FF377E8}" dt="2026-04-13T13:15:49.929" v="6989" actId="1076"/>
          <ac:spMkLst>
            <pc:docMk/>
            <pc:sldMk cId="592326987" sldId="298"/>
            <ac:spMk id="104" creationId="{7DAC861E-60C7-5803-E238-509B20E21660}"/>
          </ac:spMkLst>
        </pc:spChg>
        <pc:spChg chg="add mod">
          <ac:chgData name="昕 许" userId="a2975fcd840abfc3" providerId="LiveId" clId="{49CCD4F9-177C-4270-9A14-60236FF377E8}" dt="2026-04-13T13:31:51.223" v="7212" actId="1076"/>
          <ac:spMkLst>
            <pc:docMk/>
            <pc:sldMk cId="592326987" sldId="298"/>
            <ac:spMk id="105" creationId="{CB7E0275-F616-3144-0D12-2EA949605717}"/>
          </ac:spMkLst>
        </pc:spChg>
        <pc:spChg chg="add mod">
          <ac:chgData name="昕 许" userId="a2975fcd840abfc3" providerId="LiveId" clId="{49CCD4F9-177C-4270-9A14-60236FF377E8}" dt="2026-04-13T13:23:08.064" v="7085" actId="1076"/>
          <ac:spMkLst>
            <pc:docMk/>
            <pc:sldMk cId="592326987" sldId="298"/>
            <ac:spMk id="106" creationId="{A7A776ED-6302-C61C-C292-EC3EEEB8A5B6}"/>
          </ac:spMkLst>
        </pc:spChg>
        <pc:spChg chg="add mod">
          <ac:chgData name="昕 许" userId="a2975fcd840abfc3" providerId="LiveId" clId="{49CCD4F9-177C-4270-9A14-60236FF377E8}" dt="2026-04-13T13:10:11.788" v="6892"/>
          <ac:spMkLst>
            <pc:docMk/>
            <pc:sldMk cId="592326987" sldId="298"/>
            <ac:spMk id="107" creationId="{8B19E877-2099-3E30-37B3-7FB7CA409681}"/>
          </ac:spMkLst>
        </pc:spChg>
        <pc:spChg chg="add mod">
          <ac:chgData name="昕 许" userId="a2975fcd840abfc3" providerId="LiveId" clId="{49CCD4F9-177C-4270-9A14-60236FF377E8}" dt="2026-04-13T13:10:16.393" v="6894" actId="1076"/>
          <ac:spMkLst>
            <pc:docMk/>
            <pc:sldMk cId="592326987" sldId="298"/>
            <ac:spMk id="108" creationId="{C5832C1F-FC4D-C12C-B3C9-52CD8AD08AB7}"/>
          </ac:spMkLst>
        </pc:spChg>
        <pc:spChg chg="add mod">
          <ac:chgData name="昕 许" userId="a2975fcd840abfc3" providerId="LiveId" clId="{49CCD4F9-177C-4270-9A14-60236FF377E8}" dt="2026-04-13T13:32:09.254" v="7214" actId="207"/>
          <ac:spMkLst>
            <pc:docMk/>
            <pc:sldMk cId="592326987" sldId="298"/>
            <ac:spMk id="112" creationId="{1020B6E0-AFD1-39E3-92B6-1856544D0F47}"/>
          </ac:spMkLst>
        </pc:spChg>
        <pc:spChg chg="add mod">
          <ac:chgData name="昕 许" userId="a2975fcd840abfc3" providerId="LiveId" clId="{49CCD4F9-177C-4270-9A14-60236FF377E8}" dt="2026-04-13T13:19:40.614" v="7058" actId="164"/>
          <ac:spMkLst>
            <pc:docMk/>
            <pc:sldMk cId="592326987" sldId="298"/>
            <ac:spMk id="113" creationId="{9A2EE30D-E519-BE58-049F-D356D0D211CC}"/>
          </ac:spMkLst>
        </pc:spChg>
        <pc:spChg chg="add mod">
          <ac:chgData name="昕 许" userId="a2975fcd840abfc3" providerId="LiveId" clId="{49CCD4F9-177C-4270-9A14-60236FF377E8}" dt="2026-04-13T13:19:40.614" v="7058" actId="164"/>
          <ac:spMkLst>
            <pc:docMk/>
            <pc:sldMk cId="592326987" sldId="298"/>
            <ac:spMk id="114" creationId="{373A9192-117A-AC5B-1927-583227ED89F9}"/>
          </ac:spMkLst>
        </pc:spChg>
        <pc:spChg chg="add mod">
          <ac:chgData name="昕 许" userId="a2975fcd840abfc3" providerId="LiveId" clId="{49CCD4F9-177C-4270-9A14-60236FF377E8}" dt="2026-04-13T13:23:37.289" v="7109" actId="113"/>
          <ac:spMkLst>
            <pc:docMk/>
            <pc:sldMk cId="592326987" sldId="298"/>
            <ac:spMk id="148" creationId="{E91857BB-89B7-4C85-7A41-D0B6682F12BE}"/>
          </ac:spMkLst>
        </pc:spChg>
        <pc:spChg chg="add mod">
          <ac:chgData name="昕 许" userId="a2975fcd840abfc3" providerId="LiveId" clId="{49CCD4F9-177C-4270-9A14-60236FF377E8}" dt="2026-04-13T13:23:49.340" v="7117" actId="1076"/>
          <ac:spMkLst>
            <pc:docMk/>
            <pc:sldMk cId="592326987" sldId="298"/>
            <ac:spMk id="149" creationId="{A509B392-CA56-DAA1-7C32-B4288903F8A9}"/>
          </ac:spMkLst>
        </pc:spChg>
        <pc:spChg chg="add mod">
          <ac:chgData name="昕 许" userId="a2975fcd840abfc3" providerId="LiveId" clId="{49CCD4F9-177C-4270-9A14-60236FF377E8}" dt="2026-04-13T13:33:30.424" v="7222" actId="207"/>
          <ac:spMkLst>
            <pc:docMk/>
            <pc:sldMk cId="592326987" sldId="298"/>
            <ac:spMk id="153" creationId="{F6D70E6E-F66A-CB6E-1E01-D81B4B4FC31A}"/>
          </ac:spMkLst>
        </pc:spChg>
        <pc:grpChg chg="add del mod">
          <ac:chgData name="昕 许" userId="a2975fcd840abfc3" providerId="LiveId" clId="{49CCD4F9-177C-4270-9A14-60236FF377E8}" dt="2026-04-13T13:07:58.270" v="6823" actId="20577"/>
          <ac:grpSpMkLst>
            <pc:docMk/>
            <pc:sldMk cId="592326987" sldId="298"/>
            <ac:grpSpMk id="62" creationId="{102A087E-1458-F86C-99EF-E297B78B2182}"/>
          </ac:grpSpMkLst>
        </pc:grpChg>
        <pc:grpChg chg="add del mod">
          <ac:chgData name="昕 许" userId="a2975fcd840abfc3" providerId="LiveId" clId="{49CCD4F9-177C-4270-9A14-60236FF377E8}" dt="2026-04-13T13:07:36.515" v="6805" actId="164"/>
          <ac:grpSpMkLst>
            <pc:docMk/>
            <pc:sldMk cId="592326987" sldId="298"/>
            <ac:grpSpMk id="75" creationId="{5D6C79B0-4A67-E55B-C4D4-1861388790B5}"/>
          </ac:grpSpMkLst>
        </pc:grpChg>
        <pc:grpChg chg="add del mod">
          <ac:chgData name="昕 许" userId="a2975fcd840abfc3" providerId="LiveId" clId="{49CCD4F9-177C-4270-9A14-60236FF377E8}" dt="2026-04-13T13:07:36.515" v="6805" actId="164"/>
          <ac:grpSpMkLst>
            <pc:docMk/>
            <pc:sldMk cId="592326987" sldId="298"/>
            <ac:grpSpMk id="87" creationId="{C6739E29-6377-0152-66D7-22B15FD6EFF9}"/>
          </ac:grpSpMkLst>
        </pc:grpChg>
        <pc:grpChg chg="add mod">
          <ac:chgData name="昕 许" userId="a2975fcd840abfc3" providerId="LiveId" clId="{49CCD4F9-177C-4270-9A14-60236FF377E8}" dt="2026-04-13T13:07:36.515" v="6805" actId="164"/>
          <ac:grpSpMkLst>
            <pc:docMk/>
            <pc:sldMk cId="592326987" sldId="298"/>
            <ac:grpSpMk id="102" creationId="{384960BF-5E9C-BBBD-206C-8D4A521565A2}"/>
          </ac:grpSpMkLst>
        </pc:grpChg>
        <pc:grpChg chg="add mod">
          <ac:chgData name="昕 许" userId="a2975fcd840abfc3" providerId="LiveId" clId="{49CCD4F9-177C-4270-9A14-60236FF377E8}" dt="2026-04-13T13:08:22.247" v="6834" actId="1076"/>
          <ac:grpSpMkLst>
            <pc:docMk/>
            <pc:sldMk cId="592326987" sldId="298"/>
            <ac:grpSpMk id="103" creationId="{674B6394-342E-6FC2-D209-038BBC4C4E3E}"/>
          </ac:grpSpMkLst>
        </pc:grpChg>
        <pc:grpChg chg="add mod">
          <ac:chgData name="昕 许" userId="a2975fcd840abfc3" providerId="LiveId" clId="{49CCD4F9-177C-4270-9A14-60236FF377E8}" dt="2026-04-13T13:31:58.300" v="7213" actId="1076"/>
          <ac:grpSpMkLst>
            <pc:docMk/>
            <pc:sldMk cId="592326987" sldId="298"/>
            <ac:grpSpMk id="127" creationId="{4783DB00-5054-05AB-F551-E215C2C784B9}"/>
          </ac:grpSpMkLst>
        </pc:grpChg>
        <pc:cxnChg chg="del">
          <ac:chgData name="昕 许" userId="a2975fcd840abfc3" providerId="LiveId" clId="{49CCD4F9-177C-4270-9A14-60236FF377E8}" dt="2026-04-13T13:08:25.481" v="6836" actId="478"/>
          <ac:cxnSpMkLst>
            <pc:docMk/>
            <pc:sldMk cId="592326987" sldId="298"/>
            <ac:cxnSpMk id="100" creationId="{6B6C3107-3547-9E53-9EF5-8D0580765F51}"/>
          </ac:cxnSpMkLst>
        </pc:cxnChg>
        <pc:cxnChg chg="del">
          <ac:chgData name="昕 许" userId="a2975fcd840abfc3" providerId="LiveId" clId="{49CCD4F9-177C-4270-9A14-60236FF377E8}" dt="2026-04-13T13:08:26.317" v="6837" actId="478"/>
          <ac:cxnSpMkLst>
            <pc:docMk/>
            <pc:sldMk cId="592326987" sldId="298"/>
            <ac:cxnSpMk id="101" creationId="{C0039299-916D-DC42-4522-749F16B2D9ED}"/>
          </ac:cxnSpMkLst>
        </pc:cxnChg>
        <pc:cxnChg chg="add mod">
          <ac:chgData name="昕 许" userId="a2975fcd840abfc3" providerId="LiveId" clId="{49CCD4F9-177C-4270-9A14-60236FF377E8}" dt="2026-04-13T13:33:49.682" v="7225" actId="14100"/>
          <ac:cxnSpMkLst>
            <pc:docMk/>
            <pc:sldMk cId="592326987" sldId="298"/>
            <ac:cxnSpMk id="110" creationId="{59C66E3D-E7B4-F8A6-9484-F60D7D99AAE2}"/>
          </ac:cxnSpMkLst>
        </pc:cxnChg>
        <pc:cxnChg chg="add del mod">
          <ac:chgData name="昕 许" userId="a2975fcd840abfc3" providerId="LiveId" clId="{49CCD4F9-177C-4270-9A14-60236FF377E8}" dt="2026-04-13T13:19:03.472" v="7052" actId="21"/>
          <ac:cxnSpMkLst>
            <pc:docMk/>
            <pc:sldMk cId="592326987" sldId="298"/>
            <ac:cxnSpMk id="117" creationId="{6389474A-E9A5-3393-3001-9A2FA9F8A909}"/>
          </ac:cxnSpMkLst>
        </pc:cxnChg>
        <pc:cxnChg chg="add del mod">
          <ac:chgData name="昕 许" userId="a2975fcd840abfc3" providerId="LiveId" clId="{49CCD4F9-177C-4270-9A14-60236FF377E8}" dt="2026-04-13T13:31:48.263" v="7209" actId="478"/>
          <ac:cxnSpMkLst>
            <pc:docMk/>
            <pc:sldMk cId="592326987" sldId="298"/>
            <ac:cxnSpMk id="129" creationId="{3B4D03B1-530A-45BA-C867-141A83E62397}"/>
          </ac:cxnSpMkLst>
        </pc:cxnChg>
        <pc:cxnChg chg="add del mod">
          <ac:chgData name="昕 许" userId="a2975fcd840abfc3" providerId="LiveId" clId="{49CCD4F9-177C-4270-9A14-60236FF377E8}" dt="2026-04-13T13:31:47.705" v="7208" actId="478"/>
          <ac:cxnSpMkLst>
            <pc:docMk/>
            <pc:sldMk cId="592326987" sldId="298"/>
            <ac:cxnSpMk id="132" creationId="{858EF6A4-1E03-A20E-D1F9-A6DDB01C4E42}"/>
          </ac:cxnSpMkLst>
        </pc:cxnChg>
        <pc:cxnChg chg="add del mod">
          <ac:chgData name="昕 许" userId="a2975fcd840abfc3" providerId="LiveId" clId="{49CCD4F9-177C-4270-9A14-60236FF377E8}" dt="2026-04-13T13:31:47.074" v="7207" actId="478"/>
          <ac:cxnSpMkLst>
            <pc:docMk/>
            <pc:sldMk cId="592326987" sldId="298"/>
            <ac:cxnSpMk id="135" creationId="{F8DA16A9-CCE8-18E9-46D8-AF0F7EA58C1B}"/>
          </ac:cxnSpMkLst>
        </pc:cxnChg>
        <pc:cxnChg chg="add del mod">
          <ac:chgData name="昕 许" userId="a2975fcd840abfc3" providerId="LiveId" clId="{49CCD4F9-177C-4270-9A14-60236FF377E8}" dt="2026-04-13T13:31:46.348" v="7206" actId="478"/>
          <ac:cxnSpMkLst>
            <pc:docMk/>
            <pc:sldMk cId="592326987" sldId="298"/>
            <ac:cxnSpMk id="143" creationId="{44293774-48BD-7669-5F11-EB1409F3A73D}"/>
          </ac:cxnSpMkLst>
        </pc:cxnChg>
        <pc:cxnChg chg="add mod">
          <ac:chgData name="昕 许" userId="a2975fcd840abfc3" providerId="LiveId" clId="{49CCD4F9-177C-4270-9A14-60236FF377E8}" dt="2026-04-13T13:33:08.415" v="7216" actId="1076"/>
          <ac:cxnSpMkLst>
            <pc:docMk/>
            <pc:sldMk cId="592326987" sldId="298"/>
            <ac:cxnSpMk id="150" creationId="{ABCC85B8-4B10-F6A0-12CC-188B21FBF53A}"/>
          </ac:cxnSpMkLst>
        </pc:cxnChg>
        <pc:cxnChg chg="add mod">
          <ac:chgData name="昕 许" userId="a2975fcd840abfc3" providerId="LiveId" clId="{49CCD4F9-177C-4270-9A14-60236FF377E8}" dt="2026-04-13T13:33:10.602" v="7218" actId="1076"/>
          <ac:cxnSpMkLst>
            <pc:docMk/>
            <pc:sldMk cId="592326987" sldId="298"/>
            <ac:cxnSpMk id="151" creationId="{CA968357-9B93-24C5-99FF-814947608852}"/>
          </ac:cxnSpMkLst>
        </pc:cxnChg>
        <pc:cxnChg chg="add mod">
          <ac:chgData name="昕 许" userId="a2975fcd840abfc3" providerId="LiveId" clId="{49CCD4F9-177C-4270-9A14-60236FF377E8}" dt="2026-04-13T13:33:12.909" v="7220" actId="1076"/>
          <ac:cxnSpMkLst>
            <pc:docMk/>
            <pc:sldMk cId="592326987" sldId="298"/>
            <ac:cxnSpMk id="152" creationId="{5E3A133F-EA0C-2995-9869-A205B5D57BF9}"/>
          </ac:cxnSpMkLst>
        </pc:cxnChg>
      </pc:sldChg>
      <pc:sldChg chg="addSp delSp modSp add mod">
        <pc:chgData name="昕 许" userId="a2975fcd840abfc3" providerId="LiveId" clId="{49CCD4F9-177C-4270-9A14-60236FF377E8}" dt="2026-04-14T04:25:31.480" v="7240" actId="1076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13T13:01:42.794" v="6677" actId="207"/>
          <ac:spMkLst>
            <pc:docMk/>
            <pc:sldMk cId="2087942255" sldId="299"/>
            <ac:spMk id="6" creationId="{6D670085-A925-965B-1E4F-37573E90AA3F}"/>
          </ac:spMkLst>
        </pc:spChg>
        <pc:spChg chg="add mod">
          <ac:chgData name="昕 许" userId="a2975fcd840abfc3" providerId="LiveId" clId="{49CCD4F9-177C-4270-9A14-60236FF377E8}" dt="2026-04-13T13:05:14.521" v="6792" actId="207"/>
          <ac:spMkLst>
            <pc:docMk/>
            <pc:sldMk cId="2087942255" sldId="299"/>
            <ac:spMk id="10" creationId="{4E101EF6-0474-BC1E-1239-CC6E81C86EF1}"/>
          </ac:spMkLst>
        </pc:spChg>
        <pc:spChg chg="add mod">
          <ac:chgData name="昕 许" userId="a2975fcd840abfc3" providerId="LiveId" clId="{49CCD4F9-177C-4270-9A14-60236FF377E8}" dt="2026-04-13T13:05:14.521" v="6792" actId="207"/>
          <ac:spMkLst>
            <pc:docMk/>
            <pc:sldMk cId="2087942255" sldId="299"/>
            <ac:spMk id="11" creationId="{5ECF2A84-52B0-804F-3281-569867B03370}"/>
          </ac:spMkLst>
        </pc:spChg>
        <pc:spChg chg="add mod">
          <ac:chgData name="昕 许" userId="a2975fcd840abfc3" providerId="LiveId" clId="{49CCD4F9-177C-4270-9A14-60236FF377E8}" dt="2026-04-13T13:05:14.521" v="6792" actId="207"/>
          <ac:spMkLst>
            <pc:docMk/>
            <pc:sldMk cId="2087942255" sldId="299"/>
            <ac:spMk id="15" creationId="{879E7CC5-190F-50F0-FFFD-D39797F879B1}"/>
          </ac:spMkLst>
        </pc:spChg>
        <pc:spChg chg="add mod">
          <ac:chgData name="昕 许" userId="a2975fcd840abfc3" providerId="LiveId" clId="{49CCD4F9-177C-4270-9A14-60236FF377E8}" dt="2026-04-13T13:05:14.521" v="6792" actId="207"/>
          <ac:spMkLst>
            <pc:docMk/>
            <pc:sldMk cId="2087942255" sldId="299"/>
            <ac:spMk id="16" creationId="{4F378A91-F894-1065-CE9E-01076B9DF69E}"/>
          </ac:spMkLst>
        </pc:spChg>
        <pc:spChg chg="add mod">
          <ac:chgData name="昕 许" userId="a2975fcd840abfc3" providerId="LiveId" clId="{49CCD4F9-177C-4270-9A14-60236FF377E8}" dt="2026-04-13T13:01:42.794" v="6677" actId="207"/>
          <ac:spMkLst>
            <pc:docMk/>
            <pc:sldMk cId="2087942255" sldId="299"/>
            <ac:spMk id="17" creationId="{41529941-06A6-07B4-95E6-47215BC0B0DB}"/>
          </ac:spMkLst>
        </pc:spChg>
        <pc:spChg chg="add mod">
          <ac:chgData name="昕 许" userId="a2975fcd840abfc3" providerId="LiveId" clId="{49CCD4F9-177C-4270-9A14-60236FF377E8}" dt="2026-04-13T12:58:52.636" v="6555" actId="1076"/>
          <ac:spMkLst>
            <pc:docMk/>
            <pc:sldMk cId="2087942255" sldId="299"/>
            <ac:spMk id="18" creationId="{452FBEF4-B159-6745-8314-5A94D6301CD7}"/>
          </ac:spMkLst>
        </pc:spChg>
        <pc:spChg chg="add mod">
          <ac:chgData name="昕 许" userId="a2975fcd840abfc3" providerId="LiveId" clId="{49CCD4F9-177C-4270-9A14-60236FF377E8}" dt="2026-04-13T12:58:52.636" v="6555" actId="1076"/>
          <ac:spMkLst>
            <pc:docMk/>
            <pc:sldMk cId="2087942255" sldId="299"/>
            <ac:spMk id="20" creationId="{53967A2A-EE27-B97E-1772-EADC8F886A0A}"/>
          </ac:spMkLst>
        </pc:spChg>
        <pc:spChg chg="add mod">
          <ac:chgData name="昕 许" userId="a2975fcd840abfc3" providerId="LiveId" clId="{49CCD4F9-177C-4270-9A14-60236FF377E8}" dt="2026-04-13T13:03:40.283" v="6696" actId="1076"/>
          <ac:spMkLst>
            <pc:docMk/>
            <pc:sldMk cId="2087942255" sldId="299"/>
            <ac:spMk id="24" creationId="{897FC5F8-029C-C337-3BB2-9C3ABB90D564}"/>
          </ac:spMkLst>
        </pc:spChg>
        <pc:spChg chg="add del mod">
          <ac:chgData name="昕 许" userId="a2975fcd840abfc3" providerId="LiveId" clId="{49CCD4F9-177C-4270-9A14-60236FF377E8}" dt="2026-04-13T13:01:55.662" v="6679" actId="478"/>
          <ac:spMkLst>
            <pc:docMk/>
            <pc:sldMk cId="2087942255" sldId="299"/>
            <ac:spMk id="25" creationId="{76AD15F7-8B55-5F61-C246-01B95E0FEC4A}"/>
          </ac:spMkLst>
        </pc:spChg>
        <pc:spChg chg="add mod">
          <ac:chgData name="昕 许" userId="a2975fcd840abfc3" providerId="LiveId" clId="{49CCD4F9-177C-4270-9A14-60236FF377E8}" dt="2026-04-13T13:00:34.511" v="6582" actId="1076"/>
          <ac:spMkLst>
            <pc:docMk/>
            <pc:sldMk cId="2087942255" sldId="299"/>
            <ac:spMk id="26" creationId="{2BBB385B-A90B-E087-0D78-FD899A174DC0}"/>
          </ac:spMkLst>
        </pc:spChg>
        <pc:spChg chg="add mod">
          <ac:chgData name="昕 许" userId="a2975fcd840abfc3" providerId="LiveId" clId="{49CCD4F9-177C-4270-9A14-60236FF377E8}" dt="2026-04-13T13:04:58.300" v="6788" actId="255"/>
          <ac:spMkLst>
            <pc:docMk/>
            <pc:sldMk cId="2087942255" sldId="299"/>
            <ac:spMk id="27" creationId="{8D11DD99-B335-8AC4-84E8-10BD2652F1C5}"/>
          </ac:spMkLst>
        </pc:spChg>
        <pc:spChg chg="add del mod">
          <ac:chgData name="昕 许" userId="a2975fcd840abfc3" providerId="LiveId" clId="{49CCD4F9-177C-4270-9A14-60236FF377E8}" dt="2026-04-13T12:58:28.133" v="6540" actId="478"/>
          <ac:spMkLst>
            <pc:docMk/>
            <pc:sldMk cId="2087942255" sldId="299"/>
            <ac:spMk id="28" creationId="{1433307C-B519-F500-4C3D-C241FC14592E}"/>
          </ac:spMkLst>
        </pc:spChg>
        <pc:spChg chg="add del mod">
          <ac:chgData name="昕 许" userId="a2975fcd840abfc3" providerId="LiveId" clId="{49CCD4F9-177C-4270-9A14-60236FF377E8}" dt="2026-04-13T12:58:28.133" v="6540" actId="478"/>
          <ac:spMkLst>
            <pc:docMk/>
            <pc:sldMk cId="2087942255" sldId="299"/>
            <ac:spMk id="30" creationId="{3FEC2684-F8F6-77E5-8A0A-E358D6441BBD}"/>
          </ac:spMkLst>
        </pc:spChg>
        <pc:spChg chg="add del mod">
          <ac:chgData name="昕 许" userId="a2975fcd840abfc3" providerId="LiveId" clId="{49CCD4F9-177C-4270-9A14-60236FF377E8}" dt="2026-04-13T12:58:28.133" v="6540" actId="478"/>
          <ac:spMkLst>
            <pc:docMk/>
            <pc:sldMk cId="2087942255" sldId="299"/>
            <ac:spMk id="41" creationId="{B3CFC016-6951-70B6-69FF-18978C9F632C}"/>
          </ac:spMkLst>
        </pc:spChg>
        <pc:spChg chg="add del mod">
          <ac:chgData name="昕 许" userId="a2975fcd840abfc3" providerId="LiveId" clId="{49CCD4F9-177C-4270-9A14-60236FF377E8}" dt="2026-04-13T12:58:28.133" v="6540" actId="478"/>
          <ac:spMkLst>
            <pc:docMk/>
            <pc:sldMk cId="2087942255" sldId="299"/>
            <ac:spMk id="43" creationId="{46966E59-216A-C3E2-FEB2-52C35C5F0D80}"/>
          </ac:spMkLst>
        </pc:spChg>
        <pc:spChg chg="add mod">
          <ac:chgData name="昕 许" userId="a2975fcd840abfc3" providerId="LiveId" clId="{49CCD4F9-177C-4270-9A14-60236FF377E8}" dt="2026-04-13T13:02:14.787" v="6681"/>
          <ac:spMkLst>
            <pc:docMk/>
            <pc:sldMk cId="2087942255" sldId="299"/>
            <ac:spMk id="44" creationId="{BE23EB7C-7AFA-42F0-BE25-394B236BD59D}"/>
          </ac:spMkLst>
        </pc:spChg>
        <pc:spChg chg="add mod">
          <ac:chgData name="昕 许" userId="a2975fcd840abfc3" providerId="LiveId" clId="{49CCD4F9-177C-4270-9A14-60236FF377E8}" dt="2026-04-13T13:02:48.709" v="6687" actId="1076"/>
          <ac:spMkLst>
            <pc:docMk/>
            <pc:sldMk cId="2087942255" sldId="299"/>
            <ac:spMk id="46" creationId="{94B30288-F320-414F-ACDE-2E768836053B}"/>
          </ac:spMkLst>
        </pc:spChg>
        <pc:spChg chg="add mod">
          <ac:chgData name="昕 许" userId="a2975fcd840abfc3" providerId="LiveId" clId="{49CCD4F9-177C-4270-9A14-60236FF377E8}" dt="2026-04-14T04:25:26.756" v="7239" actId="1076"/>
          <ac:spMkLst>
            <pc:docMk/>
            <pc:sldMk cId="2087942255" sldId="299"/>
            <ac:spMk id="56" creationId="{C795C8EB-D1B8-E0F6-9C32-EA6C9B1ADCBB}"/>
          </ac:spMkLst>
        </pc:spChg>
        <pc:grpChg chg="add del mod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3" creationId="{6393215C-73F5-D39B-47C8-F5E031F29CCC}"/>
          </ac:grpSpMkLst>
        </pc:grpChg>
        <pc:grpChg chg="del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9" creationId="{36C3D542-4B4B-5661-0B55-80B3CFDB4898}"/>
          </ac:grpSpMkLst>
        </pc:grpChg>
        <pc:grpChg chg="add del mod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29" creationId="{94506944-F2C3-FF52-EC20-FD301A0BF142}"/>
          </ac:grpSpMkLst>
        </pc:grpChg>
        <pc:grpChg chg="add del mod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32" creationId="{E255760D-13FE-FABC-1996-9E5A5389117C}"/>
          </ac:grpSpMkLst>
        </pc:grpChg>
        <pc:grpChg chg="add del mod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48" creationId="{F37A6A0A-886E-0DA6-6008-B5A091D9B858}"/>
          </ac:grpSpMkLst>
        </pc:grpChg>
        <pc:grpChg chg="add mod">
          <ac:chgData name="昕 许" userId="a2975fcd840abfc3" providerId="LiveId" clId="{49CCD4F9-177C-4270-9A14-60236FF377E8}" dt="2026-04-14T04:25:31.480" v="7240" actId="1076"/>
          <ac:grpSpMkLst>
            <pc:docMk/>
            <pc:sldMk cId="2087942255" sldId="299"/>
            <ac:grpSpMk id="60" creationId="{6CF6F807-CEC8-3E15-7719-4233F75448B5}"/>
          </ac:grpSpMkLst>
        </pc:grpChg>
        <pc:grpChg chg="add del mod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66" creationId="{F06FB169-EFD3-5D08-ED8D-7392275729E2}"/>
          </ac:grpSpMkLst>
        </pc:grpChg>
        <pc:picChg chg="add mod">
          <ac:chgData name="昕 许" userId="a2975fcd840abfc3" providerId="LiveId" clId="{49CCD4F9-177C-4270-9A14-60236FF377E8}" dt="2026-04-13T13:03:48.953" v="6702" actId="1076"/>
          <ac:picMkLst>
            <pc:docMk/>
            <pc:sldMk cId="2087942255" sldId="299"/>
            <ac:picMk id="55" creationId="{557E72CA-47E1-BA2A-9CA6-A9B559B1CC5F}"/>
          </ac:picMkLst>
        </pc:picChg>
        <pc:cxnChg chg="add mod">
          <ac:chgData name="昕 许" userId="a2975fcd840abfc3" providerId="LiveId" clId="{49CCD4F9-177C-4270-9A14-60236FF377E8}" dt="2026-04-13T13:04:22.295" v="6735" actId="208"/>
          <ac:cxnSpMkLst>
            <pc:docMk/>
            <pc:sldMk cId="2087942255" sldId="299"/>
            <ac:cxnSpMk id="58" creationId="{13E38D81-F590-26E6-3256-BA58A2594B29}"/>
          </ac:cxnSpMkLst>
        </pc:cxnChg>
      </pc:sldChg>
      <pc:sldChg chg="addSp delSp modSp add mod">
        <pc:chgData name="昕 许" userId="a2975fcd840abfc3" providerId="LiveId" clId="{49CCD4F9-177C-4270-9A14-60236FF377E8}" dt="2026-04-14T04:45:07.084" v="7249" actId="207"/>
        <pc:sldMkLst>
          <pc:docMk/>
          <pc:sldMk cId="428096103" sldId="300"/>
        </pc:sldMkLst>
        <pc:spChg chg="add mod">
          <ac:chgData name="昕 许" userId="a2975fcd840abfc3" providerId="LiveId" clId="{49CCD4F9-177C-4270-9A14-60236FF377E8}" dt="2026-04-14T04:44:49.947" v="7244" actId="207"/>
          <ac:spMkLst>
            <pc:docMk/>
            <pc:sldMk cId="428096103" sldId="300"/>
            <ac:spMk id="3" creationId="{DE1CFB52-DAAA-D30E-0B84-BC1B73876705}"/>
          </ac:spMkLst>
        </pc:spChg>
        <pc:spChg chg="add mod">
          <ac:chgData name="昕 许" userId="a2975fcd840abfc3" providerId="LiveId" clId="{49CCD4F9-177C-4270-9A14-60236FF377E8}" dt="2026-04-13T13:28:07.892" v="7136" actId="1076"/>
          <ac:spMkLst>
            <pc:docMk/>
            <pc:sldMk cId="428096103" sldId="300"/>
            <ac:spMk id="5" creationId="{BF29F430-87E7-9AF7-12DF-8F820E6B7058}"/>
          </ac:spMkLst>
        </pc:spChg>
        <pc:spChg chg="add mod">
          <ac:chgData name="昕 许" userId="a2975fcd840abfc3" providerId="LiveId" clId="{49CCD4F9-177C-4270-9A14-60236FF377E8}" dt="2026-04-14T04:45:07.084" v="7249" actId="207"/>
          <ac:spMkLst>
            <pc:docMk/>
            <pc:sldMk cId="428096103" sldId="300"/>
            <ac:spMk id="6" creationId="{987D7421-9E5A-9227-F07E-E72756CFB5D2}"/>
          </ac:spMkLst>
        </pc:spChg>
        <pc:spChg chg="add mod">
          <ac:chgData name="昕 许" userId="a2975fcd840abfc3" providerId="LiveId" clId="{49CCD4F9-177C-4270-9A14-60236FF377E8}" dt="2026-04-14T04:45:07.084" v="7249" actId="207"/>
          <ac:spMkLst>
            <pc:docMk/>
            <pc:sldMk cId="428096103" sldId="300"/>
            <ac:spMk id="7" creationId="{8E9BE4CB-D88D-5450-94CF-25C3EE261762}"/>
          </ac:spMkLst>
        </pc:spChg>
        <pc:spChg chg="add mod">
          <ac:chgData name="昕 许" userId="a2975fcd840abfc3" providerId="LiveId" clId="{49CCD4F9-177C-4270-9A14-60236FF377E8}" dt="2026-04-13T13:31:07.535" v="7203" actId="207"/>
          <ac:spMkLst>
            <pc:docMk/>
            <pc:sldMk cId="428096103" sldId="300"/>
            <ac:spMk id="9" creationId="{F3C62836-0A5C-D5FA-D827-AA595BA06157}"/>
          </ac:spMkLst>
        </pc:spChg>
        <pc:spChg chg="add mod">
          <ac:chgData name="昕 许" userId="a2975fcd840abfc3" providerId="LiveId" clId="{49CCD4F9-177C-4270-9A14-60236FF377E8}" dt="2026-04-13T13:31:22.292" v="7204" actId="207"/>
          <ac:spMkLst>
            <pc:docMk/>
            <pc:sldMk cId="428096103" sldId="300"/>
            <ac:spMk id="10" creationId="{CAEB32B3-25B9-3992-D663-785F309A073A}"/>
          </ac:spMkLst>
        </pc:spChg>
        <pc:spChg chg="add mod">
          <ac:chgData name="昕 许" userId="a2975fcd840abfc3" providerId="LiveId" clId="{49CCD4F9-177C-4270-9A14-60236FF377E8}" dt="2026-04-13T13:30:12.439" v="7189" actId="14100"/>
          <ac:spMkLst>
            <pc:docMk/>
            <pc:sldMk cId="428096103" sldId="300"/>
            <ac:spMk id="18" creationId="{10A447C0-7A08-1005-72BA-ED883F51ED17}"/>
          </ac:spMkLst>
        </pc:spChg>
        <pc:spChg chg="add mod">
          <ac:chgData name="昕 许" userId="a2975fcd840abfc3" providerId="LiveId" clId="{49CCD4F9-177C-4270-9A14-60236FF377E8}" dt="2026-04-13T13:30:57.278" v="7201" actId="207"/>
          <ac:spMkLst>
            <pc:docMk/>
            <pc:sldMk cId="428096103" sldId="300"/>
            <ac:spMk id="21" creationId="{7384501C-08EC-2CD5-8291-BD58C8E8EDFD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28" creationId="{604C29F3-FF6A-8521-D46F-E2633E413F0A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44" creationId="{98CD1099-DFE7-F0C9-3D19-B27C843923AC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54" creationId="{B111A335-AE35-48B6-90D9-07F562F07B56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56" creationId="{7F7C4C48-AB6A-E52D-EEF2-CF3273C98255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60" creationId="{3F7EC31C-39F3-49FC-612D-C489ECD3E82F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77" creationId="{D12AAA53-5617-A99A-EBBB-9BBEF4346BDD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80" creationId="{FE80D4BD-9F4A-8CD8-1DFD-816063640E2B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91" creationId="{AA3C9EE9-852E-835D-8E32-8BEB693D9013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97" creationId="{9F27D06B-B741-EF39-DDBC-94C36DB77FFD}"/>
          </ac:spMkLst>
        </pc:spChg>
        <pc:spChg chg="mod topLvl">
          <ac:chgData name="昕 许" userId="a2975fcd840abfc3" providerId="LiveId" clId="{49CCD4F9-177C-4270-9A14-60236FF377E8}" dt="2026-04-14T04:44:36.452" v="7243" actId="207"/>
          <ac:spMkLst>
            <pc:docMk/>
            <pc:sldMk cId="428096103" sldId="300"/>
            <ac:spMk id="112" creationId="{910E4F12-9FF1-51D5-3865-50632362D303}"/>
          </ac:spMkLst>
        </pc:spChg>
        <pc:spChg chg="mod topLvl">
          <ac:chgData name="昕 许" userId="a2975fcd840abfc3" providerId="LiveId" clId="{49CCD4F9-177C-4270-9A14-60236FF377E8}" dt="2026-04-13T13:28:49.102" v="7151" actId="165"/>
          <ac:spMkLst>
            <pc:docMk/>
            <pc:sldMk cId="428096103" sldId="300"/>
            <ac:spMk id="113" creationId="{F2B431DC-AD0F-BA16-3509-C13767900DB3}"/>
          </ac:spMkLst>
        </pc:spChg>
        <pc:spChg chg="mod topLvl">
          <ac:chgData name="昕 许" userId="a2975fcd840abfc3" providerId="LiveId" clId="{49CCD4F9-177C-4270-9A14-60236FF377E8}" dt="2026-04-13T13:28:49.102" v="7151" actId="165"/>
          <ac:spMkLst>
            <pc:docMk/>
            <pc:sldMk cId="428096103" sldId="300"/>
            <ac:spMk id="114" creationId="{7D39DFD6-E07A-B1CD-62E1-AE7385661AA9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148" creationId="{A572D2EB-A260-C750-A4AC-92412206AD5B}"/>
          </ac:spMkLst>
        </pc:spChg>
        <pc:grpChg chg="add del mod">
          <ac:chgData name="昕 许" userId="a2975fcd840abfc3" providerId="LiveId" clId="{49CCD4F9-177C-4270-9A14-60236FF377E8}" dt="2026-04-13T13:28:49.102" v="7151" actId="165"/>
          <ac:grpSpMkLst>
            <pc:docMk/>
            <pc:sldMk cId="428096103" sldId="300"/>
            <ac:grpSpMk id="127" creationId="{07239506-3B61-C49A-4F7F-19FB20EE3207}"/>
          </ac:grpSpMkLst>
        </pc:grpChg>
        <pc:cxnChg chg="add mod">
          <ac:chgData name="昕 许" userId="a2975fcd840abfc3" providerId="LiveId" clId="{49CCD4F9-177C-4270-9A14-60236FF377E8}" dt="2026-04-13T13:29:43.664" v="7177" actId="1582"/>
          <ac:cxnSpMkLst>
            <pc:docMk/>
            <pc:sldMk cId="428096103" sldId="300"/>
            <ac:cxnSpMk id="12" creationId="{B5DBC300-9C3A-50DA-1C25-D05B85B06A93}"/>
          </ac:cxnSpMkLst>
        </pc:cxnChg>
        <pc:cxnChg chg="add mod">
          <ac:chgData name="昕 许" userId="a2975fcd840abfc3" providerId="LiveId" clId="{49CCD4F9-177C-4270-9A14-60236FF377E8}" dt="2026-04-13T13:30:48.190" v="7200" actId="1076"/>
          <ac:cxnSpMkLst>
            <pc:docMk/>
            <pc:sldMk cId="428096103" sldId="300"/>
            <ac:cxnSpMk id="19" creationId="{B19C6CB4-4735-695E-E50D-9D18DBE66EC3}"/>
          </ac:cxnSpMkLst>
        </pc:cxnChg>
        <pc:cxnChg chg="add mod">
          <ac:chgData name="昕 许" userId="a2975fcd840abfc3" providerId="LiveId" clId="{49CCD4F9-177C-4270-9A14-60236FF377E8}" dt="2026-04-13T13:31:26.194" v="7205" actId="208"/>
          <ac:cxnSpMkLst>
            <pc:docMk/>
            <pc:sldMk cId="428096103" sldId="300"/>
            <ac:cxnSpMk id="23" creationId="{1395A60E-2992-27E2-DDEA-CA5F46DA9E6B}"/>
          </ac:cxnSpMkLst>
        </pc:cxnChg>
        <pc:cxnChg chg="add mod">
          <ac:chgData name="昕 许" userId="a2975fcd840abfc3" providerId="LiveId" clId="{49CCD4F9-177C-4270-9A14-60236FF377E8}" dt="2026-04-13T13:31:26.194" v="7205" actId="208"/>
          <ac:cxnSpMkLst>
            <pc:docMk/>
            <pc:sldMk cId="428096103" sldId="300"/>
            <ac:cxnSpMk id="25" creationId="{6E5313C7-B41C-6E6D-4C04-211631E1AE38}"/>
          </ac:cxnSpMkLst>
        </pc:cxnChg>
        <pc:cxnChg chg="mod">
          <ac:chgData name="昕 许" userId="a2975fcd840abfc3" providerId="LiveId" clId="{49CCD4F9-177C-4270-9A14-60236FF377E8}" dt="2026-04-14T04:44:17.171" v="7241" actId="693"/>
          <ac:cxnSpMkLst>
            <pc:docMk/>
            <pc:sldMk cId="428096103" sldId="300"/>
            <ac:cxnSpMk id="135" creationId="{BDF56DC8-2645-F1CF-01E3-8A755720F37D}"/>
          </ac:cxnSpMkLst>
        </pc:cxnChg>
        <pc:cxnChg chg="mod">
          <ac:chgData name="昕 许" userId="a2975fcd840abfc3" providerId="LiveId" clId="{49CCD4F9-177C-4270-9A14-60236FF377E8}" dt="2026-04-14T04:44:23.978" v="7242" actId="693"/>
          <ac:cxnSpMkLst>
            <pc:docMk/>
            <pc:sldMk cId="428096103" sldId="300"/>
            <ac:cxnSpMk id="143" creationId="{31880EB8-5B1C-7D9D-6E65-002CB2C8F68F}"/>
          </ac:cxnSpMkLst>
        </pc:cxnChg>
      </pc:sldChg>
      <pc:sldChg chg="addSp delSp modSp add mod">
        <pc:chgData name="昕 许" userId="a2975fcd840abfc3" providerId="LiveId" clId="{49CCD4F9-177C-4270-9A14-60236FF377E8}" dt="2026-04-13T13:35:05.955" v="7237" actId="1076"/>
        <pc:sldMkLst>
          <pc:docMk/>
          <pc:sldMk cId="4147329735" sldId="301"/>
        </pc:sldMkLst>
        <pc:spChg chg="mod">
          <ac:chgData name="昕 许" userId="a2975fcd840abfc3" providerId="LiveId" clId="{49CCD4F9-177C-4270-9A14-60236FF377E8}" dt="2026-04-13T13:34:58.892" v="7234" actId="1076"/>
          <ac:spMkLst>
            <pc:docMk/>
            <pc:sldMk cId="4147329735" sldId="301"/>
            <ac:spMk id="20" creationId="{36303E51-86F7-037D-6F98-985C1FD8583C}"/>
          </ac:spMkLst>
        </pc:spChg>
        <pc:spChg chg="del">
          <ac:chgData name="昕 许" userId="a2975fcd840abfc3" providerId="LiveId" clId="{49CCD4F9-177C-4270-9A14-60236FF377E8}" dt="2026-04-13T13:34:53.045" v="7231" actId="478"/>
          <ac:spMkLst>
            <pc:docMk/>
            <pc:sldMk cId="4147329735" sldId="301"/>
            <ac:spMk id="153" creationId="{974F3667-1468-5AB6-F686-B9E0F28707C2}"/>
          </ac:spMkLst>
        </pc:spChg>
        <pc:picChg chg="add mod">
          <ac:chgData name="昕 许" userId="a2975fcd840abfc3" providerId="LiveId" clId="{49CCD4F9-177C-4270-9A14-60236FF377E8}" dt="2026-04-13T13:35:05.955" v="7237" actId="1076"/>
          <ac:picMkLst>
            <pc:docMk/>
            <pc:sldMk cId="4147329735" sldId="301"/>
            <ac:picMk id="3" creationId="{FB6BDF6D-72C1-49BF-95EE-31E4F362ED4D}"/>
          </ac:picMkLst>
        </pc:picChg>
        <pc:cxnChg chg="mod">
          <ac:chgData name="昕 许" userId="a2975fcd840abfc3" providerId="LiveId" clId="{49CCD4F9-177C-4270-9A14-60236FF377E8}" dt="2026-04-13T13:34:47.331" v="7230" actId="14100"/>
          <ac:cxnSpMkLst>
            <pc:docMk/>
            <pc:sldMk cId="4147329735" sldId="301"/>
            <ac:cxnSpMk id="150" creationId="{E6793B7B-B2EA-7B9D-B349-270F175B9641}"/>
          </ac:cxnSpMkLst>
        </pc:cxnChg>
        <pc:cxnChg chg="mod">
          <ac:chgData name="昕 许" userId="a2975fcd840abfc3" providerId="LiveId" clId="{49CCD4F9-177C-4270-9A14-60236FF377E8}" dt="2026-04-13T13:34:37.938" v="7227" actId="1076"/>
          <ac:cxnSpMkLst>
            <pc:docMk/>
            <pc:sldMk cId="4147329735" sldId="301"/>
            <ac:cxnSpMk id="151" creationId="{2C4F6864-9296-F0B6-112D-DEB2FEB0CF04}"/>
          </ac:cxnSpMkLst>
        </pc:cxnChg>
        <pc:cxnChg chg="mod">
          <ac:chgData name="昕 许" userId="a2975fcd840abfc3" providerId="LiveId" clId="{49CCD4F9-177C-4270-9A14-60236FF377E8}" dt="2026-04-13T13:34:39.545" v="7228" actId="1076"/>
          <ac:cxnSpMkLst>
            <pc:docMk/>
            <pc:sldMk cId="4147329735" sldId="301"/>
            <ac:cxnSpMk id="152" creationId="{6A4C5A20-3D84-3AAE-4A59-6AE99270EBFB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.sv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23.sv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4D2C8253-070C-2815-1438-1CAB507650EB}"/>
              </a:ext>
            </a:extLst>
          </p:cNvPr>
          <p:cNvGrpSpPr/>
          <p:nvPr/>
        </p:nvGrpSpPr>
        <p:grpSpPr>
          <a:xfrm>
            <a:off x="4606032" y="2228160"/>
            <a:ext cx="379848" cy="317132"/>
            <a:chOff x="2958207" y="3499218"/>
            <a:chExt cx="379848" cy="317132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6620095-9602-67AB-12CE-9265CA6A4E7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25C1743-596D-8BC8-7B42-18E523AC8D95}"/>
              </a:ext>
            </a:extLst>
          </p:cNvPr>
          <p:cNvGrpSpPr/>
          <p:nvPr/>
        </p:nvGrpSpPr>
        <p:grpSpPr>
          <a:xfrm>
            <a:off x="4951893" y="2225619"/>
            <a:ext cx="383438" cy="321492"/>
            <a:chOff x="2942118" y="3494858"/>
            <a:chExt cx="383438" cy="32149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8A703EA2-4E82-80CE-E613-ACDAED2DC0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F53A073-C87C-44C9-EAE1-1F789FB72C15}"/>
              </a:ext>
            </a:extLst>
          </p:cNvPr>
          <p:cNvGrpSpPr/>
          <p:nvPr/>
        </p:nvGrpSpPr>
        <p:grpSpPr>
          <a:xfrm>
            <a:off x="5579368" y="2225619"/>
            <a:ext cx="509114" cy="317131"/>
            <a:chOff x="2864822" y="3499219"/>
            <a:chExt cx="560026" cy="317131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4CD813C-3C0D-41B5-E2F1-80FA2BE7686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/>
              <p:nvPr/>
            </p:nvSpPr>
            <p:spPr>
              <a:xfrm>
                <a:off x="5299275" y="2259558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275" y="2259558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C906A4FB-56A2-4777-ECC8-46BDEBC2E27D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EBA7257-CA89-3D26-2266-434DE6DD1EE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9698812-F054-D186-11BF-68637B976417}"/>
              </a:ext>
            </a:extLst>
          </p:cNvPr>
          <p:cNvGrpSpPr/>
          <p:nvPr/>
        </p:nvGrpSpPr>
        <p:grpSpPr>
          <a:xfrm>
            <a:off x="4951893" y="2710365"/>
            <a:ext cx="383438" cy="332046"/>
            <a:chOff x="2942118" y="3484304"/>
            <a:chExt cx="383438" cy="332046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094EF49B-E44B-A715-9C32-A030A58A348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764F953-3B9A-0C9F-C011-91A382B56103}"/>
                    </a:ext>
                  </a:extLst>
                </p:cNvPr>
                <p:cNvSpPr txBox="1"/>
                <p:nvPr/>
              </p:nvSpPr>
              <p:spPr>
                <a:xfrm>
                  <a:off x="2942118" y="3484304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764F953-3B9A-0C9F-C011-91A382B56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84304"/>
                  <a:ext cx="383438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E014172-DBF6-E62C-E33F-353D00267260}"/>
              </a:ext>
            </a:extLst>
          </p:cNvPr>
          <p:cNvGrpSpPr/>
          <p:nvPr/>
        </p:nvGrpSpPr>
        <p:grpSpPr>
          <a:xfrm>
            <a:off x="5579368" y="2720919"/>
            <a:ext cx="509114" cy="317131"/>
            <a:chOff x="2864822" y="3499219"/>
            <a:chExt cx="560026" cy="317131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5E1995DE-AE17-8F5B-E2DD-EBC7A112689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D3DD90D-52AB-0095-9EFE-2F389F2A4DB2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D3DD90D-52AB-0095-9EFE-2F389F2A4D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DCC7F70-7855-DA58-CBB7-CF538E07BF52}"/>
                  </a:ext>
                </a:extLst>
              </p:cNvPr>
              <p:cNvSpPr txBox="1"/>
              <p:nvPr/>
            </p:nvSpPr>
            <p:spPr>
              <a:xfrm>
                <a:off x="5299275" y="2754858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DCC7F70-7855-DA58-CBB7-CF538E07B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275" y="2754858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D82DC340-B235-A1B6-598F-4C8D10B27629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CD74A7B1-DA03-E4E5-C2DF-E6282417D0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FE1EFD1-F4DD-6009-9DBB-A779FFFE66E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FE1EFD1-F4DD-6009-9DBB-A779FFFE6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CF9824A-A4E0-18FD-2811-B1320D730E71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CF9824A-A4E0-18FD-2811-B1320D730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DEA9995D-36C2-99B9-B1FC-EB7CEE02FDBB}"/>
              </a:ext>
            </a:extLst>
          </p:cNvPr>
          <p:cNvGrpSpPr/>
          <p:nvPr/>
        </p:nvGrpSpPr>
        <p:grpSpPr>
          <a:xfrm>
            <a:off x="5579368" y="3403246"/>
            <a:ext cx="509114" cy="317131"/>
            <a:chOff x="2864822" y="3499219"/>
            <a:chExt cx="560026" cy="31713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0817B157-9C0A-17D0-4C2D-53475D52787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2C148A-659F-FE51-DB46-5E86EE5203B8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2C148A-659F-FE51-DB46-5E86EE520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F940ED2-95DE-BF7E-7A61-CA0CE075B25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F684D262-A854-5573-0C69-BFEAC60947A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25FE7CE-7057-7E36-B5CB-138FEB763806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25FE7CE-7057-7E36-B5CB-138FEB7638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B7474745-8CE1-0CFE-D715-B413360AAEF2}"/>
              </a:ext>
            </a:extLst>
          </p:cNvPr>
          <p:cNvGrpSpPr/>
          <p:nvPr/>
        </p:nvGrpSpPr>
        <p:grpSpPr>
          <a:xfrm>
            <a:off x="6036589" y="3862651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DE88167D-19FB-8F23-F278-9A8E7A49F26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1AABFE8D-E966-4FF2-E0F4-D411F93459A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1AABFE8D-E966-4FF2-E0F4-D411F9345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670085-A925-965B-1E4F-37573E90AA3F}"/>
                  </a:ext>
                </a:extLst>
              </p:cNvPr>
              <p:cNvSpPr txBox="1"/>
              <p:nvPr/>
            </p:nvSpPr>
            <p:spPr>
              <a:xfrm>
                <a:off x="3948766" y="1889598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D670085-A925-965B-1E4F-37573E90A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766" y="1889598"/>
                <a:ext cx="280334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E101EF6-0474-BC1E-1239-CC6E81C86EF1}"/>
                  </a:ext>
                </a:extLst>
              </p:cNvPr>
              <p:cNvSpPr txBox="1"/>
              <p:nvPr/>
            </p:nvSpPr>
            <p:spPr>
              <a:xfrm>
                <a:off x="4193241" y="1889598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E101EF6-0474-BC1E-1239-CC6E81C86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241" y="1889598"/>
                <a:ext cx="280334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ECF2A84-52B0-804F-3281-569867B03370}"/>
                  </a:ext>
                </a:extLst>
              </p:cNvPr>
              <p:cNvSpPr txBox="1"/>
              <p:nvPr/>
            </p:nvSpPr>
            <p:spPr>
              <a:xfrm>
                <a:off x="4418666" y="1889598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ECF2A84-52B0-804F-3281-569867B03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666" y="1889598"/>
                <a:ext cx="280334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79E7CC5-190F-50F0-FFFD-D39797F879B1}"/>
                  </a:ext>
                </a:extLst>
              </p:cNvPr>
              <p:cNvSpPr txBox="1"/>
              <p:nvPr/>
            </p:nvSpPr>
            <p:spPr>
              <a:xfrm>
                <a:off x="4663141" y="1889598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79E7CC5-190F-50F0-FFFD-D39797F87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141" y="1889598"/>
                <a:ext cx="280334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F378A91-F894-1065-CE9E-01076B9DF69E}"/>
                  </a:ext>
                </a:extLst>
              </p:cNvPr>
              <p:cNvSpPr txBox="1"/>
              <p:nvPr/>
            </p:nvSpPr>
            <p:spPr>
              <a:xfrm>
                <a:off x="4888566" y="1889596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F378A91-F894-1065-CE9E-01076B9DF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566" y="1889596"/>
                <a:ext cx="28033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1529941-06A6-07B4-95E6-47215BC0B0DB}"/>
                  </a:ext>
                </a:extLst>
              </p:cNvPr>
              <p:cNvSpPr txBox="1"/>
              <p:nvPr/>
            </p:nvSpPr>
            <p:spPr>
              <a:xfrm>
                <a:off x="5133041" y="1889598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1529941-06A6-07B4-95E6-47215BC0B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041" y="1889598"/>
                <a:ext cx="280334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52FBEF4-B159-6745-8314-5A94D6301CD7}"/>
                  </a:ext>
                </a:extLst>
              </p:cNvPr>
              <p:cNvSpPr txBox="1"/>
              <p:nvPr/>
            </p:nvSpPr>
            <p:spPr>
              <a:xfrm>
                <a:off x="5358466" y="1889598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52FBEF4-B159-6745-8314-5A94D6301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466" y="1889598"/>
                <a:ext cx="280334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3967A2A-EE27-B97E-1772-EADC8F886A0A}"/>
                  </a:ext>
                </a:extLst>
              </p:cNvPr>
              <p:cNvSpPr txBox="1"/>
              <p:nvPr/>
            </p:nvSpPr>
            <p:spPr>
              <a:xfrm>
                <a:off x="5602941" y="1889598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3967A2A-EE27-B97E-1772-EADC8F886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941" y="1889598"/>
                <a:ext cx="280334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左大括号 23">
            <a:extLst>
              <a:ext uri="{FF2B5EF4-FFF2-40B4-BE49-F238E27FC236}">
                <a16:creationId xmlns:a16="http://schemas.microsoft.com/office/drawing/2014/main" id="{897FC5F8-029C-C337-3BB2-9C3ABB90D564}"/>
              </a:ext>
            </a:extLst>
          </p:cNvPr>
          <p:cNvSpPr/>
          <p:nvPr/>
        </p:nvSpPr>
        <p:spPr>
          <a:xfrm rot="16200000">
            <a:off x="4617336" y="1841542"/>
            <a:ext cx="158750" cy="1323510"/>
          </a:xfrm>
          <a:prstGeom prst="leftBrace">
            <a:avLst>
              <a:gd name="adj1" fmla="val 54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BBB385B-A90B-E087-0D78-FD899A174DC0}"/>
                  </a:ext>
                </a:extLst>
              </p:cNvPr>
              <p:cNvSpPr txBox="1"/>
              <p:nvPr/>
            </p:nvSpPr>
            <p:spPr>
              <a:xfrm>
                <a:off x="3415553" y="1858818"/>
                <a:ext cx="2803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BBB385B-A90B-E087-0D78-FD899A174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553" y="1858818"/>
                <a:ext cx="280334" cy="400110"/>
              </a:xfrm>
              <a:prstGeom prst="rect">
                <a:avLst/>
              </a:prstGeom>
              <a:blipFill>
                <a:blip r:embed="rId10"/>
                <a:stretch>
                  <a:fillRect r="-28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4B30288-F320-414F-ACDE-2E768836053B}"/>
              </a:ext>
            </a:extLst>
          </p:cNvPr>
          <p:cNvSpPr/>
          <p:nvPr/>
        </p:nvSpPr>
        <p:spPr>
          <a:xfrm>
            <a:off x="4214999" y="1872408"/>
            <a:ext cx="939800" cy="369332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图形 54" descr="复选标记 纯色填充">
            <a:extLst>
              <a:ext uri="{FF2B5EF4-FFF2-40B4-BE49-F238E27FC236}">
                <a16:creationId xmlns:a16="http://schemas.microsoft.com/office/drawing/2014/main" id="{557E72CA-47E1-BA2A-9CA6-A9B559B1C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14111" y="2258152"/>
            <a:ext cx="191905" cy="169680"/>
          </a:xfrm>
          <a:prstGeom prst="rect">
            <a:avLst/>
          </a:prstGeom>
        </p:spPr>
      </p:pic>
      <p:grpSp>
        <p:nvGrpSpPr>
          <p:cNvPr id="60" name="组合 59">
            <a:extLst>
              <a:ext uri="{FF2B5EF4-FFF2-40B4-BE49-F238E27FC236}">
                <a16:creationId xmlns:a16="http://schemas.microsoft.com/office/drawing/2014/main" id="{6CF6F807-CEC8-3E15-7719-4233F75448B5}"/>
              </a:ext>
            </a:extLst>
          </p:cNvPr>
          <p:cNvGrpSpPr/>
          <p:nvPr/>
        </p:nvGrpSpPr>
        <p:grpSpPr>
          <a:xfrm>
            <a:off x="2772895" y="2623601"/>
            <a:ext cx="4646613" cy="279953"/>
            <a:chOff x="3353920" y="2748441"/>
            <a:chExt cx="4646613" cy="2799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D11DD99-B335-8AC4-84E8-10BD2652F1C5}"/>
                    </a:ext>
                  </a:extLst>
                </p:cNvPr>
                <p:cNvSpPr txBox="1"/>
                <p:nvPr/>
              </p:nvSpPr>
              <p:spPr>
                <a:xfrm>
                  <a:off x="3353920" y="2748441"/>
                  <a:ext cx="147002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1:6</m:t>
                          </m:r>
                        </m:e>
                      </m:d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是</m:t>
                      </m:r>
                    </m:oMath>
                  </a14:m>
                  <a:r>
                    <a:rPr lang="zh-CN" altLang="en-US" sz="1200" dirty="0"/>
                    <a:t>回文串 </a:t>
                  </a: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D11DD99-B335-8AC4-84E8-10BD2652F1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3920" y="2748441"/>
                  <a:ext cx="1470025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C795C8EB-D1B8-E0F6-9C32-EA6C9B1ADCBB}"/>
                    </a:ext>
                  </a:extLst>
                </p:cNvPr>
                <p:cNvSpPr txBox="1"/>
                <p:nvPr/>
              </p:nvSpPr>
              <p:spPr>
                <a:xfrm>
                  <a:off x="4430432" y="2751395"/>
                  <a:ext cx="357010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等价于</m:t>
                      </m:r>
                    </m:oMath>
                  </a14:m>
                  <a:r>
                    <a:rPr lang="zh-CN" altLang="en-US" sz="12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[2:5]</m:t>
                      </m:r>
                    </m:oMath>
                  </a14:m>
                  <a:r>
                    <a:rPr lang="zh-CN" altLang="en-US" sz="1200" dirty="0"/>
                    <a:t>是回文串 并且 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120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[1]=</m:t>
                      </m:r>
                      <m:r>
                        <a:rPr lang="en-US" altLang="zh-CN" sz="120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1200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[6]</m:t>
                      </m:r>
                    </m:oMath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C795C8EB-D1B8-E0F6-9C32-EA6C9B1AD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0432" y="2751395"/>
                  <a:ext cx="3570101" cy="276999"/>
                </a:xfrm>
                <a:prstGeom prst="rect">
                  <a:avLst/>
                </a:prstGeom>
                <a:blipFill>
                  <a:blip r:embed="rId13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8" name="连接符: 曲线 57">
            <a:extLst>
              <a:ext uri="{FF2B5EF4-FFF2-40B4-BE49-F238E27FC236}">
                <a16:creationId xmlns:a16="http://schemas.microsoft.com/office/drawing/2014/main" id="{13E38D81-F590-26E6-3256-BA58A2594B29}"/>
              </a:ext>
            </a:extLst>
          </p:cNvPr>
          <p:cNvCxnSpPr>
            <a:cxnSpLocks/>
            <a:stCxn id="6" idx="0"/>
            <a:endCxn id="17" idx="0"/>
          </p:cNvCxnSpPr>
          <p:nvPr/>
        </p:nvCxnSpPr>
        <p:spPr>
          <a:xfrm rot="5400000" flipH="1" flipV="1">
            <a:off x="4681070" y="1297461"/>
            <a:ext cx="12700" cy="1184275"/>
          </a:xfrm>
          <a:prstGeom prst="curvedConnector3">
            <a:avLst>
              <a:gd name="adj1" fmla="val 2725000"/>
            </a:avLst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52BA-01A5-364F-E4F6-DEB54841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552B1A95-6E4E-06F9-2D5A-97AC482FFE22}"/>
                  </a:ext>
                </a:extLst>
              </p:cNvPr>
              <p:cNvSpPr txBox="1"/>
              <p:nvPr/>
            </p:nvSpPr>
            <p:spPr>
              <a:xfrm>
                <a:off x="6140450" y="3283044"/>
                <a:ext cx="28711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&amp;&amp;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==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552B1A95-6E4E-06F9-2D5A-97AC482FF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450" y="3283044"/>
                <a:ext cx="2871171" cy="276999"/>
              </a:xfrm>
              <a:prstGeom prst="rect">
                <a:avLst/>
              </a:prstGeom>
              <a:blipFill>
                <a:blip r:embed="rId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07239506-3B61-C49A-4F7F-19FB20EE3207}"/>
              </a:ext>
            </a:extLst>
          </p:cNvPr>
          <p:cNvGrpSpPr/>
          <p:nvPr/>
        </p:nvGrpSpPr>
        <p:grpSpPr>
          <a:xfrm>
            <a:off x="6801586" y="2544347"/>
            <a:ext cx="1548897" cy="369332"/>
            <a:chOff x="6607426" y="2684047"/>
            <a:chExt cx="1548897" cy="3693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910E4F12-9FF1-51D5-3865-50632362D303}"/>
                    </a:ext>
                  </a:extLst>
                </p:cNvPr>
                <p:cNvSpPr txBox="1"/>
                <p:nvPr/>
              </p:nvSpPr>
              <p:spPr>
                <a:xfrm>
                  <a:off x="6607426" y="2694411"/>
                  <a:ext cx="154889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910E4F12-9FF1-51D5-3865-50632362D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7426" y="2694411"/>
                  <a:ext cx="1548897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F2B431DC-AD0F-BA16-3509-C13767900DB3}"/>
                </a:ext>
              </a:extLst>
            </p:cNvPr>
            <p:cNvSpPr/>
            <p:nvPr/>
          </p:nvSpPr>
          <p:spPr>
            <a:xfrm>
              <a:off x="7023100" y="2684047"/>
              <a:ext cx="717550" cy="369332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7D39DFD6-E07A-B1CD-62E1-AE7385661AA9}"/>
                </a:ext>
              </a:extLst>
            </p:cNvPr>
            <p:cNvSpPr/>
            <p:nvPr/>
          </p:nvSpPr>
          <p:spPr>
            <a:xfrm>
              <a:off x="7276913" y="2735424"/>
              <a:ext cx="209921" cy="256527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9" name="连接符: 曲线 128">
            <a:extLst>
              <a:ext uri="{FF2B5EF4-FFF2-40B4-BE49-F238E27FC236}">
                <a16:creationId xmlns:a16="http://schemas.microsoft.com/office/drawing/2014/main" id="{A644A453-0649-A17C-C576-B7FFEB2212B7}"/>
              </a:ext>
            </a:extLst>
          </p:cNvPr>
          <p:cNvCxnSpPr/>
          <p:nvPr/>
        </p:nvCxnSpPr>
        <p:spPr>
          <a:xfrm rot="10800000" flipV="1">
            <a:off x="6515100" y="2893264"/>
            <a:ext cx="702160" cy="389779"/>
          </a:xfrm>
          <a:prstGeom prst="curvedConnector3">
            <a:avLst>
              <a:gd name="adj1" fmla="val 10109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曲线 131">
            <a:extLst>
              <a:ext uri="{FF2B5EF4-FFF2-40B4-BE49-F238E27FC236}">
                <a16:creationId xmlns:a16="http://schemas.microsoft.com/office/drawing/2014/main" id="{073D9964-ED71-E9F0-6178-17AC7C2A7494}"/>
              </a:ext>
            </a:extLst>
          </p:cNvPr>
          <p:cNvCxnSpPr>
            <a:cxnSpLocks/>
            <a:stCxn id="114" idx="2"/>
          </p:cNvCxnSpPr>
          <p:nvPr/>
        </p:nvCxnSpPr>
        <p:spPr>
          <a:xfrm rot="5400000">
            <a:off x="7229036" y="2956461"/>
            <a:ext cx="451209" cy="24278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连接符: 曲线 134">
            <a:extLst>
              <a:ext uri="{FF2B5EF4-FFF2-40B4-BE49-F238E27FC236}">
                <a16:creationId xmlns:a16="http://schemas.microsoft.com/office/drawing/2014/main" id="{BDF56DC8-2645-F1CF-01E3-8A755720F37D}"/>
              </a:ext>
            </a:extLst>
          </p:cNvPr>
          <p:cNvCxnSpPr>
            <a:cxnSpLocks/>
          </p:cNvCxnSpPr>
          <p:nvPr/>
        </p:nvCxnSpPr>
        <p:spPr>
          <a:xfrm>
            <a:off x="7391399" y="2816367"/>
            <a:ext cx="676548" cy="487091"/>
          </a:xfrm>
          <a:prstGeom prst="curvedConnector3">
            <a:avLst>
              <a:gd name="adj1" fmla="val 14803"/>
            </a:avLst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连接符: 曲线 142">
            <a:extLst>
              <a:ext uri="{FF2B5EF4-FFF2-40B4-BE49-F238E27FC236}">
                <a16:creationId xmlns:a16="http://schemas.microsoft.com/office/drawing/2014/main" id="{31880EB8-5B1C-7D9D-6E65-002CB2C8F68F}"/>
              </a:ext>
            </a:extLst>
          </p:cNvPr>
          <p:cNvCxnSpPr>
            <a:cxnSpLocks/>
          </p:cNvCxnSpPr>
          <p:nvPr/>
        </p:nvCxnSpPr>
        <p:spPr>
          <a:xfrm>
            <a:off x="7789921" y="2816731"/>
            <a:ext cx="933135" cy="466312"/>
          </a:xfrm>
          <a:prstGeom prst="curvedConnector3">
            <a:avLst>
              <a:gd name="adj1" fmla="val 99677"/>
            </a:avLst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E1CFB52-DAAA-D30E-0B84-BC1B73876705}"/>
                  </a:ext>
                </a:extLst>
              </p:cNvPr>
              <p:cNvSpPr txBox="1"/>
              <p:nvPr/>
            </p:nvSpPr>
            <p:spPr>
              <a:xfrm>
                <a:off x="7230600" y="3524099"/>
                <a:ext cx="23997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E1CFB52-DAAA-D30E-0B84-BC1B73876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600" y="3524099"/>
                <a:ext cx="23997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F29F430-87E7-9AF7-12DF-8F820E6B7058}"/>
                  </a:ext>
                </a:extLst>
              </p:cNvPr>
              <p:cNvSpPr txBox="1"/>
              <p:nvPr/>
            </p:nvSpPr>
            <p:spPr>
              <a:xfrm>
                <a:off x="6395115" y="3524101"/>
                <a:ext cx="23997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𝑏𝑎𝑏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F29F430-87E7-9AF7-12DF-8F820E6B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115" y="3524101"/>
                <a:ext cx="239970" cy="276999"/>
              </a:xfrm>
              <a:prstGeom prst="rect">
                <a:avLst/>
              </a:prstGeom>
              <a:blipFill>
                <a:blip r:embed="rId5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7D7421-9E5A-9227-F07E-E72756CFB5D2}"/>
                  </a:ext>
                </a:extLst>
              </p:cNvPr>
              <p:cNvSpPr txBox="1"/>
              <p:nvPr/>
            </p:nvSpPr>
            <p:spPr>
              <a:xfrm>
                <a:off x="7919492" y="3524100"/>
                <a:ext cx="23997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7D7421-9E5A-9227-F07E-E72756CFB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492" y="3524100"/>
                <a:ext cx="23997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E9BE4CB-D88D-5450-94CF-25C3EE261762}"/>
                  </a:ext>
                </a:extLst>
              </p:cNvPr>
              <p:cNvSpPr txBox="1"/>
              <p:nvPr/>
            </p:nvSpPr>
            <p:spPr>
              <a:xfrm>
                <a:off x="8575759" y="3513908"/>
                <a:ext cx="23997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E9BE4CB-D88D-5450-94CF-25C3EE261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5759" y="3513908"/>
                <a:ext cx="23997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3C62836-0A5C-D5FA-D827-AA595BA06157}"/>
                  </a:ext>
                </a:extLst>
              </p:cNvPr>
              <p:cNvSpPr txBox="1"/>
              <p:nvPr/>
            </p:nvSpPr>
            <p:spPr>
              <a:xfrm>
                <a:off x="7069733" y="3986449"/>
                <a:ext cx="56170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𝑇𝑟𝑢𝑒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3C62836-0A5C-D5FA-D827-AA595BA06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733" y="3986449"/>
                <a:ext cx="561704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EB32B3-25B9-3992-D663-785F309A073A}"/>
                  </a:ext>
                </a:extLst>
              </p:cNvPr>
              <p:cNvSpPr txBox="1"/>
              <p:nvPr/>
            </p:nvSpPr>
            <p:spPr>
              <a:xfrm>
                <a:off x="8084335" y="3986448"/>
                <a:ext cx="58687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𝑇𝑟𝑢𝑒</m:t>
                      </m:r>
                    </m:oMath>
                  </m:oMathPara>
                </a14:m>
                <a:endParaRPr lang="zh-CN" altLang="en-US" sz="1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EB32B3-25B9-3992-D663-785F309A0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335" y="3986448"/>
                <a:ext cx="58687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5DBC300-9C3A-50DA-1C25-D05B85B06A93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>
            <a:off x="7350585" y="3801098"/>
            <a:ext cx="0" cy="185351"/>
          </a:xfrm>
          <a:prstGeom prst="straightConnector1">
            <a:avLst/>
          </a:prstGeom>
          <a:ln w="952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10A447C0-7A08-1005-72BA-ED883F51ED17}"/>
              </a:ext>
            </a:extLst>
          </p:cNvPr>
          <p:cNvSpPr/>
          <p:nvPr/>
        </p:nvSpPr>
        <p:spPr>
          <a:xfrm rot="16200000">
            <a:off x="8311095" y="3492316"/>
            <a:ext cx="133350" cy="740833"/>
          </a:xfrm>
          <a:prstGeom prst="leftBrace">
            <a:avLst>
              <a:gd name="adj1" fmla="val 40079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19C6CB4-4735-695E-E50D-9D18DBE66EC3}"/>
              </a:ext>
            </a:extLst>
          </p:cNvPr>
          <p:cNvCxnSpPr>
            <a:cxnSpLocks/>
          </p:cNvCxnSpPr>
          <p:nvPr/>
        </p:nvCxnSpPr>
        <p:spPr>
          <a:xfrm>
            <a:off x="6604919" y="3773396"/>
            <a:ext cx="0" cy="185351"/>
          </a:xfrm>
          <a:prstGeom prst="straightConnector1">
            <a:avLst/>
          </a:prstGeom>
          <a:ln w="952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384501C-08EC-2CD5-8291-BD58C8E8EDFD}"/>
                  </a:ext>
                </a:extLst>
              </p:cNvPr>
              <p:cNvSpPr txBox="1"/>
              <p:nvPr/>
            </p:nvSpPr>
            <p:spPr>
              <a:xfrm>
                <a:off x="6311966" y="3986448"/>
                <a:ext cx="56170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𝑇𝑟𝑢𝑒</m:t>
                      </m:r>
                    </m:oMath>
                  </m:oMathPara>
                </a14:m>
                <a:endParaRPr lang="zh-CN" altLang="en-US" sz="12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384501C-08EC-2CD5-8291-BD58C8E8E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966" y="3986448"/>
                <a:ext cx="561704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1395A60E-2992-27E2-DDEA-CA5F46DA9E6B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>
          <a:xfrm rot="10800000" flipV="1">
            <a:off x="7631437" y="4124947"/>
            <a:ext cx="452898" cy="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6E5313C7-B41C-6E6D-4C04-211631E1AE38}"/>
              </a:ext>
            </a:extLst>
          </p:cNvPr>
          <p:cNvCxnSpPr>
            <a:cxnSpLocks/>
            <a:stCxn id="9" idx="1"/>
            <a:endCxn id="21" idx="3"/>
          </p:cNvCxnSpPr>
          <p:nvPr/>
        </p:nvCxnSpPr>
        <p:spPr>
          <a:xfrm rot="10800000">
            <a:off x="6873671" y="4124949"/>
            <a:ext cx="196063" cy="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9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9436134-6E43-733F-DAD3-80CC7395B228}"/>
                  </a:ext>
                </a:extLst>
              </p:cNvPr>
              <p:cNvSpPr txBox="1"/>
              <p:nvPr/>
            </p:nvSpPr>
            <p:spPr>
              <a:xfrm>
                <a:off x="3724086" y="1641427"/>
                <a:ext cx="12143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[]∈{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9436134-6E43-733F-DAD3-80CC7395B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086" y="1641427"/>
                <a:ext cx="1214371" cy="276999"/>
              </a:xfrm>
              <a:prstGeom prst="rect">
                <a:avLst/>
              </a:prstGeom>
              <a:blipFill>
                <a:blip r:embed="rId2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>
            <a:extLst>
              <a:ext uri="{FF2B5EF4-FFF2-40B4-BE49-F238E27FC236}">
                <a16:creationId xmlns:a16="http://schemas.microsoft.com/office/drawing/2014/main" id="{5F0B221C-94B6-CB6D-C2F6-6EBBCBF8ED8A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D3195D-684E-EEB8-5FD2-76BDAEEDEFFC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160A239-984B-72A0-0D7F-4DC4E0259AC9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EE89413-D42B-9666-E0DA-220EA5E844F4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1C274C5-68B5-C3D9-3584-DE637426CAED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831A225-CC3B-5D2F-F4EC-C9610090B156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831A225-CC3B-5D2F-F4EC-C9610090B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1644F01-B536-14EF-61DC-C79B03897188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1644F01-B536-14EF-61DC-C79B03897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1163728-6C86-67E3-CFAD-1BB9913E0B98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1163728-6C86-67E3-CFAD-1BB9913E0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62FD91F5-CF7B-0237-1A0A-F7532375C7F6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62FD91F5-CF7B-0237-1A0A-F7532375C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7CB7856E-B42E-84B1-7389-B7C5E360FC1D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7CB7856E-B42E-84B1-7389-B7C5E360F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6A615FF-99AD-61A9-D9BB-EF38CB75E1CC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3B2EDFD-6D03-1B2F-01E1-000F447EE1F0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7AF01AFB-CB38-31CD-640E-6CE68FF1D4BD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96CDD767-FF9C-FEB9-9945-FE640601E29D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183ABE61-B336-7E21-0606-C9C2CAFBD104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9E3E8EE8-3558-D5FC-CB2C-EB85131F9CA2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ED4B3DE-60A4-A985-26D9-12959DE36690}"/>
              </a:ext>
            </a:extLst>
          </p:cNvPr>
          <p:cNvSpPr txBox="1"/>
          <p:nvPr/>
        </p:nvSpPr>
        <p:spPr>
          <a:xfrm>
            <a:off x="4196689" y="3261040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4BF0C708-A3BA-F1E5-2E59-A7975D49394A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EADEBE2-A65C-3054-C7FF-3ABA67071826}"/>
              </a:ext>
            </a:extLst>
          </p:cNvPr>
          <p:cNvSpPr txBox="1"/>
          <p:nvPr/>
        </p:nvSpPr>
        <p:spPr>
          <a:xfrm>
            <a:off x="4960115" y="326104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B2F0F517-8064-06B7-7C74-127E3364C525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accent6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2E11A1D9-B855-228F-AD8C-403D3924DEA4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8DC8A2F-9CE2-717B-6EAB-84E27EC7E6A3}"/>
              </a:ext>
            </a:extLst>
          </p:cNvPr>
          <p:cNvSpPr txBox="1"/>
          <p:nvPr/>
        </p:nvSpPr>
        <p:spPr>
          <a:xfrm>
            <a:off x="4202173" y="3691940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29CE6352-1DAE-0BEB-C84E-9145B8808296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2495F0F-E984-5DD5-0A4A-1CA110501FFF}"/>
              </a:ext>
            </a:extLst>
          </p:cNvPr>
          <p:cNvSpPr txBox="1"/>
          <p:nvPr/>
        </p:nvSpPr>
        <p:spPr>
          <a:xfrm>
            <a:off x="4586524" y="3691943"/>
            <a:ext cx="282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AFF12315-2210-0E52-EBB0-319B8F5A2017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2ED5EB5-01FD-F022-5EFF-C349784CF5E8}"/>
              </a:ext>
            </a:extLst>
          </p:cNvPr>
          <p:cNvSpPr txBox="1"/>
          <p:nvPr/>
        </p:nvSpPr>
        <p:spPr>
          <a:xfrm>
            <a:off x="4965599" y="369194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8A45091D-31F0-DFA0-6059-87810C85EE3D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B5F5BBB-A66B-D655-B82B-5C3158E9161F}"/>
              </a:ext>
            </a:extLst>
          </p:cNvPr>
          <p:cNvSpPr txBox="1"/>
          <p:nvPr/>
        </p:nvSpPr>
        <p:spPr>
          <a:xfrm>
            <a:off x="5732630" y="3691916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9DBFC881-0DE6-0E93-6121-39A5B2A03363}"/>
              </a:ext>
            </a:extLst>
          </p:cNvPr>
          <p:cNvSpPr/>
          <p:nvPr/>
        </p:nvSpPr>
        <p:spPr>
          <a:xfrm>
            <a:off x="4168979" y="4117467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399E3C0-5832-8348-B884-9881FE914728}"/>
              </a:ext>
            </a:extLst>
          </p:cNvPr>
          <p:cNvSpPr txBox="1"/>
          <p:nvPr/>
        </p:nvSpPr>
        <p:spPr>
          <a:xfrm>
            <a:off x="4196689" y="4115633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DB9ACBBA-EDD8-DB4C-3306-32423ED48516}"/>
              </a:ext>
            </a:extLst>
          </p:cNvPr>
          <p:cNvSpPr/>
          <p:nvPr/>
        </p:nvSpPr>
        <p:spPr>
          <a:xfrm>
            <a:off x="4554821" y="4119400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321D61D-7D30-29F4-327F-6AC1B42D6CA5}"/>
              </a:ext>
            </a:extLst>
          </p:cNvPr>
          <p:cNvSpPr txBox="1"/>
          <p:nvPr/>
        </p:nvSpPr>
        <p:spPr>
          <a:xfrm>
            <a:off x="4581040" y="4115636"/>
            <a:ext cx="282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5FE27775-597B-1546-B77E-501B553ED6FC}"/>
              </a:ext>
            </a:extLst>
          </p:cNvPr>
          <p:cNvSpPr/>
          <p:nvPr/>
        </p:nvSpPr>
        <p:spPr>
          <a:xfrm>
            <a:off x="4946572" y="4116955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2630824-0494-1427-615B-ABB0E7BE162E}"/>
              </a:ext>
            </a:extLst>
          </p:cNvPr>
          <p:cNvSpPr txBox="1"/>
          <p:nvPr/>
        </p:nvSpPr>
        <p:spPr>
          <a:xfrm>
            <a:off x="4960115" y="4115642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EA43CFEF-0C07-D3FA-2876-D6BE9CBC5399}"/>
              </a:ext>
            </a:extLst>
          </p:cNvPr>
          <p:cNvSpPr/>
          <p:nvPr/>
        </p:nvSpPr>
        <p:spPr>
          <a:xfrm>
            <a:off x="5317246" y="41169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714159E-8818-FB95-DBD9-55C2C1D5A54F}"/>
              </a:ext>
            </a:extLst>
          </p:cNvPr>
          <p:cNvSpPr txBox="1"/>
          <p:nvPr/>
        </p:nvSpPr>
        <p:spPr>
          <a:xfrm>
            <a:off x="5333516" y="4115630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F12831E4-B03B-270F-6E1D-3796FA42654C}"/>
              </a:ext>
            </a:extLst>
          </p:cNvPr>
          <p:cNvSpPr/>
          <p:nvPr/>
        </p:nvSpPr>
        <p:spPr>
          <a:xfrm>
            <a:off x="5710876" y="411694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86C7CFA-EDF0-8BC4-64F3-B2B455E527B3}"/>
              </a:ext>
            </a:extLst>
          </p:cNvPr>
          <p:cNvSpPr txBox="1"/>
          <p:nvPr/>
        </p:nvSpPr>
        <p:spPr>
          <a:xfrm>
            <a:off x="5727146" y="411560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674B6394-342E-6FC2-D209-038BBC4C4E3E}"/>
              </a:ext>
            </a:extLst>
          </p:cNvPr>
          <p:cNvGrpSpPr/>
          <p:nvPr/>
        </p:nvGrpSpPr>
        <p:grpSpPr>
          <a:xfrm>
            <a:off x="3663751" y="2371110"/>
            <a:ext cx="330219" cy="2050519"/>
            <a:chOff x="3540698" y="2345472"/>
            <a:chExt cx="330219" cy="2050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A4D55713-1207-2318-44BF-1C8FF5DEBCF3}"/>
                    </a:ext>
                  </a:extLst>
                </p:cNvPr>
                <p:cNvSpPr txBox="1"/>
                <p:nvPr/>
              </p:nvSpPr>
              <p:spPr>
                <a:xfrm>
                  <a:off x="3540698" y="234547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A4D55713-1207-2318-44BF-1C8FF5DEB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698" y="2345472"/>
                  <a:ext cx="31771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4F78EFA7-B3D3-C0B3-3FFE-3C918DE299F1}"/>
                    </a:ext>
                  </a:extLst>
                </p:cNvPr>
                <p:cNvSpPr txBox="1"/>
                <p:nvPr/>
              </p:nvSpPr>
              <p:spPr>
                <a:xfrm>
                  <a:off x="3553201" y="283145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4F78EFA7-B3D3-C0B3-3FFE-3C918DE29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3201" y="2831452"/>
                  <a:ext cx="31771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04CEEE0-9EF2-B9D1-0D33-4BC4A1A5B587}"/>
                    </a:ext>
                  </a:extLst>
                </p:cNvPr>
                <p:cNvSpPr txBox="1"/>
                <p:nvPr/>
              </p:nvSpPr>
              <p:spPr>
                <a:xfrm>
                  <a:off x="3550319" y="325197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04CEEE0-9EF2-B9D1-0D33-4BC4A1A5B5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319" y="3251977"/>
                  <a:ext cx="317715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C0909BA2-3C64-346F-3ED4-B36DA3FEF5EF}"/>
                    </a:ext>
                  </a:extLst>
                </p:cNvPr>
                <p:cNvSpPr txBox="1"/>
                <p:nvPr/>
              </p:nvSpPr>
              <p:spPr>
                <a:xfrm>
                  <a:off x="3550315" y="369282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C0909BA2-3C64-346F-3ED4-B36DA3FEF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315" y="3692822"/>
                  <a:ext cx="31771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A57B8176-FE89-FADE-BE6F-60AC3D017C54}"/>
                    </a:ext>
                  </a:extLst>
                </p:cNvPr>
                <p:cNvSpPr txBox="1"/>
                <p:nvPr/>
              </p:nvSpPr>
              <p:spPr>
                <a:xfrm>
                  <a:off x="3544833" y="4118992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A57B8176-FE89-FADE-BE6F-60AC3D017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4833" y="4118992"/>
                  <a:ext cx="317715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7DAC861E-60C7-5803-E238-509B20E21660}"/>
              </a:ext>
            </a:extLst>
          </p:cNvPr>
          <p:cNvSpPr/>
          <p:nvPr/>
        </p:nvSpPr>
        <p:spPr>
          <a:xfrm>
            <a:off x="5305322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B7E0275-F616-3144-0D12-2EA949605717}"/>
                  </a:ext>
                </a:extLst>
              </p:cNvPr>
              <p:cNvSpPr txBox="1"/>
              <p:nvPr/>
            </p:nvSpPr>
            <p:spPr>
              <a:xfrm>
                <a:off x="6116430" y="3290500"/>
                <a:ext cx="28711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&amp;&amp;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==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B7E0275-F616-3144-0D12-2EA949605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430" y="3290500"/>
                <a:ext cx="2871171" cy="276999"/>
              </a:xfrm>
              <a:prstGeom prst="rect">
                <a:avLst/>
              </a:prstGeom>
              <a:blipFill>
                <a:blip r:embed="rId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A7A776ED-6302-C61C-C292-EC3EEEB8A5B6}"/>
              </a:ext>
            </a:extLst>
          </p:cNvPr>
          <p:cNvSpPr/>
          <p:nvPr/>
        </p:nvSpPr>
        <p:spPr>
          <a:xfrm>
            <a:off x="5305322" y="3695706"/>
            <a:ext cx="313588" cy="337241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C5832C1F-FC4D-C12C-B3C9-52CD8AD08AB7}"/>
              </a:ext>
            </a:extLst>
          </p:cNvPr>
          <p:cNvSpPr/>
          <p:nvPr/>
        </p:nvSpPr>
        <p:spPr>
          <a:xfrm>
            <a:off x="4552106" y="327201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cxnSp>
        <p:nvCxnSpPr>
          <p:cNvPr id="110" name="连接符: 曲线 109">
            <a:extLst>
              <a:ext uri="{FF2B5EF4-FFF2-40B4-BE49-F238E27FC236}">
                <a16:creationId xmlns:a16="http://schemas.microsoft.com/office/drawing/2014/main" id="{59C66E3D-E7B4-F8A6-9484-F60D7D99AAE2}"/>
              </a:ext>
            </a:extLst>
          </p:cNvPr>
          <p:cNvCxnSpPr>
            <a:cxnSpLocks/>
            <a:endCxn id="149" idx="2"/>
          </p:cNvCxnSpPr>
          <p:nvPr/>
        </p:nvCxnSpPr>
        <p:spPr>
          <a:xfrm flipV="1">
            <a:off x="5467600" y="3460424"/>
            <a:ext cx="384544" cy="231513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4783DB00-5054-05AB-F551-E215C2C784B9}"/>
              </a:ext>
            </a:extLst>
          </p:cNvPr>
          <p:cNvGrpSpPr/>
          <p:nvPr/>
        </p:nvGrpSpPr>
        <p:grpSpPr>
          <a:xfrm>
            <a:off x="6647070" y="2684047"/>
            <a:ext cx="1548897" cy="369332"/>
            <a:chOff x="6607426" y="2684047"/>
            <a:chExt cx="1548897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1020B6E0-AFD1-39E3-92B6-1856544D0F47}"/>
                    </a:ext>
                  </a:extLst>
                </p:cNvPr>
                <p:cNvSpPr txBox="1"/>
                <p:nvPr/>
              </p:nvSpPr>
              <p:spPr>
                <a:xfrm>
                  <a:off x="6607426" y="2694411"/>
                  <a:ext cx="154889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1020B6E0-AFD1-39E3-92B6-1856544D0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7426" y="2694411"/>
                  <a:ext cx="1548897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9A2EE30D-E519-BE58-049F-D356D0D211CC}"/>
                </a:ext>
              </a:extLst>
            </p:cNvPr>
            <p:cNvSpPr/>
            <p:nvPr/>
          </p:nvSpPr>
          <p:spPr>
            <a:xfrm>
              <a:off x="7023100" y="2684047"/>
              <a:ext cx="717550" cy="369332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373A9192-117A-AC5B-1927-583227ED89F9}"/>
                </a:ext>
              </a:extLst>
            </p:cNvPr>
            <p:cNvSpPr/>
            <p:nvPr/>
          </p:nvSpPr>
          <p:spPr>
            <a:xfrm>
              <a:off x="7276913" y="2735424"/>
              <a:ext cx="209921" cy="256527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8" name="文本框 147">
            <a:extLst>
              <a:ext uri="{FF2B5EF4-FFF2-40B4-BE49-F238E27FC236}">
                <a16:creationId xmlns:a16="http://schemas.microsoft.com/office/drawing/2014/main" id="{E91857BB-89B7-4C85-7A41-D0B6682F12BE}"/>
              </a:ext>
            </a:extLst>
          </p:cNvPr>
          <p:cNvSpPr txBox="1"/>
          <p:nvPr/>
        </p:nvSpPr>
        <p:spPr>
          <a:xfrm>
            <a:off x="5253245" y="3623885"/>
            <a:ext cx="257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a</a:t>
            </a:r>
            <a:endParaRPr lang="zh-CN" altLang="en-US" sz="1000" b="1" dirty="0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A509B392-CA56-DAA1-7C32-B4288903F8A9}"/>
              </a:ext>
            </a:extLst>
          </p:cNvPr>
          <p:cNvSpPr txBox="1"/>
          <p:nvPr/>
        </p:nvSpPr>
        <p:spPr>
          <a:xfrm>
            <a:off x="5643129" y="3214203"/>
            <a:ext cx="418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/>
              <a:t>bab</a:t>
            </a:r>
            <a:endParaRPr lang="zh-CN" altLang="en-US" sz="1000" b="1" dirty="0"/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ABCC85B8-4B10-F6A0-12CC-188B21FBF53A}"/>
              </a:ext>
            </a:extLst>
          </p:cNvPr>
          <p:cNvCxnSpPr>
            <a:cxnSpLocks/>
          </p:cNvCxnSpPr>
          <p:nvPr/>
        </p:nvCxnSpPr>
        <p:spPr>
          <a:xfrm>
            <a:off x="4174936" y="2517883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CA968357-9B93-24C5-99FF-814947608852}"/>
              </a:ext>
            </a:extLst>
          </p:cNvPr>
          <p:cNvCxnSpPr>
            <a:cxnSpLocks/>
          </p:cNvCxnSpPr>
          <p:nvPr/>
        </p:nvCxnSpPr>
        <p:spPr>
          <a:xfrm>
            <a:off x="4204299" y="3000072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5E3A133F-EA0C-2995-9869-A205B5D57BF9}"/>
              </a:ext>
            </a:extLst>
          </p:cNvPr>
          <p:cNvCxnSpPr>
            <a:cxnSpLocks/>
          </p:cNvCxnSpPr>
          <p:nvPr/>
        </p:nvCxnSpPr>
        <p:spPr>
          <a:xfrm>
            <a:off x="4174936" y="3432923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乘号 152">
            <a:extLst>
              <a:ext uri="{FF2B5EF4-FFF2-40B4-BE49-F238E27FC236}">
                <a16:creationId xmlns:a16="http://schemas.microsoft.com/office/drawing/2014/main" id="{F6D70E6E-F66A-CB6E-1E01-D81B4B4FC31A}"/>
              </a:ext>
            </a:extLst>
          </p:cNvPr>
          <p:cNvSpPr/>
          <p:nvPr/>
        </p:nvSpPr>
        <p:spPr>
          <a:xfrm>
            <a:off x="6006070" y="3214203"/>
            <a:ext cx="161468" cy="21869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6E765-7870-6B6A-12A5-C9BD4CB0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189BC0C-A1FF-9AB5-7A22-25D9E7A506F7}"/>
                  </a:ext>
                </a:extLst>
              </p:cNvPr>
              <p:cNvSpPr txBox="1"/>
              <p:nvPr/>
            </p:nvSpPr>
            <p:spPr>
              <a:xfrm>
                <a:off x="3724086" y="1641427"/>
                <a:ext cx="12143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[]∈{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189BC0C-A1FF-9AB5-7A22-25D9E7A50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086" y="1641427"/>
                <a:ext cx="1214371" cy="276999"/>
              </a:xfrm>
              <a:prstGeom prst="rect">
                <a:avLst/>
              </a:prstGeom>
              <a:blipFill>
                <a:blip r:embed="rId2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>
            <a:extLst>
              <a:ext uri="{FF2B5EF4-FFF2-40B4-BE49-F238E27FC236}">
                <a16:creationId xmlns:a16="http://schemas.microsoft.com/office/drawing/2014/main" id="{403B27EB-76C7-199E-C6F5-3F3206580594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6303E51-86F7-037D-6F98-985C1FD8583C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7D089AC-31AF-6BF2-E9B9-663379E62DA4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DF64136-8A9D-8932-4542-C31ACE313B1E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7161F41-C897-BF5E-06C6-1CEAD59D3906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14E7770-B7C9-263A-BB9F-66BBF7894260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14E7770-B7C9-263A-BB9F-66BBF7894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50F0E70-7335-E961-6E9A-FF67FE75E7EB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50F0E70-7335-E961-6E9A-FF67FE75E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3A51D3C-A0A5-D240-E624-E5A3AB2866AB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3A51D3C-A0A5-D240-E624-E5A3AB286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499442A-D8D6-1303-045B-D3305ED8D294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499442A-D8D6-1303-045B-D3305ED8D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4DE0784-55CD-DD1B-3748-DC90F4C3E493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4DE0784-55CD-DD1B-3748-DC90F4C3E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04679F30-829C-7AB4-BAA7-732677A6E4E5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3F3603E7-9B26-7B9A-EEC5-D6D8330B9420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B125D87C-A63C-6210-F48D-845534CD54BE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E1AE697C-A82D-267C-051C-39CA4F03C34B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C95D615D-E26E-4634-BE36-5F86FE5FC5AF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3E1314E8-60B3-FCE8-60FE-341E599412D8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60D1BA2-8169-B2E2-C4D9-C5622ECA89C1}"/>
              </a:ext>
            </a:extLst>
          </p:cNvPr>
          <p:cNvSpPr txBox="1"/>
          <p:nvPr/>
        </p:nvSpPr>
        <p:spPr>
          <a:xfrm>
            <a:off x="4196689" y="3261040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E362A90C-2B09-F319-2EF9-7EE3C303FF13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89DB70C-E707-65A3-ABBE-4EBFC1A39CC3}"/>
              </a:ext>
            </a:extLst>
          </p:cNvPr>
          <p:cNvSpPr txBox="1"/>
          <p:nvPr/>
        </p:nvSpPr>
        <p:spPr>
          <a:xfrm>
            <a:off x="4960115" y="326104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AAF21BD4-E90C-03C8-CF94-BACD057B5A9D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accent6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09CAE569-8803-73B6-BC4F-2DC3D77F2064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FF50B21-C02C-B40F-80C5-EB8CC59BF86B}"/>
              </a:ext>
            </a:extLst>
          </p:cNvPr>
          <p:cNvSpPr txBox="1"/>
          <p:nvPr/>
        </p:nvSpPr>
        <p:spPr>
          <a:xfrm>
            <a:off x="4202173" y="3691940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9C75DD1E-CBE3-C279-32DF-B60184513A93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149175E-5C3E-1A50-021D-CA9B170AC55A}"/>
              </a:ext>
            </a:extLst>
          </p:cNvPr>
          <p:cNvSpPr txBox="1"/>
          <p:nvPr/>
        </p:nvSpPr>
        <p:spPr>
          <a:xfrm>
            <a:off x="4586524" y="3691943"/>
            <a:ext cx="282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F195E76-C967-882D-B59C-008CFD68CB73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A64A6E3-52BD-6C66-6036-42144FF0B05E}"/>
              </a:ext>
            </a:extLst>
          </p:cNvPr>
          <p:cNvSpPr txBox="1"/>
          <p:nvPr/>
        </p:nvSpPr>
        <p:spPr>
          <a:xfrm>
            <a:off x="4965599" y="369194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852118F3-C537-64B9-BE90-7937C74B49AF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D543101-84EB-EBAE-EB88-34D3654D1A90}"/>
              </a:ext>
            </a:extLst>
          </p:cNvPr>
          <p:cNvSpPr txBox="1"/>
          <p:nvPr/>
        </p:nvSpPr>
        <p:spPr>
          <a:xfrm>
            <a:off x="5732630" y="3691916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4F35643F-928B-BD09-157F-8CA9A027C165}"/>
              </a:ext>
            </a:extLst>
          </p:cNvPr>
          <p:cNvSpPr/>
          <p:nvPr/>
        </p:nvSpPr>
        <p:spPr>
          <a:xfrm>
            <a:off x="4168979" y="4117467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869ACB62-E53D-3A01-D9AD-8030E53C0A3E}"/>
              </a:ext>
            </a:extLst>
          </p:cNvPr>
          <p:cNvSpPr txBox="1"/>
          <p:nvPr/>
        </p:nvSpPr>
        <p:spPr>
          <a:xfrm>
            <a:off x="4196689" y="4115633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6E35B726-7C92-39E0-CEC8-860017C1A436}"/>
              </a:ext>
            </a:extLst>
          </p:cNvPr>
          <p:cNvSpPr/>
          <p:nvPr/>
        </p:nvSpPr>
        <p:spPr>
          <a:xfrm>
            <a:off x="4554821" y="4119400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766A22A-1001-B093-F16C-E5968EECC82E}"/>
              </a:ext>
            </a:extLst>
          </p:cNvPr>
          <p:cNvSpPr txBox="1"/>
          <p:nvPr/>
        </p:nvSpPr>
        <p:spPr>
          <a:xfrm>
            <a:off x="4581040" y="4115636"/>
            <a:ext cx="282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46AB4666-717B-D5B6-868C-B2C8A7AC2E29}"/>
              </a:ext>
            </a:extLst>
          </p:cNvPr>
          <p:cNvSpPr/>
          <p:nvPr/>
        </p:nvSpPr>
        <p:spPr>
          <a:xfrm>
            <a:off x="4946572" y="4116955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47B4B6-7208-FCA2-5489-D3502A5B9305}"/>
              </a:ext>
            </a:extLst>
          </p:cNvPr>
          <p:cNvSpPr txBox="1"/>
          <p:nvPr/>
        </p:nvSpPr>
        <p:spPr>
          <a:xfrm>
            <a:off x="4960115" y="4115642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54796E19-F667-0117-92C7-5F748CE625DF}"/>
              </a:ext>
            </a:extLst>
          </p:cNvPr>
          <p:cNvSpPr/>
          <p:nvPr/>
        </p:nvSpPr>
        <p:spPr>
          <a:xfrm>
            <a:off x="5317246" y="41169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6B8321B-8AD6-F4EB-8FD7-E7D55200B213}"/>
              </a:ext>
            </a:extLst>
          </p:cNvPr>
          <p:cNvSpPr txBox="1"/>
          <p:nvPr/>
        </p:nvSpPr>
        <p:spPr>
          <a:xfrm>
            <a:off x="5333516" y="4115630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E4B8A924-B195-6EEC-001E-879E48F8C3FB}"/>
              </a:ext>
            </a:extLst>
          </p:cNvPr>
          <p:cNvSpPr/>
          <p:nvPr/>
        </p:nvSpPr>
        <p:spPr>
          <a:xfrm>
            <a:off x="5710876" y="411694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B831535-BBC5-DBFA-2E1E-142A43DB750C}"/>
              </a:ext>
            </a:extLst>
          </p:cNvPr>
          <p:cNvSpPr txBox="1"/>
          <p:nvPr/>
        </p:nvSpPr>
        <p:spPr>
          <a:xfrm>
            <a:off x="5727146" y="411560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DC354A77-0BE1-9120-33C4-2EDCA46AAEA6}"/>
              </a:ext>
            </a:extLst>
          </p:cNvPr>
          <p:cNvGrpSpPr/>
          <p:nvPr/>
        </p:nvGrpSpPr>
        <p:grpSpPr>
          <a:xfrm>
            <a:off x="3663751" y="2371110"/>
            <a:ext cx="330219" cy="2050519"/>
            <a:chOff x="3540698" y="2345472"/>
            <a:chExt cx="330219" cy="2050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62BDBC28-5FC6-78DB-FA36-42B8C893D497}"/>
                    </a:ext>
                  </a:extLst>
                </p:cNvPr>
                <p:cNvSpPr txBox="1"/>
                <p:nvPr/>
              </p:nvSpPr>
              <p:spPr>
                <a:xfrm>
                  <a:off x="3540698" y="234547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62BDBC28-5FC6-78DB-FA36-42B8C893D4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698" y="2345472"/>
                  <a:ext cx="31771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3F121D2-5F2F-CADD-EF9A-9A3F3539AC57}"/>
                    </a:ext>
                  </a:extLst>
                </p:cNvPr>
                <p:cNvSpPr txBox="1"/>
                <p:nvPr/>
              </p:nvSpPr>
              <p:spPr>
                <a:xfrm>
                  <a:off x="3553201" y="283145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3F121D2-5F2F-CADD-EF9A-9A3F3539AC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3201" y="2831452"/>
                  <a:ext cx="31771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EBBDA45-13C0-6C7A-B357-2DE519D14C5F}"/>
                    </a:ext>
                  </a:extLst>
                </p:cNvPr>
                <p:cNvSpPr txBox="1"/>
                <p:nvPr/>
              </p:nvSpPr>
              <p:spPr>
                <a:xfrm>
                  <a:off x="3550319" y="325197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EBBDA45-13C0-6C7A-B357-2DE519D14C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319" y="3251977"/>
                  <a:ext cx="317715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DFFE5E03-136A-F840-F2CF-999282CFB696}"/>
                    </a:ext>
                  </a:extLst>
                </p:cNvPr>
                <p:cNvSpPr txBox="1"/>
                <p:nvPr/>
              </p:nvSpPr>
              <p:spPr>
                <a:xfrm>
                  <a:off x="3550315" y="369282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DFFE5E03-136A-F840-F2CF-999282CFB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315" y="3692822"/>
                  <a:ext cx="31771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BC95094B-6E0D-6C3C-1C4A-AAFBDDC34189}"/>
                    </a:ext>
                  </a:extLst>
                </p:cNvPr>
                <p:cNvSpPr txBox="1"/>
                <p:nvPr/>
              </p:nvSpPr>
              <p:spPr>
                <a:xfrm>
                  <a:off x="3544833" y="4118992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BC95094B-6E0D-6C3C-1C4A-AAFBDDC341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4833" y="4118992"/>
                  <a:ext cx="317715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46D92DBA-2383-FBC5-EA13-9928CA573EF0}"/>
              </a:ext>
            </a:extLst>
          </p:cNvPr>
          <p:cNvSpPr/>
          <p:nvPr/>
        </p:nvSpPr>
        <p:spPr>
          <a:xfrm>
            <a:off x="5305322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660D95DA-D07D-C0B3-133F-2DAA28106EEF}"/>
                  </a:ext>
                </a:extLst>
              </p:cNvPr>
              <p:cNvSpPr txBox="1"/>
              <p:nvPr/>
            </p:nvSpPr>
            <p:spPr>
              <a:xfrm>
                <a:off x="6116430" y="3290500"/>
                <a:ext cx="28711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&amp;&amp;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==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660D95DA-D07D-C0B3-133F-2DAA28106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430" y="3290500"/>
                <a:ext cx="2871171" cy="276999"/>
              </a:xfrm>
              <a:prstGeom prst="rect">
                <a:avLst/>
              </a:prstGeom>
              <a:blipFill>
                <a:blip r:embed="rId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28419456-CC2F-AA40-E6FB-A863973F67FB}"/>
              </a:ext>
            </a:extLst>
          </p:cNvPr>
          <p:cNvSpPr/>
          <p:nvPr/>
        </p:nvSpPr>
        <p:spPr>
          <a:xfrm>
            <a:off x="5305322" y="3695706"/>
            <a:ext cx="313588" cy="337241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7F30A525-C56D-F31E-0EA3-79CF7065B631}"/>
              </a:ext>
            </a:extLst>
          </p:cNvPr>
          <p:cNvSpPr/>
          <p:nvPr/>
        </p:nvSpPr>
        <p:spPr>
          <a:xfrm>
            <a:off x="4552106" y="327201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cxnSp>
        <p:nvCxnSpPr>
          <p:cNvPr id="110" name="连接符: 曲线 109">
            <a:extLst>
              <a:ext uri="{FF2B5EF4-FFF2-40B4-BE49-F238E27FC236}">
                <a16:creationId xmlns:a16="http://schemas.microsoft.com/office/drawing/2014/main" id="{47BE43C5-EFF3-EA97-9A24-0C4CEC3637B2}"/>
              </a:ext>
            </a:extLst>
          </p:cNvPr>
          <p:cNvCxnSpPr>
            <a:cxnSpLocks/>
            <a:endCxn id="149" idx="2"/>
          </p:cNvCxnSpPr>
          <p:nvPr/>
        </p:nvCxnSpPr>
        <p:spPr>
          <a:xfrm flipV="1">
            <a:off x="5467600" y="3460424"/>
            <a:ext cx="384544" cy="231513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28B52145-A9C6-5BD5-2F25-954D955BB534}"/>
              </a:ext>
            </a:extLst>
          </p:cNvPr>
          <p:cNvGrpSpPr/>
          <p:nvPr/>
        </p:nvGrpSpPr>
        <p:grpSpPr>
          <a:xfrm>
            <a:off x="6647070" y="2684047"/>
            <a:ext cx="1548897" cy="369332"/>
            <a:chOff x="6607426" y="2684047"/>
            <a:chExt cx="1548897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A666840E-31D5-FF2E-D4A2-21CFAA257F92}"/>
                    </a:ext>
                  </a:extLst>
                </p:cNvPr>
                <p:cNvSpPr txBox="1"/>
                <p:nvPr/>
              </p:nvSpPr>
              <p:spPr>
                <a:xfrm>
                  <a:off x="6607426" y="2694411"/>
                  <a:ext cx="154889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A666840E-31D5-FF2E-D4A2-21CFAA257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7426" y="2694411"/>
                  <a:ext cx="1548897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81816B24-DF7B-0A7B-8034-B65A280F5D44}"/>
                </a:ext>
              </a:extLst>
            </p:cNvPr>
            <p:cNvSpPr/>
            <p:nvPr/>
          </p:nvSpPr>
          <p:spPr>
            <a:xfrm>
              <a:off x="7023100" y="2684047"/>
              <a:ext cx="717550" cy="369332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4227B991-8D2D-5B70-BF28-A1424BB89089}"/>
                </a:ext>
              </a:extLst>
            </p:cNvPr>
            <p:cNvSpPr/>
            <p:nvPr/>
          </p:nvSpPr>
          <p:spPr>
            <a:xfrm>
              <a:off x="7276913" y="2735424"/>
              <a:ext cx="209921" cy="256527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8" name="文本框 147">
            <a:extLst>
              <a:ext uri="{FF2B5EF4-FFF2-40B4-BE49-F238E27FC236}">
                <a16:creationId xmlns:a16="http://schemas.microsoft.com/office/drawing/2014/main" id="{8FC63FE1-9A48-860E-04BC-3DC1F96C9858}"/>
              </a:ext>
            </a:extLst>
          </p:cNvPr>
          <p:cNvSpPr txBox="1"/>
          <p:nvPr/>
        </p:nvSpPr>
        <p:spPr>
          <a:xfrm>
            <a:off x="5253245" y="3623885"/>
            <a:ext cx="257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a</a:t>
            </a:r>
            <a:endParaRPr lang="zh-CN" altLang="en-US" sz="1000" b="1" dirty="0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F6742AC7-76FA-38A2-01E9-7475AC65560D}"/>
              </a:ext>
            </a:extLst>
          </p:cNvPr>
          <p:cNvSpPr txBox="1"/>
          <p:nvPr/>
        </p:nvSpPr>
        <p:spPr>
          <a:xfrm>
            <a:off x="5643129" y="3214203"/>
            <a:ext cx="418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/>
              <a:t>bab</a:t>
            </a:r>
            <a:endParaRPr lang="zh-CN" altLang="en-US" sz="1000" b="1" dirty="0"/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E6793B7B-B2EA-7B9D-B349-270F175B9641}"/>
              </a:ext>
            </a:extLst>
          </p:cNvPr>
          <p:cNvCxnSpPr>
            <a:cxnSpLocks/>
            <a:endCxn id="104" idx="3"/>
          </p:cNvCxnSpPr>
          <p:nvPr/>
        </p:nvCxnSpPr>
        <p:spPr>
          <a:xfrm>
            <a:off x="4214190" y="3425933"/>
            <a:ext cx="1404720" cy="503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2C4F6864-9296-F0B6-112D-DEB2FEB0CF04}"/>
              </a:ext>
            </a:extLst>
          </p:cNvPr>
          <p:cNvCxnSpPr>
            <a:cxnSpLocks/>
          </p:cNvCxnSpPr>
          <p:nvPr/>
        </p:nvCxnSpPr>
        <p:spPr>
          <a:xfrm>
            <a:off x="4213531" y="4285947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6A4C5A20-3D84-3AAE-4A59-6AE99270EBFB}"/>
              </a:ext>
            </a:extLst>
          </p:cNvPr>
          <p:cNvCxnSpPr>
            <a:cxnSpLocks/>
          </p:cNvCxnSpPr>
          <p:nvPr/>
        </p:nvCxnSpPr>
        <p:spPr>
          <a:xfrm>
            <a:off x="4213531" y="3870106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 descr="复选标记 纯色填充">
            <a:extLst>
              <a:ext uri="{FF2B5EF4-FFF2-40B4-BE49-F238E27FC236}">
                <a16:creationId xmlns:a16="http://schemas.microsoft.com/office/drawing/2014/main" id="{FB6BDF6D-72C1-49BF-95EE-31E4F362ED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48966" y="3168693"/>
            <a:ext cx="171737" cy="15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29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>
            <a:extLst>
              <a:ext uri="{FF2B5EF4-FFF2-40B4-BE49-F238E27FC236}">
                <a16:creationId xmlns:a16="http://schemas.microsoft.com/office/drawing/2014/main" id="{8334FB7F-C0E9-F2B0-08D6-B8C6B893EDC0}"/>
              </a:ext>
            </a:extLst>
          </p:cNvPr>
          <p:cNvGrpSpPr/>
          <p:nvPr/>
        </p:nvGrpSpPr>
        <p:grpSpPr>
          <a:xfrm>
            <a:off x="6225513" y="2369681"/>
            <a:ext cx="1882246" cy="338554"/>
            <a:chOff x="2968850" y="3491049"/>
            <a:chExt cx="2070473" cy="338554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3133B430-41F7-9915-FAC3-F3AB549F43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a:fld id="{825F15A7-03F4-43D7-82C5-3E23DA2F108C}" type="mathplaceholder">
                          <a:rPr lang="zh-CN" altLang="en-US" sz="1600" i="1" smtClean="0">
                            <a:latin typeface="Cambria Math" panose="02040503050406030204" pitchFamily="18" charset="0"/>
                          </a:rPr>
                          <a:t>在此处键入公式。</a:t>
                        </a:fld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</TotalTime>
  <Words>142</Words>
  <Application>Microsoft Office PowerPoint</Application>
  <PresentationFormat>宽屏</PresentationFormat>
  <Paragraphs>64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2026-04-14T04:45:08Z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