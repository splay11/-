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9" r:id="rId2"/>
    <p:sldId id="303" r:id="rId3"/>
    <p:sldId id="304" r:id="rId4"/>
    <p:sldId id="305" r:id="rId5"/>
    <p:sldId id="306" r:id="rId6"/>
    <p:sldId id="302" r:id="rId7"/>
    <p:sldId id="298" r:id="rId8"/>
    <p:sldId id="301" r:id="rId9"/>
    <p:sldId id="29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710BF8-8181-4774-9268-942DE173AE29}" v="357" dt="2026-04-14T04:55:34.294"/>
    <p1510:client id="{B700F777-47A7-4943-823D-5FB124096B51}" v="408" dt="2026-04-13T13:34:56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1468" y="-9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14T04:55:53.435" v="8360" actId="11529"/>
      <pc:docMkLst>
        <pc:docMk/>
      </pc:docMkLst>
      <pc:sldChg chg="addSp delSp modSp add del mod">
        <pc:chgData name="昕 许" userId="a2975fcd840abfc3" providerId="LiveId" clId="{49CCD4F9-177C-4270-9A14-60236FF377E8}" dt="2026-04-14T04:27:52.342" v="8197" actId="47"/>
        <pc:sldMkLst>
          <pc:docMk/>
          <pc:sldMk cId="3949537576" sldId="296"/>
        </pc:sldMkLst>
      </pc:sldChg>
      <pc:sldChg chg="addSp delSp modSp add mod">
        <pc:chgData name="昕 许" userId="a2975fcd840abfc3" providerId="LiveId" clId="{49CCD4F9-177C-4270-9A14-60236FF377E8}" dt="2026-04-07T08:51:59.101" v="6366" actId="20577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5" creationId="{3133B430-41F7-9915-FAC3-F3AB549F4308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6" creationId="{68478F13-589F-F6E7-2753-032779260512}"/>
          </ac:spMkLst>
        </pc:spChg>
        <pc:grpChg chg="mod">
          <ac:chgData name="昕 许" userId="a2975fcd840abfc3" providerId="LiveId" clId="{49CCD4F9-177C-4270-9A14-60236FF377E8}" dt="2026-04-07T08:51:59.101" v="6366" actId="20577"/>
          <ac:grpSpMkLst>
            <pc:docMk/>
            <pc:sldMk cId="3112887342" sldId="297"/>
            <ac:grpSpMk id="84" creationId="{8334FB7F-C0E9-F2B0-08D6-B8C6B893EDC0}"/>
          </ac:grpSpMkLst>
        </pc:grpChg>
      </pc:sldChg>
      <pc:sldChg chg="addSp delSp modSp add mod">
        <pc:chgData name="昕 许" userId="a2975fcd840abfc3" providerId="LiveId" clId="{49CCD4F9-177C-4270-9A14-60236FF377E8}" dt="2026-04-13T13:33:49.682" v="7225" actId="14100"/>
        <pc:sldMkLst>
          <pc:docMk/>
          <pc:sldMk cId="592326987" sldId="298"/>
        </pc:sldMkLst>
        <pc:spChg chg="add del mod">
          <ac:chgData name="昕 许" userId="a2975fcd840abfc3" providerId="LiveId" clId="{49CCD4F9-177C-4270-9A14-60236FF377E8}" dt="2026-04-13T13:21:21.235" v="7083" actId="1076"/>
          <ac:spMkLst>
            <pc:docMk/>
            <pc:sldMk cId="592326987" sldId="298"/>
            <ac:spMk id="4" creationId="{D9436134-6E43-733F-DAD3-80CC7395B228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0" creationId="{881FAC05-3D8A-8367-4900-4CE873EA6068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1" creationId="{79834299-B426-CEC2-A984-6F2622D9367A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5" creationId="{71E4DF62-4054-807E-AC9C-CF1B7B7DC93F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6" creationId="{3B53BAB7-AB80-5C7D-B1E9-DBA76D3E8261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7" creationId="{7F774452-B004-E85A-51A3-7D64BE585E2A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18" creationId="{83A2B302-6196-E9C3-32B1-46A00EE0ABCF}"/>
          </ac:spMkLst>
        </pc:spChg>
        <pc:spChg chg="add mod">
          <ac:chgData name="昕 许" userId="a2975fcd840abfc3" providerId="LiveId" clId="{49CCD4F9-177C-4270-9A14-60236FF377E8}" dt="2026-04-13T13:07:09.316" v="6795"/>
          <ac:spMkLst>
            <pc:docMk/>
            <pc:sldMk cId="592326987" sldId="298"/>
            <ac:spMk id="20" creationId="{ACD3195D-684E-EEB8-5FD2-76BDAEEDEFFC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24" creationId="{A873EE7F-9240-B03A-AAB4-555AAEEA13C1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25" creationId="{C8AD637C-DFBF-FC1D-C37E-6F8369CC332C}"/>
          </ac:spMkLst>
        </pc:spChg>
        <pc:spChg chg="add del mod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27" creationId="{5608A7A6-9AB1-A61C-84B4-837B89386C15}"/>
          </ac:spMkLst>
        </pc:spChg>
        <pc:spChg chg="add del">
          <ac:chgData name="昕 许" userId="a2975fcd840abfc3" providerId="LiveId" clId="{49CCD4F9-177C-4270-9A14-60236FF377E8}" dt="2026-04-13T13:07:52.847" v="6816" actId="478"/>
          <ac:spMkLst>
            <pc:docMk/>
            <pc:sldMk cId="592326987" sldId="298"/>
            <ac:spMk id="30" creationId="{5D5D6D86-E90A-9591-773C-3F56F4669DB3}"/>
          </ac:spMkLst>
        </pc:spChg>
        <pc:spChg chg="add del">
          <ac:chgData name="昕 许" userId="a2975fcd840abfc3" providerId="LiveId" clId="{49CCD4F9-177C-4270-9A14-60236FF377E8}" dt="2026-04-13T13:07:50.156" v="6815" actId="478"/>
          <ac:spMkLst>
            <pc:docMk/>
            <pc:sldMk cId="592326987" sldId="298"/>
            <ac:spMk id="32" creationId="{B831A225-CC3B-5D2F-F4EC-C9610090B156}"/>
          </ac:spMkLst>
        </pc:spChg>
        <pc:spChg chg="del">
          <ac:chgData name="昕 许" userId="a2975fcd840abfc3" providerId="LiveId" clId="{49CCD4F9-177C-4270-9A14-60236FF377E8}" dt="2026-04-13T13:07:08.612" v="6794" actId="478"/>
          <ac:spMkLst>
            <pc:docMk/>
            <pc:sldMk cId="592326987" sldId="298"/>
            <ac:spMk id="41" creationId="{C61EA11E-38C0-A6C6-5F93-B615DBDD6822}"/>
          </ac:spMkLst>
        </pc:spChg>
        <pc:spChg chg="add del">
          <ac:chgData name="昕 许" userId="a2975fcd840abfc3" providerId="LiveId" clId="{49CCD4F9-177C-4270-9A14-60236FF377E8}" dt="2026-04-13T13:07:50.156" v="6815" actId="478"/>
          <ac:spMkLst>
            <pc:docMk/>
            <pc:sldMk cId="592326987" sldId="298"/>
            <ac:spMk id="43" creationId="{41644F01-B536-14EF-61DC-C79B03897188}"/>
          </ac:spMkLst>
        </pc:spChg>
        <pc:spChg chg="add del">
          <ac:chgData name="昕 许" userId="a2975fcd840abfc3" providerId="LiveId" clId="{49CCD4F9-177C-4270-9A14-60236FF377E8}" dt="2026-04-13T13:07:50.156" v="6815" actId="478"/>
          <ac:spMkLst>
            <pc:docMk/>
            <pc:sldMk cId="592326987" sldId="298"/>
            <ac:spMk id="44" creationId="{51163728-6C86-67E3-CFAD-1BB9913E0B98}"/>
          </ac:spMkLst>
        </pc:spChg>
        <pc:spChg chg="add del">
          <ac:chgData name="昕 许" userId="a2975fcd840abfc3" providerId="LiveId" clId="{49CCD4F9-177C-4270-9A14-60236FF377E8}" dt="2026-04-13T13:07:50.156" v="6815" actId="478"/>
          <ac:spMkLst>
            <pc:docMk/>
            <pc:sldMk cId="592326987" sldId="298"/>
            <ac:spMk id="46" creationId="{62FD91F5-CF7B-0237-1A0A-F7532375C7F6}"/>
          </ac:spMkLst>
        </pc:spChg>
        <pc:spChg chg="add del">
          <ac:chgData name="昕 许" userId="a2975fcd840abfc3" providerId="LiveId" clId="{49CCD4F9-177C-4270-9A14-60236FF377E8}" dt="2026-04-13T13:07:50.156" v="6815" actId="478"/>
          <ac:spMkLst>
            <pc:docMk/>
            <pc:sldMk cId="592326987" sldId="298"/>
            <ac:spMk id="54" creationId="{7CB7856E-B42E-84B1-7389-B7C5E360FC1D}"/>
          </ac:spMkLst>
        </pc:spChg>
        <pc:spChg chg="add del mod">
          <ac:chgData name="昕 许" userId="a2975fcd840abfc3" providerId="LiveId" clId="{49CCD4F9-177C-4270-9A14-60236FF377E8}" dt="2026-04-13T13:08:20.310" v="6833" actId="164"/>
          <ac:spMkLst>
            <pc:docMk/>
            <pc:sldMk cId="592326987" sldId="298"/>
            <ac:spMk id="55" creationId="{A4D55713-1207-2318-44BF-1C8FF5DEBCF3}"/>
          </ac:spMkLst>
        </pc:spChg>
        <pc:spChg chg="add del mod">
          <ac:chgData name="昕 许" userId="a2975fcd840abfc3" providerId="LiveId" clId="{49CCD4F9-177C-4270-9A14-60236FF377E8}" dt="2026-04-13T13:08:20.310" v="6833" actId="164"/>
          <ac:spMkLst>
            <pc:docMk/>
            <pc:sldMk cId="592326987" sldId="298"/>
            <ac:spMk id="61" creationId="{4F78EFA7-B3D3-C0B3-3FFE-3C918DE299F1}"/>
          </ac:spMkLst>
        </pc:spChg>
        <pc:spChg chg="mod topLvl">
          <ac:chgData name="昕 许" userId="a2975fcd840abfc3" providerId="LiveId" clId="{49CCD4F9-177C-4270-9A14-60236FF377E8}" dt="2026-04-13T13:08:05.366" v="6828" actId="1076"/>
          <ac:spMkLst>
            <pc:docMk/>
            <pc:sldMk cId="592326987" sldId="298"/>
            <ac:spMk id="63" creationId="{9E3E8EE8-3558-D5FC-CB2C-EB85131F9CA2}"/>
          </ac:spMkLst>
        </pc:spChg>
        <pc:spChg chg="mod">
          <ac:chgData name="昕 许" userId="a2975fcd840abfc3" providerId="LiveId" clId="{49CCD4F9-177C-4270-9A14-60236FF377E8}" dt="2026-04-13T13:08:05.366" v="6828" actId="1076"/>
          <ac:spMkLst>
            <pc:docMk/>
            <pc:sldMk cId="592326987" sldId="298"/>
            <ac:spMk id="64" creationId="{AED4B3DE-60A4-A985-26D9-12959DE36690}"/>
          </ac:spMkLst>
        </pc:spChg>
        <pc:spChg chg="del mod topLvl">
          <ac:chgData name="昕 许" userId="a2975fcd840abfc3" providerId="LiveId" clId="{49CCD4F9-177C-4270-9A14-60236FF377E8}" dt="2026-04-13T13:10:06.515" v="6889" actId="478"/>
          <ac:spMkLst>
            <pc:docMk/>
            <pc:sldMk cId="592326987" sldId="298"/>
            <ac:spMk id="65" creationId="{FCE90613-F45E-389D-1E38-D0F0190456FF}"/>
          </ac:spMkLst>
        </pc:spChg>
        <pc:spChg chg="mod">
          <ac:chgData name="昕 许" userId="a2975fcd840abfc3" providerId="LiveId" clId="{49CCD4F9-177C-4270-9A14-60236FF377E8}" dt="2026-04-13T13:08:05.366" v="6828" actId="1076"/>
          <ac:spMkLst>
            <pc:docMk/>
            <pc:sldMk cId="592326987" sldId="298"/>
            <ac:spMk id="69" creationId="{4BF0C708-A3BA-F1E5-2E59-A7975D49394A}"/>
          </ac:spMkLst>
        </pc:spChg>
        <pc:spChg chg="mod">
          <ac:chgData name="昕 许" userId="a2975fcd840abfc3" providerId="LiveId" clId="{49CCD4F9-177C-4270-9A14-60236FF377E8}" dt="2026-04-13T13:08:05.366" v="6828" actId="1076"/>
          <ac:spMkLst>
            <pc:docMk/>
            <pc:sldMk cId="592326987" sldId="298"/>
            <ac:spMk id="70" creationId="{6EADEBE2-A65C-3054-C7FF-3ABA67071826}"/>
          </ac:spMkLst>
        </pc:spChg>
        <pc:spChg chg="del mod topLvl">
          <ac:chgData name="昕 许" userId="a2975fcd840abfc3" providerId="LiveId" clId="{49CCD4F9-177C-4270-9A14-60236FF377E8}" dt="2026-04-13T13:08:53.370" v="6840" actId="478"/>
          <ac:spMkLst>
            <pc:docMk/>
            <pc:sldMk cId="592326987" sldId="298"/>
            <ac:spMk id="71" creationId="{7785603E-5C52-FDAB-C430-CF98F80EE41D}"/>
          </ac:spMkLst>
        </pc:spChg>
        <pc:spChg chg="mod topLvl">
          <ac:chgData name="昕 许" userId="a2975fcd840abfc3" providerId="LiveId" clId="{49CCD4F9-177C-4270-9A14-60236FF377E8}" dt="2026-04-13T13:10:22.410" v="6895" actId="208"/>
          <ac:spMkLst>
            <pc:docMk/>
            <pc:sldMk cId="592326987" sldId="298"/>
            <ac:spMk id="72" creationId="{B2F0F517-8064-06B7-7C74-127E3364C525}"/>
          </ac:spMkLst>
        </pc:spChg>
        <pc:spChg chg="del mod">
          <ac:chgData name="昕 许" userId="a2975fcd840abfc3" providerId="LiveId" clId="{49CCD4F9-177C-4270-9A14-60236FF377E8}" dt="2026-04-13T13:08:56.350" v="6841" actId="478"/>
          <ac:spMkLst>
            <pc:docMk/>
            <pc:sldMk cId="592326987" sldId="298"/>
            <ac:spMk id="73" creationId="{74976F01-B102-3662-9A5A-F0DAD29BC89E}"/>
          </ac:spMkLst>
        </pc:spChg>
        <pc:spChg chg="add del mod">
          <ac:chgData name="昕 许" userId="a2975fcd840abfc3" providerId="LiveId" clId="{49CCD4F9-177C-4270-9A14-60236FF377E8}" dt="2026-04-13T13:08:20.310" v="6833" actId="164"/>
          <ac:spMkLst>
            <pc:docMk/>
            <pc:sldMk cId="592326987" sldId="298"/>
            <ac:spMk id="74" creationId="{804CEEE0-9EF2-B9D1-0D33-4BC4A1A5B587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76" creationId="{2E11A1D9-B855-228F-AD8C-403D3924DEA4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77" creationId="{F8DC8A2F-9CE2-717B-6EAB-84E27EC7E6A3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78" creationId="{29CE6352-1DAE-0BEB-C84E-9145B8808296}"/>
          </ac:spMkLst>
        </pc:spChg>
        <pc:spChg chg="mod topLvl">
          <ac:chgData name="昕 许" userId="a2975fcd840abfc3" providerId="LiveId" clId="{49CCD4F9-177C-4270-9A14-60236FF377E8}" dt="2026-04-13T13:08:03.142" v="6826" actId="165"/>
          <ac:spMkLst>
            <pc:docMk/>
            <pc:sldMk cId="592326987" sldId="298"/>
            <ac:spMk id="80" creationId="{AFF12315-2210-0E52-EBB0-319B8F5A2017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81" creationId="{22ED5EB5-01FD-F022-5EFF-C349784CF5E8}"/>
          </ac:spMkLst>
        </pc:spChg>
        <pc:spChg chg="del mod topLvl">
          <ac:chgData name="昕 许" userId="a2975fcd840abfc3" providerId="LiveId" clId="{49CCD4F9-177C-4270-9A14-60236FF377E8}" dt="2026-04-13T13:10:05.773" v="6888" actId="478"/>
          <ac:spMkLst>
            <pc:docMk/>
            <pc:sldMk cId="592326987" sldId="298"/>
            <ac:spMk id="82" creationId="{E2D5C70C-F660-2A4C-5541-9184A77743F2}"/>
          </ac:spMkLst>
        </pc:spChg>
        <pc:spChg chg="del mod topLvl">
          <ac:chgData name="昕 许" userId="a2975fcd840abfc3" providerId="LiveId" clId="{49CCD4F9-177C-4270-9A14-60236FF377E8}" dt="2026-04-13T13:33:37.751" v="7223" actId="478"/>
          <ac:spMkLst>
            <pc:docMk/>
            <pc:sldMk cId="592326987" sldId="298"/>
            <ac:spMk id="83" creationId="{A85A55BD-DD2C-B62C-D364-BBE3B3BB9167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84" creationId="{8A45091D-31F0-DFA0-6059-87810C85EE3D}"/>
          </ac:spMkLst>
        </pc:spChg>
        <pc:spChg chg="mod">
          <ac:chgData name="昕 许" userId="a2975fcd840abfc3" providerId="LiveId" clId="{49CCD4F9-177C-4270-9A14-60236FF377E8}" dt="2026-04-13T13:07:59.414" v="6824" actId="20577"/>
          <ac:spMkLst>
            <pc:docMk/>
            <pc:sldMk cId="592326987" sldId="298"/>
            <ac:spMk id="85" creationId="{FB5F5BBB-A66B-D655-B82B-5C3158E9161F}"/>
          </ac:spMkLst>
        </pc:spChg>
        <pc:spChg chg="add del mod">
          <ac:chgData name="昕 许" userId="a2975fcd840abfc3" providerId="LiveId" clId="{49CCD4F9-177C-4270-9A14-60236FF377E8}" dt="2026-04-13T13:08:20.310" v="6833" actId="164"/>
          <ac:spMkLst>
            <pc:docMk/>
            <pc:sldMk cId="592326987" sldId="298"/>
            <ac:spMk id="86" creationId="{C0909BA2-3C64-346F-3ED4-B36DA3FEF5EF}"/>
          </ac:spMkLst>
        </pc:spChg>
        <pc:spChg chg="mod topLvl">
          <ac:chgData name="昕 许" userId="a2975fcd840abfc3" providerId="LiveId" clId="{49CCD4F9-177C-4270-9A14-60236FF377E8}" dt="2026-04-13T13:08:03.142" v="6826" actId="165"/>
          <ac:spMkLst>
            <pc:docMk/>
            <pc:sldMk cId="592326987" sldId="298"/>
            <ac:spMk id="88" creationId="{9DBFC881-0DE6-0E93-6121-39A5B2A03363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89" creationId="{D399E3C0-5832-8348-B884-9881FE914728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0" creationId="{DB9ACBBA-EDD8-DB4C-3306-32423ED48516}"/>
          </ac:spMkLst>
        </pc:spChg>
        <pc:spChg chg="mod topLvl">
          <ac:chgData name="昕 许" userId="a2975fcd840abfc3" providerId="LiveId" clId="{49CCD4F9-177C-4270-9A14-60236FF377E8}" dt="2026-04-13T13:08:03.142" v="6826" actId="165"/>
          <ac:spMkLst>
            <pc:docMk/>
            <pc:sldMk cId="592326987" sldId="298"/>
            <ac:spMk id="91" creationId="{C321D61D-7D30-29F4-327F-6AC1B42D6CA5}"/>
          </ac:spMkLst>
        </pc:spChg>
        <pc:spChg chg="mod topLvl">
          <ac:chgData name="昕 许" userId="a2975fcd840abfc3" providerId="LiveId" clId="{49CCD4F9-177C-4270-9A14-60236FF377E8}" dt="2026-04-13T13:08:03.142" v="6826" actId="165"/>
          <ac:spMkLst>
            <pc:docMk/>
            <pc:sldMk cId="592326987" sldId="298"/>
            <ac:spMk id="92" creationId="{5FE27775-597B-1546-B77E-501B553ED6FC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3" creationId="{12630824-0494-1427-615B-ABB0E7BE162E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4" creationId="{EA43CFEF-0C07-D3FA-2876-D6BE9CBC5399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5" creationId="{6714159E-8818-FB95-DBD9-55C2C1D5A54F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6" creationId="{F12831E4-B03B-270F-6E1D-3796FA42654C}"/>
          </ac:spMkLst>
        </pc:spChg>
        <pc:spChg chg="mod">
          <ac:chgData name="昕 许" userId="a2975fcd840abfc3" providerId="LiveId" clId="{49CCD4F9-177C-4270-9A14-60236FF377E8}" dt="2026-04-13T13:08:00.527" v="6825" actId="20577"/>
          <ac:spMkLst>
            <pc:docMk/>
            <pc:sldMk cId="592326987" sldId="298"/>
            <ac:spMk id="97" creationId="{286C7CFA-EDF0-8BC4-64F3-B2B455E527B3}"/>
          </ac:spMkLst>
        </pc:spChg>
        <pc:spChg chg="add del mod">
          <ac:chgData name="昕 许" userId="a2975fcd840abfc3" providerId="LiveId" clId="{49CCD4F9-177C-4270-9A14-60236FF377E8}" dt="2026-04-13T13:08:20.310" v="6833" actId="164"/>
          <ac:spMkLst>
            <pc:docMk/>
            <pc:sldMk cId="592326987" sldId="298"/>
            <ac:spMk id="98" creationId="{A57B8176-FE89-FADE-BE6F-60AC3D017C54}"/>
          </ac:spMkLst>
        </pc:spChg>
        <pc:spChg chg="add del">
          <ac:chgData name="昕 许" userId="a2975fcd840abfc3" providerId="LiveId" clId="{49CCD4F9-177C-4270-9A14-60236FF377E8}" dt="2026-04-13T13:08:23.675" v="6835" actId="478"/>
          <ac:spMkLst>
            <pc:docMk/>
            <pc:sldMk cId="592326987" sldId="298"/>
            <ac:spMk id="99" creationId="{A2D7F8DA-59CD-3152-890D-8556636CA569}"/>
          </ac:spMkLst>
        </pc:spChg>
        <pc:spChg chg="add mod">
          <ac:chgData name="昕 许" userId="a2975fcd840abfc3" providerId="LiveId" clId="{49CCD4F9-177C-4270-9A14-60236FF377E8}" dt="2026-04-13T13:15:49.929" v="6989" actId="1076"/>
          <ac:spMkLst>
            <pc:docMk/>
            <pc:sldMk cId="592326987" sldId="298"/>
            <ac:spMk id="104" creationId="{7DAC861E-60C7-5803-E238-509B20E21660}"/>
          </ac:spMkLst>
        </pc:spChg>
        <pc:spChg chg="add mod">
          <ac:chgData name="昕 许" userId="a2975fcd840abfc3" providerId="LiveId" clId="{49CCD4F9-177C-4270-9A14-60236FF377E8}" dt="2026-04-13T13:31:51.223" v="7212" actId="1076"/>
          <ac:spMkLst>
            <pc:docMk/>
            <pc:sldMk cId="592326987" sldId="298"/>
            <ac:spMk id="105" creationId="{CB7E0275-F616-3144-0D12-2EA949605717}"/>
          </ac:spMkLst>
        </pc:spChg>
        <pc:spChg chg="add mod">
          <ac:chgData name="昕 许" userId="a2975fcd840abfc3" providerId="LiveId" clId="{49CCD4F9-177C-4270-9A14-60236FF377E8}" dt="2026-04-13T13:23:08.064" v="7085" actId="1076"/>
          <ac:spMkLst>
            <pc:docMk/>
            <pc:sldMk cId="592326987" sldId="298"/>
            <ac:spMk id="106" creationId="{A7A776ED-6302-C61C-C292-EC3EEEB8A5B6}"/>
          </ac:spMkLst>
        </pc:spChg>
        <pc:spChg chg="add mod">
          <ac:chgData name="昕 许" userId="a2975fcd840abfc3" providerId="LiveId" clId="{49CCD4F9-177C-4270-9A14-60236FF377E8}" dt="2026-04-13T13:10:11.788" v="6892"/>
          <ac:spMkLst>
            <pc:docMk/>
            <pc:sldMk cId="592326987" sldId="298"/>
            <ac:spMk id="107" creationId="{8B19E877-2099-3E30-37B3-7FB7CA409681}"/>
          </ac:spMkLst>
        </pc:spChg>
        <pc:spChg chg="add mod">
          <ac:chgData name="昕 许" userId="a2975fcd840abfc3" providerId="LiveId" clId="{49CCD4F9-177C-4270-9A14-60236FF377E8}" dt="2026-04-13T13:10:16.393" v="6894" actId="1076"/>
          <ac:spMkLst>
            <pc:docMk/>
            <pc:sldMk cId="592326987" sldId="298"/>
            <ac:spMk id="108" creationId="{C5832C1F-FC4D-C12C-B3C9-52CD8AD08AB7}"/>
          </ac:spMkLst>
        </pc:spChg>
        <pc:spChg chg="add mod">
          <ac:chgData name="昕 许" userId="a2975fcd840abfc3" providerId="LiveId" clId="{49CCD4F9-177C-4270-9A14-60236FF377E8}" dt="2026-04-13T13:32:09.254" v="7214" actId="207"/>
          <ac:spMkLst>
            <pc:docMk/>
            <pc:sldMk cId="592326987" sldId="298"/>
            <ac:spMk id="112" creationId="{1020B6E0-AFD1-39E3-92B6-1856544D0F47}"/>
          </ac:spMkLst>
        </pc:spChg>
        <pc:spChg chg="add mod">
          <ac:chgData name="昕 许" userId="a2975fcd840abfc3" providerId="LiveId" clId="{49CCD4F9-177C-4270-9A14-60236FF377E8}" dt="2026-04-13T13:19:40.614" v="7058" actId="164"/>
          <ac:spMkLst>
            <pc:docMk/>
            <pc:sldMk cId="592326987" sldId="298"/>
            <ac:spMk id="113" creationId="{9A2EE30D-E519-BE58-049F-D356D0D211CC}"/>
          </ac:spMkLst>
        </pc:spChg>
        <pc:spChg chg="add mod">
          <ac:chgData name="昕 许" userId="a2975fcd840abfc3" providerId="LiveId" clId="{49CCD4F9-177C-4270-9A14-60236FF377E8}" dt="2026-04-13T13:19:40.614" v="7058" actId="164"/>
          <ac:spMkLst>
            <pc:docMk/>
            <pc:sldMk cId="592326987" sldId="298"/>
            <ac:spMk id="114" creationId="{373A9192-117A-AC5B-1927-583227ED89F9}"/>
          </ac:spMkLst>
        </pc:spChg>
        <pc:spChg chg="add mod">
          <ac:chgData name="昕 许" userId="a2975fcd840abfc3" providerId="LiveId" clId="{49CCD4F9-177C-4270-9A14-60236FF377E8}" dt="2026-04-13T13:23:37.289" v="7109" actId="113"/>
          <ac:spMkLst>
            <pc:docMk/>
            <pc:sldMk cId="592326987" sldId="298"/>
            <ac:spMk id="148" creationId="{E91857BB-89B7-4C85-7A41-D0B6682F12BE}"/>
          </ac:spMkLst>
        </pc:spChg>
        <pc:spChg chg="add mod">
          <ac:chgData name="昕 许" userId="a2975fcd840abfc3" providerId="LiveId" clId="{49CCD4F9-177C-4270-9A14-60236FF377E8}" dt="2026-04-13T13:23:49.340" v="7117" actId="1076"/>
          <ac:spMkLst>
            <pc:docMk/>
            <pc:sldMk cId="592326987" sldId="298"/>
            <ac:spMk id="149" creationId="{A509B392-CA56-DAA1-7C32-B4288903F8A9}"/>
          </ac:spMkLst>
        </pc:spChg>
        <pc:spChg chg="add mod">
          <ac:chgData name="昕 许" userId="a2975fcd840abfc3" providerId="LiveId" clId="{49CCD4F9-177C-4270-9A14-60236FF377E8}" dt="2026-04-13T13:33:30.424" v="7222" actId="207"/>
          <ac:spMkLst>
            <pc:docMk/>
            <pc:sldMk cId="592326987" sldId="298"/>
            <ac:spMk id="153" creationId="{F6D70E6E-F66A-CB6E-1E01-D81B4B4FC31A}"/>
          </ac:spMkLst>
        </pc:spChg>
        <pc:grpChg chg="add del mod">
          <ac:chgData name="昕 许" userId="a2975fcd840abfc3" providerId="LiveId" clId="{49CCD4F9-177C-4270-9A14-60236FF377E8}" dt="2026-04-13T13:07:58.270" v="6823" actId="20577"/>
          <ac:grpSpMkLst>
            <pc:docMk/>
            <pc:sldMk cId="592326987" sldId="298"/>
            <ac:grpSpMk id="62" creationId="{102A087E-1458-F86C-99EF-E297B78B2182}"/>
          </ac:grpSpMkLst>
        </pc:grpChg>
        <pc:grpChg chg="add del mod">
          <ac:chgData name="昕 许" userId="a2975fcd840abfc3" providerId="LiveId" clId="{49CCD4F9-177C-4270-9A14-60236FF377E8}" dt="2026-04-13T13:07:36.515" v="6805" actId="164"/>
          <ac:grpSpMkLst>
            <pc:docMk/>
            <pc:sldMk cId="592326987" sldId="298"/>
            <ac:grpSpMk id="75" creationId="{5D6C79B0-4A67-E55B-C4D4-1861388790B5}"/>
          </ac:grpSpMkLst>
        </pc:grpChg>
        <pc:grpChg chg="add del mod">
          <ac:chgData name="昕 许" userId="a2975fcd840abfc3" providerId="LiveId" clId="{49CCD4F9-177C-4270-9A14-60236FF377E8}" dt="2026-04-13T13:07:36.515" v="6805" actId="164"/>
          <ac:grpSpMkLst>
            <pc:docMk/>
            <pc:sldMk cId="592326987" sldId="298"/>
            <ac:grpSpMk id="87" creationId="{C6739E29-6377-0152-66D7-22B15FD6EFF9}"/>
          </ac:grpSpMkLst>
        </pc:grpChg>
        <pc:grpChg chg="add mod">
          <ac:chgData name="昕 许" userId="a2975fcd840abfc3" providerId="LiveId" clId="{49CCD4F9-177C-4270-9A14-60236FF377E8}" dt="2026-04-13T13:07:36.515" v="6805" actId="164"/>
          <ac:grpSpMkLst>
            <pc:docMk/>
            <pc:sldMk cId="592326987" sldId="298"/>
            <ac:grpSpMk id="102" creationId="{384960BF-5E9C-BBBD-206C-8D4A521565A2}"/>
          </ac:grpSpMkLst>
        </pc:grpChg>
        <pc:grpChg chg="add mod">
          <ac:chgData name="昕 许" userId="a2975fcd840abfc3" providerId="LiveId" clId="{49CCD4F9-177C-4270-9A14-60236FF377E8}" dt="2026-04-13T13:08:22.247" v="6834" actId="1076"/>
          <ac:grpSpMkLst>
            <pc:docMk/>
            <pc:sldMk cId="592326987" sldId="298"/>
            <ac:grpSpMk id="103" creationId="{674B6394-342E-6FC2-D209-038BBC4C4E3E}"/>
          </ac:grpSpMkLst>
        </pc:grpChg>
        <pc:grpChg chg="add mod">
          <ac:chgData name="昕 许" userId="a2975fcd840abfc3" providerId="LiveId" clId="{49CCD4F9-177C-4270-9A14-60236FF377E8}" dt="2026-04-13T13:31:58.300" v="7213" actId="1076"/>
          <ac:grpSpMkLst>
            <pc:docMk/>
            <pc:sldMk cId="592326987" sldId="298"/>
            <ac:grpSpMk id="127" creationId="{4783DB00-5054-05AB-F551-E215C2C784B9}"/>
          </ac:grpSpMkLst>
        </pc:grpChg>
        <pc:cxnChg chg="del">
          <ac:chgData name="昕 许" userId="a2975fcd840abfc3" providerId="LiveId" clId="{49CCD4F9-177C-4270-9A14-60236FF377E8}" dt="2026-04-13T13:08:25.481" v="6836" actId="478"/>
          <ac:cxnSpMkLst>
            <pc:docMk/>
            <pc:sldMk cId="592326987" sldId="298"/>
            <ac:cxnSpMk id="100" creationId="{6B6C3107-3547-9E53-9EF5-8D0580765F51}"/>
          </ac:cxnSpMkLst>
        </pc:cxnChg>
        <pc:cxnChg chg="del">
          <ac:chgData name="昕 许" userId="a2975fcd840abfc3" providerId="LiveId" clId="{49CCD4F9-177C-4270-9A14-60236FF377E8}" dt="2026-04-13T13:08:26.317" v="6837" actId="478"/>
          <ac:cxnSpMkLst>
            <pc:docMk/>
            <pc:sldMk cId="592326987" sldId="298"/>
            <ac:cxnSpMk id="101" creationId="{C0039299-916D-DC42-4522-749F16B2D9ED}"/>
          </ac:cxnSpMkLst>
        </pc:cxnChg>
        <pc:cxnChg chg="add mod">
          <ac:chgData name="昕 许" userId="a2975fcd840abfc3" providerId="LiveId" clId="{49CCD4F9-177C-4270-9A14-60236FF377E8}" dt="2026-04-13T13:33:49.682" v="7225" actId="14100"/>
          <ac:cxnSpMkLst>
            <pc:docMk/>
            <pc:sldMk cId="592326987" sldId="298"/>
            <ac:cxnSpMk id="110" creationId="{59C66E3D-E7B4-F8A6-9484-F60D7D99AAE2}"/>
          </ac:cxnSpMkLst>
        </pc:cxnChg>
        <pc:cxnChg chg="add del mod">
          <ac:chgData name="昕 许" userId="a2975fcd840abfc3" providerId="LiveId" clId="{49CCD4F9-177C-4270-9A14-60236FF377E8}" dt="2026-04-13T13:19:03.472" v="7052" actId="21"/>
          <ac:cxnSpMkLst>
            <pc:docMk/>
            <pc:sldMk cId="592326987" sldId="298"/>
            <ac:cxnSpMk id="117" creationId="{6389474A-E9A5-3393-3001-9A2FA9F8A909}"/>
          </ac:cxnSpMkLst>
        </pc:cxnChg>
        <pc:cxnChg chg="add del mod">
          <ac:chgData name="昕 许" userId="a2975fcd840abfc3" providerId="LiveId" clId="{49CCD4F9-177C-4270-9A14-60236FF377E8}" dt="2026-04-13T13:31:48.263" v="7209" actId="478"/>
          <ac:cxnSpMkLst>
            <pc:docMk/>
            <pc:sldMk cId="592326987" sldId="298"/>
            <ac:cxnSpMk id="129" creationId="{3B4D03B1-530A-45BA-C867-141A83E62397}"/>
          </ac:cxnSpMkLst>
        </pc:cxnChg>
        <pc:cxnChg chg="add del mod">
          <ac:chgData name="昕 许" userId="a2975fcd840abfc3" providerId="LiveId" clId="{49CCD4F9-177C-4270-9A14-60236FF377E8}" dt="2026-04-13T13:31:47.705" v="7208" actId="478"/>
          <ac:cxnSpMkLst>
            <pc:docMk/>
            <pc:sldMk cId="592326987" sldId="298"/>
            <ac:cxnSpMk id="132" creationId="{858EF6A4-1E03-A20E-D1F9-A6DDB01C4E42}"/>
          </ac:cxnSpMkLst>
        </pc:cxnChg>
        <pc:cxnChg chg="add del mod">
          <ac:chgData name="昕 许" userId="a2975fcd840abfc3" providerId="LiveId" clId="{49CCD4F9-177C-4270-9A14-60236FF377E8}" dt="2026-04-13T13:31:47.074" v="7207" actId="478"/>
          <ac:cxnSpMkLst>
            <pc:docMk/>
            <pc:sldMk cId="592326987" sldId="298"/>
            <ac:cxnSpMk id="135" creationId="{F8DA16A9-CCE8-18E9-46D8-AF0F7EA58C1B}"/>
          </ac:cxnSpMkLst>
        </pc:cxnChg>
        <pc:cxnChg chg="add del mod">
          <ac:chgData name="昕 许" userId="a2975fcd840abfc3" providerId="LiveId" clId="{49CCD4F9-177C-4270-9A14-60236FF377E8}" dt="2026-04-13T13:31:46.348" v="7206" actId="478"/>
          <ac:cxnSpMkLst>
            <pc:docMk/>
            <pc:sldMk cId="592326987" sldId="298"/>
            <ac:cxnSpMk id="143" creationId="{44293774-48BD-7669-5F11-EB1409F3A73D}"/>
          </ac:cxnSpMkLst>
        </pc:cxnChg>
        <pc:cxnChg chg="add mod">
          <ac:chgData name="昕 许" userId="a2975fcd840abfc3" providerId="LiveId" clId="{49CCD4F9-177C-4270-9A14-60236FF377E8}" dt="2026-04-13T13:33:08.415" v="7216" actId="1076"/>
          <ac:cxnSpMkLst>
            <pc:docMk/>
            <pc:sldMk cId="592326987" sldId="298"/>
            <ac:cxnSpMk id="150" creationId="{ABCC85B8-4B10-F6A0-12CC-188B21FBF53A}"/>
          </ac:cxnSpMkLst>
        </pc:cxnChg>
        <pc:cxnChg chg="add mod">
          <ac:chgData name="昕 许" userId="a2975fcd840abfc3" providerId="LiveId" clId="{49CCD4F9-177C-4270-9A14-60236FF377E8}" dt="2026-04-13T13:33:10.602" v="7218" actId="1076"/>
          <ac:cxnSpMkLst>
            <pc:docMk/>
            <pc:sldMk cId="592326987" sldId="298"/>
            <ac:cxnSpMk id="151" creationId="{CA968357-9B93-24C5-99FF-814947608852}"/>
          </ac:cxnSpMkLst>
        </pc:cxnChg>
        <pc:cxnChg chg="add mod">
          <ac:chgData name="昕 许" userId="a2975fcd840abfc3" providerId="LiveId" clId="{49CCD4F9-177C-4270-9A14-60236FF377E8}" dt="2026-04-13T13:33:12.909" v="7220" actId="1076"/>
          <ac:cxnSpMkLst>
            <pc:docMk/>
            <pc:sldMk cId="592326987" sldId="298"/>
            <ac:cxnSpMk id="152" creationId="{5E3A133F-EA0C-2995-9869-A205B5D57BF9}"/>
          </ac:cxnSpMkLst>
        </pc:cxnChg>
      </pc:sldChg>
      <pc:sldChg chg="addSp delSp modSp add mod">
        <pc:chgData name="昕 许" userId="a2975fcd840abfc3" providerId="LiveId" clId="{49CCD4F9-177C-4270-9A14-60236FF377E8}" dt="2026-04-14T04:31:25.720" v="8233" actId="207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14T02:27:58.040" v="7298" actId="164"/>
          <ac:spMkLst>
            <pc:docMk/>
            <pc:sldMk cId="2087942255" sldId="299"/>
            <ac:spMk id="3" creationId="{4CB29EB5-6B21-67C0-C430-98D52DBE5AC1}"/>
          </ac:spMkLst>
        </pc:spChg>
        <pc:spChg chg="add mod topLvl">
          <ac:chgData name="昕 许" userId="a2975fcd840abfc3" providerId="LiveId" clId="{49CCD4F9-177C-4270-9A14-60236FF377E8}" dt="2026-04-14T02:35:37.656" v="7455" actId="165"/>
          <ac:spMkLst>
            <pc:docMk/>
            <pc:sldMk cId="2087942255" sldId="299"/>
            <ac:spMk id="4" creationId="{805400F4-CBE0-CEEB-CBE6-DFCB9586A3D0}"/>
          </ac:spMkLst>
        </pc:spChg>
        <pc:spChg chg="add mod">
          <ac:chgData name="昕 许" userId="a2975fcd840abfc3" providerId="LiveId" clId="{49CCD4F9-177C-4270-9A14-60236FF377E8}" dt="2026-04-14T02:27:58.040" v="7298" actId="164"/>
          <ac:spMkLst>
            <pc:docMk/>
            <pc:sldMk cId="2087942255" sldId="299"/>
            <ac:spMk id="5" creationId="{04EEFA07-618D-08FA-FC3B-36F0A0A99FA7}"/>
          </ac:spMkLst>
        </pc:spChg>
        <pc:spChg chg="add del mod">
          <ac:chgData name="昕 许" userId="a2975fcd840abfc3" providerId="LiveId" clId="{49CCD4F9-177C-4270-9A14-60236FF377E8}" dt="2026-04-14T02:24:07.687" v="7242" actId="478"/>
          <ac:spMkLst>
            <pc:docMk/>
            <pc:sldMk cId="2087942255" sldId="299"/>
            <ac:spMk id="6" creationId="{6D670085-A925-965B-1E4F-37573E90AA3F}"/>
          </ac:spMkLst>
        </pc:spChg>
        <pc:spChg chg="add mod">
          <ac:chgData name="昕 许" userId="a2975fcd840abfc3" providerId="LiveId" clId="{49CCD4F9-177C-4270-9A14-60236FF377E8}" dt="2026-04-14T04:28:34.499" v="8207" actId="20577"/>
          <ac:spMkLst>
            <pc:docMk/>
            <pc:sldMk cId="2087942255" sldId="299"/>
            <ac:spMk id="6" creationId="{7B8147FF-61BF-7A36-C580-1B5278402842}"/>
          </ac:spMkLst>
        </pc:spChg>
        <pc:spChg chg="add mod">
          <ac:chgData name="昕 许" userId="a2975fcd840abfc3" providerId="LiveId" clId="{49CCD4F9-177C-4270-9A14-60236FF377E8}" dt="2026-04-14T02:27:58.040" v="7298" actId="164"/>
          <ac:spMkLst>
            <pc:docMk/>
            <pc:sldMk cId="2087942255" sldId="299"/>
            <ac:spMk id="7" creationId="{95535CFB-2477-D5C8-83C3-9B8843AD056C}"/>
          </ac:spMkLst>
        </pc:spChg>
        <pc:spChg chg="add mod">
          <ac:chgData name="昕 许" userId="a2975fcd840abfc3" providerId="LiveId" clId="{49CCD4F9-177C-4270-9A14-60236FF377E8}" dt="2026-04-14T02:27:58.040" v="7298" actId="164"/>
          <ac:spMkLst>
            <pc:docMk/>
            <pc:sldMk cId="2087942255" sldId="299"/>
            <ac:spMk id="8" creationId="{51482F40-035A-967F-2E47-F87DD4D979FB}"/>
          </ac:spMkLst>
        </pc:spChg>
        <pc:spChg chg="add mod topLvl">
          <ac:chgData name="昕 许" userId="a2975fcd840abfc3" providerId="LiveId" clId="{49CCD4F9-177C-4270-9A14-60236FF377E8}" dt="2026-04-14T02:35:37.656" v="7455" actId="165"/>
          <ac:spMkLst>
            <pc:docMk/>
            <pc:sldMk cId="2087942255" sldId="299"/>
            <ac:spMk id="9" creationId="{D5979CC0-6489-ECA5-0603-12FC9B7CF928}"/>
          </ac:spMkLst>
        </pc:spChg>
        <pc:spChg chg="add del mod">
          <ac:chgData name="昕 许" userId="a2975fcd840abfc3" providerId="LiveId" clId="{49CCD4F9-177C-4270-9A14-60236FF377E8}" dt="2026-04-14T02:24:07.687" v="7242" actId="478"/>
          <ac:spMkLst>
            <pc:docMk/>
            <pc:sldMk cId="2087942255" sldId="299"/>
            <ac:spMk id="10" creationId="{4E101EF6-0474-BC1E-1239-CC6E81C86EF1}"/>
          </ac:spMkLst>
        </pc:spChg>
        <pc:spChg chg="add del mod">
          <ac:chgData name="昕 许" userId="a2975fcd840abfc3" providerId="LiveId" clId="{49CCD4F9-177C-4270-9A14-60236FF377E8}" dt="2026-04-14T02:24:07.687" v="7242" actId="478"/>
          <ac:spMkLst>
            <pc:docMk/>
            <pc:sldMk cId="2087942255" sldId="299"/>
            <ac:spMk id="11" creationId="{5ECF2A84-52B0-804F-3281-569867B03370}"/>
          </ac:spMkLst>
        </pc:spChg>
        <pc:spChg chg="add mod">
          <ac:chgData name="昕 许" userId="a2975fcd840abfc3" providerId="LiveId" clId="{49CCD4F9-177C-4270-9A14-60236FF377E8}" dt="2026-04-14T02:27:58.040" v="7298" actId="164"/>
          <ac:spMkLst>
            <pc:docMk/>
            <pc:sldMk cId="2087942255" sldId="299"/>
            <ac:spMk id="12" creationId="{10B15CF2-5D5C-551D-BA96-CDE6E44BA776}"/>
          </ac:spMkLst>
        </pc:spChg>
        <pc:spChg chg="add mod">
          <ac:chgData name="昕 许" userId="a2975fcd840abfc3" providerId="LiveId" clId="{49CCD4F9-177C-4270-9A14-60236FF377E8}" dt="2026-04-14T04:28:42.028" v="8210" actId="1076"/>
          <ac:spMkLst>
            <pc:docMk/>
            <pc:sldMk cId="2087942255" sldId="299"/>
            <ac:spMk id="13" creationId="{523C832E-5554-C941-4F92-4E432F573651}"/>
          </ac:spMkLst>
        </pc:spChg>
        <pc:spChg chg="add del mod">
          <ac:chgData name="昕 许" userId="a2975fcd840abfc3" providerId="LiveId" clId="{49CCD4F9-177C-4270-9A14-60236FF377E8}" dt="2026-04-14T02:25:04.345" v="7257" actId="478"/>
          <ac:spMkLst>
            <pc:docMk/>
            <pc:sldMk cId="2087942255" sldId="299"/>
            <ac:spMk id="14" creationId="{423F7CF5-78B8-03F4-316D-DA7AB098FA3D}"/>
          </ac:spMkLst>
        </pc:spChg>
        <pc:spChg chg="add del mod">
          <ac:chgData name="昕 许" userId="a2975fcd840abfc3" providerId="LiveId" clId="{49CCD4F9-177C-4270-9A14-60236FF377E8}" dt="2026-04-14T02:24:07.687" v="7242" actId="478"/>
          <ac:spMkLst>
            <pc:docMk/>
            <pc:sldMk cId="2087942255" sldId="299"/>
            <ac:spMk id="15" creationId="{879E7CC5-190F-50F0-FFFD-D39797F879B1}"/>
          </ac:spMkLst>
        </pc:spChg>
        <pc:spChg chg="add del mod">
          <ac:chgData name="昕 许" userId="a2975fcd840abfc3" providerId="LiveId" clId="{49CCD4F9-177C-4270-9A14-60236FF377E8}" dt="2026-04-14T02:24:07.687" v="7242" actId="478"/>
          <ac:spMkLst>
            <pc:docMk/>
            <pc:sldMk cId="2087942255" sldId="299"/>
            <ac:spMk id="16" creationId="{4F378A91-F894-1065-CE9E-01076B9DF69E}"/>
          </ac:spMkLst>
        </pc:spChg>
        <pc:spChg chg="add del mod">
          <ac:chgData name="昕 许" userId="a2975fcd840abfc3" providerId="LiveId" clId="{49CCD4F9-177C-4270-9A14-60236FF377E8}" dt="2026-04-14T02:24:07.687" v="7242" actId="478"/>
          <ac:spMkLst>
            <pc:docMk/>
            <pc:sldMk cId="2087942255" sldId="299"/>
            <ac:spMk id="17" creationId="{41529941-06A6-07B4-95E6-47215BC0B0DB}"/>
          </ac:spMkLst>
        </pc:spChg>
        <pc:spChg chg="add del mod">
          <ac:chgData name="昕 许" userId="a2975fcd840abfc3" providerId="LiveId" clId="{49CCD4F9-177C-4270-9A14-60236FF377E8}" dt="2026-04-14T02:24:07.687" v="7242" actId="478"/>
          <ac:spMkLst>
            <pc:docMk/>
            <pc:sldMk cId="2087942255" sldId="299"/>
            <ac:spMk id="18" creationId="{452FBEF4-B159-6745-8314-5A94D6301CD7}"/>
          </ac:spMkLst>
        </pc:spChg>
        <pc:spChg chg="add del mod">
          <ac:chgData name="昕 许" userId="a2975fcd840abfc3" providerId="LiveId" clId="{49CCD4F9-177C-4270-9A14-60236FF377E8}" dt="2026-04-14T02:25:13.610" v="7260" actId="478"/>
          <ac:spMkLst>
            <pc:docMk/>
            <pc:sldMk cId="2087942255" sldId="299"/>
            <ac:spMk id="19" creationId="{88C28A16-657F-E0FB-C64B-6DA6553D4B6F}"/>
          </ac:spMkLst>
        </pc:spChg>
        <pc:spChg chg="add del mod">
          <ac:chgData name="昕 许" userId="a2975fcd840abfc3" providerId="LiveId" clId="{49CCD4F9-177C-4270-9A14-60236FF377E8}" dt="2026-04-14T02:24:07.687" v="7242" actId="478"/>
          <ac:spMkLst>
            <pc:docMk/>
            <pc:sldMk cId="2087942255" sldId="299"/>
            <ac:spMk id="20" creationId="{53967A2A-EE27-B97E-1772-EADC8F886A0A}"/>
          </ac:spMkLst>
        </pc:spChg>
        <pc:spChg chg="add mod">
          <ac:chgData name="昕 许" userId="a2975fcd840abfc3" providerId="LiveId" clId="{49CCD4F9-177C-4270-9A14-60236FF377E8}" dt="2026-04-13T13:03:40.283" v="6696" actId="1076"/>
          <ac:spMkLst>
            <pc:docMk/>
            <pc:sldMk cId="2087942255" sldId="299"/>
            <ac:spMk id="24" creationId="{897FC5F8-029C-C337-3BB2-9C3ABB90D564}"/>
          </ac:spMkLst>
        </pc:spChg>
        <pc:spChg chg="add del mod">
          <ac:chgData name="昕 许" userId="a2975fcd840abfc3" providerId="LiveId" clId="{49CCD4F9-177C-4270-9A14-60236FF377E8}" dt="2026-04-13T13:01:55.662" v="6679" actId="478"/>
          <ac:spMkLst>
            <pc:docMk/>
            <pc:sldMk cId="2087942255" sldId="299"/>
            <ac:spMk id="25" creationId="{76AD15F7-8B55-5F61-C246-01B95E0FEC4A}"/>
          </ac:spMkLst>
        </pc:spChg>
        <pc:spChg chg="add del mod">
          <ac:chgData name="昕 许" userId="a2975fcd840abfc3" providerId="LiveId" clId="{49CCD4F9-177C-4270-9A14-60236FF377E8}" dt="2026-04-14T02:24:07.687" v="7242" actId="478"/>
          <ac:spMkLst>
            <pc:docMk/>
            <pc:sldMk cId="2087942255" sldId="299"/>
            <ac:spMk id="26" creationId="{2BBB385B-A90B-E087-0D78-FD899A174DC0}"/>
          </ac:spMkLst>
        </pc:spChg>
        <pc:spChg chg="add mod">
          <ac:chgData name="昕 许" userId="a2975fcd840abfc3" providerId="LiveId" clId="{49CCD4F9-177C-4270-9A14-60236FF377E8}" dt="2026-04-13T13:04:58.300" v="6788" actId="255"/>
          <ac:spMkLst>
            <pc:docMk/>
            <pc:sldMk cId="2087942255" sldId="299"/>
            <ac:spMk id="27" creationId="{8D11DD99-B335-8AC4-84E8-10BD2652F1C5}"/>
          </ac:spMkLst>
        </pc:spChg>
        <pc:spChg chg="add del mod">
          <ac:chgData name="昕 许" userId="a2975fcd840abfc3" providerId="LiveId" clId="{49CCD4F9-177C-4270-9A14-60236FF377E8}" dt="2026-04-13T12:58:28.133" v="6540" actId="478"/>
          <ac:spMkLst>
            <pc:docMk/>
            <pc:sldMk cId="2087942255" sldId="299"/>
            <ac:spMk id="28" creationId="{1433307C-B519-F500-4C3D-C241FC14592E}"/>
          </ac:spMkLst>
        </pc:spChg>
        <pc:spChg chg="add del mod">
          <ac:chgData name="昕 许" userId="a2975fcd840abfc3" providerId="LiveId" clId="{49CCD4F9-177C-4270-9A14-60236FF377E8}" dt="2026-04-13T12:58:28.133" v="6540" actId="478"/>
          <ac:spMkLst>
            <pc:docMk/>
            <pc:sldMk cId="2087942255" sldId="299"/>
            <ac:spMk id="30" creationId="{3FEC2684-F8F6-77E5-8A0A-E358D6441BBD}"/>
          </ac:spMkLst>
        </pc:spChg>
        <pc:spChg chg="add del mod">
          <ac:chgData name="昕 许" userId="a2975fcd840abfc3" providerId="LiveId" clId="{49CCD4F9-177C-4270-9A14-60236FF377E8}" dt="2026-04-13T12:58:28.133" v="6540" actId="478"/>
          <ac:spMkLst>
            <pc:docMk/>
            <pc:sldMk cId="2087942255" sldId="299"/>
            <ac:spMk id="41" creationId="{B3CFC016-6951-70B6-69FF-18978C9F632C}"/>
          </ac:spMkLst>
        </pc:spChg>
        <pc:spChg chg="add del mod">
          <ac:chgData name="昕 许" userId="a2975fcd840abfc3" providerId="LiveId" clId="{49CCD4F9-177C-4270-9A14-60236FF377E8}" dt="2026-04-14T02:27:56.419" v="7297" actId="11529"/>
          <ac:spMkLst>
            <pc:docMk/>
            <pc:sldMk cId="2087942255" sldId="299"/>
            <ac:spMk id="41" creationId="{BEA4D5E1-2F35-A08E-BDB5-4C5AA2451463}"/>
          </ac:spMkLst>
        </pc:spChg>
        <pc:spChg chg="add del mod">
          <ac:chgData name="昕 许" userId="a2975fcd840abfc3" providerId="LiveId" clId="{49CCD4F9-177C-4270-9A14-60236FF377E8}" dt="2026-04-13T12:58:28.133" v="6540" actId="478"/>
          <ac:spMkLst>
            <pc:docMk/>
            <pc:sldMk cId="2087942255" sldId="299"/>
            <ac:spMk id="43" creationId="{46966E59-216A-C3E2-FEB2-52C35C5F0D80}"/>
          </ac:spMkLst>
        </pc:spChg>
        <pc:spChg chg="mod topLvl">
          <ac:chgData name="昕 许" userId="a2975fcd840abfc3" providerId="LiveId" clId="{49CCD4F9-177C-4270-9A14-60236FF377E8}" dt="2026-04-14T02:35:35.670" v="7454" actId="165"/>
          <ac:spMkLst>
            <pc:docMk/>
            <pc:sldMk cId="2087942255" sldId="299"/>
            <ac:spMk id="44" creationId="{6CADA74B-7852-D11B-82EC-966BC54305C3}"/>
          </ac:spMkLst>
        </pc:spChg>
        <pc:spChg chg="add mod">
          <ac:chgData name="昕 许" userId="a2975fcd840abfc3" providerId="LiveId" clId="{49CCD4F9-177C-4270-9A14-60236FF377E8}" dt="2026-04-13T13:02:14.787" v="6681"/>
          <ac:spMkLst>
            <pc:docMk/>
            <pc:sldMk cId="2087942255" sldId="299"/>
            <ac:spMk id="44" creationId="{BE23EB7C-7AFA-42F0-BE25-394B236BD59D}"/>
          </ac:spMkLst>
        </pc:spChg>
        <pc:spChg chg="mod topLvl">
          <ac:chgData name="昕 许" userId="a2975fcd840abfc3" providerId="LiveId" clId="{49CCD4F9-177C-4270-9A14-60236FF377E8}" dt="2026-04-14T02:35:35.670" v="7454" actId="165"/>
          <ac:spMkLst>
            <pc:docMk/>
            <pc:sldMk cId="2087942255" sldId="299"/>
            <ac:spMk id="45" creationId="{81458803-FAA0-A1DE-06A5-18183041D926}"/>
          </ac:spMkLst>
        </pc:spChg>
        <pc:spChg chg="add del mod">
          <ac:chgData name="昕 许" userId="a2975fcd840abfc3" providerId="LiveId" clId="{49CCD4F9-177C-4270-9A14-60236FF377E8}" dt="2026-04-14T02:24:07.687" v="7242" actId="478"/>
          <ac:spMkLst>
            <pc:docMk/>
            <pc:sldMk cId="2087942255" sldId="299"/>
            <ac:spMk id="46" creationId="{94B30288-F320-414F-ACDE-2E768836053B}"/>
          </ac:spMkLst>
        </pc:spChg>
        <pc:spChg chg="mod topLvl">
          <ac:chgData name="昕 许" userId="a2975fcd840abfc3" providerId="LiveId" clId="{49CCD4F9-177C-4270-9A14-60236FF377E8}" dt="2026-04-14T02:32:07.501" v="7406" actId="165"/>
          <ac:spMkLst>
            <pc:docMk/>
            <pc:sldMk cId="2087942255" sldId="299"/>
            <ac:spMk id="47" creationId="{384548A6-6618-211D-5CEF-9B708A66CD7E}"/>
          </ac:spMkLst>
        </pc:spChg>
        <pc:spChg chg="mod topLvl">
          <ac:chgData name="昕 许" userId="a2975fcd840abfc3" providerId="LiveId" clId="{49CCD4F9-177C-4270-9A14-60236FF377E8}" dt="2026-04-14T02:32:07.501" v="7406" actId="165"/>
          <ac:spMkLst>
            <pc:docMk/>
            <pc:sldMk cId="2087942255" sldId="299"/>
            <ac:spMk id="48" creationId="{418E4BDC-EA9D-9C3C-A638-E22A9D7CAB1B}"/>
          </ac:spMkLst>
        </pc:spChg>
        <pc:spChg chg="mod topLvl">
          <ac:chgData name="昕 许" userId="a2975fcd840abfc3" providerId="LiveId" clId="{49CCD4F9-177C-4270-9A14-60236FF377E8}" dt="2026-04-14T02:32:07.501" v="7406" actId="165"/>
          <ac:spMkLst>
            <pc:docMk/>
            <pc:sldMk cId="2087942255" sldId="299"/>
            <ac:spMk id="49" creationId="{641CC42D-4E30-3D13-AAE0-4FABD9F4F6A9}"/>
          </ac:spMkLst>
        </pc:spChg>
        <pc:spChg chg="mod topLvl">
          <ac:chgData name="昕 许" userId="a2975fcd840abfc3" providerId="LiveId" clId="{49CCD4F9-177C-4270-9A14-60236FF377E8}" dt="2026-04-14T04:30:15.621" v="8230" actId="164"/>
          <ac:spMkLst>
            <pc:docMk/>
            <pc:sldMk cId="2087942255" sldId="299"/>
            <ac:spMk id="50" creationId="{1BFA80A2-6003-B7E6-5018-91E779447A46}"/>
          </ac:spMkLst>
        </pc:spChg>
        <pc:spChg chg="mod topLvl">
          <ac:chgData name="昕 许" userId="a2975fcd840abfc3" providerId="LiveId" clId="{49CCD4F9-177C-4270-9A14-60236FF377E8}" dt="2026-04-14T02:32:07.501" v="7406" actId="165"/>
          <ac:spMkLst>
            <pc:docMk/>
            <pc:sldMk cId="2087942255" sldId="299"/>
            <ac:spMk id="51" creationId="{70C5676F-D5AE-A5AA-6AB0-F58B64DC2DC6}"/>
          </ac:spMkLst>
        </pc:spChg>
        <pc:spChg chg="mod topLvl">
          <ac:chgData name="昕 许" userId="a2975fcd840abfc3" providerId="LiveId" clId="{49CCD4F9-177C-4270-9A14-60236FF377E8}" dt="2026-04-14T04:30:15.621" v="8230" actId="164"/>
          <ac:spMkLst>
            <pc:docMk/>
            <pc:sldMk cId="2087942255" sldId="299"/>
            <ac:spMk id="52" creationId="{F4441ABD-67F8-C55D-0EA7-ACB84D3C9CCC}"/>
          </ac:spMkLst>
        </pc:spChg>
        <pc:spChg chg="add mod">
          <ac:chgData name="昕 许" userId="a2975fcd840abfc3" providerId="LiveId" clId="{49CCD4F9-177C-4270-9A14-60236FF377E8}" dt="2026-04-13T13:05:17.683" v="6793" actId="207"/>
          <ac:spMkLst>
            <pc:docMk/>
            <pc:sldMk cId="2087942255" sldId="299"/>
            <ac:spMk id="56" creationId="{C795C8EB-D1B8-E0F6-9C32-EA6C9B1ADCBB}"/>
          </ac:spMkLst>
        </pc:spChg>
        <pc:spChg chg="add mod topLvl">
          <ac:chgData name="昕 许" userId="a2975fcd840abfc3" providerId="LiveId" clId="{49CCD4F9-177C-4270-9A14-60236FF377E8}" dt="2026-04-14T04:30:15.621" v="8230" actId="164"/>
          <ac:spMkLst>
            <pc:docMk/>
            <pc:sldMk cId="2087942255" sldId="299"/>
            <ac:spMk id="62" creationId="{34818E36-2DAC-694B-035C-CBDABAFC3B22}"/>
          </ac:spMkLst>
        </pc:spChg>
        <pc:spChg chg="add mod topLvl">
          <ac:chgData name="昕 许" userId="a2975fcd840abfc3" providerId="LiveId" clId="{49CCD4F9-177C-4270-9A14-60236FF377E8}" dt="2026-04-14T04:30:15.621" v="8230" actId="164"/>
          <ac:spMkLst>
            <pc:docMk/>
            <pc:sldMk cId="2087942255" sldId="299"/>
            <ac:spMk id="63" creationId="{F6827B7A-2534-BA25-98E9-70115599AFEB}"/>
          </ac:spMkLst>
        </pc:spChg>
        <pc:spChg chg="mod topLvl">
          <ac:chgData name="昕 许" userId="a2975fcd840abfc3" providerId="LiveId" clId="{49CCD4F9-177C-4270-9A14-60236FF377E8}" dt="2026-04-14T02:32:06.457" v="7405" actId="165"/>
          <ac:spMkLst>
            <pc:docMk/>
            <pc:sldMk cId="2087942255" sldId="299"/>
            <ac:spMk id="70" creationId="{FFCB512E-720E-5268-D7E7-D210B38FB644}"/>
          </ac:spMkLst>
        </pc:spChg>
        <pc:spChg chg="mod topLvl">
          <ac:chgData name="昕 许" userId="a2975fcd840abfc3" providerId="LiveId" clId="{49CCD4F9-177C-4270-9A14-60236FF377E8}" dt="2026-04-14T02:32:06.457" v="7405" actId="165"/>
          <ac:spMkLst>
            <pc:docMk/>
            <pc:sldMk cId="2087942255" sldId="299"/>
            <ac:spMk id="71" creationId="{A0177B03-956A-D580-03D0-614986AE22E7}"/>
          </ac:spMkLst>
        </pc:spChg>
        <pc:spChg chg="mod topLvl">
          <ac:chgData name="昕 许" userId="a2975fcd840abfc3" providerId="LiveId" clId="{49CCD4F9-177C-4270-9A14-60236FF377E8}" dt="2026-04-14T04:30:15.621" v="8230" actId="164"/>
          <ac:spMkLst>
            <pc:docMk/>
            <pc:sldMk cId="2087942255" sldId="299"/>
            <ac:spMk id="72" creationId="{C81EF7CC-6E6C-6A9D-23E8-590C2E7F4526}"/>
          </ac:spMkLst>
        </pc:spChg>
        <pc:spChg chg="mod topLvl">
          <ac:chgData name="昕 许" userId="a2975fcd840abfc3" providerId="LiveId" clId="{49CCD4F9-177C-4270-9A14-60236FF377E8}" dt="2026-04-14T04:30:15.621" v="8230" actId="164"/>
          <ac:spMkLst>
            <pc:docMk/>
            <pc:sldMk cId="2087942255" sldId="299"/>
            <ac:spMk id="73" creationId="{099ADB71-E89D-5613-3C20-A80791BDE816}"/>
          </ac:spMkLst>
        </pc:spChg>
        <pc:spChg chg="del mod">
          <ac:chgData name="昕 许" userId="a2975fcd840abfc3" providerId="LiveId" clId="{49CCD4F9-177C-4270-9A14-60236FF377E8}" dt="2026-04-14T02:29:59.870" v="7344" actId="478"/>
          <ac:spMkLst>
            <pc:docMk/>
            <pc:sldMk cId="2087942255" sldId="299"/>
            <ac:spMk id="74" creationId="{719AA816-9FE9-AE3B-08AB-7EB7702EA613}"/>
          </ac:spMkLst>
        </pc:spChg>
        <pc:spChg chg="mod topLvl">
          <ac:chgData name="昕 许" userId="a2975fcd840abfc3" providerId="LiveId" clId="{49CCD4F9-177C-4270-9A14-60236FF377E8}" dt="2026-04-14T04:30:15.621" v="8230" actId="164"/>
          <ac:spMkLst>
            <pc:docMk/>
            <pc:sldMk cId="2087942255" sldId="299"/>
            <ac:spMk id="75" creationId="{5B5CE863-EECC-59AB-67AE-E7F0052D269A}"/>
          </ac:spMkLst>
        </pc:spChg>
        <pc:spChg chg="mod topLvl">
          <ac:chgData name="昕 许" userId="a2975fcd840abfc3" providerId="LiveId" clId="{49CCD4F9-177C-4270-9A14-60236FF377E8}" dt="2026-04-14T04:30:15.621" v="8230" actId="164"/>
          <ac:spMkLst>
            <pc:docMk/>
            <pc:sldMk cId="2087942255" sldId="299"/>
            <ac:spMk id="76" creationId="{5C2445EF-F380-F163-0D88-7345A665261B}"/>
          </ac:spMkLst>
        </pc:spChg>
        <pc:spChg chg="del mod">
          <ac:chgData name="昕 许" userId="a2975fcd840abfc3" providerId="LiveId" clId="{49CCD4F9-177C-4270-9A14-60236FF377E8}" dt="2026-04-14T02:30:01.228" v="7345" actId="478"/>
          <ac:spMkLst>
            <pc:docMk/>
            <pc:sldMk cId="2087942255" sldId="299"/>
            <ac:spMk id="77" creationId="{B212E0AB-978F-7252-8B45-C5471202CD09}"/>
          </ac:spMkLst>
        </pc:spChg>
        <pc:spChg chg="mod topLvl">
          <ac:chgData name="昕 许" userId="a2975fcd840abfc3" providerId="LiveId" clId="{49CCD4F9-177C-4270-9A14-60236FF377E8}" dt="2026-04-14T04:30:15.621" v="8230" actId="164"/>
          <ac:spMkLst>
            <pc:docMk/>
            <pc:sldMk cId="2087942255" sldId="299"/>
            <ac:spMk id="78" creationId="{258FED85-961F-E066-9006-3AA09D3DFECC}"/>
          </ac:spMkLst>
        </pc:spChg>
        <pc:spChg chg="mod topLvl">
          <ac:chgData name="昕 许" userId="a2975fcd840abfc3" providerId="LiveId" clId="{49CCD4F9-177C-4270-9A14-60236FF377E8}" dt="2026-04-14T02:35:33.668" v="7453" actId="693"/>
          <ac:spMkLst>
            <pc:docMk/>
            <pc:sldMk cId="2087942255" sldId="299"/>
            <ac:spMk id="79" creationId="{6738D602-4145-2083-23B5-8A03A943432C}"/>
          </ac:spMkLst>
        </pc:spChg>
        <pc:spChg chg="add mod topLvl">
          <ac:chgData name="昕 许" userId="a2975fcd840abfc3" providerId="LiveId" clId="{49CCD4F9-177C-4270-9A14-60236FF377E8}" dt="2026-04-14T04:30:15.621" v="8230" actId="164"/>
          <ac:spMkLst>
            <pc:docMk/>
            <pc:sldMk cId="2087942255" sldId="299"/>
            <ac:spMk id="81" creationId="{FBD55825-EB29-C1A0-D1C2-7E5027AFCC44}"/>
          </ac:spMkLst>
        </pc:spChg>
        <pc:spChg chg="mod topLvl">
          <ac:chgData name="昕 许" userId="a2975fcd840abfc3" providerId="LiveId" clId="{49CCD4F9-177C-4270-9A14-60236FF377E8}" dt="2026-04-14T04:30:00.817" v="8222" actId="164"/>
          <ac:spMkLst>
            <pc:docMk/>
            <pc:sldMk cId="2087942255" sldId="299"/>
            <ac:spMk id="83" creationId="{D69AFD39-6E82-A4F0-057F-A5B11A5972B6}"/>
          </ac:spMkLst>
        </pc:spChg>
        <pc:spChg chg="mod topLvl">
          <ac:chgData name="昕 许" userId="a2975fcd840abfc3" providerId="LiveId" clId="{49CCD4F9-177C-4270-9A14-60236FF377E8}" dt="2026-04-14T02:33:31.706" v="7426" actId="164"/>
          <ac:spMkLst>
            <pc:docMk/>
            <pc:sldMk cId="2087942255" sldId="299"/>
            <ac:spMk id="84" creationId="{91EF65C4-3C85-9322-3537-DED805D86649}"/>
          </ac:spMkLst>
        </pc:spChg>
        <pc:spChg chg="mod topLvl">
          <ac:chgData name="昕 许" userId="a2975fcd840abfc3" providerId="LiveId" clId="{49CCD4F9-177C-4270-9A14-60236FF377E8}" dt="2026-04-14T04:30:00.817" v="8222" actId="164"/>
          <ac:spMkLst>
            <pc:docMk/>
            <pc:sldMk cId="2087942255" sldId="299"/>
            <ac:spMk id="85" creationId="{4385480C-E24F-70CE-4E8F-C5F0307AA919}"/>
          </ac:spMkLst>
        </pc:spChg>
        <pc:spChg chg="mod topLvl">
          <ac:chgData name="昕 许" userId="a2975fcd840abfc3" providerId="LiveId" clId="{49CCD4F9-177C-4270-9A14-60236FF377E8}" dt="2026-04-14T02:33:31.706" v="7426" actId="164"/>
          <ac:spMkLst>
            <pc:docMk/>
            <pc:sldMk cId="2087942255" sldId="299"/>
            <ac:spMk id="86" creationId="{A9696CFF-3FAC-B705-599A-33A5D3898384}"/>
          </ac:spMkLst>
        </pc:spChg>
        <pc:spChg chg="mod topLvl">
          <ac:chgData name="昕 许" userId="a2975fcd840abfc3" providerId="LiveId" clId="{49CCD4F9-177C-4270-9A14-60236FF377E8}" dt="2026-04-14T04:30:00.817" v="8222" actId="164"/>
          <ac:spMkLst>
            <pc:docMk/>
            <pc:sldMk cId="2087942255" sldId="299"/>
            <ac:spMk id="87" creationId="{E97A40BC-4779-1C70-0784-90C0B7497105}"/>
          </ac:spMkLst>
        </pc:spChg>
        <pc:spChg chg="mod topLvl">
          <ac:chgData name="昕 许" userId="a2975fcd840abfc3" providerId="LiveId" clId="{49CCD4F9-177C-4270-9A14-60236FF377E8}" dt="2026-04-14T02:33:31.706" v="7426" actId="164"/>
          <ac:spMkLst>
            <pc:docMk/>
            <pc:sldMk cId="2087942255" sldId="299"/>
            <ac:spMk id="88" creationId="{B4AEB5F8-6256-BC77-02BD-12A75EF84873}"/>
          </ac:spMkLst>
        </pc:spChg>
        <pc:spChg chg="mod topLvl">
          <ac:chgData name="昕 许" userId="a2975fcd840abfc3" providerId="LiveId" clId="{49CCD4F9-177C-4270-9A14-60236FF377E8}" dt="2026-04-14T02:36:01.174" v="7456" actId="693"/>
          <ac:spMkLst>
            <pc:docMk/>
            <pc:sldMk cId="2087942255" sldId="299"/>
            <ac:spMk id="89" creationId="{169B9918-6DD1-B0D0-F4F6-F2BFAAFCD82E}"/>
          </ac:spMkLst>
        </pc:spChg>
        <pc:spChg chg="mod topLvl">
          <ac:chgData name="昕 许" userId="a2975fcd840abfc3" providerId="LiveId" clId="{49CCD4F9-177C-4270-9A14-60236FF377E8}" dt="2026-04-14T02:36:01.174" v="7456" actId="693"/>
          <ac:spMkLst>
            <pc:docMk/>
            <pc:sldMk cId="2087942255" sldId="299"/>
            <ac:spMk id="90" creationId="{5A1462FD-5701-91BC-CE77-1E5837759653}"/>
          </ac:spMkLst>
        </pc:spChg>
        <pc:spChg chg="add mod topLvl">
          <ac:chgData name="昕 许" userId="a2975fcd840abfc3" providerId="LiveId" clId="{49CCD4F9-177C-4270-9A14-60236FF377E8}" dt="2026-04-14T04:30:00.817" v="8222" actId="164"/>
          <ac:spMkLst>
            <pc:docMk/>
            <pc:sldMk cId="2087942255" sldId="299"/>
            <ac:spMk id="95" creationId="{11E54275-848A-7DD0-795C-B005672E115A}"/>
          </ac:spMkLst>
        </pc:spChg>
        <pc:spChg chg="add mod">
          <ac:chgData name="昕 许" userId="a2975fcd840abfc3" providerId="LiveId" clId="{49CCD4F9-177C-4270-9A14-60236FF377E8}" dt="2026-04-14T02:33:24.724" v="7424" actId="1076"/>
          <ac:spMkLst>
            <pc:docMk/>
            <pc:sldMk cId="2087942255" sldId="299"/>
            <ac:spMk id="97" creationId="{5DC7BE17-093D-7F3D-DB0C-586F246D5C56}"/>
          </ac:spMkLst>
        </pc:spChg>
        <pc:spChg chg="mod topLvl">
          <ac:chgData name="昕 许" userId="a2975fcd840abfc3" providerId="LiveId" clId="{49CCD4F9-177C-4270-9A14-60236FF377E8}" dt="2026-04-14T02:35:37.656" v="7455" actId="165"/>
          <ac:spMkLst>
            <pc:docMk/>
            <pc:sldMk cId="2087942255" sldId="299"/>
            <ac:spMk id="103" creationId="{3F3E0495-763F-59FE-6BC9-3BA296921F30}"/>
          </ac:spMkLst>
        </pc:spChg>
        <pc:spChg chg="mod">
          <ac:chgData name="昕 许" userId="a2975fcd840abfc3" providerId="LiveId" clId="{49CCD4F9-177C-4270-9A14-60236FF377E8}" dt="2026-04-14T02:33:58.429" v="7432" actId="20577"/>
          <ac:spMkLst>
            <pc:docMk/>
            <pc:sldMk cId="2087942255" sldId="299"/>
            <ac:spMk id="104" creationId="{B6300606-1307-780A-19B4-F5141EF81421}"/>
          </ac:spMkLst>
        </pc:spChg>
        <pc:spChg chg="mod">
          <ac:chgData name="昕 许" userId="a2975fcd840abfc3" providerId="LiveId" clId="{49CCD4F9-177C-4270-9A14-60236FF377E8}" dt="2026-04-14T02:33:58.429" v="7432" actId="20577"/>
          <ac:spMkLst>
            <pc:docMk/>
            <pc:sldMk cId="2087942255" sldId="299"/>
            <ac:spMk id="105" creationId="{71197A18-E867-6671-D627-FF095BDD2ACA}"/>
          </ac:spMkLst>
        </pc:spChg>
        <pc:spChg chg="del mod">
          <ac:chgData name="昕 许" userId="a2975fcd840abfc3" providerId="LiveId" clId="{49CCD4F9-177C-4270-9A14-60236FF377E8}" dt="2026-04-14T02:34:03.053" v="7434" actId="478"/>
          <ac:spMkLst>
            <pc:docMk/>
            <pc:sldMk cId="2087942255" sldId="299"/>
            <ac:spMk id="106" creationId="{51107B11-82C9-58D5-73E6-D73BD25C824D}"/>
          </ac:spMkLst>
        </pc:spChg>
        <pc:spChg chg="mod topLvl">
          <ac:chgData name="昕 许" userId="a2975fcd840abfc3" providerId="LiveId" clId="{49CCD4F9-177C-4270-9A14-60236FF377E8}" dt="2026-04-14T02:35:37.656" v="7455" actId="165"/>
          <ac:spMkLst>
            <pc:docMk/>
            <pc:sldMk cId="2087942255" sldId="299"/>
            <ac:spMk id="107" creationId="{C81CB1CF-DFB3-22CA-49F3-1F9777ABFF9D}"/>
          </ac:spMkLst>
        </pc:spChg>
        <pc:spChg chg="mod topLvl">
          <ac:chgData name="昕 许" userId="a2975fcd840abfc3" providerId="LiveId" clId="{49CCD4F9-177C-4270-9A14-60236FF377E8}" dt="2026-04-14T04:31:25.720" v="8233" actId="207"/>
          <ac:spMkLst>
            <pc:docMk/>
            <pc:sldMk cId="2087942255" sldId="299"/>
            <ac:spMk id="108" creationId="{8AB280A9-7198-5CDA-30DC-262FD61FB324}"/>
          </ac:spMkLst>
        </pc:spChg>
        <pc:spChg chg="mod topLvl">
          <ac:chgData name="昕 许" userId="a2975fcd840abfc3" providerId="LiveId" clId="{49CCD4F9-177C-4270-9A14-60236FF377E8}" dt="2026-04-14T04:30:00.817" v="8222" actId="164"/>
          <ac:spMkLst>
            <pc:docMk/>
            <pc:sldMk cId="2087942255" sldId="299"/>
            <ac:spMk id="109" creationId="{1C831C74-4EA8-A341-BEBC-9BA55AC93D0F}"/>
          </ac:spMkLst>
        </pc:spChg>
        <pc:spChg chg="mod">
          <ac:chgData name="昕 许" userId="a2975fcd840abfc3" providerId="LiveId" clId="{49CCD4F9-177C-4270-9A14-60236FF377E8}" dt="2026-04-14T04:30:00.817" v="8222" actId="164"/>
          <ac:spMkLst>
            <pc:docMk/>
            <pc:sldMk cId="2087942255" sldId="299"/>
            <ac:spMk id="110" creationId="{4E95DB28-64B9-430B-2B84-B9CDF2CE9B49}"/>
          </ac:spMkLst>
        </pc:spChg>
        <pc:spChg chg="mod">
          <ac:chgData name="昕 许" userId="a2975fcd840abfc3" providerId="LiveId" clId="{49CCD4F9-177C-4270-9A14-60236FF377E8}" dt="2026-04-14T02:34:32.109" v="7440"/>
          <ac:spMkLst>
            <pc:docMk/>
            <pc:sldMk cId="2087942255" sldId="299"/>
            <ac:spMk id="113" creationId="{C832857E-1A45-E9DE-4EF6-7608BA55B68A}"/>
          </ac:spMkLst>
        </pc:spChg>
        <pc:spChg chg="mod">
          <ac:chgData name="昕 许" userId="a2975fcd840abfc3" providerId="LiveId" clId="{49CCD4F9-177C-4270-9A14-60236FF377E8}" dt="2026-04-14T02:34:32.109" v="7440"/>
          <ac:spMkLst>
            <pc:docMk/>
            <pc:sldMk cId="2087942255" sldId="299"/>
            <ac:spMk id="114" creationId="{6A26F43D-FCB3-AB35-45D9-47CE39790E54}"/>
          </ac:spMkLst>
        </pc:spChg>
        <pc:spChg chg="mod">
          <ac:chgData name="昕 许" userId="a2975fcd840abfc3" providerId="LiveId" clId="{49CCD4F9-177C-4270-9A14-60236FF377E8}" dt="2026-04-14T02:34:32.109" v="7440"/>
          <ac:spMkLst>
            <pc:docMk/>
            <pc:sldMk cId="2087942255" sldId="299"/>
            <ac:spMk id="115" creationId="{1C268C47-6494-C58D-ADDA-2A9AA97C79FE}"/>
          </ac:spMkLst>
        </pc:spChg>
        <pc:spChg chg="mod">
          <ac:chgData name="昕 许" userId="a2975fcd840abfc3" providerId="LiveId" clId="{49CCD4F9-177C-4270-9A14-60236FF377E8}" dt="2026-04-14T02:34:32.109" v="7440"/>
          <ac:spMkLst>
            <pc:docMk/>
            <pc:sldMk cId="2087942255" sldId="299"/>
            <ac:spMk id="116" creationId="{1BA1E803-B1BC-8A87-F938-1C9B4AE17C03}"/>
          </ac:spMkLst>
        </pc:spChg>
        <pc:spChg chg="mod">
          <ac:chgData name="昕 许" userId="a2975fcd840abfc3" providerId="LiveId" clId="{49CCD4F9-177C-4270-9A14-60236FF377E8}" dt="2026-04-14T02:34:32.109" v="7440"/>
          <ac:spMkLst>
            <pc:docMk/>
            <pc:sldMk cId="2087942255" sldId="299"/>
            <ac:spMk id="117" creationId="{293A8700-A8AB-3888-FD71-F50E1FCC208D}"/>
          </ac:spMkLst>
        </pc:spChg>
        <pc:spChg chg="mod">
          <ac:chgData name="昕 许" userId="a2975fcd840abfc3" providerId="LiveId" clId="{49CCD4F9-177C-4270-9A14-60236FF377E8}" dt="2026-04-14T02:34:32.109" v="7440"/>
          <ac:spMkLst>
            <pc:docMk/>
            <pc:sldMk cId="2087942255" sldId="299"/>
            <ac:spMk id="118" creationId="{C1C605A7-6043-17CC-4A6E-C9112A2E3282}"/>
          </ac:spMkLst>
        </pc:spChg>
        <pc:spChg chg="mod">
          <ac:chgData name="昕 许" userId="a2975fcd840abfc3" providerId="LiveId" clId="{49CCD4F9-177C-4270-9A14-60236FF377E8}" dt="2026-04-14T02:34:32.109" v="7440"/>
          <ac:spMkLst>
            <pc:docMk/>
            <pc:sldMk cId="2087942255" sldId="299"/>
            <ac:spMk id="119" creationId="{949F5F93-F9A8-C2C6-A401-0D1D9D8E2125}"/>
          </ac:spMkLst>
        </pc:spChg>
        <pc:spChg chg="mod">
          <ac:chgData name="昕 许" userId="a2975fcd840abfc3" providerId="LiveId" clId="{49CCD4F9-177C-4270-9A14-60236FF377E8}" dt="2026-04-14T02:34:58.496" v="7448"/>
          <ac:spMkLst>
            <pc:docMk/>
            <pc:sldMk cId="2087942255" sldId="299"/>
            <ac:spMk id="121" creationId="{1D8753E2-0978-4DB5-D401-2787DF16EDA2}"/>
          </ac:spMkLst>
        </pc:spChg>
        <pc:spChg chg="mod topLvl">
          <ac:chgData name="昕 许" userId="a2975fcd840abfc3" providerId="LiveId" clId="{49CCD4F9-177C-4270-9A14-60236FF377E8}" dt="2026-04-14T04:30:00.817" v="8222" actId="164"/>
          <ac:spMkLst>
            <pc:docMk/>
            <pc:sldMk cId="2087942255" sldId="299"/>
            <ac:spMk id="122" creationId="{7FB0AC87-7E6E-6C04-6482-0FE561C70394}"/>
          </ac:spMkLst>
        </pc:spChg>
        <pc:spChg chg="mod topLvl">
          <ac:chgData name="昕 许" userId="a2975fcd840abfc3" providerId="LiveId" clId="{49CCD4F9-177C-4270-9A14-60236FF377E8}" dt="2026-04-14T04:30:00.817" v="8222" actId="164"/>
          <ac:spMkLst>
            <pc:docMk/>
            <pc:sldMk cId="2087942255" sldId="299"/>
            <ac:spMk id="123" creationId="{03699279-D651-EE4C-34C5-E6748422F9DA}"/>
          </ac:spMkLst>
        </pc:spChg>
        <pc:spChg chg="mod topLvl">
          <ac:chgData name="昕 许" userId="a2975fcd840abfc3" providerId="LiveId" clId="{49CCD4F9-177C-4270-9A14-60236FF377E8}" dt="2026-04-14T04:30:00.817" v="8222" actId="164"/>
          <ac:spMkLst>
            <pc:docMk/>
            <pc:sldMk cId="2087942255" sldId="299"/>
            <ac:spMk id="124" creationId="{E5CF816C-1818-143A-66D5-77BA5F8CB728}"/>
          </ac:spMkLst>
        </pc:spChg>
        <pc:spChg chg="mod">
          <ac:chgData name="昕 许" userId="a2975fcd840abfc3" providerId="LiveId" clId="{49CCD4F9-177C-4270-9A14-60236FF377E8}" dt="2026-04-14T02:34:58.496" v="7448"/>
          <ac:spMkLst>
            <pc:docMk/>
            <pc:sldMk cId="2087942255" sldId="299"/>
            <ac:spMk id="125" creationId="{0A7EEA72-119D-6DCC-B0B5-807BAAC67EB4}"/>
          </ac:spMkLst>
        </pc:spChg>
        <pc:spChg chg="del mod topLvl">
          <ac:chgData name="昕 许" userId="a2975fcd840abfc3" providerId="LiveId" clId="{49CCD4F9-177C-4270-9A14-60236FF377E8}" dt="2026-04-14T02:36:09.639" v="7457" actId="478"/>
          <ac:spMkLst>
            <pc:docMk/>
            <pc:sldMk cId="2087942255" sldId="299"/>
            <ac:spMk id="126" creationId="{6CB88520-8F78-E5A1-D99F-0D7E64A61733}"/>
          </ac:spMkLst>
        </pc:spChg>
        <pc:spChg chg="mod">
          <ac:chgData name="昕 许" userId="a2975fcd840abfc3" providerId="LiveId" clId="{49CCD4F9-177C-4270-9A14-60236FF377E8}" dt="2026-04-14T02:36:01.174" v="7456" actId="693"/>
          <ac:spMkLst>
            <pc:docMk/>
            <pc:sldMk cId="2087942255" sldId="299"/>
            <ac:spMk id="127" creationId="{9DD27A86-2ABD-3CE6-2363-AF0A7F33E3C0}"/>
          </ac:spMkLst>
        </pc:spChg>
        <pc:spChg chg="mod">
          <ac:chgData name="昕 许" userId="a2975fcd840abfc3" providerId="LiveId" clId="{49CCD4F9-177C-4270-9A14-60236FF377E8}" dt="2026-04-14T02:36:12.682" v="7458" actId="14100"/>
          <ac:spMkLst>
            <pc:docMk/>
            <pc:sldMk cId="2087942255" sldId="299"/>
            <ac:spMk id="128" creationId="{A2CBA718-6EEC-6E91-D046-69AE64333E9B}"/>
          </ac:spMkLst>
        </pc:spChg>
        <pc:spChg chg="add mod">
          <ac:chgData name="昕 许" userId="a2975fcd840abfc3" providerId="LiveId" clId="{49CCD4F9-177C-4270-9A14-60236FF377E8}" dt="2026-04-14T02:36:45.035" v="7500" actId="113"/>
          <ac:spMkLst>
            <pc:docMk/>
            <pc:sldMk cId="2087942255" sldId="299"/>
            <ac:spMk id="131" creationId="{B06E2B1D-85B8-D128-5C8D-3C1533544CEE}"/>
          </ac:spMkLst>
        </pc:spChg>
        <pc:spChg chg="add mod topLvl">
          <ac:chgData name="昕 许" userId="a2975fcd840abfc3" providerId="LiveId" clId="{49CCD4F9-177C-4270-9A14-60236FF377E8}" dt="2026-04-14T04:30:04.752" v="8226" actId="1076"/>
          <ac:spMkLst>
            <pc:docMk/>
            <pc:sldMk cId="2087942255" sldId="299"/>
            <ac:spMk id="132" creationId="{6AE0CF0A-1F1E-8268-E829-F671AEDC5410}"/>
          </ac:spMkLst>
        </pc:spChg>
        <pc:grpChg chg="add del mod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3" creationId="{6393215C-73F5-D39B-47C8-F5E031F29CCC}"/>
          </ac:grpSpMkLst>
        </pc:grpChg>
        <pc:grpChg chg="del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9" creationId="{36C3D542-4B4B-5661-0B55-80B3CFDB4898}"/>
          </ac:grpSpMkLst>
        </pc:grpChg>
        <pc:grpChg chg="mod">
          <ac:chgData name="昕 许" userId="a2975fcd840abfc3" providerId="LiveId" clId="{49CCD4F9-177C-4270-9A14-60236FF377E8}" dt="2026-04-14T04:29:17.450" v="8214" actId="1076"/>
          <ac:grpSpMkLst>
            <pc:docMk/>
            <pc:sldMk cId="2087942255" sldId="299"/>
            <ac:grpSpMk id="15" creationId="{5C074F3F-5C83-5D98-24AC-AEF8BCA70B79}"/>
          </ac:grpSpMkLst>
        </pc:grpChg>
        <pc:grpChg chg="mod">
          <ac:chgData name="昕 许" userId="a2975fcd840abfc3" providerId="LiveId" clId="{49CCD4F9-177C-4270-9A14-60236FF377E8}" dt="2026-04-14T04:30:07.566" v="8227" actId="1076"/>
          <ac:grpSpMkLst>
            <pc:docMk/>
            <pc:sldMk cId="2087942255" sldId="299"/>
            <ac:grpSpMk id="17" creationId="{F4244160-3751-6226-EF10-C3581D1C8049}"/>
          </ac:grpSpMkLst>
        </pc:grpChg>
        <pc:grpChg chg="mod">
          <ac:chgData name="昕 许" userId="a2975fcd840abfc3" providerId="LiveId" clId="{49CCD4F9-177C-4270-9A14-60236FF377E8}" dt="2026-04-14T04:30:26.891" v="8231" actId="1076"/>
          <ac:grpSpMkLst>
            <pc:docMk/>
            <pc:sldMk cId="2087942255" sldId="299"/>
            <ac:grpSpMk id="19" creationId="{55574779-6A84-3E37-A75F-46CFEDC46413}"/>
          </ac:grpSpMkLst>
        </pc:grpChg>
        <pc:grpChg chg="add del mod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29" creationId="{94506944-F2C3-FF52-EC20-FD301A0BF142}"/>
          </ac:grpSpMkLst>
        </pc:grpChg>
        <pc:grpChg chg="add del mod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32" creationId="{E255760D-13FE-FABC-1996-9E5A5389117C}"/>
          </ac:grpSpMkLst>
        </pc:grpChg>
        <pc:grpChg chg="add mod">
          <ac:chgData name="昕 许" userId="a2975fcd840abfc3" providerId="LiveId" clId="{49CCD4F9-177C-4270-9A14-60236FF377E8}" dt="2026-04-14T02:27:59.311" v="7299" actId="1076"/>
          <ac:grpSpMkLst>
            <pc:docMk/>
            <pc:sldMk cId="2087942255" sldId="299"/>
            <ac:grpSpMk id="42" creationId="{ED96E648-C740-791E-6B59-F5F1491BF9B3}"/>
          </ac:grpSpMkLst>
        </pc:grpChg>
        <pc:grpChg chg="add del mod">
          <ac:chgData name="昕 许" userId="a2975fcd840abfc3" providerId="LiveId" clId="{49CCD4F9-177C-4270-9A14-60236FF377E8}" dt="2026-04-14T02:28:02.192" v="7302" actId="165"/>
          <ac:grpSpMkLst>
            <pc:docMk/>
            <pc:sldMk cId="2087942255" sldId="299"/>
            <ac:grpSpMk id="43" creationId="{CB9631BC-7A49-7DCD-8962-3CCB0A31585B}"/>
          </ac:grpSpMkLst>
        </pc:grpChg>
        <pc:grpChg chg="add del mod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48" creationId="{F37A6A0A-886E-0DA6-6008-B5A091D9B858}"/>
          </ac:grpSpMkLst>
        </pc:grpChg>
        <pc:grpChg chg="add mod">
          <ac:chgData name="昕 许" userId="a2975fcd840abfc3" providerId="LiveId" clId="{49CCD4F9-177C-4270-9A14-60236FF377E8}" dt="2026-04-13T13:05:05.106" v="6790" actId="1076"/>
          <ac:grpSpMkLst>
            <pc:docMk/>
            <pc:sldMk cId="2087942255" sldId="299"/>
            <ac:grpSpMk id="60" creationId="{6CF6F807-CEC8-3E15-7719-4233F75448B5}"/>
          </ac:grpSpMkLst>
        </pc:grpChg>
        <pc:grpChg chg="add del mod">
          <ac:chgData name="昕 许" userId="a2975fcd840abfc3" providerId="LiveId" clId="{49CCD4F9-177C-4270-9A14-60236FF377E8}" dt="2026-04-13T12:58:28.133" v="6540" actId="478"/>
          <ac:grpSpMkLst>
            <pc:docMk/>
            <pc:sldMk cId="2087942255" sldId="299"/>
            <ac:grpSpMk id="66" creationId="{F06FB169-EFD3-5D08-ED8D-7392275729E2}"/>
          </ac:grpSpMkLst>
        </pc:grpChg>
        <pc:grpChg chg="del mod">
          <ac:chgData name="昕 许" userId="a2975fcd840abfc3" providerId="LiveId" clId="{49CCD4F9-177C-4270-9A14-60236FF377E8}" dt="2026-04-14T02:32:06.457" v="7405" actId="165"/>
          <ac:grpSpMkLst>
            <pc:docMk/>
            <pc:sldMk cId="2087942255" sldId="299"/>
            <ac:grpSpMk id="69" creationId="{FCE95C63-F7FC-FF42-F5FF-93B35218D9A4}"/>
          </ac:grpSpMkLst>
        </pc:grpChg>
        <pc:grpChg chg="add del mod">
          <ac:chgData name="昕 许" userId="a2975fcd840abfc3" providerId="LiveId" clId="{49CCD4F9-177C-4270-9A14-60236FF377E8}" dt="2026-04-14T02:32:41.952" v="7411" actId="165"/>
          <ac:grpSpMkLst>
            <pc:docMk/>
            <pc:sldMk cId="2087942255" sldId="299"/>
            <ac:grpSpMk id="82" creationId="{2492738B-C829-7EB4-7AAA-F22325DD906F}"/>
          </ac:grpSpMkLst>
        </pc:grpChg>
        <pc:grpChg chg="add mod">
          <ac:chgData name="昕 许" userId="a2975fcd840abfc3" providerId="LiveId" clId="{49CCD4F9-177C-4270-9A14-60236FF377E8}" dt="2026-04-14T02:33:31.706" v="7426" actId="164"/>
          <ac:grpSpMkLst>
            <pc:docMk/>
            <pc:sldMk cId="2087942255" sldId="299"/>
            <ac:grpSpMk id="101" creationId="{EDEA6C23-3EE5-DC8E-8D88-1CA2270A962D}"/>
          </ac:grpSpMkLst>
        </pc:grpChg>
        <pc:grpChg chg="add mod">
          <ac:chgData name="昕 许" userId="a2975fcd840abfc3" providerId="LiveId" clId="{49CCD4F9-177C-4270-9A14-60236FF377E8}" dt="2026-04-14T02:34:15.246" v="7437" actId="1076"/>
          <ac:grpSpMkLst>
            <pc:docMk/>
            <pc:sldMk cId="2087942255" sldId="299"/>
            <ac:grpSpMk id="102" creationId="{D54ED2F3-CC4A-DC1B-CBE4-B62BE842384D}"/>
          </ac:grpSpMkLst>
        </pc:grpChg>
        <pc:grpChg chg="mod">
          <ac:chgData name="昕 许" userId="a2975fcd840abfc3" providerId="LiveId" clId="{49CCD4F9-177C-4270-9A14-60236FF377E8}" dt="2026-04-14T02:33:51.554" v="7431" actId="1076"/>
          <ac:grpSpMkLst>
            <pc:docMk/>
            <pc:sldMk cId="2087942255" sldId="299"/>
            <ac:grpSpMk id="111" creationId="{26AA9E93-1900-E0DD-A23A-B0344CC29DF7}"/>
          </ac:grpSpMkLst>
        </pc:grpChg>
        <pc:grpChg chg="add del mod">
          <ac:chgData name="昕 许" userId="a2975fcd840abfc3" providerId="LiveId" clId="{49CCD4F9-177C-4270-9A14-60236FF377E8}" dt="2026-04-14T02:34:55.976" v="7447" actId="478"/>
          <ac:grpSpMkLst>
            <pc:docMk/>
            <pc:sldMk cId="2087942255" sldId="299"/>
            <ac:grpSpMk id="112" creationId="{9B1CE9B9-E2C2-1D04-1515-315E1199BAF9}"/>
          </ac:grpSpMkLst>
        </pc:grpChg>
        <pc:grpChg chg="add mod">
          <ac:chgData name="昕 许" userId="a2975fcd840abfc3" providerId="LiveId" clId="{49CCD4F9-177C-4270-9A14-60236FF377E8}" dt="2026-04-14T02:35:03.656" v="7449" actId="1076"/>
          <ac:grpSpMkLst>
            <pc:docMk/>
            <pc:sldMk cId="2087942255" sldId="299"/>
            <ac:grpSpMk id="120" creationId="{A36F244C-FA81-1B41-C762-1D400E37A4A8}"/>
          </ac:grpSpMkLst>
        </pc:grpChg>
        <pc:picChg chg="add mod">
          <ac:chgData name="昕 许" userId="a2975fcd840abfc3" providerId="LiveId" clId="{49CCD4F9-177C-4270-9A14-60236FF377E8}" dt="2026-04-13T13:03:48.953" v="6702" actId="1076"/>
          <ac:picMkLst>
            <pc:docMk/>
            <pc:sldMk cId="2087942255" sldId="299"/>
            <ac:picMk id="55" creationId="{557E72CA-47E1-BA2A-9CA6-A9B559B1CC5F}"/>
          </ac:picMkLst>
        </pc:picChg>
        <pc:cxnChg chg="add mod">
          <ac:chgData name="昕 许" userId="a2975fcd840abfc3" providerId="LiveId" clId="{49CCD4F9-177C-4270-9A14-60236FF377E8}" dt="2026-04-14T04:28:39.199" v="8209" actId="1076"/>
          <ac:cxnSpMkLst>
            <pc:docMk/>
            <pc:sldMk cId="2087942255" sldId="299"/>
            <ac:cxnSpMk id="10" creationId="{6C6DA29D-9273-6A71-EAD6-892B92D3AFC7}"/>
          </ac:cxnSpMkLst>
        </pc:cxnChg>
        <pc:cxnChg chg="add mod">
          <ac:chgData name="昕 许" userId="a2975fcd840abfc3" providerId="LiveId" clId="{49CCD4F9-177C-4270-9A14-60236FF377E8}" dt="2026-04-14T02:27:58.040" v="7298" actId="164"/>
          <ac:cxnSpMkLst>
            <pc:docMk/>
            <pc:sldMk cId="2087942255" sldId="299"/>
            <ac:cxnSpMk id="22" creationId="{39FFFC08-EB4B-75A5-4222-FCBD319C672F}"/>
          </ac:cxnSpMkLst>
        </pc:cxnChg>
        <pc:cxnChg chg="add mod">
          <ac:chgData name="昕 许" userId="a2975fcd840abfc3" providerId="LiveId" clId="{49CCD4F9-177C-4270-9A14-60236FF377E8}" dt="2026-04-14T02:25:39.784" v="7268" actId="1076"/>
          <ac:cxnSpMkLst>
            <pc:docMk/>
            <pc:sldMk cId="2087942255" sldId="299"/>
            <ac:cxnSpMk id="25" creationId="{688C15F1-4A23-12DB-7069-1494722CE3F5}"/>
          </ac:cxnSpMkLst>
        </pc:cxnChg>
        <pc:cxnChg chg="add del mod">
          <ac:chgData name="昕 许" userId="a2975fcd840abfc3" providerId="LiveId" clId="{49CCD4F9-177C-4270-9A14-60236FF377E8}" dt="2026-04-14T02:25:47.888" v="7270" actId="11529"/>
          <ac:cxnSpMkLst>
            <pc:docMk/>
            <pc:sldMk cId="2087942255" sldId="299"/>
            <ac:cxnSpMk id="29" creationId="{7A4255AE-DA23-3547-F737-641938F0A458}"/>
          </ac:cxnSpMkLst>
        </pc:cxnChg>
        <pc:cxnChg chg="add del mod">
          <ac:chgData name="昕 许" userId="a2975fcd840abfc3" providerId="LiveId" clId="{49CCD4F9-177C-4270-9A14-60236FF377E8}" dt="2026-04-14T02:26:21.534" v="7281" actId="478"/>
          <ac:cxnSpMkLst>
            <pc:docMk/>
            <pc:sldMk cId="2087942255" sldId="299"/>
            <ac:cxnSpMk id="31" creationId="{C22001C6-C451-C446-2AA3-3B867B30228B}"/>
          </ac:cxnSpMkLst>
        </pc:cxnChg>
        <pc:cxnChg chg="add mod">
          <ac:chgData name="昕 许" userId="a2975fcd840abfc3" providerId="LiveId" clId="{49CCD4F9-177C-4270-9A14-60236FF377E8}" dt="2026-04-14T02:27:11.048" v="7293" actId="693"/>
          <ac:cxnSpMkLst>
            <pc:docMk/>
            <pc:sldMk cId="2087942255" sldId="299"/>
            <ac:cxnSpMk id="35" creationId="{F2CFE2F4-00B3-3A46-E9BD-E6385A833CE8}"/>
          </ac:cxnSpMkLst>
        </pc:cxnChg>
        <pc:cxnChg chg="add mod">
          <ac:chgData name="昕 许" userId="a2975fcd840abfc3" providerId="LiveId" clId="{49CCD4F9-177C-4270-9A14-60236FF377E8}" dt="2026-04-14T02:27:11.048" v="7293" actId="693"/>
          <ac:cxnSpMkLst>
            <pc:docMk/>
            <pc:sldMk cId="2087942255" sldId="299"/>
            <ac:cxnSpMk id="37" creationId="{AFEF8353-4517-7052-CD90-56C0C71EA41D}"/>
          </ac:cxnSpMkLst>
        </pc:cxnChg>
        <pc:cxnChg chg="add mod">
          <ac:chgData name="昕 许" userId="a2975fcd840abfc3" providerId="LiveId" clId="{49CCD4F9-177C-4270-9A14-60236FF377E8}" dt="2026-04-14T04:28:44.588" v="8211" actId="14100"/>
          <ac:cxnSpMkLst>
            <pc:docMk/>
            <pc:sldMk cId="2087942255" sldId="299"/>
            <ac:cxnSpMk id="39" creationId="{E6CB386D-B91C-93B4-7CB1-0AEEC4676B46}"/>
          </ac:cxnSpMkLst>
        </pc:cxnChg>
        <pc:cxnChg chg="del mod topLvl">
          <ac:chgData name="昕 许" userId="a2975fcd840abfc3" providerId="LiveId" clId="{49CCD4F9-177C-4270-9A14-60236FF377E8}" dt="2026-04-14T02:28:07.641" v="7303" actId="478"/>
          <ac:cxnSpMkLst>
            <pc:docMk/>
            <pc:sldMk cId="2087942255" sldId="299"/>
            <ac:cxnSpMk id="53" creationId="{241B0D7D-F42A-6AE9-2B75-1B1CE769E3EB}"/>
          </ac:cxnSpMkLst>
        </pc:cxnChg>
        <pc:cxnChg chg="del">
          <ac:chgData name="昕 许" userId="a2975fcd840abfc3" providerId="LiveId" clId="{49CCD4F9-177C-4270-9A14-60236FF377E8}" dt="2026-04-14T02:28:07.641" v="7303" actId="478"/>
          <ac:cxnSpMkLst>
            <pc:docMk/>
            <pc:sldMk cId="2087942255" sldId="299"/>
            <ac:cxnSpMk id="54" creationId="{4C3E63B2-442F-D945-3959-2863996395B7}"/>
          </ac:cxnSpMkLst>
        </pc:cxnChg>
        <pc:cxnChg chg="del">
          <ac:chgData name="昕 许" userId="a2975fcd840abfc3" providerId="LiveId" clId="{49CCD4F9-177C-4270-9A14-60236FF377E8}" dt="2026-04-14T02:28:07.641" v="7303" actId="478"/>
          <ac:cxnSpMkLst>
            <pc:docMk/>
            <pc:sldMk cId="2087942255" sldId="299"/>
            <ac:cxnSpMk id="57" creationId="{9BF1F735-F874-BAB8-AB13-06D7D1D04C86}"/>
          </ac:cxnSpMkLst>
        </pc:cxnChg>
        <pc:cxnChg chg="add mod">
          <ac:chgData name="昕 许" userId="a2975fcd840abfc3" providerId="LiveId" clId="{49CCD4F9-177C-4270-9A14-60236FF377E8}" dt="2026-04-14T02:23:51.990" v="7239" actId="14100"/>
          <ac:cxnSpMkLst>
            <pc:docMk/>
            <pc:sldMk cId="2087942255" sldId="299"/>
            <ac:cxnSpMk id="58" creationId="{13E38D81-F590-26E6-3256-BA58A2594B29}"/>
          </ac:cxnSpMkLst>
        </pc:cxnChg>
        <pc:cxnChg chg="del">
          <ac:chgData name="昕 许" userId="a2975fcd840abfc3" providerId="LiveId" clId="{49CCD4F9-177C-4270-9A14-60236FF377E8}" dt="2026-04-14T02:28:07.641" v="7303" actId="478"/>
          <ac:cxnSpMkLst>
            <pc:docMk/>
            <pc:sldMk cId="2087942255" sldId="299"/>
            <ac:cxnSpMk id="59" creationId="{0F518298-AD19-5BB3-7014-FBF2466985CD}"/>
          </ac:cxnSpMkLst>
        </pc:cxnChg>
        <pc:cxnChg chg="del">
          <ac:chgData name="昕 许" userId="a2975fcd840abfc3" providerId="LiveId" clId="{49CCD4F9-177C-4270-9A14-60236FF377E8}" dt="2026-04-14T02:28:07.641" v="7303" actId="478"/>
          <ac:cxnSpMkLst>
            <pc:docMk/>
            <pc:sldMk cId="2087942255" sldId="299"/>
            <ac:cxnSpMk id="61" creationId="{FAD966C1-5CF3-7515-DA4F-79FEF86F7B92}"/>
          </ac:cxnSpMkLst>
        </pc:cxnChg>
        <pc:cxnChg chg="add mod">
          <ac:chgData name="昕 许" userId="a2975fcd840abfc3" providerId="LiveId" clId="{49CCD4F9-177C-4270-9A14-60236FF377E8}" dt="2026-04-14T02:29:29.652" v="7336" actId="14100"/>
          <ac:cxnSpMkLst>
            <pc:docMk/>
            <pc:sldMk cId="2087942255" sldId="299"/>
            <ac:cxnSpMk id="64" creationId="{2792DF6A-8983-0FCD-7DCB-F6AD772A3F0B}"/>
          </ac:cxnSpMkLst>
        </pc:cxnChg>
        <pc:cxnChg chg="add mod">
          <ac:chgData name="昕 许" userId="a2975fcd840abfc3" providerId="LiveId" clId="{49CCD4F9-177C-4270-9A14-60236FF377E8}" dt="2026-04-14T02:30:10.543" v="7349" actId="1076"/>
          <ac:cxnSpMkLst>
            <pc:docMk/>
            <pc:sldMk cId="2087942255" sldId="299"/>
            <ac:cxnSpMk id="67" creationId="{8E21FA91-8C07-E2FB-1949-34B0B258A530}"/>
          </ac:cxnSpMkLst>
        </pc:cxnChg>
        <pc:cxnChg chg="del">
          <ac:chgData name="昕 许" userId="a2975fcd840abfc3" providerId="LiveId" clId="{49CCD4F9-177C-4270-9A14-60236FF377E8}" dt="2026-04-14T02:30:02.488" v="7346" actId="478"/>
          <ac:cxnSpMkLst>
            <pc:docMk/>
            <pc:sldMk cId="2087942255" sldId="299"/>
            <ac:cxnSpMk id="80" creationId="{E6B38BDA-ACFD-792A-F489-F1B5CCCA9817}"/>
          </ac:cxnSpMkLst>
        </pc:cxnChg>
        <pc:cxnChg chg="add mod">
          <ac:chgData name="昕 许" userId="a2975fcd840abfc3" providerId="LiveId" clId="{49CCD4F9-177C-4270-9A14-60236FF377E8}" dt="2026-04-14T04:30:30.319" v="8232" actId="14100"/>
          <ac:cxnSpMkLst>
            <pc:docMk/>
            <pc:sldMk cId="2087942255" sldId="299"/>
            <ac:cxnSpMk id="91" creationId="{0AB1EDFD-2CEF-5E30-BCAB-1EED95A8369D}"/>
          </ac:cxnSpMkLst>
        </pc:cxnChg>
        <pc:cxnChg chg="add mod">
          <ac:chgData name="昕 许" userId="a2975fcd840abfc3" providerId="LiveId" clId="{49CCD4F9-177C-4270-9A14-60236FF377E8}" dt="2026-04-14T02:31:47.613" v="7383" actId="14100"/>
          <ac:cxnSpMkLst>
            <pc:docMk/>
            <pc:sldMk cId="2087942255" sldId="299"/>
            <ac:cxnSpMk id="93" creationId="{39587879-23D8-EADC-19A2-71F0FDE5AD4D}"/>
          </ac:cxnSpMkLst>
        </pc:cxnChg>
        <pc:cxnChg chg="add mod">
          <ac:chgData name="昕 许" userId="a2975fcd840abfc3" providerId="LiveId" clId="{49CCD4F9-177C-4270-9A14-60236FF377E8}" dt="2026-04-14T02:33:27.457" v="7425" actId="14100"/>
          <ac:cxnSpMkLst>
            <pc:docMk/>
            <pc:sldMk cId="2087942255" sldId="299"/>
            <ac:cxnSpMk id="96" creationId="{2F9EA68B-FC7A-E179-028A-85AEC9FF9FFA}"/>
          </ac:cxnSpMkLst>
        </pc:cxnChg>
        <pc:cxnChg chg="add mod">
          <ac:chgData name="昕 许" userId="a2975fcd840abfc3" providerId="LiveId" clId="{49CCD4F9-177C-4270-9A14-60236FF377E8}" dt="2026-04-14T04:29:37.137" v="8220" actId="208"/>
          <ac:cxnSpMkLst>
            <pc:docMk/>
            <pc:sldMk cId="2087942255" sldId="299"/>
            <ac:cxnSpMk id="129" creationId="{C04322EC-2E20-BD26-0083-F51EAF8E3694}"/>
          </ac:cxnSpMkLst>
        </pc:cxnChg>
      </pc:sldChg>
      <pc:sldChg chg="addSp delSp modSp add del mod">
        <pc:chgData name="昕 许" userId="a2975fcd840abfc3" providerId="LiveId" clId="{49CCD4F9-177C-4270-9A14-60236FF377E8}" dt="2026-04-14T02:44:22.749" v="7514" actId="47"/>
        <pc:sldMkLst>
          <pc:docMk/>
          <pc:sldMk cId="428096103" sldId="300"/>
        </pc:sldMkLst>
        <pc:spChg chg="add mod">
          <ac:chgData name="昕 许" userId="a2975fcd840abfc3" providerId="LiveId" clId="{49CCD4F9-177C-4270-9A14-60236FF377E8}" dt="2026-04-13T13:28:55.277" v="7154" actId="1076"/>
          <ac:spMkLst>
            <pc:docMk/>
            <pc:sldMk cId="428096103" sldId="300"/>
            <ac:spMk id="3" creationId="{DE1CFB52-DAAA-D30E-0B84-BC1B73876705}"/>
          </ac:spMkLst>
        </pc:spChg>
        <pc:spChg chg="add mod">
          <ac:chgData name="昕 许" userId="a2975fcd840abfc3" providerId="LiveId" clId="{49CCD4F9-177C-4270-9A14-60236FF377E8}" dt="2026-04-13T13:28:07.892" v="7136" actId="1076"/>
          <ac:spMkLst>
            <pc:docMk/>
            <pc:sldMk cId="428096103" sldId="300"/>
            <ac:spMk id="5" creationId="{BF29F430-87E7-9AF7-12DF-8F820E6B7058}"/>
          </ac:spMkLst>
        </pc:spChg>
        <pc:spChg chg="add mod">
          <ac:chgData name="昕 许" userId="a2975fcd840abfc3" providerId="LiveId" clId="{49CCD4F9-177C-4270-9A14-60236FF377E8}" dt="2026-04-13T13:28:18.568" v="7141" actId="1076"/>
          <ac:spMkLst>
            <pc:docMk/>
            <pc:sldMk cId="428096103" sldId="300"/>
            <ac:spMk id="6" creationId="{987D7421-9E5A-9227-F07E-E72756CFB5D2}"/>
          </ac:spMkLst>
        </pc:spChg>
        <pc:spChg chg="add mod">
          <ac:chgData name="昕 许" userId="a2975fcd840abfc3" providerId="LiveId" clId="{49CCD4F9-177C-4270-9A14-60236FF377E8}" dt="2026-04-13T13:30:09.465" v="7187" actId="1076"/>
          <ac:spMkLst>
            <pc:docMk/>
            <pc:sldMk cId="428096103" sldId="300"/>
            <ac:spMk id="7" creationId="{8E9BE4CB-D88D-5450-94CF-25C3EE261762}"/>
          </ac:spMkLst>
        </pc:spChg>
        <pc:spChg chg="add mod">
          <ac:chgData name="昕 许" userId="a2975fcd840abfc3" providerId="LiveId" clId="{49CCD4F9-177C-4270-9A14-60236FF377E8}" dt="2026-04-13T13:31:07.535" v="7203" actId="207"/>
          <ac:spMkLst>
            <pc:docMk/>
            <pc:sldMk cId="428096103" sldId="300"/>
            <ac:spMk id="9" creationId="{F3C62836-0A5C-D5FA-D827-AA595BA06157}"/>
          </ac:spMkLst>
        </pc:spChg>
        <pc:spChg chg="add mod">
          <ac:chgData name="昕 许" userId="a2975fcd840abfc3" providerId="LiveId" clId="{49CCD4F9-177C-4270-9A14-60236FF377E8}" dt="2026-04-13T13:31:22.292" v="7204" actId="207"/>
          <ac:spMkLst>
            <pc:docMk/>
            <pc:sldMk cId="428096103" sldId="300"/>
            <ac:spMk id="10" creationId="{CAEB32B3-25B9-3992-D663-785F309A073A}"/>
          </ac:spMkLst>
        </pc:spChg>
        <pc:spChg chg="add mod">
          <ac:chgData name="昕 许" userId="a2975fcd840abfc3" providerId="LiveId" clId="{49CCD4F9-177C-4270-9A14-60236FF377E8}" dt="2026-04-13T13:30:12.439" v="7189" actId="14100"/>
          <ac:spMkLst>
            <pc:docMk/>
            <pc:sldMk cId="428096103" sldId="300"/>
            <ac:spMk id="18" creationId="{10A447C0-7A08-1005-72BA-ED883F51ED17}"/>
          </ac:spMkLst>
        </pc:spChg>
        <pc:spChg chg="add mod">
          <ac:chgData name="昕 许" userId="a2975fcd840abfc3" providerId="LiveId" clId="{49CCD4F9-177C-4270-9A14-60236FF377E8}" dt="2026-04-13T13:30:57.278" v="7201" actId="207"/>
          <ac:spMkLst>
            <pc:docMk/>
            <pc:sldMk cId="428096103" sldId="300"/>
            <ac:spMk id="21" creationId="{7384501C-08EC-2CD5-8291-BD58C8E8EDFD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28" creationId="{604C29F3-FF6A-8521-D46F-E2633E413F0A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44" creationId="{98CD1099-DFE7-F0C9-3D19-B27C843923AC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54" creationId="{B111A335-AE35-48B6-90D9-07F562F07B56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56" creationId="{7F7C4C48-AB6A-E52D-EEF2-CF3273C98255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60" creationId="{3F7EC31C-39F3-49FC-612D-C489ECD3E82F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77" creationId="{D12AAA53-5617-A99A-EBBB-9BBEF4346BDD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80" creationId="{FE80D4BD-9F4A-8CD8-1DFD-816063640E2B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91" creationId="{AA3C9EE9-852E-835D-8E32-8BEB693D9013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97" creationId="{9F27D06B-B741-EF39-DDBC-94C36DB77FFD}"/>
          </ac:spMkLst>
        </pc:spChg>
        <pc:spChg chg="mod topLvl">
          <ac:chgData name="昕 许" userId="a2975fcd840abfc3" providerId="LiveId" clId="{49CCD4F9-177C-4270-9A14-60236FF377E8}" dt="2026-04-13T13:28:49.102" v="7151" actId="165"/>
          <ac:spMkLst>
            <pc:docMk/>
            <pc:sldMk cId="428096103" sldId="300"/>
            <ac:spMk id="112" creationId="{910E4F12-9FF1-51D5-3865-50632362D303}"/>
          </ac:spMkLst>
        </pc:spChg>
        <pc:spChg chg="mod topLvl">
          <ac:chgData name="昕 许" userId="a2975fcd840abfc3" providerId="LiveId" clId="{49CCD4F9-177C-4270-9A14-60236FF377E8}" dt="2026-04-13T13:28:49.102" v="7151" actId="165"/>
          <ac:spMkLst>
            <pc:docMk/>
            <pc:sldMk cId="428096103" sldId="300"/>
            <ac:spMk id="113" creationId="{F2B431DC-AD0F-BA16-3509-C13767900DB3}"/>
          </ac:spMkLst>
        </pc:spChg>
        <pc:spChg chg="mod topLvl">
          <ac:chgData name="昕 许" userId="a2975fcd840abfc3" providerId="LiveId" clId="{49CCD4F9-177C-4270-9A14-60236FF377E8}" dt="2026-04-13T13:28:49.102" v="7151" actId="165"/>
          <ac:spMkLst>
            <pc:docMk/>
            <pc:sldMk cId="428096103" sldId="300"/>
            <ac:spMk id="114" creationId="{7D39DFD6-E07A-B1CD-62E1-AE7385661AA9}"/>
          </ac:spMkLst>
        </pc:spChg>
        <pc:spChg chg="del">
          <ac:chgData name="昕 许" userId="a2975fcd840abfc3" providerId="LiveId" clId="{49CCD4F9-177C-4270-9A14-60236FF377E8}" dt="2026-04-13T13:24:52.177" v="7119" actId="478"/>
          <ac:spMkLst>
            <pc:docMk/>
            <pc:sldMk cId="428096103" sldId="300"/>
            <ac:spMk id="148" creationId="{A572D2EB-A260-C750-A4AC-92412206AD5B}"/>
          </ac:spMkLst>
        </pc:spChg>
        <pc:grpChg chg="add del mod">
          <ac:chgData name="昕 许" userId="a2975fcd840abfc3" providerId="LiveId" clId="{49CCD4F9-177C-4270-9A14-60236FF377E8}" dt="2026-04-13T13:28:49.102" v="7151" actId="165"/>
          <ac:grpSpMkLst>
            <pc:docMk/>
            <pc:sldMk cId="428096103" sldId="300"/>
            <ac:grpSpMk id="127" creationId="{07239506-3B61-C49A-4F7F-19FB20EE3207}"/>
          </ac:grpSpMkLst>
        </pc:grpChg>
        <pc:cxnChg chg="add mod">
          <ac:chgData name="昕 许" userId="a2975fcd840abfc3" providerId="LiveId" clId="{49CCD4F9-177C-4270-9A14-60236FF377E8}" dt="2026-04-13T13:29:43.664" v="7177" actId="1582"/>
          <ac:cxnSpMkLst>
            <pc:docMk/>
            <pc:sldMk cId="428096103" sldId="300"/>
            <ac:cxnSpMk id="12" creationId="{B5DBC300-9C3A-50DA-1C25-D05B85B06A93}"/>
          </ac:cxnSpMkLst>
        </pc:cxnChg>
        <pc:cxnChg chg="add mod">
          <ac:chgData name="昕 许" userId="a2975fcd840abfc3" providerId="LiveId" clId="{49CCD4F9-177C-4270-9A14-60236FF377E8}" dt="2026-04-13T13:30:48.190" v="7200" actId="1076"/>
          <ac:cxnSpMkLst>
            <pc:docMk/>
            <pc:sldMk cId="428096103" sldId="300"/>
            <ac:cxnSpMk id="19" creationId="{B19C6CB4-4735-695E-E50D-9D18DBE66EC3}"/>
          </ac:cxnSpMkLst>
        </pc:cxnChg>
        <pc:cxnChg chg="add mod">
          <ac:chgData name="昕 许" userId="a2975fcd840abfc3" providerId="LiveId" clId="{49CCD4F9-177C-4270-9A14-60236FF377E8}" dt="2026-04-13T13:31:26.194" v="7205" actId="208"/>
          <ac:cxnSpMkLst>
            <pc:docMk/>
            <pc:sldMk cId="428096103" sldId="300"/>
            <ac:cxnSpMk id="23" creationId="{1395A60E-2992-27E2-DDEA-CA5F46DA9E6B}"/>
          </ac:cxnSpMkLst>
        </pc:cxnChg>
        <pc:cxnChg chg="add mod">
          <ac:chgData name="昕 许" userId="a2975fcd840abfc3" providerId="LiveId" clId="{49CCD4F9-177C-4270-9A14-60236FF377E8}" dt="2026-04-13T13:31:26.194" v="7205" actId="208"/>
          <ac:cxnSpMkLst>
            <pc:docMk/>
            <pc:sldMk cId="428096103" sldId="300"/>
            <ac:cxnSpMk id="25" creationId="{6E5313C7-B41C-6E6D-4C04-211631E1AE38}"/>
          </ac:cxnSpMkLst>
        </pc:cxnChg>
      </pc:sldChg>
      <pc:sldChg chg="addSp delSp modSp add mod">
        <pc:chgData name="昕 许" userId="a2975fcd840abfc3" providerId="LiveId" clId="{49CCD4F9-177C-4270-9A14-60236FF377E8}" dt="2026-04-13T13:35:05.955" v="7237" actId="1076"/>
        <pc:sldMkLst>
          <pc:docMk/>
          <pc:sldMk cId="4147329735" sldId="301"/>
        </pc:sldMkLst>
        <pc:spChg chg="mod">
          <ac:chgData name="昕 许" userId="a2975fcd840abfc3" providerId="LiveId" clId="{49CCD4F9-177C-4270-9A14-60236FF377E8}" dt="2026-04-13T13:34:58.892" v="7234" actId="1076"/>
          <ac:spMkLst>
            <pc:docMk/>
            <pc:sldMk cId="4147329735" sldId="301"/>
            <ac:spMk id="20" creationId="{36303E51-86F7-037D-6F98-985C1FD8583C}"/>
          </ac:spMkLst>
        </pc:spChg>
        <pc:spChg chg="del">
          <ac:chgData name="昕 许" userId="a2975fcd840abfc3" providerId="LiveId" clId="{49CCD4F9-177C-4270-9A14-60236FF377E8}" dt="2026-04-13T13:34:53.045" v="7231" actId="478"/>
          <ac:spMkLst>
            <pc:docMk/>
            <pc:sldMk cId="4147329735" sldId="301"/>
            <ac:spMk id="153" creationId="{974F3667-1468-5AB6-F686-B9E0F28707C2}"/>
          </ac:spMkLst>
        </pc:spChg>
        <pc:picChg chg="add mod">
          <ac:chgData name="昕 许" userId="a2975fcd840abfc3" providerId="LiveId" clId="{49CCD4F9-177C-4270-9A14-60236FF377E8}" dt="2026-04-13T13:35:05.955" v="7237" actId="1076"/>
          <ac:picMkLst>
            <pc:docMk/>
            <pc:sldMk cId="4147329735" sldId="301"/>
            <ac:picMk id="3" creationId="{FB6BDF6D-72C1-49BF-95EE-31E4F362ED4D}"/>
          </ac:picMkLst>
        </pc:picChg>
        <pc:cxnChg chg="mod">
          <ac:chgData name="昕 许" userId="a2975fcd840abfc3" providerId="LiveId" clId="{49CCD4F9-177C-4270-9A14-60236FF377E8}" dt="2026-04-13T13:34:47.331" v="7230" actId="14100"/>
          <ac:cxnSpMkLst>
            <pc:docMk/>
            <pc:sldMk cId="4147329735" sldId="301"/>
            <ac:cxnSpMk id="150" creationId="{E6793B7B-B2EA-7B9D-B349-270F175B9641}"/>
          </ac:cxnSpMkLst>
        </pc:cxnChg>
        <pc:cxnChg chg="mod">
          <ac:chgData name="昕 许" userId="a2975fcd840abfc3" providerId="LiveId" clId="{49CCD4F9-177C-4270-9A14-60236FF377E8}" dt="2026-04-13T13:34:37.938" v="7227" actId="1076"/>
          <ac:cxnSpMkLst>
            <pc:docMk/>
            <pc:sldMk cId="4147329735" sldId="301"/>
            <ac:cxnSpMk id="151" creationId="{2C4F6864-9296-F0B6-112D-DEB2FEB0CF04}"/>
          </ac:cxnSpMkLst>
        </pc:cxnChg>
        <pc:cxnChg chg="mod">
          <ac:chgData name="昕 许" userId="a2975fcd840abfc3" providerId="LiveId" clId="{49CCD4F9-177C-4270-9A14-60236FF377E8}" dt="2026-04-13T13:34:39.545" v="7228" actId="1076"/>
          <ac:cxnSpMkLst>
            <pc:docMk/>
            <pc:sldMk cId="4147329735" sldId="301"/>
            <ac:cxnSpMk id="152" creationId="{6A4C5A20-3D84-3AAE-4A59-6AE99270EBFB}"/>
          </ac:cxnSpMkLst>
        </pc:cxnChg>
      </pc:sldChg>
      <pc:sldChg chg="addSp delSp modSp add mod">
        <pc:chgData name="昕 许" userId="a2975fcd840abfc3" providerId="LiveId" clId="{49CCD4F9-177C-4270-9A14-60236FF377E8}" dt="2026-04-14T02:48:56.252" v="7690" actId="20577"/>
        <pc:sldMkLst>
          <pc:docMk/>
          <pc:sldMk cId="2316080535" sldId="302"/>
        </pc:sldMkLst>
        <pc:spChg chg="mod">
          <ac:chgData name="昕 许" userId="a2975fcd840abfc3" providerId="LiveId" clId="{49CCD4F9-177C-4270-9A14-60236FF377E8}" dt="2026-04-14T02:47:32.833" v="7646" actId="164"/>
          <ac:spMkLst>
            <pc:docMk/>
            <pc:sldMk cId="2316080535" sldId="302"/>
            <ac:spMk id="2" creationId="{0B6D8C37-D19F-225D-E714-C5D479FDAA9B}"/>
          </ac:spMkLst>
        </pc:spChg>
        <pc:spChg chg="del">
          <ac:chgData name="昕 许" userId="a2975fcd840abfc3" providerId="LiveId" clId="{49CCD4F9-177C-4270-9A14-60236FF377E8}" dt="2026-04-14T02:44:33.847" v="7517" actId="478"/>
          <ac:spMkLst>
            <pc:docMk/>
            <pc:sldMk cId="2316080535" sldId="302"/>
            <ac:spMk id="3" creationId="{5BEFE22A-3052-5327-A568-C62832B6DEAE}"/>
          </ac:spMkLst>
        </pc:spChg>
        <pc:spChg chg="del">
          <ac:chgData name="昕 许" userId="a2975fcd840abfc3" providerId="LiveId" clId="{49CCD4F9-177C-4270-9A14-60236FF377E8}" dt="2026-04-14T02:44:33.847" v="7517" actId="478"/>
          <ac:spMkLst>
            <pc:docMk/>
            <pc:sldMk cId="2316080535" sldId="302"/>
            <ac:spMk id="4" creationId="{0D0BCDB4-222A-6FAE-2A5A-8F270716AD10}"/>
          </ac:spMkLst>
        </pc:spChg>
        <pc:spChg chg="del">
          <ac:chgData name="昕 许" userId="a2975fcd840abfc3" providerId="LiveId" clId="{49CCD4F9-177C-4270-9A14-60236FF377E8}" dt="2026-04-14T02:44:33.847" v="7517" actId="478"/>
          <ac:spMkLst>
            <pc:docMk/>
            <pc:sldMk cId="2316080535" sldId="302"/>
            <ac:spMk id="5" creationId="{DB5591EC-A51F-1EE9-5233-E3D51DB18696}"/>
          </ac:spMkLst>
        </pc:spChg>
        <pc:spChg chg="mod">
          <ac:chgData name="昕 许" userId="a2975fcd840abfc3" providerId="LiveId" clId="{49CCD4F9-177C-4270-9A14-60236FF377E8}" dt="2026-04-14T02:47:32.833" v="7646" actId="164"/>
          <ac:spMkLst>
            <pc:docMk/>
            <pc:sldMk cId="2316080535" sldId="302"/>
            <ac:spMk id="6" creationId="{8E970663-3E4B-FCDF-DA16-7991D5A03C70}"/>
          </ac:spMkLst>
        </pc:spChg>
        <pc:spChg chg="del">
          <ac:chgData name="昕 许" userId="a2975fcd840abfc3" providerId="LiveId" clId="{49CCD4F9-177C-4270-9A14-60236FF377E8}" dt="2026-04-14T02:44:33.847" v="7517" actId="478"/>
          <ac:spMkLst>
            <pc:docMk/>
            <pc:sldMk cId="2316080535" sldId="302"/>
            <ac:spMk id="7" creationId="{3AE42696-DE06-89CF-F536-B12FAEDB417F}"/>
          </ac:spMkLst>
        </pc:spChg>
        <pc:spChg chg="del">
          <ac:chgData name="昕 许" userId="a2975fcd840abfc3" providerId="LiveId" clId="{49CCD4F9-177C-4270-9A14-60236FF377E8}" dt="2026-04-14T02:44:33.847" v="7517" actId="478"/>
          <ac:spMkLst>
            <pc:docMk/>
            <pc:sldMk cId="2316080535" sldId="302"/>
            <ac:spMk id="8" creationId="{EF3AFB90-1767-3FA0-9A06-1CA605623D93}"/>
          </ac:spMkLst>
        </pc:spChg>
        <pc:spChg chg="del">
          <ac:chgData name="昕 许" userId="a2975fcd840abfc3" providerId="LiveId" clId="{49CCD4F9-177C-4270-9A14-60236FF377E8}" dt="2026-04-14T02:44:33.847" v="7517" actId="478"/>
          <ac:spMkLst>
            <pc:docMk/>
            <pc:sldMk cId="2316080535" sldId="302"/>
            <ac:spMk id="9" creationId="{0D5A8A27-B621-EC64-672A-E46B3B725BEF}"/>
          </ac:spMkLst>
        </pc:spChg>
        <pc:spChg chg="add mod">
          <ac:chgData name="昕 许" userId="a2975fcd840abfc3" providerId="LiveId" clId="{49CCD4F9-177C-4270-9A14-60236FF377E8}" dt="2026-04-14T02:47:32.833" v="7646" actId="164"/>
          <ac:spMkLst>
            <pc:docMk/>
            <pc:sldMk cId="2316080535" sldId="302"/>
            <ac:spMk id="11" creationId="{DAB19451-163E-DEBC-FA09-423154EA0A87}"/>
          </ac:spMkLst>
        </pc:spChg>
        <pc:spChg chg="del">
          <ac:chgData name="昕 许" userId="a2975fcd840abfc3" providerId="LiveId" clId="{49CCD4F9-177C-4270-9A14-60236FF377E8}" dt="2026-04-14T02:44:33.847" v="7517" actId="478"/>
          <ac:spMkLst>
            <pc:docMk/>
            <pc:sldMk cId="2316080535" sldId="302"/>
            <ac:spMk id="12" creationId="{EE855CBC-E436-842C-962E-52DC96026389}"/>
          </ac:spMkLst>
        </pc:spChg>
        <pc:spChg chg="del">
          <ac:chgData name="昕 许" userId="a2975fcd840abfc3" providerId="LiveId" clId="{49CCD4F9-177C-4270-9A14-60236FF377E8}" dt="2026-04-14T02:44:33.847" v="7517" actId="478"/>
          <ac:spMkLst>
            <pc:docMk/>
            <pc:sldMk cId="2316080535" sldId="302"/>
            <ac:spMk id="13" creationId="{8A69B90D-A290-B8B1-4D4E-096EEE4E988F}"/>
          </ac:spMkLst>
        </pc:spChg>
        <pc:spChg chg="add mod">
          <ac:chgData name="昕 许" userId="a2975fcd840abfc3" providerId="LiveId" clId="{49CCD4F9-177C-4270-9A14-60236FF377E8}" dt="2026-04-14T02:47:32.833" v="7646" actId="164"/>
          <ac:spMkLst>
            <pc:docMk/>
            <pc:sldMk cId="2316080535" sldId="302"/>
            <ac:spMk id="14" creationId="{E4BC2509-0FBC-33FC-9223-BEBB78742DE5}"/>
          </ac:spMkLst>
        </pc:spChg>
        <pc:spChg chg="add mod">
          <ac:chgData name="昕 许" userId="a2975fcd840abfc3" providerId="LiveId" clId="{49CCD4F9-177C-4270-9A14-60236FF377E8}" dt="2026-04-14T02:47:32.833" v="7646" actId="164"/>
          <ac:spMkLst>
            <pc:docMk/>
            <pc:sldMk cId="2316080535" sldId="302"/>
            <ac:spMk id="15" creationId="{01D2F6DA-9E64-A10F-6B8F-84B1D08AF69D}"/>
          </ac:spMkLst>
        </pc:spChg>
        <pc:spChg chg="mod">
          <ac:chgData name="昕 许" userId="a2975fcd840abfc3" providerId="LiveId" clId="{49CCD4F9-177C-4270-9A14-60236FF377E8}" dt="2026-04-14T02:47:32.833" v="7646" actId="164"/>
          <ac:spMkLst>
            <pc:docMk/>
            <pc:sldMk cId="2316080535" sldId="302"/>
            <ac:spMk id="16" creationId="{CFA76B7E-C153-D65A-92E5-E1CD18B63D8A}"/>
          </ac:spMkLst>
        </pc:spChg>
        <pc:spChg chg="mod">
          <ac:chgData name="昕 许" userId="a2975fcd840abfc3" providerId="LiveId" clId="{49CCD4F9-177C-4270-9A14-60236FF377E8}" dt="2026-04-14T02:47:32.833" v="7646" actId="164"/>
          <ac:spMkLst>
            <pc:docMk/>
            <pc:sldMk cId="2316080535" sldId="302"/>
            <ac:spMk id="17" creationId="{7D8E8B76-8C7A-94CA-8885-28048197D257}"/>
          </ac:spMkLst>
        </pc:spChg>
        <pc:spChg chg="mod">
          <ac:chgData name="昕 许" userId="a2975fcd840abfc3" providerId="LiveId" clId="{49CCD4F9-177C-4270-9A14-60236FF377E8}" dt="2026-04-14T02:47:32.833" v="7646" actId="164"/>
          <ac:spMkLst>
            <pc:docMk/>
            <pc:sldMk cId="2316080535" sldId="302"/>
            <ac:spMk id="18" creationId="{D55CF6FD-A6B9-C5FC-A5B6-CD03869A5CB8}"/>
          </ac:spMkLst>
        </pc:spChg>
        <pc:spChg chg="del">
          <ac:chgData name="昕 许" userId="a2975fcd840abfc3" providerId="LiveId" clId="{49CCD4F9-177C-4270-9A14-60236FF377E8}" dt="2026-04-14T02:46:31.424" v="7614" actId="478"/>
          <ac:spMkLst>
            <pc:docMk/>
            <pc:sldMk cId="2316080535" sldId="302"/>
            <ac:spMk id="23" creationId="{BAA9C672-DC71-0782-6588-41472C73E0C1}"/>
          </ac:spMkLst>
        </pc:spChg>
        <pc:spChg chg="add del mod">
          <ac:chgData name="昕 许" userId="a2975fcd840abfc3" providerId="LiveId" clId="{49CCD4F9-177C-4270-9A14-60236FF377E8}" dt="2026-04-14T02:46:31.424" v="7614" actId="478"/>
          <ac:spMkLst>
            <pc:docMk/>
            <pc:sldMk cId="2316080535" sldId="302"/>
            <ac:spMk id="24" creationId="{87C16947-B186-B8C9-C3EF-5FF3775F82C5}"/>
          </ac:spMkLst>
        </pc:spChg>
        <pc:spChg chg="add del mod">
          <ac:chgData name="昕 许" userId="a2975fcd840abfc3" providerId="LiveId" clId="{49CCD4F9-177C-4270-9A14-60236FF377E8}" dt="2026-04-14T02:46:31.424" v="7614" actId="478"/>
          <ac:spMkLst>
            <pc:docMk/>
            <pc:sldMk cId="2316080535" sldId="302"/>
            <ac:spMk id="26" creationId="{62728209-301C-4DFF-3660-23D56B550A99}"/>
          </ac:spMkLst>
        </pc:spChg>
        <pc:spChg chg="del">
          <ac:chgData name="昕 许" userId="a2975fcd840abfc3" providerId="LiveId" clId="{49CCD4F9-177C-4270-9A14-60236FF377E8}" dt="2026-04-14T02:46:31.424" v="7614" actId="478"/>
          <ac:spMkLst>
            <pc:docMk/>
            <pc:sldMk cId="2316080535" sldId="302"/>
            <ac:spMk id="27" creationId="{ADCF6EBB-BEFE-B572-FDDC-2D23372FC91F}"/>
          </ac:spMkLst>
        </pc:spChg>
        <pc:spChg chg="add del mod">
          <ac:chgData name="昕 许" userId="a2975fcd840abfc3" providerId="LiveId" clId="{49CCD4F9-177C-4270-9A14-60236FF377E8}" dt="2026-04-14T02:46:31.424" v="7614" actId="478"/>
          <ac:spMkLst>
            <pc:docMk/>
            <pc:sldMk cId="2316080535" sldId="302"/>
            <ac:spMk id="28" creationId="{FE2C97F4-CAC7-E415-6BCF-7D4029988B64}"/>
          </ac:spMkLst>
        </pc:spChg>
        <pc:spChg chg="add del mod">
          <ac:chgData name="昕 许" userId="a2975fcd840abfc3" providerId="LiveId" clId="{49CCD4F9-177C-4270-9A14-60236FF377E8}" dt="2026-04-14T02:46:31.424" v="7614" actId="478"/>
          <ac:spMkLst>
            <pc:docMk/>
            <pc:sldMk cId="2316080535" sldId="302"/>
            <ac:spMk id="29" creationId="{2BE47ED5-11E6-9C0E-A12F-11F5050502F6}"/>
          </ac:spMkLst>
        </pc:spChg>
        <pc:spChg chg="add del mod">
          <ac:chgData name="昕 许" userId="a2975fcd840abfc3" providerId="LiveId" clId="{49CCD4F9-177C-4270-9A14-60236FF377E8}" dt="2026-04-14T02:46:31.424" v="7614" actId="478"/>
          <ac:spMkLst>
            <pc:docMk/>
            <pc:sldMk cId="2316080535" sldId="302"/>
            <ac:spMk id="30" creationId="{F518A5D8-19F4-330E-7617-6B69D74FA925}"/>
          </ac:spMkLst>
        </pc:spChg>
        <pc:spChg chg="add del mod">
          <ac:chgData name="昕 许" userId="a2975fcd840abfc3" providerId="LiveId" clId="{49CCD4F9-177C-4270-9A14-60236FF377E8}" dt="2026-04-14T02:46:31.424" v="7614" actId="478"/>
          <ac:spMkLst>
            <pc:docMk/>
            <pc:sldMk cId="2316080535" sldId="302"/>
            <ac:spMk id="31" creationId="{A116E69B-0837-488D-713C-D6F0070A6759}"/>
          </ac:spMkLst>
        </pc:spChg>
        <pc:spChg chg="add del mod">
          <ac:chgData name="昕 许" userId="a2975fcd840abfc3" providerId="LiveId" clId="{49CCD4F9-177C-4270-9A14-60236FF377E8}" dt="2026-04-14T02:46:33.498" v="7615" actId="478"/>
          <ac:spMkLst>
            <pc:docMk/>
            <pc:sldMk cId="2316080535" sldId="302"/>
            <ac:spMk id="32" creationId="{89C68159-C223-E914-BE36-F96C9D25F52E}"/>
          </ac:spMkLst>
        </pc:spChg>
        <pc:spChg chg="add mod">
          <ac:chgData name="昕 许" userId="a2975fcd840abfc3" providerId="LiveId" clId="{49CCD4F9-177C-4270-9A14-60236FF377E8}" dt="2026-04-14T02:47:32.833" v="7646" actId="164"/>
          <ac:spMkLst>
            <pc:docMk/>
            <pc:sldMk cId="2316080535" sldId="302"/>
            <ac:spMk id="33" creationId="{EC3A474D-B0F1-B542-4D79-2F00FB3B3BF9}"/>
          </ac:spMkLst>
        </pc:spChg>
        <pc:spChg chg="mod">
          <ac:chgData name="昕 许" userId="a2975fcd840abfc3" providerId="LiveId" clId="{49CCD4F9-177C-4270-9A14-60236FF377E8}" dt="2026-04-14T02:47:46.248" v="7652" actId="20577"/>
          <ac:spMkLst>
            <pc:docMk/>
            <pc:sldMk cId="2316080535" sldId="302"/>
            <ac:spMk id="41" creationId="{ED8A1E07-54F3-FACE-86F9-BC9D5FCF15E3}"/>
          </ac:spMkLst>
        </pc:spChg>
        <pc:spChg chg="mod">
          <ac:chgData name="昕 许" userId="a2975fcd840abfc3" providerId="LiveId" clId="{49CCD4F9-177C-4270-9A14-60236FF377E8}" dt="2026-04-14T02:47:33.778" v="7647"/>
          <ac:spMkLst>
            <pc:docMk/>
            <pc:sldMk cId="2316080535" sldId="302"/>
            <ac:spMk id="43" creationId="{A76441D3-926C-9E20-AFCE-C51916E60C39}"/>
          </ac:spMkLst>
        </pc:spChg>
        <pc:spChg chg="del">
          <ac:chgData name="昕 许" userId="a2975fcd840abfc3" providerId="LiveId" clId="{49CCD4F9-177C-4270-9A14-60236FF377E8}" dt="2026-04-14T02:46:26.197" v="7611" actId="478"/>
          <ac:spMkLst>
            <pc:docMk/>
            <pc:sldMk cId="2316080535" sldId="302"/>
            <ac:spMk id="44" creationId="{D840A653-BDA3-36A5-36A8-97552C6D71D2}"/>
          </ac:spMkLst>
        </pc:spChg>
        <pc:spChg chg="del">
          <ac:chgData name="昕 许" userId="a2975fcd840abfc3" providerId="LiveId" clId="{49CCD4F9-177C-4270-9A14-60236FF377E8}" dt="2026-04-14T02:46:26.197" v="7611" actId="478"/>
          <ac:spMkLst>
            <pc:docMk/>
            <pc:sldMk cId="2316080535" sldId="302"/>
            <ac:spMk id="45" creationId="{96214A11-5481-52DC-9988-9B6D0E96F61D}"/>
          </ac:spMkLst>
        </pc:spChg>
        <pc:spChg chg="mod">
          <ac:chgData name="昕 许" userId="a2975fcd840abfc3" providerId="LiveId" clId="{49CCD4F9-177C-4270-9A14-60236FF377E8}" dt="2026-04-14T02:47:33.778" v="7647"/>
          <ac:spMkLst>
            <pc:docMk/>
            <pc:sldMk cId="2316080535" sldId="302"/>
            <ac:spMk id="46" creationId="{EF4717E6-AD8B-F5CC-5EEF-358CA03B26CE}"/>
          </ac:spMkLst>
        </pc:spChg>
        <pc:spChg chg="del">
          <ac:chgData name="昕 许" userId="a2975fcd840abfc3" providerId="LiveId" clId="{49CCD4F9-177C-4270-9A14-60236FF377E8}" dt="2026-04-14T02:46:26.197" v="7611" actId="478"/>
          <ac:spMkLst>
            <pc:docMk/>
            <pc:sldMk cId="2316080535" sldId="302"/>
            <ac:spMk id="47" creationId="{8F777E35-580C-A16F-1361-E5C6B3DF61D1}"/>
          </ac:spMkLst>
        </pc:spChg>
        <pc:spChg chg="del">
          <ac:chgData name="昕 许" userId="a2975fcd840abfc3" providerId="LiveId" clId="{49CCD4F9-177C-4270-9A14-60236FF377E8}" dt="2026-04-14T02:46:26.197" v="7611" actId="478"/>
          <ac:spMkLst>
            <pc:docMk/>
            <pc:sldMk cId="2316080535" sldId="302"/>
            <ac:spMk id="48" creationId="{2A595C57-1F59-8D07-26D0-166045728E67}"/>
          </ac:spMkLst>
        </pc:spChg>
        <pc:spChg chg="del">
          <ac:chgData name="昕 许" userId="a2975fcd840abfc3" providerId="LiveId" clId="{49CCD4F9-177C-4270-9A14-60236FF377E8}" dt="2026-04-14T02:45:52.923" v="7605" actId="478"/>
          <ac:spMkLst>
            <pc:docMk/>
            <pc:sldMk cId="2316080535" sldId="302"/>
            <ac:spMk id="49" creationId="{A9252262-358F-9816-8786-9517D5E1FD6A}"/>
          </ac:spMkLst>
        </pc:spChg>
        <pc:spChg chg="del">
          <ac:chgData name="昕 许" userId="a2975fcd840abfc3" providerId="LiveId" clId="{49CCD4F9-177C-4270-9A14-60236FF377E8}" dt="2026-04-14T02:46:26.197" v="7611" actId="478"/>
          <ac:spMkLst>
            <pc:docMk/>
            <pc:sldMk cId="2316080535" sldId="302"/>
            <ac:spMk id="50" creationId="{458D4B24-82AA-60C1-FFAB-E0EA7BA3AFEF}"/>
          </ac:spMkLst>
        </pc:spChg>
        <pc:spChg chg="del">
          <ac:chgData name="昕 许" userId="a2975fcd840abfc3" providerId="LiveId" clId="{49CCD4F9-177C-4270-9A14-60236FF377E8}" dt="2026-04-14T02:46:26.197" v="7611" actId="478"/>
          <ac:spMkLst>
            <pc:docMk/>
            <pc:sldMk cId="2316080535" sldId="302"/>
            <ac:spMk id="51" creationId="{D73652BE-6E11-0BCA-2037-D04B821DF392}"/>
          </ac:spMkLst>
        </pc:spChg>
        <pc:spChg chg="del">
          <ac:chgData name="昕 许" userId="a2975fcd840abfc3" providerId="LiveId" clId="{49CCD4F9-177C-4270-9A14-60236FF377E8}" dt="2026-04-14T02:46:26.197" v="7611" actId="478"/>
          <ac:spMkLst>
            <pc:docMk/>
            <pc:sldMk cId="2316080535" sldId="302"/>
            <ac:spMk id="52" creationId="{906A300E-73ED-7BF0-8A6F-37DB4952E3E3}"/>
          </ac:spMkLst>
        </pc:spChg>
        <pc:spChg chg="mod">
          <ac:chgData name="昕 许" userId="a2975fcd840abfc3" providerId="LiveId" clId="{49CCD4F9-177C-4270-9A14-60236FF377E8}" dt="2026-04-14T02:47:33.778" v="7647"/>
          <ac:spMkLst>
            <pc:docMk/>
            <pc:sldMk cId="2316080535" sldId="302"/>
            <ac:spMk id="53" creationId="{AD3E3699-DB21-A1C8-0E72-E0BD9F3F1C10}"/>
          </ac:spMkLst>
        </pc:spChg>
        <pc:spChg chg="mod">
          <ac:chgData name="昕 许" userId="a2975fcd840abfc3" providerId="LiveId" clId="{49CCD4F9-177C-4270-9A14-60236FF377E8}" dt="2026-04-14T02:47:33.778" v="7647"/>
          <ac:spMkLst>
            <pc:docMk/>
            <pc:sldMk cId="2316080535" sldId="302"/>
            <ac:spMk id="54" creationId="{53260509-74A1-0B4A-0550-4F7D1A8D9DD4}"/>
          </ac:spMkLst>
        </pc:spChg>
        <pc:spChg chg="mod">
          <ac:chgData name="昕 许" userId="a2975fcd840abfc3" providerId="LiveId" clId="{49CCD4F9-177C-4270-9A14-60236FF377E8}" dt="2026-04-14T02:47:33.778" v="7647"/>
          <ac:spMkLst>
            <pc:docMk/>
            <pc:sldMk cId="2316080535" sldId="302"/>
            <ac:spMk id="56" creationId="{C538ED5F-E91E-CC92-4BAD-B6C7613E2961}"/>
          </ac:spMkLst>
        </pc:spChg>
        <pc:spChg chg="mod">
          <ac:chgData name="昕 许" userId="a2975fcd840abfc3" providerId="LiveId" clId="{49CCD4F9-177C-4270-9A14-60236FF377E8}" dt="2026-04-14T02:47:33.778" v="7647"/>
          <ac:spMkLst>
            <pc:docMk/>
            <pc:sldMk cId="2316080535" sldId="302"/>
            <ac:spMk id="57" creationId="{E95D374E-547F-7887-75C3-FA5EE48932FC}"/>
          </ac:spMkLst>
        </pc:spChg>
        <pc:spChg chg="mod">
          <ac:chgData name="昕 许" userId="a2975fcd840abfc3" providerId="LiveId" clId="{49CCD4F9-177C-4270-9A14-60236FF377E8}" dt="2026-04-14T02:47:52.393" v="7654" actId="14100"/>
          <ac:spMkLst>
            <pc:docMk/>
            <pc:sldMk cId="2316080535" sldId="302"/>
            <ac:spMk id="58" creationId="{67EDC324-9386-3294-2178-CF2C193CA15D}"/>
          </ac:spMkLst>
        </pc:spChg>
        <pc:spChg chg="mod">
          <ac:chgData name="昕 许" userId="a2975fcd840abfc3" providerId="LiveId" clId="{49CCD4F9-177C-4270-9A14-60236FF377E8}" dt="2026-04-14T02:48:00.442" v="7655" actId="14100"/>
          <ac:spMkLst>
            <pc:docMk/>
            <pc:sldMk cId="2316080535" sldId="302"/>
            <ac:spMk id="59" creationId="{7F13B5A0-2789-2FF0-BCCA-E003C53302BF}"/>
          </ac:spMkLst>
        </pc:spChg>
        <pc:spChg chg="mod">
          <ac:chgData name="昕 许" userId="a2975fcd840abfc3" providerId="LiveId" clId="{49CCD4F9-177C-4270-9A14-60236FF377E8}" dt="2026-04-14T02:48:06.399" v="7659" actId="20577"/>
          <ac:spMkLst>
            <pc:docMk/>
            <pc:sldMk cId="2316080535" sldId="302"/>
            <ac:spMk id="60" creationId="{EB40B561-FB3B-B33B-D48F-DA6B5E8C7749}"/>
          </ac:spMkLst>
        </pc:spChg>
        <pc:spChg chg="del mod">
          <ac:chgData name="昕 许" userId="a2975fcd840abfc3" providerId="LiveId" clId="{49CCD4F9-177C-4270-9A14-60236FF377E8}" dt="2026-04-14T02:46:03.203" v="7610" actId="478"/>
          <ac:spMkLst>
            <pc:docMk/>
            <pc:sldMk cId="2316080535" sldId="302"/>
            <ac:spMk id="62" creationId="{0E189B1A-2CC0-A0BA-85EC-260EAF5268F0}"/>
          </ac:spMkLst>
        </pc:spChg>
        <pc:spChg chg="del">
          <ac:chgData name="昕 许" userId="a2975fcd840abfc3" providerId="LiveId" clId="{49CCD4F9-177C-4270-9A14-60236FF377E8}" dt="2026-04-14T02:46:26.197" v="7611" actId="478"/>
          <ac:spMkLst>
            <pc:docMk/>
            <pc:sldMk cId="2316080535" sldId="302"/>
            <ac:spMk id="63" creationId="{0DCEC39F-E5C6-1792-C45F-0798B4C6CC54}"/>
          </ac:spMkLst>
        </pc:spChg>
        <pc:spChg chg="mod">
          <ac:chgData name="昕 许" userId="a2975fcd840abfc3" providerId="LiveId" clId="{49CCD4F9-177C-4270-9A14-60236FF377E8}" dt="2026-04-14T02:48:31.597" v="7685" actId="20577"/>
          <ac:spMkLst>
            <pc:docMk/>
            <pc:sldMk cId="2316080535" sldId="302"/>
            <ac:spMk id="66" creationId="{93C73EB8-8B12-9BE6-E52E-6D462FB1016F}"/>
          </ac:spMkLst>
        </pc:spChg>
        <pc:spChg chg="mod">
          <ac:chgData name="昕 许" userId="a2975fcd840abfc3" providerId="LiveId" clId="{49CCD4F9-177C-4270-9A14-60236FF377E8}" dt="2026-04-14T02:48:27.749" v="7680"/>
          <ac:spMkLst>
            <pc:docMk/>
            <pc:sldMk cId="2316080535" sldId="302"/>
            <ac:spMk id="68" creationId="{CA332BEB-48CB-4A07-8188-99CC1FCAE159}"/>
          </ac:spMkLst>
        </pc:spChg>
        <pc:spChg chg="mod">
          <ac:chgData name="昕 许" userId="a2975fcd840abfc3" providerId="LiveId" clId="{49CCD4F9-177C-4270-9A14-60236FF377E8}" dt="2026-04-14T02:48:27.749" v="7680"/>
          <ac:spMkLst>
            <pc:docMk/>
            <pc:sldMk cId="2316080535" sldId="302"/>
            <ac:spMk id="69" creationId="{B03228B0-7A29-7770-19A6-7AA556FEF52E}"/>
          </ac:spMkLst>
        </pc:spChg>
        <pc:spChg chg="del">
          <ac:chgData name="昕 许" userId="a2975fcd840abfc3" providerId="LiveId" clId="{49CCD4F9-177C-4270-9A14-60236FF377E8}" dt="2026-04-14T02:45:56.754" v="7607" actId="478"/>
          <ac:spMkLst>
            <pc:docMk/>
            <pc:sldMk cId="2316080535" sldId="302"/>
            <ac:spMk id="70" creationId="{C31C53E7-8E10-E720-47EE-3196A754D57A}"/>
          </ac:spMkLst>
        </pc:spChg>
        <pc:spChg chg="del">
          <ac:chgData name="昕 许" userId="a2975fcd840abfc3" providerId="LiveId" clId="{49CCD4F9-177C-4270-9A14-60236FF377E8}" dt="2026-04-14T02:45:56.754" v="7607" actId="478"/>
          <ac:spMkLst>
            <pc:docMk/>
            <pc:sldMk cId="2316080535" sldId="302"/>
            <ac:spMk id="71" creationId="{E9534762-1435-0AFC-6A5D-11237619A53A}"/>
          </ac:spMkLst>
        </pc:spChg>
        <pc:spChg chg="del">
          <ac:chgData name="昕 许" userId="a2975fcd840abfc3" providerId="LiveId" clId="{49CCD4F9-177C-4270-9A14-60236FF377E8}" dt="2026-04-14T02:45:56.754" v="7607" actId="478"/>
          <ac:spMkLst>
            <pc:docMk/>
            <pc:sldMk cId="2316080535" sldId="302"/>
            <ac:spMk id="72" creationId="{69B2C205-CD3D-D84D-609D-FADB1D0A9C8A}"/>
          </ac:spMkLst>
        </pc:spChg>
        <pc:spChg chg="del">
          <ac:chgData name="昕 许" userId="a2975fcd840abfc3" providerId="LiveId" clId="{49CCD4F9-177C-4270-9A14-60236FF377E8}" dt="2026-04-14T02:45:56.754" v="7607" actId="478"/>
          <ac:spMkLst>
            <pc:docMk/>
            <pc:sldMk cId="2316080535" sldId="302"/>
            <ac:spMk id="73" creationId="{B0DA8E45-9050-853C-3F2D-D0A2DC53AB90}"/>
          </ac:spMkLst>
        </pc:spChg>
        <pc:spChg chg="del">
          <ac:chgData name="昕 许" userId="a2975fcd840abfc3" providerId="LiveId" clId="{49CCD4F9-177C-4270-9A14-60236FF377E8}" dt="2026-04-14T02:45:56.754" v="7607" actId="478"/>
          <ac:spMkLst>
            <pc:docMk/>
            <pc:sldMk cId="2316080535" sldId="302"/>
            <ac:spMk id="75" creationId="{57C4CFE8-85C6-4959-7D12-FDF3229956A7}"/>
          </ac:spMkLst>
        </pc:spChg>
        <pc:spChg chg="del">
          <ac:chgData name="昕 许" userId="a2975fcd840abfc3" providerId="LiveId" clId="{49CCD4F9-177C-4270-9A14-60236FF377E8}" dt="2026-04-14T02:45:56.754" v="7607" actId="478"/>
          <ac:spMkLst>
            <pc:docMk/>
            <pc:sldMk cId="2316080535" sldId="302"/>
            <ac:spMk id="76" creationId="{7048639C-FF02-24D1-B293-161D20F70537}"/>
          </ac:spMkLst>
        </pc:spChg>
        <pc:spChg chg="mod">
          <ac:chgData name="昕 许" userId="a2975fcd840abfc3" providerId="LiveId" clId="{49CCD4F9-177C-4270-9A14-60236FF377E8}" dt="2026-04-14T02:48:27.749" v="7680"/>
          <ac:spMkLst>
            <pc:docMk/>
            <pc:sldMk cId="2316080535" sldId="302"/>
            <ac:spMk id="77" creationId="{261B479D-99C2-20FE-10DA-09325926FA9F}"/>
          </ac:spMkLst>
        </pc:spChg>
        <pc:spChg chg="del">
          <ac:chgData name="昕 许" userId="a2975fcd840abfc3" providerId="LiveId" clId="{49CCD4F9-177C-4270-9A14-60236FF377E8}" dt="2026-04-14T02:45:56.754" v="7607" actId="478"/>
          <ac:spMkLst>
            <pc:docMk/>
            <pc:sldMk cId="2316080535" sldId="302"/>
            <ac:spMk id="78" creationId="{19B09D93-C9D9-5C04-F68D-A086B5B31464}"/>
          </ac:spMkLst>
        </pc:spChg>
        <pc:spChg chg="del">
          <ac:chgData name="昕 许" userId="a2975fcd840abfc3" providerId="LiveId" clId="{49CCD4F9-177C-4270-9A14-60236FF377E8}" dt="2026-04-14T02:45:56.754" v="7607" actId="478"/>
          <ac:spMkLst>
            <pc:docMk/>
            <pc:sldMk cId="2316080535" sldId="302"/>
            <ac:spMk id="79" creationId="{BC3C7694-D872-1A6B-4A58-69D98FCCB613}"/>
          </ac:spMkLst>
        </pc:spChg>
        <pc:spChg chg="mod">
          <ac:chgData name="昕 许" userId="a2975fcd840abfc3" providerId="LiveId" clId="{49CCD4F9-177C-4270-9A14-60236FF377E8}" dt="2026-04-14T02:48:27.749" v="7680"/>
          <ac:spMkLst>
            <pc:docMk/>
            <pc:sldMk cId="2316080535" sldId="302"/>
            <ac:spMk id="80" creationId="{E2E87345-698A-EF7C-0C30-D1F135BAB0B4}"/>
          </ac:spMkLst>
        </pc:spChg>
        <pc:spChg chg="del">
          <ac:chgData name="昕 许" userId="a2975fcd840abfc3" providerId="LiveId" clId="{49CCD4F9-177C-4270-9A14-60236FF377E8}" dt="2026-04-14T02:45:58.011" v="7608" actId="478"/>
          <ac:spMkLst>
            <pc:docMk/>
            <pc:sldMk cId="2316080535" sldId="302"/>
            <ac:spMk id="81" creationId="{B811727B-E66A-2CDB-61C7-540587A93BFD}"/>
          </ac:spMkLst>
        </pc:spChg>
        <pc:spChg chg="mod">
          <ac:chgData name="昕 许" userId="a2975fcd840abfc3" providerId="LiveId" clId="{49CCD4F9-177C-4270-9A14-60236FF377E8}" dt="2026-04-14T02:48:27.749" v="7680"/>
          <ac:spMkLst>
            <pc:docMk/>
            <pc:sldMk cId="2316080535" sldId="302"/>
            <ac:spMk id="82" creationId="{0F81A760-4E0A-9F70-2470-DFD612721F84}"/>
          </ac:spMkLst>
        </pc:spChg>
        <pc:spChg chg="del">
          <ac:chgData name="昕 许" userId="a2975fcd840abfc3" providerId="LiveId" clId="{49CCD4F9-177C-4270-9A14-60236FF377E8}" dt="2026-04-14T02:44:35.464" v="7518" actId="478"/>
          <ac:spMkLst>
            <pc:docMk/>
            <pc:sldMk cId="2316080535" sldId="302"/>
            <ac:spMk id="83" creationId="{6F725F33-2DCA-72CC-76DE-D2529784BB14}"/>
          </ac:spMkLst>
        </pc:spChg>
        <pc:spChg chg="del">
          <ac:chgData name="昕 许" userId="a2975fcd840abfc3" providerId="LiveId" clId="{49CCD4F9-177C-4270-9A14-60236FF377E8}" dt="2026-04-14T02:44:35.464" v="7518" actId="478"/>
          <ac:spMkLst>
            <pc:docMk/>
            <pc:sldMk cId="2316080535" sldId="302"/>
            <ac:spMk id="84" creationId="{79221CD2-A441-24C9-DE1C-D97BAC55222B}"/>
          </ac:spMkLst>
        </pc:spChg>
        <pc:spChg chg="del">
          <ac:chgData name="昕 许" userId="a2975fcd840abfc3" providerId="LiveId" clId="{49CCD4F9-177C-4270-9A14-60236FF377E8}" dt="2026-04-14T02:44:35.464" v="7518" actId="478"/>
          <ac:spMkLst>
            <pc:docMk/>
            <pc:sldMk cId="2316080535" sldId="302"/>
            <ac:spMk id="85" creationId="{BBF0FC79-CEFB-AE6B-4DF2-59EFAFE0CB02}"/>
          </ac:spMkLst>
        </pc:spChg>
        <pc:spChg chg="del">
          <ac:chgData name="昕 许" userId="a2975fcd840abfc3" providerId="LiveId" clId="{49CCD4F9-177C-4270-9A14-60236FF377E8}" dt="2026-04-14T02:44:35.464" v="7518" actId="478"/>
          <ac:spMkLst>
            <pc:docMk/>
            <pc:sldMk cId="2316080535" sldId="302"/>
            <ac:spMk id="86" creationId="{B3156A84-18B4-85CB-F68C-5BDB3E314122}"/>
          </ac:spMkLst>
        </pc:spChg>
        <pc:spChg chg="del">
          <ac:chgData name="昕 许" userId="a2975fcd840abfc3" providerId="LiveId" clId="{49CCD4F9-177C-4270-9A14-60236FF377E8}" dt="2026-04-14T02:44:35.464" v="7518" actId="478"/>
          <ac:spMkLst>
            <pc:docMk/>
            <pc:sldMk cId="2316080535" sldId="302"/>
            <ac:spMk id="88" creationId="{4DEE004B-F701-A909-2AC3-AAF23F80AF59}"/>
          </ac:spMkLst>
        </pc:spChg>
        <pc:spChg chg="del">
          <ac:chgData name="昕 许" userId="a2975fcd840abfc3" providerId="LiveId" clId="{49CCD4F9-177C-4270-9A14-60236FF377E8}" dt="2026-04-14T02:44:35.464" v="7518" actId="478"/>
          <ac:spMkLst>
            <pc:docMk/>
            <pc:sldMk cId="2316080535" sldId="302"/>
            <ac:spMk id="89" creationId="{D7CA347E-8A7D-A119-1AF6-4AAF7CB4EAE3}"/>
          </ac:spMkLst>
        </pc:spChg>
        <pc:spChg chg="mod">
          <ac:chgData name="昕 许" userId="a2975fcd840abfc3" providerId="LiveId" clId="{49CCD4F9-177C-4270-9A14-60236FF377E8}" dt="2026-04-14T02:48:27.749" v="7680"/>
          <ac:spMkLst>
            <pc:docMk/>
            <pc:sldMk cId="2316080535" sldId="302"/>
            <ac:spMk id="92" creationId="{E617F5CA-0871-0FDE-6D62-DD2D94CDEF71}"/>
          </ac:spMkLst>
        </pc:spChg>
        <pc:spChg chg="mod">
          <ac:chgData name="昕 许" userId="a2975fcd840abfc3" providerId="LiveId" clId="{49CCD4F9-177C-4270-9A14-60236FF377E8}" dt="2026-04-14T02:48:27.749" v="7680"/>
          <ac:spMkLst>
            <pc:docMk/>
            <pc:sldMk cId="2316080535" sldId="302"/>
            <ac:spMk id="94" creationId="{C0EFDB58-4E81-A9AE-FD9D-5F00ECA6CD0D}"/>
          </ac:spMkLst>
        </pc:spChg>
        <pc:spChg chg="del">
          <ac:chgData name="昕 许" userId="a2975fcd840abfc3" providerId="LiveId" clId="{49CCD4F9-177C-4270-9A14-60236FF377E8}" dt="2026-04-14T02:44:35.464" v="7518" actId="478"/>
          <ac:spMkLst>
            <pc:docMk/>
            <pc:sldMk cId="2316080535" sldId="302"/>
            <ac:spMk id="97" creationId="{6E3DEF55-24CF-80A2-D844-7C6E9E6E1C60}"/>
          </ac:spMkLst>
        </pc:spChg>
        <pc:spChg chg="mod">
          <ac:chgData name="昕 许" userId="a2975fcd840abfc3" providerId="LiveId" clId="{49CCD4F9-177C-4270-9A14-60236FF377E8}" dt="2026-04-14T02:48:53.577" v="7686" actId="14100"/>
          <ac:spMkLst>
            <pc:docMk/>
            <pc:sldMk cId="2316080535" sldId="302"/>
            <ac:spMk id="98" creationId="{1258BA55-FE16-D382-B0C3-42357970A66A}"/>
          </ac:spMkLst>
        </pc:spChg>
        <pc:spChg chg="mod">
          <ac:chgData name="昕 许" userId="a2975fcd840abfc3" providerId="LiveId" clId="{49CCD4F9-177C-4270-9A14-60236FF377E8}" dt="2026-04-14T02:48:27.749" v="7680"/>
          <ac:spMkLst>
            <pc:docMk/>
            <pc:sldMk cId="2316080535" sldId="302"/>
            <ac:spMk id="99" creationId="{135466AD-0DF2-C093-6EAC-EC48064F2757}"/>
          </ac:spMkLst>
        </pc:spChg>
        <pc:spChg chg="mod">
          <ac:chgData name="昕 许" userId="a2975fcd840abfc3" providerId="LiveId" clId="{49CCD4F9-177C-4270-9A14-60236FF377E8}" dt="2026-04-14T02:48:56.252" v="7690" actId="20577"/>
          <ac:spMkLst>
            <pc:docMk/>
            <pc:sldMk cId="2316080535" sldId="302"/>
            <ac:spMk id="100" creationId="{AEAC9518-5C51-7792-9742-E0383DF07D97}"/>
          </ac:spMkLst>
        </pc:spChg>
        <pc:spChg chg="del">
          <ac:chgData name="昕 许" userId="a2975fcd840abfc3" providerId="LiveId" clId="{49CCD4F9-177C-4270-9A14-60236FF377E8}" dt="2026-04-14T02:44:35.464" v="7518" actId="478"/>
          <ac:spMkLst>
            <pc:docMk/>
            <pc:sldMk cId="2316080535" sldId="302"/>
            <ac:spMk id="107" creationId="{E6580475-AC2E-32FD-3E6F-93F5062D3EE9}"/>
          </ac:spMkLst>
        </pc:spChg>
        <pc:spChg chg="del">
          <ac:chgData name="昕 许" userId="a2975fcd840abfc3" providerId="LiveId" clId="{49CCD4F9-177C-4270-9A14-60236FF377E8}" dt="2026-04-14T02:44:35.464" v="7518" actId="478"/>
          <ac:spMkLst>
            <pc:docMk/>
            <pc:sldMk cId="2316080535" sldId="302"/>
            <ac:spMk id="110" creationId="{0E959BCD-DC11-3AAD-3640-F4DAFCFA3083}"/>
          </ac:spMkLst>
        </pc:spChg>
        <pc:spChg chg="del">
          <ac:chgData name="昕 许" userId="a2975fcd840abfc3" providerId="LiveId" clId="{49CCD4F9-177C-4270-9A14-60236FF377E8}" dt="2026-04-14T02:44:35.464" v="7518" actId="478"/>
          <ac:spMkLst>
            <pc:docMk/>
            <pc:sldMk cId="2316080535" sldId="302"/>
            <ac:spMk id="123" creationId="{B10AF397-0AC2-111E-F69A-C30E69EBE9E2}"/>
          </ac:spMkLst>
        </pc:spChg>
        <pc:spChg chg="del">
          <ac:chgData name="昕 许" userId="a2975fcd840abfc3" providerId="LiveId" clId="{49CCD4F9-177C-4270-9A14-60236FF377E8}" dt="2026-04-14T02:44:36.885" v="7519" actId="478"/>
          <ac:spMkLst>
            <pc:docMk/>
            <pc:sldMk cId="2316080535" sldId="302"/>
            <ac:spMk id="125" creationId="{A3AD651F-1CEF-3F4A-C572-DBD8F9162FCA}"/>
          </ac:spMkLst>
        </pc:spChg>
        <pc:spChg chg="del">
          <ac:chgData name="昕 许" userId="a2975fcd840abfc3" providerId="LiveId" clId="{49CCD4F9-177C-4270-9A14-60236FF377E8}" dt="2026-04-14T02:44:36.885" v="7519" actId="478"/>
          <ac:spMkLst>
            <pc:docMk/>
            <pc:sldMk cId="2316080535" sldId="302"/>
            <ac:spMk id="128" creationId="{CAECD626-2808-2262-B04B-F2F7D38F1DEC}"/>
          </ac:spMkLst>
        </pc:spChg>
        <pc:spChg chg="mod">
          <ac:chgData name="昕 许" userId="a2975fcd840abfc3" providerId="LiveId" clId="{49CCD4F9-177C-4270-9A14-60236FF377E8}" dt="2026-04-14T02:47:32.833" v="7646" actId="164"/>
          <ac:spMkLst>
            <pc:docMk/>
            <pc:sldMk cId="2316080535" sldId="302"/>
            <ac:spMk id="131" creationId="{78248298-5D78-B641-CAED-1A0742CBCC84}"/>
          </ac:spMkLst>
        </pc:spChg>
        <pc:grpChg chg="mod">
          <ac:chgData name="昕 许" userId="a2975fcd840abfc3" providerId="LiveId" clId="{49CCD4F9-177C-4270-9A14-60236FF377E8}" dt="2026-04-14T02:47:41.938" v="7648" actId="1076"/>
          <ac:grpSpMkLst>
            <pc:docMk/>
            <pc:sldMk cId="2316080535" sldId="302"/>
            <ac:grpSpMk id="40" creationId="{74D446A0-36CC-295B-8402-195D62BE0F07}"/>
          </ac:grpSpMkLst>
        </pc:grpChg>
        <pc:grpChg chg="mod">
          <ac:chgData name="昕 许" userId="a2975fcd840abfc3" providerId="LiveId" clId="{49CCD4F9-177C-4270-9A14-60236FF377E8}" dt="2026-04-14T02:48:15.356" v="7661" actId="1076"/>
          <ac:grpSpMkLst>
            <pc:docMk/>
            <pc:sldMk cId="2316080535" sldId="302"/>
            <ac:grpSpMk id="65" creationId="{4D88DD84-89C7-F8B3-36B8-7F9FA44D6BDC}"/>
          </ac:grpSpMkLst>
        </pc:grpChg>
        <pc:cxnChg chg="del">
          <ac:chgData name="昕 许" userId="a2975fcd840abfc3" providerId="LiveId" clId="{49CCD4F9-177C-4270-9A14-60236FF377E8}" dt="2026-04-14T02:46:35.823" v="7617" actId="478"/>
          <ac:cxnSpMkLst>
            <pc:docMk/>
            <pc:sldMk cId="2316080535" sldId="302"/>
            <ac:cxnSpMk id="20" creationId="{64BBB0CC-E9B0-2909-5C9A-F1A427A0EF1A}"/>
          </ac:cxnSpMkLst>
        </pc:cxnChg>
        <pc:cxnChg chg="del">
          <ac:chgData name="昕 许" userId="a2975fcd840abfc3" providerId="LiveId" clId="{49CCD4F9-177C-4270-9A14-60236FF377E8}" dt="2026-04-14T02:46:34.027" v="7616" actId="478"/>
          <ac:cxnSpMkLst>
            <pc:docMk/>
            <pc:sldMk cId="2316080535" sldId="302"/>
            <ac:cxnSpMk id="21" creationId="{15EA11BC-D665-AEEF-4C85-D78AF9943EF1}"/>
          </ac:cxnSpMkLst>
        </pc:cxnChg>
        <pc:cxnChg chg="del">
          <ac:chgData name="昕 许" userId="a2975fcd840abfc3" providerId="LiveId" clId="{49CCD4F9-177C-4270-9A14-60236FF377E8}" dt="2026-04-14T02:44:32.739" v="7516" actId="478"/>
          <ac:cxnSpMkLst>
            <pc:docMk/>
            <pc:sldMk cId="2316080535" sldId="302"/>
            <ac:cxnSpMk id="22" creationId="{A892FD98-B99D-9A29-FBB5-FA0B27B9C8ED}"/>
          </ac:cxnSpMkLst>
        </pc:cxnChg>
        <pc:cxnChg chg="del">
          <ac:chgData name="昕 许" userId="a2975fcd840abfc3" providerId="LiveId" clId="{49CCD4F9-177C-4270-9A14-60236FF377E8}" dt="2026-04-14T02:44:32.739" v="7516" actId="478"/>
          <ac:cxnSpMkLst>
            <pc:docMk/>
            <pc:sldMk cId="2316080535" sldId="302"/>
            <ac:cxnSpMk id="25" creationId="{80207B9F-CDCB-10E9-E615-ABEA75BF36D5}"/>
          </ac:cxnSpMkLst>
        </pc:cxnChg>
        <pc:cxnChg chg="add mod">
          <ac:chgData name="昕 许" userId="a2975fcd840abfc3" providerId="LiveId" clId="{49CCD4F9-177C-4270-9A14-60236FF377E8}" dt="2026-04-14T02:47:14.800" v="7641" actId="1076"/>
          <ac:cxnSpMkLst>
            <pc:docMk/>
            <pc:sldMk cId="2316080535" sldId="302"/>
            <ac:cxnSpMk id="34" creationId="{A64B5A57-854B-36D1-5E31-53CC367E5879}"/>
          </ac:cxnSpMkLst>
        </pc:cxnChg>
        <pc:cxnChg chg="del">
          <ac:chgData name="昕 许" userId="a2975fcd840abfc3" providerId="LiveId" clId="{49CCD4F9-177C-4270-9A14-60236FF377E8}" dt="2026-04-14T02:44:32.739" v="7516" actId="478"/>
          <ac:cxnSpMkLst>
            <pc:docMk/>
            <pc:sldMk cId="2316080535" sldId="302"/>
            <ac:cxnSpMk id="35" creationId="{7034D0CE-8901-D53E-0F1E-3902A442FE34}"/>
          </ac:cxnSpMkLst>
        </pc:cxnChg>
        <pc:cxnChg chg="del">
          <ac:chgData name="昕 许" userId="a2975fcd840abfc3" providerId="LiveId" clId="{49CCD4F9-177C-4270-9A14-60236FF377E8}" dt="2026-04-14T02:44:32.739" v="7516" actId="478"/>
          <ac:cxnSpMkLst>
            <pc:docMk/>
            <pc:sldMk cId="2316080535" sldId="302"/>
            <ac:cxnSpMk id="37" creationId="{CCA697CB-59D0-CB30-8E6F-A6699A1B4924}"/>
          </ac:cxnSpMkLst>
        </pc:cxnChg>
        <pc:cxnChg chg="del">
          <ac:chgData name="昕 许" userId="a2975fcd840abfc3" providerId="LiveId" clId="{49CCD4F9-177C-4270-9A14-60236FF377E8}" dt="2026-04-14T02:44:32.739" v="7516" actId="478"/>
          <ac:cxnSpMkLst>
            <pc:docMk/>
            <pc:sldMk cId="2316080535" sldId="302"/>
            <ac:cxnSpMk id="39" creationId="{E32BD870-69A1-26AA-DAD2-F5D78F714FDE}"/>
          </ac:cxnSpMkLst>
        </pc:cxnChg>
        <pc:cxnChg chg="del">
          <ac:chgData name="昕 许" userId="a2975fcd840abfc3" providerId="LiveId" clId="{49CCD4F9-177C-4270-9A14-60236FF377E8}" dt="2026-04-14T02:45:53.825" v="7606" actId="478"/>
          <ac:cxnSpMkLst>
            <pc:docMk/>
            <pc:sldMk cId="2316080535" sldId="302"/>
            <ac:cxnSpMk id="64" creationId="{BB25B587-A58E-006C-1A20-220033ACEA61}"/>
          </ac:cxnSpMkLst>
        </pc:cxnChg>
        <pc:cxnChg chg="del">
          <ac:chgData name="昕 许" userId="a2975fcd840abfc3" providerId="LiveId" clId="{49CCD4F9-177C-4270-9A14-60236FF377E8}" dt="2026-04-14T02:45:56.754" v="7607" actId="478"/>
          <ac:cxnSpMkLst>
            <pc:docMk/>
            <pc:sldMk cId="2316080535" sldId="302"/>
            <ac:cxnSpMk id="67" creationId="{9957BADB-DBC1-2E19-0617-27857441FDAE}"/>
          </ac:cxnSpMkLst>
        </pc:cxnChg>
      </pc:sldChg>
      <pc:sldChg chg="addSp delSp modSp add mod">
        <pc:chgData name="昕 许" userId="a2975fcd840abfc3" providerId="LiveId" clId="{49CCD4F9-177C-4270-9A14-60236FF377E8}" dt="2026-04-14T04:50:00.162" v="8352" actId="20577"/>
        <pc:sldMkLst>
          <pc:docMk/>
          <pc:sldMk cId="115156777" sldId="303"/>
        </pc:sldMkLst>
        <pc:spChg chg="add mod">
          <ac:chgData name="昕 许" userId="a2975fcd840abfc3" providerId="LiveId" clId="{49CCD4F9-177C-4270-9A14-60236FF377E8}" dt="2026-04-14T02:55:43.611" v="7733" actId="1076"/>
          <ac:spMkLst>
            <pc:docMk/>
            <pc:sldMk cId="115156777" sldId="303"/>
            <ac:spMk id="2" creationId="{F53C7C1F-1002-211F-D6AA-4F59B461AEAB}"/>
          </ac:spMkLst>
        </pc:spChg>
        <pc:spChg chg="add mod">
          <ac:chgData name="昕 许" userId="a2975fcd840abfc3" providerId="LiveId" clId="{49CCD4F9-177C-4270-9A14-60236FF377E8}" dt="2026-04-14T04:32:34.354" v="8254" actId="1076"/>
          <ac:spMkLst>
            <pc:docMk/>
            <pc:sldMk cId="115156777" sldId="303"/>
            <ac:spMk id="3" creationId="{1BE92D14-DB90-2AE8-10FB-F81A28470BC5}"/>
          </ac:spMkLst>
        </pc:spChg>
        <pc:spChg chg="del">
          <ac:chgData name="昕 许" userId="a2975fcd840abfc3" providerId="LiveId" clId="{49CCD4F9-177C-4270-9A14-60236FF377E8}" dt="2026-04-14T02:54:28.672" v="7692" actId="478"/>
          <ac:spMkLst>
            <pc:docMk/>
            <pc:sldMk cId="115156777" sldId="303"/>
            <ac:spMk id="3" creationId="{94664869-C36D-673C-1A6B-A7DC442AB1B1}"/>
          </ac:spMkLst>
        </pc:spChg>
        <pc:spChg chg="del">
          <ac:chgData name="昕 许" userId="a2975fcd840abfc3" providerId="LiveId" clId="{49CCD4F9-177C-4270-9A14-60236FF377E8}" dt="2026-04-14T02:54:28.672" v="7692" actId="478"/>
          <ac:spMkLst>
            <pc:docMk/>
            <pc:sldMk cId="115156777" sldId="303"/>
            <ac:spMk id="4" creationId="{78D793DE-D11D-5ACB-8EFD-E7855494E421}"/>
          </ac:spMkLst>
        </pc:spChg>
        <pc:spChg chg="add mod">
          <ac:chgData name="昕 许" userId="a2975fcd840abfc3" providerId="LiveId" clId="{49CCD4F9-177C-4270-9A14-60236FF377E8}" dt="2026-04-14T04:32:42.321" v="8263" actId="1076"/>
          <ac:spMkLst>
            <pc:docMk/>
            <pc:sldMk cId="115156777" sldId="303"/>
            <ac:spMk id="4" creationId="{CB41DF7F-0027-CAB3-66C9-5B4EE0738C2B}"/>
          </ac:spMkLst>
        </pc:spChg>
        <pc:spChg chg="add mod">
          <ac:chgData name="昕 许" userId="a2975fcd840abfc3" providerId="LiveId" clId="{49CCD4F9-177C-4270-9A14-60236FF377E8}" dt="2026-04-14T04:32:51.846" v="8271" actId="20577"/>
          <ac:spMkLst>
            <pc:docMk/>
            <pc:sldMk cId="115156777" sldId="303"/>
            <ac:spMk id="5" creationId="{67A46837-7CF3-A241-0821-34C9AAE23EAE}"/>
          </ac:spMkLst>
        </pc:spChg>
        <pc:spChg chg="del">
          <ac:chgData name="昕 许" userId="a2975fcd840abfc3" providerId="LiveId" clId="{49CCD4F9-177C-4270-9A14-60236FF377E8}" dt="2026-04-14T02:54:28.672" v="7692" actId="478"/>
          <ac:spMkLst>
            <pc:docMk/>
            <pc:sldMk cId="115156777" sldId="303"/>
            <ac:spMk id="5" creationId="{B11F5702-5536-EAAD-17D5-8AA56CAF568F}"/>
          </ac:spMkLst>
        </pc:spChg>
        <pc:spChg chg="del">
          <ac:chgData name="昕 许" userId="a2975fcd840abfc3" providerId="LiveId" clId="{49CCD4F9-177C-4270-9A14-60236FF377E8}" dt="2026-04-14T02:54:28.672" v="7692" actId="478"/>
          <ac:spMkLst>
            <pc:docMk/>
            <pc:sldMk cId="115156777" sldId="303"/>
            <ac:spMk id="7" creationId="{767E77D5-200D-AEEB-1028-EE7A9A4476B7}"/>
          </ac:spMkLst>
        </pc:spChg>
        <pc:spChg chg="add mod">
          <ac:chgData name="昕 许" userId="a2975fcd840abfc3" providerId="LiveId" clId="{49CCD4F9-177C-4270-9A14-60236FF377E8}" dt="2026-04-14T04:32:58.990" v="8273" actId="1076"/>
          <ac:spMkLst>
            <pc:docMk/>
            <pc:sldMk cId="115156777" sldId="303"/>
            <ac:spMk id="7" creationId="{7C2FDA8E-A11E-3CB7-6C81-14C273DACB5F}"/>
          </ac:spMkLst>
        </pc:spChg>
        <pc:spChg chg="del">
          <ac:chgData name="昕 许" userId="a2975fcd840abfc3" providerId="LiveId" clId="{49CCD4F9-177C-4270-9A14-60236FF377E8}" dt="2026-04-14T02:54:28.672" v="7692" actId="478"/>
          <ac:spMkLst>
            <pc:docMk/>
            <pc:sldMk cId="115156777" sldId="303"/>
            <ac:spMk id="8" creationId="{87058385-6A6D-4526-CB79-2698204636A4}"/>
          </ac:spMkLst>
        </pc:spChg>
        <pc:spChg chg="add mod">
          <ac:chgData name="昕 许" userId="a2975fcd840abfc3" providerId="LiveId" clId="{49CCD4F9-177C-4270-9A14-60236FF377E8}" dt="2026-04-14T04:33:03.152" v="8275" actId="1076"/>
          <ac:spMkLst>
            <pc:docMk/>
            <pc:sldMk cId="115156777" sldId="303"/>
            <ac:spMk id="8" creationId="{AB8297EE-771D-9FF8-8C67-39C8771AE77A}"/>
          </ac:spMkLst>
        </pc:spChg>
        <pc:spChg chg="del">
          <ac:chgData name="昕 许" userId="a2975fcd840abfc3" providerId="LiveId" clId="{49CCD4F9-177C-4270-9A14-60236FF377E8}" dt="2026-04-14T02:54:28.672" v="7692" actId="478"/>
          <ac:spMkLst>
            <pc:docMk/>
            <pc:sldMk cId="115156777" sldId="303"/>
            <ac:spMk id="9" creationId="{16C30CC3-E532-F5A9-FAB1-6A23B790E687}"/>
          </ac:spMkLst>
        </pc:spChg>
        <pc:spChg chg="add mod">
          <ac:chgData name="昕 许" userId="a2975fcd840abfc3" providerId="LiveId" clId="{49CCD4F9-177C-4270-9A14-60236FF377E8}" dt="2026-04-14T04:33:08.878" v="8277" actId="1076"/>
          <ac:spMkLst>
            <pc:docMk/>
            <pc:sldMk cId="115156777" sldId="303"/>
            <ac:spMk id="9" creationId="{840DCC06-BE4D-8A18-EA35-E58FA58FC617}"/>
          </ac:spMkLst>
        </pc:spChg>
        <pc:spChg chg="add mod">
          <ac:chgData name="昕 许" userId="a2975fcd840abfc3" providerId="LiveId" clId="{49CCD4F9-177C-4270-9A14-60236FF377E8}" dt="2026-04-14T04:33:12.828" v="8279" actId="1076"/>
          <ac:spMkLst>
            <pc:docMk/>
            <pc:sldMk cId="115156777" sldId="303"/>
            <ac:spMk id="10" creationId="{1913423F-DB44-94DB-3AC4-D150D0E7C093}"/>
          </ac:spMkLst>
        </pc:spChg>
        <pc:spChg chg="del">
          <ac:chgData name="昕 许" userId="a2975fcd840abfc3" providerId="LiveId" clId="{49CCD4F9-177C-4270-9A14-60236FF377E8}" dt="2026-04-14T02:54:28.672" v="7692" actId="478"/>
          <ac:spMkLst>
            <pc:docMk/>
            <pc:sldMk cId="115156777" sldId="303"/>
            <ac:spMk id="12" creationId="{97807BCC-3FEB-5B80-2CEC-BB071495AE09}"/>
          </ac:spMkLst>
        </pc:spChg>
        <pc:spChg chg="del">
          <ac:chgData name="昕 许" userId="a2975fcd840abfc3" providerId="LiveId" clId="{49CCD4F9-177C-4270-9A14-60236FF377E8}" dt="2026-04-14T02:54:28.672" v="7692" actId="478"/>
          <ac:spMkLst>
            <pc:docMk/>
            <pc:sldMk cId="115156777" sldId="303"/>
            <ac:spMk id="13" creationId="{14B4545F-547F-798C-FA4F-75F80B2F3C09}"/>
          </ac:spMkLst>
        </pc:spChg>
        <pc:spChg chg="mod">
          <ac:chgData name="昕 许" userId="a2975fcd840abfc3" providerId="LiveId" clId="{49CCD4F9-177C-4270-9A14-60236FF377E8}" dt="2026-04-14T02:55:45.357" v="7734"/>
          <ac:spMkLst>
            <pc:docMk/>
            <pc:sldMk cId="115156777" sldId="303"/>
            <ac:spMk id="17" creationId="{D8F45EE0-4AA3-1456-0EEF-DFA715D3E8CA}"/>
          </ac:spMkLst>
        </pc:spChg>
        <pc:spChg chg="mod">
          <ac:chgData name="昕 许" userId="a2975fcd840abfc3" providerId="LiveId" clId="{49CCD4F9-177C-4270-9A14-60236FF377E8}" dt="2026-04-14T02:55:45.357" v="7734"/>
          <ac:spMkLst>
            <pc:docMk/>
            <pc:sldMk cId="115156777" sldId="303"/>
            <ac:spMk id="18" creationId="{3095183B-1BEE-DEEE-CDCC-D7C401A221E3}"/>
          </ac:spMkLst>
        </pc:spChg>
        <pc:spChg chg="mod">
          <ac:chgData name="昕 许" userId="a2975fcd840abfc3" providerId="LiveId" clId="{49CCD4F9-177C-4270-9A14-60236FF377E8}" dt="2026-04-14T02:55:45.357" v="7734"/>
          <ac:spMkLst>
            <pc:docMk/>
            <pc:sldMk cId="115156777" sldId="303"/>
            <ac:spMk id="19" creationId="{631FCA9E-CE06-D88B-DE05-EF3422AC8C02}"/>
          </ac:spMkLst>
        </pc:spChg>
        <pc:spChg chg="mod">
          <ac:chgData name="昕 许" userId="a2975fcd840abfc3" providerId="LiveId" clId="{49CCD4F9-177C-4270-9A14-60236FF377E8}" dt="2026-04-14T02:56:14.762" v="7741" actId="207"/>
          <ac:spMkLst>
            <pc:docMk/>
            <pc:sldMk cId="115156777" sldId="303"/>
            <ac:spMk id="21" creationId="{F8E9A461-7DAB-32DA-723A-702940D56200}"/>
          </ac:spMkLst>
        </pc:spChg>
        <pc:spChg chg="mod">
          <ac:chgData name="昕 许" userId="a2975fcd840abfc3" providerId="LiveId" clId="{49CCD4F9-177C-4270-9A14-60236FF377E8}" dt="2026-04-14T02:55:45.357" v="7734"/>
          <ac:spMkLst>
            <pc:docMk/>
            <pc:sldMk cId="115156777" sldId="303"/>
            <ac:spMk id="23" creationId="{E79D6EA3-5F09-439A-3B38-81CF42D322BA}"/>
          </ac:spMkLst>
        </pc:spChg>
        <pc:spChg chg="mod">
          <ac:chgData name="昕 许" userId="a2975fcd840abfc3" providerId="LiveId" clId="{49CCD4F9-177C-4270-9A14-60236FF377E8}" dt="2026-04-14T02:55:45.357" v="7734"/>
          <ac:spMkLst>
            <pc:docMk/>
            <pc:sldMk cId="115156777" sldId="303"/>
            <ac:spMk id="24" creationId="{0F1EDF31-DA2D-98B4-9895-9EC271FE4F50}"/>
          </ac:spMkLst>
        </pc:spChg>
        <pc:spChg chg="mod">
          <ac:chgData name="昕 许" userId="a2975fcd840abfc3" providerId="LiveId" clId="{49CCD4F9-177C-4270-9A14-60236FF377E8}" dt="2026-04-14T02:56:14.762" v="7741" actId="207"/>
          <ac:spMkLst>
            <pc:docMk/>
            <pc:sldMk cId="115156777" sldId="303"/>
            <ac:spMk id="26" creationId="{48BBF353-879A-E2AF-C665-350D7F826E01}"/>
          </ac:spMkLst>
        </pc:spChg>
        <pc:spChg chg="mod">
          <ac:chgData name="昕 许" userId="a2975fcd840abfc3" providerId="LiveId" clId="{49CCD4F9-177C-4270-9A14-60236FF377E8}" dt="2026-04-14T02:56:09.209" v="7739" actId="14100"/>
          <ac:spMkLst>
            <pc:docMk/>
            <pc:sldMk cId="115156777" sldId="303"/>
            <ac:spMk id="27" creationId="{977E6EA6-F062-9FF5-3B6E-152C632F29BB}"/>
          </ac:spMkLst>
        </pc:spChg>
        <pc:spChg chg="mod">
          <ac:chgData name="昕 许" userId="a2975fcd840abfc3" providerId="LiveId" clId="{49CCD4F9-177C-4270-9A14-60236FF377E8}" dt="2026-04-14T02:56:01.595" v="7738" actId="1076"/>
          <ac:spMkLst>
            <pc:docMk/>
            <pc:sldMk cId="115156777" sldId="303"/>
            <ac:spMk id="28" creationId="{B9E1838B-F978-460E-18D4-0DB630822557}"/>
          </ac:spMkLst>
        </pc:spChg>
        <pc:spChg chg="mod">
          <ac:chgData name="昕 许" userId="a2975fcd840abfc3" providerId="LiveId" clId="{49CCD4F9-177C-4270-9A14-60236FF377E8}" dt="2026-04-14T04:50:00.162" v="8352" actId="20577"/>
          <ac:spMkLst>
            <pc:docMk/>
            <pc:sldMk cId="115156777" sldId="303"/>
            <ac:spMk id="30" creationId="{8D680935-D405-6C16-FDEB-52C8A5A8738F}"/>
          </ac:spMkLst>
        </pc:spChg>
        <pc:spChg chg="mod">
          <ac:chgData name="昕 许" userId="a2975fcd840abfc3" providerId="LiveId" clId="{49CCD4F9-177C-4270-9A14-60236FF377E8}" dt="2026-04-14T02:56:32.427" v="7746" actId="20577"/>
          <ac:spMkLst>
            <pc:docMk/>
            <pc:sldMk cId="115156777" sldId="303"/>
            <ac:spMk id="34" creationId="{DE7833CE-787C-2D06-5970-D1FC696C1A2E}"/>
          </ac:spMkLst>
        </pc:spChg>
        <pc:spChg chg="mod">
          <ac:chgData name="昕 许" userId="a2975fcd840abfc3" providerId="LiveId" clId="{49CCD4F9-177C-4270-9A14-60236FF377E8}" dt="2026-04-14T02:56:32.427" v="7746" actId="20577"/>
          <ac:spMkLst>
            <pc:docMk/>
            <pc:sldMk cId="115156777" sldId="303"/>
            <ac:spMk id="36" creationId="{517142C7-A4FB-F7D1-C3AA-AE25A48BA0AE}"/>
          </ac:spMkLst>
        </pc:spChg>
        <pc:spChg chg="mod">
          <ac:chgData name="昕 许" userId="a2975fcd840abfc3" providerId="LiveId" clId="{49CCD4F9-177C-4270-9A14-60236FF377E8}" dt="2026-04-14T02:56:32.427" v="7746" actId="20577"/>
          <ac:spMkLst>
            <pc:docMk/>
            <pc:sldMk cId="115156777" sldId="303"/>
            <ac:spMk id="38" creationId="{AB6F05E8-C05C-3340-E4F3-4BC170B77ABD}"/>
          </ac:spMkLst>
        </pc:spChg>
        <pc:spChg chg="mod">
          <ac:chgData name="昕 许" userId="a2975fcd840abfc3" providerId="LiveId" clId="{49CCD4F9-177C-4270-9A14-60236FF377E8}" dt="2026-04-14T02:56:32.427" v="7746" actId="20577"/>
          <ac:spMkLst>
            <pc:docMk/>
            <pc:sldMk cId="115156777" sldId="303"/>
            <ac:spMk id="40" creationId="{F7AA7708-E149-BA3E-AA99-81EFED55E1B5}"/>
          </ac:spMkLst>
        </pc:spChg>
        <pc:spChg chg="mod">
          <ac:chgData name="昕 许" userId="a2975fcd840abfc3" providerId="LiveId" clId="{49CCD4F9-177C-4270-9A14-60236FF377E8}" dt="2026-04-14T02:56:34.284" v="7749" actId="20577"/>
          <ac:spMkLst>
            <pc:docMk/>
            <pc:sldMk cId="115156777" sldId="303"/>
            <ac:spMk id="41" creationId="{18DA9604-7939-90CE-9CD1-8640535D5F8A}"/>
          </ac:spMkLst>
        </pc:spChg>
        <pc:spChg chg="mod">
          <ac:chgData name="昕 许" userId="a2975fcd840abfc3" providerId="LiveId" clId="{49CCD4F9-177C-4270-9A14-60236FF377E8}" dt="2026-04-14T02:56:32.427" v="7746" actId="20577"/>
          <ac:spMkLst>
            <pc:docMk/>
            <pc:sldMk cId="115156777" sldId="303"/>
            <ac:spMk id="42" creationId="{91EA6BFC-1531-B5A1-E289-5E365842BAF3}"/>
          </ac:spMkLst>
        </pc:spChg>
        <pc:spChg chg="mod">
          <ac:chgData name="昕 许" userId="a2975fcd840abfc3" providerId="LiveId" clId="{49CCD4F9-177C-4270-9A14-60236FF377E8}" dt="2026-04-14T02:56:32.427" v="7746" actId="20577"/>
          <ac:spMkLst>
            <pc:docMk/>
            <pc:sldMk cId="115156777" sldId="303"/>
            <ac:spMk id="43" creationId="{B21B1450-9CCD-3AF4-BC20-1057BED6B43F}"/>
          </ac:spMkLst>
        </pc:spChg>
        <pc:spChg chg="mod">
          <ac:chgData name="昕 许" userId="a2975fcd840abfc3" providerId="LiveId" clId="{49CCD4F9-177C-4270-9A14-60236FF377E8}" dt="2026-04-14T02:55:39.583" v="7732" actId="164"/>
          <ac:spMkLst>
            <pc:docMk/>
            <pc:sldMk cId="115156777" sldId="303"/>
            <ac:spMk id="44" creationId="{7F797CB0-94E1-956E-BF02-3D2864CA7C3C}"/>
          </ac:spMkLst>
        </pc:spChg>
        <pc:spChg chg="mod">
          <ac:chgData name="昕 许" userId="a2975fcd840abfc3" providerId="LiveId" clId="{49CCD4F9-177C-4270-9A14-60236FF377E8}" dt="2026-04-14T02:55:39.583" v="7732" actId="164"/>
          <ac:spMkLst>
            <pc:docMk/>
            <pc:sldMk cId="115156777" sldId="303"/>
            <ac:spMk id="45" creationId="{5F13D43F-87FC-0DCA-0C15-1A887AD24BD7}"/>
          </ac:spMkLst>
        </pc:spChg>
        <pc:spChg chg="mod">
          <ac:chgData name="昕 许" userId="a2975fcd840abfc3" providerId="LiveId" clId="{49CCD4F9-177C-4270-9A14-60236FF377E8}" dt="2026-04-14T02:56:32.427" v="7746" actId="20577"/>
          <ac:spMkLst>
            <pc:docMk/>
            <pc:sldMk cId="115156777" sldId="303"/>
            <ac:spMk id="46" creationId="{35509A17-7F6D-7462-A5A7-2AF0C904F4F6}"/>
          </ac:spMkLst>
        </pc:spChg>
        <pc:spChg chg="mod">
          <ac:chgData name="昕 许" userId="a2975fcd840abfc3" providerId="LiveId" clId="{49CCD4F9-177C-4270-9A14-60236FF377E8}" dt="2026-04-14T02:55:39.583" v="7732" actId="164"/>
          <ac:spMkLst>
            <pc:docMk/>
            <pc:sldMk cId="115156777" sldId="303"/>
            <ac:spMk id="47" creationId="{9EE653D7-F0F7-C906-7431-94E923A390AF}"/>
          </ac:spMkLst>
        </pc:spChg>
        <pc:spChg chg="mod">
          <ac:chgData name="昕 许" userId="a2975fcd840abfc3" providerId="LiveId" clId="{49CCD4F9-177C-4270-9A14-60236FF377E8}" dt="2026-04-14T02:55:39.583" v="7732" actId="164"/>
          <ac:spMkLst>
            <pc:docMk/>
            <pc:sldMk cId="115156777" sldId="303"/>
            <ac:spMk id="48" creationId="{75FF8C19-A47D-DF00-6EBD-9A7465ABCFB3}"/>
          </ac:spMkLst>
        </pc:spChg>
        <pc:spChg chg="mod">
          <ac:chgData name="昕 许" userId="a2975fcd840abfc3" providerId="LiveId" clId="{49CCD4F9-177C-4270-9A14-60236FF377E8}" dt="2026-04-14T02:55:39.583" v="7732" actId="164"/>
          <ac:spMkLst>
            <pc:docMk/>
            <pc:sldMk cId="115156777" sldId="303"/>
            <ac:spMk id="49" creationId="{01BA0F99-BDF9-D7E2-2D0A-A3CC0B0018AE}"/>
          </ac:spMkLst>
        </pc:spChg>
        <pc:spChg chg="mod">
          <ac:chgData name="昕 许" userId="a2975fcd840abfc3" providerId="LiveId" clId="{49CCD4F9-177C-4270-9A14-60236FF377E8}" dt="2026-04-14T02:55:39.583" v="7732" actId="164"/>
          <ac:spMkLst>
            <pc:docMk/>
            <pc:sldMk cId="115156777" sldId="303"/>
            <ac:spMk id="50" creationId="{E0183361-3BB3-9481-2285-FC668DA93C9C}"/>
          </ac:spMkLst>
        </pc:spChg>
        <pc:spChg chg="mod">
          <ac:chgData name="昕 许" userId="a2975fcd840abfc3" providerId="LiveId" clId="{49CCD4F9-177C-4270-9A14-60236FF377E8}" dt="2026-04-14T02:55:39.583" v="7732" actId="164"/>
          <ac:spMkLst>
            <pc:docMk/>
            <pc:sldMk cId="115156777" sldId="303"/>
            <ac:spMk id="51" creationId="{D13E1B81-D216-8B05-90FE-270C541B837B}"/>
          </ac:spMkLst>
        </pc:spChg>
        <pc:spChg chg="mod">
          <ac:chgData name="昕 许" userId="a2975fcd840abfc3" providerId="LiveId" clId="{49CCD4F9-177C-4270-9A14-60236FF377E8}" dt="2026-04-14T02:55:39.583" v="7732" actId="164"/>
          <ac:spMkLst>
            <pc:docMk/>
            <pc:sldMk cId="115156777" sldId="303"/>
            <ac:spMk id="52" creationId="{CA135AFD-B548-E2A4-C14C-33B702617D59}"/>
          </ac:spMkLst>
        </pc:spChg>
        <pc:spChg chg="mod">
          <ac:chgData name="昕 许" userId="a2975fcd840abfc3" providerId="LiveId" clId="{49CCD4F9-177C-4270-9A14-60236FF377E8}" dt="2026-04-14T02:56:32.427" v="7746" actId="20577"/>
          <ac:spMkLst>
            <pc:docMk/>
            <pc:sldMk cId="115156777" sldId="303"/>
            <ac:spMk id="53" creationId="{5C58CB49-7307-BCF6-8BD9-9E0067279412}"/>
          </ac:spMkLst>
        </pc:spChg>
        <pc:spChg chg="mod">
          <ac:chgData name="昕 许" userId="a2975fcd840abfc3" providerId="LiveId" clId="{49CCD4F9-177C-4270-9A14-60236FF377E8}" dt="2026-04-14T02:56:32.427" v="7746" actId="20577"/>
          <ac:spMkLst>
            <pc:docMk/>
            <pc:sldMk cId="115156777" sldId="303"/>
            <ac:spMk id="54" creationId="{01402B53-1078-6123-451A-BD31AFEECE7C}"/>
          </ac:spMkLst>
        </pc:spChg>
        <pc:spChg chg="mod">
          <ac:chgData name="昕 许" userId="a2975fcd840abfc3" providerId="LiveId" clId="{49CCD4F9-177C-4270-9A14-60236FF377E8}" dt="2026-04-14T02:56:50.649" v="7751"/>
          <ac:spMkLst>
            <pc:docMk/>
            <pc:sldMk cId="115156777" sldId="303"/>
            <ac:spMk id="60" creationId="{816BEAD4-EE92-2B9B-1297-20133D847E56}"/>
          </ac:spMkLst>
        </pc:spChg>
        <pc:spChg chg="mod">
          <ac:chgData name="昕 许" userId="a2975fcd840abfc3" providerId="LiveId" clId="{49CCD4F9-177C-4270-9A14-60236FF377E8}" dt="2026-04-14T02:56:50.649" v="7751"/>
          <ac:spMkLst>
            <pc:docMk/>
            <pc:sldMk cId="115156777" sldId="303"/>
            <ac:spMk id="61" creationId="{FF1722D4-0D87-0F08-36AD-69116DB36587}"/>
          </ac:spMkLst>
        </pc:spChg>
        <pc:spChg chg="mod">
          <ac:chgData name="昕 许" userId="a2975fcd840abfc3" providerId="LiveId" clId="{49CCD4F9-177C-4270-9A14-60236FF377E8}" dt="2026-04-14T02:55:39.583" v="7732" actId="164"/>
          <ac:spMkLst>
            <pc:docMk/>
            <pc:sldMk cId="115156777" sldId="303"/>
            <ac:spMk id="62" creationId="{BC306DDA-8907-DD56-387E-3D630166003F}"/>
          </ac:spMkLst>
        </pc:spChg>
        <pc:spChg chg="mod">
          <ac:chgData name="昕 许" userId="a2975fcd840abfc3" providerId="LiveId" clId="{49CCD4F9-177C-4270-9A14-60236FF377E8}" dt="2026-04-14T02:57:06.748" v="7755" actId="207"/>
          <ac:spMkLst>
            <pc:docMk/>
            <pc:sldMk cId="115156777" sldId="303"/>
            <ac:spMk id="65" creationId="{E88E50DD-DFE0-2E65-B39E-B396812FBA51}"/>
          </ac:spMkLst>
        </pc:spChg>
        <pc:spChg chg="mod">
          <ac:chgData name="昕 许" userId="a2975fcd840abfc3" providerId="LiveId" clId="{49CCD4F9-177C-4270-9A14-60236FF377E8}" dt="2026-04-14T02:56:50.649" v="7751"/>
          <ac:spMkLst>
            <pc:docMk/>
            <pc:sldMk cId="115156777" sldId="303"/>
            <ac:spMk id="66" creationId="{666CE603-3E29-C019-8825-2EAEF8268F2D}"/>
          </ac:spMkLst>
        </pc:spChg>
        <pc:spChg chg="mod">
          <ac:chgData name="昕 许" userId="a2975fcd840abfc3" providerId="LiveId" clId="{49CCD4F9-177C-4270-9A14-60236FF377E8}" dt="2026-04-14T02:56:50.649" v="7751"/>
          <ac:spMkLst>
            <pc:docMk/>
            <pc:sldMk cId="115156777" sldId="303"/>
            <ac:spMk id="68" creationId="{04FD6A51-31B5-65EF-F311-693BB186DB6B}"/>
          </ac:spMkLst>
        </pc:spChg>
        <pc:spChg chg="mod">
          <ac:chgData name="昕 许" userId="a2975fcd840abfc3" providerId="LiveId" clId="{49CCD4F9-177C-4270-9A14-60236FF377E8}" dt="2026-04-14T02:56:50.649" v="7751"/>
          <ac:spMkLst>
            <pc:docMk/>
            <pc:sldMk cId="115156777" sldId="303"/>
            <ac:spMk id="69" creationId="{8DD13B48-63E3-BE8B-3B5E-CFABF6313BAF}"/>
          </ac:spMkLst>
        </pc:spChg>
        <pc:spChg chg="del">
          <ac:chgData name="昕 许" userId="a2975fcd840abfc3" providerId="LiveId" clId="{49CCD4F9-177C-4270-9A14-60236FF377E8}" dt="2026-04-14T02:54:30.921" v="7694" actId="478"/>
          <ac:spMkLst>
            <pc:docMk/>
            <pc:sldMk cId="115156777" sldId="303"/>
            <ac:spMk id="70" creationId="{4FAF2AE8-5C01-5D08-8421-4B4A56BB66B2}"/>
          </ac:spMkLst>
        </pc:spChg>
        <pc:spChg chg="del">
          <ac:chgData name="昕 许" userId="a2975fcd840abfc3" providerId="LiveId" clId="{49CCD4F9-177C-4270-9A14-60236FF377E8}" dt="2026-04-14T02:54:30.921" v="7694" actId="478"/>
          <ac:spMkLst>
            <pc:docMk/>
            <pc:sldMk cId="115156777" sldId="303"/>
            <ac:spMk id="71" creationId="{35B71423-F46D-E764-AB70-682DAF27E5AC}"/>
          </ac:spMkLst>
        </pc:spChg>
        <pc:spChg chg="mod">
          <ac:chgData name="昕 许" userId="a2975fcd840abfc3" providerId="LiveId" clId="{49CCD4F9-177C-4270-9A14-60236FF377E8}" dt="2026-04-14T02:57:09.301" v="7756" actId="207"/>
          <ac:spMkLst>
            <pc:docMk/>
            <pc:sldMk cId="115156777" sldId="303"/>
            <ac:spMk id="74" creationId="{3BCC9BDC-DB12-B657-5898-493E452C2516}"/>
          </ac:spMkLst>
        </pc:spChg>
        <pc:spChg chg="mod">
          <ac:chgData name="昕 许" userId="a2975fcd840abfc3" providerId="LiveId" clId="{49CCD4F9-177C-4270-9A14-60236FF377E8}" dt="2026-04-14T02:56:50.649" v="7751"/>
          <ac:spMkLst>
            <pc:docMk/>
            <pc:sldMk cId="115156777" sldId="303"/>
            <ac:spMk id="77" creationId="{19F4E82E-96EA-9DD2-09FB-958F0E3E6FE1}"/>
          </ac:spMkLst>
        </pc:spChg>
        <pc:spChg chg="del">
          <ac:chgData name="昕 许" userId="a2975fcd840abfc3" providerId="LiveId" clId="{49CCD4F9-177C-4270-9A14-60236FF377E8}" dt="2026-04-14T02:54:30.921" v="7694" actId="478"/>
          <ac:spMkLst>
            <pc:docMk/>
            <pc:sldMk cId="115156777" sldId="303"/>
            <ac:spMk id="79" creationId="{A1D7F08D-FA2F-6B03-9AC8-81A667153DF2}"/>
          </ac:spMkLst>
        </pc:spChg>
        <pc:spChg chg="mod">
          <ac:chgData name="昕 许" userId="a2975fcd840abfc3" providerId="LiveId" clId="{49CCD4F9-177C-4270-9A14-60236FF377E8}" dt="2026-04-14T02:56:59.352" v="7753" actId="14100"/>
          <ac:spMkLst>
            <pc:docMk/>
            <pc:sldMk cId="115156777" sldId="303"/>
            <ac:spMk id="80" creationId="{6F6CEFE4-9E78-6A97-E348-71FA7FF94C84}"/>
          </ac:spMkLst>
        </pc:spChg>
        <pc:spChg chg="del">
          <ac:chgData name="昕 许" userId="a2975fcd840abfc3" providerId="LiveId" clId="{49CCD4F9-177C-4270-9A14-60236FF377E8}" dt="2026-04-14T02:54:30.921" v="7694" actId="478"/>
          <ac:spMkLst>
            <pc:docMk/>
            <pc:sldMk cId="115156777" sldId="303"/>
            <ac:spMk id="81" creationId="{FCBC05A6-BB4D-3C74-BA36-D70D59EF8A44}"/>
          </ac:spMkLst>
        </pc:spChg>
        <pc:spChg chg="mod">
          <ac:chgData name="昕 许" userId="a2975fcd840abfc3" providerId="LiveId" clId="{49CCD4F9-177C-4270-9A14-60236FF377E8}" dt="2026-04-14T02:56:50.649" v="7751"/>
          <ac:spMkLst>
            <pc:docMk/>
            <pc:sldMk cId="115156777" sldId="303"/>
            <ac:spMk id="82" creationId="{68B724D7-2ED5-B28A-F501-2172452C7DEB}"/>
          </ac:spMkLst>
        </pc:spChg>
        <pc:spChg chg="del">
          <ac:chgData name="昕 许" userId="a2975fcd840abfc3" providerId="LiveId" clId="{49CCD4F9-177C-4270-9A14-60236FF377E8}" dt="2026-04-14T02:54:32.166" v="7695" actId="478"/>
          <ac:spMkLst>
            <pc:docMk/>
            <pc:sldMk cId="115156777" sldId="303"/>
            <ac:spMk id="83" creationId="{D8BA5CDC-4F34-D067-5586-60A2124272E7}"/>
          </ac:spMkLst>
        </pc:spChg>
        <pc:spChg chg="del">
          <ac:chgData name="昕 许" userId="a2975fcd840abfc3" providerId="LiveId" clId="{49CCD4F9-177C-4270-9A14-60236FF377E8}" dt="2026-04-14T02:54:32.166" v="7695" actId="478"/>
          <ac:spMkLst>
            <pc:docMk/>
            <pc:sldMk cId="115156777" sldId="303"/>
            <ac:spMk id="84" creationId="{8B9BD6F9-2890-FEED-4DC4-F6083F681904}"/>
          </ac:spMkLst>
        </pc:spChg>
        <pc:spChg chg="del">
          <ac:chgData name="昕 许" userId="a2975fcd840abfc3" providerId="LiveId" clId="{49CCD4F9-177C-4270-9A14-60236FF377E8}" dt="2026-04-14T02:54:32.166" v="7695" actId="478"/>
          <ac:spMkLst>
            <pc:docMk/>
            <pc:sldMk cId="115156777" sldId="303"/>
            <ac:spMk id="85" creationId="{6F4B46AA-C266-52BA-6A0B-557809AC2772}"/>
          </ac:spMkLst>
        </pc:spChg>
        <pc:spChg chg="del">
          <ac:chgData name="昕 许" userId="a2975fcd840abfc3" providerId="LiveId" clId="{49CCD4F9-177C-4270-9A14-60236FF377E8}" dt="2026-04-14T02:54:32.166" v="7695" actId="478"/>
          <ac:spMkLst>
            <pc:docMk/>
            <pc:sldMk cId="115156777" sldId="303"/>
            <ac:spMk id="86" creationId="{92688291-1D82-798E-B3F7-3DC2D7AADF97}"/>
          </ac:spMkLst>
        </pc:spChg>
        <pc:spChg chg="del">
          <ac:chgData name="昕 许" userId="a2975fcd840abfc3" providerId="LiveId" clId="{49CCD4F9-177C-4270-9A14-60236FF377E8}" dt="2026-04-14T02:54:32.166" v="7695" actId="478"/>
          <ac:spMkLst>
            <pc:docMk/>
            <pc:sldMk cId="115156777" sldId="303"/>
            <ac:spMk id="87" creationId="{00CE731D-D559-7F85-BBD0-7847A32C5B59}"/>
          </ac:spMkLst>
        </pc:spChg>
        <pc:spChg chg="del">
          <ac:chgData name="昕 许" userId="a2975fcd840abfc3" providerId="LiveId" clId="{49CCD4F9-177C-4270-9A14-60236FF377E8}" dt="2026-04-14T02:54:32.166" v="7695" actId="478"/>
          <ac:spMkLst>
            <pc:docMk/>
            <pc:sldMk cId="115156777" sldId="303"/>
            <ac:spMk id="88" creationId="{B68A263E-874B-4805-CAB7-086CA535299F}"/>
          </ac:spMkLst>
        </pc:spChg>
        <pc:spChg chg="del">
          <ac:chgData name="昕 许" userId="a2975fcd840abfc3" providerId="LiveId" clId="{49CCD4F9-177C-4270-9A14-60236FF377E8}" dt="2026-04-14T02:54:32.166" v="7695" actId="478"/>
          <ac:spMkLst>
            <pc:docMk/>
            <pc:sldMk cId="115156777" sldId="303"/>
            <ac:spMk id="89" creationId="{E3BA9EAA-B25D-7E3B-F92D-3927EFE50FB6}"/>
          </ac:spMkLst>
        </pc:spChg>
        <pc:spChg chg="del">
          <ac:chgData name="昕 许" userId="a2975fcd840abfc3" providerId="LiveId" clId="{49CCD4F9-177C-4270-9A14-60236FF377E8}" dt="2026-04-14T02:54:32.166" v="7695" actId="478"/>
          <ac:spMkLst>
            <pc:docMk/>
            <pc:sldMk cId="115156777" sldId="303"/>
            <ac:spMk id="90" creationId="{035DCAA0-8B25-F2B8-730E-2C8FDB26CB60}"/>
          </ac:spMkLst>
        </pc:spChg>
        <pc:spChg chg="mod">
          <ac:chgData name="昕 许" userId="a2975fcd840abfc3" providerId="LiveId" clId="{49CCD4F9-177C-4270-9A14-60236FF377E8}" dt="2026-04-14T02:57:15.162" v="7760" actId="20577"/>
          <ac:spMkLst>
            <pc:docMk/>
            <pc:sldMk cId="115156777" sldId="303"/>
            <ac:spMk id="92" creationId="{6B0E91FA-19CC-9367-386C-5A62D44A93A2}"/>
          </ac:spMkLst>
        </pc:spChg>
        <pc:spChg chg="del">
          <ac:chgData name="昕 许" userId="a2975fcd840abfc3" providerId="LiveId" clId="{49CCD4F9-177C-4270-9A14-60236FF377E8}" dt="2026-04-14T02:54:32.166" v="7695" actId="478"/>
          <ac:spMkLst>
            <pc:docMk/>
            <pc:sldMk cId="115156777" sldId="303"/>
            <ac:spMk id="95" creationId="{2C4D0DFA-39F8-D098-839F-617A7D03B405}"/>
          </ac:spMkLst>
        </pc:spChg>
        <pc:spChg chg="del">
          <ac:chgData name="昕 许" userId="a2975fcd840abfc3" providerId="LiveId" clId="{49CCD4F9-177C-4270-9A14-60236FF377E8}" dt="2026-04-14T02:54:32.166" v="7695" actId="478"/>
          <ac:spMkLst>
            <pc:docMk/>
            <pc:sldMk cId="115156777" sldId="303"/>
            <ac:spMk id="97" creationId="{61928D44-0E8D-882B-8352-46147DCBD9F1}"/>
          </ac:spMkLst>
        </pc:spChg>
        <pc:spChg chg="mod">
          <ac:chgData name="昕 许" userId="a2975fcd840abfc3" providerId="LiveId" clId="{49CCD4F9-177C-4270-9A14-60236FF377E8}" dt="2026-04-14T02:57:18.816" v="7761"/>
          <ac:spMkLst>
            <pc:docMk/>
            <pc:sldMk cId="115156777" sldId="303"/>
            <ac:spMk id="100" creationId="{236F320A-9BB3-52A9-AB40-87016FA8CC34}"/>
          </ac:spMkLst>
        </pc:spChg>
        <pc:spChg chg="mod">
          <ac:chgData name="昕 许" userId="a2975fcd840abfc3" providerId="LiveId" clId="{49CCD4F9-177C-4270-9A14-60236FF377E8}" dt="2026-04-14T02:57:18.816" v="7761"/>
          <ac:spMkLst>
            <pc:docMk/>
            <pc:sldMk cId="115156777" sldId="303"/>
            <ac:spMk id="102" creationId="{44B73CD9-26E1-A67E-32C2-3C1B31B00A84}"/>
          </ac:spMkLst>
        </pc:spChg>
        <pc:spChg chg="mod">
          <ac:chgData name="昕 许" userId="a2975fcd840abfc3" providerId="LiveId" clId="{49CCD4F9-177C-4270-9A14-60236FF377E8}" dt="2026-04-14T02:57:18.816" v="7761"/>
          <ac:spMkLst>
            <pc:docMk/>
            <pc:sldMk cId="115156777" sldId="303"/>
            <ac:spMk id="106" creationId="{DE8A3631-E2E4-12A8-0A66-1A23EB1FF341}"/>
          </ac:spMkLst>
        </pc:spChg>
        <pc:spChg chg="del">
          <ac:chgData name="昕 许" userId="a2975fcd840abfc3" providerId="LiveId" clId="{49CCD4F9-177C-4270-9A14-60236FF377E8}" dt="2026-04-14T02:54:30.921" v="7694" actId="478"/>
          <ac:spMkLst>
            <pc:docMk/>
            <pc:sldMk cId="115156777" sldId="303"/>
            <ac:spMk id="107" creationId="{F7601F91-03B1-4000-434F-801E3809D041}"/>
          </ac:spMkLst>
        </pc:spChg>
        <pc:spChg chg="del">
          <ac:chgData name="昕 许" userId="a2975fcd840abfc3" providerId="LiveId" clId="{49CCD4F9-177C-4270-9A14-60236FF377E8}" dt="2026-04-14T02:54:30.921" v="7694" actId="478"/>
          <ac:spMkLst>
            <pc:docMk/>
            <pc:sldMk cId="115156777" sldId="303"/>
            <ac:spMk id="108" creationId="{C174AE41-1174-1695-616E-8ECDF192F5F1}"/>
          </ac:spMkLst>
        </pc:spChg>
        <pc:spChg chg="del">
          <ac:chgData name="昕 许" userId="a2975fcd840abfc3" providerId="LiveId" clId="{49CCD4F9-177C-4270-9A14-60236FF377E8}" dt="2026-04-14T02:54:30.921" v="7694" actId="478"/>
          <ac:spMkLst>
            <pc:docMk/>
            <pc:sldMk cId="115156777" sldId="303"/>
            <ac:spMk id="110" creationId="{7EFB9E52-EAE7-F38E-E918-117C4CA8760E}"/>
          </ac:spMkLst>
        </pc:spChg>
        <pc:spChg chg="mod">
          <ac:chgData name="昕 许" userId="a2975fcd840abfc3" providerId="LiveId" clId="{49CCD4F9-177C-4270-9A14-60236FF377E8}" dt="2026-04-14T02:57:18.816" v="7761"/>
          <ac:spMkLst>
            <pc:docMk/>
            <pc:sldMk cId="115156777" sldId="303"/>
            <ac:spMk id="111" creationId="{8667A456-EB02-95F7-CD8E-4CEEA5A9D0F1}"/>
          </ac:spMkLst>
        </pc:spChg>
        <pc:spChg chg="mod">
          <ac:chgData name="昕 许" userId="a2975fcd840abfc3" providerId="LiveId" clId="{49CCD4F9-177C-4270-9A14-60236FF377E8}" dt="2026-04-14T02:57:18.816" v="7761"/>
          <ac:spMkLst>
            <pc:docMk/>
            <pc:sldMk cId="115156777" sldId="303"/>
            <ac:spMk id="112" creationId="{2829BEC5-8BA2-B4F6-D20D-F4F5A1585E4D}"/>
          </ac:spMkLst>
        </pc:spChg>
        <pc:spChg chg="mod">
          <ac:chgData name="昕 许" userId="a2975fcd840abfc3" providerId="LiveId" clId="{49CCD4F9-177C-4270-9A14-60236FF377E8}" dt="2026-04-14T02:57:18.816" v="7761"/>
          <ac:spMkLst>
            <pc:docMk/>
            <pc:sldMk cId="115156777" sldId="303"/>
            <ac:spMk id="113" creationId="{A470F257-D42C-3727-7411-555B168A08DA}"/>
          </ac:spMkLst>
        </pc:spChg>
        <pc:spChg chg="mod">
          <ac:chgData name="昕 许" userId="a2975fcd840abfc3" providerId="LiveId" clId="{49CCD4F9-177C-4270-9A14-60236FF377E8}" dt="2026-04-14T02:57:18.816" v="7761"/>
          <ac:spMkLst>
            <pc:docMk/>
            <pc:sldMk cId="115156777" sldId="303"/>
            <ac:spMk id="114" creationId="{DED1C7E1-5041-60B8-EC97-263C10CE4FB8}"/>
          </ac:spMkLst>
        </pc:spChg>
        <pc:spChg chg="mod">
          <ac:chgData name="昕 许" userId="a2975fcd840abfc3" providerId="LiveId" clId="{49CCD4F9-177C-4270-9A14-60236FF377E8}" dt="2026-04-14T02:57:38.545" v="7764" actId="14100"/>
          <ac:spMkLst>
            <pc:docMk/>
            <pc:sldMk cId="115156777" sldId="303"/>
            <ac:spMk id="115" creationId="{516197AC-A5E4-3B5D-CD97-27B10FB892BF}"/>
          </ac:spMkLst>
        </pc:spChg>
        <pc:spChg chg="mod">
          <ac:chgData name="昕 许" userId="a2975fcd840abfc3" providerId="LiveId" clId="{49CCD4F9-177C-4270-9A14-60236FF377E8}" dt="2026-04-14T02:57:30.993" v="7763" actId="14100"/>
          <ac:spMkLst>
            <pc:docMk/>
            <pc:sldMk cId="115156777" sldId="303"/>
            <ac:spMk id="116" creationId="{CFD3BF0A-B79C-ED34-309D-555A0F12E059}"/>
          </ac:spMkLst>
        </pc:spChg>
        <pc:spChg chg="mod">
          <ac:chgData name="昕 许" userId="a2975fcd840abfc3" providerId="LiveId" clId="{49CCD4F9-177C-4270-9A14-60236FF377E8}" dt="2026-04-14T02:57:43.537" v="7768" actId="20577"/>
          <ac:spMkLst>
            <pc:docMk/>
            <pc:sldMk cId="115156777" sldId="303"/>
            <ac:spMk id="117" creationId="{8E305671-2EE6-3097-12B6-254DEF6F96C0}"/>
          </ac:spMkLst>
        </pc:spChg>
        <pc:spChg chg="del">
          <ac:chgData name="昕 许" userId="a2975fcd840abfc3" providerId="LiveId" clId="{49CCD4F9-177C-4270-9A14-60236FF377E8}" dt="2026-04-14T02:54:30.921" v="7694" actId="478"/>
          <ac:spMkLst>
            <pc:docMk/>
            <pc:sldMk cId="115156777" sldId="303"/>
            <ac:spMk id="121" creationId="{96C402BF-85E6-706A-D912-BA933AC95600}"/>
          </ac:spMkLst>
        </pc:spChg>
        <pc:spChg chg="del">
          <ac:chgData name="昕 许" userId="a2975fcd840abfc3" providerId="LiveId" clId="{49CCD4F9-177C-4270-9A14-60236FF377E8}" dt="2026-04-14T02:54:30.921" v="7694" actId="478"/>
          <ac:spMkLst>
            <pc:docMk/>
            <pc:sldMk cId="115156777" sldId="303"/>
            <ac:spMk id="123" creationId="{796D08D7-228F-C5CC-8341-9A533AEA7B0A}"/>
          </ac:spMkLst>
        </pc:spChg>
        <pc:spChg chg="del">
          <ac:chgData name="昕 许" userId="a2975fcd840abfc3" providerId="LiveId" clId="{49CCD4F9-177C-4270-9A14-60236FF377E8}" dt="2026-04-14T02:54:30.921" v="7694" actId="478"/>
          <ac:spMkLst>
            <pc:docMk/>
            <pc:sldMk cId="115156777" sldId="303"/>
            <ac:spMk id="124" creationId="{3088674E-9D26-BEAE-038B-B05696ABF385}"/>
          </ac:spMkLst>
        </pc:spChg>
        <pc:spChg chg="del">
          <ac:chgData name="昕 许" userId="a2975fcd840abfc3" providerId="LiveId" clId="{49CCD4F9-177C-4270-9A14-60236FF377E8}" dt="2026-04-14T02:54:29.895" v="7693" actId="478"/>
          <ac:spMkLst>
            <pc:docMk/>
            <pc:sldMk cId="115156777" sldId="303"/>
            <ac:spMk id="131" creationId="{EA85179C-1086-7971-EF63-6EC40F2F3133}"/>
          </ac:spMkLst>
        </pc:spChg>
        <pc:spChg chg="del mod">
          <ac:chgData name="昕 许" userId="a2975fcd840abfc3" providerId="LiveId" clId="{49CCD4F9-177C-4270-9A14-60236FF377E8}" dt="2026-04-14T02:54:34.794" v="7698" actId="478"/>
          <ac:spMkLst>
            <pc:docMk/>
            <pc:sldMk cId="115156777" sldId="303"/>
            <ac:spMk id="132" creationId="{0851DA56-AD02-6B57-8F05-A68CC325D740}"/>
          </ac:spMkLst>
        </pc:spChg>
        <pc:grpChg chg="mod">
          <ac:chgData name="昕 许" userId="a2975fcd840abfc3" providerId="LiveId" clId="{49CCD4F9-177C-4270-9A14-60236FF377E8}" dt="2026-04-14T04:32:40.762" v="8262" actId="1076"/>
          <ac:grpSpMkLst>
            <pc:docMk/>
            <pc:sldMk cId="115156777" sldId="303"/>
            <ac:grpSpMk id="15" creationId="{0FBA62FE-576E-BE73-4424-EC6D7228D53F}"/>
          </ac:grpSpMkLst>
        </pc:grpChg>
        <pc:grpChg chg="mod">
          <ac:chgData name="昕 许" userId="a2975fcd840abfc3" providerId="LiveId" clId="{49CCD4F9-177C-4270-9A14-60236FF377E8}" dt="2026-04-14T02:58:21.071" v="7779" actId="1076"/>
          <ac:grpSpMkLst>
            <pc:docMk/>
            <pc:sldMk cId="115156777" sldId="303"/>
            <ac:grpSpMk id="16" creationId="{87B3FF46-B5E1-A79B-C09F-C58FD3673D04}"/>
          </ac:grpSpMkLst>
        </pc:grpChg>
        <pc:grpChg chg="del mod">
          <ac:chgData name="昕 许" userId="a2975fcd840abfc3" providerId="LiveId" clId="{49CCD4F9-177C-4270-9A14-60236FF377E8}" dt="2026-04-14T02:56:48.248" v="7750" actId="478"/>
          <ac:grpSpMkLst>
            <pc:docMk/>
            <pc:sldMk cId="115156777" sldId="303"/>
            <ac:grpSpMk id="33" creationId="{9D54EE08-4B3B-AC2A-BF92-F69974C252FA}"/>
          </ac:grpSpMkLst>
        </pc:grpChg>
        <pc:grpChg chg="mod">
          <ac:chgData name="昕 许" userId="a2975fcd840abfc3" providerId="LiveId" clId="{49CCD4F9-177C-4270-9A14-60236FF377E8}" dt="2026-04-14T02:56:55.826" v="7752" actId="1076"/>
          <ac:grpSpMkLst>
            <pc:docMk/>
            <pc:sldMk cId="115156777" sldId="303"/>
            <ac:grpSpMk id="59" creationId="{1FFF847B-237F-3514-B3B0-46A68E99E975}"/>
          </ac:grpSpMkLst>
        </pc:grpChg>
        <pc:grpChg chg="mod">
          <ac:chgData name="昕 许" userId="a2975fcd840abfc3" providerId="LiveId" clId="{49CCD4F9-177C-4270-9A14-60236FF377E8}" dt="2026-04-14T02:57:25.293" v="7762" actId="1076"/>
          <ac:grpSpMkLst>
            <pc:docMk/>
            <pc:sldMk cId="115156777" sldId="303"/>
            <ac:grpSpMk id="99" creationId="{8427E4AB-89B2-D6FB-0D90-39C0470633E1}"/>
          </ac:grpSpMkLst>
        </pc:grpChg>
        <pc:cxnChg chg="add mod">
          <ac:chgData name="昕 许" userId="a2975fcd840abfc3" providerId="LiveId" clId="{49CCD4F9-177C-4270-9A14-60236FF377E8}" dt="2026-04-14T02:55:04.445" v="7720" actId="14100"/>
          <ac:cxnSpMkLst>
            <pc:docMk/>
            <pc:sldMk cId="115156777" sldId="303"/>
            <ac:cxnSpMk id="6" creationId="{0B932C1B-7E12-2E32-2940-0EF3F3FCFC43}"/>
          </ac:cxnSpMkLst>
        </pc:cxnChg>
        <pc:cxnChg chg="add mod">
          <ac:chgData name="昕 许" userId="a2975fcd840abfc3" providerId="LiveId" clId="{49CCD4F9-177C-4270-9A14-60236FF377E8}" dt="2026-04-14T02:55:10.692" v="7724" actId="14100"/>
          <ac:cxnSpMkLst>
            <pc:docMk/>
            <pc:sldMk cId="115156777" sldId="303"/>
            <ac:cxnSpMk id="11" creationId="{EF581439-A4F0-9154-67BF-1D9F42650B3A}"/>
          </ac:cxnSpMkLst>
        </pc:cxnChg>
        <pc:cxnChg chg="del">
          <ac:chgData name="昕 许" userId="a2975fcd840abfc3" providerId="LiveId" clId="{49CCD4F9-177C-4270-9A14-60236FF377E8}" dt="2026-04-14T02:56:10.811" v="7740" actId="478"/>
          <ac:cxnSpMkLst>
            <pc:docMk/>
            <pc:sldMk cId="115156777" sldId="303"/>
            <ac:cxnSpMk id="29" creationId="{30FD4F0F-B9A4-01D9-D0D9-4FD2FA18E31E}"/>
          </ac:cxnSpMkLst>
        </pc:cxnChg>
        <pc:cxnChg chg="del">
          <ac:chgData name="昕 许" userId="a2975fcd840abfc3" providerId="LiveId" clId="{49CCD4F9-177C-4270-9A14-60236FF377E8}" dt="2026-04-14T02:54:28.672" v="7692" actId="478"/>
          <ac:cxnSpMkLst>
            <pc:docMk/>
            <pc:sldMk cId="115156777" sldId="303"/>
            <ac:cxnSpMk id="37" creationId="{6D14056D-C0C4-B259-47EF-BE5FE9F43959}"/>
          </ac:cxnSpMkLst>
        </pc:cxnChg>
        <pc:cxnChg chg="del">
          <ac:chgData name="昕 许" userId="a2975fcd840abfc3" providerId="LiveId" clId="{49CCD4F9-177C-4270-9A14-60236FF377E8}" dt="2026-04-14T02:54:28.672" v="7692" actId="478"/>
          <ac:cxnSpMkLst>
            <pc:docMk/>
            <pc:sldMk cId="115156777" sldId="303"/>
            <ac:cxnSpMk id="39" creationId="{48D02769-0E07-F5DF-4848-0A9FFC59F868}"/>
          </ac:cxnSpMkLst>
        </pc:cxnChg>
        <pc:cxnChg chg="add del">
          <ac:chgData name="昕 许" userId="a2975fcd840abfc3" providerId="LiveId" clId="{49CCD4F9-177C-4270-9A14-60236FF377E8}" dt="2026-04-14T02:54:57.084" v="7717" actId="478"/>
          <ac:cxnSpMkLst>
            <pc:docMk/>
            <pc:sldMk cId="115156777" sldId="303"/>
            <ac:cxnSpMk id="64" creationId="{6319D932-F3AF-425E-FF53-4344678014F5}"/>
          </ac:cxnSpMkLst>
        </pc:cxnChg>
        <pc:cxnChg chg="del">
          <ac:chgData name="昕 许" userId="a2975fcd840abfc3" providerId="LiveId" clId="{49CCD4F9-177C-4270-9A14-60236FF377E8}" dt="2026-04-14T02:54:34.111" v="7697" actId="478"/>
          <ac:cxnSpMkLst>
            <pc:docMk/>
            <pc:sldMk cId="115156777" sldId="303"/>
            <ac:cxnSpMk id="91" creationId="{C3C74311-60F1-0097-4AE0-212B97807FBC}"/>
          </ac:cxnSpMkLst>
        </pc:cxnChg>
        <pc:cxnChg chg="del">
          <ac:chgData name="昕 许" userId="a2975fcd840abfc3" providerId="LiveId" clId="{49CCD4F9-177C-4270-9A14-60236FF377E8}" dt="2026-04-14T02:57:03.230" v="7754" actId="478"/>
          <ac:cxnSpMkLst>
            <pc:docMk/>
            <pc:sldMk cId="115156777" sldId="303"/>
            <ac:cxnSpMk id="94" creationId="{6E6F660F-90FA-D6B5-2F1B-D0E5564FC672}"/>
          </ac:cxnSpMkLst>
        </pc:cxnChg>
        <pc:cxnChg chg="add mod">
          <ac:chgData name="昕 许" userId="a2975fcd840abfc3" providerId="LiveId" clId="{49CCD4F9-177C-4270-9A14-60236FF377E8}" dt="2026-04-14T02:58:01.434" v="7772" actId="208"/>
          <ac:cxnSpMkLst>
            <pc:docMk/>
            <pc:sldMk cId="115156777" sldId="303"/>
            <ac:cxnSpMk id="119" creationId="{AA77A515-079D-2D37-612E-400A2E75DB3F}"/>
          </ac:cxnSpMkLst>
        </pc:cxnChg>
        <pc:cxnChg chg="add del mod">
          <ac:chgData name="昕 许" userId="a2975fcd840abfc3" providerId="LiveId" clId="{49CCD4F9-177C-4270-9A14-60236FF377E8}" dt="2026-04-14T02:58:04.250" v="7774" actId="21"/>
          <ac:cxnSpMkLst>
            <pc:docMk/>
            <pc:sldMk cId="115156777" sldId="303"/>
            <ac:cxnSpMk id="126" creationId="{FF605C83-495F-610B-4B14-7808486F4C49}"/>
          </ac:cxnSpMkLst>
        </pc:cxnChg>
        <pc:cxnChg chg="add mod">
          <ac:chgData name="昕 许" userId="a2975fcd840abfc3" providerId="LiveId" clId="{49CCD4F9-177C-4270-9A14-60236FF377E8}" dt="2026-04-14T02:58:13.028" v="7778" actId="1076"/>
          <ac:cxnSpMkLst>
            <pc:docMk/>
            <pc:sldMk cId="115156777" sldId="303"/>
            <ac:cxnSpMk id="130" creationId="{B0512E46-44C2-50F1-E3DB-E4075E3151AD}"/>
          </ac:cxnSpMkLst>
        </pc:cxnChg>
      </pc:sldChg>
      <pc:sldChg chg="addSp delSp modSp add mod">
        <pc:chgData name="昕 许" userId="a2975fcd840abfc3" providerId="LiveId" clId="{49CCD4F9-177C-4270-9A14-60236FF377E8}" dt="2026-04-14T03:01:45.780" v="7876" actId="1076"/>
        <pc:sldMkLst>
          <pc:docMk/>
          <pc:sldMk cId="391163625" sldId="304"/>
        </pc:sldMkLst>
        <pc:spChg chg="del">
          <ac:chgData name="昕 许" userId="a2975fcd840abfc3" providerId="LiveId" clId="{49CCD4F9-177C-4270-9A14-60236FF377E8}" dt="2026-04-14T02:58:56.812" v="7782" actId="478"/>
          <ac:spMkLst>
            <pc:docMk/>
            <pc:sldMk cId="391163625" sldId="304"/>
            <ac:spMk id="3" creationId="{FDB15C0B-671F-3396-8D9D-F40E704C91E1}"/>
          </ac:spMkLst>
        </pc:spChg>
        <pc:spChg chg="del">
          <ac:chgData name="昕 许" userId="a2975fcd840abfc3" providerId="LiveId" clId="{49CCD4F9-177C-4270-9A14-60236FF377E8}" dt="2026-04-14T02:58:56.812" v="7782" actId="478"/>
          <ac:spMkLst>
            <pc:docMk/>
            <pc:sldMk cId="391163625" sldId="304"/>
            <ac:spMk id="4" creationId="{CEE8C00C-7C1D-CB80-AED3-BA6A78869870}"/>
          </ac:spMkLst>
        </pc:spChg>
        <pc:spChg chg="del">
          <ac:chgData name="昕 许" userId="a2975fcd840abfc3" providerId="LiveId" clId="{49CCD4F9-177C-4270-9A14-60236FF377E8}" dt="2026-04-14T02:58:56.812" v="7782" actId="478"/>
          <ac:spMkLst>
            <pc:docMk/>
            <pc:sldMk cId="391163625" sldId="304"/>
            <ac:spMk id="5" creationId="{E1C033E2-0158-E45E-86A7-7948A912C77F}"/>
          </ac:spMkLst>
        </pc:spChg>
        <pc:spChg chg="del">
          <ac:chgData name="昕 许" userId="a2975fcd840abfc3" providerId="LiveId" clId="{49CCD4F9-177C-4270-9A14-60236FF377E8}" dt="2026-04-14T02:58:56.812" v="7782" actId="478"/>
          <ac:spMkLst>
            <pc:docMk/>
            <pc:sldMk cId="391163625" sldId="304"/>
            <ac:spMk id="7" creationId="{45AD1E75-4A7F-2E2E-D25C-392E75F1A5C6}"/>
          </ac:spMkLst>
        </pc:spChg>
        <pc:spChg chg="del">
          <ac:chgData name="昕 许" userId="a2975fcd840abfc3" providerId="LiveId" clId="{49CCD4F9-177C-4270-9A14-60236FF377E8}" dt="2026-04-14T02:58:56.812" v="7782" actId="478"/>
          <ac:spMkLst>
            <pc:docMk/>
            <pc:sldMk cId="391163625" sldId="304"/>
            <ac:spMk id="8" creationId="{4E91FD94-7C18-4660-EABD-A9CCE27044B2}"/>
          </ac:spMkLst>
        </pc:spChg>
        <pc:spChg chg="del">
          <ac:chgData name="昕 许" userId="a2975fcd840abfc3" providerId="LiveId" clId="{49CCD4F9-177C-4270-9A14-60236FF377E8}" dt="2026-04-14T02:58:56.812" v="7782" actId="478"/>
          <ac:spMkLst>
            <pc:docMk/>
            <pc:sldMk cId="391163625" sldId="304"/>
            <ac:spMk id="9" creationId="{63D23C56-D60A-ACC4-CA34-9FF25531597E}"/>
          </ac:spMkLst>
        </pc:spChg>
        <pc:spChg chg="add mod">
          <ac:chgData name="昕 许" userId="a2975fcd840abfc3" providerId="LiveId" clId="{49CCD4F9-177C-4270-9A14-60236FF377E8}" dt="2026-04-14T02:59:55.129" v="7821" actId="164"/>
          <ac:spMkLst>
            <pc:docMk/>
            <pc:sldMk cId="391163625" sldId="304"/>
            <ac:spMk id="10" creationId="{934BFC53-CE8E-E4EF-D438-FF7763D3442B}"/>
          </ac:spMkLst>
        </pc:spChg>
        <pc:spChg chg="del">
          <ac:chgData name="昕 许" userId="a2975fcd840abfc3" providerId="LiveId" clId="{49CCD4F9-177C-4270-9A14-60236FF377E8}" dt="2026-04-14T02:58:56.812" v="7782" actId="478"/>
          <ac:spMkLst>
            <pc:docMk/>
            <pc:sldMk cId="391163625" sldId="304"/>
            <ac:spMk id="12" creationId="{AEF35621-AA6B-42D9-991B-6DA721DB1CE5}"/>
          </ac:spMkLst>
        </pc:spChg>
        <pc:spChg chg="del">
          <ac:chgData name="昕 许" userId="a2975fcd840abfc3" providerId="LiveId" clId="{49CCD4F9-177C-4270-9A14-60236FF377E8}" dt="2026-04-14T02:58:56.812" v="7782" actId="478"/>
          <ac:spMkLst>
            <pc:docMk/>
            <pc:sldMk cId="391163625" sldId="304"/>
            <ac:spMk id="13" creationId="{FF151C0D-7858-0B28-848B-4FD498AE12D0}"/>
          </ac:spMkLst>
        </pc:spChg>
        <pc:spChg chg="mod">
          <ac:chgData name="昕 许" userId="a2975fcd840abfc3" providerId="LiveId" clId="{49CCD4F9-177C-4270-9A14-60236FF377E8}" dt="2026-04-14T02:59:55.817" v="7822"/>
          <ac:spMkLst>
            <pc:docMk/>
            <pc:sldMk cId="391163625" sldId="304"/>
            <ac:spMk id="16" creationId="{0D77AEAA-65DB-6682-E7E3-F8A803132CAC}"/>
          </ac:spMkLst>
        </pc:spChg>
        <pc:spChg chg="mod">
          <ac:chgData name="昕 许" userId="a2975fcd840abfc3" providerId="LiveId" clId="{49CCD4F9-177C-4270-9A14-60236FF377E8}" dt="2026-04-14T02:59:55.817" v="7822"/>
          <ac:spMkLst>
            <pc:docMk/>
            <pc:sldMk cId="391163625" sldId="304"/>
            <ac:spMk id="17" creationId="{CAD44F9E-C315-C94E-2D28-595F1D8C96B3}"/>
          </ac:spMkLst>
        </pc:spChg>
        <pc:spChg chg="mod">
          <ac:chgData name="昕 许" userId="a2975fcd840abfc3" providerId="LiveId" clId="{49CCD4F9-177C-4270-9A14-60236FF377E8}" dt="2026-04-14T02:59:55.817" v="7822"/>
          <ac:spMkLst>
            <pc:docMk/>
            <pc:sldMk cId="391163625" sldId="304"/>
            <ac:spMk id="18" creationId="{946D8207-97D2-E619-E39C-B3D2588B7F58}"/>
          </ac:spMkLst>
        </pc:spChg>
        <pc:spChg chg="mod">
          <ac:chgData name="昕 许" userId="a2975fcd840abfc3" providerId="LiveId" clId="{49CCD4F9-177C-4270-9A14-60236FF377E8}" dt="2026-04-14T03:00:20.545" v="7853" actId="207"/>
          <ac:spMkLst>
            <pc:docMk/>
            <pc:sldMk cId="391163625" sldId="304"/>
            <ac:spMk id="19" creationId="{ED5CDAB7-664A-437B-08D7-1A86CE114642}"/>
          </ac:spMkLst>
        </pc:spChg>
        <pc:spChg chg="mod">
          <ac:chgData name="昕 许" userId="a2975fcd840abfc3" providerId="LiveId" clId="{49CCD4F9-177C-4270-9A14-60236FF377E8}" dt="2026-04-14T02:59:55.817" v="7822"/>
          <ac:spMkLst>
            <pc:docMk/>
            <pc:sldMk cId="391163625" sldId="304"/>
            <ac:spMk id="20" creationId="{D15B1470-1057-B1DA-422F-F6D83C66600D}"/>
          </ac:spMkLst>
        </pc:spChg>
        <pc:spChg chg="mod">
          <ac:chgData name="昕 许" userId="a2975fcd840abfc3" providerId="LiveId" clId="{49CCD4F9-177C-4270-9A14-60236FF377E8}" dt="2026-04-14T03:01:09.473" v="7865" actId="207"/>
          <ac:spMkLst>
            <pc:docMk/>
            <pc:sldMk cId="391163625" sldId="304"/>
            <ac:spMk id="21" creationId="{6CEC9722-8E71-F2CB-EDB9-E43CC0FEEC80}"/>
          </ac:spMkLst>
        </pc:spChg>
        <pc:spChg chg="mod">
          <ac:chgData name="昕 许" userId="a2975fcd840abfc3" providerId="LiveId" clId="{49CCD4F9-177C-4270-9A14-60236FF377E8}" dt="2026-04-14T02:59:55.817" v="7822"/>
          <ac:spMkLst>
            <pc:docMk/>
            <pc:sldMk cId="391163625" sldId="304"/>
            <ac:spMk id="23" creationId="{D6FD82FB-D220-9A0F-07B3-130BF6FBD5AF}"/>
          </ac:spMkLst>
        </pc:spChg>
        <pc:spChg chg="mod">
          <ac:chgData name="昕 许" userId="a2975fcd840abfc3" providerId="LiveId" clId="{49CCD4F9-177C-4270-9A14-60236FF377E8}" dt="2026-04-14T03:00:15.249" v="7851" actId="14100"/>
          <ac:spMkLst>
            <pc:docMk/>
            <pc:sldMk cId="391163625" sldId="304"/>
            <ac:spMk id="24" creationId="{5F2365DF-7A67-6D4D-4F69-C814A7D20607}"/>
          </ac:spMkLst>
        </pc:spChg>
        <pc:spChg chg="mod">
          <ac:chgData name="昕 许" userId="a2975fcd840abfc3" providerId="LiveId" clId="{49CCD4F9-177C-4270-9A14-60236FF377E8}" dt="2026-04-14T02:59:55.817" v="7822"/>
          <ac:spMkLst>
            <pc:docMk/>
            <pc:sldMk cId="391163625" sldId="304"/>
            <ac:spMk id="26" creationId="{34F2D646-F9A0-6C71-7D7F-3862E9E8E020}"/>
          </ac:spMkLst>
        </pc:spChg>
        <pc:spChg chg="mod">
          <ac:chgData name="昕 许" userId="a2975fcd840abfc3" providerId="LiveId" clId="{49CCD4F9-177C-4270-9A14-60236FF377E8}" dt="2026-04-14T03:00:09.855" v="7850" actId="207"/>
          <ac:spMkLst>
            <pc:docMk/>
            <pc:sldMk cId="391163625" sldId="304"/>
            <ac:spMk id="29" creationId="{54810EB6-F1B7-63DA-BBF5-6B67F5A074F4}"/>
          </ac:spMkLst>
        </pc:spChg>
        <pc:spChg chg="mod">
          <ac:chgData name="昕 许" userId="a2975fcd840abfc3" providerId="LiveId" clId="{49CCD4F9-177C-4270-9A14-60236FF377E8}" dt="2026-04-14T02:59:55.129" v="7821" actId="164"/>
          <ac:spMkLst>
            <pc:docMk/>
            <pc:sldMk cId="391163625" sldId="304"/>
            <ac:spMk id="44" creationId="{3ED36601-7DC8-19FA-1F5B-29CD17FA6E90}"/>
          </ac:spMkLst>
        </pc:spChg>
        <pc:spChg chg="mod">
          <ac:chgData name="昕 许" userId="a2975fcd840abfc3" providerId="LiveId" clId="{49CCD4F9-177C-4270-9A14-60236FF377E8}" dt="2026-04-14T02:59:55.129" v="7821" actId="164"/>
          <ac:spMkLst>
            <pc:docMk/>
            <pc:sldMk cId="391163625" sldId="304"/>
            <ac:spMk id="45" creationId="{C823DF01-5BE5-BC21-47C1-EDB7B5332E67}"/>
          </ac:spMkLst>
        </pc:spChg>
        <pc:spChg chg="mod">
          <ac:chgData name="昕 许" userId="a2975fcd840abfc3" providerId="LiveId" clId="{49CCD4F9-177C-4270-9A14-60236FF377E8}" dt="2026-04-14T02:59:55.129" v="7821" actId="164"/>
          <ac:spMkLst>
            <pc:docMk/>
            <pc:sldMk cId="391163625" sldId="304"/>
            <ac:spMk id="47" creationId="{0EDBC6D7-53DB-691A-5E06-DFDD1392F997}"/>
          </ac:spMkLst>
        </pc:spChg>
        <pc:spChg chg="mod">
          <ac:chgData name="昕 许" userId="a2975fcd840abfc3" providerId="LiveId" clId="{49CCD4F9-177C-4270-9A14-60236FF377E8}" dt="2026-04-14T02:59:55.129" v="7821" actId="164"/>
          <ac:spMkLst>
            <pc:docMk/>
            <pc:sldMk cId="391163625" sldId="304"/>
            <ac:spMk id="48" creationId="{EF943BFE-7B43-433F-5E74-275A6663BBA3}"/>
          </ac:spMkLst>
        </pc:spChg>
        <pc:spChg chg="mod">
          <ac:chgData name="昕 许" userId="a2975fcd840abfc3" providerId="LiveId" clId="{49CCD4F9-177C-4270-9A14-60236FF377E8}" dt="2026-04-14T02:59:55.129" v="7821" actId="164"/>
          <ac:spMkLst>
            <pc:docMk/>
            <pc:sldMk cId="391163625" sldId="304"/>
            <ac:spMk id="49" creationId="{D97270C5-4AFE-31B7-E9E9-C5CEE0780DF6}"/>
          </ac:spMkLst>
        </pc:spChg>
        <pc:spChg chg="mod">
          <ac:chgData name="昕 许" userId="a2975fcd840abfc3" providerId="LiveId" clId="{49CCD4F9-177C-4270-9A14-60236FF377E8}" dt="2026-04-14T02:59:55.129" v="7821" actId="164"/>
          <ac:spMkLst>
            <pc:docMk/>
            <pc:sldMk cId="391163625" sldId="304"/>
            <ac:spMk id="50" creationId="{E8C607FF-561F-D2FA-09E5-EF214F38DA72}"/>
          </ac:spMkLst>
        </pc:spChg>
        <pc:spChg chg="mod">
          <ac:chgData name="昕 许" userId="a2975fcd840abfc3" providerId="LiveId" clId="{49CCD4F9-177C-4270-9A14-60236FF377E8}" dt="2026-04-14T02:59:55.129" v="7821" actId="164"/>
          <ac:spMkLst>
            <pc:docMk/>
            <pc:sldMk cId="391163625" sldId="304"/>
            <ac:spMk id="51" creationId="{5387D472-8E2D-7429-93F3-4B8F315CC201}"/>
          </ac:spMkLst>
        </pc:spChg>
        <pc:spChg chg="mod">
          <ac:chgData name="昕 许" userId="a2975fcd840abfc3" providerId="LiveId" clId="{49CCD4F9-177C-4270-9A14-60236FF377E8}" dt="2026-04-14T02:59:55.129" v="7821" actId="164"/>
          <ac:spMkLst>
            <pc:docMk/>
            <pc:sldMk cId="391163625" sldId="304"/>
            <ac:spMk id="52" creationId="{E3BF7CBD-5A8E-29BF-E427-F71015CECB36}"/>
          </ac:spMkLst>
        </pc:spChg>
        <pc:spChg chg="mod">
          <ac:chgData name="昕 许" userId="a2975fcd840abfc3" providerId="LiveId" clId="{49CCD4F9-177C-4270-9A14-60236FF377E8}" dt="2026-04-14T02:59:55.129" v="7821" actId="164"/>
          <ac:spMkLst>
            <pc:docMk/>
            <pc:sldMk cId="391163625" sldId="304"/>
            <ac:spMk id="63" creationId="{93AD4DC7-2C5C-B34E-19A0-4D3745247380}"/>
          </ac:spMkLst>
        </pc:spChg>
        <pc:spChg chg="del">
          <ac:chgData name="昕 许" userId="a2975fcd840abfc3" providerId="LiveId" clId="{49CCD4F9-177C-4270-9A14-60236FF377E8}" dt="2026-04-14T02:58:59.859" v="7785" actId="478"/>
          <ac:spMkLst>
            <pc:docMk/>
            <pc:sldMk cId="391163625" sldId="304"/>
            <ac:spMk id="70" creationId="{599E946F-BBBA-407A-27C9-721907E31C0B}"/>
          </ac:spMkLst>
        </pc:spChg>
        <pc:spChg chg="del">
          <ac:chgData name="昕 许" userId="a2975fcd840abfc3" providerId="LiveId" clId="{49CCD4F9-177C-4270-9A14-60236FF377E8}" dt="2026-04-14T02:58:59.859" v="7785" actId="478"/>
          <ac:spMkLst>
            <pc:docMk/>
            <pc:sldMk cId="391163625" sldId="304"/>
            <ac:spMk id="71" creationId="{375FEEE9-29F5-C582-ED45-1AF1263D9A47}"/>
          </ac:spMkLst>
        </pc:spChg>
        <pc:spChg chg="del">
          <ac:chgData name="昕 许" userId="a2975fcd840abfc3" providerId="LiveId" clId="{49CCD4F9-177C-4270-9A14-60236FF377E8}" dt="2026-04-14T02:58:59.859" v="7785" actId="478"/>
          <ac:spMkLst>
            <pc:docMk/>
            <pc:sldMk cId="391163625" sldId="304"/>
            <ac:spMk id="72" creationId="{865132FE-007D-E79C-5C4E-EB3F196534E7}"/>
          </ac:spMkLst>
        </pc:spChg>
        <pc:spChg chg="del">
          <ac:chgData name="昕 许" userId="a2975fcd840abfc3" providerId="LiveId" clId="{49CCD4F9-177C-4270-9A14-60236FF377E8}" dt="2026-04-14T02:58:59.859" v="7785" actId="478"/>
          <ac:spMkLst>
            <pc:docMk/>
            <pc:sldMk cId="391163625" sldId="304"/>
            <ac:spMk id="73" creationId="{0DB6B1FD-5940-88F4-CE67-AE04C1CEB426}"/>
          </ac:spMkLst>
        </pc:spChg>
        <pc:spChg chg="del">
          <ac:chgData name="昕 许" userId="a2975fcd840abfc3" providerId="LiveId" clId="{49CCD4F9-177C-4270-9A14-60236FF377E8}" dt="2026-04-14T02:58:59.859" v="7785" actId="478"/>
          <ac:spMkLst>
            <pc:docMk/>
            <pc:sldMk cId="391163625" sldId="304"/>
            <ac:spMk id="75" creationId="{14808FEF-F3C0-E7F9-7D37-7E3D3CCBB5DE}"/>
          </ac:spMkLst>
        </pc:spChg>
        <pc:spChg chg="del">
          <ac:chgData name="昕 许" userId="a2975fcd840abfc3" providerId="LiveId" clId="{49CCD4F9-177C-4270-9A14-60236FF377E8}" dt="2026-04-14T02:58:59.859" v="7785" actId="478"/>
          <ac:spMkLst>
            <pc:docMk/>
            <pc:sldMk cId="391163625" sldId="304"/>
            <ac:spMk id="76" creationId="{C2A38A33-F951-EBD5-CC66-CA3143C33548}"/>
          </ac:spMkLst>
        </pc:spChg>
        <pc:spChg chg="del">
          <ac:chgData name="昕 许" userId="a2975fcd840abfc3" providerId="LiveId" clId="{49CCD4F9-177C-4270-9A14-60236FF377E8}" dt="2026-04-14T02:58:58.728" v="7784" actId="478"/>
          <ac:spMkLst>
            <pc:docMk/>
            <pc:sldMk cId="391163625" sldId="304"/>
            <ac:spMk id="78" creationId="{FB36C08C-F946-4068-6779-E212BE29C149}"/>
          </ac:spMkLst>
        </pc:spChg>
        <pc:spChg chg="del">
          <ac:chgData name="昕 许" userId="a2975fcd840abfc3" providerId="LiveId" clId="{49CCD4F9-177C-4270-9A14-60236FF377E8}" dt="2026-04-14T02:58:59.859" v="7785" actId="478"/>
          <ac:spMkLst>
            <pc:docMk/>
            <pc:sldMk cId="391163625" sldId="304"/>
            <ac:spMk id="79" creationId="{4957BA79-F854-FC25-A86A-EF0FD48AB7BD}"/>
          </ac:spMkLst>
        </pc:spChg>
        <pc:spChg chg="del">
          <ac:chgData name="昕 许" userId="a2975fcd840abfc3" providerId="LiveId" clId="{49CCD4F9-177C-4270-9A14-60236FF377E8}" dt="2026-04-14T02:59:05.460" v="7787" actId="478"/>
          <ac:spMkLst>
            <pc:docMk/>
            <pc:sldMk cId="391163625" sldId="304"/>
            <ac:spMk id="81" creationId="{4536F928-A6C6-9F3D-B5F1-3056B362B263}"/>
          </ac:spMkLst>
        </pc:spChg>
        <pc:spChg chg="del">
          <ac:chgData name="昕 许" userId="a2975fcd840abfc3" providerId="LiveId" clId="{49CCD4F9-177C-4270-9A14-60236FF377E8}" dt="2026-04-14T02:59:01.840" v="7786" actId="478"/>
          <ac:spMkLst>
            <pc:docMk/>
            <pc:sldMk cId="391163625" sldId="304"/>
            <ac:spMk id="84" creationId="{AEBF15A6-C7E2-4D76-6548-F6CBCBD87EE2}"/>
          </ac:spMkLst>
        </pc:spChg>
        <pc:spChg chg="del">
          <ac:chgData name="昕 许" userId="a2975fcd840abfc3" providerId="LiveId" clId="{49CCD4F9-177C-4270-9A14-60236FF377E8}" dt="2026-04-14T02:59:01.840" v="7786" actId="478"/>
          <ac:spMkLst>
            <pc:docMk/>
            <pc:sldMk cId="391163625" sldId="304"/>
            <ac:spMk id="89" creationId="{F9AA8ECE-9460-5E0C-6241-E920D438C358}"/>
          </ac:spMkLst>
        </pc:spChg>
        <pc:spChg chg="del">
          <ac:chgData name="昕 许" userId="a2975fcd840abfc3" providerId="LiveId" clId="{49CCD4F9-177C-4270-9A14-60236FF377E8}" dt="2026-04-14T02:59:01.840" v="7786" actId="478"/>
          <ac:spMkLst>
            <pc:docMk/>
            <pc:sldMk cId="391163625" sldId="304"/>
            <ac:spMk id="90" creationId="{0841DE59-1C83-8C5B-D5E9-0EBD8E9231CA}"/>
          </ac:spMkLst>
        </pc:spChg>
        <pc:spChg chg="del">
          <ac:chgData name="昕 许" userId="a2975fcd840abfc3" providerId="LiveId" clId="{49CCD4F9-177C-4270-9A14-60236FF377E8}" dt="2026-04-14T02:59:01.840" v="7786" actId="478"/>
          <ac:spMkLst>
            <pc:docMk/>
            <pc:sldMk cId="391163625" sldId="304"/>
            <ac:spMk id="95" creationId="{DB6B7B0C-71C7-3E84-CA3D-6350391774CE}"/>
          </ac:spMkLst>
        </pc:spChg>
        <pc:spChg chg="del">
          <ac:chgData name="昕 许" userId="a2975fcd840abfc3" providerId="LiveId" clId="{49CCD4F9-177C-4270-9A14-60236FF377E8}" dt="2026-04-14T02:59:01.840" v="7786" actId="478"/>
          <ac:spMkLst>
            <pc:docMk/>
            <pc:sldMk cId="391163625" sldId="304"/>
            <ac:spMk id="103" creationId="{51DFF1C5-6751-E47C-9A35-61D031919F8C}"/>
          </ac:spMkLst>
        </pc:spChg>
        <pc:spChg chg="del">
          <ac:chgData name="昕 许" userId="a2975fcd840abfc3" providerId="LiveId" clId="{49CCD4F9-177C-4270-9A14-60236FF377E8}" dt="2026-04-14T02:58:59.859" v="7785" actId="478"/>
          <ac:spMkLst>
            <pc:docMk/>
            <pc:sldMk cId="391163625" sldId="304"/>
            <ac:spMk id="104" creationId="{6E31BCCE-47C7-0138-0AC8-52CBFE8E7DDC}"/>
          </ac:spMkLst>
        </pc:spChg>
        <pc:spChg chg="del">
          <ac:chgData name="昕 许" userId="a2975fcd840abfc3" providerId="LiveId" clId="{49CCD4F9-177C-4270-9A14-60236FF377E8}" dt="2026-04-14T02:58:59.859" v="7785" actId="478"/>
          <ac:spMkLst>
            <pc:docMk/>
            <pc:sldMk cId="391163625" sldId="304"/>
            <ac:spMk id="105" creationId="{AA2B3667-410D-DF78-BF47-604E91F42004}"/>
          </ac:spMkLst>
        </pc:spChg>
        <pc:spChg chg="del">
          <ac:chgData name="昕 许" userId="a2975fcd840abfc3" providerId="LiveId" clId="{49CCD4F9-177C-4270-9A14-60236FF377E8}" dt="2026-04-14T02:59:01.840" v="7786" actId="478"/>
          <ac:spMkLst>
            <pc:docMk/>
            <pc:sldMk cId="391163625" sldId="304"/>
            <ac:spMk id="107" creationId="{64A5FC40-1F0A-1720-3E70-1B5254BAFDA2}"/>
          </ac:spMkLst>
        </pc:spChg>
        <pc:spChg chg="del">
          <ac:chgData name="昕 许" userId="a2975fcd840abfc3" providerId="LiveId" clId="{49CCD4F9-177C-4270-9A14-60236FF377E8}" dt="2026-04-14T02:59:01.840" v="7786" actId="478"/>
          <ac:spMkLst>
            <pc:docMk/>
            <pc:sldMk cId="391163625" sldId="304"/>
            <ac:spMk id="108" creationId="{F847D7E5-5847-5860-5B11-76ED2B41D80E}"/>
          </ac:spMkLst>
        </pc:spChg>
        <pc:spChg chg="del">
          <ac:chgData name="昕 许" userId="a2975fcd840abfc3" providerId="LiveId" clId="{49CCD4F9-177C-4270-9A14-60236FF377E8}" dt="2026-04-14T02:59:01.840" v="7786" actId="478"/>
          <ac:spMkLst>
            <pc:docMk/>
            <pc:sldMk cId="391163625" sldId="304"/>
            <ac:spMk id="110" creationId="{B608F3A3-67E7-9D3B-9BD9-A22DE7F1CFFB}"/>
          </ac:spMkLst>
        </pc:spChg>
        <pc:spChg chg="del">
          <ac:chgData name="昕 许" userId="a2975fcd840abfc3" providerId="LiveId" clId="{49CCD4F9-177C-4270-9A14-60236FF377E8}" dt="2026-04-14T02:59:01.840" v="7786" actId="478"/>
          <ac:spMkLst>
            <pc:docMk/>
            <pc:sldMk cId="391163625" sldId="304"/>
            <ac:spMk id="122" creationId="{CBE58254-7C57-79BA-2101-2826226F510E}"/>
          </ac:spMkLst>
        </pc:spChg>
        <pc:spChg chg="del">
          <ac:chgData name="昕 许" userId="a2975fcd840abfc3" providerId="LiveId" clId="{49CCD4F9-177C-4270-9A14-60236FF377E8}" dt="2026-04-14T02:59:01.840" v="7786" actId="478"/>
          <ac:spMkLst>
            <pc:docMk/>
            <pc:sldMk cId="391163625" sldId="304"/>
            <ac:spMk id="124" creationId="{475021B6-5CCF-7AA3-A4D1-9A22467BB339}"/>
          </ac:spMkLst>
        </pc:spChg>
        <pc:spChg chg="del">
          <ac:chgData name="昕 许" userId="a2975fcd840abfc3" providerId="LiveId" clId="{49CCD4F9-177C-4270-9A14-60236FF377E8}" dt="2026-04-14T02:58:57.843" v="7783" actId="478"/>
          <ac:spMkLst>
            <pc:docMk/>
            <pc:sldMk cId="391163625" sldId="304"/>
            <ac:spMk id="131" creationId="{59FD74B8-C420-2A36-53A3-3958B8061B56}"/>
          </ac:spMkLst>
        </pc:spChg>
        <pc:grpChg chg="mod">
          <ac:chgData name="昕 许" userId="a2975fcd840abfc3" providerId="LiveId" clId="{49CCD4F9-177C-4270-9A14-60236FF377E8}" dt="2026-04-14T02:59:58.479" v="7823" actId="1076"/>
          <ac:grpSpMkLst>
            <pc:docMk/>
            <pc:sldMk cId="391163625" sldId="304"/>
            <ac:grpSpMk id="14" creationId="{DFFDEF3F-44FB-0F99-0E93-977A091BF910}"/>
          </ac:grpSpMkLst>
        </pc:grpChg>
        <pc:cxnChg chg="add mod">
          <ac:chgData name="昕 许" userId="a2975fcd840abfc3" providerId="LiveId" clId="{49CCD4F9-177C-4270-9A14-60236FF377E8}" dt="2026-04-14T02:59:17.097" v="7793" actId="14100"/>
          <ac:cxnSpMkLst>
            <pc:docMk/>
            <pc:sldMk cId="391163625" sldId="304"/>
            <ac:cxnSpMk id="2" creationId="{DDC73E57-6D9A-2A82-80A7-80316CFF7F5F}"/>
          </ac:cxnSpMkLst>
        </pc:cxnChg>
        <pc:cxnChg chg="del">
          <ac:chgData name="昕 许" userId="a2975fcd840abfc3" providerId="LiveId" clId="{49CCD4F9-177C-4270-9A14-60236FF377E8}" dt="2026-04-14T02:58:56.812" v="7782" actId="478"/>
          <ac:cxnSpMkLst>
            <pc:docMk/>
            <pc:sldMk cId="391163625" sldId="304"/>
            <ac:cxnSpMk id="25" creationId="{351DAD45-C697-3D13-4FAA-77E98FBA5514}"/>
          </ac:cxnSpMkLst>
        </pc:cxnChg>
        <pc:cxnChg chg="del">
          <ac:chgData name="昕 许" userId="a2975fcd840abfc3" providerId="LiveId" clId="{49CCD4F9-177C-4270-9A14-60236FF377E8}" dt="2026-04-14T03:00:24.001" v="7854" actId="478"/>
          <ac:cxnSpMkLst>
            <pc:docMk/>
            <pc:sldMk cId="391163625" sldId="304"/>
            <ac:cxnSpMk id="27" creationId="{04DB4226-4E33-3F3D-894C-49B2F6865B64}"/>
          </ac:cxnSpMkLst>
        </pc:cxnChg>
        <pc:cxnChg chg="del">
          <ac:chgData name="昕 许" userId="a2975fcd840abfc3" providerId="LiveId" clId="{49CCD4F9-177C-4270-9A14-60236FF377E8}" dt="2026-04-14T03:00:25.610" v="7855" actId="478"/>
          <ac:cxnSpMkLst>
            <pc:docMk/>
            <pc:sldMk cId="391163625" sldId="304"/>
            <ac:cxnSpMk id="28" creationId="{C97BB7C3-8A31-9F85-001F-3EC7BDDBE52E}"/>
          </ac:cxnSpMkLst>
        </pc:cxnChg>
        <pc:cxnChg chg="add mod">
          <ac:chgData name="昕 许" userId="a2975fcd840abfc3" providerId="LiveId" clId="{49CCD4F9-177C-4270-9A14-60236FF377E8}" dt="2026-04-14T03:01:02.710" v="7864" actId="14100"/>
          <ac:cxnSpMkLst>
            <pc:docMk/>
            <pc:sldMk cId="391163625" sldId="304"/>
            <ac:cxnSpMk id="30" creationId="{B3D02DC1-5641-2C09-9E86-C2D3B91A5DEA}"/>
          </ac:cxnSpMkLst>
        </pc:cxnChg>
        <pc:cxnChg chg="del">
          <ac:chgData name="昕 许" userId="a2975fcd840abfc3" providerId="LiveId" clId="{49CCD4F9-177C-4270-9A14-60236FF377E8}" dt="2026-04-14T02:58:56.812" v="7782" actId="478"/>
          <ac:cxnSpMkLst>
            <pc:docMk/>
            <pc:sldMk cId="391163625" sldId="304"/>
            <ac:cxnSpMk id="39" creationId="{16B232D3-308A-1012-E44E-C9EE248A4595}"/>
          </ac:cxnSpMkLst>
        </pc:cxnChg>
        <pc:cxnChg chg="add mod">
          <ac:chgData name="昕 许" userId="a2975fcd840abfc3" providerId="LiveId" clId="{49CCD4F9-177C-4270-9A14-60236FF377E8}" dt="2026-04-14T03:01:17.483" v="7867" actId="1076"/>
          <ac:cxnSpMkLst>
            <pc:docMk/>
            <pc:sldMk cId="391163625" sldId="304"/>
            <ac:cxnSpMk id="40" creationId="{171499CF-81EE-907B-231F-47B494FEEBA7}"/>
          </ac:cxnSpMkLst>
        </pc:cxnChg>
        <pc:cxnChg chg="add mod">
          <ac:chgData name="昕 许" userId="a2975fcd840abfc3" providerId="LiveId" clId="{49CCD4F9-177C-4270-9A14-60236FF377E8}" dt="2026-04-14T03:01:37.458" v="7872" actId="1076"/>
          <ac:cxnSpMkLst>
            <pc:docMk/>
            <pc:sldMk cId="391163625" sldId="304"/>
            <ac:cxnSpMk id="41" creationId="{287A27F8-A6E4-019F-13F7-FE4AB84868C4}"/>
          </ac:cxnSpMkLst>
        </pc:cxnChg>
        <pc:cxnChg chg="add mod">
          <ac:chgData name="昕 许" userId="a2975fcd840abfc3" providerId="LiveId" clId="{49CCD4F9-177C-4270-9A14-60236FF377E8}" dt="2026-04-14T03:01:45.780" v="7876" actId="1076"/>
          <ac:cxnSpMkLst>
            <pc:docMk/>
            <pc:sldMk cId="391163625" sldId="304"/>
            <ac:cxnSpMk id="43" creationId="{615B3630-BEBE-3923-C6B5-FE12C91725F6}"/>
          </ac:cxnSpMkLst>
        </pc:cxnChg>
        <pc:cxnChg chg="del">
          <ac:chgData name="昕 许" userId="a2975fcd840abfc3" providerId="LiveId" clId="{49CCD4F9-177C-4270-9A14-60236FF377E8}" dt="2026-04-14T02:59:05.988" v="7788" actId="478"/>
          <ac:cxnSpMkLst>
            <pc:docMk/>
            <pc:sldMk cId="391163625" sldId="304"/>
            <ac:cxnSpMk id="67" creationId="{C8EF11DB-E1F9-390D-EE0E-EB80C1B6B8C7}"/>
          </ac:cxnSpMkLst>
        </pc:cxnChg>
      </pc:sldChg>
      <pc:sldChg chg="addSp delSp modSp add mod">
        <pc:chgData name="昕 许" userId="a2975fcd840abfc3" providerId="LiveId" clId="{49CCD4F9-177C-4270-9A14-60236FF377E8}" dt="2026-04-14T04:35:06.448" v="8347" actId="1076"/>
        <pc:sldMkLst>
          <pc:docMk/>
          <pc:sldMk cId="4089826091" sldId="305"/>
        </pc:sldMkLst>
        <pc:spChg chg="add mod">
          <ac:chgData name="昕 许" userId="a2975fcd840abfc3" providerId="LiveId" clId="{49CCD4F9-177C-4270-9A14-60236FF377E8}" dt="2026-04-14T04:35:06.448" v="8347" actId="1076"/>
          <ac:spMkLst>
            <pc:docMk/>
            <pc:sldMk cId="4089826091" sldId="305"/>
            <ac:spMk id="2" creationId="{DDB156F2-E367-7D07-9251-5F09F3D37BEE}"/>
          </ac:spMkLst>
        </pc:spChg>
        <pc:spChg chg="del mod topLvl">
          <ac:chgData name="昕 许" userId="a2975fcd840abfc3" providerId="LiveId" clId="{49CCD4F9-177C-4270-9A14-60236FF377E8}" dt="2026-04-14T03:05:42.387" v="7882" actId="478"/>
          <ac:spMkLst>
            <pc:docMk/>
            <pc:sldMk cId="4089826091" sldId="305"/>
            <ac:spMk id="10" creationId="{38617544-42FD-5948-8316-83294EC62B09}"/>
          </ac:spMkLst>
        </pc:spChg>
        <pc:spChg chg="mod topLvl">
          <ac:chgData name="昕 许" userId="a2975fcd840abfc3" providerId="LiveId" clId="{49CCD4F9-177C-4270-9A14-60236FF377E8}" dt="2026-04-14T03:06:05.033" v="7888" actId="20577"/>
          <ac:spMkLst>
            <pc:docMk/>
            <pc:sldMk cId="4089826091" sldId="305"/>
            <ac:spMk id="44" creationId="{F146697F-FADC-098F-1977-B3DF989D53F1}"/>
          </ac:spMkLst>
        </pc:spChg>
        <pc:spChg chg="mod topLvl">
          <ac:chgData name="昕 许" userId="a2975fcd840abfc3" providerId="LiveId" clId="{49CCD4F9-177C-4270-9A14-60236FF377E8}" dt="2026-04-14T03:05:45.053" v="7883" actId="1076"/>
          <ac:spMkLst>
            <pc:docMk/>
            <pc:sldMk cId="4089826091" sldId="305"/>
            <ac:spMk id="45" creationId="{F46B387D-DD46-A706-509C-5E59A2389C5B}"/>
          </ac:spMkLst>
        </pc:spChg>
        <pc:spChg chg="mod topLvl">
          <ac:chgData name="昕 许" userId="a2975fcd840abfc3" providerId="LiveId" clId="{49CCD4F9-177C-4270-9A14-60236FF377E8}" dt="2026-04-14T03:05:56.570" v="7886" actId="207"/>
          <ac:spMkLst>
            <pc:docMk/>
            <pc:sldMk cId="4089826091" sldId="305"/>
            <ac:spMk id="47" creationId="{874555AA-EA5E-1DB3-E41C-70F0234F0362}"/>
          </ac:spMkLst>
        </pc:spChg>
        <pc:spChg chg="mod">
          <ac:chgData name="昕 许" userId="a2975fcd840abfc3" providerId="LiveId" clId="{49CCD4F9-177C-4270-9A14-60236FF377E8}" dt="2026-04-14T03:05:45.053" v="7883" actId="1076"/>
          <ac:spMkLst>
            <pc:docMk/>
            <pc:sldMk cId="4089826091" sldId="305"/>
            <ac:spMk id="48" creationId="{EAED08D2-C1B3-A01C-926F-6E1D7D4C8317}"/>
          </ac:spMkLst>
        </pc:spChg>
        <pc:spChg chg="mod topLvl">
          <ac:chgData name="昕 许" userId="a2975fcd840abfc3" providerId="LiveId" clId="{49CCD4F9-177C-4270-9A14-60236FF377E8}" dt="2026-04-14T03:05:56.570" v="7886" actId="207"/>
          <ac:spMkLst>
            <pc:docMk/>
            <pc:sldMk cId="4089826091" sldId="305"/>
            <ac:spMk id="49" creationId="{746078C5-4E44-3C6C-5D92-89927D05F314}"/>
          </ac:spMkLst>
        </pc:spChg>
        <pc:spChg chg="mod topLvl">
          <ac:chgData name="昕 许" userId="a2975fcd840abfc3" providerId="LiveId" clId="{49CCD4F9-177C-4270-9A14-60236FF377E8}" dt="2026-04-14T03:06:11.623" v="7891" actId="164"/>
          <ac:spMkLst>
            <pc:docMk/>
            <pc:sldMk cId="4089826091" sldId="305"/>
            <ac:spMk id="50" creationId="{8F53EA6B-1364-54E8-F4D5-C867472E9154}"/>
          </ac:spMkLst>
        </pc:spChg>
        <pc:spChg chg="mod topLvl">
          <ac:chgData name="昕 许" userId="a2975fcd840abfc3" providerId="LiveId" clId="{49CCD4F9-177C-4270-9A14-60236FF377E8}" dt="2026-04-14T03:06:11.623" v="7891" actId="164"/>
          <ac:spMkLst>
            <pc:docMk/>
            <pc:sldMk cId="4089826091" sldId="305"/>
            <ac:spMk id="51" creationId="{74B1982B-0122-C335-502D-433D2ADDF694}"/>
          </ac:spMkLst>
        </pc:spChg>
        <pc:spChg chg="mod topLvl">
          <ac:chgData name="昕 许" userId="a2975fcd840abfc3" providerId="LiveId" clId="{49CCD4F9-177C-4270-9A14-60236FF377E8}" dt="2026-04-14T03:06:11.623" v="7891" actId="164"/>
          <ac:spMkLst>
            <pc:docMk/>
            <pc:sldMk cId="4089826091" sldId="305"/>
            <ac:spMk id="52" creationId="{F97FCC93-518B-43CD-0C63-A6610D531A79}"/>
          </ac:spMkLst>
        </pc:spChg>
        <pc:spChg chg="mod topLvl">
          <ac:chgData name="昕 许" userId="a2975fcd840abfc3" providerId="LiveId" clId="{49CCD4F9-177C-4270-9A14-60236FF377E8}" dt="2026-04-14T03:05:45.053" v="7883" actId="1076"/>
          <ac:spMkLst>
            <pc:docMk/>
            <pc:sldMk cId="4089826091" sldId="305"/>
            <ac:spMk id="62" creationId="{A0B71422-C9EF-07E7-2C76-0608302C0808}"/>
          </ac:spMkLst>
        </pc:spChg>
        <pc:spChg chg="mod topLvl">
          <ac:chgData name="昕 许" userId="a2975fcd840abfc3" providerId="LiveId" clId="{49CCD4F9-177C-4270-9A14-60236FF377E8}" dt="2026-04-14T03:06:11.623" v="7891" actId="164"/>
          <ac:spMkLst>
            <pc:docMk/>
            <pc:sldMk cId="4089826091" sldId="305"/>
            <ac:spMk id="63" creationId="{C4EDDE9B-E54E-6E36-9F69-A51D42512A97}"/>
          </ac:spMkLst>
        </pc:spChg>
        <pc:grpChg chg="add mod">
          <ac:chgData name="昕 许" userId="a2975fcd840abfc3" providerId="LiveId" clId="{49CCD4F9-177C-4270-9A14-60236FF377E8}" dt="2026-04-14T03:06:13.583" v="7892" actId="1076"/>
          <ac:grpSpMkLst>
            <pc:docMk/>
            <pc:sldMk cId="4089826091" sldId="305"/>
            <ac:grpSpMk id="3" creationId="{69D5909E-D71A-6FB4-0672-3C4DE42CDF6E}"/>
          </ac:grpSpMkLst>
        </pc:grpChg>
        <pc:grpChg chg="add del">
          <ac:chgData name="昕 许" userId="a2975fcd840abfc3" providerId="LiveId" clId="{49CCD4F9-177C-4270-9A14-60236FF377E8}" dt="2026-04-14T03:05:39.002" v="7880" actId="478"/>
          <ac:grpSpMkLst>
            <pc:docMk/>
            <pc:sldMk cId="4089826091" sldId="305"/>
            <ac:grpSpMk id="11" creationId="{B9D95431-A786-AA11-B977-B9AFC66CE5BB}"/>
          </ac:grpSpMkLst>
        </pc:grpChg>
        <pc:grpChg chg="del">
          <ac:chgData name="昕 许" userId="a2975fcd840abfc3" providerId="LiveId" clId="{49CCD4F9-177C-4270-9A14-60236FF377E8}" dt="2026-04-14T03:05:35.322" v="7878" actId="478"/>
          <ac:grpSpMkLst>
            <pc:docMk/>
            <pc:sldMk cId="4089826091" sldId="305"/>
            <ac:grpSpMk id="14" creationId="{A9391874-906A-3D3A-ACA8-C20DD2D7BFD6}"/>
          </ac:grpSpMkLst>
        </pc:grpChg>
        <pc:picChg chg="add mod">
          <ac:chgData name="昕 许" userId="a2975fcd840abfc3" providerId="LiveId" clId="{49CCD4F9-177C-4270-9A14-60236FF377E8}" dt="2026-04-14T03:07:29.863" v="7908" actId="1076"/>
          <ac:picMkLst>
            <pc:docMk/>
            <pc:sldMk cId="4089826091" sldId="305"/>
            <ac:picMk id="12" creationId="{CD5FC8E4-EA63-C4EC-C357-A5BCD894A047}"/>
          </ac:picMkLst>
        </pc:picChg>
        <pc:cxnChg chg="del">
          <ac:chgData name="昕 许" userId="a2975fcd840abfc3" providerId="LiveId" clId="{49CCD4F9-177C-4270-9A14-60236FF377E8}" dt="2026-04-14T03:06:08.052" v="7890" actId="478"/>
          <ac:cxnSpMkLst>
            <pc:docMk/>
            <pc:sldMk cId="4089826091" sldId="305"/>
            <ac:cxnSpMk id="2" creationId="{982A95FC-8E03-3D54-E51A-742654D24DEE}"/>
          </ac:cxnSpMkLst>
        </pc:cxnChg>
        <pc:cxnChg chg="add mod">
          <ac:chgData name="昕 许" userId="a2975fcd840abfc3" providerId="LiveId" clId="{49CCD4F9-177C-4270-9A14-60236FF377E8}" dt="2026-04-14T03:07:38.385" v="7909" actId="208"/>
          <ac:cxnSpMkLst>
            <pc:docMk/>
            <pc:sldMk cId="4089826091" sldId="305"/>
            <ac:cxnSpMk id="5" creationId="{DEB9B36F-DD97-4898-32C4-874D5BE4DAE9}"/>
          </ac:cxnSpMkLst>
        </pc:cxnChg>
        <pc:cxnChg chg="add mod">
          <ac:chgData name="昕 许" userId="a2975fcd840abfc3" providerId="LiveId" clId="{49CCD4F9-177C-4270-9A14-60236FF377E8}" dt="2026-04-14T03:07:38.385" v="7909" actId="208"/>
          <ac:cxnSpMkLst>
            <pc:docMk/>
            <pc:sldMk cId="4089826091" sldId="305"/>
            <ac:cxnSpMk id="7" creationId="{FE0D857B-F449-1116-7AC0-FFB7EB49DDCB}"/>
          </ac:cxnSpMkLst>
        </pc:cxnChg>
        <pc:cxnChg chg="del">
          <ac:chgData name="昕 许" userId="a2975fcd840abfc3" providerId="LiveId" clId="{49CCD4F9-177C-4270-9A14-60236FF377E8}" dt="2026-04-14T03:05:35.322" v="7878" actId="478"/>
          <ac:cxnSpMkLst>
            <pc:docMk/>
            <pc:sldMk cId="4089826091" sldId="305"/>
            <ac:cxnSpMk id="30" creationId="{91AB4650-A647-E2D2-7B62-14DF504B64C6}"/>
          </ac:cxnSpMkLst>
        </pc:cxnChg>
        <pc:cxnChg chg="del">
          <ac:chgData name="昕 许" userId="a2975fcd840abfc3" providerId="LiveId" clId="{49CCD4F9-177C-4270-9A14-60236FF377E8}" dt="2026-04-14T03:05:35.322" v="7878" actId="478"/>
          <ac:cxnSpMkLst>
            <pc:docMk/>
            <pc:sldMk cId="4089826091" sldId="305"/>
            <ac:cxnSpMk id="40" creationId="{13DA7426-A707-DEA7-3AF7-353D745A9639}"/>
          </ac:cxnSpMkLst>
        </pc:cxnChg>
        <pc:cxnChg chg="del">
          <ac:chgData name="昕 许" userId="a2975fcd840abfc3" providerId="LiveId" clId="{49CCD4F9-177C-4270-9A14-60236FF377E8}" dt="2026-04-14T03:05:35.322" v="7878" actId="478"/>
          <ac:cxnSpMkLst>
            <pc:docMk/>
            <pc:sldMk cId="4089826091" sldId="305"/>
            <ac:cxnSpMk id="41" creationId="{3284BF5B-E553-24F8-B3AE-BEB69EB74593}"/>
          </ac:cxnSpMkLst>
        </pc:cxnChg>
        <pc:cxnChg chg="del">
          <ac:chgData name="昕 许" userId="a2975fcd840abfc3" providerId="LiveId" clId="{49CCD4F9-177C-4270-9A14-60236FF377E8}" dt="2026-04-14T03:05:35.322" v="7878" actId="478"/>
          <ac:cxnSpMkLst>
            <pc:docMk/>
            <pc:sldMk cId="4089826091" sldId="305"/>
            <ac:cxnSpMk id="43" creationId="{74DCB822-ECD4-BF73-65EE-164B680CD4D7}"/>
          </ac:cxnSpMkLst>
        </pc:cxnChg>
        <pc:cxnChg chg="add del mod">
          <ac:chgData name="昕 许" userId="a2975fcd840abfc3" providerId="LiveId" clId="{49CCD4F9-177C-4270-9A14-60236FF377E8}" dt="2026-04-14T03:06:36.204" v="7900" actId="208"/>
          <ac:cxnSpMkLst>
            <pc:docMk/>
            <pc:sldMk cId="4089826091" sldId="305"/>
            <ac:cxnSpMk id="64" creationId="{FAC9CE4E-4790-A7FA-BC25-594A0610305B}"/>
          </ac:cxnSpMkLst>
        </pc:cxnChg>
      </pc:sldChg>
      <pc:sldChg chg="addSp delSp modSp add mod">
        <pc:chgData name="昕 许" userId="a2975fcd840abfc3" providerId="LiveId" clId="{49CCD4F9-177C-4270-9A14-60236FF377E8}" dt="2026-04-14T04:55:53.435" v="8360" actId="11529"/>
        <pc:sldMkLst>
          <pc:docMk/>
          <pc:sldMk cId="3496476360" sldId="306"/>
        </pc:sldMkLst>
        <pc:spChg chg="add mod">
          <ac:chgData name="昕 许" userId="a2975fcd840abfc3" providerId="LiveId" clId="{49CCD4F9-177C-4270-9A14-60236FF377E8}" dt="2026-04-14T03:30:14.279" v="8047" actId="1076"/>
          <ac:spMkLst>
            <pc:docMk/>
            <pc:sldMk cId="3496476360" sldId="306"/>
            <ac:spMk id="2" creationId="{587AC4C4-11A0-03C2-51F5-6D25164E31CA}"/>
          </ac:spMkLst>
        </pc:spChg>
        <pc:spChg chg="add mod">
          <ac:chgData name="昕 许" userId="a2975fcd840abfc3" providerId="LiveId" clId="{49CCD4F9-177C-4270-9A14-60236FF377E8}" dt="2026-04-14T04:55:37.102" v="8359" actId="1076"/>
          <ac:spMkLst>
            <pc:docMk/>
            <pc:sldMk cId="3496476360" sldId="306"/>
            <ac:spMk id="4" creationId="{809B0716-0200-3DA6-E486-5580B422BFF4}"/>
          </ac:spMkLst>
        </pc:spChg>
        <pc:spChg chg="add mod">
          <ac:chgData name="昕 许" userId="a2975fcd840abfc3" providerId="LiveId" clId="{49CCD4F9-177C-4270-9A14-60236FF377E8}" dt="2026-04-14T03:10:46.210" v="7937"/>
          <ac:spMkLst>
            <pc:docMk/>
            <pc:sldMk cId="3496476360" sldId="306"/>
            <ac:spMk id="4" creationId="{9CBCC84D-1FF4-C97C-F1B9-5A5E695DAE9F}"/>
          </ac:spMkLst>
        </pc:spChg>
        <pc:spChg chg="add mod">
          <ac:chgData name="昕 许" userId="a2975fcd840abfc3" providerId="LiveId" clId="{49CCD4F9-177C-4270-9A14-60236FF377E8}" dt="2026-04-14T03:10:46.210" v="7937"/>
          <ac:spMkLst>
            <pc:docMk/>
            <pc:sldMk cId="3496476360" sldId="306"/>
            <ac:spMk id="6" creationId="{2DEC3035-D5B9-3499-6152-60608E5880FA}"/>
          </ac:spMkLst>
        </pc:spChg>
        <pc:spChg chg="add mod">
          <ac:chgData name="昕 许" userId="a2975fcd840abfc3" providerId="LiveId" clId="{49CCD4F9-177C-4270-9A14-60236FF377E8}" dt="2026-04-14T03:10:46.210" v="7937"/>
          <ac:spMkLst>
            <pc:docMk/>
            <pc:sldMk cId="3496476360" sldId="306"/>
            <ac:spMk id="8" creationId="{88FC7C58-830D-5326-75C8-135AC74C64D6}"/>
          </ac:spMkLst>
        </pc:spChg>
        <pc:spChg chg="add mod">
          <ac:chgData name="昕 许" userId="a2975fcd840abfc3" providerId="LiveId" clId="{49CCD4F9-177C-4270-9A14-60236FF377E8}" dt="2026-04-14T03:10:46.210" v="7937"/>
          <ac:spMkLst>
            <pc:docMk/>
            <pc:sldMk cId="3496476360" sldId="306"/>
            <ac:spMk id="9" creationId="{99E100C7-87BC-8395-AD84-CD3D632D8B3A}"/>
          </ac:spMkLst>
        </pc:spChg>
        <pc:spChg chg="add del mod">
          <ac:chgData name="昕 许" userId="a2975fcd840abfc3" providerId="LiveId" clId="{49CCD4F9-177C-4270-9A14-60236FF377E8}" dt="2026-04-14T03:10:50.320" v="7941" actId="1076"/>
          <ac:spMkLst>
            <pc:docMk/>
            <pc:sldMk cId="3496476360" sldId="306"/>
            <ac:spMk id="10" creationId="{E0E84991-6F46-2B5F-D61F-3CDC76A5FA28}"/>
          </ac:spMkLst>
        </pc:spChg>
        <pc:spChg chg="add mod">
          <ac:chgData name="昕 许" userId="a2975fcd840abfc3" providerId="LiveId" clId="{49CCD4F9-177C-4270-9A14-60236FF377E8}" dt="2026-04-14T03:10:46.210" v="7937"/>
          <ac:spMkLst>
            <pc:docMk/>
            <pc:sldMk cId="3496476360" sldId="306"/>
            <ac:spMk id="11" creationId="{3062AF47-64DB-1424-EEF5-0FBB866A544D}"/>
          </ac:spMkLst>
        </pc:spChg>
        <pc:spChg chg="mod">
          <ac:chgData name="昕 许" userId="a2975fcd840abfc3" providerId="LiveId" clId="{49CCD4F9-177C-4270-9A14-60236FF377E8}" dt="2026-04-14T03:10:46.210" v="7937"/>
          <ac:spMkLst>
            <pc:docMk/>
            <pc:sldMk cId="3496476360" sldId="306"/>
            <ac:spMk id="14" creationId="{5CF2A0DB-F84A-DEF5-4315-33F2B6BFBAC0}"/>
          </ac:spMkLst>
        </pc:spChg>
        <pc:spChg chg="mod">
          <ac:chgData name="昕 许" userId="a2975fcd840abfc3" providerId="LiveId" clId="{49CCD4F9-177C-4270-9A14-60236FF377E8}" dt="2026-04-14T03:10:46.210" v="7937"/>
          <ac:spMkLst>
            <pc:docMk/>
            <pc:sldMk cId="3496476360" sldId="306"/>
            <ac:spMk id="15" creationId="{506DF17E-EB0B-4094-FEA7-E8B1437C0F78}"/>
          </ac:spMkLst>
        </pc:spChg>
        <pc:spChg chg="mod">
          <ac:chgData name="昕 许" userId="a2975fcd840abfc3" providerId="LiveId" clId="{49CCD4F9-177C-4270-9A14-60236FF377E8}" dt="2026-04-14T03:10:46.210" v="7937"/>
          <ac:spMkLst>
            <pc:docMk/>
            <pc:sldMk cId="3496476360" sldId="306"/>
            <ac:spMk id="16" creationId="{CAB65D03-28E7-D3A9-CEE1-7E85AACBF08C}"/>
          </ac:spMkLst>
        </pc:spChg>
        <pc:spChg chg="mod">
          <ac:chgData name="昕 许" userId="a2975fcd840abfc3" providerId="LiveId" clId="{49CCD4F9-177C-4270-9A14-60236FF377E8}" dt="2026-04-14T03:10:46.210" v="7937"/>
          <ac:spMkLst>
            <pc:docMk/>
            <pc:sldMk cId="3496476360" sldId="306"/>
            <ac:spMk id="17" creationId="{478448D4-E614-646D-34A5-B76BCC8FBC92}"/>
          </ac:spMkLst>
        </pc:spChg>
        <pc:spChg chg="add mod">
          <ac:chgData name="昕 许" userId="a2975fcd840abfc3" providerId="LiveId" clId="{49CCD4F9-177C-4270-9A14-60236FF377E8}" dt="2026-04-14T03:10:52.716" v="7943" actId="164"/>
          <ac:spMkLst>
            <pc:docMk/>
            <pc:sldMk cId="3496476360" sldId="306"/>
            <ac:spMk id="18" creationId="{57B90845-BA15-9F54-FD2C-1BD5055EBB75}"/>
          </ac:spMkLst>
        </pc:spChg>
        <pc:spChg chg="add mod">
          <ac:chgData name="昕 许" userId="a2975fcd840abfc3" providerId="LiveId" clId="{49CCD4F9-177C-4270-9A14-60236FF377E8}" dt="2026-04-14T03:10:52.716" v="7943" actId="164"/>
          <ac:spMkLst>
            <pc:docMk/>
            <pc:sldMk cId="3496476360" sldId="306"/>
            <ac:spMk id="19" creationId="{8A5D4D1A-450E-1E4E-D4FC-A036985F3182}"/>
          </ac:spMkLst>
        </pc:spChg>
        <pc:spChg chg="add mod">
          <ac:chgData name="昕 许" userId="a2975fcd840abfc3" providerId="LiveId" clId="{49CCD4F9-177C-4270-9A14-60236FF377E8}" dt="2026-04-14T03:10:52.716" v="7943" actId="164"/>
          <ac:spMkLst>
            <pc:docMk/>
            <pc:sldMk cId="3496476360" sldId="306"/>
            <ac:spMk id="20" creationId="{896EA8E9-85BE-4A7A-368D-8CB7D80D1C7D}"/>
          </ac:spMkLst>
        </pc:spChg>
        <pc:spChg chg="add mod">
          <ac:chgData name="昕 许" userId="a2975fcd840abfc3" providerId="LiveId" clId="{49CCD4F9-177C-4270-9A14-60236FF377E8}" dt="2026-04-14T03:10:52.716" v="7943" actId="164"/>
          <ac:spMkLst>
            <pc:docMk/>
            <pc:sldMk cId="3496476360" sldId="306"/>
            <ac:spMk id="21" creationId="{705E9E33-B263-C4F2-ACD2-6A42D4ABCF2B}"/>
          </ac:spMkLst>
        </pc:spChg>
        <pc:spChg chg="add mod">
          <ac:chgData name="昕 许" userId="a2975fcd840abfc3" providerId="LiveId" clId="{49CCD4F9-177C-4270-9A14-60236FF377E8}" dt="2026-04-14T03:26:54.949" v="7975" actId="1076"/>
          <ac:spMkLst>
            <pc:docMk/>
            <pc:sldMk cId="3496476360" sldId="306"/>
            <ac:spMk id="22" creationId="{B7EFECB9-F46D-4911-E0A3-0646F195C202}"/>
          </ac:spMkLst>
        </pc:spChg>
        <pc:spChg chg="add mod">
          <ac:chgData name="昕 许" userId="a2975fcd840abfc3" providerId="LiveId" clId="{49CCD4F9-177C-4270-9A14-60236FF377E8}" dt="2026-04-14T04:53:52.911" v="8353" actId="14100"/>
          <ac:spMkLst>
            <pc:docMk/>
            <pc:sldMk cId="3496476360" sldId="306"/>
            <ac:spMk id="23" creationId="{96CF8BFB-4E11-5C37-7118-13D96D740D3C}"/>
          </ac:spMkLst>
        </pc:spChg>
        <pc:spChg chg="mod">
          <ac:chgData name="昕 许" userId="a2975fcd840abfc3" providerId="LiveId" clId="{49CCD4F9-177C-4270-9A14-60236FF377E8}" dt="2026-04-14T03:10:52.136" v="7942"/>
          <ac:spMkLst>
            <pc:docMk/>
            <pc:sldMk cId="3496476360" sldId="306"/>
            <ac:spMk id="25" creationId="{7538AA79-DDC3-92AB-8FD7-02EB52A9B009}"/>
          </ac:spMkLst>
        </pc:spChg>
        <pc:spChg chg="mod">
          <ac:chgData name="昕 许" userId="a2975fcd840abfc3" providerId="LiveId" clId="{49CCD4F9-177C-4270-9A14-60236FF377E8}" dt="2026-04-14T03:10:52.136" v="7942"/>
          <ac:spMkLst>
            <pc:docMk/>
            <pc:sldMk cId="3496476360" sldId="306"/>
            <ac:spMk id="26" creationId="{A3FE4637-366D-5712-7A64-0E43A5F68AF1}"/>
          </ac:spMkLst>
        </pc:spChg>
        <pc:spChg chg="mod">
          <ac:chgData name="昕 许" userId="a2975fcd840abfc3" providerId="LiveId" clId="{49CCD4F9-177C-4270-9A14-60236FF377E8}" dt="2026-04-14T03:10:52.136" v="7942"/>
          <ac:spMkLst>
            <pc:docMk/>
            <pc:sldMk cId="3496476360" sldId="306"/>
            <ac:spMk id="27" creationId="{86705C9C-B797-74C5-3252-1A1B6781285D}"/>
          </ac:spMkLst>
        </pc:spChg>
        <pc:spChg chg="mod">
          <ac:chgData name="昕 许" userId="a2975fcd840abfc3" providerId="LiveId" clId="{49CCD4F9-177C-4270-9A14-60236FF377E8}" dt="2026-04-14T03:10:52.136" v="7942"/>
          <ac:spMkLst>
            <pc:docMk/>
            <pc:sldMk cId="3496476360" sldId="306"/>
            <ac:spMk id="28" creationId="{EDB5711F-6848-AFE4-ABFA-8B5FA2F39046}"/>
          </ac:spMkLst>
        </pc:spChg>
        <pc:spChg chg="mod">
          <ac:chgData name="昕 许" userId="a2975fcd840abfc3" providerId="LiveId" clId="{49CCD4F9-177C-4270-9A14-60236FF377E8}" dt="2026-04-14T03:11:09.258" v="7945"/>
          <ac:spMkLst>
            <pc:docMk/>
            <pc:sldMk cId="3496476360" sldId="306"/>
            <ac:spMk id="31" creationId="{02CFD28B-1F96-71E5-6714-4193902F127C}"/>
          </ac:spMkLst>
        </pc:spChg>
        <pc:spChg chg="mod">
          <ac:chgData name="昕 许" userId="a2975fcd840abfc3" providerId="LiveId" clId="{49CCD4F9-177C-4270-9A14-60236FF377E8}" dt="2026-04-14T03:11:09.258" v="7945"/>
          <ac:spMkLst>
            <pc:docMk/>
            <pc:sldMk cId="3496476360" sldId="306"/>
            <ac:spMk id="32" creationId="{36028BD5-A8E0-54BB-B6F2-61D27DDA3566}"/>
          </ac:spMkLst>
        </pc:spChg>
        <pc:spChg chg="mod">
          <ac:chgData name="昕 许" userId="a2975fcd840abfc3" providerId="LiveId" clId="{49CCD4F9-177C-4270-9A14-60236FF377E8}" dt="2026-04-14T03:11:09.258" v="7945"/>
          <ac:spMkLst>
            <pc:docMk/>
            <pc:sldMk cId="3496476360" sldId="306"/>
            <ac:spMk id="33" creationId="{5477798A-032F-5087-E271-8350606FAF96}"/>
          </ac:spMkLst>
        </pc:spChg>
        <pc:spChg chg="mod">
          <ac:chgData name="昕 许" userId="a2975fcd840abfc3" providerId="LiveId" clId="{49CCD4F9-177C-4270-9A14-60236FF377E8}" dt="2026-04-14T03:11:09.258" v="7945"/>
          <ac:spMkLst>
            <pc:docMk/>
            <pc:sldMk cId="3496476360" sldId="306"/>
            <ac:spMk id="34" creationId="{45BA405B-58B0-ABD3-2FDA-C2DB492E8FD3}"/>
          </ac:spMkLst>
        </pc:spChg>
        <pc:spChg chg="mod">
          <ac:chgData name="昕 许" userId="a2975fcd840abfc3" providerId="LiveId" clId="{49CCD4F9-177C-4270-9A14-60236FF377E8}" dt="2026-04-14T03:11:09.258" v="7945"/>
          <ac:spMkLst>
            <pc:docMk/>
            <pc:sldMk cId="3496476360" sldId="306"/>
            <ac:spMk id="35" creationId="{B1ABE2A6-DF1D-03C9-879E-3ABD592B9465}"/>
          </ac:spMkLst>
        </pc:spChg>
        <pc:spChg chg="mod">
          <ac:chgData name="昕 许" userId="a2975fcd840abfc3" providerId="LiveId" clId="{49CCD4F9-177C-4270-9A14-60236FF377E8}" dt="2026-04-14T03:11:09.258" v="7945"/>
          <ac:spMkLst>
            <pc:docMk/>
            <pc:sldMk cId="3496476360" sldId="306"/>
            <ac:spMk id="36" creationId="{233D4A82-77A7-400D-2825-6C2E8C7CAFB3}"/>
          </ac:spMkLst>
        </pc:spChg>
        <pc:spChg chg="mod">
          <ac:chgData name="昕 许" userId="a2975fcd840abfc3" providerId="LiveId" clId="{49CCD4F9-177C-4270-9A14-60236FF377E8}" dt="2026-04-14T03:11:09.258" v="7945"/>
          <ac:spMkLst>
            <pc:docMk/>
            <pc:sldMk cId="3496476360" sldId="306"/>
            <ac:spMk id="38" creationId="{D8F72655-97BA-DD71-185C-F1F4A9069B07}"/>
          </ac:spMkLst>
        </pc:spChg>
        <pc:spChg chg="mod">
          <ac:chgData name="昕 许" userId="a2975fcd840abfc3" providerId="LiveId" clId="{49CCD4F9-177C-4270-9A14-60236FF377E8}" dt="2026-04-14T03:11:09.258" v="7945"/>
          <ac:spMkLst>
            <pc:docMk/>
            <pc:sldMk cId="3496476360" sldId="306"/>
            <ac:spMk id="39" creationId="{F49D31E5-2C84-2F3E-0524-3A7B81FFFB45}"/>
          </ac:spMkLst>
        </pc:spChg>
        <pc:spChg chg="mod">
          <ac:chgData name="昕 许" userId="a2975fcd840abfc3" providerId="LiveId" clId="{49CCD4F9-177C-4270-9A14-60236FF377E8}" dt="2026-04-14T03:11:09.258" v="7945"/>
          <ac:spMkLst>
            <pc:docMk/>
            <pc:sldMk cId="3496476360" sldId="306"/>
            <ac:spMk id="40" creationId="{A4550F30-7F52-5327-EB0F-BB31CB78F7B5}"/>
          </ac:spMkLst>
        </pc:spChg>
        <pc:spChg chg="mod">
          <ac:chgData name="昕 许" userId="a2975fcd840abfc3" providerId="LiveId" clId="{49CCD4F9-177C-4270-9A14-60236FF377E8}" dt="2026-04-14T03:11:09.258" v="7945"/>
          <ac:spMkLst>
            <pc:docMk/>
            <pc:sldMk cId="3496476360" sldId="306"/>
            <ac:spMk id="41" creationId="{39BE4D13-4E67-DCFF-C220-6BF13B211359}"/>
          </ac:spMkLst>
        </pc:spChg>
        <pc:spChg chg="mod">
          <ac:chgData name="昕 许" userId="a2975fcd840abfc3" providerId="LiveId" clId="{49CCD4F9-177C-4270-9A14-60236FF377E8}" dt="2026-04-14T03:29:50.626" v="8045" actId="1076"/>
          <ac:spMkLst>
            <pc:docMk/>
            <pc:sldMk cId="3496476360" sldId="306"/>
            <ac:spMk id="44" creationId="{48A988DE-E4A6-0343-2677-F89D0EC49601}"/>
          </ac:spMkLst>
        </pc:spChg>
        <pc:spChg chg="mod">
          <ac:chgData name="昕 许" userId="a2975fcd840abfc3" providerId="LiveId" clId="{49CCD4F9-177C-4270-9A14-60236FF377E8}" dt="2026-04-14T03:29:50.626" v="8045" actId="1076"/>
          <ac:spMkLst>
            <pc:docMk/>
            <pc:sldMk cId="3496476360" sldId="306"/>
            <ac:spMk id="45" creationId="{4CE4485A-D719-3B2A-DF5B-3A92310DCBDA}"/>
          </ac:spMkLst>
        </pc:spChg>
        <pc:spChg chg="add mod">
          <ac:chgData name="昕 许" userId="a2975fcd840abfc3" providerId="LiveId" clId="{49CCD4F9-177C-4270-9A14-60236FF377E8}" dt="2026-04-14T04:37:25.499" v="8348" actId="113"/>
          <ac:spMkLst>
            <pc:docMk/>
            <pc:sldMk cId="3496476360" sldId="306"/>
            <ac:spMk id="46" creationId="{818909D1-AB08-AA13-60C5-E7E99E1294F5}"/>
          </ac:spMkLst>
        </pc:spChg>
        <pc:spChg chg="mod">
          <ac:chgData name="昕 许" userId="a2975fcd840abfc3" providerId="LiveId" clId="{49CCD4F9-177C-4270-9A14-60236FF377E8}" dt="2026-04-14T03:29:50.626" v="8045" actId="1076"/>
          <ac:spMkLst>
            <pc:docMk/>
            <pc:sldMk cId="3496476360" sldId="306"/>
            <ac:spMk id="47" creationId="{9C4706AA-EAE7-021A-A5B5-35B478D97570}"/>
          </ac:spMkLst>
        </pc:spChg>
        <pc:spChg chg="mod">
          <ac:chgData name="昕 许" userId="a2975fcd840abfc3" providerId="LiveId" clId="{49CCD4F9-177C-4270-9A14-60236FF377E8}" dt="2026-04-14T03:29:50.626" v="8045" actId="1076"/>
          <ac:spMkLst>
            <pc:docMk/>
            <pc:sldMk cId="3496476360" sldId="306"/>
            <ac:spMk id="48" creationId="{CE108A71-4B10-9278-1B60-C3ABD7FF3B45}"/>
          </ac:spMkLst>
        </pc:spChg>
        <pc:spChg chg="mod">
          <ac:chgData name="昕 许" userId="a2975fcd840abfc3" providerId="LiveId" clId="{49CCD4F9-177C-4270-9A14-60236FF377E8}" dt="2026-04-14T03:29:50.626" v="8045" actId="1076"/>
          <ac:spMkLst>
            <pc:docMk/>
            <pc:sldMk cId="3496476360" sldId="306"/>
            <ac:spMk id="49" creationId="{E9CFE44F-9C19-879E-9A02-1ECEC998B91E}"/>
          </ac:spMkLst>
        </pc:spChg>
        <pc:spChg chg="mod">
          <ac:chgData name="昕 许" userId="a2975fcd840abfc3" providerId="LiveId" clId="{49CCD4F9-177C-4270-9A14-60236FF377E8}" dt="2026-04-14T03:10:14.732" v="7927" actId="20577"/>
          <ac:spMkLst>
            <pc:docMk/>
            <pc:sldMk cId="3496476360" sldId="306"/>
            <ac:spMk id="50" creationId="{F9269E30-EDBD-6703-C953-ADCB597C3CC4}"/>
          </ac:spMkLst>
        </pc:spChg>
        <pc:spChg chg="mod">
          <ac:chgData name="昕 许" userId="a2975fcd840abfc3" providerId="LiveId" clId="{49CCD4F9-177C-4270-9A14-60236FF377E8}" dt="2026-04-14T03:10:14.732" v="7927" actId="20577"/>
          <ac:spMkLst>
            <pc:docMk/>
            <pc:sldMk cId="3496476360" sldId="306"/>
            <ac:spMk id="51" creationId="{1FBE9F2D-55D1-47BB-FA3B-7652E400E20A}"/>
          </ac:spMkLst>
        </pc:spChg>
        <pc:spChg chg="mod">
          <ac:chgData name="昕 许" userId="a2975fcd840abfc3" providerId="LiveId" clId="{49CCD4F9-177C-4270-9A14-60236FF377E8}" dt="2026-04-14T03:10:14.782" v="7928" actId="20577"/>
          <ac:spMkLst>
            <pc:docMk/>
            <pc:sldMk cId="3496476360" sldId="306"/>
            <ac:spMk id="52" creationId="{97479707-EAC9-282B-EB40-9E6FCA53552E}"/>
          </ac:spMkLst>
        </pc:spChg>
        <pc:spChg chg="add mod">
          <ac:chgData name="昕 许" userId="a2975fcd840abfc3" providerId="LiveId" clId="{49CCD4F9-177C-4270-9A14-60236FF377E8}" dt="2026-04-14T03:28:06.215" v="7998" actId="164"/>
          <ac:spMkLst>
            <pc:docMk/>
            <pc:sldMk cId="3496476360" sldId="306"/>
            <ac:spMk id="60" creationId="{6D407DB0-7167-6C14-6B72-1CDBD70BE59D}"/>
          </ac:spMkLst>
        </pc:spChg>
        <pc:spChg chg="mod">
          <ac:chgData name="昕 许" userId="a2975fcd840abfc3" providerId="LiveId" clId="{49CCD4F9-177C-4270-9A14-60236FF377E8}" dt="2026-04-14T03:29:50.626" v="8045" actId="1076"/>
          <ac:spMkLst>
            <pc:docMk/>
            <pc:sldMk cId="3496476360" sldId="306"/>
            <ac:spMk id="62" creationId="{D3A9911C-B2E3-19F0-959D-163A938BF2DF}"/>
          </ac:spMkLst>
        </pc:spChg>
        <pc:spChg chg="mod">
          <ac:chgData name="昕 许" userId="a2975fcd840abfc3" providerId="LiveId" clId="{49CCD4F9-177C-4270-9A14-60236FF377E8}" dt="2026-04-14T03:10:14.732" v="7927" actId="20577"/>
          <ac:spMkLst>
            <pc:docMk/>
            <pc:sldMk cId="3496476360" sldId="306"/>
            <ac:spMk id="63" creationId="{3AD4D4CD-3BB7-1900-E087-B347080CD55C}"/>
          </ac:spMkLst>
        </pc:spChg>
        <pc:spChg chg="mod">
          <ac:chgData name="昕 许" userId="a2975fcd840abfc3" providerId="LiveId" clId="{49CCD4F9-177C-4270-9A14-60236FF377E8}" dt="2026-04-14T03:27:24.252" v="7987"/>
          <ac:spMkLst>
            <pc:docMk/>
            <pc:sldMk cId="3496476360" sldId="306"/>
            <ac:spMk id="74" creationId="{ADA181E4-ACE1-F73C-386B-39D5D688555F}"/>
          </ac:spMkLst>
        </pc:spChg>
        <pc:spChg chg="mod">
          <ac:chgData name="昕 许" userId="a2975fcd840abfc3" providerId="LiveId" clId="{49CCD4F9-177C-4270-9A14-60236FF377E8}" dt="2026-04-14T03:27:24.252" v="7987"/>
          <ac:spMkLst>
            <pc:docMk/>
            <pc:sldMk cId="3496476360" sldId="306"/>
            <ac:spMk id="75" creationId="{5562D4E5-FFEB-5BD3-7296-2E0F56ACCD1A}"/>
          </ac:spMkLst>
        </pc:spChg>
        <pc:spChg chg="mod">
          <ac:chgData name="昕 许" userId="a2975fcd840abfc3" providerId="LiveId" clId="{49CCD4F9-177C-4270-9A14-60236FF377E8}" dt="2026-04-14T03:27:24.252" v="7987"/>
          <ac:spMkLst>
            <pc:docMk/>
            <pc:sldMk cId="3496476360" sldId="306"/>
            <ac:spMk id="76" creationId="{87216DF3-E3B1-E314-8E62-D85C2F809F64}"/>
          </ac:spMkLst>
        </pc:spChg>
        <pc:spChg chg="mod">
          <ac:chgData name="昕 许" userId="a2975fcd840abfc3" providerId="LiveId" clId="{49CCD4F9-177C-4270-9A14-60236FF377E8}" dt="2026-04-14T03:27:24.252" v="7987"/>
          <ac:spMkLst>
            <pc:docMk/>
            <pc:sldMk cId="3496476360" sldId="306"/>
            <ac:spMk id="77" creationId="{F50CC4AD-6EC4-CBD2-C07A-3FE8D3BB42FF}"/>
          </ac:spMkLst>
        </pc:spChg>
        <pc:spChg chg="mod">
          <ac:chgData name="昕 许" userId="a2975fcd840abfc3" providerId="LiveId" clId="{49CCD4F9-177C-4270-9A14-60236FF377E8}" dt="2026-04-14T03:27:24.252" v="7987"/>
          <ac:spMkLst>
            <pc:docMk/>
            <pc:sldMk cId="3496476360" sldId="306"/>
            <ac:spMk id="78" creationId="{C7CBD247-6B11-E6C6-1324-D503011544CB}"/>
          </ac:spMkLst>
        </pc:spChg>
        <pc:spChg chg="mod">
          <ac:chgData name="昕 许" userId="a2975fcd840abfc3" providerId="LiveId" clId="{49CCD4F9-177C-4270-9A14-60236FF377E8}" dt="2026-04-14T03:27:43.065" v="7994" actId="14100"/>
          <ac:spMkLst>
            <pc:docMk/>
            <pc:sldMk cId="3496476360" sldId="306"/>
            <ac:spMk id="79" creationId="{2D031FB8-4CCE-5DD5-3681-58E9354D3616}"/>
          </ac:spMkLst>
        </pc:spChg>
        <pc:spChg chg="mod">
          <ac:chgData name="昕 许" userId="a2975fcd840abfc3" providerId="LiveId" clId="{49CCD4F9-177C-4270-9A14-60236FF377E8}" dt="2026-04-14T03:27:24.252" v="7987"/>
          <ac:spMkLst>
            <pc:docMk/>
            <pc:sldMk cId="3496476360" sldId="306"/>
            <ac:spMk id="81" creationId="{D0FD67BD-EC68-B357-0177-B3D593BB8C8C}"/>
          </ac:spMkLst>
        </pc:spChg>
        <pc:spChg chg="mod">
          <ac:chgData name="昕 许" userId="a2975fcd840abfc3" providerId="LiveId" clId="{49CCD4F9-177C-4270-9A14-60236FF377E8}" dt="2026-04-14T03:27:24.252" v="7987"/>
          <ac:spMkLst>
            <pc:docMk/>
            <pc:sldMk cId="3496476360" sldId="306"/>
            <ac:spMk id="82" creationId="{7AFE558D-275E-1AA6-63A6-5BB2B3597723}"/>
          </ac:spMkLst>
        </pc:spChg>
        <pc:spChg chg="del mod">
          <ac:chgData name="昕 许" userId="a2975fcd840abfc3" providerId="LiveId" clId="{49CCD4F9-177C-4270-9A14-60236FF377E8}" dt="2026-04-14T03:27:49.453" v="7995" actId="478"/>
          <ac:spMkLst>
            <pc:docMk/>
            <pc:sldMk cId="3496476360" sldId="306"/>
            <ac:spMk id="83" creationId="{A0F6B10F-F52F-5BC2-4F8A-E027968800F0}"/>
          </ac:spMkLst>
        </pc:spChg>
        <pc:spChg chg="mod">
          <ac:chgData name="昕 许" userId="a2975fcd840abfc3" providerId="LiveId" clId="{49CCD4F9-177C-4270-9A14-60236FF377E8}" dt="2026-04-14T03:35:25.097" v="8193" actId="208"/>
          <ac:spMkLst>
            <pc:docMk/>
            <pc:sldMk cId="3496476360" sldId="306"/>
            <ac:spMk id="84" creationId="{971A0F23-E6E4-3828-0E2D-34E1C127F98D}"/>
          </ac:spMkLst>
        </pc:spChg>
        <pc:spChg chg="del mod">
          <ac:chgData name="昕 许" userId="a2975fcd840abfc3" providerId="LiveId" clId="{49CCD4F9-177C-4270-9A14-60236FF377E8}" dt="2026-04-14T03:28:36.189" v="8005" actId="478"/>
          <ac:spMkLst>
            <pc:docMk/>
            <pc:sldMk cId="3496476360" sldId="306"/>
            <ac:spMk id="88" creationId="{80C07372-060B-0655-27CF-86ACED6661A5}"/>
          </ac:spMkLst>
        </pc:spChg>
        <pc:spChg chg="del">
          <ac:chgData name="昕 许" userId="a2975fcd840abfc3" providerId="LiveId" clId="{49CCD4F9-177C-4270-9A14-60236FF377E8}" dt="2026-04-14T03:28:39.934" v="8007" actId="478"/>
          <ac:spMkLst>
            <pc:docMk/>
            <pc:sldMk cId="3496476360" sldId="306"/>
            <ac:spMk id="90" creationId="{A8D34A78-3ACE-7E45-B891-51C03E0EAB17}"/>
          </ac:spMkLst>
        </pc:spChg>
        <pc:spChg chg="mod">
          <ac:chgData name="昕 许" userId="a2975fcd840abfc3" providerId="LiveId" clId="{49CCD4F9-177C-4270-9A14-60236FF377E8}" dt="2026-04-14T03:28:21.641" v="8003"/>
          <ac:spMkLst>
            <pc:docMk/>
            <pc:sldMk cId="3496476360" sldId="306"/>
            <ac:spMk id="97" creationId="{17D6DD2D-C3D4-4E87-9131-3549A17E0D27}"/>
          </ac:spMkLst>
        </pc:spChg>
        <pc:spChg chg="del mod">
          <ac:chgData name="昕 许" userId="a2975fcd840abfc3" providerId="LiveId" clId="{49CCD4F9-177C-4270-9A14-60236FF377E8}" dt="2026-04-14T03:29:29.255" v="8037" actId="478"/>
          <ac:spMkLst>
            <pc:docMk/>
            <pc:sldMk cId="3496476360" sldId="306"/>
            <ac:spMk id="98" creationId="{E4607DF4-2674-4887-025C-C7FF1555AE71}"/>
          </ac:spMkLst>
        </pc:spChg>
        <pc:spChg chg="mod">
          <ac:chgData name="昕 许" userId="a2975fcd840abfc3" providerId="LiveId" clId="{49CCD4F9-177C-4270-9A14-60236FF377E8}" dt="2026-04-14T03:35:30.771" v="8194" actId="208"/>
          <ac:spMkLst>
            <pc:docMk/>
            <pc:sldMk cId="3496476360" sldId="306"/>
            <ac:spMk id="99" creationId="{510596E9-9D4A-2F54-B854-CDEDABCDF779}"/>
          </ac:spMkLst>
        </pc:spChg>
        <pc:spChg chg="mod">
          <ac:chgData name="昕 许" userId="a2975fcd840abfc3" providerId="LiveId" clId="{49CCD4F9-177C-4270-9A14-60236FF377E8}" dt="2026-04-14T03:28:21.641" v="8003"/>
          <ac:spMkLst>
            <pc:docMk/>
            <pc:sldMk cId="3496476360" sldId="306"/>
            <ac:spMk id="102" creationId="{6B7B1C8D-83AC-4629-5CB6-EB5F52F04422}"/>
          </ac:spMkLst>
        </pc:spChg>
        <pc:spChg chg="mod">
          <ac:chgData name="昕 许" userId="a2975fcd840abfc3" providerId="LiveId" clId="{49CCD4F9-177C-4270-9A14-60236FF377E8}" dt="2026-04-14T03:33:09.842" v="8100" actId="14100"/>
          <ac:spMkLst>
            <pc:docMk/>
            <pc:sldMk cId="3496476360" sldId="306"/>
            <ac:spMk id="103" creationId="{1BBC17C6-AE74-F32C-9602-7258576C7F53}"/>
          </ac:spMkLst>
        </pc:spChg>
        <pc:spChg chg="mod">
          <ac:chgData name="昕 许" userId="a2975fcd840abfc3" providerId="LiveId" clId="{49CCD4F9-177C-4270-9A14-60236FF377E8}" dt="2026-04-14T03:28:21.641" v="8003"/>
          <ac:spMkLst>
            <pc:docMk/>
            <pc:sldMk cId="3496476360" sldId="306"/>
            <ac:spMk id="104" creationId="{172669D6-10DB-7DD8-D09E-B90EE833D4B3}"/>
          </ac:spMkLst>
        </pc:spChg>
        <pc:spChg chg="mod">
          <ac:chgData name="昕 许" userId="a2975fcd840abfc3" providerId="LiveId" clId="{49CCD4F9-177C-4270-9A14-60236FF377E8}" dt="2026-04-14T03:28:21.641" v="8003"/>
          <ac:spMkLst>
            <pc:docMk/>
            <pc:sldMk cId="3496476360" sldId="306"/>
            <ac:spMk id="105" creationId="{5BF51DE1-9571-863B-AAF7-630B741842BA}"/>
          </ac:spMkLst>
        </pc:spChg>
        <pc:spChg chg="mod">
          <ac:chgData name="昕 许" userId="a2975fcd840abfc3" providerId="LiveId" clId="{49CCD4F9-177C-4270-9A14-60236FF377E8}" dt="2026-04-14T03:28:44.109" v="8009" actId="14100"/>
          <ac:spMkLst>
            <pc:docMk/>
            <pc:sldMk cId="3496476360" sldId="306"/>
            <ac:spMk id="109" creationId="{A15AE5F4-CCF4-AE96-8D94-8C34C1EBEDB3}"/>
          </ac:spMkLst>
        </pc:spChg>
        <pc:spChg chg="mod">
          <ac:chgData name="昕 许" userId="a2975fcd840abfc3" providerId="LiveId" clId="{49CCD4F9-177C-4270-9A14-60236FF377E8}" dt="2026-04-14T03:28:21.641" v="8003"/>
          <ac:spMkLst>
            <pc:docMk/>
            <pc:sldMk cId="3496476360" sldId="306"/>
            <ac:spMk id="111" creationId="{1ED13B30-42FF-C41D-D3AC-5B1F42857CBC}"/>
          </ac:spMkLst>
        </pc:spChg>
        <pc:spChg chg="mod">
          <ac:chgData name="昕 许" userId="a2975fcd840abfc3" providerId="LiveId" clId="{49CCD4F9-177C-4270-9A14-60236FF377E8}" dt="2026-04-14T03:28:21.641" v="8003"/>
          <ac:spMkLst>
            <pc:docMk/>
            <pc:sldMk cId="3496476360" sldId="306"/>
            <ac:spMk id="112" creationId="{54D5A7DD-6431-2EDA-9A8E-0358407190AE}"/>
          </ac:spMkLst>
        </pc:spChg>
        <pc:spChg chg="mod">
          <ac:chgData name="昕 许" userId="a2975fcd840abfc3" providerId="LiveId" clId="{49CCD4F9-177C-4270-9A14-60236FF377E8}" dt="2026-04-14T03:32:59.285" v="8098" actId="1076"/>
          <ac:spMkLst>
            <pc:docMk/>
            <pc:sldMk cId="3496476360" sldId="306"/>
            <ac:spMk id="113" creationId="{F5AD4C02-013C-1511-08B7-C7C1AD9A9F81}"/>
          </ac:spMkLst>
        </pc:spChg>
        <pc:spChg chg="add mod">
          <ac:chgData name="昕 许" userId="a2975fcd840abfc3" providerId="LiveId" clId="{49CCD4F9-177C-4270-9A14-60236FF377E8}" dt="2026-04-14T04:37:26.908" v="8349" actId="113"/>
          <ac:spMkLst>
            <pc:docMk/>
            <pc:sldMk cId="3496476360" sldId="306"/>
            <ac:spMk id="115" creationId="{FA3AA5D9-8947-4B43-092E-2C0B7445859D}"/>
          </ac:spMkLst>
        </pc:spChg>
        <pc:spChg chg="mod">
          <ac:chgData name="昕 许" userId="a2975fcd840abfc3" providerId="LiveId" clId="{49CCD4F9-177C-4270-9A14-60236FF377E8}" dt="2026-04-14T03:29:36.136" v="8040"/>
          <ac:spMkLst>
            <pc:docMk/>
            <pc:sldMk cId="3496476360" sldId="306"/>
            <ac:spMk id="122" creationId="{7E2E801D-FA19-BD8F-D9ED-512E21EC4B95}"/>
          </ac:spMkLst>
        </pc:spChg>
        <pc:spChg chg="mod">
          <ac:chgData name="昕 许" userId="a2975fcd840abfc3" providerId="LiveId" clId="{49CCD4F9-177C-4270-9A14-60236FF377E8}" dt="2026-04-14T03:29:36.136" v="8040"/>
          <ac:spMkLst>
            <pc:docMk/>
            <pc:sldMk cId="3496476360" sldId="306"/>
            <ac:spMk id="127" creationId="{609DC656-D319-93DF-2D0A-07D8CCB0E395}"/>
          </ac:spMkLst>
        </pc:spChg>
        <pc:spChg chg="mod">
          <ac:chgData name="昕 许" userId="a2975fcd840abfc3" providerId="LiveId" clId="{49CCD4F9-177C-4270-9A14-60236FF377E8}" dt="2026-04-14T03:29:36.136" v="8040"/>
          <ac:spMkLst>
            <pc:docMk/>
            <pc:sldMk cId="3496476360" sldId="306"/>
            <ac:spMk id="130" creationId="{7035FB26-19F1-7AE3-2D66-9AC485416E8E}"/>
          </ac:spMkLst>
        </pc:spChg>
        <pc:spChg chg="mod">
          <ac:chgData name="昕 许" userId="a2975fcd840abfc3" providerId="LiveId" clId="{49CCD4F9-177C-4270-9A14-60236FF377E8}" dt="2026-04-14T03:29:36.136" v="8040"/>
          <ac:spMkLst>
            <pc:docMk/>
            <pc:sldMk cId="3496476360" sldId="306"/>
            <ac:spMk id="133" creationId="{1F7DD881-1EBE-DD26-5CAC-F9618259F98F}"/>
          </ac:spMkLst>
        </pc:spChg>
        <pc:spChg chg="mod">
          <ac:chgData name="昕 许" userId="a2975fcd840abfc3" providerId="LiveId" clId="{49CCD4F9-177C-4270-9A14-60236FF377E8}" dt="2026-04-14T03:29:36.136" v="8040"/>
          <ac:spMkLst>
            <pc:docMk/>
            <pc:sldMk cId="3496476360" sldId="306"/>
            <ac:spMk id="134" creationId="{E77D84B7-8A0D-F5EC-8AFD-EFB247507AA7}"/>
          </ac:spMkLst>
        </pc:spChg>
        <pc:spChg chg="mod">
          <ac:chgData name="昕 许" userId="a2975fcd840abfc3" providerId="LiveId" clId="{49CCD4F9-177C-4270-9A14-60236FF377E8}" dt="2026-04-14T03:29:36.136" v="8040"/>
          <ac:spMkLst>
            <pc:docMk/>
            <pc:sldMk cId="3496476360" sldId="306"/>
            <ac:spMk id="136" creationId="{6E66D6E4-9947-468B-FD43-363D74A2517E}"/>
          </ac:spMkLst>
        </pc:spChg>
        <pc:spChg chg="mod">
          <ac:chgData name="昕 许" userId="a2975fcd840abfc3" providerId="LiveId" clId="{49CCD4F9-177C-4270-9A14-60236FF377E8}" dt="2026-04-14T03:29:36.136" v="8040"/>
          <ac:spMkLst>
            <pc:docMk/>
            <pc:sldMk cId="3496476360" sldId="306"/>
            <ac:spMk id="141" creationId="{EE66EBF1-BBC2-D57E-0EE9-E3A1FB32EE42}"/>
          </ac:spMkLst>
        </pc:spChg>
        <pc:spChg chg="mod">
          <ac:chgData name="昕 许" userId="a2975fcd840abfc3" providerId="LiveId" clId="{49CCD4F9-177C-4270-9A14-60236FF377E8}" dt="2026-04-14T03:29:36.136" v="8040"/>
          <ac:spMkLst>
            <pc:docMk/>
            <pc:sldMk cId="3496476360" sldId="306"/>
            <ac:spMk id="144" creationId="{CBD69B6D-580E-326E-A4EC-ECD657EDDB5E}"/>
          </ac:spMkLst>
        </pc:spChg>
        <pc:spChg chg="mod">
          <ac:chgData name="昕 许" userId="a2975fcd840abfc3" providerId="LiveId" clId="{49CCD4F9-177C-4270-9A14-60236FF377E8}" dt="2026-04-14T03:29:36.136" v="8040"/>
          <ac:spMkLst>
            <pc:docMk/>
            <pc:sldMk cId="3496476360" sldId="306"/>
            <ac:spMk id="145" creationId="{9B5820D9-F0DE-B24B-3E99-FB01752702C1}"/>
          </ac:spMkLst>
        </pc:spChg>
        <pc:spChg chg="mod">
          <ac:chgData name="昕 许" userId="a2975fcd840abfc3" providerId="LiveId" clId="{49CCD4F9-177C-4270-9A14-60236FF377E8}" dt="2026-04-14T03:29:36.136" v="8040"/>
          <ac:spMkLst>
            <pc:docMk/>
            <pc:sldMk cId="3496476360" sldId="306"/>
            <ac:spMk id="146" creationId="{07B282E7-19D7-3B3E-B385-5F4F89426A3A}"/>
          </ac:spMkLst>
        </pc:spChg>
        <pc:spChg chg="mod">
          <ac:chgData name="昕 许" userId="a2975fcd840abfc3" providerId="LiveId" clId="{49CCD4F9-177C-4270-9A14-60236FF377E8}" dt="2026-04-14T04:37:28.289" v="8350" actId="113"/>
          <ac:spMkLst>
            <pc:docMk/>
            <pc:sldMk cId="3496476360" sldId="306"/>
            <ac:spMk id="150" creationId="{D0C727E4-B2B8-AF0A-C3CC-B4723E714D31}"/>
          </ac:spMkLst>
        </pc:spChg>
        <pc:spChg chg="mod">
          <ac:chgData name="昕 许" userId="a2975fcd840abfc3" providerId="LiveId" clId="{49CCD4F9-177C-4270-9A14-60236FF377E8}" dt="2026-04-14T03:31:18.321" v="8089" actId="20577"/>
          <ac:spMkLst>
            <pc:docMk/>
            <pc:sldMk cId="3496476360" sldId="306"/>
            <ac:spMk id="156" creationId="{357F49D1-4AD6-C795-AC64-1B432FF320A4}"/>
          </ac:spMkLst>
        </pc:spChg>
        <pc:spChg chg="mod">
          <ac:chgData name="昕 许" userId="a2975fcd840abfc3" providerId="LiveId" clId="{49CCD4F9-177C-4270-9A14-60236FF377E8}" dt="2026-04-14T03:31:18.321" v="8089" actId="20577"/>
          <ac:spMkLst>
            <pc:docMk/>
            <pc:sldMk cId="3496476360" sldId="306"/>
            <ac:spMk id="158" creationId="{9ADA2CA8-E826-9357-1A82-195717AAE6C5}"/>
          </ac:spMkLst>
        </pc:spChg>
        <pc:spChg chg="mod">
          <ac:chgData name="昕 许" userId="a2975fcd840abfc3" providerId="LiveId" clId="{49CCD4F9-177C-4270-9A14-60236FF377E8}" dt="2026-04-14T03:35:39.816" v="8195" actId="208"/>
          <ac:spMkLst>
            <pc:docMk/>
            <pc:sldMk cId="3496476360" sldId="306"/>
            <ac:spMk id="159" creationId="{23842B87-7099-30F5-EB08-90913224133C}"/>
          </ac:spMkLst>
        </pc:spChg>
        <pc:spChg chg="mod">
          <ac:chgData name="昕 许" userId="a2975fcd840abfc3" providerId="LiveId" clId="{49CCD4F9-177C-4270-9A14-60236FF377E8}" dt="2026-04-14T03:31:18.321" v="8089" actId="20577"/>
          <ac:spMkLst>
            <pc:docMk/>
            <pc:sldMk cId="3496476360" sldId="306"/>
            <ac:spMk id="162" creationId="{75DA0A6C-16E1-20C0-FEB8-9C1C2F0744E6}"/>
          </ac:spMkLst>
        </pc:spChg>
        <pc:spChg chg="mod">
          <ac:chgData name="昕 许" userId="a2975fcd840abfc3" providerId="LiveId" clId="{49CCD4F9-177C-4270-9A14-60236FF377E8}" dt="2026-04-14T03:35:45.550" v="8196" actId="208"/>
          <ac:spMkLst>
            <pc:docMk/>
            <pc:sldMk cId="3496476360" sldId="306"/>
            <ac:spMk id="163" creationId="{11FFE8AA-8058-DF6D-595B-B10AB475AC5C}"/>
          </ac:spMkLst>
        </pc:spChg>
        <pc:spChg chg="mod">
          <ac:chgData name="昕 许" userId="a2975fcd840abfc3" providerId="LiveId" clId="{49CCD4F9-177C-4270-9A14-60236FF377E8}" dt="2026-04-14T03:31:18.321" v="8089" actId="20577"/>
          <ac:spMkLst>
            <pc:docMk/>
            <pc:sldMk cId="3496476360" sldId="306"/>
            <ac:spMk id="164" creationId="{B07E4E71-E95C-1E09-3812-2FEC7B2188ED}"/>
          </ac:spMkLst>
        </pc:spChg>
        <pc:spChg chg="mod">
          <ac:chgData name="昕 许" userId="a2975fcd840abfc3" providerId="LiveId" clId="{49CCD4F9-177C-4270-9A14-60236FF377E8}" dt="2026-04-14T03:31:18.321" v="8089" actId="20577"/>
          <ac:spMkLst>
            <pc:docMk/>
            <pc:sldMk cId="3496476360" sldId="306"/>
            <ac:spMk id="165" creationId="{08C31061-343A-C9F6-7B3A-A585718FF043}"/>
          </ac:spMkLst>
        </pc:spChg>
        <pc:spChg chg="mod">
          <ac:chgData name="昕 许" userId="a2975fcd840abfc3" providerId="LiveId" clId="{49CCD4F9-177C-4270-9A14-60236FF377E8}" dt="2026-04-14T03:31:18.366" v="8090" actId="20577"/>
          <ac:spMkLst>
            <pc:docMk/>
            <pc:sldMk cId="3496476360" sldId="306"/>
            <ac:spMk id="168" creationId="{7C3E2047-2B1B-CB1D-4A59-7A5EBB1B01AD}"/>
          </ac:spMkLst>
        </pc:spChg>
        <pc:spChg chg="mod">
          <ac:chgData name="昕 许" userId="a2975fcd840abfc3" providerId="LiveId" clId="{49CCD4F9-177C-4270-9A14-60236FF377E8}" dt="2026-04-14T03:31:18.321" v="8089" actId="20577"/>
          <ac:spMkLst>
            <pc:docMk/>
            <pc:sldMk cId="3496476360" sldId="306"/>
            <ac:spMk id="169" creationId="{1FC00E36-5531-9F7F-F5CA-1F675DB6B527}"/>
          </ac:spMkLst>
        </pc:spChg>
        <pc:spChg chg="mod">
          <ac:chgData name="昕 许" userId="a2975fcd840abfc3" providerId="LiveId" clId="{49CCD4F9-177C-4270-9A14-60236FF377E8}" dt="2026-04-14T03:31:18.321" v="8089" actId="20577"/>
          <ac:spMkLst>
            <pc:docMk/>
            <pc:sldMk cId="3496476360" sldId="306"/>
            <ac:spMk id="171" creationId="{CE9E2437-770E-932A-850C-8BBFE92E6FFF}"/>
          </ac:spMkLst>
        </pc:spChg>
        <pc:spChg chg="mod">
          <ac:chgData name="昕 许" userId="a2975fcd840abfc3" providerId="LiveId" clId="{49CCD4F9-177C-4270-9A14-60236FF377E8}" dt="2026-04-14T03:31:18.321" v="8089" actId="20577"/>
          <ac:spMkLst>
            <pc:docMk/>
            <pc:sldMk cId="3496476360" sldId="306"/>
            <ac:spMk id="174" creationId="{414126AB-0734-CF50-E9A6-E069588D1AFB}"/>
          </ac:spMkLst>
        </pc:spChg>
        <pc:spChg chg="add mod">
          <ac:chgData name="昕 许" userId="a2975fcd840abfc3" providerId="LiveId" clId="{49CCD4F9-177C-4270-9A14-60236FF377E8}" dt="2026-04-14T03:33:04.461" v="8099" actId="1076"/>
          <ac:spMkLst>
            <pc:docMk/>
            <pc:sldMk cId="3496476360" sldId="306"/>
            <ac:spMk id="182" creationId="{082CE9D9-A415-D1EC-9D1B-DD63BDA99ED4}"/>
          </ac:spMkLst>
        </pc:spChg>
        <pc:spChg chg="add mod">
          <ac:chgData name="昕 许" userId="a2975fcd840abfc3" providerId="LiveId" clId="{49CCD4F9-177C-4270-9A14-60236FF377E8}" dt="2026-04-14T03:34:49.311" v="8187" actId="14100"/>
          <ac:spMkLst>
            <pc:docMk/>
            <pc:sldMk cId="3496476360" sldId="306"/>
            <ac:spMk id="183" creationId="{7A84903E-C423-0AF5-1AEC-26C76B624788}"/>
          </ac:spMkLst>
        </pc:spChg>
        <pc:spChg chg="add mod">
          <ac:chgData name="昕 许" userId="a2975fcd840abfc3" providerId="LiveId" clId="{49CCD4F9-177C-4270-9A14-60236FF377E8}" dt="2026-04-14T03:34:56.166" v="8189" actId="1076"/>
          <ac:spMkLst>
            <pc:docMk/>
            <pc:sldMk cId="3496476360" sldId="306"/>
            <ac:spMk id="184" creationId="{92628651-3DA0-667C-375B-FDC9160C573E}"/>
          </ac:spMkLst>
        </pc:spChg>
        <pc:spChg chg="add mod">
          <ac:chgData name="昕 许" userId="a2975fcd840abfc3" providerId="LiveId" clId="{49CCD4F9-177C-4270-9A14-60236FF377E8}" dt="2026-04-14T03:35:04.724" v="8192" actId="1076"/>
          <ac:spMkLst>
            <pc:docMk/>
            <pc:sldMk cId="3496476360" sldId="306"/>
            <ac:spMk id="185" creationId="{80CC325F-C77C-6872-89F6-BFE2DC936992}"/>
          </ac:spMkLst>
        </pc:spChg>
        <pc:spChg chg="add mod">
          <ac:chgData name="昕 许" userId="a2975fcd840abfc3" providerId="LiveId" clId="{49CCD4F9-177C-4270-9A14-60236FF377E8}" dt="2026-04-14T03:35:03.142" v="8191" actId="1076"/>
          <ac:spMkLst>
            <pc:docMk/>
            <pc:sldMk cId="3496476360" sldId="306"/>
            <ac:spMk id="186" creationId="{4ABDC0E6-5868-A5B8-8576-ABB5FE81083B}"/>
          </ac:spMkLst>
        </pc:spChg>
        <pc:grpChg chg="mod">
          <ac:chgData name="昕 许" userId="a2975fcd840abfc3" providerId="LiveId" clId="{49CCD4F9-177C-4270-9A14-60236FF377E8}" dt="2026-04-14T03:29:50.626" v="8045" actId="1076"/>
          <ac:grpSpMkLst>
            <pc:docMk/>
            <pc:sldMk cId="3496476360" sldId="306"/>
            <ac:grpSpMk id="3" creationId="{E02B1321-2A4D-C823-9AEE-CC029CEF95F4}"/>
          </ac:grpSpMkLst>
        </pc:grpChg>
        <pc:grpChg chg="mod">
          <ac:chgData name="昕 许" userId="a2975fcd840abfc3" providerId="LiveId" clId="{49CCD4F9-177C-4270-9A14-60236FF377E8}" dt="2026-04-14T03:10:52.716" v="7943" actId="164"/>
          <ac:grpSpMkLst>
            <pc:docMk/>
            <pc:sldMk cId="3496476360" sldId="306"/>
            <ac:grpSpMk id="24" creationId="{5523DD4D-A29F-BC17-06FF-670F8043754A}"/>
          </ac:grpSpMkLst>
        </pc:grpChg>
        <pc:grpChg chg="add mod">
          <ac:chgData name="昕 许" userId="a2975fcd840abfc3" providerId="LiveId" clId="{49CCD4F9-177C-4270-9A14-60236FF377E8}" dt="2026-04-14T03:28:06.215" v="7998" actId="164"/>
          <ac:grpSpMkLst>
            <pc:docMk/>
            <pc:sldMk cId="3496476360" sldId="306"/>
            <ac:grpSpMk id="29" creationId="{6683ED63-1F73-CDBE-6885-FD2E6256515D}"/>
          </ac:grpSpMkLst>
        </pc:grpChg>
        <pc:grpChg chg="del mod">
          <ac:chgData name="昕 许" userId="a2975fcd840abfc3" providerId="LiveId" clId="{49CCD4F9-177C-4270-9A14-60236FF377E8}" dt="2026-04-14T03:28:21.222" v="8002" actId="478"/>
          <ac:grpSpMkLst>
            <pc:docMk/>
            <pc:sldMk cId="3496476360" sldId="306"/>
            <ac:grpSpMk id="30" creationId="{18E8529F-C987-A599-CD00-407B1BFB0DC7}"/>
          </ac:grpSpMkLst>
        </pc:grpChg>
        <pc:grpChg chg="mod">
          <ac:chgData name="昕 许" userId="a2975fcd840abfc3" providerId="LiveId" clId="{49CCD4F9-177C-4270-9A14-60236FF377E8}" dt="2026-04-14T03:28:06.215" v="7998" actId="164"/>
          <ac:grpSpMkLst>
            <pc:docMk/>
            <pc:sldMk cId="3496476360" sldId="306"/>
            <ac:grpSpMk id="73" creationId="{56E13426-F885-45D5-719A-7DAF940C9391}"/>
          </ac:grpSpMkLst>
        </pc:grpChg>
        <pc:grpChg chg="add mod">
          <ac:chgData name="昕 许" userId="a2975fcd840abfc3" providerId="LiveId" clId="{49CCD4F9-177C-4270-9A14-60236FF377E8}" dt="2026-04-14T03:30:17.089" v="8049" actId="1076"/>
          <ac:grpSpMkLst>
            <pc:docMk/>
            <pc:sldMk cId="3496476360" sldId="306"/>
            <ac:grpSpMk id="85" creationId="{C4565F1D-AC0F-C820-5F53-CFBB8ABC24BF}"/>
          </ac:grpSpMkLst>
        </pc:grpChg>
        <pc:grpChg chg="mod">
          <ac:chgData name="昕 许" userId="a2975fcd840abfc3" providerId="LiveId" clId="{49CCD4F9-177C-4270-9A14-60236FF377E8}" dt="2026-04-14T03:29:32.275" v="8038" actId="164"/>
          <ac:grpSpMkLst>
            <pc:docMk/>
            <pc:sldMk cId="3496476360" sldId="306"/>
            <ac:grpSpMk id="86" creationId="{1EB33EB7-08BD-559F-C871-523DC9301B09}"/>
          </ac:grpSpMkLst>
        </pc:grpChg>
        <pc:grpChg chg="add mod">
          <ac:chgData name="昕 许" userId="a2975fcd840abfc3" providerId="LiveId" clId="{49CCD4F9-177C-4270-9A14-60236FF377E8}" dt="2026-04-14T03:30:28.891" v="8053" actId="1076"/>
          <ac:grpSpMkLst>
            <pc:docMk/>
            <pc:sldMk cId="3496476360" sldId="306"/>
            <ac:grpSpMk id="119" creationId="{6E9C880B-70B8-A710-CAAB-AA14B45D8865}"/>
          </ac:grpSpMkLst>
        </pc:grpChg>
        <pc:grpChg chg="mod">
          <ac:chgData name="昕 许" userId="a2975fcd840abfc3" providerId="LiveId" clId="{49CCD4F9-177C-4270-9A14-60236FF377E8}" dt="2026-04-14T03:29:45.628" v="8043" actId="1076"/>
          <ac:grpSpMkLst>
            <pc:docMk/>
            <pc:sldMk cId="3496476360" sldId="306"/>
            <ac:grpSpMk id="148" creationId="{3F3FBE90-E8D3-CE6F-8CD2-D0AF4E16C27D}"/>
          </ac:grpSpMkLst>
        </pc:grpChg>
        <pc:picChg chg="del">
          <ac:chgData name="昕 许" userId="a2975fcd840abfc3" providerId="LiveId" clId="{49CCD4F9-177C-4270-9A14-60236FF377E8}" dt="2026-04-14T03:09:54.449" v="7913" actId="478"/>
          <ac:picMkLst>
            <pc:docMk/>
            <pc:sldMk cId="3496476360" sldId="306"/>
            <ac:picMk id="12" creationId="{AFE8B1CE-5798-D67D-9910-8A4F2D337E58}"/>
          </ac:picMkLst>
        </pc:picChg>
        <pc:cxnChg chg="del">
          <ac:chgData name="昕 许" userId="a2975fcd840abfc3" providerId="LiveId" clId="{49CCD4F9-177C-4270-9A14-60236FF377E8}" dt="2026-04-14T03:09:53.003" v="7911" actId="478"/>
          <ac:cxnSpMkLst>
            <pc:docMk/>
            <pc:sldMk cId="3496476360" sldId="306"/>
            <ac:cxnSpMk id="5" creationId="{DBDC1FE7-9273-1FF7-5347-0C870F16D0BF}"/>
          </ac:cxnSpMkLst>
        </pc:cxnChg>
        <pc:cxnChg chg="add">
          <ac:chgData name="昕 许" userId="a2975fcd840abfc3" providerId="LiveId" clId="{49CCD4F9-177C-4270-9A14-60236FF377E8}" dt="2026-04-14T04:55:53.435" v="8360" actId="11529"/>
          <ac:cxnSpMkLst>
            <pc:docMk/>
            <pc:sldMk cId="3496476360" sldId="306"/>
            <ac:cxnSpMk id="6" creationId="{F37F05E7-8AC7-614A-BE1D-4C93932ACB95}"/>
          </ac:cxnSpMkLst>
        </pc:cxnChg>
        <pc:cxnChg chg="del">
          <ac:chgData name="昕 许" userId="a2975fcd840abfc3" providerId="LiveId" clId="{49CCD4F9-177C-4270-9A14-60236FF377E8}" dt="2026-04-14T03:09:54.959" v="7914" actId="478"/>
          <ac:cxnSpMkLst>
            <pc:docMk/>
            <pc:sldMk cId="3496476360" sldId="306"/>
            <ac:cxnSpMk id="7" creationId="{9462BC8F-F228-365B-1EFD-9F0EECE7CCDF}"/>
          </ac:cxnSpMkLst>
        </pc:cxnChg>
        <pc:cxnChg chg="add mod">
          <ac:chgData name="昕 许" userId="a2975fcd840abfc3" providerId="LiveId" clId="{49CCD4F9-177C-4270-9A14-60236FF377E8}" dt="2026-04-14T03:30:26.709" v="8052" actId="1076"/>
          <ac:cxnSpMkLst>
            <pc:docMk/>
            <pc:sldMk cId="3496476360" sldId="306"/>
            <ac:cxnSpMk id="42" creationId="{969C29A0-FF53-BD86-1BEE-C056AC8D20F8}"/>
          </ac:cxnSpMkLst>
        </pc:cxnChg>
        <pc:cxnChg chg="add mod">
          <ac:chgData name="昕 许" userId="a2975fcd840abfc3" providerId="LiveId" clId="{49CCD4F9-177C-4270-9A14-60236FF377E8}" dt="2026-04-14T03:28:06.215" v="7998" actId="164"/>
          <ac:cxnSpMkLst>
            <pc:docMk/>
            <pc:sldMk cId="3496476360" sldId="306"/>
            <ac:cxnSpMk id="54" creationId="{F49A790B-7E8B-93AA-D8C7-287756B6A134}"/>
          </ac:cxnSpMkLst>
        </pc:cxnChg>
        <pc:cxnChg chg="del">
          <ac:chgData name="昕 许" userId="a2975fcd840abfc3" providerId="LiveId" clId="{49CCD4F9-177C-4270-9A14-60236FF377E8}" dt="2026-04-14T03:09:53.782" v="7912" actId="478"/>
          <ac:cxnSpMkLst>
            <pc:docMk/>
            <pc:sldMk cId="3496476360" sldId="306"/>
            <ac:cxnSpMk id="64" creationId="{A1D0AC42-FA9D-9425-4924-F773B974837C}"/>
          </ac:cxnSpMkLst>
        </pc:cxnChg>
        <pc:cxnChg chg="add mod">
          <ac:chgData name="昕 许" userId="a2975fcd840abfc3" providerId="LiveId" clId="{49CCD4F9-177C-4270-9A14-60236FF377E8}" dt="2026-04-14T03:28:06.215" v="7998" actId="164"/>
          <ac:cxnSpMkLst>
            <pc:docMk/>
            <pc:sldMk cId="3496476360" sldId="306"/>
            <ac:cxnSpMk id="69" creationId="{3F5A93AE-5D6B-44D0-37BE-ECA5A2059311}"/>
          </ac:cxnSpMkLst>
        </pc:cxnChg>
        <pc:cxnChg chg="add mod">
          <ac:chgData name="昕 许" userId="a2975fcd840abfc3" providerId="LiveId" clId="{49CCD4F9-177C-4270-9A14-60236FF377E8}" dt="2026-04-14T03:28:06.215" v="7998" actId="164"/>
          <ac:cxnSpMkLst>
            <pc:docMk/>
            <pc:sldMk cId="3496476360" sldId="306"/>
            <ac:cxnSpMk id="71" creationId="{B91242F5-2FC1-32DA-9801-D8C9A37854CB}"/>
          </ac:cxnSpMkLst>
        </pc:cxnChg>
        <pc:cxnChg chg="del mod">
          <ac:chgData name="昕 许" userId="a2975fcd840abfc3" providerId="LiveId" clId="{49CCD4F9-177C-4270-9A14-60236FF377E8}" dt="2026-04-14T03:28:37.925" v="8006" actId="478"/>
          <ac:cxnSpMkLst>
            <pc:docMk/>
            <pc:sldMk cId="3496476360" sldId="306"/>
            <ac:cxnSpMk id="89" creationId="{E77F19E4-6867-86CC-6C50-F0F4499E7D5A}"/>
          </ac:cxnSpMkLst>
        </pc:cxnChg>
        <pc:cxnChg chg="del">
          <ac:chgData name="昕 许" userId="a2975fcd840abfc3" providerId="LiveId" clId="{49CCD4F9-177C-4270-9A14-60236FF377E8}" dt="2026-04-14T03:28:41.235" v="8008" actId="478"/>
          <ac:cxnSpMkLst>
            <pc:docMk/>
            <pc:sldMk cId="3496476360" sldId="306"/>
            <ac:cxnSpMk id="91" creationId="{C6E91618-49BB-740F-C44C-8F29046F76FA}"/>
          </ac:cxnSpMkLst>
        </pc:cxnChg>
        <pc:cxnChg chg="mod">
          <ac:chgData name="昕 许" userId="a2975fcd840abfc3" providerId="LiveId" clId="{49CCD4F9-177C-4270-9A14-60236FF377E8}" dt="2026-04-14T03:28:45.839" v="8010" actId="1076"/>
          <ac:cxnSpMkLst>
            <pc:docMk/>
            <pc:sldMk cId="3496476360" sldId="306"/>
            <ac:cxnSpMk id="92" creationId="{9C62A50D-0389-03B8-D3DF-FD37E260D22C}"/>
          </ac:cxnSpMkLst>
        </pc:cxnChg>
        <pc:cxnChg chg="add mod">
          <ac:chgData name="昕 许" userId="a2975fcd840abfc3" providerId="LiveId" clId="{49CCD4F9-177C-4270-9A14-60236FF377E8}" dt="2026-04-14T03:29:32.275" v="8038" actId="164"/>
          <ac:cxnSpMkLst>
            <pc:docMk/>
            <pc:sldMk cId="3496476360" sldId="306"/>
            <ac:cxnSpMk id="116" creationId="{DB3B9619-E5AB-2D6C-B062-5CB3BF94969F}"/>
          </ac:cxnSpMkLst>
        </pc:cxnChg>
        <pc:cxnChg chg="mod">
          <ac:chgData name="昕 许" userId="a2975fcd840abfc3" providerId="LiveId" clId="{49CCD4F9-177C-4270-9A14-60236FF377E8}" dt="2026-04-14T03:30:24.377" v="8051" actId="14100"/>
          <ac:cxnSpMkLst>
            <pc:docMk/>
            <pc:sldMk cId="3496476360" sldId="306"/>
            <ac:cxnSpMk id="147" creationId="{238F04C5-DFC6-2461-41DD-8F64D2EA0687}"/>
          </ac:cxnSpMkLst>
        </pc:cxnChg>
        <pc:cxnChg chg="del">
          <ac:chgData name="昕 许" userId="a2975fcd840abfc3" providerId="LiveId" clId="{49CCD4F9-177C-4270-9A14-60236FF377E8}" dt="2026-04-14T03:31:16.428" v="8088" actId="478"/>
          <ac:cxnSpMkLst>
            <pc:docMk/>
            <pc:sldMk cId="3496476360" sldId="306"/>
            <ac:cxnSpMk id="151" creationId="{FDD93D85-75A5-FECF-76AA-5E9922C87A61}"/>
          </ac:cxnSpMkLst>
        </pc:cxnChg>
        <pc:cxnChg chg="add mod">
          <ac:chgData name="昕 许" userId="a2975fcd840abfc3" providerId="LiveId" clId="{49CCD4F9-177C-4270-9A14-60236FF377E8}" dt="2026-04-14T03:31:40.988" v="8094" actId="14100"/>
          <ac:cxnSpMkLst>
            <pc:docMk/>
            <pc:sldMk cId="3496476360" sldId="306"/>
            <ac:cxnSpMk id="179" creationId="{8C96F323-BF1F-0B24-924D-45763CDD8475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3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11.png"/><Relationship Id="rId15" Type="http://schemas.openxmlformats.org/officeDocument/2006/relationships/image" Target="../media/image7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2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.png"/><Relationship Id="rId14" Type="http://schemas.openxmlformats.org/officeDocument/2006/relationships/image" Target="../media/image6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12" Type="http://schemas.openxmlformats.org/officeDocument/2006/relationships/image" Target="../media/image4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71.png"/><Relationship Id="rId21" Type="http://schemas.openxmlformats.org/officeDocument/2006/relationships/image" Target="../media/image66.png"/><Relationship Id="rId34" Type="http://schemas.openxmlformats.org/officeDocument/2006/relationships/image" Target="../media/image79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33" Type="http://schemas.openxmlformats.org/officeDocument/2006/relationships/image" Target="../media/image78.pn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32" Type="http://schemas.openxmlformats.org/officeDocument/2006/relationships/image" Target="../media/image77.png"/><Relationship Id="rId37" Type="http://schemas.openxmlformats.org/officeDocument/2006/relationships/image" Target="../media/image82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28" Type="http://schemas.openxmlformats.org/officeDocument/2006/relationships/image" Target="../media/image73.png"/><Relationship Id="rId36" Type="http://schemas.openxmlformats.org/officeDocument/2006/relationships/image" Target="../media/image81.png"/><Relationship Id="rId10" Type="http://schemas.openxmlformats.org/officeDocument/2006/relationships/image" Target="../media/image55.png"/><Relationship Id="rId19" Type="http://schemas.openxmlformats.org/officeDocument/2006/relationships/image" Target="../media/image41.png"/><Relationship Id="rId31" Type="http://schemas.openxmlformats.org/officeDocument/2006/relationships/image" Target="../media/image76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72.png"/><Relationship Id="rId30" Type="http://schemas.openxmlformats.org/officeDocument/2006/relationships/image" Target="../media/image75.png"/><Relationship Id="rId35" Type="http://schemas.openxmlformats.org/officeDocument/2006/relationships/image" Target="../media/image80.png"/><Relationship Id="rId8" Type="http://schemas.openxmlformats.org/officeDocument/2006/relationships/image" Target="../media/image53.png"/><Relationship Id="rId3" Type="http://schemas.openxmlformats.org/officeDocument/2006/relationships/image" Target="../media/image4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1710.png"/><Relationship Id="rId7" Type="http://schemas.openxmlformats.org/officeDocument/2006/relationships/image" Target="../media/image210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image" Target="../media/image1610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8.png"/><Relationship Id="rId5" Type="http://schemas.openxmlformats.org/officeDocument/2006/relationships/image" Target="../media/image194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3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10" Type="http://schemas.openxmlformats.org/officeDocument/2006/relationships/image" Target="../media/image42.sv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png"/><Relationship Id="rId18" Type="http://schemas.openxmlformats.org/officeDocument/2006/relationships/image" Target="../media/image42.png"/><Relationship Id="rId26" Type="http://schemas.openxmlformats.org/officeDocument/2006/relationships/image" Target="../media/image128.png"/><Relationship Id="rId39" Type="http://schemas.openxmlformats.org/officeDocument/2006/relationships/image" Target="../media/image141.png"/><Relationship Id="rId21" Type="http://schemas.openxmlformats.org/officeDocument/2006/relationships/image" Target="../media/image123.png"/><Relationship Id="rId34" Type="http://schemas.openxmlformats.org/officeDocument/2006/relationships/image" Target="../media/image136.png"/><Relationship Id="rId42" Type="http://schemas.openxmlformats.org/officeDocument/2006/relationships/image" Target="../media/image144.png"/><Relationship Id="rId47" Type="http://schemas.openxmlformats.org/officeDocument/2006/relationships/image" Target="../media/image149.png"/><Relationship Id="rId50" Type="http://schemas.openxmlformats.org/officeDocument/2006/relationships/image" Target="../media/image152.png"/><Relationship Id="rId55" Type="http://schemas.openxmlformats.org/officeDocument/2006/relationships/image" Target="../media/image157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6" Type="http://schemas.openxmlformats.org/officeDocument/2006/relationships/image" Target="../media/image118.png"/><Relationship Id="rId29" Type="http://schemas.openxmlformats.org/officeDocument/2006/relationships/image" Target="../media/image131.png"/><Relationship Id="rId11" Type="http://schemas.openxmlformats.org/officeDocument/2006/relationships/image" Target="../media/image113.png"/><Relationship Id="rId24" Type="http://schemas.openxmlformats.org/officeDocument/2006/relationships/image" Target="../media/image126.png"/><Relationship Id="rId32" Type="http://schemas.openxmlformats.org/officeDocument/2006/relationships/image" Target="../media/image134.png"/><Relationship Id="rId37" Type="http://schemas.openxmlformats.org/officeDocument/2006/relationships/image" Target="../media/image139.png"/><Relationship Id="rId40" Type="http://schemas.openxmlformats.org/officeDocument/2006/relationships/image" Target="../media/image142.png"/><Relationship Id="rId45" Type="http://schemas.openxmlformats.org/officeDocument/2006/relationships/image" Target="../media/image147.png"/><Relationship Id="rId53" Type="http://schemas.openxmlformats.org/officeDocument/2006/relationships/image" Target="../media/image155.png"/><Relationship Id="rId58" Type="http://schemas.openxmlformats.org/officeDocument/2006/relationships/image" Target="../media/image160.png"/><Relationship Id="rId5" Type="http://schemas.openxmlformats.org/officeDocument/2006/relationships/image" Target="../media/image107.png"/><Relationship Id="rId61" Type="http://schemas.openxmlformats.org/officeDocument/2006/relationships/image" Target="../media/image163.png"/><Relationship Id="rId19" Type="http://schemas.openxmlformats.org/officeDocument/2006/relationships/image" Target="../media/image121.png"/><Relationship Id="rId14" Type="http://schemas.openxmlformats.org/officeDocument/2006/relationships/image" Target="../media/image116.png"/><Relationship Id="rId22" Type="http://schemas.openxmlformats.org/officeDocument/2006/relationships/image" Target="../media/image124.png"/><Relationship Id="rId27" Type="http://schemas.openxmlformats.org/officeDocument/2006/relationships/image" Target="../media/image129.png"/><Relationship Id="rId30" Type="http://schemas.openxmlformats.org/officeDocument/2006/relationships/image" Target="../media/image132.png"/><Relationship Id="rId35" Type="http://schemas.openxmlformats.org/officeDocument/2006/relationships/image" Target="../media/image137.png"/><Relationship Id="rId43" Type="http://schemas.openxmlformats.org/officeDocument/2006/relationships/image" Target="../media/image145.png"/><Relationship Id="rId48" Type="http://schemas.openxmlformats.org/officeDocument/2006/relationships/image" Target="../media/image150.png"/><Relationship Id="rId56" Type="http://schemas.openxmlformats.org/officeDocument/2006/relationships/image" Target="../media/image44.png"/><Relationship Id="rId8" Type="http://schemas.openxmlformats.org/officeDocument/2006/relationships/image" Target="../media/image110.png"/><Relationship Id="rId51" Type="http://schemas.openxmlformats.org/officeDocument/2006/relationships/image" Target="../media/image153.png"/><Relationship Id="rId3" Type="http://schemas.openxmlformats.org/officeDocument/2006/relationships/image" Target="../media/image105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5" Type="http://schemas.openxmlformats.org/officeDocument/2006/relationships/image" Target="../media/image127.png"/><Relationship Id="rId33" Type="http://schemas.openxmlformats.org/officeDocument/2006/relationships/image" Target="../media/image135.png"/><Relationship Id="rId38" Type="http://schemas.openxmlformats.org/officeDocument/2006/relationships/image" Target="../media/image140.png"/><Relationship Id="rId46" Type="http://schemas.openxmlformats.org/officeDocument/2006/relationships/image" Target="../media/image148.png"/><Relationship Id="rId59" Type="http://schemas.openxmlformats.org/officeDocument/2006/relationships/image" Target="../media/image161.png"/><Relationship Id="rId20" Type="http://schemas.openxmlformats.org/officeDocument/2006/relationships/image" Target="../media/image122.png"/><Relationship Id="rId41" Type="http://schemas.openxmlformats.org/officeDocument/2006/relationships/image" Target="../media/image43.png"/><Relationship Id="rId54" Type="http://schemas.openxmlformats.org/officeDocument/2006/relationships/image" Target="../media/image156.png"/><Relationship Id="rId6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5" Type="http://schemas.openxmlformats.org/officeDocument/2006/relationships/image" Target="../media/image117.png"/><Relationship Id="rId23" Type="http://schemas.openxmlformats.org/officeDocument/2006/relationships/image" Target="../media/image125.png"/><Relationship Id="rId28" Type="http://schemas.openxmlformats.org/officeDocument/2006/relationships/image" Target="../media/image130.png"/><Relationship Id="rId36" Type="http://schemas.openxmlformats.org/officeDocument/2006/relationships/image" Target="../media/image138.png"/><Relationship Id="rId49" Type="http://schemas.openxmlformats.org/officeDocument/2006/relationships/image" Target="../media/image151.png"/><Relationship Id="rId57" Type="http://schemas.openxmlformats.org/officeDocument/2006/relationships/image" Target="../media/image159.png"/><Relationship Id="rId10" Type="http://schemas.openxmlformats.org/officeDocument/2006/relationships/image" Target="../media/image112.png"/><Relationship Id="rId31" Type="http://schemas.openxmlformats.org/officeDocument/2006/relationships/image" Target="../media/image133.png"/><Relationship Id="rId44" Type="http://schemas.openxmlformats.org/officeDocument/2006/relationships/image" Target="../media/image146.png"/><Relationship Id="rId52" Type="http://schemas.openxmlformats.org/officeDocument/2006/relationships/image" Target="../media/image154.png"/><Relationship Id="rId60" Type="http://schemas.openxmlformats.org/officeDocument/2006/relationships/image" Target="../media/image16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18" Type="http://schemas.openxmlformats.org/officeDocument/2006/relationships/image" Target="../media/image180.png"/><Relationship Id="rId26" Type="http://schemas.openxmlformats.org/officeDocument/2006/relationships/image" Target="../media/image188.png"/><Relationship Id="rId3" Type="http://schemas.openxmlformats.org/officeDocument/2006/relationships/image" Target="../media/image165.png"/><Relationship Id="rId21" Type="http://schemas.openxmlformats.org/officeDocument/2006/relationships/image" Target="../media/image183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17" Type="http://schemas.openxmlformats.org/officeDocument/2006/relationships/image" Target="../media/image179.png"/><Relationship Id="rId25" Type="http://schemas.openxmlformats.org/officeDocument/2006/relationships/image" Target="../media/image187.png"/><Relationship Id="rId2" Type="http://schemas.openxmlformats.org/officeDocument/2006/relationships/image" Target="../media/image164.png"/><Relationship Id="rId16" Type="http://schemas.openxmlformats.org/officeDocument/2006/relationships/image" Target="../media/image178.png"/><Relationship Id="rId20" Type="http://schemas.openxmlformats.org/officeDocument/2006/relationships/image" Target="../media/image182.png"/><Relationship Id="rId29" Type="http://schemas.openxmlformats.org/officeDocument/2006/relationships/image" Target="../media/image1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24" Type="http://schemas.openxmlformats.org/officeDocument/2006/relationships/image" Target="../media/image186.png"/><Relationship Id="rId5" Type="http://schemas.openxmlformats.org/officeDocument/2006/relationships/image" Target="../media/image167.png"/><Relationship Id="rId15" Type="http://schemas.openxmlformats.org/officeDocument/2006/relationships/image" Target="../media/image177.png"/><Relationship Id="rId23" Type="http://schemas.openxmlformats.org/officeDocument/2006/relationships/image" Target="../media/image185.png"/><Relationship Id="rId28" Type="http://schemas.openxmlformats.org/officeDocument/2006/relationships/image" Target="../media/image190.png"/><Relationship Id="rId10" Type="http://schemas.openxmlformats.org/officeDocument/2006/relationships/image" Target="../media/image172.png"/><Relationship Id="rId19" Type="http://schemas.openxmlformats.org/officeDocument/2006/relationships/image" Target="../media/image181.png"/><Relationship Id="rId31" Type="http://schemas.openxmlformats.org/officeDocument/2006/relationships/image" Target="../media/image193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Relationship Id="rId22" Type="http://schemas.openxmlformats.org/officeDocument/2006/relationships/image" Target="../media/image184.png"/><Relationship Id="rId27" Type="http://schemas.openxmlformats.org/officeDocument/2006/relationships/image" Target="../media/image189.png"/><Relationship Id="rId30" Type="http://schemas.openxmlformats.org/officeDocument/2006/relationships/image" Target="../media/image19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290.png"/><Relationship Id="rId7" Type="http://schemas.openxmlformats.org/officeDocument/2006/relationships/image" Target="../media/image33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5" Type="http://schemas.openxmlformats.org/officeDocument/2006/relationships/image" Target="../media/image310.png"/><Relationship Id="rId10" Type="http://schemas.openxmlformats.org/officeDocument/2006/relationships/image" Target="../media/image360.png"/><Relationship Id="rId4" Type="http://schemas.openxmlformats.org/officeDocument/2006/relationships/image" Target="../media/image300.png"/><Relationship Id="rId9" Type="http://schemas.openxmlformats.org/officeDocument/2006/relationships/image" Target="../media/image3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290.png"/><Relationship Id="rId7" Type="http://schemas.openxmlformats.org/officeDocument/2006/relationships/image" Target="../media/image33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11" Type="http://schemas.openxmlformats.org/officeDocument/2006/relationships/image" Target="../media/image46.svg"/><Relationship Id="rId5" Type="http://schemas.openxmlformats.org/officeDocument/2006/relationships/image" Target="../media/image310.png"/><Relationship Id="rId10" Type="http://schemas.openxmlformats.org/officeDocument/2006/relationships/image" Target="../media/image360.png"/><Relationship Id="rId4" Type="http://schemas.openxmlformats.org/officeDocument/2006/relationships/image" Target="../media/image300.png"/><Relationship Id="rId9" Type="http://schemas.openxmlformats.org/officeDocument/2006/relationships/image" Target="../media/image35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CB29EB5-6B21-67C0-C430-98D52DBE5AC1}"/>
                  </a:ext>
                </a:extLst>
              </p:cNvPr>
              <p:cNvSpPr txBox="1"/>
              <p:nvPr/>
            </p:nvSpPr>
            <p:spPr>
              <a:xfrm>
                <a:off x="3351398" y="1498014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CB29EB5-6B21-67C0-C430-98D52DBE5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398" y="1498014"/>
                <a:ext cx="280334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5400F4-CBE0-CEEB-CBE6-DFCB9586A3D0}"/>
                  </a:ext>
                </a:extLst>
              </p:cNvPr>
              <p:cNvSpPr txBox="1"/>
              <p:nvPr/>
            </p:nvSpPr>
            <p:spPr>
              <a:xfrm>
                <a:off x="3595873" y="1498014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5400F4-CBE0-CEEB-CBE6-DFCB9586A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873" y="1498014"/>
                <a:ext cx="280334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4EEFA07-618D-08FA-FC3B-36F0A0A99FA7}"/>
                  </a:ext>
                </a:extLst>
              </p:cNvPr>
              <p:cNvSpPr txBox="1"/>
              <p:nvPr/>
            </p:nvSpPr>
            <p:spPr>
              <a:xfrm>
                <a:off x="3821298" y="1498014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4EEFA07-618D-08FA-FC3B-36F0A0A99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8" y="1498014"/>
                <a:ext cx="280334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5535CFB-2477-D5C8-83C3-9B8843AD056C}"/>
                  </a:ext>
                </a:extLst>
              </p:cNvPr>
              <p:cNvSpPr txBox="1"/>
              <p:nvPr/>
            </p:nvSpPr>
            <p:spPr>
              <a:xfrm>
                <a:off x="4065773" y="1498014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5535CFB-2477-D5C8-83C3-9B8843AD0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73" y="1498014"/>
                <a:ext cx="280334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1482F40-035A-967F-2E47-F87DD4D979FB}"/>
                  </a:ext>
                </a:extLst>
              </p:cNvPr>
              <p:cNvSpPr txBox="1"/>
              <p:nvPr/>
            </p:nvSpPr>
            <p:spPr>
              <a:xfrm>
                <a:off x="4291198" y="1498012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1482F40-035A-967F-2E47-F87DD4D97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98" y="1498012"/>
                <a:ext cx="28033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5979CC0-6489-ECA5-0603-12FC9B7CF928}"/>
                  </a:ext>
                </a:extLst>
              </p:cNvPr>
              <p:cNvSpPr txBox="1"/>
              <p:nvPr/>
            </p:nvSpPr>
            <p:spPr>
              <a:xfrm>
                <a:off x="3351398" y="1927672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5979CC0-6489-ECA5-0603-12FC9B7CF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398" y="1927672"/>
                <a:ext cx="280334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0B15CF2-5D5C-551D-BA96-CDE6E44BA776}"/>
                  </a:ext>
                </a:extLst>
              </p:cNvPr>
              <p:cNvSpPr txBox="1"/>
              <p:nvPr/>
            </p:nvSpPr>
            <p:spPr>
              <a:xfrm>
                <a:off x="3576823" y="1927672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0B15CF2-5D5C-551D-BA96-CDE6E44BA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823" y="1927672"/>
                <a:ext cx="280334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23C832E-5554-C941-4F92-4E432F573651}"/>
                  </a:ext>
                </a:extLst>
              </p:cNvPr>
              <p:cNvSpPr txBox="1"/>
              <p:nvPr/>
            </p:nvSpPr>
            <p:spPr>
              <a:xfrm>
                <a:off x="4006568" y="1929744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23C832E-5554-C941-4F92-4E432F573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568" y="1929744"/>
                <a:ext cx="280334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9FFFC08-EB4B-75A5-4222-FCBD319C672F}"/>
              </a:ext>
            </a:extLst>
          </p:cNvPr>
          <p:cNvCxnSpPr>
            <a:cxnSpLocks/>
          </p:cNvCxnSpPr>
          <p:nvPr/>
        </p:nvCxnSpPr>
        <p:spPr>
          <a:xfrm flipH="1" flipV="1">
            <a:off x="3654222" y="1582476"/>
            <a:ext cx="180445" cy="1563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88C15F1-4A23-12DB-7069-1494722CE3F5}"/>
              </a:ext>
            </a:extLst>
          </p:cNvPr>
          <p:cNvCxnSpPr>
            <a:cxnSpLocks/>
          </p:cNvCxnSpPr>
          <p:nvPr/>
        </p:nvCxnSpPr>
        <p:spPr>
          <a:xfrm flipH="1" flipV="1">
            <a:off x="4101632" y="1589118"/>
            <a:ext cx="180445" cy="1563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2CFE2F4-00B3-3A46-E9BD-E6385A833CE8}"/>
              </a:ext>
            </a:extLst>
          </p:cNvPr>
          <p:cNvCxnSpPr>
            <a:cxnSpLocks/>
          </p:cNvCxnSpPr>
          <p:nvPr/>
        </p:nvCxnSpPr>
        <p:spPr>
          <a:xfrm>
            <a:off x="3491565" y="1796351"/>
            <a:ext cx="0" cy="21024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FEF8353-4517-7052-CD90-56C0C71EA41D}"/>
              </a:ext>
            </a:extLst>
          </p:cNvPr>
          <p:cNvCxnSpPr>
            <a:cxnSpLocks/>
          </p:cNvCxnSpPr>
          <p:nvPr/>
        </p:nvCxnSpPr>
        <p:spPr>
          <a:xfrm flipH="1">
            <a:off x="3723216" y="1745459"/>
            <a:ext cx="242483" cy="29712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6CB386D-B91C-93B4-7CB1-0AEEC4676B46}"/>
              </a:ext>
            </a:extLst>
          </p:cNvPr>
          <p:cNvCxnSpPr>
            <a:cxnSpLocks/>
          </p:cNvCxnSpPr>
          <p:nvPr/>
        </p:nvCxnSpPr>
        <p:spPr>
          <a:xfrm flipH="1">
            <a:off x="4176026" y="1745459"/>
            <a:ext cx="236413" cy="29712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5574779-6A84-3E37-A75F-46CFEDC46413}"/>
              </a:ext>
            </a:extLst>
          </p:cNvPr>
          <p:cNvGrpSpPr/>
          <p:nvPr/>
        </p:nvGrpSpPr>
        <p:grpSpPr>
          <a:xfrm>
            <a:off x="2680669" y="2845747"/>
            <a:ext cx="2779058" cy="794432"/>
            <a:chOff x="2646735" y="2593703"/>
            <a:chExt cx="2779058" cy="7944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CADA74B-7852-D11B-82EC-966BC54305C3}"/>
                    </a:ext>
                  </a:extLst>
                </p:cNvPr>
                <p:cNvSpPr txBox="1"/>
                <p:nvPr/>
              </p:nvSpPr>
              <p:spPr>
                <a:xfrm>
                  <a:off x="2646735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CADA74B-7852-D11B-82EC-966BC54305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6735" y="2619923"/>
                  <a:ext cx="2803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1458803-FAA0-A1DE-06A5-18183041D926}"/>
                    </a:ext>
                  </a:extLst>
                </p:cNvPr>
                <p:cNvSpPr txBox="1"/>
                <p:nvPr/>
              </p:nvSpPr>
              <p:spPr>
                <a:xfrm>
                  <a:off x="2891210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1458803-FAA0-A1DE-06A5-18183041D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210" y="2619923"/>
                  <a:ext cx="280334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384548A6-6618-211D-5CEF-9B708A66CD7E}"/>
                    </a:ext>
                  </a:extLst>
                </p:cNvPr>
                <p:cNvSpPr txBox="1"/>
                <p:nvPr/>
              </p:nvSpPr>
              <p:spPr>
                <a:xfrm>
                  <a:off x="3116635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384548A6-6618-211D-5CEF-9B708A66C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5" y="2619923"/>
                  <a:ext cx="280334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418E4BDC-EA9D-9C3C-A638-E22A9D7CAB1B}"/>
                    </a:ext>
                  </a:extLst>
                </p:cNvPr>
                <p:cNvSpPr txBox="1"/>
                <p:nvPr/>
              </p:nvSpPr>
              <p:spPr>
                <a:xfrm>
                  <a:off x="3312426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418E4BDC-EA9D-9C3C-A638-E22A9D7CAB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426" y="2619923"/>
                  <a:ext cx="280334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641CC42D-4E30-3D13-AAE0-4FABD9F4F6A9}"/>
                    </a:ext>
                  </a:extLst>
                </p:cNvPr>
                <p:cNvSpPr txBox="1"/>
                <p:nvPr/>
              </p:nvSpPr>
              <p:spPr>
                <a:xfrm>
                  <a:off x="3537851" y="261992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641CC42D-4E30-3D13-AAE0-4FABD9F4F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7851" y="2619921"/>
                  <a:ext cx="280334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1BFA80A2-6003-B7E6-5018-91E779447A46}"/>
                    </a:ext>
                  </a:extLst>
                </p:cNvPr>
                <p:cNvSpPr txBox="1"/>
                <p:nvPr/>
              </p:nvSpPr>
              <p:spPr>
                <a:xfrm>
                  <a:off x="2646735" y="304958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1BFA80A2-6003-B7E6-5018-91E779447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6735" y="3049581"/>
                  <a:ext cx="280334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70C5676F-D5AE-A5AA-6AB0-F58B64DC2DC6}"/>
                    </a:ext>
                  </a:extLst>
                </p:cNvPr>
                <p:cNvSpPr txBox="1"/>
                <p:nvPr/>
              </p:nvSpPr>
              <p:spPr>
                <a:xfrm>
                  <a:off x="2872160" y="304958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70C5676F-D5AE-A5AA-6AB0-F58B64DC2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2160" y="3049581"/>
                  <a:ext cx="280334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4441ABD-67F8-C55D-0EA7-ACB84D3C9CCC}"/>
                    </a:ext>
                  </a:extLst>
                </p:cNvPr>
                <p:cNvSpPr txBox="1"/>
                <p:nvPr/>
              </p:nvSpPr>
              <p:spPr>
                <a:xfrm>
                  <a:off x="3116635" y="304958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4441ABD-67F8-C55D-0EA7-ACB84D3C9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5" y="3049581"/>
                  <a:ext cx="280334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34818E36-2DAC-694B-035C-CBDABAFC3B22}"/>
                </a:ext>
              </a:extLst>
            </p:cNvPr>
            <p:cNvSpPr/>
            <p:nvPr/>
          </p:nvSpPr>
          <p:spPr>
            <a:xfrm>
              <a:off x="2646735" y="2642440"/>
              <a:ext cx="1171450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F6827B7A-2534-BA25-98E9-70115599AFEB}"/>
                </a:ext>
              </a:extLst>
            </p:cNvPr>
            <p:cNvSpPr/>
            <p:nvPr/>
          </p:nvSpPr>
          <p:spPr>
            <a:xfrm>
              <a:off x="2657910" y="3084269"/>
              <a:ext cx="739060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792DF6A-8983-0FCD-7DCB-F6AD772A3F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9424" y="2885509"/>
              <a:ext cx="371098" cy="2768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8E21FA91-8C07-E2FB-1949-34B0B258A530}"/>
                </a:ext>
              </a:extLst>
            </p:cNvPr>
            <p:cNvCxnSpPr/>
            <p:nvPr/>
          </p:nvCxnSpPr>
          <p:spPr>
            <a:xfrm>
              <a:off x="3934601" y="3018516"/>
              <a:ext cx="3944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FFCB512E-720E-5268-D7E7-D210B38FB644}"/>
                    </a:ext>
                  </a:extLst>
                </p:cNvPr>
                <p:cNvSpPr txBox="1"/>
                <p:nvPr/>
              </p:nvSpPr>
              <p:spPr>
                <a:xfrm>
                  <a:off x="4479768" y="259370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FFCB512E-720E-5268-D7E7-D210B38FB6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9768" y="2593703"/>
                  <a:ext cx="280334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A0177B03-956A-D580-03D0-614986AE22E7}"/>
                    </a:ext>
                  </a:extLst>
                </p:cNvPr>
                <p:cNvSpPr txBox="1"/>
                <p:nvPr/>
              </p:nvSpPr>
              <p:spPr>
                <a:xfrm>
                  <a:off x="4724243" y="259370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A0177B03-956A-D580-03D0-614986AE2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4243" y="2593703"/>
                  <a:ext cx="280334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81EF7CC-6E6C-6A9D-23E8-590C2E7F4526}"/>
                    </a:ext>
                  </a:extLst>
                </p:cNvPr>
                <p:cNvSpPr txBox="1"/>
                <p:nvPr/>
              </p:nvSpPr>
              <p:spPr>
                <a:xfrm>
                  <a:off x="4949668" y="259370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81EF7CC-6E6C-6A9D-23E8-590C2E7F4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9668" y="2593703"/>
                  <a:ext cx="280334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099ADB71-E89D-5613-3C20-A80791BDE816}"/>
                    </a:ext>
                  </a:extLst>
                </p:cNvPr>
                <p:cNvSpPr txBox="1"/>
                <p:nvPr/>
              </p:nvSpPr>
              <p:spPr>
                <a:xfrm>
                  <a:off x="5145459" y="259370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099ADB71-E89D-5613-3C20-A80791BDE8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459" y="2593703"/>
                  <a:ext cx="280334" cy="338554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B5CE863-EECC-59AB-67AE-E7F0052D269A}"/>
                    </a:ext>
                  </a:extLst>
                </p:cNvPr>
                <p:cNvSpPr txBox="1"/>
                <p:nvPr/>
              </p:nvSpPr>
              <p:spPr>
                <a:xfrm>
                  <a:off x="4479768" y="302336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B5CE863-EECC-59AB-67AE-E7F0052D2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9768" y="3023361"/>
                  <a:ext cx="280334" cy="33855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5C2445EF-F380-F163-0D88-7345A665261B}"/>
                    </a:ext>
                  </a:extLst>
                </p:cNvPr>
                <p:cNvSpPr txBox="1"/>
                <p:nvPr/>
              </p:nvSpPr>
              <p:spPr>
                <a:xfrm>
                  <a:off x="4705193" y="302336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5C2445EF-F380-F163-0D88-7345A6652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5193" y="3023361"/>
                  <a:ext cx="280334" cy="33855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258FED85-961F-E066-9006-3AA09D3DFECC}"/>
                </a:ext>
              </a:extLst>
            </p:cNvPr>
            <p:cNvSpPr/>
            <p:nvPr/>
          </p:nvSpPr>
          <p:spPr>
            <a:xfrm>
              <a:off x="4479768" y="2616220"/>
              <a:ext cx="946025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6738D602-4145-2083-23B5-8A03A943432C}"/>
                </a:ext>
              </a:extLst>
            </p:cNvPr>
            <p:cNvSpPr/>
            <p:nvPr/>
          </p:nvSpPr>
          <p:spPr>
            <a:xfrm>
              <a:off x="4490943" y="3058049"/>
              <a:ext cx="458725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FBD55825-EB29-C1A0-D1C2-7E5027AFCC44}"/>
                    </a:ext>
                  </a:extLst>
                </p:cNvPr>
                <p:cNvSpPr txBox="1"/>
                <p:nvPr/>
              </p:nvSpPr>
              <p:spPr>
                <a:xfrm>
                  <a:off x="3873094" y="2755164"/>
                  <a:ext cx="53423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1000" i="1">
                          <a:latin typeface="Cambria Math" panose="02040503050406030204" pitchFamily="18" charset="0"/>
                        </a:rPr>
                        <m:t>匹配</m:t>
                      </m:r>
                    </m:oMath>
                  </a14:m>
                  <a:r>
                    <a:rPr lang="en-US" altLang="zh-CN" sz="1000" dirty="0">
                      <a:solidFill>
                        <a:schemeClr val="accent1"/>
                      </a:solidFill>
                    </a:rPr>
                    <a:t>e</a:t>
                  </a:r>
                  <a:endParaRPr lang="zh-CN" altLang="en-US" sz="10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FBD55825-EB29-C1A0-D1C2-7E5027AFCC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3094" y="2755164"/>
                  <a:ext cx="534239" cy="246221"/>
                </a:xfrm>
                <a:prstGeom prst="rect">
                  <a:avLst/>
                </a:prstGeom>
                <a:blipFill>
                  <a:blip r:embed="rId24"/>
                  <a:stretch>
                    <a:fillRect b="-146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0AB1EDFD-2CEF-5E30-BCAB-1EED95A8369D}"/>
              </a:ext>
            </a:extLst>
          </p:cNvPr>
          <p:cNvCxnSpPr>
            <a:cxnSpLocks/>
          </p:cNvCxnSpPr>
          <p:nvPr/>
        </p:nvCxnSpPr>
        <p:spPr>
          <a:xfrm flipV="1">
            <a:off x="5744972" y="2266226"/>
            <a:ext cx="0" cy="231212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06E2B1D-85B8-D128-5C8D-3C1533544CEE}"/>
              </a:ext>
            </a:extLst>
          </p:cNvPr>
          <p:cNvSpPr txBox="1"/>
          <p:nvPr/>
        </p:nvSpPr>
        <p:spPr>
          <a:xfrm>
            <a:off x="2605040" y="2356358"/>
            <a:ext cx="1118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/>
              <a:t>情况</a:t>
            </a:r>
            <a:r>
              <a:rPr lang="en-US" altLang="zh-CN" sz="1000" b="1" dirty="0"/>
              <a:t>1:</a:t>
            </a:r>
            <a:r>
              <a:rPr lang="zh-CN" altLang="en-US" sz="1000" b="1" dirty="0"/>
              <a:t>末尾相等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4244160-3751-6226-EF10-C3581D1C8049}"/>
              </a:ext>
            </a:extLst>
          </p:cNvPr>
          <p:cNvGrpSpPr/>
          <p:nvPr/>
        </p:nvGrpSpPr>
        <p:grpSpPr>
          <a:xfrm>
            <a:off x="6214872" y="2642440"/>
            <a:ext cx="2779058" cy="1571025"/>
            <a:chOff x="6268076" y="2369648"/>
            <a:chExt cx="2779058" cy="1571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D69AFD39-6E82-A4F0-057F-A5B11A5972B6}"/>
                    </a:ext>
                  </a:extLst>
                </p:cNvPr>
                <p:cNvSpPr txBox="1"/>
                <p:nvPr/>
              </p:nvSpPr>
              <p:spPr>
                <a:xfrm>
                  <a:off x="6268076" y="290304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D69AFD39-6E82-A4F0-057F-A5B11A597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8076" y="2903041"/>
                  <a:ext cx="280334" cy="338554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91EF65C4-3C85-9322-3537-DED805D86649}"/>
                    </a:ext>
                  </a:extLst>
                </p:cNvPr>
                <p:cNvSpPr txBox="1"/>
                <p:nvPr/>
              </p:nvSpPr>
              <p:spPr>
                <a:xfrm>
                  <a:off x="6512551" y="290304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91EF65C4-3C85-9322-3537-DED805D866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2551" y="2903041"/>
                  <a:ext cx="280334" cy="338554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4385480C-E24F-70CE-4E8F-C5F0307AA919}"/>
                    </a:ext>
                  </a:extLst>
                </p:cNvPr>
                <p:cNvSpPr txBox="1"/>
                <p:nvPr/>
              </p:nvSpPr>
              <p:spPr>
                <a:xfrm>
                  <a:off x="6737976" y="290304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4385480C-E24F-70CE-4E8F-C5F0307AA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76" y="2903041"/>
                  <a:ext cx="280334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A9696CFF-3FAC-B705-599A-33A5D3898384}"/>
                    </a:ext>
                  </a:extLst>
                </p:cNvPr>
                <p:cNvSpPr txBox="1"/>
                <p:nvPr/>
              </p:nvSpPr>
              <p:spPr>
                <a:xfrm>
                  <a:off x="6933767" y="290304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A9696CFF-3FAC-B705-599A-33A5D3898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3767" y="2903041"/>
                  <a:ext cx="280334" cy="338554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E97A40BC-4779-1C70-0784-90C0B7497105}"/>
                    </a:ext>
                  </a:extLst>
                </p:cNvPr>
                <p:cNvSpPr txBox="1"/>
                <p:nvPr/>
              </p:nvSpPr>
              <p:spPr>
                <a:xfrm>
                  <a:off x="6268076" y="3332699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E97A40BC-4779-1C70-0784-90C0B7497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8076" y="3332699"/>
                  <a:ext cx="280334" cy="338554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B4AEB5F8-6256-BC77-02BD-12A75EF84873}"/>
                    </a:ext>
                  </a:extLst>
                </p:cNvPr>
                <p:cNvSpPr txBox="1"/>
                <p:nvPr/>
              </p:nvSpPr>
              <p:spPr>
                <a:xfrm>
                  <a:off x="6493501" y="3332699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B4AEB5F8-6256-BC77-02BD-12A75EF84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3501" y="3332699"/>
                  <a:ext cx="280334" cy="338554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169B9918-6DD1-B0D0-F4F6-F2BFAAFCD82E}"/>
                </a:ext>
              </a:extLst>
            </p:cNvPr>
            <p:cNvSpPr/>
            <p:nvPr/>
          </p:nvSpPr>
          <p:spPr>
            <a:xfrm>
              <a:off x="6268076" y="2925558"/>
              <a:ext cx="946025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5A1462FD-5701-91BC-CE77-1E5837759653}"/>
                </a:ext>
              </a:extLst>
            </p:cNvPr>
            <p:cNvSpPr/>
            <p:nvPr/>
          </p:nvSpPr>
          <p:spPr>
            <a:xfrm>
              <a:off x="6279251" y="3367387"/>
              <a:ext cx="458725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39587879-23D8-EADC-19A2-71F0FDE5AD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340" y="2876930"/>
              <a:ext cx="464327" cy="3154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11E54275-848A-7DD0-795C-B005672E115A}"/>
                </a:ext>
              </a:extLst>
            </p:cNvPr>
            <p:cNvSpPr txBox="1"/>
            <p:nvPr/>
          </p:nvSpPr>
          <p:spPr>
            <a:xfrm>
              <a:off x="7253073" y="2718097"/>
              <a:ext cx="5342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/>
                <a:t>删除</a:t>
              </a:r>
              <a:r>
                <a:rPr lang="en-US" altLang="zh-CN" sz="1000" dirty="0">
                  <a:solidFill>
                    <a:schemeClr val="accent1"/>
                  </a:solidFill>
                </a:rPr>
                <a:t>d</a:t>
              </a:r>
              <a:endParaRPr lang="zh-CN" altLang="en-US" sz="1000" dirty="0">
                <a:solidFill>
                  <a:schemeClr val="accent1"/>
                </a:solidFill>
              </a:endParaRPr>
            </a:p>
          </p:txBody>
        </p: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2F9EA68B-FC7A-E179-028A-85AEC9FF9FFA}"/>
                </a:ext>
              </a:extLst>
            </p:cNvPr>
            <p:cNvCxnSpPr>
              <a:cxnSpLocks/>
            </p:cNvCxnSpPr>
            <p:nvPr/>
          </p:nvCxnSpPr>
          <p:spPr>
            <a:xfrm>
              <a:off x="7300340" y="3201753"/>
              <a:ext cx="512855" cy="2572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5DC7BE17-093D-7F3D-DB0C-586F246D5C56}"/>
                </a:ext>
              </a:extLst>
            </p:cNvPr>
            <p:cNvSpPr txBox="1"/>
            <p:nvPr/>
          </p:nvSpPr>
          <p:spPr>
            <a:xfrm>
              <a:off x="7222022" y="3398812"/>
              <a:ext cx="5342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/>
                <a:t>删除</a:t>
              </a:r>
              <a:r>
                <a:rPr lang="en-US" altLang="zh-CN" sz="1000" dirty="0">
                  <a:solidFill>
                    <a:srgbClr val="FF0000"/>
                  </a:solidFill>
                </a:rPr>
                <a:t>c</a:t>
              </a:r>
              <a:endParaRPr lang="zh-CN" altLang="en-US" sz="1000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3F3E0495-763F-59FE-6BC9-3BA296921F30}"/>
                    </a:ext>
                  </a:extLst>
                </p:cNvPr>
                <p:cNvSpPr txBox="1"/>
                <p:nvPr/>
              </p:nvSpPr>
              <p:spPr>
                <a:xfrm>
                  <a:off x="8028674" y="23696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3F3E0495-763F-59FE-6BC9-3BA296921F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674" y="2369648"/>
                  <a:ext cx="280334" cy="338554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B6300606-1307-780A-19B4-F5141EF81421}"/>
                    </a:ext>
                  </a:extLst>
                </p:cNvPr>
                <p:cNvSpPr txBox="1"/>
                <p:nvPr/>
              </p:nvSpPr>
              <p:spPr>
                <a:xfrm>
                  <a:off x="8273149" y="23696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B6300606-1307-780A-19B4-F5141EF814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3149" y="2369648"/>
                  <a:ext cx="280334" cy="338554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71197A18-E867-6671-D627-FF095BDD2ACA}"/>
                    </a:ext>
                  </a:extLst>
                </p:cNvPr>
                <p:cNvSpPr txBox="1"/>
                <p:nvPr/>
              </p:nvSpPr>
              <p:spPr>
                <a:xfrm>
                  <a:off x="8498574" y="23696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71197A18-E867-6671-D627-FF095BDD2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8574" y="2369648"/>
                  <a:ext cx="280334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C81CB1CF-DFB3-22CA-49F3-1F9777ABFF9D}"/>
                    </a:ext>
                  </a:extLst>
                </p:cNvPr>
                <p:cNvSpPr txBox="1"/>
                <p:nvPr/>
              </p:nvSpPr>
              <p:spPr>
                <a:xfrm>
                  <a:off x="8022075" y="2727534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C81CB1CF-DFB3-22CA-49F3-1F9777ABFF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2075" y="2727534"/>
                  <a:ext cx="280334" cy="338554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8AB280A9-7198-5CDA-30DC-262FD61FB324}"/>
                    </a:ext>
                  </a:extLst>
                </p:cNvPr>
                <p:cNvSpPr txBox="1"/>
                <p:nvPr/>
              </p:nvSpPr>
              <p:spPr>
                <a:xfrm>
                  <a:off x="8247500" y="2727534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8AB280A9-7198-5CDA-30DC-262FD61FB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7500" y="2727534"/>
                  <a:ext cx="280334" cy="338554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1C831C74-4EA8-A341-BEBC-9BA55AC93D0F}"/>
                </a:ext>
              </a:extLst>
            </p:cNvPr>
            <p:cNvSpPr/>
            <p:nvPr/>
          </p:nvSpPr>
          <p:spPr>
            <a:xfrm>
              <a:off x="8028674" y="2392165"/>
              <a:ext cx="700571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4E95DB28-64B9-430B-2B84-B9CDF2CE9B49}"/>
                </a:ext>
              </a:extLst>
            </p:cNvPr>
            <p:cNvSpPr/>
            <p:nvPr/>
          </p:nvSpPr>
          <p:spPr>
            <a:xfrm>
              <a:off x="8033250" y="2762222"/>
              <a:ext cx="458725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1D8753E2-0978-4DB5-D401-2787DF16EDA2}"/>
                    </a:ext>
                  </a:extLst>
                </p:cNvPr>
                <p:cNvSpPr txBox="1"/>
                <p:nvPr/>
              </p:nvSpPr>
              <p:spPr>
                <a:xfrm>
                  <a:off x="8022075" y="317246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1D8753E2-0978-4DB5-D401-2787DF16ED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2075" y="3172461"/>
                  <a:ext cx="280334" cy="338554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7FB0AC87-7E6E-6C04-6482-0FE561C70394}"/>
                    </a:ext>
                  </a:extLst>
                </p:cNvPr>
                <p:cNvSpPr txBox="1"/>
                <p:nvPr/>
              </p:nvSpPr>
              <p:spPr>
                <a:xfrm>
                  <a:off x="8266550" y="317246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7FB0AC87-7E6E-6C04-6482-0FE561C70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6550" y="3172461"/>
                  <a:ext cx="280334" cy="338554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03699279-D651-EE4C-34C5-E6748422F9DA}"/>
                    </a:ext>
                  </a:extLst>
                </p:cNvPr>
                <p:cNvSpPr txBox="1"/>
                <p:nvPr/>
              </p:nvSpPr>
              <p:spPr>
                <a:xfrm>
                  <a:off x="8491975" y="317246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03699279-D651-EE4C-34C5-E6748422F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1975" y="3172461"/>
                  <a:ext cx="280334" cy="338554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E5CF816C-1818-143A-66D5-77BA5F8CB728}"/>
                    </a:ext>
                  </a:extLst>
                </p:cNvPr>
                <p:cNvSpPr txBox="1"/>
                <p:nvPr/>
              </p:nvSpPr>
              <p:spPr>
                <a:xfrm>
                  <a:off x="8687766" y="317246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E5CF816C-1818-143A-66D5-77BA5F8CB7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7766" y="3172461"/>
                  <a:ext cx="280334" cy="338554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0A7EEA72-119D-6DCC-B0B5-807BAAC67EB4}"/>
                    </a:ext>
                  </a:extLst>
                </p:cNvPr>
                <p:cNvSpPr txBox="1"/>
                <p:nvPr/>
              </p:nvSpPr>
              <p:spPr>
                <a:xfrm>
                  <a:off x="8022075" y="3602119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0A7EEA72-119D-6DCC-B0B5-807BAAC67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2075" y="3602119"/>
                  <a:ext cx="280334" cy="338554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9DD27A86-2ABD-3CE6-2363-AF0A7F33E3C0}"/>
                </a:ext>
              </a:extLst>
            </p:cNvPr>
            <p:cNvSpPr/>
            <p:nvPr/>
          </p:nvSpPr>
          <p:spPr>
            <a:xfrm>
              <a:off x="8022075" y="3194978"/>
              <a:ext cx="946025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A2CBA718-6EEC-6E91-D046-69AE64333E9B}"/>
                </a:ext>
              </a:extLst>
            </p:cNvPr>
            <p:cNvSpPr/>
            <p:nvPr/>
          </p:nvSpPr>
          <p:spPr>
            <a:xfrm>
              <a:off x="8033250" y="3636807"/>
              <a:ext cx="269159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C04322EC-2E20-BD26-0083-F51EAF8E36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27281" y="3120548"/>
              <a:ext cx="1219853" cy="508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AE0CF0A-1F1E-8268-E829-F671AEDC5410}"/>
              </a:ext>
            </a:extLst>
          </p:cNvPr>
          <p:cNvSpPr txBox="1"/>
          <p:nvPr/>
        </p:nvSpPr>
        <p:spPr>
          <a:xfrm>
            <a:off x="6178888" y="2356358"/>
            <a:ext cx="1118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/>
              <a:t>情况</a:t>
            </a:r>
            <a:r>
              <a:rPr lang="en-US" altLang="zh-CN" sz="1000" b="1" dirty="0"/>
              <a:t>2:</a:t>
            </a:r>
            <a:r>
              <a:rPr lang="zh-CN" altLang="en-US" sz="1000" b="1" dirty="0"/>
              <a:t>末尾不等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B8147FF-61BF-7A36-C580-1B5278402842}"/>
                  </a:ext>
                </a:extLst>
              </p:cNvPr>
              <p:cNvSpPr txBox="1"/>
              <p:nvPr/>
            </p:nvSpPr>
            <p:spPr>
              <a:xfrm>
                <a:off x="3787150" y="1934963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B8147FF-61BF-7A36-C580-1B5278402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150" y="1934963"/>
                <a:ext cx="280334" cy="338554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C6DA29D-9273-6A71-EAD6-892B92D3AFC7}"/>
              </a:ext>
            </a:extLst>
          </p:cNvPr>
          <p:cNvCxnSpPr>
            <a:cxnSpLocks/>
          </p:cNvCxnSpPr>
          <p:nvPr/>
        </p:nvCxnSpPr>
        <p:spPr>
          <a:xfrm flipH="1" flipV="1">
            <a:off x="3842059" y="2023578"/>
            <a:ext cx="180445" cy="1563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C0718-F317-F292-A2B3-86F15385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0FBA62FE-576E-BE73-4424-EC6D7228D53F}"/>
              </a:ext>
            </a:extLst>
          </p:cNvPr>
          <p:cNvGrpSpPr/>
          <p:nvPr/>
        </p:nvGrpSpPr>
        <p:grpSpPr>
          <a:xfrm>
            <a:off x="2847530" y="2067525"/>
            <a:ext cx="2388780" cy="768214"/>
            <a:chOff x="2665785" y="2069588"/>
            <a:chExt cx="2388780" cy="7682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7F797CB0-94E1-956E-BF02-3D2864CA7C3C}"/>
                    </a:ext>
                  </a:extLst>
                </p:cNvPr>
                <p:cNvSpPr txBox="1"/>
                <p:nvPr/>
              </p:nvSpPr>
              <p:spPr>
                <a:xfrm>
                  <a:off x="2665785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7F797CB0-94E1-956E-BF02-3D2864CA7C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785" y="2069590"/>
                  <a:ext cx="280334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F13D43F-87FC-0DCA-0C15-1A887AD24BD7}"/>
                    </a:ext>
                  </a:extLst>
                </p:cNvPr>
                <p:cNvSpPr txBox="1"/>
                <p:nvPr/>
              </p:nvSpPr>
              <p:spPr>
                <a:xfrm>
                  <a:off x="2910260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F13D43F-87FC-0DCA-0C15-1A887AD24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260" y="2069590"/>
                  <a:ext cx="280334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EE653D7-F0F7-C906-7431-94E923A390AF}"/>
                    </a:ext>
                  </a:extLst>
                </p:cNvPr>
                <p:cNvSpPr txBox="1"/>
                <p:nvPr/>
              </p:nvSpPr>
              <p:spPr>
                <a:xfrm>
                  <a:off x="3135685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EE653D7-F0F7-C906-7431-94E923A390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685" y="2069590"/>
                  <a:ext cx="280334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75FF8C19-A47D-DF00-6EBD-9A7465ABCFB3}"/>
                    </a:ext>
                  </a:extLst>
                </p:cNvPr>
                <p:cNvSpPr txBox="1"/>
                <p:nvPr/>
              </p:nvSpPr>
              <p:spPr>
                <a:xfrm>
                  <a:off x="3331476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75FF8C19-A47D-DF00-6EBD-9A7465ABCF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1476" y="2069590"/>
                  <a:ext cx="2803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01BA0F99-BDF9-D7E2-2D0A-A3CC0B0018AE}"/>
                    </a:ext>
                  </a:extLst>
                </p:cNvPr>
                <p:cNvSpPr txBox="1"/>
                <p:nvPr/>
              </p:nvSpPr>
              <p:spPr>
                <a:xfrm>
                  <a:off x="3556901" y="20695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01BA0F99-BDF9-D7E2-2D0A-A3CC0B0018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6901" y="2069588"/>
                  <a:ext cx="2803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E0183361-3BB3-9481-2285-FC668DA93C9C}"/>
                    </a:ext>
                  </a:extLst>
                </p:cNvPr>
                <p:cNvSpPr txBox="1"/>
                <p:nvPr/>
              </p:nvSpPr>
              <p:spPr>
                <a:xfrm>
                  <a:off x="2665785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E0183361-3BB3-9481-2285-FC668DA93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785" y="2499248"/>
                  <a:ext cx="280334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13E1B81-D216-8B05-90FE-270C541B837B}"/>
                    </a:ext>
                  </a:extLst>
                </p:cNvPr>
                <p:cNvSpPr txBox="1"/>
                <p:nvPr/>
              </p:nvSpPr>
              <p:spPr>
                <a:xfrm>
                  <a:off x="2891210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13E1B81-D216-8B05-90FE-270C541B8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210" y="2499248"/>
                  <a:ext cx="2803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CA135AFD-B548-E2A4-C14C-33B702617D59}"/>
                    </a:ext>
                  </a:extLst>
                </p:cNvPr>
                <p:cNvSpPr txBox="1"/>
                <p:nvPr/>
              </p:nvSpPr>
              <p:spPr>
                <a:xfrm>
                  <a:off x="3135685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CA135AFD-B548-E2A4-C14C-33B702617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685" y="2499248"/>
                  <a:ext cx="2803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BC306DDA-8907-DD56-387E-3D630166003F}"/>
                </a:ext>
              </a:extLst>
            </p:cNvPr>
            <p:cNvSpPr/>
            <p:nvPr/>
          </p:nvSpPr>
          <p:spPr>
            <a:xfrm>
              <a:off x="2665785" y="2092107"/>
              <a:ext cx="1171450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03E5413F-B254-1763-C7C0-3E82E007BA59}"/>
                </a:ext>
              </a:extLst>
            </p:cNvPr>
            <p:cNvSpPr/>
            <p:nvPr/>
          </p:nvSpPr>
          <p:spPr>
            <a:xfrm>
              <a:off x="2676960" y="2533936"/>
              <a:ext cx="739060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6319D932-F3AF-425E-FF53-434467801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8474" y="2335176"/>
              <a:ext cx="371098" cy="2768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F53C7C1F-1002-211F-D6AA-4F59B461AEAB}"/>
                    </a:ext>
                  </a:extLst>
                </p:cNvPr>
                <p:cNvSpPr txBox="1"/>
                <p:nvPr/>
              </p:nvSpPr>
              <p:spPr>
                <a:xfrm>
                  <a:off x="3936389" y="2287715"/>
                  <a:ext cx="111817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𝒅𝒑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F53C7C1F-1002-211F-D6AA-4F59B461AE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6389" y="2287715"/>
                  <a:ext cx="1118176" cy="246221"/>
                </a:xfrm>
                <a:prstGeom prst="rect">
                  <a:avLst/>
                </a:prstGeom>
                <a:blipFill>
                  <a:blip r:embed="rId10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B932C1B-7E12-2E32-2940-0EF3F3FCFC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6531" y="2313974"/>
              <a:ext cx="255069" cy="29806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EF581439-A4F0-9154-67BF-1D9F42650B3A}"/>
                </a:ext>
              </a:extLst>
            </p:cNvPr>
            <p:cNvCxnSpPr>
              <a:cxnSpLocks/>
            </p:cNvCxnSpPr>
            <p:nvPr/>
          </p:nvCxnSpPr>
          <p:spPr>
            <a:xfrm>
              <a:off x="2824997" y="2335176"/>
              <a:ext cx="0" cy="2768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7B3FF46-B5E1-A79B-C09F-C58FD3673D04}"/>
              </a:ext>
            </a:extLst>
          </p:cNvPr>
          <p:cNvGrpSpPr/>
          <p:nvPr/>
        </p:nvGrpSpPr>
        <p:grpSpPr>
          <a:xfrm>
            <a:off x="2882867" y="2990687"/>
            <a:ext cx="2388780" cy="768214"/>
            <a:chOff x="2665785" y="2069588"/>
            <a:chExt cx="2388780" cy="7682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8F45EE0-4AA3-1456-0EEF-DFA715D3E8CA}"/>
                    </a:ext>
                  </a:extLst>
                </p:cNvPr>
                <p:cNvSpPr txBox="1"/>
                <p:nvPr/>
              </p:nvSpPr>
              <p:spPr>
                <a:xfrm>
                  <a:off x="2665785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8F45EE0-4AA3-1456-0EEF-DFA715D3E8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785" y="2069590"/>
                  <a:ext cx="280334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095183B-1BEE-DEEE-CDCC-D7C401A221E3}"/>
                    </a:ext>
                  </a:extLst>
                </p:cNvPr>
                <p:cNvSpPr txBox="1"/>
                <p:nvPr/>
              </p:nvSpPr>
              <p:spPr>
                <a:xfrm>
                  <a:off x="2910260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095183B-1BEE-DEEE-CDCC-D7C401A22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260" y="2069590"/>
                  <a:ext cx="280334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631FCA9E-CE06-D88B-DE05-EF3422AC8C02}"/>
                    </a:ext>
                  </a:extLst>
                </p:cNvPr>
                <p:cNvSpPr txBox="1"/>
                <p:nvPr/>
              </p:nvSpPr>
              <p:spPr>
                <a:xfrm>
                  <a:off x="3135685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631FCA9E-CE06-D88B-DE05-EF3422AC8C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685" y="2069590"/>
                  <a:ext cx="280334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A3A2D93-4387-1C9D-49C1-AEB41B378963}"/>
                    </a:ext>
                  </a:extLst>
                </p:cNvPr>
                <p:cNvSpPr txBox="1"/>
                <p:nvPr/>
              </p:nvSpPr>
              <p:spPr>
                <a:xfrm>
                  <a:off x="3331476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A3A2D93-4387-1C9D-49C1-AEB41B378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1476" y="2069590"/>
                  <a:ext cx="280334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8E9A461-7DAB-32DA-723A-702940D56200}"/>
                    </a:ext>
                  </a:extLst>
                </p:cNvPr>
                <p:cNvSpPr txBox="1"/>
                <p:nvPr/>
              </p:nvSpPr>
              <p:spPr>
                <a:xfrm>
                  <a:off x="3556901" y="20695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8E9A461-7DAB-32DA-723A-702940D562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6901" y="2069588"/>
                  <a:ext cx="280334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79D6EA3-5F09-439A-3B38-81CF42D322BA}"/>
                    </a:ext>
                  </a:extLst>
                </p:cNvPr>
                <p:cNvSpPr txBox="1"/>
                <p:nvPr/>
              </p:nvSpPr>
              <p:spPr>
                <a:xfrm>
                  <a:off x="2665785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79D6EA3-5F09-439A-3B38-81CF42D322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785" y="2499248"/>
                  <a:ext cx="280334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F1EDF31-DA2D-98B4-9895-9EC271FE4F50}"/>
                    </a:ext>
                  </a:extLst>
                </p:cNvPr>
                <p:cNvSpPr txBox="1"/>
                <p:nvPr/>
              </p:nvSpPr>
              <p:spPr>
                <a:xfrm>
                  <a:off x="2891210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F1EDF31-DA2D-98B4-9895-9EC271FE4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210" y="2499248"/>
                  <a:ext cx="280334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8BBF353-879A-E2AF-C665-350D7F826E01}"/>
                    </a:ext>
                  </a:extLst>
                </p:cNvPr>
                <p:cNvSpPr txBox="1"/>
                <p:nvPr/>
              </p:nvSpPr>
              <p:spPr>
                <a:xfrm>
                  <a:off x="3135685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8BBF353-879A-E2AF-C665-350D7F826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685" y="2499248"/>
                  <a:ext cx="280334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977E6EA6-F062-9FF5-3B6E-152C632F29BB}"/>
                </a:ext>
              </a:extLst>
            </p:cNvPr>
            <p:cNvSpPr/>
            <p:nvPr/>
          </p:nvSpPr>
          <p:spPr>
            <a:xfrm>
              <a:off x="2665785" y="2092107"/>
              <a:ext cx="706065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B9E1838B-F978-460E-18D4-0DB630822557}"/>
                </a:ext>
              </a:extLst>
            </p:cNvPr>
            <p:cNvSpPr/>
            <p:nvPr/>
          </p:nvSpPr>
          <p:spPr>
            <a:xfrm>
              <a:off x="2680912" y="2529702"/>
              <a:ext cx="739060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D680935-D405-6C16-FDEB-52C8A5A8738F}"/>
                    </a:ext>
                  </a:extLst>
                </p:cNvPr>
                <p:cNvSpPr txBox="1"/>
                <p:nvPr/>
              </p:nvSpPr>
              <p:spPr>
                <a:xfrm>
                  <a:off x="3936389" y="2287715"/>
                  <a:ext cx="111817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𝒅𝒑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D680935-D405-6C16-FDEB-52C8A5A87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6389" y="2287715"/>
                  <a:ext cx="1118176" cy="246221"/>
                </a:xfrm>
                <a:prstGeom prst="rect">
                  <a:avLst/>
                </a:prstGeom>
                <a:blipFill>
                  <a:blip r:embed="rId19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4E1D51C-2719-C2B0-6C04-98235594A6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6531" y="2313974"/>
              <a:ext cx="255069" cy="29806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AE2567FC-6660-770E-CEB3-54D5CD1D2B9F}"/>
                </a:ext>
              </a:extLst>
            </p:cNvPr>
            <p:cNvCxnSpPr>
              <a:cxnSpLocks/>
            </p:cNvCxnSpPr>
            <p:nvPr/>
          </p:nvCxnSpPr>
          <p:spPr>
            <a:xfrm>
              <a:off x="2824997" y="2335176"/>
              <a:ext cx="0" cy="2768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1FFF847B-237F-3514-B3B0-46A68E99E975}"/>
              </a:ext>
            </a:extLst>
          </p:cNvPr>
          <p:cNvGrpSpPr/>
          <p:nvPr/>
        </p:nvGrpSpPr>
        <p:grpSpPr>
          <a:xfrm>
            <a:off x="5521169" y="2043368"/>
            <a:ext cx="2388780" cy="768214"/>
            <a:chOff x="2665785" y="2069588"/>
            <a:chExt cx="2388780" cy="7682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16BEAD4-EE92-2B9B-1297-20133D847E56}"/>
                    </a:ext>
                  </a:extLst>
                </p:cNvPr>
                <p:cNvSpPr txBox="1"/>
                <p:nvPr/>
              </p:nvSpPr>
              <p:spPr>
                <a:xfrm>
                  <a:off x="2665785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16BEAD4-EE92-2B9B-1297-20133D847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785" y="2069590"/>
                  <a:ext cx="280334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FF1722D4-0D87-0F08-36AD-69116DB36587}"/>
                    </a:ext>
                  </a:extLst>
                </p:cNvPr>
                <p:cNvSpPr txBox="1"/>
                <p:nvPr/>
              </p:nvSpPr>
              <p:spPr>
                <a:xfrm>
                  <a:off x="2910260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FF1722D4-0D87-0F08-36AD-69116DB365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260" y="2069590"/>
                  <a:ext cx="280334" cy="338554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88E50DD-DFE0-2E65-B39E-B396812FBA51}"/>
                    </a:ext>
                  </a:extLst>
                </p:cNvPr>
                <p:cNvSpPr txBox="1"/>
                <p:nvPr/>
              </p:nvSpPr>
              <p:spPr>
                <a:xfrm>
                  <a:off x="3135685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88E50DD-DFE0-2E65-B39E-B396812FBA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685" y="2069590"/>
                  <a:ext cx="280334" cy="33855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666CE603-3E29-C019-8825-2EAEF8268F2D}"/>
                    </a:ext>
                  </a:extLst>
                </p:cNvPr>
                <p:cNvSpPr txBox="1"/>
                <p:nvPr/>
              </p:nvSpPr>
              <p:spPr>
                <a:xfrm>
                  <a:off x="3331476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666CE603-3E29-C019-8825-2EAEF8268F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1476" y="2069590"/>
                  <a:ext cx="280334" cy="33855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04FD6A51-31B5-65EF-F311-693BB186DB6B}"/>
                    </a:ext>
                  </a:extLst>
                </p:cNvPr>
                <p:cNvSpPr txBox="1"/>
                <p:nvPr/>
              </p:nvSpPr>
              <p:spPr>
                <a:xfrm>
                  <a:off x="3556901" y="20695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04FD6A51-31B5-65EF-F311-693BB186D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6901" y="2069588"/>
                  <a:ext cx="280334" cy="33855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DD13B48-63E3-BE8B-3B5E-CFABF6313BAF}"/>
                    </a:ext>
                  </a:extLst>
                </p:cNvPr>
                <p:cNvSpPr txBox="1"/>
                <p:nvPr/>
              </p:nvSpPr>
              <p:spPr>
                <a:xfrm>
                  <a:off x="2665785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DD13B48-63E3-BE8B-3B5E-CFABF6313B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785" y="2499248"/>
                  <a:ext cx="280334" cy="338554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3BCC9BDC-DB12-B657-5898-493E452C2516}"/>
                    </a:ext>
                  </a:extLst>
                </p:cNvPr>
                <p:cNvSpPr txBox="1"/>
                <p:nvPr/>
              </p:nvSpPr>
              <p:spPr>
                <a:xfrm>
                  <a:off x="2891210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3BCC9BDC-DB12-B657-5898-493E452C2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210" y="2499248"/>
                  <a:ext cx="280334" cy="338554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19F4E82E-96EA-9DD2-09FB-958F0E3E6FE1}"/>
                    </a:ext>
                  </a:extLst>
                </p:cNvPr>
                <p:cNvSpPr txBox="1"/>
                <p:nvPr/>
              </p:nvSpPr>
              <p:spPr>
                <a:xfrm>
                  <a:off x="3135685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19F4E82E-96EA-9DD2-09FB-958F0E3E6F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685" y="2499248"/>
                  <a:ext cx="280334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6F6CEFE4-9E78-6A97-E348-71FA7FF94C84}"/>
                </a:ext>
              </a:extLst>
            </p:cNvPr>
            <p:cNvSpPr/>
            <p:nvPr/>
          </p:nvSpPr>
          <p:spPr>
            <a:xfrm>
              <a:off x="2665786" y="2092107"/>
              <a:ext cx="280334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68B724D7-2ED5-B28A-F501-2172452C7DEB}"/>
                </a:ext>
              </a:extLst>
            </p:cNvPr>
            <p:cNvSpPr/>
            <p:nvPr/>
          </p:nvSpPr>
          <p:spPr>
            <a:xfrm>
              <a:off x="2680912" y="2529702"/>
              <a:ext cx="739060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6B0E91FA-19CC-9367-386C-5A62D44A93A2}"/>
                    </a:ext>
                  </a:extLst>
                </p:cNvPr>
                <p:cNvSpPr txBox="1"/>
                <p:nvPr/>
              </p:nvSpPr>
              <p:spPr>
                <a:xfrm>
                  <a:off x="3936389" y="2287715"/>
                  <a:ext cx="111817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𝒅𝒑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6B0E91FA-19CC-9367-386C-5A62D44A9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6389" y="2287715"/>
                  <a:ext cx="1118176" cy="246221"/>
                </a:xfrm>
                <a:prstGeom prst="rect">
                  <a:avLst/>
                </a:prstGeom>
                <a:blipFill>
                  <a:blip r:embed="rId28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362A289D-4DB1-0197-5E15-DA258FD46939}"/>
                </a:ext>
              </a:extLst>
            </p:cNvPr>
            <p:cNvCxnSpPr>
              <a:cxnSpLocks/>
            </p:cNvCxnSpPr>
            <p:nvPr/>
          </p:nvCxnSpPr>
          <p:spPr>
            <a:xfrm>
              <a:off x="2824997" y="2335176"/>
              <a:ext cx="0" cy="2768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8427E4AB-89B2-D6FB-0D90-39C0470633E1}"/>
              </a:ext>
            </a:extLst>
          </p:cNvPr>
          <p:cNvGrpSpPr/>
          <p:nvPr/>
        </p:nvGrpSpPr>
        <p:grpSpPr>
          <a:xfrm>
            <a:off x="5536296" y="2983168"/>
            <a:ext cx="2388780" cy="768214"/>
            <a:chOff x="2665785" y="2069588"/>
            <a:chExt cx="2388780" cy="7682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236F320A-9BB3-52A9-AB40-87016FA8CC34}"/>
                    </a:ext>
                  </a:extLst>
                </p:cNvPr>
                <p:cNvSpPr txBox="1"/>
                <p:nvPr/>
              </p:nvSpPr>
              <p:spPr>
                <a:xfrm>
                  <a:off x="2665785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236F320A-9BB3-52A9-AB40-87016FA8CC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785" y="2069590"/>
                  <a:ext cx="280334" cy="338554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2803FDB3-9E86-C659-F6BA-D8AEF0087655}"/>
                    </a:ext>
                  </a:extLst>
                </p:cNvPr>
                <p:cNvSpPr txBox="1"/>
                <p:nvPr/>
              </p:nvSpPr>
              <p:spPr>
                <a:xfrm>
                  <a:off x="2910260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2803FDB3-9E86-C659-F6BA-D8AEF00876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260" y="2069590"/>
                  <a:ext cx="280334" cy="338554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44B73CD9-26E1-A67E-32C2-3C1B31B00A84}"/>
                    </a:ext>
                  </a:extLst>
                </p:cNvPr>
                <p:cNvSpPr txBox="1"/>
                <p:nvPr/>
              </p:nvSpPr>
              <p:spPr>
                <a:xfrm>
                  <a:off x="3135685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44B73CD9-26E1-A67E-32C2-3C1B31B00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685" y="2069590"/>
                  <a:ext cx="280334" cy="338554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DE8A3631-E2E4-12A8-0A66-1A23EB1FF341}"/>
                    </a:ext>
                  </a:extLst>
                </p:cNvPr>
                <p:cNvSpPr txBox="1"/>
                <p:nvPr/>
              </p:nvSpPr>
              <p:spPr>
                <a:xfrm>
                  <a:off x="3331476" y="2069590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DE8A3631-E2E4-12A8-0A66-1A23EB1FF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1476" y="2069590"/>
                  <a:ext cx="280334" cy="338554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8667A456-EB02-95F7-CD8E-4CEEA5A9D0F1}"/>
                    </a:ext>
                  </a:extLst>
                </p:cNvPr>
                <p:cNvSpPr txBox="1"/>
                <p:nvPr/>
              </p:nvSpPr>
              <p:spPr>
                <a:xfrm>
                  <a:off x="3556901" y="20695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8667A456-EB02-95F7-CD8E-4CEEA5A9D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6901" y="2069588"/>
                  <a:ext cx="280334" cy="338554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2829BEC5-8BA2-B4F6-D20D-F4F5A1585E4D}"/>
                    </a:ext>
                  </a:extLst>
                </p:cNvPr>
                <p:cNvSpPr txBox="1"/>
                <p:nvPr/>
              </p:nvSpPr>
              <p:spPr>
                <a:xfrm>
                  <a:off x="2665785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2829BEC5-8BA2-B4F6-D20D-F4F5A1585E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785" y="2499248"/>
                  <a:ext cx="280334" cy="338554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A470F257-D42C-3727-7411-555B168A08DA}"/>
                    </a:ext>
                  </a:extLst>
                </p:cNvPr>
                <p:cNvSpPr txBox="1"/>
                <p:nvPr/>
              </p:nvSpPr>
              <p:spPr>
                <a:xfrm>
                  <a:off x="2891210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A470F257-D42C-3727-7411-555B168A08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210" y="2499248"/>
                  <a:ext cx="280334" cy="338554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DED1C7E1-5041-60B8-EC97-263C10CE4FB8}"/>
                    </a:ext>
                  </a:extLst>
                </p:cNvPr>
                <p:cNvSpPr txBox="1"/>
                <p:nvPr/>
              </p:nvSpPr>
              <p:spPr>
                <a:xfrm>
                  <a:off x="3135685" y="249924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DED1C7E1-5041-60B8-EC97-263C10CE4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685" y="2499248"/>
                  <a:ext cx="280334" cy="338554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516197AC-A5E4-3B5D-CD97-27B10FB892BF}"/>
                </a:ext>
              </a:extLst>
            </p:cNvPr>
            <p:cNvSpPr/>
            <p:nvPr/>
          </p:nvSpPr>
          <p:spPr>
            <a:xfrm>
              <a:off x="2665786" y="2092107"/>
              <a:ext cx="709986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CFD3BF0A-B79C-ED34-309D-555A0F12E059}"/>
                </a:ext>
              </a:extLst>
            </p:cNvPr>
            <p:cNvSpPr/>
            <p:nvPr/>
          </p:nvSpPr>
          <p:spPr>
            <a:xfrm>
              <a:off x="2680912" y="2529702"/>
              <a:ext cx="248937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8E305671-2EE6-3097-12B6-254DEF6F96C0}"/>
                    </a:ext>
                  </a:extLst>
                </p:cNvPr>
                <p:cNvSpPr txBox="1"/>
                <p:nvPr/>
              </p:nvSpPr>
              <p:spPr>
                <a:xfrm>
                  <a:off x="3936389" y="2287715"/>
                  <a:ext cx="111817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𝒅𝒑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8E305671-2EE6-3097-12B6-254DEF6F96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6389" y="2287715"/>
                  <a:ext cx="1118176" cy="246221"/>
                </a:xfrm>
                <a:prstGeom prst="rect">
                  <a:avLst/>
                </a:prstGeom>
                <a:blipFill>
                  <a:blip r:embed="rId37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CC1DFE07-771C-D3FB-E330-04DDFC5E7FA9}"/>
                </a:ext>
              </a:extLst>
            </p:cNvPr>
            <p:cNvCxnSpPr>
              <a:cxnSpLocks/>
            </p:cNvCxnSpPr>
            <p:nvPr/>
          </p:nvCxnSpPr>
          <p:spPr>
            <a:xfrm>
              <a:off x="2824997" y="2335176"/>
              <a:ext cx="0" cy="2768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AA77A515-079D-2D37-612E-400A2E75DB3F}"/>
              </a:ext>
            </a:extLst>
          </p:cNvPr>
          <p:cNvCxnSpPr>
            <a:cxnSpLocks/>
          </p:cNvCxnSpPr>
          <p:nvPr/>
        </p:nvCxnSpPr>
        <p:spPr>
          <a:xfrm flipH="1">
            <a:off x="2586731" y="2906920"/>
            <a:ext cx="5450252" cy="1674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0512E46-44C2-50F1-E3DB-E4075E3151AD}"/>
              </a:ext>
            </a:extLst>
          </p:cNvPr>
          <p:cNvCxnSpPr>
            <a:cxnSpLocks/>
          </p:cNvCxnSpPr>
          <p:nvPr/>
        </p:nvCxnSpPr>
        <p:spPr>
          <a:xfrm flipH="1" flipV="1">
            <a:off x="5175138" y="2043368"/>
            <a:ext cx="16569" cy="180614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BE92D14-DB90-2AE8-10FB-F81A28470BC5}"/>
              </a:ext>
            </a:extLst>
          </p:cNvPr>
          <p:cNvSpPr txBox="1"/>
          <p:nvPr/>
        </p:nvSpPr>
        <p:spPr>
          <a:xfrm>
            <a:off x="2761658" y="2343373"/>
            <a:ext cx="2857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/>
              <a:t>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41DF7F-0027-CAB3-66C9-5B4EE0738C2B}"/>
              </a:ext>
            </a:extLst>
          </p:cNvPr>
          <p:cNvSpPr txBox="1"/>
          <p:nvPr/>
        </p:nvSpPr>
        <p:spPr>
          <a:xfrm>
            <a:off x="3090972" y="2343751"/>
            <a:ext cx="2857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/>
              <a:t>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A46837-7CF3-A241-0821-34C9AAE23EAE}"/>
              </a:ext>
            </a:extLst>
          </p:cNvPr>
          <p:cNvSpPr txBox="1"/>
          <p:nvPr/>
        </p:nvSpPr>
        <p:spPr>
          <a:xfrm>
            <a:off x="3413445" y="2343596"/>
            <a:ext cx="2857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/>
              <a:t>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2FDA8E-A11E-3CB7-6C81-14C273DACB5F}"/>
              </a:ext>
            </a:extLst>
          </p:cNvPr>
          <p:cNvSpPr txBox="1"/>
          <p:nvPr/>
        </p:nvSpPr>
        <p:spPr>
          <a:xfrm>
            <a:off x="2812176" y="3275534"/>
            <a:ext cx="2857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/>
              <a:t>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8297EE-771D-9FF8-8C67-39C8771AE77A}"/>
              </a:ext>
            </a:extLst>
          </p:cNvPr>
          <p:cNvSpPr txBox="1"/>
          <p:nvPr/>
        </p:nvSpPr>
        <p:spPr>
          <a:xfrm>
            <a:off x="3132840" y="3275000"/>
            <a:ext cx="2857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/>
              <a:t>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0DCC06-BE4D-8A18-EA35-E58FA58FC617}"/>
              </a:ext>
            </a:extLst>
          </p:cNvPr>
          <p:cNvSpPr txBox="1"/>
          <p:nvPr/>
        </p:nvSpPr>
        <p:spPr>
          <a:xfrm>
            <a:off x="5449741" y="2325018"/>
            <a:ext cx="2857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/>
              <a:t>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13423F-DB44-94DB-3AC4-D150D0E7C093}"/>
              </a:ext>
            </a:extLst>
          </p:cNvPr>
          <p:cNvSpPr txBox="1"/>
          <p:nvPr/>
        </p:nvSpPr>
        <p:spPr>
          <a:xfrm>
            <a:off x="5459543" y="3259974"/>
            <a:ext cx="2857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dirty="0"/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11515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E72F9-0190-DD05-2642-F0499AAB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9227FCB-39E1-0F9D-81F0-8FB82E95D507}"/>
              </a:ext>
            </a:extLst>
          </p:cNvPr>
          <p:cNvGrpSpPr/>
          <p:nvPr/>
        </p:nvGrpSpPr>
        <p:grpSpPr>
          <a:xfrm>
            <a:off x="2612456" y="2319790"/>
            <a:ext cx="1205729" cy="1068345"/>
            <a:chOff x="2612456" y="2319790"/>
            <a:chExt cx="1205729" cy="10683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ED36601-7DC8-19FA-1F5B-29CD17FA6E90}"/>
                    </a:ext>
                  </a:extLst>
                </p:cNvPr>
                <p:cNvSpPr txBox="1"/>
                <p:nvPr/>
              </p:nvSpPr>
              <p:spPr>
                <a:xfrm>
                  <a:off x="2646735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ED36601-7DC8-19FA-1F5B-29CD17FA6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6735" y="2619923"/>
                  <a:ext cx="280334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823DF01-5BE5-BC21-47C1-EDB7B5332E67}"/>
                    </a:ext>
                  </a:extLst>
                </p:cNvPr>
                <p:cNvSpPr txBox="1"/>
                <p:nvPr/>
              </p:nvSpPr>
              <p:spPr>
                <a:xfrm>
                  <a:off x="2891210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823DF01-5BE5-BC21-47C1-EDB7B5332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210" y="2619923"/>
                  <a:ext cx="280334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0EDBC6D7-53DB-691A-5E06-DFDD1392F997}"/>
                    </a:ext>
                  </a:extLst>
                </p:cNvPr>
                <p:cNvSpPr txBox="1"/>
                <p:nvPr/>
              </p:nvSpPr>
              <p:spPr>
                <a:xfrm>
                  <a:off x="3116635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0EDBC6D7-53DB-691A-5E06-DFDD1392F9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5" y="2619923"/>
                  <a:ext cx="280334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EF943BFE-7B43-433F-5E74-275A6663BBA3}"/>
                    </a:ext>
                  </a:extLst>
                </p:cNvPr>
                <p:cNvSpPr txBox="1"/>
                <p:nvPr/>
              </p:nvSpPr>
              <p:spPr>
                <a:xfrm>
                  <a:off x="3312426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EF943BFE-7B43-433F-5E74-275A6663BB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426" y="2619923"/>
                  <a:ext cx="2803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97270C5-4AFE-31B7-E9E9-C5CEE0780DF6}"/>
                    </a:ext>
                  </a:extLst>
                </p:cNvPr>
                <p:cNvSpPr txBox="1"/>
                <p:nvPr/>
              </p:nvSpPr>
              <p:spPr>
                <a:xfrm>
                  <a:off x="3537851" y="261992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97270C5-4AFE-31B7-E9E9-C5CEE0780D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7851" y="2619921"/>
                  <a:ext cx="2803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E8C607FF-561F-D2FA-09E5-EF214F38DA72}"/>
                    </a:ext>
                  </a:extLst>
                </p:cNvPr>
                <p:cNvSpPr txBox="1"/>
                <p:nvPr/>
              </p:nvSpPr>
              <p:spPr>
                <a:xfrm>
                  <a:off x="2646735" y="304958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E8C607FF-561F-D2FA-09E5-EF214F38DA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6735" y="3049581"/>
                  <a:ext cx="280334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387D472-8E2D-7429-93F3-4B8F315CC201}"/>
                    </a:ext>
                  </a:extLst>
                </p:cNvPr>
                <p:cNvSpPr txBox="1"/>
                <p:nvPr/>
              </p:nvSpPr>
              <p:spPr>
                <a:xfrm>
                  <a:off x="2872160" y="304958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387D472-8E2D-7429-93F3-4B8F315CC2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2160" y="3049581"/>
                  <a:ext cx="2803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3BF7CBD-5A8E-29BF-E427-F71015CECB36}"/>
                    </a:ext>
                  </a:extLst>
                </p:cNvPr>
                <p:cNvSpPr txBox="1"/>
                <p:nvPr/>
              </p:nvSpPr>
              <p:spPr>
                <a:xfrm>
                  <a:off x="3116635" y="304958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3BF7CBD-5A8E-29BF-E427-F71015CEC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5" y="3049581"/>
                  <a:ext cx="2803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5E9F4E95-2B51-5C35-3BE6-0D8C6BA8458C}"/>
                </a:ext>
              </a:extLst>
            </p:cNvPr>
            <p:cNvSpPr/>
            <p:nvPr/>
          </p:nvSpPr>
          <p:spPr>
            <a:xfrm>
              <a:off x="2646735" y="2642440"/>
              <a:ext cx="1171450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93AD4DC7-2C5C-B34E-19A0-4D3745247380}"/>
                </a:ext>
              </a:extLst>
            </p:cNvPr>
            <p:cNvSpPr/>
            <p:nvPr/>
          </p:nvSpPr>
          <p:spPr>
            <a:xfrm>
              <a:off x="2657910" y="3084269"/>
              <a:ext cx="739060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00622BB2-50A7-26D7-F2D3-6FF672387D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9424" y="2885509"/>
              <a:ext cx="371098" cy="2768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>
              <a:extLst>
                <a:ext uri="{FF2B5EF4-FFF2-40B4-BE49-F238E27FC236}">
                  <a16:creationId xmlns:a16="http://schemas.microsoft.com/office/drawing/2014/main" id="{DDC73E57-6D9A-2A82-80A7-80316CFF7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3434" y="2885509"/>
              <a:ext cx="223368" cy="2768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34BFC53-CE8E-E4EF-D438-FF7763D3442B}"/>
                </a:ext>
              </a:extLst>
            </p:cNvPr>
            <p:cNvSpPr txBox="1"/>
            <p:nvPr/>
          </p:nvSpPr>
          <p:spPr>
            <a:xfrm>
              <a:off x="2612456" y="2319790"/>
              <a:ext cx="7190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/>
                <a:t>正常情况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FFDEF3F-44FB-0F99-0E93-977A091BF910}"/>
              </a:ext>
            </a:extLst>
          </p:cNvPr>
          <p:cNvGrpSpPr/>
          <p:nvPr/>
        </p:nvGrpSpPr>
        <p:grpSpPr>
          <a:xfrm>
            <a:off x="4184492" y="2309473"/>
            <a:ext cx="1205729" cy="1068345"/>
            <a:chOff x="2612456" y="2319790"/>
            <a:chExt cx="1205729" cy="10683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52AF151F-CE5F-337C-BA67-87C8ED8F668C}"/>
                    </a:ext>
                  </a:extLst>
                </p:cNvPr>
                <p:cNvSpPr txBox="1"/>
                <p:nvPr/>
              </p:nvSpPr>
              <p:spPr>
                <a:xfrm>
                  <a:off x="2646735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52AF151F-CE5F-337C-BA67-87C8ED8F6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6735" y="2619923"/>
                  <a:ext cx="2803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D77AEAA-65DB-6682-E7E3-F8A803132CAC}"/>
                    </a:ext>
                  </a:extLst>
                </p:cNvPr>
                <p:cNvSpPr txBox="1"/>
                <p:nvPr/>
              </p:nvSpPr>
              <p:spPr>
                <a:xfrm>
                  <a:off x="2891210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D77AEAA-65DB-6682-E7E3-F8A803132C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210" y="2619923"/>
                  <a:ext cx="280334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AD44F9E-C315-C94E-2D28-595F1D8C96B3}"/>
                    </a:ext>
                  </a:extLst>
                </p:cNvPr>
                <p:cNvSpPr txBox="1"/>
                <p:nvPr/>
              </p:nvSpPr>
              <p:spPr>
                <a:xfrm>
                  <a:off x="3116635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AD44F9E-C315-C94E-2D28-595F1D8C96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5" y="2619923"/>
                  <a:ext cx="280334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946D8207-97D2-E619-E39C-B3D2588B7F58}"/>
                    </a:ext>
                  </a:extLst>
                </p:cNvPr>
                <p:cNvSpPr txBox="1"/>
                <p:nvPr/>
              </p:nvSpPr>
              <p:spPr>
                <a:xfrm>
                  <a:off x="3312426" y="2619923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946D8207-97D2-E619-E39C-B3D2588B7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426" y="2619923"/>
                  <a:ext cx="280334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D5CDAB7-664A-437B-08D7-1A86CE114642}"/>
                    </a:ext>
                  </a:extLst>
                </p:cNvPr>
                <p:cNvSpPr txBox="1"/>
                <p:nvPr/>
              </p:nvSpPr>
              <p:spPr>
                <a:xfrm>
                  <a:off x="3537851" y="261992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D5CDAB7-664A-437B-08D7-1A86CE114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7851" y="2619921"/>
                  <a:ext cx="280334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15B1470-1057-B1DA-422F-F6D83C66600D}"/>
                    </a:ext>
                  </a:extLst>
                </p:cNvPr>
                <p:cNvSpPr txBox="1"/>
                <p:nvPr/>
              </p:nvSpPr>
              <p:spPr>
                <a:xfrm>
                  <a:off x="2646735" y="304958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15B1470-1057-B1DA-422F-F6D83C666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6735" y="3049581"/>
                  <a:ext cx="280334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CEC9722-8E71-F2CB-EDB9-E43CC0FEEC80}"/>
                    </a:ext>
                  </a:extLst>
                </p:cNvPr>
                <p:cNvSpPr txBox="1"/>
                <p:nvPr/>
              </p:nvSpPr>
              <p:spPr>
                <a:xfrm>
                  <a:off x="2872160" y="304958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CEC9722-8E71-F2CB-EDB9-E43CC0FEEC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2160" y="3049581"/>
                  <a:ext cx="280334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6FD82FB-D220-9A0F-07B3-130BF6FBD5AF}"/>
                    </a:ext>
                  </a:extLst>
                </p:cNvPr>
                <p:cNvSpPr txBox="1"/>
                <p:nvPr/>
              </p:nvSpPr>
              <p:spPr>
                <a:xfrm>
                  <a:off x="3116635" y="3049581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6FD82FB-D220-9A0F-07B3-130BF6FBD5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635" y="3049581"/>
                  <a:ext cx="280334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F2365DF-7A67-6D4D-4F69-C814A7D20607}"/>
                </a:ext>
              </a:extLst>
            </p:cNvPr>
            <p:cNvSpPr/>
            <p:nvPr/>
          </p:nvSpPr>
          <p:spPr>
            <a:xfrm>
              <a:off x="2646735" y="2642440"/>
              <a:ext cx="946025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34F2D646-F9A0-6C71-7D7F-3862E9E8E020}"/>
                </a:ext>
              </a:extLst>
            </p:cNvPr>
            <p:cNvSpPr/>
            <p:nvPr/>
          </p:nvSpPr>
          <p:spPr>
            <a:xfrm>
              <a:off x="2657910" y="3084269"/>
              <a:ext cx="739060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4810EB6-F1B7-63DA-BBF5-6B67F5A074F4}"/>
                </a:ext>
              </a:extLst>
            </p:cNvPr>
            <p:cNvSpPr txBox="1"/>
            <p:nvPr/>
          </p:nvSpPr>
          <p:spPr>
            <a:xfrm>
              <a:off x="2612456" y="2319790"/>
              <a:ext cx="11177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/>
                <a:t>如果</a:t>
              </a:r>
              <a:r>
                <a:rPr lang="zh-CN" altLang="en-US" sz="1000" b="1" dirty="0">
                  <a:solidFill>
                    <a:srgbClr val="FF0000"/>
                  </a:solidFill>
                </a:rPr>
                <a:t>故意</a:t>
              </a:r>
              <a:r>
                <a:rPr lang="zh-CN" altLang="en-US" sz="1000" b="1" dirty="0"/>
                <a:t>不匹配</a:t>
              </a:r>
            </a:p>
          </p:txBody>
        </p:sp>
      </p:grp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3D02DC1-5641-2C09-9E86-C2D3B91A5DEA}"/>
              </a:ext>
            </a:extLst>
          </p:cNvPr>
          <p:cNvCxnSpPr>
            <a:cxnSpLocks/>
          </p:cNvCxnSpPr>
          <p:nvPr/>
        </p:nvCxnSpPr>
        <p:spPr>
          <a:xfrm flipV="1">
            <a:off x="4828838" y="2854893"/>
            <a:ext cx="0" cy="30748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171499CF-81EE-907B-231F-47B494FEEBA7}"/>
              </a:ext>
            </a:extLst>
          </p:cNvPr>
          <p:cNvCxnSpPr>
            <a:cxnSpLocks/>
          </p:cNvCxnSpPr>
          <p:nvPr/>
        </p:nvCxnSpPr>
        <p:spPr>
          <a:xfrm flipH="1">
            <a:off x="4574542" y="2863638"/>
            <a:ext cx="223368" cy="27686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87A27F8-A6E4-019F-13F7-FE4AB84868C4}"/>
              </a:ext>
            </a:extLst>
          </p:cNvPr>
          <p:cNvCxnSpPr>
            <a:cxnSpLocks/>
          </p:cNvCxnSpPr>
          <p:nvPr/>
        </p:nvCxnSpPr>
        <p:spPr>
          <a:xfrm flipH="1" flipV="1">
            <a:off x="4651978" y="2948156"/>
            <a:ext cx="64147" cy="8593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15B3630-BEBE-3923-C6B5-FE12C91725F6}"/>
              </a:ext>
            </a:extLst>
          </p:cNvPr>
          <p:cNvCxnSpPr>
            <a:cxnSpLocks/>
          </p:cNvCxnSpPr>
          <p:nvPr/>
        </p:nvCxnSpPr>
        <p:spPr>
          <a:xfrm flipV="1">
            <a:off x="4630798" y="2947121"/>
            <a:ext cx="99688" cy="10061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6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063A1-B9CC-CB17-15A9-E19CEA51D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146697F-FADC-098F-1977-B3DF989D53F1}"/>
                  </a:ext>
                </a:extLst>
              </p:cNvPr>
              <p:cNvSpPr txBox="1"/>
              <p:nvPr/>
            </p:nvSpPr>
            <p:spPr>
              <a:xfrm>
                <a:off x="2195885" y="1572173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146697F-FADC-098F-1977-B3DF989D5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885" y="1572173"/>
                <a:ext cx="280334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46B387D-DD46-A706-509C-5E59A2389C5B}"/>
                  </a:ext>
                </a:extLst>
              </p:cNvPr>
              <p:cNvSpPr txBox="1"/>
              <p:nvPr/>
            </p:nvSpPr>
            <p:spPr>
              <a:xfrm>
                <a:off x="2440360" y="1572173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46B387D-DD46-A706-509C-5E59A2389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360" y="1572173"/>
                <a:ext cx="280334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74555AA-EA5E-1DB3-E41C-70F0234F0362}"/>
                  </a:ext>
                </a:extLst>
              </p:cNvPr>
              <p:cNvSpPr txBox="1"/>
              <p:nvPr/>
            </p:nvSpPr>
            <p:spPr>
              <a:xfrm>
                <a:off x="2665785" y="1572173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74555AA-EA5E-1DB3-E41C-70F0234F0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785" y="1572173"/>
                <a:ext cx="280334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AED08D2-C1B3-A01C-926F-6E1D7D4C8317}"/>
                  </a:ext>
                </a:extLst>
              </p:cNvPr>
              <p:cNvSpPr txBox="1"/>
              <p:nvPr/>
            </p:nvSpPr>
            <p:spPr>
              <a:xfrm>
                <a:off x="2861576" y="1572173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AED08D2-C1B3-A01C-926F-6E1D7D4C8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576" y="1572173"/>
                <a:ext cx="280334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46078C5-4E44-3C6C-5D92-89927D05F314}"/>
                  </a:ext>
                </a:extLst>
              </p:cNvPr>
              <p:cNvSpPr txBox="1"/>
              <p:nvPr/>
            </p:nvSpPr>
            <p:spPr>
              <a:xfrm>
                <a:off x="3087001" y="1572171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46078C5-4E44-3C6C-5D92-89927D05F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001" y="1572171"/>
                <a:ext cx="28033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A0B71422-C9EF-07E7-2C76-0608302C0808}"/>
              </a:ext>
            </a:extLst>
          </p:cNvPr>
          <p:cNvSpPr/>
          <p:nvPr/>
        </p:nvSpPr>
        <p:spPr>
          <a:xfrm>
            <a:off x="2195885" y="1594690"/>
            <a:ext cx="1171450" cy="29351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9D5909E-D71A-6FB4-0672-3C4DE42CDF6E}"/>
              </a:ext>
            </a:extLst>
          </p:cNvPr>
          <p:cNvGrpSpPr/>
          <p:nvPr/>
        </p:nvGrpSpPr>
        <p:grpSpPr>
          <a:xfrm>
            <a:off x="2223402" y="2062835"/>
            <a:ext cx="750235" cy="338554"/>
            <a:chOff x="2221285" y="1980285"/>
            <a:chExt cx="750235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8F53EA6B-1364-54E8-F4D5-C867472E9154}"/>
                    </a:ext>
                  </a:extLst>
                </p:cNvPr>
                <p:cNvSpPr txBox="1"/>
                <p:nvPr/>
              </p:nvSpPr>
              <p:spPr>
                <a:xfrm>
                  <a:off x="2221285" y="1980285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8F53EA6B-1364-54E8-F4D5-C867472E9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1285" y="1980285"/>
                  <a:ext cx="280334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74B1982B-0122-C335-502D-433D2ADDF694}"/>
                    </a:ext>
                  </a:extLst>
                </p:cNvPr>
                <p:cNvSpPr txBox="1"/>
                <p:nvPr/>
              </p:nvSpPr>
              <p:spPr>
                <a:xfrm>
                  <a:off x="2446710" y="1980285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74B1982B-0122-C335-502D-433D2ADDF6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6710" y="1980285"/>
                  <a:ext cx="2803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97FCC93-518B-43CD-0C63-A6610D531A79}"/>
                    </a:ext>
                  </a:extLst>
                </p:cNvPr>
                <p:cNvSpPr txBox="1"/>
                <p:nvPr/>
              </p:nvSpPr>
              <p:spPr>
                <a:xfrm>
                  <a:off x="2691185" y="1980285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97FCC93-518B-43CD-0C63-A6610D531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1185" y="1980285"/>
                  <a:ext cx="2803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C4EDDE9B-E54E-6E36-9F69-A51D42512A97}"/>
                </a:ext>
              </a:extLst>
            </p:cNvPr>
            <p:cNvSpPr/>
            <p:nvPr/>
          </p:nvSpPr>
          <p:spPr>
            <a:xfrm>
              <a:off x="2232460" y="2014973"/>
              <a:ext cx="739060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FAC9CE4E-4790-A7FA-BC25-594A0610305B}"/>
              </a:ext>
            </a:extLst>
          </p:cNvPr>
          <p:cNvCxnSpPr>
            <a:cxnSpLocks/>
          </p:cNvCxnSpPr>
          <p:nvPr/>
        </p:nvCxnSpPr>
        <p:spPr>
          <a:xfrm flipH="1">
            <a:off x="2870043" y="1837759"/>
            <a:ext cx="339629" cy="333941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EB9B36F-DD97-4898-32C4-874D5BE4DAE9}"/>
              </a:ext>
            </a:extLst>
          </p:cNvPr>
          <p:cNvCxnSpPr>
            <a:cxnSpLocks/>
          </p:cNvCxnSpPr>
          <p:nvPr/>
        </p:nvCxnSpPr>
        <p:spPr>
          <a:xfrm>
            <a:off x="2814432" y="1819811"/>
            <a:ext cx="28094" cy="383639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E0D857B-F449-1116-7AC0-FFB7EB49DDCB}"/>
              </a:ext>
            </a:extLst>
          </p:cNvPr>
          <p:cNvCxnSpPr>
            <a:cxnSpLocks/>
          </p:cNvCxnSpPr>
          <p:nvPr/>
        </p:nvCxnSpPr>
        <p:spPr>
          <a:xfrm>
            <a:off x="2357514" y="1812909"/>
            <a:ext cx="461845" cy="38355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形 11" descr="复选标记 纯色填充">
            <a:extLst>
              <a:ext uri="{FF2B5EF4-FFF2-40B4-BE49-F238E27FC236}">
                <a16:creationId xmlns:a16="http://schemas.microsoft.com/office/drawing/2014/main" id="{CD5FC8E4-EA63-C4EC-C357-A5BCD894A0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67829" y="1975595"/>
            <a:ext cx="131233" cy="13123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DB156F2-E367-7D07-9251-5F09F3D37BEE}"/>
              </a:ext>
            </a:extLst>
          </p:cNvPr>
          <p:cNvSpPr txBox="1"/>
          <p:nvPr/>
        </p:nvSpPr>
        <p:spPr>
          <a:xfrm>
            <a:off x="2126392" y="1285036"/>
            <a:ext cx="26784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/>
              <a:t>贪心</a:t>
            </a:r>
            <a:r>
              <a:rPr lang="en-US" altLang="zh-CN" sz="900" b="1" dirty="0"/>
              <a:t>:</a:t>
            </a:r>
            <a:r>
              <a:rPr lang="zh-CN" altLang="en-US" sz="900" b="1" dirty="0"/>
              <a:t>多个可以匹配的情况</a:t>
            </a:r>
            <a:r>
              <a:rPr lang="en-US" altLang="zh-CN" sz="900" b="1" dirty="0"/>
              <a:t>,</a:t>
            </a:r>
            <a:r>
              <a:rPr lang="zh-CN" altLang="en-US" sz="900" b="1" dirty="0"/>
              <a:t>匹配最后一个</a:t>
            </a:r>
          </a:p>
        </p:txBody>
      </p:sp>
    </p:spTree>
    <p:extLst>
      <p:ext uri="{BB962C8B-B14F-4D97-AF65-F5344CB8AC3E}">
        <p14:creationId xmlns:p14="http://schemas.microsoft.com/office/powerpoint/2010/main" val="4089826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578FF-9C66-CCEB-18F4-853E7864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48A988DE-E4A6-0343-2677-F89D0EC49601}"/>
                  </a:ext>
                </a:extLst>
              </p:cNvPr>
              <p:cNvSpPr txBox="1"/>
              <p:nvPr/>
            </p:nvSpPr>
            <p:spPr>
              <a:xfrm>
                <a:off x="3353333" y="2672470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48A988DE-E4A6-0343-2677-F89D0EC49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333" y="2672470"/>
                <a:ext cx="280334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CE4485A-D719-3B2A-DF5B-3A92310DCBDA}"/>
                  </a:ext>
                </a:extLst>
              </p:cNvPr>
              <p:cNvSpPr txBox="1"/>
              <p:nvPr/>
            </p:nvSpPr>
            <p:spPr>
              <a:xfrm>
                <a:off x="3597808" y="2672470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CE4485A-D719-3B2A-DF5B-3A92310DC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808" y="2672470"/>
                <a:ext cx="280334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C4706AA-EAE7-021A-A5B5-35B478D97570}"/>
                  </a:ext>
                </a:extLst>
              </p:cNvPr>
              <p:cNvSpPr txBox="1"/>
              <p:nvPr/>
            </p:nvSpPr>
            <p:spPr>
              <a:xfrm>
                <a:off x="3823233" y="2672470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C4706AA-EAE7-021A-A5B5-35B478D97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233" y="2672470"/>
                <a:ext cx="280334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E108A71-4B10-9278-1B60-C3ABD7FF3B45}"/>
                  </a:ext>
                </a:extLst>
              </p:cNvPr>
              <p:cNvSpPr txBox="1"/>
              <p:nvPr/>
            </p:nvSpPr>
            <p:spPr>
              <a:xfrm>
                <a:off x="4019024" y="2672470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E108A71-4B10-9278-1B60-C3ABD7FF3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024" y="2672470"/>
                <a:ext cx="280334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E9CFE44F-9C19-879E-9A02-1ECEC998B91E}"/>
                  </a:ext>
                </a:extLst>
              </p:cNvPr>
              <p:cNvSpPr txBox="1"/>
              <p:nvPr/>
            </p:nvSpPr>
            <p:spPr>
              <a:xfrm>
                <a:off x="4244449" y="2672468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E9CFE44F-9C19-879E-9A02-1ECEC998B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449" y="2672468"/>
                <a:ext cx="28033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D3A9911C-B2E3-19F0-959D-163A938BF2DF}"/>
              </a:ext>
            </a:extLst>
          </p:cNvPr>
          <p:cNvSpPr/>
          <p:nvPr/>
        </p:nvSpPr>
        <p:spPr>
          <a:xfrm>
            <a:off x="3353333" y="2694987"/>
            <a:ext cx="1171450" cy="293516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02B1321-2A4D-C823-9AEE-CC029CEF95F4}"/>
              </a:ext>
            </a:extLst>
          </p:cNvPr>
          <p:cNvGrpSpPr/>
          <p:nvPr/>
        </p:nvGrpSpPr>
        <p:grpSpPr>
          <a:xfrm>
            <a:off x="3353332" y="3057298"/>
            <a:ext cx="750235" cy="338554"/>
            <a:chOff x="2221285" y="1980285"/>
            <a:chExt cx="750235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F9269E30-EDBD-6703-C953-ADCB597C3CC4}"/>
                    </a:ext>
                  </a:extLst>
                </p:cNvPr>
                <p:cNvSpPr txBox="1"/>
                <p:nvPr/>
              </p:nvSpPr>
              <p:spPr>
                <a:xfrm>
                  <a:off x="2221285" y="1980285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F9269E30-EDBD-6703-C953-ADCB597C3C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1285" y="1980285"/>
                  <a:ext cx="280334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1FBE9F2D-55D1-47BB-FA3B-7652E400E20A}"/>
                    </a:ext>
                  </a:extLst>
                </p:cNvPr>
                <p:cNvSpPr txBox="1"/>
                <p:nvPr/>
              </p:nvSpPr>
              <p:spPr>
                <a:xfrm>
                  <a:off x="2446710" y="1980285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1FBE9F2D-55D1-47BB-FA3B-7652E400E2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6710" y="1980285"/>
                  <a:ext cx="2803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97479707-EAC9-282B-EB40-9E6FCA53552E}"/>
                    </a:ext>
                  </a:extLst>
                </p:cNvPr>
                <p:cNvSpPr txBox="1"/>
                <p:nvPr/>
              </p:nvSpPr>
              <p:spPr>
                <a:xfrm>
                  <a:off x="2691185" y="1980285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97479707-EAC9-282B-EB40-9E6FCA5355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1185" y="1980285"/>
                  <a:ext cx="2803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3AD4D4CD-3BB7-1900-E087-B347080CD55C}"/>
                </a:ext>
              </a:extLst>
            </p:cNvPr>
            <p:cNvSpPr/>
            <p:nvPr/>
          </p:nvSpPr>
          <p:spPr>
            <a:xfrm>
              <a:off x="2232460" y="2014973"/>
              <a:ext cx="739060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左大括号 1">
            <a:extLst>
              <a:ext uri="{FF2B5EF4-FFF2-40B4-BE49-F238E27FC236}">
                <a16:creationId xmlns:a16="http://schemas.microsoft.com/office/drawing/2014/main" id="{587AC4C4-11A0-03C2-51F5-6D25164E31CA}"/>
              </a:ext>
            </a:extLst>
          </p:cNvPr>
          <p:cNvSpPr/>
          <p:nvPr/>
        </p:nvSpPr>
        <p:spPr>
          <a:xfrm>
            <a:off x="4610060" y="1145245"/>
            <a:ext cx="404283" cy="3924377"/>
          </a:xfrm>
          <a:prstGeom prst="leftBrace">
            <a:avLst>
              <a:gd name="adj1" fmla="val 4864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69C29A0-FF53-BD86-1BEE-C056AC8D20F8}"/>
              </a:ext>
            </a:extLst>
          </p:cNvPr>
          <p:cNvCxnSpPr>
            <a:cxnSpLocks/>
          </p:cNvCxnSpPr>
          <p:nvPr/>
        </p:nvCxnSpPr>
        <p:spPr>
          <a:xfrm flipH="1">
            <a:off x="5014343" y="2618828"/>
            <a:ext cx="359368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C4565F1D-AC0F-C820-5F53-CFBB8ABC24BF}"/>
              </a:ext>
            </a:extLst>
          </p:cNvPr>
          <p:cNvGrpSpPr/>
          <p:nvPr/>
        </p:nvGrpSpPr>
        <p:grpSpPr>
          <a:xfrm>
            <a:off x="5183676" y="1058903"/>
            <a:ext cx="3003170" cy="1184817"/>
            <a:chOff x="3113582" y="414355"/>
            <a:chExt cx="3003170" cy="1184817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6683ED63-1F73-CDBE-6885-FD2E6256515D}"/>
                </a:ext>
              </a:extLst>
            </p:cNvPr>
            <p:cNvGrpSpPr/>
            <p:nvPr/>
          </p:nvGrpSpPr>
          <p:grpSpPr>
            <a:xfrm>
              <a:off x="3113582" y="875274"/>
              <a:ext cx="1133510" cy="723898"/>
              <a:chOff x="1408484" y="1641507"/>
              <a:chExt cx="1133510" cy="7238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57B90845-BA15-9F54-FD2C-1BD5055EBB75}"/>
                      </a:ext>
                    </a:extLst>
                  </p:cNvPr>
                  <p:cNvSpPr txBox="1"/>
                  <p:nvPr/>
                </p:nvSpPr>
                <p:spPr>
                  <a:xfrm>
                    <a:off x="1408485" y="1642023"/>
                    <a:ext cx="2803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57B90845-BA15-9F54-FD2C-1BD5055EBB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8485" y="1642023"/>
                    <a:ext cx="280334" cy="33855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8A5D4D1A-450E-1E4E-D4FC-A036985F3182}"/>
                      </a:ext>
                    </a:extLst>
                  </p:cNvPr>
                  <p:cNvSpPr txBox="1"/>
                  <p:nvPr/>
                </p:nvSpPr>
                <p:spPr>
                  <a:xfrm>
                    <a:off x="1652960" y="1642023"/>
                    <a:ext cx="2803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8A5D4D1A-450E-1E4E-D4FC-A036985F31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2960" y="1642023"/>
                    <a:ext cx="280334" cy="33855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896EA8E9-85BE-4A7A-368D-8CB7D80D1C7D}"/>
                      </a:ext>
                    </a:extLst>
                  </p:cNvPr>
                  <p:cNvSpPr txBox="1"/>
                  <p:nvPr/>
                </p:nvSpPr>
                <p:spPr>
                  <a:xfrm>
                    <a:off x="1878385" y="1642023"/>
                    <a:ext cx="2803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896EA8E9-85BE-4A7A-368D-8CB7D80D1C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78385" y="1642023"/>
                    <a:ext cx="280334" cy="33855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705E9E33-B263-C4F2-ACD2-6A42D4ABCF2B}"/>
                      </a:ext>
                    </a:extLst>
                  </p:cNvPr>
                  <p:cNvSpPr txBox="1"/>
                  <p:nvPr/>
                </p:nvSpPr>
                <p:spPr>
                  <a:xfrm>
                    <a:off x="2074176" y="1642023"/>
                    <a:ext cx="2803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705E9E33-B263-C4F2-ACD2-6A42D4ABCF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74176" y="1642023"/>
                    <a:ext cx="280334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B7EFECB9-F46D-4911-E0A3-0646F195C202}"/>
                      </a:ext>
                    </a:extLst>
                  </p:cNvPr>
                  <p:cNvSpPr txBox="1"/>
                  <p:nvPr/>
                </p:nvSpPr>
                <p:spPr>
                  <a:xfrm>
                    <a:off x="2261660" y="1641507"/>
                    <a:ext cx="2803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B7EFECB9-F46D-4911-E0A3-0646F195C2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61660" y="1641507"/>
                    <a:ext cx="280334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96CF8BFB-4E11-5C37-7118-13D96D740D3C}"/>
                  </a:ext>
                </a:extLst>
              </p:cNvPr>
              <p:cNvSpPr/>
              <p:nvPr/>
            </p:nvSpPr>
            <p:spPr>
              <a:xfrm>
                <a:off x="1408486" y="1664540"/>
                <a:ext cx="1074414" cy="293516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5523DD4D-A29F-BC17-06FF-670F8043754A}"/>
                  </a:ext>
                </a:extLst>
              </p:cNvPr>
              <p:cNvGrpSpPr/>
              <p:nvPr/>
            </p:nvGrpSpPr>
            <p:grpSpPr>
              <a:xfrm>
                <a:off x="1408484" y="2026851"/>
                <a:ext cx="750235" cy="338554"/>
                <a:chOff x="2221285" y="1980285"/>
                <a:chExt cx="750235" cy="33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文本框 24">
                      <a:extLst>
                        <a:ext uri="{FF2B5EF4-FFF2-40B4-BE49-F238E27FC236}">
                          <a16:creationId xmlns:a16="http://schemas.microsoft.com/office/drawing/2014/main" id="{7538AA79-DDC3-92AB-8FD7-02EB52A9B0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21285" y="1980285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文本框 24">
                      <a:extLst>
                        <a:ext uri="{FF2B5EF4-FFF2-40B4-BE49-F238E27FC236}">
                          <a16:creationId xmlns:a16="http://schemas.microsoft.com/office/drawing/2014/main" id="{7538AA79-DDC3-92AB-8FD7-02EB52A9B00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21285" y="1980285"/>
                      <a:ext cx="280334" cy="33855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文本框 25">
                      <a:extLst>
                        <a:ext uri="{FF2B5EF4-FFF2-40B4-BE49-F238E27FC236}">
                          <a16:creationId xmlns:a16="http://schemas.microsoft.com/office/drawing/2014/main" id="{A3FE4637-366D-5712-7A64-0E43A5F68A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46710" y="1980285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6" name="文本框 25">
                      <a:extLst>
                        <a:ext uri="{FF2B5EF4-FFF2-40B4-BE49-F238E27FC236}">
                          <a16:creationId xmlns:a16="http://schemas.microsoft.com/office/drawing/2014/main" id="{A3FE4637-366D-5712-7A64-0E43A5F68AF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46710" y="1980285"/>
                      <a:ext cx="280334" cy="33855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文本框 26">
                      <a:extLst>
                        <a:ext uri="{FF2B5EF4-FFF2-40B4-BE49-F238E27FC236}">
                          <a16:creationId xmlns:a16="http://schemas.microsoft.com/office/drawing/2014/main" id="{86705C9C-B797-74C5-3252-1A1B678128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91185" y="1980285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文本框 26">
                      <a:extLst>
                        <a:ext uri="{FF2B5EF4-FFF2-40B4-BE49-F238E27FC236}">
                          <a16:creationId xmlns:a16="http://schemas.microsoft.com/office/drawing/2014/main" id="{86705C9C-B797-74C5-3252-1A1B6781285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91185" y="1980285"/>
                      <a:ext cx="280334" cy="33855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8" name="矩形: 圆角 27">
                  <a:extLst>
                    <a:ext uri="{FF2B5EF4-FFF2-40B4-BE49-F238E27FC236}">
                      <a16:creationId xmlns:a16="http://schemas.microsoft.com/office/drawing/2014/main" id="{EDB5711F-6848-AFE4-ABFA-8B5FA2F39046}"/>
                    </a:ext>
                  </a:extLst>
                </p:cNvPr>
                <p:cNvSpPr/>
                <p:nvPr/>
              </p:nvSpPr>
              <p:spPr>
                <a:xfrm>
                  <a:off x="2232460" y="2014973"/>
                  <a:ext cx="739060" cy="277646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18909D1-AB08-AA13-60C5-E7E99E1294F5}"/>
                    </a:ext>
                  </a:extLst>
                </p:cNvPr>
                <p:cNvSpPr txBox="1"/>
                <p:nvPr/>
              </p:nvSpPr>
              <p:spPr>
                <a:xfrm>
                  <a:off x="4476749" y="414355"/>
                  <a:ext cx="8847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>
                      <a:solidFill>
                        <a:schemeClr val="tx1"/>
                      </a:solidFill>
                    </a:rPr>
                    <a:t>插入</a:t>
                  </a:r>
                  <a14:m>
                    <m:oMath xmlns:m="http://schemas.openxmlformats.org/officeDocument/2006/math">
                      <m:r>
                        <a:rPr lang="en-US" altLang="zh-CN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18909D1-AB08-AA13-60C5-E7E99E1294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6749" y="414355"/>
                  <a:ext cx="884767" cy="246221"/>
                </a:xfrm>
                <a:prstGeom prst="rect">
                  <a:avLst/>
                </a:prstGeom>
                <a:blipFill>
                  <a:blip r:embed="rId18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连接符: 曲线 53">
              <a:extLst>
                <a:ext uri="{FF2B5EF4-FFF2-40B4-BE49-F238E27FC236}">
                  <a16:creationId xmlns:a16="http://schemas.microsoft.com/office/drawing/2014/main" id="{F49A790B-7E8B-93AA-D8C7-287756B6A134}"/>
                </a:ext>
              </a:extLst>
            </p:cNvPr>
            <p:cNvCxnSpPr>
              <a:cxnSpLocks/>
              <a:stCxn id="46" idx="1"/>
            </p:cNvCxnSpPr>
            <p:nvPr/>
          </p:nvCxnSpPr>
          <p:spPr>
            <a:xfrm rot="10800000" flipV="1">
              <a:off x="4317551" y="537465"/>
              <a:ext cx="159198" cy="451933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D407DB0-7167-6C14-6B72-1CDBD70BE59D}"/>
                    </a:ext>
                  </a:extLst>
                </p:cNvPr>
                <p:cNvSpPr txBox="1"/>
                <p:nvPr/>
              </p:nvSpPr>
              <p:spPr>
                <a:xfrm>
                  <a:off x="4177366" y="875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D407DB0-7167-6C14-6B72-1CDBD70BE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7366" y="875788"/>
                  <a:ext cx="280334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3F5A93AE-5D6B-44D0-37BE-ECA5A20593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2881" y="1130816"/>
              <a:ext cx="544530" cy="253484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B91242F5-2FC1-32DA-9801-D8C9A37854CB}"/>
                </a:ext>
              </a:extLst>
            </p:cNvPr>
            <p:cNvCxnSpPr>
              <a:cxnSpLocks/>
            </p:cNvCxnSpPr>
            <p:nvPr/>
          </p:nvCxnSpPr>
          <p:spPr>
            <a:xfrm>
              <a:off x="4585352" y="1248180"/>
              <a:ext cx="23311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56E13426-F885-45D5-719A-7DAF940C9391}"/>
                </a:ext>
              </a:extLst>
            </p:cNvPr>
            <p:cNvGrpSpPr/>
            <p:nvPr/>
          </p:nvGrpSpPr>
          <p:grpSpPr>
            <a:xfrm>
              <a:off x="4983242" y="874192"/>
              <a:ext cx="1133510" cy="723898"/>
              <a:chOff x="1408484" y="1641507"/>
              <a:chExt cx="1133510" cy="7238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ADA181E4-ACE1-F73C-386B-39D5D688555F}"/>
                      </a:ext>
                    </a:extLst>
                  </p:cNvPr>
                  <p:cNvSpPr txBox="1"/>
                  <p:nvPr/>
                </p:nvSpPr>
                <p:spPr>
                  <a:xfrm>
                    <a:off x="1408485" y="1642023"/>
                    <a:ext cx="2803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ADA181E4-ACE1-F73C-386B-39D5D68855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8485" y="1642023"/>
                    <a:ext cx="280334" cy="33855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5562D4E5-FFEB-5BD3-7296-2E0F56ACCD1A}"/>
                      </a:ext>
                    </a:extLst>
                  </p:cNvPr>
                  <p:cNvSpPr txBox="1"/>
                  <p:nvPr/>
                </p:nvSpPr>
                <p:spPr>
                  <a:xfrm>
                    <a:off x="1652960" y="1642023"/>
                    <a:ext cx="2803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文本框 74">
                    <a:extLst>
                      <a:ext uri="{FF2B5EF4-FFF2-40B4-BE49-F238E27FC236}">
                        <a16:creationId xmlns:a16="http://schemas.microsoft.com/office/drawing/2014/main" id="{5562D4E5-FFEB-5BD3-7296-2E0F56ACCD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2960" y="1642023"/>
                    <a:ext cx="280334" cy="33855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87216DF3-E3B1-E314-8E62-D85C2F809F64}"/>
                      </a:ext>
                    </a:extLst>
                  </p:cNvPr>
                  <p:cNvSpPr txBox="1"/>
                  <p:nvPr/>
                </p:nvSpPr>
                <p:spPr>
                  <a:xfrm>
                    <a:off x="1878385" y="1642023"/>
                    <a:ext cx="2803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87216DF3-E3B1-E314-8E62-D85C2F809F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78385" y="1642023"/>
                    <a:ext cx="280334" cy="338554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文本框 76">
                    <a:extLst>
                      <a:ext uri="{FF2B5EF4-FFF2-40B4-BE49-F238E27FC236}">
                        <a16:creationId xmlns:a16="http://schemas.microsoft.com/office/drawing/2014/main" id="{F50CC4AD-6EC4-CBD2-C07A-3FE8D3BB42FF}"/>
                      </a:ext>
                    </a:extLst>
                  </p:cNvPr>
                  <p:cNvSpPr txBox="1"/>
                  <p:nvPr/>
                </p:nvSpPr>
                <p:spPr>
                  <a:xfrm>
                    <a:off x="2074176" y="1642023"/>
                    <a:ext cx="2803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7" name="文本框 76">
                    <a:extLst>
                      <a:ext uri="{FF2B5EF4-FFF2-40B4-BE49-F238E27FC236}">
                        <a16:creationId xmlns:a16="http://schemas.microsoft.com/office/drawing/2014/main" id="{F50CC4AD-6EC4-CBD2-C07A-3FE8D3BB42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74176" y="1642023"/>
                    <a:ext cx="280334" cy="33855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C7CBD247-6B11-E6C6-1324-D503011544CB}"/>
                      </a:ext>
                    </a:extLst>
                  </p:cNvPr>
                  <p:cNvSpPr txBox="1"/>
                  <p:nvPr/>
                </p:nvSpPr>
                <p:spPr>
                  <a:xfrm>
                    <a:off x="2261660" y="1641507"/>
                    <a:ext cx="2803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C7CBD247-6B11-E6C6-1324-D503011544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61660" y="1641507"/>
                    <a:ext cx="280334" cy="338554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9" name="矩形: 圆角 78">
                <a:extLst>
                  <a:ext uri="{FF2B5EF4-FFF2-40B4-BE49-F238E27FC236}">
                    <a16:creationId xmlns:a16="http://schemas.microsoft.com/office/drawing/2014/main" id="{2D031FB8-4CCE-5DD5-3681-58E9354D3616}"/>
                  </a:ext>
                </a:extLst>
              </p:cNvPr>
              <p:cNvSpPr/>
              <p:nvPr/>
            </p:nvSpPr>
            <p:spPr>
              <a:xfrm>
                <a:off x="1408486" y="1664540"/>
                <a:ext cx="1089474" cy="293516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747F805F-A61A-DB43-197D-8ACDC9CD9178}"/>
                  </a:ext>
                </a:extLst>
              </p:cNvPr>
              <p:cNvGrpSpPr/>
              <p:nvPr/>
            </p:nvGrpSpPr>
            <p:grpSpPr>
              <a:xfrm>
                <a:off x="1408484" y="2026851"/>
                <a:ext cx="505759" cy="338554"/>
                <a:chOff x="2221285" y="1980285"/>
                <a:chExt cx="505759" cy="3385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D0FD67BD-EC68-B357-0177-B3D593BB8C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21285" y="1980285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D0FD67BD-EC68-B357-0177-B3D593BB8C8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21285" y="1980285"/>
                      <a:ext cx="280334" cy="338554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文本框 81">
                      <a:extLst>
                        <a:ext uri="{FF2B5EF4-FFF2-40B4-BE49-F238E27FC236}">
                          <a16:creationId xmlns:a16="http://schemas.microsoft.com/office/drawing/2014/main" id="{7AFE558D-275E-1AA6-63A6-5BB2B35977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46710" y="1980285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2" name="文本框 81">
                      <a:extLst>
                        <a:ext uri="{FF2B5EF4-FFF2-40B4-BE49-F238E27FC236}">
                          <a16:creationId xmlns:a16="http://schemas.microsoft.com/office/drawing/2014/main" id="{7AFE558D-275E-1AA6-63A6-5BB2B359772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46710" y="1980285"/>
                      <a:ext cx="280334" cy="338554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4" name="矩形: 圆角 83">
                  <a:extLst>
                    <a:ext uri="{FF2B5EF4-FFF2-40B4-BE49-F238E27FC236}">
                      <a16:creationId xmlns:a16="http://schemas.microsoft.com/office/drawing/2014/main" id="{971A0F23-E6E4-3828-0E2D-34E1C127F98D}"/>
                    </a:ext>
                  </a:extLst>
                </p:cNvPr>
                <p:cNvSpPr/>
                <p:nvPr/>
              </p:nvSpPr>
              <p:spPr>
                <a:xfrm>
                  <a:off x="2232460" y="2014973"/>
                  <a:ext cx="494584" cy="277646"/>
                </a:xfrm>
                <a:prstGeom prst="round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6E9C880B-70B8-A710-CAAB-AA14B45D8865}"/>
              </a:ext>
            </a:extLst>
          </p:cNvPr>
          <p:cNvGrpSpPr/>
          <p:nvPr/>
        </p:nvGrpSpPr>
        <p:grpSpPr>
          <a:xfrm>
            <a:off x="5183676" y="2741113"/>
            <a:ext cx="2815686" cy="1016909"/>
            <a:chOff x="3083720" y="1747352"/>
            <a:chExt cx="2815686" cy="1016909"/>
          </a:xfrm>
        </p:grpSpPr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1EB33EB7-08BD-559F-C871-523DC9301B09}"/>
                </a:ext>
              </a:extLst>
            </p:cNvPr>
            <p:cNvGrpSpPr/>
            <p:nvPr/>
          </p:nvGrpSpPr>
          <p:grpSpPr>
            <a:xfrm>
              <a:off x="3083720" y="2039281"/>
              <a:ext cx="2815686" cy="724980"/>
              <a:chOff x="3113582" y="874708"/>
              <a:chExt cx="2815686" cy="724980"/>
            </a:xfrm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2F51EC19-D6CE-7EBE-5F23-20943420BA4A}"/>
                  </a:ext>
                </a:extLst>
              </p:cNvPr>
              <p:cNvGrpSpPr/>
              <p:nvPr/>
            </p:nvGrpSpPr>
            <p:grpSpPr>
              <a:xfrm>
                <a:off x="3113582" y="875274"/>
                <a:ext cx="1133510" cy="724414"/>
                <a:chOff x="1408484" y="1641507"/>
                <a:chExt cx="1133510" cy="72441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文本框 103">
                      <a:extLst>
                        <a:ext uri="{FF2B5EF4-FFF2-40B4-BE49-F238E27FC236}">
                          <a16:creationId xmlns:a16="http://schemas.microsoft.com/office/drawing/2014/main" id="{172669D6-10DB-7DD8-D09E-B90EE833D4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8485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4" name="文本框 103">
                      <a:extLst>
                        <a:ext uri="{FF2B5EF4-FFF2-40B4-BE49-F238E27FC236}">
                          <a16:creationId xmlns:a16="http://schemas.microsoft.com/office/drawing/2014/main" id="{172669D6-10DB-7DD8-D09E-B90EE833D4B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08485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5BF51DE1-9571-863B-AAF7-630B741842B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52960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5BF51DE1-9571-863B-AAF7-630B741842B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52960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6" name="文本框 105">
                      <a:extLst>
                        <a:ext uri="{FF2B5EF4-FFF2-40B4-BE49-F238E27FC236}">
                          <a16:creationId xmlns:a16="http://schemas.microsoft.com/office/drawing/2014/main" id="{E23AA6C0-283B-9CD6-AE80-63CF38704B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8385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6" name="文本框 105">
                      <a:extLst>
                        <a:ext uri="{FF2B5EF4-FFF2-40B4-BE49-F238E27FC236}">
                          <a16:creationId xmlns:a16="http://schemas.microsoft.com/office/drawing/2014/main" id="{E23AA6C0-283B-9CD6-AE80-63CF38704B9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8385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文本框 106">
                      <a:extLst>
                        <a:ext uri="{FF2B5EF4-FFF2-40B4-BE49-F238E27FC236}">
                          <a16:creationId xmlns:a16="http://schemas.microsoft.com/office/drawing/2014/main" id="{7ECA7C04-A69E-6696-79BD-F216EE0715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74176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7" name="文本框 106">
                      <a:extLst>
                        <a:ext uri="{FF2B5EF4-FFF2-40B4-BE49-F238E27FC236}">
                          <a16:creationId xmlns:a16="http://schemas.microsoft.com/office/drawing/2014/main" id="{7ECA7C04-A69E-6696-79BD-F216EE0715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74176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8" name="文本框 107">
                      <a:extLst>
                        <a:ext uri="{FF2B5EF4-FFF2-40B4-BE49-F238E27FC236}">
                          <a16:creationId xmlns:a16="http://schemas.microsoft.com/office/drawing/2014/main" id="{66DFCCC7-CF36-43F3-F52C-6BCFE93EA5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61660" y="1641507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8" name="文本框 107">
                      <a:extLst>
                        <a:ext uri="{FF2B5EF4-FFF2-40B4-BE49-F238E27FC236}">
                          <a16:creationId xmlns:a16="http://schemas.microsoft.com/office/drawing/2014/main" id="{66DFCCC7-CF36-43F3-F52C-6BCFE93EA59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61660" y="1641507"/>
                      <a:ext cx="280334" cy="338554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9" name="矩形: 圆角 108">
                  <a:extLst>
                    <a:ext uri="{FF2B5EF4-FFF2-40B4-BE49-F238E27FC236}">
                      <a16:creationId xmlns:a16="http://schemas.microsoft.com/office/drawing/2014/main" id="{A15AE5F4-CCF4-AE96-8D94-8C34C1EBEDB3}"/>
                    </a:ext>
                  </a:extLst>
                </p:cNvPr>
                <p:cNvSpPr/>
                <p:nvPr/>
              </p:nvSpPr>
              <p:spPr>
                <a:xfrm>
                  <a:off x="1408485" y="1664540"/>
                  <a:ext cx="1133509" cy="293516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0" name="组合 109">
                  <a:extLst>
                    <a:ext uri="{FF2B5EF4-FFF2-40B4-BE49-F238E27FC236}">
                      <a16:creationId xmlns:a16="http://schemas.microsoft.com/office/drawing/2014/main" id="{D7FE396F-112A-C978-2F67-1002883F292A}"/>
                    </a:ext>
                  </a:extLst>
                </p:cNvPr>
                <p:cNvGrpSpPr/>
                <p:nvPr/>
              </p:nvGrpSpPr>
              <p:grpSpPr>
                <a:xfrm>
                  <a:off x="1408484" y="2026851"/>
                  <a:ext cx="750235" cy="339070"/>
                  <a:chOff x="2221285" y="1980285"/>
                  <a:chExt cx="750235" cy="33907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1" name="文本框 110">
                        <a:extLst>
                          <a:ext uri="{FF2B5EF4-FFF2-40B4-BE49-F238E27FC236}">
                            <a16:creationId xmlns:a16="http://schemas.microsoft.com/office/drawing/2014/main" id="{1ED13B30-42FF-C41D-D3AC-5B1F42857CB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21285" y="1980285"/>
                        <a:ext cx="280334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m:oMathPara>
                        </a14:m>
                        <a:endParaRPr lang="zh-CN" alt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11" name="文本框 110">
                        <a:extLst>
                          <a:ext uri="{FF2B5EF4-FFF2-40B4-BE49-F238E27FC236}">
                            <a16:creationId xmlns:a16="http://schemas.microsoft.com/office/drawing/2014/main" id="{1ED13B30-42FF-C41D-D3AC-5B1F42857CB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21285" y="1980285"/>
                        <a:ext cx="280334" cy="338554"/>
                      </a:xfrm>
                      <a:prstGeom prst="rect">
                        <a:avLst/>
                      </a:prstGeom>
                      <a:blipFill>
                        <a:blip r:embed="rId3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2" name="文本框 111">
                        <a:extLst>
                          <a:ext uri="{FF2B5EF4-FFF2-40B4-BE49-F238E27FC236}">
                            <a16:creationId xmlns:a16="http://schemas.microsoft.com/office/drawing/2014/main" id="{54D5A7DD-6431-2EDA-9A8E-0358407190A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46710" y="1980285"/>
                        <a:ext cx="280334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oMath>
                          </m:oMathPara>
                        </a14:m>
                        <a:endParaRPr lang="zh-CN" alt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12" name="文本框 111">
                        <a:extLst>
                          <a:ext uri="{FF2B5EF4-FFF2-40B4-BE49-F238E27FC236}">
                            <a16:creationId xmlns:a16="http://schemas.microsoft.com/office/drawing/2014/main" id="{54D5A7DD-6431-2EDA-9A8E-0358407190A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46710" y="1980285"/>
                        <a:ext cx="280334" cy="338554"/>
                      </a:xfrm>
                      <a:prstGeom prst="rect">
                        <a:avLst/>
                      </a:prstGeom>
                      <a:blipFill>
                        <a:blip r:embed="rId3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3" name="文本框 112">
                        <a:extLst>
                          <a:ext uri="{FF2B5EF4-FFF2-40B4-BE49-F238E27FC236}">
                            <a16:creationId xmlns:a16="http://schemas.microsoft.com/office/drawing/2014/main" id="{F5AD4C02-013C-1511-08B7-C7C1AD9A9F8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678035" y="1980801"/>
                        <a:ext cx="280334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zh-CN" alt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13" name="文本框 112">
                        <a:extLst>
                          <a:ext uri="{FF2B5EF4-FFF2-40B4-BE49-F238E27FC236}">
                            <a16:creationId xmlns:a16="http://schemas.microsoft.com/office/drawing/2014/main" id="{F5AD4C02-013C-1511-08B7-C7C1AD9A9F8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78035" y="1980801"/>
                        <a:ext cx="280334" cy="338554"/>
                      </a:xfrm>
                      <a:prstGeom prst="rect">
                        <a:avLst/>
                      </a:prstGeom>
                      <a:blipFill>
                        <a:blip r:embed="rId3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14" name="矩形: 圆角 113">
                    <a:extLst>
                      <a:ext uri="{FF2B5EF4-FFF2-40B4-BE49-F238E27FC236}">
                        <a16:creationId xmlns:a16="http://schemas.microsoft.com/office/drawing/2014/main" id="{4D8EC64F-2B1D-9514-26B2-B8AAFE80013E}"/>
                      </a:ext>
                    </a:extLst>
                  </p:cNvPr>
                  <p:cNvSpPr/>
                  <p:nvPr/>
                </p:nvSpPr>
                <p:spPr>
                  <a:xfrm>
                    <a:off x="2232460" y="2014973"/>
                    <a:ext cx="739060" cy="277646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92" name="直接箭头连接符 91">
                <a:extLst>
                  <a:ext uri="{FF2B5EF4-FFF2-40B4-BE49-F238E27FC236}">
                    <a16:creationId xmlns:a16="http://schemas.microsoft.com/office/drawing/2014/main" id="{9C62A50D-0389-03B8-D3DF-FD37E260D2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38785" y="1243946"/>
                <a:ext cx="23311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F1A39BA2-8D37-5A96-EB29-8E519E9CDD23}"/>
                  </a:ext>
                </a:extLst>
              </p:cNvPr>
              <p:cNvGrpSpPr/>
              <p:nvPr/>
            </p:nvGrpSpPr>
            <p:grpSpPr>
              <a:xfrm>
                <a:off x="4983242" y="874708"/>
                <a:ext cx="946026" cy="723382"/>
                <a:chOff x="1408484" y="1642023"/>
                <a:chExt cx="946026" cy="72338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文本框 93">
                      <a:extLst>
                        <a:ext uri="{FF2B5EF4-FFF2-40B4-BE49-F238E27FC236}">
                          <a16:creationId xmlns:a16="http://schemas.microsoft.com/office/drawing/2014/main" id="{6CADFFE6-9723-AF80-D09E-77BFDABED8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8485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4" name="文本框 93">
                      <a:extLst>
                        <a:ext uri="{FF2B5EF4-FFF2-40B4-BE49-F238E27FC236}">
                          <a16:creationId xmlns:a16="http://schemas.microsoft.com/office/drawing/2014/main" id="{6CADFFE6-9723-AF80-D09E-77BFDABED8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08485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5" name="文本框 94">
                      <a:extLst>
                        <a:ext uri="{FF2B5EF4-FFF2-40B4-BE49-F238E27FC236}">
                          <a16:creationId xmlns:a16="http://schemas.microsoft.com/office/drawing/2014/main" id="{CF61521E-08BF-5989-ECB7-22282BF8D9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52960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5" name="文本框 94">
                      <a:extLst>
                        <a:ext uri="{FF2B5EF4-FFF2-40B4-BE49-F238E27FC236}">
                          <a16:creationId xmlns:a16="http://schemas.microsoft.com/office/drawing/2014/main" id="{CF61521E-08BF-5989-ECB7-22282BF8D9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52960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文本框 95">
                      <a:extLst>
                        <a:ext uri="{FF2B5EF4-FFF2-40B4-BE49-F238E27FC236}">
                          <a16:creationId xmlns:a16="http://schemas.microsoft.com/office/drawing/2014/main" id="{E968C603-4795-65A1-4FCF-08BDC10AB1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8385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6" name="文本框 95">
                      <a:extLst>
                        <a:ext uri="{FF2B5EF4-FFF2-40B4-BE49-F238E27FC236}">
                          <a16:creationId xmlns:a16="http://schemas.microsoft.com/office/drawing/2014/main" id="{E968C603-4795-65A1-4FCF-08BDC10AB1F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8385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3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文本框 96">
                      <a:extLst>
                        <a:ext uri="{FF2B5EF4-FFF2-40B4-BE49-F238E27FC236}">
                          <a16:creationId xmlns:a16="http://schemas.microsoft.com/office/drawing/2014/main" id="{17D6DD2D-C3D4-4E87-9131-3549A17E0D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74176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7" name="文本框 96">
                      <a:extLst>
                        <a:ext uri="{FF2B5EF4-FFF2-40B4-BE49-F238E27FC236}">
                          <a16:creationId xmlns:a16="http://schemas.microsoft.com/office/drawing/2014/main" id="{17D6DD2D-C3D4-4E87-9131-3549A17E0D2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74176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3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9" name="矩形: 圆角 98">
                  <a:extLst>
                    <a:ext uri="{FF2B5EF4-FFF2-40B4-BE49-F238E27FC236}">
                      <a16:creationId xmlns:a16="http://schemas.microsoft.com/office/drawing/2014/main" id="{510596E9-9D4A-2F54-B854-CDEDABCDF779}"/>
                    </a:ext>
                  </a:extLst>
                </p:cNvPr>
                <p:cNvSpPr/>
                <p:nvPr/>
              </p:nvSpPr>
              <p:spPr>
                <a:xfrm>
                  <a:off x="1408486" y="1664540"/>
                  <a:ext cx="888618" cy="293516"/>
                </a:xfrm>
                <a:prstGeom prst="round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00" name="组合 99">
                  <a:extLst>
                    <a:ext uri="{FF2B5EF4-FFF2-40B4-BE49-F238E27FC236}">
                      <a16:creationId xmlns:a16="http://schemas.microsoft.com/office/drawing/2014/main" id="{8259A2C3-631E-5281-C440-99A87C8847A8}"/>
                    </a:ext>
                  </a:extLst>
                </p:cNvPr>
                <p:cNvGrpSpPr/>
                <p:nvPr/>
              </p:nvGrpSpPr>
              <p:grpSpPr>
                <a:xfrm>
                  <a:off x="1408484" y="2026851"/>
                  <a:ext cx="711961" cy="338554"/>
                  <a:chOff x="2221285" y="1980285"/>
                  <a:chExt cx="711961" cy="338554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1" name="文本框 100">
                        <a:extLst>
                          <a:ext uri="{FF2B5EF4-FFF2-40B4-BE49-F238E27FC236}">
                            <a16:creationId xmlns:a16="http://schemas.microsoft.com/office/drawing/2014/main" id="{E407E29D-A6E0-3F7B-436F-1F584104A7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21285" y="1980285"/>
                        <a:ext cx="280334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m:oMathPara>
                        </a14:m>
                        <a:endParaRPr lang="zh-CN" alt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01" name="文本框 100">
                        <a:extLst>
                          <a:ext uri="{FF2B5EF4-FFF2-40B4-BE49-F238E27FC236}">
                            <a16:creationId xmlns:a16="http://schemas.microsoft.com/office/drawing/2014/main" id="{E407E29D-A6E0-3F7B-436F-1F584104A75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21285" y="1980285"/>
                        <a:ext cx="280334" cy="338554"/>
                      </a:xfrm>
                      <a:prstGeom prst="rect">
                        <a:avLst/>
                      </a:prstGeom>
                      <a:blipFill>
                        <a:blip r:embed="rId3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2" name="文本框 101">
                        <a:extLst>
                          <a:ext uri="{FF2B5EF4-FFF2-40B4-BE49-F238E27FC236}">
                            <a16:creationId xmlns:a16="http://schemas.microsoft.com/office/drawing/2014/main" id="{6B7B1C8D-83AC-4629-5CB6-EB5F52F0442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46710" y="1980285"/>
                        <a:ext cx="280334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oMath>
                          </m:oMathPara>
                        </a14:m>
                        <a:endParaRPr lang="zh-CN" alt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02" name="文本框 101">
                        <a:extLst>
                          <a:ext uri="{FF2B5EF4-FFF2-40B4-BE49-F238E27FC236}">
                            <a16:creationId xmlns:a16="http://schemas.microsoft.com/office/drawing/2014/main" id="{6B7B1C8D-83AC-4629-5CB6-EB5F52F0442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46710" y="1980285"/>
                        <a:ext cx="280334" cy="338554"/>
                      </a:xfrm>
                      <a:prstGeom prst="rect">
                        <a:avLst/>
                      </a:prstGeom>
                      <a:blipFill>
                        <a:blip r:embed="rId4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03" name="矩形: 圆角 102">
                    <a:extLst>
                      <a:ext uri="{FF2B5EF4-FFF2-40B4-BE49-F238E27FC236}">
                        <a16:creationId xmlns:a16="http://schemas.microsoft.com/office/drawing/2014/main" id="{1BBC17C6-AE74-F32C-9602-7258576C7F53}"/>
                      </a:ext>
                    </a:extLst>
                  </p:cNvPr>
                  <p:cNvSpPr/>
                  <p:nvPr/>
                </p:nvSpPr>
                <p:spPr>
                  <a:xfrm>
                    <a:off x="2232459" y="2014973"/>
                    <a:ext cx="700787" cy="277646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FA3AA5D9-8947-4B43-092E-2C0B7445859D}"/>
                    </a:ext>
                  </a:extLst>
                </p:cNvPr>
                <p:cNvSpPr txBox="1"/>
                <p:nvPr/>
              </p:nvSpPr>
              <p:spPr>
                <a:xfrm>
                  <a:off x="3912949" y="1747352"/>
                  <a:ext cx="8847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删除</a:t>
                  </a:r>
                  <a14:m>
                    <m:oMath xmlns:m="http://schemas.openxmlformats.org/officeDocument/2006/math"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FA3AA5D9-8947-4B43-092E-2C0B74458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2949" y="1747352"/>
                  <a:ext cx="884767" cy="246221"/>
                </a:xfrm>
                <a:prstGeom prst="rect">
                  <a:avLst/>
                </a:prstGeom>
                <a:blipFill>
                  <a:blip r:embed="rId41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DB3B9619-E5AB-2D6C-B062-5CB3BF9496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74485" y="2106678"/>
              <a:ext cx="204314" cy="21388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238F04C5-DFC6-2461-41DD-8F64D2EA0687}"/>
              </a:ext>
            </a:extLst>
          </p:cNvPr>
          <p:cNvCxnSpPr>
            <a:cxnSpLocks/>
          </p:cNvCxnSpPr>
          <p:nvPr/>
        </p:nvCxnSpPr>
        <p:spPr>
          <a:xfrm flipH="1">
            <a:off x="4935986" y="3890142"/>
            <a:ext cx="363756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3F3FBE90-E8D3-CE6F-8CD2-D0AF4E16C27D}"/>
              </a:ext>
            </a:extLst>
          </p:cNvPr>
          <p:cNvGrpSpPr/>
          <p:nvPr/>
        </p:nvGrpSpPr>
        <p:grpSpPr>
          <a:xfrm>
            <a:off x="5145402" y="3946857"/>
            <a:ext cx="2815686" cy="1016393"/>
            <a:chOff x="3083720" y="1747352"/>
            <a:chExt cx="2815686" cy="1016393"/>
          </a:xfrm>
        </p:grpSpPr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D1D30902-E26B-121A-A8C1-EFB486D10B55}"/>
                </a:ext>
              </a:extLst>
            </p:cNvPr>
            <p:cNvGrpSpPr/>
            <p:nvPr/>
          </p:nvGrpSpPr>
          <p:grpSpPr>
            <a:xfrm>
              <a:off x="3083720" y="2039281"/>
              <a:ext cx="2815686" cy="724464"/>
              <a:chOff x="3113582" y="874708"/>
              <a:chExt cx="2815686" cy="724464"/>
            </a:xfrm>
          </p:grpSpPr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3D8970AB-4F58-B140-54CA-3A20EC448F18}"/>
                  </a:ext>
                </a:extLst>
              </p:cNvPr>
              <p:cNvGrpSpPr/>
              <p:nvPr/>
            </p:nvGrpSpPr>
            <p:grpSpPr>
              <a:xfrm>
                <a:off x="3113582" y="875274"/>
                <a:ext cx="1133510" cy="723898"/>
                <a:chOff x="1408484" y="1641507"/>
                <a:chExt cx="1133510" cy="72389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B07E4E71-E95C-1E09-3812-2FEC7B2188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8485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B07E4E71-E95C-1E09-3812-2FEC7B2188E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08485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4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5" name="文本框 164">
                      <a:extLst>
                        <a:ext uri="{FF2B5EF4-FFF2-40B4-BE49-F238E27FC236}">
                          <a16:creationId xmlns:a16="http://schemas.microsoft.com/office/drawing/2014/main" id="{08C31061-343A-C9F6-7B3A-A585718FF0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52960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5" name="文本框 164">
                      <a:extLst>
                        <a:ext uri="{FF2B5EF4-FFF2-40B4-BE49-F238E27FC236}">
                          <a16:creationId xmlns:a16="http://schemas.microsoft.com/office/drawing/2014/main" id="{08C31061-343A-C9F6-7B3A-A585718FF0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52960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4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8F5BA1A2-F5BC-5A50-D470-14F17A00D5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8385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8F5BA1A2-F5BC-5A50-D470-14F17A00D5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8385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4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7" name="文本框 166">
                      <a:extLst>
                        <a:ext uri="{FF2B5EF4-FFF2-40B4-BE49-F238E27FC236}">
                          <a16:creationId xmlns:a16="http://schemas.microsoft.com/office/drawing/2014/main" id="{3CCEBAC8-9E8F-DDD4-265B-298A14E387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74176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7" name="文本框 166">
                      <a:extLst>
                        <a:ext uri="{FF2B5EF4-FFF2-40B4-BE49-F238E27FC236}">
                          <a16:creationId xmlns:a16="http://schemas.microsoft.com/office/drawing/2014/main" id="{3CCEBAC8-9E8F-DDD4-265B-298A14E3873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74176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4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8" name="文本框 167">
                      <a:extLst>
                        <a:ext uri="{FF2B5EF4-FFF2-40B4-BE49-F238E27FC236}">
                          <a16:creationId xmlns:a16="http://schemas.microsoft.com/office/drawing/2014/main" id="{7C3E2047-2B1B-CB1D-4A59-7A5EBB1B01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61660" y="1641507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8" name="文本框 167">
                      <a:extLst>
                        <a:ext uri="{FF2B5EF4-FFF2-40B4-BE49-F238E27FC236}">
                          <a16:creationId xmlns:a16="http://schemas.microsoft.com/office/drawing/2014/main" id="{7C3E2047-2B1B-CB1D-4A59-7A5EBB1B01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61660" y="1641507"/>
                      <a:ext cx="280334" cy="338554"/>
                    </a:xfrm>
                    <a:prstGeom prst="rect">
                      <a:avLst/>
                    </a:prstGeom>
                    <a:blipFill>
                      <a:blip r:embed="rId4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9" name="矩形: 圆角 168">
                  <a:extLst>
                    <a:ext uri="{FF2B5EF4-FFF2-40B4-BE49-F238E27FC236}">
                      <a16:creationId xmlns:a16="http://schemas.microsoft.com/office/drawing/2014/main" id="{1FC00E36-5531-9F7F-F5CA-1F675DB6B527}"/>
                    </a:ext>
                  </a:extLst>
                </p:cNvPr>
                <p:cNvSpPr/>
                <p:nvPr/>
              </p:nvSpPr>
              <p:spPr>
                <a:xfrm>
                  <a:off x="1408485" y="1664540"/>
                  <a:ext cx="1133509" cy="293516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70" name="组合 169">
                  <a:extLst>
                    <a:ext uri="{FF2B5EF4-FFF2-40B4-BE49-F238E27FC236}">
                      <a16:creationId xmlns:a16="http://schemas.microsoft.com/office/drawing/2014/main" id="{CD55E642-959C-2617-77C6-E884611FCA8E}"/>
                    </a:ext>
                  </a:extLst>
                </p:cNvPr>
                <p:cNvGrpSpPr/>
                <p:nvPr/>
              </p:nvGrpSpPr>
              <p:grpSpPr>
                <a:xfrm>
                  <a:off x="1408484" y="2026851"/>
                  <a:ext cx="750235" cy="338554"/>
                  <a:chOff x="2221285" y="1980285"/>
                  <a:chExt cx="750235" cy="338554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1" name="文本框 170">
                        <a:extLst>
                          <a:ext uri="{FF2B5EF4-FFF2-40B4-BE49-F238E27FC236}">
                            <a16:creationId xmlns:a16="http://schemas.microsoft.com/office/drawing/2014/main" id="{CE9E2437-770E-932A-850C-8BBFE92E6FF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21285" y="1980285"/>
                        <a:ext cx="280334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m:oMathPara>
                        </a14:m>
                        <a:endParaRPr lang="zh-CN" alt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71" name="文本框 170">
                        <a:extLst>
                          <a:ext uri="{FF2B5EF4-FFF2-40B4-BE49-F238E27FC236}">
                            <a16:creationId xmlns:a16="http://schemas.microsoft.com/office/drawing/2014/main" id="{CE9E2437-770E-932A-850C-8BBFE92E6FF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21285" y="1980285"/>
                        <a:ext cx="280334" cy="338554"/>
                      </a:xfrm>
                      <a:prstGeom prst="rect">
                        <a:avLst/>
                      </a:prstGeom>
                      <a:blipFill>
                        <a:blip r:embed="rId4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2" name="文本框 171">
                        <a:extLst>
                          <a:ext uri="{FF2B5EF4-FFF2-40B4-BE49-F238E27FC236}">
                            <a16:creationId xmlns:a16="http://schemas.microsoft.com/office/drawing/2014/main" id="{66CAE9FE-3B3E-F738-4488-FED34056463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46710" y="1980285"/>
                        <a:ext cx="280334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oMath>
                          </m:oMathPara>
                        </a14:m>
                        <a:endParaRPr lang="zh-CN" alt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72" name="文本框 171">
                        <a:extLst>
                          <a:ext uri="{FF2B5EF4-FFF2-40B4-BE49-F238E27FC236}">
                            <a16:creationId xmlns:a16="http://schemas.microsoft.com/office/drawing/2014/main" id="{66CAE9FE-3B3E-F738-4488-FED34056463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46710" y="1980285"/>
                        <a:ext cx="280334" cy="338554"/>
                      </a:xfrm>
                      <a:prstGeom prst="rect">
                        <a:avLst/>
                      </a:prstGeom>
                      <a:blipFill>
                        <a:blip r:embed="rId4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3" name="文本框 172">
                        <a:extLst>
                          <a:ext uri="{FF2B5EF4-FFF2-40B4-BE49-F238E27FC236}">
                            <a16:creationId xmlns:a16="http://schemas.microsoft.com/office/drawing/2014/main" id="{C3293255-043A-4B63-6EFA-1FC4181A9EB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691185" y="1980285"/>
                        <a:ext cx="280334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zh-CN" alt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73" name="文本框 172">
                        <a:extLst>
                          <a:ext uri="{FF2B5EF4-FFF2-40B4-BE49-F238E27FC236}">
                            <a16:creationId xmlns:a16="http://schemas.microsoft.com/office/drawing/2014/main" id="{C3293255-043A-4B63-6EFA-1FC4181A9EB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91185" y="1980285"/>
                        <a:ext cx="280334" cy="338554"/>
                      </a:xfrm>
                      <a:prstGeom prst="rect">
                        <a:avLst/>
                      </a:prstGeom>
                      <a:blipFill>
                        <a:blip r:embed="rId4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74" name="矩形: 圆角 173">
                    <a:extLst>
                      <a:ext uri="{FF2B5EF4-FFF2-40B4-BE49-F238E27FC236}">
                        <a16:creationId xmlns:a16="http://schemas.microsoft.com/office/drawing/2014/main" id="{414126AB-0734-CF50-E9A6-E069588D1AFB}"/>
                      </a:ext>
                    </a:extLst>
                  </p:cNvPr>
                  <p:cNvSpPr/>
                  <p:nvPr/>
                </p:nvSpPr>
                <p:spPr>
                  <a:xfrm>
                    <a:off x="2232460" y="2014973"/>
                    <a:ext cx="739060" cy="277646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153" name="直接箭头连接符 152">
                <a:extLst>
                  <a:ext uri="{FF2B5EF4-FFF2-40B4-BE49-F238E27FC236}">
                    <a16:creationId xmlns:a16="http://schemas.microsoft.com/office/drawing/2014/main" id="{37F90656-E860-3A16-D3D4-2BB58F5AB3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38785" y="1243946"/>
                <a:ext cx="23311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组合 153">
                <a:extLst>
                  <a:ext uri="{FF2B5EF4-FFF2-40B4-BE49-F238E27FC236}">
                    <a16:creationId xmlns:a16="http://schemas.microsoft.com/office/drawing/2014/main" id="{1949E9C9-1AA9-6876-87CC-20AA824302B6}"/>
                  </a:ext>
                </a:extLst>
              </p:cNvPr>
              <p:cNvGrpSpPr/>
              <p:nvPr/>
            </p:nvGrpSpPr>
            <p:grpSpPr>
              <a:xfrm>
                <a:off x="4983242" y="874708"/>
                <a:ext cx="946026" cy="723382"/>
                <a:chOff x="1408484" y="1642023"/>
                <a:chExt cx="946026" cy="72338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文本框 154">
                      <a:extLst>
                        <a:ext uri="{FF2B5EF4-FFF2-40B4-BE49-F238E27FC236}">
                          <a16:creationId xmlns:a16="http://schemas.microsoft.com/office/drawing/2014/main" id="{691F80B4-EADE-2D39-F4C6-A083769517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8485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5" name="文本框 154">
                      <a:extLst>
                        <a:ext uri="{FF2B5EF4-FFF2-40B4-BE49-F238E27FC236}">
                          <a16:creationId xmlns:a16="http://schemas.microsoft.com/office/drawing/2014/main" id="{691F80B4-EADE-2D39-F4C6-A0837695170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08485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5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6" name="文本框 155">
                      <a:extLst>
                        <a:ext uri="{FF2B5EF4-FFF2-40B4-BE49-F238E27FC236}">
                          <a16:creationId xmlns:a16="http://schemas.microsoft.com/office/drawing/2014/main" id="{357F49D1-4AD6-C795-AC64-1B432FF320A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52960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6" name="文本框 155">
                      <a:extLst>
                        <a:ext uri="{FF2B5EF4-FFF2-40B4-BE49-F238E27FC236}">
                          <a16:creationId xmlns:a16="http://schemas.microsoft.com/office/drawing/2014/main" id="{357F49D1-4AD6-C795-AC64-1B432FF320A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52960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5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文本框 156">
                      <a:extLst>
                        <a:ext uri="{FF2B5EF4-FFF2-40B4-BE49-F238E27FC236}">
                          <a16:creationId xmlns:a16="http://schemas.microsoft.com/office/drawing/2014/main" id="{E365DD16-3709-D045-69F5-959A9A2BB0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8385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7" name="文本框 156">
                      <a:extLst>
                        <a:ext uri="{FF2B5EF4-FFF2-40B4-BE49-F238E27FC236}">
                          <a16:creationId xmlns:a16="http://schemas.microsoft.com/office/drawing/2014/main" id="{E365DD16-3709-D045-69F5-959A9A2BB0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8385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5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8" name="文本框 157">
                      <a:extLst>
                        <a:ext uri="{FF2B5EF4-FFF2-40B4-BE49-F238E27FC236}">
                          <a16:creationId xmlns:a16="http://schemas.microsoft.com/office/drawing/2014/main" id="{9ADA2CA8-E826-9357-1A82-195717AAE6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74176" y="1642023"/>
                      <a:ext cx="28033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8" name="文本框 157">
                      <a:extLst>
                        <a:ext uri="{FF2B5EF4-FFF2-40B4-BE49-F238E27FC236}">
                          <a16:creationId xmlns:a16="http://schemas.microsoft.com/office/drawing/2014/main" id="{9ADA2CA8-E826-9357-1A82-195717AAE6C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74176" y="1642023"/>
                      <a:ext cx="280334" cy="338554"/>
                    </a:xfrm>
                    <a:prstGeom prst="rect">
                      <a:avLst/>
                    </a:prstGeom>
                    <a:blipFill>
                      <a:blip r:embed="rId5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59" name="矩形: 圆角 158">
                  <a:extLst>
                    <a:ext uri="{FF2B5EF4-FFF2-40B4-BE49-F238E27FC236}">
                      <a16:creationId xmlns:a16="http://schemas.microsoft.com/office/drawing/2014/main" id="{23842B87-7099-30F5-EB08-90913224133C}"/>
                    </a:ext>
                  </a:extLst>
                </p:cNvPr>
                <p:cNvSpPr/>
                <p:nvPr/>
              </p:nvSpPr>
              <p:spPr>
                <a:xfrm>
                  <a:off x="1408486" y="1664540"/>
                  <a:ext cx="888618" cy="293516"/>
                </a:xfrm>
                <a:prstGeom prst="round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60" name="组合 159">
                  <a:extLst>
                    <a:ext uri="{FF2B5EF4-FFF2-40B4-BE49-F238E27FC236}">
                      <a16:creationId xmlns:a16="http://schemas.microsoft.com/office/drawing/2014/main" id="{AA1FA703-46D6-80C5-C857-F21F55870867}"/>
                    </a:ext>
                  </a:extLst>
                </p:cNvPr>
                <p:cNvGrpSpPr/>
                <p:nvPr/>
              </p:nvGrpSpPr>
              <p:grpSpPr>
                <a:xfrm>
                  <a:off x="1408484" y="2026851"/>
                  <a:ext cx="505759" cy="338554"/>
                  <a:chOff x="2221285" y="1980285"/>
                  <a:chExt cx="505759" cy="338554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1" name="文本框 160">
                        <a:extLst>
                          <a:ext uri="{FF2B5EF4-FFF2-40B4-BE49-F238E27FC236}">
                            <a16:creationId xmlns:a16="http://schemas.microsoft.com/office/drawing/2014/main" id="{DC354A64-C885-05F0-EFA3-77FC1C3F045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21285" y="1980285"/>
                        <a:ext cx="280334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m:oMathPara>
                        </a14:m>
                        <a:endParaRPr lang="zh-CN" alt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1" name="文本框 160">
                        <a:extLst>
                          <a:ext uri="{FF2B5EF4-FFF2-40B4-BE49-F238E27FC236}">
                            <a16:creationId xmlns:a16="http://schemas.microsoft.com/office/drawing/2014/main" id="{DC354A64-C885-05F0-EFA3-77FC1C3F045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21285" y="1980285"/>
                        <a:ext cx="280334" cy="338554"/>
                      </a:xfrm>
                      <a:prstGeom prst="rect">
                        <a:avLst/>
                      </a:prstGeom>
                      <a:blipFill>
                        <a:blip r:embed="rId5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2" name="文本框 161">
                        <a:extLst>
                          <a:ext uri="{FF2B5EF4-FFF2-40B4-BE49-F238E27FC236}">
                            <a16:creationId xmlns:a16="http://schemas.microsoft.com/office/drawing/2014/main" id="{75DA0A6C-16E1-20C0-FEB8-9C1C2F0744E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46710" y="1980285"/>
                        <a:ext cx="280334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oMath>
                          </m:oMathPara>
                        </a14:m>
                        <a:endParaRPr lang="zh-CN" alt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2" name="文本框 161">
                        <a:extLst>
                          <a:ext uri="{FF2B5EF4-FFF2-40B4-BE49-F238E27FC236}">
                            <a16:creationId xmlns:a16="http://schemas.microsoft.com/office/drawing/2014/main" id="{75DA0A6C-16E1-20C0-FEB8-9C1C2F0744E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46710" y="1980285"/>
                        <a:ext cx="280334" cy="338554"/>
                      </a:xfrm>
                      <a:prstGeom prst="rect">
                        <a:avLst/>
                      </a:prstGeom>
                      <a:blipFill>
                        <a:blip r:embed="rId5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63" name="矩形: 圆角 162">
                    <a:extLst>
                      <a:ext uri="{FF2B5EF4-FFF2-40B4-BE49-F238E27FC236}">
                        <a16:creationId xmlns:a16="http://schemas.microsoft.com/office/drawing/2014/main" id="{11FFE8AA-8058-DF6D-595B-B10AB475AC5C}"/>
                      </a:ext>
                    </a:extLst>
                  </p:cNvPr>
                  <p:cNvSpPr/>
                  <p:nvPr/>
                </p:nvSpPr>
                <p:spPr>
                  <a:xfrm>
                    <a:off x="2232460" y="2014973"/>
                    <a:ext cx="494584" cy="277646"/>
                  </a:xfrm>
                  <a:prstGeom prst="round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D0C727E4-B2B8-AF0A-C3CC-B4723E714D31}"/>
                    </a:ext>
                  </a:extLst>
                </p:cNvPr>
                <p:cNvSpPr txBox="1"/>
                <p:nvPr/>
              </p:nvSpPr>
              <p:spPr>
                <a:xfrm>
                  <a:off x="3912949" y="1747352"/>
                  <a:ext cx="8847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替换</a:t>
                  </a:r>
                  <a14:m>
                    <m:oMath xmlns:m="http://schemas.openxmlformats.org/officeDocument/2006/math"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𝒔</m:t>
                      </m:r>
                    </m:oMath>
                  </a14:m>
                  <a:endParaRPr lang="zh-CN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D0C727E4-B2B8-AF0A-C3CC-B4723E714D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2949" y="1747352"/>
                  <a:ext cx="884767" cy="246221"/>
                </a:xfrm>
                <a:prstGeom prst="rect">
                  <a:avLst/>
                </a:prstGeom>
                <a:blipFill>
                  <a:blip r:embed="rId56"/>
                  <a:stretch>
                    <a:fillRect b="-146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8C96F323-BF1F-0B24-924D-45763CDD8475}"/>
              </a:ext>
            </a:extLst>
          </p:cNvPr>
          <p:cNvCxnSpPr>
            <a:cxnSpLocks/>
          </p:cNvCxnSpPr>
          <p:nvPr/>
        </p:nvCxnSpPr>
        <p:spPr>
          <a:xfrm flipH="1">
            <a:off x="5793743" y="4494728"/>
            <a:ext cx="352069" cy="255072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082CE9D9-A415-D1EC-9D1B-DD63BDA99ED4}"/>
                  </a:ext>
                </a:extLst>
              </p:cNvPr>
              <p:cNvSpPr txBox="1"/>
              <p:nvPr/>
            </p:nvSpPr>
            <p:spPr>
              <a:xfrm>
                <a:off x="7484963" y="3410669"/>
                <a:ext cx="2803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082CE9D9-A415-D1EC-9D1B-DD63BDA99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963" y="3410669"/>
                <a:ext cx="280334" cy="338554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7A84903E-C423-0AF5-1AEC-26C76B624788}"/>
                  </a:ext>
                </a:extLst>
              </p:cNvPr>
              <p:cNvSpPr txBox="1"/>
              <p:nvPr/>
            </p:nvSpPr>
            <p:spPr>
              <a:xfrm>
                <a:off x="3374563" y="3456835"/>
                <a:ext cx="7690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CN" sz="1200" b="1" i="1" dirty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7A84903E-C423-0AF5-1AEC-26C76B62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563" y="3456835"/>
                <a:ext cx="769010" cy="276999"/>
              </a:xfrm>
              <a:prstGeom prst="rect">
                <a:avLst/>
              </a:prstGeom>
              <a:blipFill>
                <a:blip r:embed="rId5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92628651-3DA0-667C-375B-FDC9160C573E}"/>
                  </a:ext>
                </a:extLst>
              </p:cNvPr>
              <p:cNvSpPr txBox="1"/>
              <p:nvPr/>
            </p:nvSpPr>
            <p:spPr>
              <a:xfrm>
                <a:off x="8640248" y="1775364"/>
                <a:ext cx="12240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92628651-3DA0-667C-375B-FDC9160C5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248" y="1775364"/>
                <a:ext cx="1224028" cy="276999"/>
              </a:xfrm>
              <a:prstGeom prst="rect">
                <a:avLst/>
              </a:prstGeom>
              <a:blipFill>
                <a:blip r:embed="rId5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80CC325F-C77C-6872-89F6-BFE2DC936992}"/>
                  </a:ext>
                </a:extLst>
              </p:cNvPr>
              <p:cNvSpPr txBox="1"/>
              <p:nvPr/>
            </p:nvSpPr>
            <p:spPr>
              <a:xfrm>
                <a:off x="8550247" y="3206428"/>
                <a:ext cx="14675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80CC325F-C77C-6872-89F6-BFE2DC936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47" y="3206428"/>
                <a:ext cx="1467530" cy="276999"/>
              </a:xfrm>
              <a:prstGeom prst="rect">
                <a:avLst/>
              </a:prstGeom>
              <a:blipFill>
                <a:blip r:embed="rId6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4ABDC0E6-5868-A5B8-8576-ABB5FE81083B}"/>
                  </a:ext>
                </a:extLst>
              </p:cNvPr>
              <p:cNvSpPr txBox="1"/>
              <p:nvPr/>
            </p:nvSpPr>
            <p:spPr>
              <a:xfrm>
                <a:off x="8668823" y="4331025"/>
                <a:ext cx="15103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4ABDC0E6-5868-A5B8-8576-ABB5FE810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823" y="4331025"/>
                <a:ext cx="1510379" cy="276999"/>
              </a:xfrm>
              <a:prstGeom prst="rect">
                <a:avLst/>
              </a:prstGeom>
              <a:blipFill>
                <a:blip r:embed="rId6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9B0716-0200-3DA6-E486-5580B422BFF4}"/>
                  </a:ext>
                </a:extLst>
              </p:cNvPr>
              <p:cNvSpPr txBox="1"/>
              <p:nvPr/>
            </p:nvSpPr>
            <p:spPr>
              <a:xfrm>
                <a:off x="5940066" y="4186828"/>
                <a:ext cx="28033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zh-CN" alt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9B0716-0200-3DA6-E486-5580B422B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066" y="4186828"/>
                <a:ext cx="280334" cy="246221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37F05E7-8AC7-614A-BE1D-4C93932ACB95}"/>
              </a:ext>
            </a:extLst>
          </p:cNvPr>
          <p:cNvCxnSpPr>
            <a:stCxn id="4" idx="2"/>
            <a:endCxn id="4" idx="2"/>
          </p:cNvCxnSpPr>
          <p:nvPr/>
        </p:nvCxnSpPr>
        <p:spPr>
          <a:xfrm>
            <a:off x="6080233" y="443304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476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50BA0-FC94-D355-6FC7-96A8C8FF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BAF887AA-CF2B-E172-B6BF-BD28743C0581}"/>
              </a:ext>
            </a:extLst>
          </p:cNvPr>
          <p:cNvGrpSpPr/>
          <p:nvPr/>
        </p:nvGrpSpPr>
        <p:grpSpPr>
          <a:xfrm>
            <a:off x="2605040" y="2300259"/>
            <a:ext cx="2557946" cy="1128741"/>
            <a:chOff x="2605040" y="2300259"/>
            <a:chExt cx="2557946" cy="11287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78248298-5D78-B641-CAED-1A0742CBCC84}"/>
                    </a:ext>
                  </a:extLst>
                </p:cNvPr>
                <p:cNvSpPr txBox="1"/>
                <p:nvPr/>
              </p:nvSpPr>
              <p:spPr>
                <a:xfrm>
                  <a:off x="2605040" y="2300259"/>
                  <a:ext cx="119226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情况</a:t>
                  </a:r>
                  <a:r>
                    <a:rPr lang="en-US" altLang="zh-CN" sz="1000" b="1" dirty="0"/>
                    <a:t>1:</a:t>
                  </a:r>
                  <a14:m>
                    <m:oMath xmlns:m="http://schemas.openxmlformats.org/officeDocument/2006/math"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𝒕𝒆𝒙𝒕</m:t>
                      </m:r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zh-CN" altLang="en-US" sz="1000" b="1" dirty="0"/>
                    <a:t>为空</a:t>
                  </a: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78248298-5D78-B641-CAED-1A0742CBCC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5040" y="2300259"/>
                  <a:ext cx="1192260" cy="246221"/>
                </a:xfrm>
                <a:prstGeom prst="rect">
                  <a:avLst/>
                </a:prstGeom>
                <a:blipFill>
                  <a:blip r:embed="rId2"/>
                  <a:stretch>
                    <a:fillRect b="-146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0B6D8C37-D19F-225D-E714-C5D479FDAA9B}"/>
                    </a:ext>
                  </a:extLst>
                </p:cNvPr>
                <p:cNvSpPr txBox="1"/>
                <p:nvPr/>
              </p:nvSpPr>
              <p:spPr>
                <a:xfrm>
                  <a:off x="2699652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0B6D8C37-D19F-225D-E714-C5D479FDAA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9652" y="2660788"/>
                  <a:ext cx="280334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8E970663-3E4B-FCDF-DA16-7991D5A03C70}"/>
                    </a:ext>
                  </a:extLst>
                </p:cNvPr>
                <p:cNvSpPr txBox="1"/>
                <p:nvPr/>
              </p:nvSpPr>
              <p:spPr>
                <a:xfrm>
                  <a:off x="2944127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8E970663-3E4B-FCDF-DA16-7991D5A03C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4127" y="2660788"/>
                  <a:ext cx="280334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E2BE431-C5D7-55F7-F3B7-3A4213EDCC4B}"/>
                    </a:ext>
                  </a:extLst>
                </p:cNvPr>
                <p:cNvSpPr txBox="1"/>
                <p:nvPr/>
              </p:nvSpPr>
              <p:spPr>
                <a:xfrm>
                  <a:off x="3169552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E2BE431-C5D7-55F7-F3B7-3A4213EDC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9552" y="2660788"/>
                  <a:ext cx="2803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AB19451-163E-DEBC-FA09-423154EA0A87}"/>
                    </a:ext>
                  </a:extLst>
                </p:cNvPr>
                <p:cNvSpPr txBox="1"/>
                <p:nvPr/>
              </p:nvSpPr>
              <p:spPr>
                <a:xfrm>
                  <a:off x="3365343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AB19451-163E-DEBC-FA09-423154EA0A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343" y="2660788"/>
                  <a:ext cx="2803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4BC2509-0FBC-33FC-9223-BEBB78742DE5}"/>
                    </a:ext>
                  </a:extLst>
                </p:cNvPr>
                <p:cNvSpPr txBox="1"/>
                <p:nvPr/>
              </p:nvSpPr>
              <p:spPr>
                <a:xfrm>
                  <a:off x="3590768" y="266078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4BC2509-0FBC-33FC-9223-BEBB78742D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0768" y="2660786"/>
                  <a:ext cx="280334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1D2F6DA-9E64-A10F-6B8F-84B1D08AF69D}"/>
                    </a:ext>
                  </a:extLst>
                </p:cNvPr>
                <p:cNvSpPr txBox="1"/>
                <p:nvPr/>
              </p:nvSpPr>
              <p:spPr>
                <a:xfrm>
                  <a:off x="2699652" y="309044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1D2F6DA-9E64-A10F-6B8F-84B1D08AF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9652" y="3090446"/>
                  <a:ext cx="2803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FA76B7E-C153-D65A-92E5-E1CD18B63D8A}"/>
                    </a:ext>
                  </a:extLst>
                </p:cNvPr>
                <p:cNvSpPr txBox="1"/>
                <p:nvPr/>
              </p:nvSpPr>
              <p:spPr>
                <a:xfrm>
                  <a:off x="2925077" y="309044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FA76B7E-C153-D65A-92E5-E1CD18B63D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5077" y="3090446"/>
                  <a:ext cx="2803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D8E8B76-8C7A-94CA-8885-28048197D257}"/>
                    </a:ext>
                  </a:extLst>
                </p:cNvPr>
                <p:cNvSpPr txBox="1"/>
                <p:nvPr/>
              </p:nvSpPr>
              <p:spPr>
                <a:xfrm>
                  <a:off x="3169552" y="309044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D8E8B76-8C7A-94CA-8885-28048197D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9552" y="3090446"/>
                  <a:ext cx="2803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D55CF6FD-A6B9-C5FC-A5B6-CD03869A5CB8}"/>
                </a:ext>
              </a:extLst>
            </p:cNvPr>
            <p:cNvSpPr/>
            <p:nvPr/>
          </p:nvSpPr>
          <p:spPr>
            <a:xfrm>
              <a:off x="2699652" y="2683305"/>
              <a:ext cx="79531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3F846393-3E0A-581B-55BD-8E365C7901D0}"/>
                </a:ext>
              </a:extLst>
            </p:cNvPr>
            <p:cNvSpPr/>
            <p:nvPr/>
          </p:nvSpPr>
          <p:spPr>
            <a:xfrm>
              <a:off x="2710827" y="3125134"/>
              <a:ext cx="739060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C3A474D-B0F1-B542-4D79-2F00FB3B3BF9}"/>
                    </a:ext>
                  </a:extLst>
                </p:cNvPr>
                <p:cNvSpPr txBox="1"/>
                <p:nvPr/>
              </p:nvSpPr>
              <p:spPr>
                <a:xfrm>
                  <a:off x="3970726" y="2959018"/>
                  <a:ext cx="119226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𝒅𝒑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C3A474D-B0F1-B542-4D79-2F00FB3B3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0726" y="2959018"/>
                  <a:ext cx="1192260" cy="246221"/>
                </a:xfrm>
                <a:prstGeom prst="rect">
                  <a:avLst/>
                </a:prstGeom>
                <a:blipFill>
                  <a:blip r:embed="rId11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A64B5A57-854B-36D1-5E31-53CC367E5879}"/>
                </a:ext>
              </a:extLst>
            </p:cNvPr>
            <p:cNvCxnSpPr>
              <a:cxnSpLocks/>
            </p:cNvCxnSpPr>
            <p:nvPr/>
          </p:nvCxnSpPr>
          <p:spPr>
            <a:xfrm>
              <a:off x="3854168" y="3082129"/>
              <a:ext cx="23311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4D446A0-36CC-295B-8402-195D62BE0F07}"/>
              </a:ext>
            </a:extLst>
          </p:cNvPr>
          <p:cNvGrpSpPr/>
          <p:nvPr/>
        </p:nvGrpSpPr>
        <p:grpSpPr>
          <a:xfrm>
            <a:off x="5456190" y="2274883"/>
            <a:ext cx="2557946" cy="1128741"/>
            <a:chOff x="2605040" y="2300259"/>
            <a:chExt cx="2557946" cy="11287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D8A1E07-54F3-FACE-86F9-BC9D5FCF15E3}"/>
                    </a:ext>
                  </a:extLst>
                </p:cNvPr>
                <p:cNvSpPr txBox="1"/>
                <p:nvPr/>
              </p:nvSpPr>
              <p:spPr>
                <a:xfrm>
                  <a:off x="2605040" y="2300259"/>
                  <a:ext cx="119226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情况</a:t>
                  </a:r>
                  <a:r>
                    <a:rPr lang="en-US" altLang="zh-CN" sz="1000" b="1" dirty="0"/>
                    <a:t>2:</a:t>
                  </a:r>
                  <a14:m>
                    <m:oMath xmlns:m="http://schemas.openxmlformats.org/officeDocument/2006/math"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𝒕𝒆𝒙𝒕</m:t>
                      </m:r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zh-CN" altLang="en-US" sz="1000" b="1" dirty="0"/>
                    <a:t>为空</a:t>
                  </a: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D8A1E07-54F3-FACE-86F9-BC9D5FCF15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5040" y="2300259"/>
                  <a:ext cx="1192260" cy="246221"/>
                </a:xfrm>
                <a:prstGeom prst="rect">
                  <a:avLst/>
                </a:prstGeom>
                <a:blipFill>
                  <a:blip r:embed="rId12"/>
                  <a:stretch>
                    <a:fillRect b="-146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A18EDB5-21D0-8440-AE15-DC50C2E56CAC}"/>
                    </a:ext>
                  </a:extLst>
                </p:cNvPr>
                <p:cNvSpPr txBox="1"/>
                <p:nvPr/>
              </p:nvSpPr>
              <p:spPr>
                <a:xfrm>
                  <a:off x="2699652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A18EDB5-21D0-8440-AE15-DC50C2E56C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9652" y="2660788"/>
                  <a:ext cx="280334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76441D3-926C-9E20-AFCE-C51916E60C39}"/>
                    </a:ext>
                  </a:extLst>
                </p:cNvPr>
                <p:cNvSpPr txBox="1"/>
                <p:nvPr/>
              </p:nvSpPr>
              <p:spPr>
                <a:xfrm>
                  <a:off x="2944127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76441D3-926C-9E20-AFCE-C51916E60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4127" y="2660788"/>
                  <a:ext cx="280334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EF4717E6-AD8B-F5CC-5EEF-358CA03B26CE}"/>
                    </a:ext>
                  </a:extLst>
                </p:cNvPr>
                <p:cNvSpPr txBox="1"/>
                <p:nvPr/>
              </p:nvSpPr>
              <p:spPr>
                <a:xfrm>
                  <a:off x="3169552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EF4717E6-AD8B-F5CC-5EEF-358CA03B2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9552" y="2660788"/>
                  <a:ext cx="280334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D3E3699-DB21-A1C8-0E72-E0BD9F3F1C10}"/>
                    </a:ext>
                  </a:extLst>
                </p:cNvPr>
                <p:cNvSpPr txBox="1"/>
                <p:nvPr/>
              </p:nvSpPr>
              <p:spPr>
                <a:xfrm>
                  <a:off x="3365343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D3E3699-DB21-A1C8-0E72-E0BD9F3F1C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343" y="2660788"/>
                  <a:ext cx="280334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53260509-74A1-0B4A-0550-4F7D1A8D9DD4}"/>
                    </a:ext>
                  </a:extLst>
                </p:cNvPr>
                <p:cNvSpPr txBox="1"/>
                <p:nvPr/>
              </p:nvSpPr>
              <p:spPr>
                <a:xfrm>
                  <a:off x="3590768" y="266078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53260509-74A1-0B4A-0550-4F7D1A8D9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0768" y="2660786"/>
                  <a:ext cx="280334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462A7450-4570-1D37-EE2A-955B5A6CB375}"/>
                    </a:ext>
                  </a:extLst>
                </p:cNvPr>
                <p:cNvSpPr txBox="1"/>
                <p:nvPr/>
              </p:nvSpPr>
              <p:spPr>
                <a:xfrm>
                  <a:off x="2699652" y="309044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462A7450-4570-1D37-EE2A-955B5A6CB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9652" y="3090446"/>
                  <a:ext cx="280334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C538ED5F-E91E-CC92-4BAD-B6C7613E2961}"/>
                    </a:ext>
                  </a:extLst>
                </p:cNvPr>
                <p:cNvSpPr txBox="1"/>
                <p:nvPr/>
              </p:nvSpPr>
              <p:spPr>
                <a:xfrm>
                  <a:off x="2925077" y="309044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C538ED5F-E91E-CC92-4BAD-B6C7613E2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5077" y="3090446"/>
                  <a:ext cx="280334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E95D374E-547F-7887-75C3-FA5EE48932FC}"/>
                    </a:ext>
                  </a:extLst>
                </p:cNvPr>
                <p:cNvSpPr txBox="1"/>
                <p:nvPr/>
              </p:nvSpPr>
              <p:spPr>
                <a:xfrm>
                  <a:off x="3169552" y="309044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E95D374E-547F-7887-75C3-FA5EE48932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9552" y="3090446"/>
                  <a:ext cx="280334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67EDC324-9386-3294-2178-CF2C193CA15D}"/>
                </a:ext>
              </a:extLst>
            </p:cNvPr>
            <p:cNvSpPr/>
            <p:nvPr/>
          </p:nvSpPr>
          <p:spPr>
            <a:xfrm>
              <a:off x="2699652" y="2683305"/>
              <a:ext cx="946025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7F13B5A0-2789-2FF0-BCCA-E003C53302BF}"/>
                </a:ext>
              </a:extLst>
            </p:cNvPr>
            <p:cNvSpPr/>
            <p:nvPr/>
          </p:nvSpPr>
          <p:spPr>
            <a:xfrm>
              <a:off x="2710827" y="3125134"/>
              <a:ext cx="60948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EB40B561-FB3B-B33B-D48F-DA6B5E8C7749}"/>
                    </a:ext>
                  </a:extLst>
                </p:cNvPr>
                <p:cNvSpPr txBox="1"/>
                <p:nvPr/>
              </p:nvSpPr>
              <p:spPr>
                <a:xfrm>
                  <a:off x="3970726" y="2959018"/>
                  <a:ext cx="119226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𝒅𝒑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EB40B561-FB3B-B33B-D48F-DA6B5E8C7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0726" y="2959018"/>
                  <a:ext cx="1192260" cy="246221"/>
                </a:xfrm>
                <a:prstGeom prst="rect">
                  <a:avLst/>
                </a:prstGeom>
                <a:blipFill>
                  <a:blip r:embed="rId21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180A2A85-83EB-9F75-CD98-5CBBE1F86E6B}"/>
                </a:ext>
              </a:extLst>
            </p:cNvPr>
            <p:cNvCxnSpPr>
              <a:cxnSpLocks/>
            </p:cNvCxnSpPr>
            <p:nvPr/>
          </p:nvCxnSpPr>
          <p:spPr>
            <a:xfrm>
              <a:off x="3854168" y="3082129"/>
              <a:ext cx="23311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4D88DD84-89C7-F8B3-36B8-7F9FA44D6BDC}"/>
              </a:ext>
            </a:extLst>
          </p:cNvPr>
          <p:cNvGrpSpPr/>
          <p:nvPr/>
        </p:nvGrpSpPr>
        <p:grpSpPr>
          <a:xfrm>
            <a:off x="2592128" y="3652762"/>
            <a:ext cx="2557947" cy="1128741"/>
            <a:chOff x="2605039" y="2300259"/>
            <a:chExt cx="2557947" cy="11287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93C73EB8-8B12-9BE6-E52E-6D462FB1016F}"/>
                    </a:ext>
                  </a:extLst>
                </p:cNvPr>
                <p:cNvSpPr txBox="1"/>
                <p:nvPr/>
              </p:nvSpPr>
              <p:spPr>
                <a:xfrm>
                  <a:off x="2605039" y="2300259"/>
                  <a:ext cx="187827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情况</a:t>
                  </a:r>
                  <a:r>
                    <a:rPr lang="en-US" altLang="zh-CN" sz="1000" b="1" dirty="0"/>
                    <a:t>3:</a:t>
                  </a:r>
                  <a14:m>
                    <m:oMath xmlns:m="http://schemas.openxmlformats.org/officeDocument/2006/math"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𝒕𝒆𝒙𝒕</m:t>
                      </m:r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000" b="1" dirty="0"/>
                    <a:t>,</a:t>
                  </a:r>
                  <a14:m>
                    <m:oMath xmlns:m="http://schemas.openxmlformats.org/officeDocument/2006/math"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𝒕𝒆𝒙𝒕</m:t>
                      </m:r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zh-CN" altLang="en-US" sz="1000" b="1" dirty="0"/>
                    <a:t>均为空</a:t>
                  </a: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93C73EB8-8B12-9BE6-E52E-6D462FB10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5039" y="2300259"/>
                  <a:ext cx="1878271" cy="246221"/>
                </a:xfrm>
                <a:prstGeom prst="rect">
                  <a:avLst/>
                </a:prstGeom>
                <a:blipFill>
                  <a:blip r:embed="rId22"/>
                  <a:stretch>
                    <a:fillRect b="-146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A332BEB-48CB-4A07-8188-99CC1FCAE159}"/>
                    </a:ext>
                  </a:extLst>
                </p:cNvPr>
                <p:cNvSpPr txBox="1"/>
                <p:nvPr/>
              </p:nvSpPr>
              <p:spPr>
                <a:xfrm>
                  <a:off x="2699652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A332BEB-48CB-4A07-8188-99CC1FCAE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9652" y="2660788"/>
                  <a:ext cx="280334" cy="33855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B03228B0-7A29-7770-19A6-7AA556FEF52E}"/>
                    </a:ext>
                  </a:extLst>
                </p:cNvPr>
                <p:cNvSpPr txBox="1"/>
                <p:nvPr/>
              </p:nvSpPr>
              <p:spPr>
                <a:xfrm>
                  <a:off x="2944127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B03228B0-7A29-7770-19A6-7AA556FEF5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4127" y="2660788"/>
                  <a:ext cx="280334" cy="33855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2FE81784-821B-719B-E1C3-07C081999512}"/>
                    </a:ext>
                  </a:extLst>
                </p:cNvPr>
                <p:cNvSpPr txBox="1"/>
                <p:nvPr/>
              </p:nvSpPr>
              <p:spPr>
                <a:xfrm>
                  <a:off x="3169552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2FE81784-821B-719B-E1C3-07C081999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9552" y="2660788"/>
                  <a:ext cx="280334" cy="338554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261B479D-99C2-20FE-10DA-09325926FA9F}"/>
                    </a:ext>
                  </a:extLst>
                </p:cNvPr>
                <p:cNvSpPr txBox="1"/>
                <p:nvPr/>
              </p:nvSpPr>
              <p:spPr>
                <a:xfrm>
                  <a:off x="3365343" y="2660788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261B479D-99C2-20FE-10DA-09325926F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5343" y="2660788"/>
                  <a:ext cx="280334" cy="338554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E2E87345-698A-EF7C-0C30-D1F135BAB0B4}"/>
                    </a:ext>
                  </a:extLst>
                </p:cNvPr>
                <p:cNvSpPr txBox="1"/>
                <p:nvPr/>
              </p:nvSpPr>
              <p:spPr>
                <a:xfrm>
                  <a:off x="3590768" y="266078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E2E87345-698A-EF7C-0C30-D1F135BAB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0768" y="2660786"/>
                  <a:ext cx="280334" cy="33855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0F81A760-4E0A-9F70-2470-DFD612721F84}"/>
                    </a:ext>
                  </a:extLst>
                </p:cNvPr>
                <p:cNvSpPr txBox="1"/>
                <p:nvPr/>
              </p:nvSpPr>
              <p:spPr>
                <a:xfrm>
                  <a:off x="2699652" y="309044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0F81A760-4E0A-9F70-2470-DFD612721F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9652" y="3090446"/>
                  <a:ext cx="280334" cy="338554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E617F5CA-0871-0FDE-6D62-DD2D94CDEF71}"/>
                    </a:ext>
                  </a:extLst>
                </p:cNvPr>
                <p:cNvSpPr txBox="1"/>
                <p:nvPr/>
              </p:nvSpPr>
              <p:spPr>
                <a:xfrm>
                  <a:off x="2925077" y="309044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E617F5CA-0871-0FDE-6D62-DD2D94CDEF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5077" y="3090446"/>
                  <a:ext cx="280334" cy="338554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C0EFDB58-4E81-A9AE-FD9D-5F00ECA6CD0D}"/>
                    </a:ext>
                  </a:extLst>
                </p:cNvPr>
                <p:cNvSpPr txBox="1"/>
                <p:nvPr/>
              </p:nvSpPr>
              <p:spPr>
                <a:xfrm>
                  <a:off x="3169552" y="3090446"/>
                  <a:ext cx="2803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C0EFDB58-4E81-A9AE-FD9D-5F00ECA6C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9552" y="3090446"/>
                  <a:ext cx="280334" cy="338554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1258BA55-FE16-D382-B0C3-42357970A66A}"/>
                </a:ext>
              </a:extLst>
            </p:cNvPr>
            <p:cNvSpPr/>
            <p:nvPr/>
          </p:nvSpPr>
          <p:spPr>
            <a:xfrm>
              <a:off x="2699652" y="2683305"/>
              <a:ext cx="72123" cy="29351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135466AD-0DF2-C093-6EAC-EC48064F2757}"/>
                </a:ext>
              </a:extLst>
            </p:cNvPr>
            <p:cNvSpPr/>
            <p:nvPr/>
          </p:nvSpPr>
          <p:spPr>
            <a:xfrm>
              <a:off x="2710827" y="3125134"/>
              <a:ext cx="60948" cy="277646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AEAC9518-5C51-7792-9742-E0383DF07D97}"/>
                    </a:ext>
                  </a:extLst>
                </p:cNvPr>
                <p:cNvSpPr txBox="1"/>
                <p:nvPr/>
              </p:nvSpPr>
              <p:spPr>
                <a:xfrm>
                  <a:off x="3970726" y="2959018"/>
                  <a:ext cx="119226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𝒅𝒑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1" i="1" dirty="0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0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000" b="1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AEAC9518-5C51-7792-9742-E0383DF07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0726" y="2959018"/>
                  <a:ext cx="1192260" cy="246221"/>
                </a:xfrm>
                <a:prstGeom prst="rect">
                  <a:avLst/>
                </a:prstGeom>
                <a:blipFill>
                  <a:blip r:embed="rId31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CA36B723-04F5-9B07-7FFD-371F15E94B38}"/>
                </a:ext>
              </a:extLst>
            </p:cNvPr>
            <p:cNvCxnSpPr>
              <a:cxnSpLocks/>
            </p:cNvCxnSpPr>
            <p:nvPr/>
          </p:nvCxnSpPr>
          <p:spPr>
            <a:xfrm>
              <a:off x="3854168" y="3082129"/>
              <a:ext cx="23311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6080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9436134-6E43-733F-DAD3-80CC7395B228}"/>
                  </a:ext>
                </a:extLst>
              </p:cNvPr>
              <p:cNvSpPr txBox="1"/>
              <p:nvPr/>
            </p:nvSpPr>
            <p:spPr>
              <a:xfrm>
                <a:off x="3724086" y="1641427"/>
                <a:ext cx="12143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[]∈{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9436134-6E43-733F-DAD3-80CC7395B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086" y="1641427"/>
                <a:ext cx="1214371" cy="276999"/>
              </a:xfrm>
              <a:prstGeom prst="rect">
                <a:avLst/>
              </a:prstGeom>
              <a:blipFill>
                <a:blip r:embed="rId2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>
            <a:extLst>
              <a:ext uri="{FF2B5EF4-FFF2-40B4-BE49-F238E27FC236}">
                <a16:creationId xmlns:a16="http://schemas.microsoft.com/office/drawing/2014/main" id="{5F0B221C-94B6-CB6D-C2F6-6EBBCBF8ED8A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D3195D-684E-EEB8-5FD2-76BDAEEDEFFC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160A239-984B-72A0-0D7F-4DC4E0259AC9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EE89413-D42B-9666-E0DA-220EA5E844F4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1C274C5-68B5-C3D9-3584-DE637426CAED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831A225-CC3B-5D2F-F4EC-C9610090B156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831A225-CC3B-5D2F-F4EC-C9610090B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1644F01-B536-14EF-61DC-C79B03897188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1644F01-B536-14EF-61DC-C79B03897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1163728-6C86-67E3-CFAD-1BB9913E0B98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1163728-6C86-67E3-CFAD-1BB9913E0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62FD91F5-CF7B-0237-1A0A-F7532375C7F6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62FD91F5-CF7B-0237-1A0A-F7532375C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7CB7856E-B42E-84B1-7389-B7C5E360FC1D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7CB7856E-B42E-84B1-7389-B7C5E360F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6A615FF-99AD-61A9-D9BB-EF38CB75E1CC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3B2EDFD-6D03-1B2F-01E1-000F447EE1F0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7AF01AFB-CB38-31CD-640E-6CE68FF1D4BD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96CDD767-FF9C-FEB9-9945-FE640601E29D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183ABE61-B336-7E21-0606-C9C2CAFBD104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9E3E8EE8-3558-D5FC-CB2C-EB85131F9CA2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ED4B3DE-60A4-A985-26D9-12959DE36690}"/>
              </a:ext>
            </a:extLst>
          </p:cNvPr>
          <p:cNvSpPr txBox="1"/>
          <p:nvPr/>
        </p:nvSpPr>
        <p:spPr>
          <a:xfrm>
            <a:off x="4196689" y="3261040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4BF0C708-A3BA-F1E5-2E59-A7975D49394A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EADEBE2-A65C-3054-C7FF-3ABA67071826}"/>
              </a:ext>
            </a:extLst>
          </p:cNvPr>
          <p:cNvSpPr txBox="1"/>
          <p:nvPr/>
        </p:nvSpPr>
        <p:spPr>
          <a:xfrm>
            <a:off x="4960115" y="326104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B2F0F517-8064-06B7-7C74-127E3364C525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accent6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2E11A1D9-B855-228F-AD8C-403D3924DEA4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8DC8A2F-9CE2-717B-6EAB-84E27EC7E6A3}"/>
              </a:ext>
            </a:extLst>
          </p:cNvPr>
          <p:cNvSpPr txBox="1"/>
          <p:nvPr/>
        </p:nvSpPr>
        <p:spPr>
          <a:xfrm>
            <a:off x="4202173" y="3691940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29CE6352-1DAE-0BEB-C84E-9145B8808296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2495F0F-E984-5DD5-0A4A-1CA110501FFF}"/>
              </a:ext>
            </a:extLst>
          </p:cNvPr>
          <p:cNvSpPr txBox="1"/>
          <p:nvPr/>
        </p:nvSpPr>
        <p:spPr>
          <a:xfrm>
            <a:off x="4586524" y="3691943"/>
            <a:ext cx="282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AFF12315-2210-0E52-EBB0-319B8F5A2017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2ED5EB5-01FD-F022-5EFF-C349784CF5E8}"/>
              </a:ext>
            </a:extLst>
          </p:cNvPr>
          <p:cNvSpPr txBox="1"/>
          <p:nvPr/>
        </p:nvSpPr>
        <p:spPr>
          <a:xfrm>
            <a:off x="4965599" y="369194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8A45091D-31F0-DFA0-6059-87810C85EE3D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B5F5BBB-A66B-D655-B82B-5C3158E9161F}"/>
              </a:ext>
            </a:extLst>
          </p:cNvPr>
          <p:cNvSpPr txBox="1"/>
          <p:nvPr/>
        </p:nvSpPr>
        <p:spPr>
          <a:xfrm>
            <a:off x="5732630" y="3691916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9DBFC881-0DE6-0E93-6121-39A5B2A03363}"/>
              </a:ext>
            </a:extLst>
          </p:cNvPr>
          <p:cNvSpPr/>
          <p:nvPr/>
        </p:nvSpPr>
        <p:spPr>
          <a:xfrm>
            <a:off x="4168979" y="4117467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399E3C0-5832-8348-B884-9881FE914728}"/>
              </a:ext>
            </a:extLst>
          </p:cNvPr>
          <p:cNvSpPr txBox="1"/>
          <p:nvPr/>
        </p:nvSpPr>
        <p:spPr>
          <a:xfrm>
            <a:off x="4196689" y="4115633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DB9ACBBA-EDD8-DB4C-3306-32423ED48516}"/>
              </a:ext>
            </a:extLst>
          </p:cNvPr>
          <p:cNvSpPr/>
          <p:nvPr/>
        </p:nvSpPr>
        <p:spPr>
          <a:xfrm>
            <a:off x="4554821" y="4119400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321D61D-7D30-29F4-327F-6AC1B42D6CA5}"/>
              </a:ext>
            </a:extLst>
          </p:cNvPr>
          <p:cNvSpPr txBox="1"/>
          <p:nvPr/>
        </p:nvSpPr>
        <p:spPr>
          <a:xfrm>
            <a:off x="4581040" y="4115636"/>
            <a:ext cx="282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5FE27775-597B-1546-B77E-501B553ED6FC}"/>
              </a:ext>
            </a:extLst>
          </p:cNvPr>
          <p:cNvSpPr/>
          <p:nvPr/>
        </p:nvSpPr>
        <p:spPr>
          <a:xfrm>
            <a:off x="4946572" y="4116955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2630824-0494-1427-615B-ABB0E7BE162E}"/>
              </a:ext>
            </a:extLst>
          </p:cNvPr>
          <p:cNvSpPr txBox="1"/>
          <p:nvPr/>
        </p:nvSpPr>
        <p:spPr>
          <a:xfrm>
            <a:off x="4960115" y="4115642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EA43CFEF-0C07-D3FA-2876-D6BE9CBC5399}"/>
              </a:ext>
            </a:extLst>
          </p:cNvPr>
          <p:cNvSpPr/>
          <p:nvPr/>
        </p:nvSpPr>
        <p:spPr>
          <a:xfrm>
            <a:off x="5317246" y="41169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714159E-8818-FB95-DBD9-55C2C1D5A54F}"/>
              </a:ext>
            </a:extLst>
          </p:cNvPr>
          <p:cNvSpPr txBox="1"/>
          <p:nvPr/>
        </p:nvSpPr>
        <p:spPr>
          <a:xfrm>
            <a:off x="5333516" y="4115630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F12831E4-B03B-270F-6E1D-3796FA42654C}"/>
              </a:ext>
            </a:extLst>
          </p:cNvPr>
          <p:cNvSpPr/>
          <p:nvPr/>
        </p:nvSpPr>
        <p:spPr>
          <a:xfrm>
            <a:off x="5710876" y="411694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86C7CFA-EDF0-8BC4-64F3-B2B455E527B3}"/>
              </a:ext>
            </a:extLst>
          </p:cNvPr>
          <p:cNvSpPr txBox="1"/>
          <p:nvPr/>
        </p:nvSpPr>
        <p:spPr>
          <a:xfrm>
            <a:off x="5727146" y="411560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674B6394-342E-6FC2-D209-038BBC4C4E3E}"/>
              </a:ext>
            </a:extLst>
          </p:cNvPr>
          <p:cNvGrpSpPr/>
          <p:nvPr/>
        </p:nvGrpSpPr>
        <p:grpSpPr>
          <a:xfrm>
            <a:off x="3663751" y="2371110"/>
            <a:ext cx="330219" cy="2050519"/>
            <a:chOff x="3540698" y="2345472"/>
            <a:chExt cx="330219" cy="2050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A4D55713-1207-2318-44BF-1C8FF5DEBCF3}"/>
                    </a:ext>
                  </a:extLst>
                </p:cNvPr>
                <p:cNvSpPr txBox="1"/>
                <p:nvPr/>
              </p:nvSpPr>
              <p:spPr>
                <a:xfrm>
                  <a:off x="3540698" y="234547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A4D55713-1207-2318-44BF-1C8FF5DEB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698" y="2345472"/>
                  <a:ext cx="31771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4F78EFA7-B3D3-C0B3-3FFE-3C918DE299F1}"/>
                    </a:ext>
                  </a:extLst>
                </p:cNvPr>
                <p:cNvSpPr txBox="1"/>
                <p:nvPr/>
              </p:nvSpPr>
              <p:spPr>
                <a:xfrm>
                  <a:off x="3553201" y="283145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4F78EFA7-B3D3-C0B3-3FFE-3C918DE29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3201" y="2831452"/>
                  <a:ext cx="31771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04CEEE0-9EF2-B9D1-0D33-4BC4A1A5B587}"/>
                    </a:ext>
                  </a:extLst>
                </p:cNvPr>
                <p:cNvSpPr txBox="1"/>
                <p:nvPr/>
              </p:nvSpPr>
              <p:spPr>
                <a:xfrm>
                  <a:off x="3550319" y="325197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04CEEE0-9EF2-B9D1-0D33-4BC4A1A5B5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319" y="3251977"/>
                  <a:ext cx="317715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C0909BA2-3C64-346F-3ED4-B36DA3FEF5EF}"/>
                    </a:ext>
                  </a:extLst>
                </p:cNvPr>
                <p:cNvSpPr txBox="1"/>
                <p:nvPr/>
              </p:nvSpPr>
              <p:spPr>
                <a:xfrm>
                  <a:off x="3550315" y="369282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C0909BA2-3C64-346F-3ED4-B36DA3FEF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315" y="3692822"/>
                  <a:ext cx="31771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A57B8176-FE89-FADE-BE6F-60AC3D017C54}"/>
                    </a:ext>
                  </a:extLst>
                </p:cNvPr>
                <p:cNvSpPr txBox="1"/>
                <p:nvPr/>
              </p:nvSpPr>
              <p:spPr>
                <a:xfrm>
                  <a:off x="3544833" y="4118992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A57B8176-FE89-FADE-BE6F-60AC3D017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4833" y="4118992"/>
                  <a:ext cx="317715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7DAC861E-60C7-5803-E238-509B20E21660}"/>
              </a:ext>
            </a:extLst>
          </p:cNvPr>
          <p:cNvSpPr/>
          <p:nvPr/>
        </p:nvSpPr>
        <p:spPr>
          <a:xfrm>
            <a:off x="5305322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B7E0275-F616-3144-0D12-2EA949605717}"/>
                  </a:ext>
                </a:extLst>
              </p:cNvPr>
              <p:cNvSpPr txBox="1"/>
              <p:nvPr/>
            </p:nvSpPr>
            <p:spPr>
              <a:xfrm>
                <a:off x="6116430" y="3290500"/>
                <a:ext cx="28711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&amp;&amp;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==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CB7E0275-F616-3144-0D12-2EA949605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430" y="3290500"/>
                <a:ext cx="2871171" cy="276999"/>
              </a:xfrm>
              <a:prstGeom prst="rect">
                <a:avLst/>
              </a:prstGeom>
              <a:blipFill>
                <a:blip r:embed="rId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A7A776ED-6302-C61C-C292-EC3EEEB8A5B6}"/>
              </a:ext>
            </a:extLst>
          </p:cNvPr>
          <p:cNvSpPr/>
          <p:nvPr/>
        </p:nvSpPr>
        <p:spPr>
          <a:xfrm>
            <a:off x="5305322" y="3695706"/>
            <a:ext cx="313588" cy="337241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C5832C1F-FC4D-C12C-B3C9-52CD8AD08AB7}"/>
              </a:ext>
            </a:extLst>
          </p:cNvPr>
          <p:cNvSpPr/>
          <p:nvPr/>
        </p:nvSpPr>
        <p:spPr>
          <a:xfrm>
            <a:off x="4552106" y="327201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cxnSp>
        <p:nvCxnSpPr>
          <p:cNvPr id="110" name="连接符: 曲线 109">
            <a:extLst>
              <a:ext uri="{FF2B5EF4-FFF2-40B4-BE49-F238E27FC236}">
                <a16:creationId xmlns:a16="http://schemas.microsoft.com/office/drawing/2014/main" id="{59C66E3D-E7B4-F8A6-9484-F60D7D99AAE2}"/>
              </a:ext>
            </a:extLst>
          </p:cNvPr>
          <p:cNvCxnSpPr>
            <a:cxnSpLocks/>
            <a:endCxn id="149" idx="2"/>
          </p:cNvCxnSpPr>
          <p:nvPr/>
        </p:nvCxnSpPr>
        <p:spPr>
          <a:xfrm flipV="1">
            <a:off x="5467600" y="3460424"/>
            <a:ext cx="384544" cy="231513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4783DB00-5054-05AB-F551-E215C2C784B9}"/>
              </a:ext>
            </a:extLst>
          </p:cNvPr>
          <p:cNvGrpSpPr/>
          <p:nvPr/>
        </p:nvGrpSpPr>
        <p:grpSpPr>
          <a:xfrm>
            <a:off x="6647070" y="2684047"/>
            <a:ext cx="1548897" cy="369332"/>
            <a:chOff x="6607426" y="2684047"/>
            <a:chExt cx="1548897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1020B6E0-AFD1-39E3-92B6-1856544D0F47}"/>
                    </a:ext>
                  </a:extLst>
                </p:cNvPr>
                <p:cNvSpPr txBox="1"/>
                <p:nvPr/>
              </p:nvSpPr>
              <p:spPr>
                <a:xfrm>
                  <a:off x="6607426" y="2694411"/>
                  <a:ext cx="154889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1020B6E0-AFD1-39E3-92B6-1856544D0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7426" y="2694411"/>
                  <a:ext cx="1548897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9A2EE30D-E519-BE58-049F-D356D0D211CC}"/>
                </a:ext>
              </a:extLst>
            </p:cNvPr>
            <p:cNvSpPr/>
            <p:nvPr/>
          </p:nvSpPr>
          <p:spPr>
            <a:xfrm>
              <a:off x="7023100" y="2684047"/>
              <a:ext cx="717550" cy="369332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373A9192-117A-AC5B-1927-583227ED89F9}"/>
                </a:ext>
              </a:extLst>
            </p:cNvPr>
            <p:cNvSpPr/>
            <p:nvPr/>
          </p:nvSpPr>
          <p:spPr>
            <a:xfrm>
              <a:off x="7276913" y="2735424"/>
              <a:ext cx="209921" cy="256527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8" name="文本框 147">
            <a:extLst>
              <a:ext uri="{FF2B5EF4-FFF2-40B4-BE49-F238E27FC236}">
                <a16:creationId xmlns:a16="http://schemas.microsoft.com/office/drawing/2014/main" id="{E91857BB-89B7-4C85-7A41-D0B6682F12BE}"/>
              </a:ext>
            </a:extLst>
          </p:cNvPr>
          <p:cNvSpPr txBox="1"/>
          <p:nvPr/>
        </p:nvSpPr>
        <p:spPr>
          <a:xfrm>
            <a:off x="5253245" y="3623885"/>
            <a:ext cx="257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a</a:t>
            </a:r>
            <a:endParaRPr lang="zh-CN" altLang="en-US" sz="1000" b="1" dirty="0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A509B392-CA56-DAA1-7C32-B4288903F8A9}"/>
              </a:ext>
            </a:extLst>
          </p:cNvPr>
          <p:cNvSpPr txBox="1"/>
          <p:nvPr/>
        </p:nvSpPr>
        <p:spPr>
          <a:xfrm>
            <a:off x="5643129" y="3214203"/>
            <a:ext cx="418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/>
              <a:t>bab</a:t>
            </a:r>
            <a:endParaRPr lang="zh-CN" altLang="en-US" sz="1000" b="1" dirty="0"/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ABCC85B8-4B10-F6A0-12CC-188B21FBF53A}"/>
              </a:ext>
            </a:extLst>
          </p:cNvPr>
          <p:cNvCxnSpPr>
            <a:cxnSpLocks/>
          </p:cNvCxnSpPr>
          <p:nvPr/>
        </p:nvCxnSpPr>
        <p:spPr>
          <a:xfrm>
            <a:off x="4174936" y="2517883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CA968357-9B93-24C5-99FF-814947608852}"/>
              </a:ext>
            </a:extLst>
          </p:cNvPr>
          <p:cNvCxnSpPr>
            <a:cxnSpLocks/>
          </p:cNvCxnSpPr>
          <p:nvPr/>
        </p:nvCxnSpPr>
        <p:spPr>
          <a:xfrm>
            <a:off x="4204299" y="3000072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5E3A133F-EA0C-2995-9869-A205B5D57BF9}"/>
              </a:ext>
            </a:extLst>
          </p:cNvPr>
          <p:cNvCxnSpPr>
            <a:cxnSpLocks/>
          </p:cNvCxnSpPr>
          <p:nvPr/>
        </p:nvCxnSpPr>
        <p:spPr>
          <a:xfrm>
            <a:off x="4174936" y="3432923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乘号 152">
            <a:extLst>
              <a:ext uri="{FF2B5EF4-FFF2-40B4-BE49-F238E27FC236}">
                <a16:creationId xmlns:a16="http://schemas.microsoft.com/office/drawing/2014/main" id="{F6D70E6E-F66A-CB6E-1E01-D81B4B4FC31A}"/>
              </a:ext>
            </a:extLst>
          </p:cNvPr>
          <p:cNvSpPr/>
          <p:nvPr/>
        </p:nvSpPr>
        <p:spPr>
          <a:xfrm>
            <a:off x="6006070" y="3214203"/>
            <a:ext cx="161468" cy="21869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6E765-7870-6B6A-12A5-C9BD4CB0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189BC0C-A1FF-9AB5-7A22-25D9E7A506F7}"/>
                  </a:ext>
                </a:extLst>
              </p:cNvPr>
              <p:cNvSpPr txBox="1"/>
              <p:nvPr/>
            </p:nvSpPr>
            <p:spPr>
              <a:xfrm>
                <a:off x="3724086" y="1641427"/>
                <a:ext cx="12143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[] []∈{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189BC0C-A1FF-9AB5-7A22-25D9E7A50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086" y="1641427"/>
                <a:ext cx="1214371" cy="276999"/>
              </a:xfrm>
              <a:prstGeom prst="rect">
                <a:avLst/>
              </a:prstGeom>
              <a:blipFill>
                <a:blip r:embed="rId2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: 圆角 7">
            <a:extLst>
              <a:ext uri="{FF2B5EF4-FFF2-40B4-BE49-F238E27FC236}">
                <a16:creationId xmlns:a16="http://schemas.microsoft.com/office/drawing/2014/main" id="{403B27EB-76C7-199E-C6F5-3F3206580594}"/>
              </a:ext>
            </a:extLst>
          </p:cNvPr>
          <p:cNvSpPr/>
          <p:nvPr/>
        </p:nvSpPr>
        <p:spPr>
          <a:xfrm>
            <a:off x="4150585" y="2347330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6303E51-86F7-037D-6F98-985C1FD8583C}"/>
              </a:ext>
            </a:extLst>
          </p:cNvPr>
          <p:cNvSpPr/>
          <p:nvPr/>
        </p:nvSpPr>
        <p:spPr>
          <a:xfrm>
            <a:off x="4536427" y="2349263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7D089AC-31AF-6BF2-E9B9-663379E62DA4}"/>
              </a:ext>
            </a:extLst>
          </p:cNvPr>
          <p:cNvSpPr/>
          <p:nvPr/>
        </p:nvSpPr>
        <p:spPr>
          <a:xfrm>
            <a:off x="4928178" y="2346818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DF64136-8A9D-8932-4542-C31ACE313B1E}"/>
              </a:ext>
            </a:extLst>
          </p:cNvPr>
          <p:cNvSpPr/>
          <p:nvPr/>
        </p:nvSpPr>
        <p:spPr>
          <a:xfrm>
            <a:off x="5298852" y="2346827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7161F41-C897-BF5E-06C6-1CEAD59D3906}"/>
              </a:ext>
            </a:extLst>
          </p:cNvPr>
          <p:cNvSpPr/>
          <p:nvPr/>
        </p:nvSpPr>
        <p:spPr>
          <a:xfrm>
            <a:off x="5692482" y="2346806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14E7770-B7C9-263A-BB9F-66BBF7894260}"/>
                  </a:ext>
                </a:extLst>
              </p:cNvPr>
              <p:cNvSpPr txBox="1"/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14E7770-B7C9-263A-BB9F-66BBF7894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877" y="2022939"/>
                <a:ext cx="317716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50F0E70-7335-E961-6E9A-FF67FE75E7EB}"/>
                  </a:ext>
                </a:extLst>
              </p:cNvPr>
              <p:cNvSpPr txBox="1"/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50F0E70-7335-E961-6E9A-FF67FE75E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452" y="2022938"/>
                <a:ext cx="31771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3A51D3C-A0A5-D240-E624-E5A3AB2866AB}"/>
                  </a:ext>
                </a:extLst>
              </p:cNvPr>
              <p:cNvSpPr txBox="1"/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3A51D3C-A0A5-D240-E624-E5A3AB286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68" y="2022917"/>
                <a:ext cx="31771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499442A-D8D6-1303-045B-D3305ED8D294}"/>
                  </a:ext>
                </a:extLst>
              </p:cNvPr>
              <p:cNvSpPr txBox="1"/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499442A-D8D6-1303-045B-D3305ED8D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864" y="2022917"/>
                <a:ext cx="31771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4DE0784-55CD-DD1B-3748-DC90F4C3E493}"/>
                  </a:ext>
                </a:extLst>
              </p:cNvPr>
              <p:cNvSpPr txBox="1"/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4DE0784-55CD-DD1B-3748-DC90F4C3E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494" y="2022917"/>
                <a:ext cx="317716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04679F30-829C-7AB4-BAA7-732677A6E4E5}"/>
              </a:ext>
            </a:extLst>
          </p:cNvPr>
          <p:cNvSpPr/>
          <p:nvPr/>
        </p:nvSpPr>
        <p:spPr>
          <a:xfrm>
            <a:off x="4152249" y="2831976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3F3603E7-9B26-7B9A-EEC5-D6D8330B9420}"/>
              </a:ext>
            </a:extLst>
          </p:cNvPr>
          <p:cNvSpPr/>
          <p:nvPr/>
        </p:nvSpPr>
        <p:spPr>
          <a:xfrm>
            <a:off x="4538091" y="2833909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B125D87C-A63C-6210-F48D-845534CD54BE}"/>
              </a:ext>
            </a:extLst>
          </p:cNvPr>
          <p:cNvSpPr/>
          <p:nvPr/>
        </p:nvSpPr>
        <p:spPr>
          <a:xfrm>
            <a:off x="4929842" y="28314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E1AE697C-A82D-267C-051C-39CA4F03C34B}"/>
              </a:ext>
            </a:extLst>
          </p:cNvPr>
          <p:cNvSpPr/>
          <p:nvPr/>
        </p:nvSpPr>
        <p:spPr>
          <a:xfrm>
            <a:off x="5300516" y="283147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C95D615D-E26E-4634-BE36-5F86FE5FC5AF}"/>
              </a:ext>
            </a:extLst>
          </p:cNvPr>
          <p:cNvSpPr/>
          <p:nvPr/>
        </p:nvSpPr>
        <p:spPr>
          <a:xfrm>
            <a:off x="5694146" y="283145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3E1314E8-60B3-FCE8-60FE-341E599412D8}"/>
              </a:ext>
            </a:extLst>
          </p:cNvPr>
          <p:cNvSpPr/>
          <p:nvPr/>
        </p:nvSpPr>
        <p:spPr>
          <a:xfrm>
            <a:off x="4168979" y="32628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60D1BA2-8169-B2E2-C4D9-C5622ECA89C1}"/>
              </a:ext>
            </a:extLst>
          </p:cNvPr>
          <p:cNvSpPr txBox="1"/>
          <p:nvPr/>
        </p:nvSpPr>
        <p:spPr>
          <a:xfrm>
            <a:off x="4196689" y="3261040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E362A90C-2B09-F319-2EF9-7EE3C303FF13}"/>
              </a:ext>
            </a:extLst>
          </p:cNvPr>
          <p:cNvSpPr/>
          <p:nvPr/>
        </p:nvSpPr>
        <p:spPr>
          <a:xfrm>
            <a:off x="4946572" y="32623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89DB70C-E707-65A3-ABBE-4EBFC1A39CC3}"/>
              </a:ext>
            </a:extLst>
          </p:cNvPr>
          <p:cNvSpPr txBox="1"/>
          <p:nvPr/>
        </p:nvSpPr>
        <p:spPr>
          <a:xfrm>
            <a:off x="4960115" y="326104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AAF21BD4-E90C-03C8-CF94-BACD057B5A9D}"/>
              </a:ext>
            </a:extLst>
          </p:cNvPr>
          <p:cNvSpPr/>
          <p:nvPr/>
        </p:nvSpPr>
        <p:spPr>
          <a:xfrm>
            <a:off x="5710876" y="3262350"/>
            <a:ext cx="313588" cy="337241"/>
          </a:xfrm>
          <a:prstGeom prst="roundRect">
            <a:avLst/>
          </a:prstGeom>
          <a:noFill/>
          <a:ln>
            <a:solidFill>
              <a:schemeClr val="accent6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09CAE569-8803-73B6-BC4F-2DC3D77F2064}"/>
              </a:ext>
            </a:extLst>
          </p:cNvPr>
          <p:cNvSpPr/>
          <p:nvPr/>
        </p:nvSpPr>
        <p:spPr>
          <a:xfrm>
            <a:off x="4174463" y="3693774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FF50B21-C02C-B40F-80C5-EB8CC59BF86B}"/>
              </a:ext>
            </a:extLst>
          </p:cNvPr>
          <p:cNvSpPr txBox="1"/>
          <p:nvPr/>
        </p:nvSpPr>
        <p:spPr>
          <a:xfrm>
            <a:off x="4202173" y="3691940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9C75DD1E-CBE3-C279-32DF-B60184513A93}"/>
              </a:ext>
            </a:extLst>
          </p:cNvPr>
          <p:cNvSpPr/>
          <p:nvPr/>
        </p:nvSpPr>
        <p:spPr>
          <a:xfrm>
            <a:off x="4560305" y="3695707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149175E-5C3E-1A50-021D-CA9B170AC55A}"/>
              </a:ext>
            </a:extLst>
          </p:cNvPr>
          <p:cNvSpPr txBox="1"/>
          <p:nvPr/>
        </p:nvSpPr>
        <p:spPr>
          <a:xfrm>
            <a:off x="4586524" y="3691943"/>
            <a:ext cx="282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F195E76-C967-882D-B59C-008CFD68CB73}"/>
              </a:ext>
            </a:extLst>
          </p:cNvPr>
          <p:cNvSpPr/>
          <p:nvPr/>
        </p:nvSpPr>
        <p:spPr>
          <a:xfrm>
            <a:off x="4952056" y="3693262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A64A6E3-52BD-6C66-6036-42144FF0B05E}"/>
              </a:ext>
            </a:extLst>
          </p:cNvPr>
          <p:cNvSpPr txBox="1"/>
          <p:nvPr/>
        </p:nvSpPr>
        <p:spPr>
          <a:xfrm>
            <a:off x="4965599" y="369194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852118F3-C537-64B9-BE90-7937C74B49AF}"/>
              </a:ext>
            </a:extLst>
          </p:cNvPr>
          <p:cNvSpPr/>
          <p:nvPr/>
        </p:nvSpPr>
        <p:spPr>
          <a:xfrm>
            <a:off x="5716360" y="36932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D543101-84EB-EBAE-EB88-34D3654D1A90}"/>
              </a:ext>
            </a:extLst>
          </p:cNvPr>
          <p:cNvSpPr txBox="1"/>
          <p:nvPr/>
        </p:nvSpPr>
        <p:spPr>
          <a:xfrm>
            <a:off x="5732630" y="3691916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4F35643F-928B-BD09-157F-8CA9A027C165}"/>
              </a:ext>
            </a:extLst>
          </p:cNvPr>
          <p:cNvSpPr/>
          <p:nvPr/>
        </p:nvSpPr>
        <p:spPr>
          <a:xfrm>
            <a:off x="4168979" y="4117467"/>
            <a:ext cx="344947" cy="337241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869ACB62-E53D-3A01-D9AD-8030E53C0A3E}"/>
              </a:ext>
            </a:extLst>
          </p:cNvPr>
          <p:cNvSpPr txBox="1"/>
          <p:nvPr/>
        </p:nvSpPr>
        <p:spPr>
          <a:xfrm>
            <a:off x="4196689" y="4115633"/>
            <a:ext cx="258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6E35B726-7C92-39E0-CEC8-860017C1A436}"/>
              </a:ext>
            </a:extLst>
          </p:cNvPr>
          <p:cNvSpPr/>
          <p:nvPr/>
        </p:nvSpPr>
        <p:spPr>
          <a:xfrm>
            <a:off x="4554821" y="4119400"/>
            <a:ext cx="344947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766A22A-1001-B093-F16C-E5968EECC82E}"/>
              </a:ext>
            </a:extLst>
          </p:cNvPr>
          <p:cNvSpPr txBox="1"/>
          <p:nvPr/>
        </p:nvSpPr>
        <p:spPr>
          <a:xfrm>
            <a:off x="4581040" y="4115636"/>
            <a:ext cx="282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46AB4666-717B-D5B6-868C-B2C8A7AC2E29}"/>
              </a:ext>
            </a:extLst>
          </p:cNvPr>
          <p:cNvSpPr/>
          <p:nvPr/>
        </p:nvSpPr>
        <p:spPr>
          <a:xfrm>
            <a:off x="4946572" y="4116955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47B4B6-7208-FCA2-5489-D3502A5B9305}"/>
              </a:ext>
            </a:extLst>
          </p:cNvPr>
          <p:cNvSpPr txBox="1"/>
          <p:nvPr/>
        </p:nvSpPr>
        <p:spPr>
          <a:xfrm>
            <a:off x="4960115" y="4115642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54796E19-F667-0117-92C7-5F748CE625DF}"/>
              </a:ext>
            </a:extLst>
          </p:cNvPr>
          <p:cNvSpPr/>
          <p:nvPr/>
        </p:nvSpPr>
        <p:spPr>
          <a:xfrm>
            <a:off x="5317246" y="411696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6B8321B-8AD6-F4EB-8FD7-E7D55200B213}"/>
              </a:ext>
            </a:extLst>
          </p:cNvPr>
          <p:cNvSpPr txBox="1"/>
          <p:nvPr/>
        </p:nvSpPr>
        <p:spPr>
          <a:xfrm>
            <a:off x="5333516" y="4115630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E4B8A924-B195-6EEC-001E-879E48F8C3FB}"/>
              </a:ext>
            </a:extLst>
          </p:cNvPr>
          <p:cNvSpPr/>
          <p:nvPr/>
        </p:nvSpPr>
        <p:spPr>
          <a:xfrm>
            <a:off x="5710876" y="4116943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B831535-BBC5-DBFA-2E1E-142A43DB750C}"/>
              </a:ext>
            </a:extLst>
          </p:cNvPr>
          <p:cNvSpPr txBox="1"/>
          <p:nvPr/>
        </p:nvSpPr>
        <p:spPr>
          <a:xfrm>
            <a:off x="5727146" y="4115609"/>
            <a:ext cx="2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DC354A77-0BE1-9120-33C4-2EDCA46AAEA6}"/>
              </a:ext>
            </a:extLst>
          </p:cNvPr>
          <p:cNvGrpSpPr/>
          <p:nvPr/>
        </p:nvGrpSpPr>
        <p:grpSpPr>
          <a:xfrm>
            <a:off x="3663751" y="2371110"/>
            <a:ext cx="330219" cy="2050519"/>
            <a:chOff x="3540698" y="2345472"/>
            <a:chExt cx="330219" cy="2050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62BDBC28-5FC6-78DB-FA36-42B8C893D497}"/>
                    </a:ext>
                  </a:extLst>
                </p:cNvPr>
                <p:cNvSpPr txBox="1"/>
                <p:nvPr/>
              </p:nvSpPr>
              <p:spPr>
                <a:xfrm>
                  <a:off x="3540698" y="234547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62BDBC28-5FC6-78DB-FA36-42B8C893D4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698" y="2345472"/>
                  <a:ext cx="31771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3F121D2-5F2F-CADD-EF9A-9A3F3539AC57}"/>
                    </a:ext>
                  </a:extLst>
                </p:cNvPr>
                <p:cNvSpPr txBox="1"/>
                <p:nvPr/>
              </p:nvSpPr>
              <p:spPr>
                <a:xfrm>
                  <a:off x="3553201" y="283145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3F121D2-5F2F-CADD-EF9A-9A3F3539AC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3201" y="2831452"/>
                  <a:ext cx="31771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EBBDA45-13C0-6C7A-B357-2DE519D14C5F}"/>
                    </a:ext>
                  </a:extLst>
                </p:cNvPr>
                <p:cNvSpPr txBox="1"/>
                <p:nvPr/>
              </p:nvSpPr>
              <p:spPr>
                <a:xfrm>
                  <a:off x="3550319" y="325197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EBBDA45-13C0-6C7A-B357-2DE519D14C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319" y="3251977"/>
                  <a:ext cx="317715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DFFE5E03-136A-F840-F2CF-999282CFB696}"/>
                    </a:ext>
                  </a:extLst>
                </p:cNvPr>
                <p:cNvSpPr txBox="1"/>
                <p:nvPr/>
              </p:nvSpPr>
              <p:spPr>
                <a:xfrm>
                  <a:off x="3550315" y="3692822"/>
                  <a:ext cx="3177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DFFE5E03-136A-F840-F2CF-999282CFB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0315" y="3692822"/>
                  <a:ext cx="31771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BC95094B-6E0D-6C3C-1C4A-AAFBDDC34189}"/>
                    </a:ext>
                  </a:extLst>
                </p:cNvPr>
                <p:cNvSpPr txBox="1"/>
                <p:nvPr/>
              </p:nvSpPr>
              <p:spPr>
                <a:xfrm>
                  <a:off x="3544833" y="4118992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BC95094B-6E0D-6C3C-1C4A-AAFBDDC341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4833" y="4118992"/>
                  <a:ext cx="317715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46D92DBA-2383-FBC5-EA13-9928CA573EF0}"/>
              </a:ext>
            </a:extLst>
          </p:cNvPr>
          <p:cNvSpPr/>
          <p:nvPr/>
        </p:nvSpPr>
        <p:spPr>
          <a:xfrm>
            <a:off x="5305322" y="3262350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660D95DA-D07D-C0B3-133F-2DAA28106EEF}"/>
                  </a:ext>
                </a:extLst>
              </p:cNvPr>
              <p:cNvSpPr txBox="1"/>
              <p:nvPr/>
            </p:nvSpPr>
            <p:spPr>
              <a:xfrm>
                <a:off x="6116430" y="3290500"/>
                <a:ext cx="28711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&amp;&amp;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==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1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660D95DA-D07D-C0B3-133F-2DAA28106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430" y="3290500"/>
                <a:ext cx="2871171" cy="276999"/>
              </a:xfrm>
              <a:prstGeom prst="rect">
                <a:avLst/>
              </a:prstGeom>
              <a:blipFill>
                <a:blip r:embed="rId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28419456-CC2F-AA40-E6FB-A863973F67FB}"/>
              </a:ext>
            </a:extLst>
          </p:cNvPr>
          <p:cNvSpPr/>
          <p:nvPr/>
        </p:nvSpPr>
        <p:spPr>
          <a:xfrm>
            <a:off x="5305322" y="3695706"/>
            <a:ext cx="313588" cy="337241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7F30A525-C56D-F31E-0EA3-79CF7065B631}"/>
              </a:ext>
            </a:extLst>
          </p:cNvPr>
          <p:cNvSpPr/>
          <p:nvPr/>
        </p:nvSpPr>
        <p:spPr>
          <a:xfrm>
            <a:off x="4552106" y="3272014"/>
            <a:ext cx="313588" cy="337241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/>
          </a:p>
        </p:txBody>
      </p:sp>
      <p:cxnSp>
        <p:nvCxnSpPr>
          <p:cNvPr id="110" name="连接符: 曲线 109">
            <a:extLst>
              <a:ext uri="{FF2B5EF4-FFF2-40B4-BE49-F238E27FC236}">
                <a16:creationId xmlns:a16="http://schemas.microsoft.com/office/drawing/2014/main" id="{47BE43C5-EFF3-EA97-9A24-0C4CEC3637B2}"/>
              </a:ext>
            </a:extLst>
          </p:cNvPr>
          <p:cNvCxnSpPr>
            <a:cxnSpLocks/>
            <a:endCxn id="149" idx="2"/>
          </p:cNvCxnSpPr>
          <p:nvPr/>
        </p:nvCxnSpPr>
        <p:spPr>
          <a:xfrm flipV="1">
            <a:off x="5467600" y="3460424"/>
            <a:ext cx="384544" cy="231513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28B52145-A9C6-5BD5-2F25-954D955BB534}"/>
              </a:ext>
            </a:extLst>
          </p:cNvPr>
          <p:cNvGrpSpPr/>
          <p:nvPr/>
        </p:nvGrpSpPr>
        <p:grpSpPr>
          <a:xfrm>
            <a:off x="6647070" y="2684047"/>
            <a:ext cx="1548897" cy="369332"/>
            <a:chOff x="6607426" y="2684047"/>
            <a:chExt cx="1548897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A666840E-31D5-FF2E-D4A2-21CFAA257F92}"/>
                    </a:ext>
                  </a:extLst>
                </p:cNvPr>
                <p:cNvSpPr txBox="1"/>
                <p:nvPr/>
              </p:nvSpPr>
              <p:spPr>
                <a:xfrm>
                  <a:off x="6607426" y="2694411"/>
                  <a:ext cx="154889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A666840E-31D5-FF2E-D4A2-21CFAA257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7426" y="2694411"/>
                  <a:ext cx="1548897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81816B24-DF7B-0A7B-8034-B65A280F5D44}"/>
                </a:ext>
              </a:extLst>
            </p:cNvPr>
            <p:cNvSpPr/>
            <p:nvPr/>
          </p:nvSpPr>
          <p:spPr>
            <a:xfrm>
              <a:off x="7023100" y="2684047"/>
              <a:ext cx="717550" cy="369332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4227B991-8D2D-5B70-BF28-A1424BB89089}"/>
                </a:ext>
              </a:extLst>
            </p:cNvPr>
            <p:cNvSpPr/>
            <p:nvPr/>
          </p:nvSpPr>
          <p:spPr>
            <a:xfrm>
              <a:off x="7276913" y="2735424"/>
              <a:ext cx="209921" cy="256527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8" name="文本框 147">
            <a:extLst>
              <a:ext uri="{FF2B5EF4-FFF2-40B4-BE49-F238E27FC236}">
                <a16:creationId xmlns:a16="http://schemas.microsoft.com/office/drawing/2014/main" id="{8FC63FE1-9A48-860E-04BC-3DC1F96C9858}"/>
              </a:ext>
            </a:extLst>
          </p:cNvPr>
          <p:cNvSpPr txBox="1"/>
          <p:nvPr/>
        </p:nvSpPr>
        <p:spPr>
          <a:xfrm>
            <a:off x="5253245" y="3623885"/>
            <a:ext cx="257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a</a:t>
            </a:r>
            <a:endParaRPr lang="zh-CN" altLang="en-US" sz="1000" b="1" dirty="0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F6742AC7-76FA-38A2-01E9-7475AC65560D}"/>
              </a:ext>
            </a:extLst>
          </p:cNvPr>
          <p:cNvSpPr txBox="1"/>
          <p:nvPr/>
        </p:nvSpPr>
        <p:spPr>
          <a:xfrm>
            <a:off x="5643129" y="3214203"/>
            <a:ext cx="418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/>
              <a:t>bab</a:t>
            </a:r>
            <a:endParaRPr lang="zh-CN" altLang="en-US" sz="1000" b="1" dirty="0"/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E6793B7B-B2EA-7B9D-B349-270F175B9641}"/>
              </a:ext>
            </a:extLst>
          </p:cNvPr>
          <p:cNvCxnSpPr>
            <a:cxnSpLocks/>
            <a:endCxn id="104" idx="3"/>
          </p:cNvCxnSpPr>
          <p:nvPr/>
        </p:nvCxnSpPr>
        <p:spPr>
          <a:xfrm>
            <a:off x="4214190" y="3425933"/>
            <a:ext cx="1404720" cy="503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2C4F6864-9296-F0B6-112D-DEB2FEB0CF04}"/>
              </a:ext>
            </a:extLst>
          </p:cNvPr>
          <p:cNvCxnSpPr>
            <a:cxnSpLocks/>
          </p:cNvCxnSpPr>
          <p:nvPr/>
        </p:nvCxnSpPr>
        <p:spPr>
          <a:xfrm>
            <a:off x="4213531" y="4285947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6A4C5A20-3D84-3AAE-4A59-6AE99270EBFB}"/>
              </a:ext>
            </a:extLst>
          </p:cNvPr>
          <p:cNvCxnSpPr>
            <a:cxnSpLocks/>
          </p:cNvCxnSpPr>
          <p:nvPr/>
        </p:nvCxnSpPr>
        <p:spPr>
          <a:xfrm>
            <a:off x="4213531" y="3870106"/>
            <a:ext cx="185686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 descr="复选标记 纯色填充">
            <a:extLst>
              <a:ext uri="{FF2B5EF4-FFF2-40B4-BE49-F238E27FC236}">
                <a16:creationId xmlns:a16="http://schemas.microsoft.com/office/drawing/2014/main" id="{FB6BDF6D-72C1-49BF-95EE-31E4F362ED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48966" y="3168693"/>
            <a:ext cx="171737" cy="15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29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>
            <a:extLst>
              <a:ext uri="{FF2B5EF4-FFF2-40B4-BE49-F238E27FC236}">
                <a16:creationId xmlns:a16="http://schemas.microsoft.com/office/drawing/2014/main" id="{8334FB7F-C0E9-F2B0-08D6-B8C6B893EDC0}"/>
              </a:ext>
            </a:extLst>
          </p:cNvPr>
          <p:cNvGrpSpPr/>
          <p:nvPr/>
        </p:nvGrpSpPr>
        <p:grpSpPr>
          <a:xfrm>
            <a:off x="6225513" y="2369681"/>
            <a:ext cx="1882246" cy="338554"/>
            <a:chOff x="2968850" y="3491049"/>
            <a:chExt cx="2070473" cy="338554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3133B430-41F7-9915-FAC3-F3AB549F43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a:fld id="{825F15A7-03F4-43D7-82C5-3E23DA2F108C}" type="mathplaceholder">
                          <a:rPr lang="zh-CN" altLang="en-US" sz="1600" i="1" smtClean="0">
                            <a:latin typeface="Cambria Math" panose="02040503050406030204" pitchFamily="18" charset="0"/>
                          </a:rPr>
                          <a:t>在此处键入公式。</a:t>
                        </a:fld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386</Words>
  <Application>Microsoft Office PowerPoint</Application>
  <PresentationFormat>宽屏</PresentationFormat>
  <Paragraphs>236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2026-04-14T04:55:57Z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