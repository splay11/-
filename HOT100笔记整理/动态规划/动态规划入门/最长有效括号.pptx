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96" r:id="rId2"/>
    <p:sldId id="299" r:id="rId3"/>
    <p:sldId id="298" r:id="rId4"/>
    <p:sldId id="29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1C138F-93B3-49B3-B597-8B9C361225A7}" v="145" dt="2026-04-09T11:48:49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3704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09T11:48:49.275" v="6803" actId="207"/>
      <pc:docMkLst>
        <pc:docMk/>
      </pc:docMkLst>
      <pc:sldChg chg="addSp delSp modSp add mod">
        <pc:chgData name="昕 许" userId="a2975fcd840abfc3" providerId="LiveId" clId="{49CCD4F9-177C-4270-9A14-60236FF377E8}" dt="2026-04-09T11:48:49.275" v="6803" actId="207"/>
        <pc:sldMkLst>
          <pc:docMk/>
          <pc:sldMk cId="3949537576" sldId="296"/>
        </pc:sldMkLst>
        <pc:spChg chg="add del mod">
          <ac:chgData name="昕 许" userId="a2975fcd840abfc3" providerId="LiveId" clId="{49CCD4F9-177C-4270-9A14-60236FF377E8}" dt="2026-04-09T09:41:46.161" v="6540" actId="478"/>
          <ac:spMkLst>
            <pc:docMk/>
            <pc:sldMk cId="3949537576" sldId="296"/>
            <ac:spMk id="2" creationId="{93ED3568-C3BD-02E3-0BBC-A0097D40D9A6}"/>
          </ac:spMkLst>
        </pc:spChg>
        <pc:spChg chg="add mod">
          <ac:chgData name="昕 许" userId="a2975fcd840abfc3" providerId="LiveId" clId="{49CCD4F9-177C-4270-9A14-60236FF377E8}" dt="2026-04-09T10:11:02.925" v="6781" actId="20577"/>
          <ac:spMkLst>
            <pc:docMk/>
            <pc:sldMk cId="3949537576" sldId="296"/>
            <ac:spMk id="4" creationId="{9A7304B5-CCDC-78E1-6CCE-956370EA5EC2}"/>
          </ac:spMkLst>
        </pc:spChg>
        <pc:spChg chg="add del mod">
          <ac:chgData name="昕 许" userId="a2975fcd840abfc3" providerId="LiveId" clId="{49CCD4F9-177C-4270-9A14-60236FF377E8}" dt="2026-04-09T09:43:19.806" v="6580" actId="478"/>
          <ac:spMkLst>
            <pc:docMk/>
            <pc:sldMk cId="3949537576" sldId="296"/>
            <ac:spMk id="8" creationId="{CB0A37C8-D6FC-0CCF-1FD7-822387AF3FA9}"/>
          </ac:spMkLst>
        </pc:spChg>
        <pc:spChg chg="add mod">
          <ac:chgData name="昕 许" userId="a2975fcd840abfc3" providerId="LiveId" clId="{49CCD4F9-177C-4270-9A14-60236FF377E8}" dt="2026-04-09T10:11:02.925" v="6781" actId="20577"/>
          <ac:spMkLst>
            <pc:docMk/>
            <pc:sldMk cId="3949537576" sldId="296"/>
            <ac:spMk id="9" creationId="{ED925C3D-77EF-E0C0-2B4A-A67714A944B3}"/>
          </ac:spMkLst>
        </pc:spChg>
        <pc:spChg chg="add mod">
          <ac:chgData name="昕 许" userId="a2975fcd840abfc3" providerId="LiveId" clId="{49CCD4F9-177C-4270-9A14-60236FF377E8}" dt="2026-04-09T10:11:02.925" v="6781" actId="20577"/>
          <ac:spMkLst>
            <pc:docMk/>
            <pc:sldMk cId="3949537576" sldId="296"/>
            <ac:spMk id="11" creationId="{E49031CE-8043-7C09-F872-9A1CCA756652}"/>
          </ac:spMkLst>
        </pc:spChg>
        <pc:spChg chg="add mod">
          <ac:chgData name="昕 许" userId="a2975fcd840abfc3" providerId="LiveId" clId="{49CCD4F9-177C-4270-9A14-60236FF377E8}" dt="2026-04-09T10:11:02.925" v="6781" actId="20577"/>
          <ac:spMkLst>
            <pc:docMk/>
            <pc:sldMk cId="3949537576" sldId="296"/>
            <ac:spMk id="15" creationId="{BEAB9C74-8DF2-65C0-D1A0-D36335E5DFDD}"/>
          </ac:spMkLst>
        </pc:spChg>
        <pc:spChg chg="add mod">
          <ac:chgData name="昕 许" userId="a2975fcd840abfc3" providerId="LiveId" clId="{49CCD4F9-177C-4270-9A14-60236FF377E8}" dt="2026-04-09T11:46:32.392" v="6796" actId="1076"/>
          <ac:spMkLst>
            <pc:docMk/>
            <pc:sldMk cId="3949537576" sldId="296"/>
            <ac:spMk id="16" creationId="{D014323B-9334-17CD-BE43-67EA2F3E57C3}"/>
          </ac:spMkLst>
        </pc:spChg>
        <pc:spChg chg="add mod">
          <ac:chgData name="昕 许" userId="a2975fcd840abfc3" providerId="LiveId" clId="{49CCD4F9-177C-4270-9A14-60236FF377E8}" dt="2026-04-09T11:48:49.275" v="6803" actId="207"/>
          <ac:spMkLst>
            <pc:docMk/>
            <pc:sldMk cId="3949537576" sldId="296"/>
            <ac:spMk id="17" creationId="{AD8EFEAB-09AF-EAF4-11A7-0D007F52226F}"/>
          </ac:spMkLst>
        </pc:spChg>
        <pc:spChg chg="add mod">
          <ac:chgData name="昕 许" userId="a2975fcd840abfc3" providerId="LiveId" clId="{49CCD4F9-177C-4270-9A14-60236FF377E8}" dt="2026-04-09T10:10:43.068" v="6763" actId="20577"/>
          <ac:spMkLst>
            <pc:docMk/>
            <pc:sldMk cId="3949537576" sldId="296"/>
            <ac:spMk id="18" creationId="{22C31CC7-8CA2-46D8-54C6-165D4C17820D}"/>
          </ac:spMkLst>
        </pc:spChg>
        <pc:spChg chg="add mod">
          <ac:chgData name="昕 许" userId="a2975fcd840abfc3" providerId="LiveId" clId="{49CCD4F9-177C-4270-9A14-60236FF377E8}" dt="2026-04-09T10:10:43.068" v="6763" actId="20577"/>
          <ac:spMkLst>
            <pc:docMk/>
            <pc:sldMk cId="3949537576" sldId="296"/>
            <ac:spMk id="20" creationId="{B6DA3D43-F3CB-88B5-0343-B5FD0CA02E2E}"/>
          </ac:spMkLst>
        </pc:spChg>
        <pc:spChg chg="add del mod">
          <ac:chgData name="昕 许" userId="a2975fcd840abfc3" providerId="LiveId" clId="{49CCD4F9-177C-4270-9A14-60236FF377E8}" dt="2026-04-09T09:41:46.161" v="6540" actId="478"/>
          <ac:spMkLst>
            <pc:docMk/>
            <pc:sldMk cId="3949537576" sldId="296"/>
            <ac:spMk id="23" creationId="{9DCC7F70-7855-DA58-CBB7-CF538E07BF52}"/>
          </ac:spMkLst>
        </pc:spChg>
        <pc:spChg chg="add mod">
          <ac:chgData name="昕 许" userId="a2975fcd840abfc3" providerId="LiveId" clId="{49CCD4F9-177C-4270-9A14-60236FF377E8}" dt="2026-04-09T10:10:43.068" v="6763" actId="20577"/>
          <ac:spMkLst>
            <pc:docMk/>
            <pc:sldMk cId="3949537576" sldId="296"/>
            <ac:spMk id="24" creationId="{5B83812A-37F4-7746-5AD6-41FC682F9E23}"/>
          </ac:spMkLst>
        </pc:spChg>
        <pc:spChg chg="add mod">
          <ac:chgData name="昕 许" userId="a2975fcd840abfc3" providerId="LiveId" clId="{49CCD4F9-177C-4270-9A14-60236FF377E8}" dt="2026-04-09T10:10:44.671" v="6764" actId="14100"/>
          <ac:spMkLst>
            <pc:docMk/>
            <pc:sldMk cId="3949537576" sldId="296"/>
            <ac:spMk id="25" creationId="{5C8AAB19-22FE-2D89-A3F1-C92C987E0888}"/>
          </ac:spMkLst>
        </pc:spChg>
        <pc:spChg chg="add mod">
          <ac:chgData name="昕 许" userId="a2975fcd840abfc3" providerId="LiveId" clId="{49CCD4F9-177C-4270-9A14-60236FF377E8}" dt="2026-04-09T10:10:43.068" v="6763" actId="20577"/>
          <ac:spMkLst>
            <pc:docMk/>
            <pc:sldMk cId="3949537576" sldId="296"/>
            <ac:spMk id="26" creationId="{358E5761-F50B-DAB6-0E99-D13B0DFF90E4}"/>
          </ac:spMkLst>
        </pc:spChg>
        <pc:spChg chg="add mod">
          <ac:chgData name="昕 许" userId="a2975fcd840abfc3" providerId="LiveId" clId="{49CCD4F9-177C-4270-9A14-60236FF377E8}" dt="2026-04-09T10:11:02.925" v="6781" actId="20577"/>
          <ac:spMkLst>
            <pc:docMk/>
            <pc:sldMk cId="3949537576" sldId="296"/>
            <ac:spMk id="31" creationId="{1BA98513-4C65-EE7A-B228-D83A65BADAC1}"/>
          </ac:spMkLst>
        </pc:spChg>
        <pc:spChg chg="add mod">
          <ac:chgData name="昕 许" userId="a2975fcd840abfc3" providerId="LiveId" clId="{49CCD4F9-177C-4270-9A14-60236FF377E8}" dt="2026-04-09T10:11:02.925" v="6781" actId="20577"/>
          <ac:spMkLst>
            <pc:docMk/>
            <pc:sldMk cId="3949537576" sldId="296"/>
            <ac:spMk id="32" creationId="{0B33322B-4224-9D7A-ED1E-E6A1D440AD5D}"/>
          </ac:spMkLst>
        </pc:spChg>
        <pc:spChg chg="add del mod">
          <ac:chgData name="昕 许" userId="a2975fcd840abfc3" providerId="LiveId" clId="{49CCD4F9-177C-4270-9A14-60236FF377E8}" dt="2026-04-09T09:41:46.161" v="6540" actId="478"/>
          <ac:spMkLst>
            <pc:docMk/>
            <pc:sldMk cId="3949537576" sldId="296"/>
            <ac:spMk id="41" creationId="{3CF9824A-A4E0-18FD-2811-B1320D730E71}"/>
          </ac:spMkLst>
        </pc:spChg>
        <pc:spChg chg="add mod">
          <ac:chgData name="昕 许" userId="a2975fcd840abfc3" providerId="LiveId" clId="{49CCD4F9-177C-4270-9A14-60236FF377E8}" dt="2026-04-09T10:11:06.652" v="6784" actId="1076"/>
          <ac:spMkLst>
            <pc:docMk/>
            <pc:sldMk cId="3949537576" sldId="296"/>
            <ac:spMk id="43" creationId="{6AB9807D-3D8D-E2AD-6FFF-20BEA7E808B9}"/>
          </ac:spMkLst>
        </pc:spChg>
        <pc:spChg chg="add mod">
          <ac:chgData name="昕 许" userId="a2975fcd840abfc3" providerId="LiveId" clId="{49CCD4F9-177C-4270-9A14-60236FF377E8}" dt="2026-04-09T10:11:02.925" v="6781" actId="20577"/>
          <ac:spMkLst>
            <pc:docMk/>
            <pc:sldMk cId="3949537576" sldId="296"/>
            <ac:spMk id="44" creationId="{79FFF756-659C-EB6F-1457-9601AF3C41E7}"/>
          </ac:spMkLst>
        </pc:spChg>
        <pc:grpChg chg="add del mod">
          <ac:chgData name="昕 许" userId="a2975fcd840abfc3" providerId="LiveId" clId="{49CCD4F9-177C-4270-9A14-60236FF377E8}" dt="2026-04-09T09:41:46.161" v="6540" actId="478"/>
          <ac:grpSpMkLst>
            <pc:docMk/>
            <pc:sldMk cId="3949537576" sldId="296"/>
            <ac:grpSpMk id="3" creationId="{C906A4FB-56A2-4777-ECC8-46BDEBC2E27D}"/>
          </ac:grpSpMkLst>
        </pc:grpChg>
        <pc:grpChg chg="add del mod">
          <ac:chgData name="昕 许" userId="a2975fcd840abfc3" providerId="LiveId" clId="{49CCD4F9-177C-4270-9A14-60236FF377E8}" dt="2026-04-09T09:41:46.161" v="6540" actId="478"/>
          <ac:grpSpMkLst>
            <pc:docMk/>
            <pc:sldMk cId="3949537576" sldId="296"/>
            <ac:grpSpMk id="12" creationId="{09698812-F054-D186-11BF-68637B976417}"/>
          </ac:grpSpMkLst>
        </pc:grpChg>
        <pc:grpChg chg="del mod">
          <ac:chgData name="昕 许" userId="a2975fcd840abfc3" providerId="LiveId" clId="{49CCD4F9-177C-4270-9A14-60236FF377E8}" dt="2026-04-09T09:41:46.161" v="6540" actId="478"/>
          <ac:grpSpMkLst>
            <pc:docMk/>
            <pc:sldMk cId="3949537576" sldId="296"/>
            <ac:grpSpMk id="19" creationId="{4E014172-DBF6-E62C-E33F-353D00267260}"/>
          </ac:grpSpMkLst>
        </pc:grpChg>
        <pc:grpChg chg="del mod">
          <ac:chgData name="昕 许" userId="a2975fcd840abfc3" providerId="LiveId" clId="{49CCD4F9-177C-4270-9A14-60236FF377E8}" dt="2026-04-09T09:41:46.161" v="6540" actId="478"/>
          <ac:grpSpMkLst>
            <pc:docMk/>
            <pc:sldMk cId="3949537576" sldId="296"/>
            <ac:grpSpMk id="29" creationId="{D82DC340-B235-A1B6-598F-4C8D10B27629}"/>
          </ac:grpSpMkLst>
        </pc:grpChg>
        <pc:grpChg chg="del mod">
          <ac:chgData name="昕 许" userId="a2975fcd840abfc3" providerId="LiveId" clId="{49CCD4F9-177C-4270-9A14-60236FF377E8}" dt="2026-04-09T09:41:46.161" v="6540" actId="478"/>
          <ac:grpSpMkLst>
            <pc:docMk/>
            <pc:sldMk cId="3949537576" sldId="296"/>
            <ac:grpSpMk id="38" creationId="{425C1743-596D-8BC8-7B42-18E523AC8D95}"/>
          </ac:grpSpMkLst>
        </pc:grpChg>
        <pc:grpChg chg="add mod">
          <ac:chgData name="昕 许" userId="a2975fcd840abfc3" providerId="LiveId" clId="{49CCD4F9-177C-4270-9A14-60236FF377E8}" dt="2026-04-09T11:46:56.259" v="6801" actId="1076"/>
          <ac:grpSpMkLst>
            <pc:docMk/>
            <pc:sldMk cId="3949537576" sldId="296"/>
            <ac:grpSpMk id="46" creationId="{F8D6E1DC-E128-65B2-72A3-D215C1651610}"/>
          </ac:grpSpMkLst>
        </pc:grpChg>
        <pc:grpChg chg="add del mod">
          <ac:chgData name="昕 许" userId="a2975fcd840abfc3" providerId="LiveId" clId="{49CCD4F9-177C-4270-9A14-60236FF377E8}" dt="2026-04-09T09:41:46.161" v="6540" actId="478"/>
          <ac:grpSpMkLst>
            <pc:docMk/>
            <pc:sldMk cId="3949537576" sldId="296"/>
            <ac:grpSpMk id="48" creationId="{5F940ED2-95DE-BF7E-7A61-CA0CE075B255}"/>
          </ac:grpSpMkLst>
        </pc:grpChg>
        <pc:grpChg chg="add mod">
          <ac:chgData name="昕 许" userId="a2975fcd840abfc3" providerId="LiveId" clId="{49CCD4F9-177C-4270-9A14-60236FF377E8}" dt="2026-04-09T11:46:42.797" v="6798" actId="1076"/>
          <ac:grpSpMkLst>
            <pc:docMk/>
            <pc:sldMk cId="3949537576" sldId="296"/>
            <ac:grpSpMk id="54" creationId="{5B48808F-97EB-4C5C-4659-16A0807F978C}"/>
          </ac:grpSpMkLst>
        </pc:grpChg>
        <pc:grpChg chg="add del mod">
          <ac:chgData name="昕 许" userId="a2975fcd840abfc3" providerId="LiveId" clId="{49CCD4F9-177C-4270-9A14-60236FF377E8}" dt="2026-04-09T09:41:46.161" v="6540" actId="478"/>
          <ac:grpSpMkLst>
            <pc:docMk/>
            <pc:sldMk cId="3949537576" sldId="296"/>
            <ac:grpSpMk id="66" creationId="{B7474745-8CE1-0CFE-D715-B413360AAEF2}"/>
          </ac:grpSpMkLst>
        </pc:grpChg>
        <pc:cxnChg chg="add mod">
          <ac:chgData name="昕 许" userId="a2975fcd840abfc3" providerId="LiveId" clId="{49CCD4F9-177C-4270-9A14-60236FF377E8}" dt="2026-04-09T11:46:57.967" v="6802" actId="1076"/>
          <ac:cxnSpMkLst>
            <pc:docMk/>
            <pc:sldMk cId="3949537576" sldId="296"/>
            <ac:cxnSpMk id="27" creationId="{43F62665-AC40-009F-5A26-4B38CC448D30}"/>
          </ac:cxnSpMkLst>
        </pc:cxnChg>
      </pc:sldChg>
      <pc:sldChg chg="addSp delSp modSp add mod">
        <pc:chgData name="昕 许" userId="a2975fcd840abfc3" providerId="LiveId" clId="{49CCD4F9-177C-4270-9A14-60236FF377E8}" dt="2026-04-07T08:51:59.101" v="6366" actId="20577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5" creationId="{3133B430-41F7-9915-FAC3-F3AB549F4308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6" creationId="{68478F13-589F-F6E7-2753-032779260512}"/>
          </ac:spMkLst>
        </pc:spChg>
        <pc:grpChg chg="mod">
          <ac:chgData name="昕 许" userId="a2975fcd840abfc3" providerId="LiveId" clId="{49CCD4F9-177C-4270-9A14-60236FF377E8}" dt="2026-04-07T08:51:59.101" v="6366" actId="20577"/>
          <ac:grpSpMkLst>
            <pc:docMk/>
            <pc:sldMk cId="3112887342" sldId="297"/>
            <ac:grpSpMk id="84" creationId="{8334FB7F-C0E9-F2B0-08D6-B8C6B893EDC0}"/>
          </ac:grpSpMkLst>
        </pc:grpChg>
      </pc:sldChg>
      <pc:sldChg chg="addSp delSp modSp add mod">
        <pc:chgData name="昕 许" userId="a2975fcd840abfc3" providerId="LiveId" clId="{49CCD4F9-177C-4270-9A14-60236FF377E8}" dt="2026-04-08T02:11:21.642" v="6386" actId="478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0" creationId="{88B24D16-3ED4-CF44-39C0-39877C36E86C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6" creationId="{FB05F845-C150-0B1F-A9D4-5C4F7DB2A5B7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8" creationId="{3C7C9827-4B2B-3152-E90C-FF28243CB2DD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mod">
        <pc:chgData name="昕 许" userId="a2975fcd840abfc3" providerId="LiveId" clId="{49CCD4F9-177C-4270-9A14-60236FF377E8}" dt="2026-04-08T02:16:03.829" v="6539" actId="14100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08T02:14:28.408" v="6491" actId="164"/>
          <ac:spMkLst>
            <pc:docMk/>
            <pc:sldMk cId="2087942255" sldId="299"/>
            <ac:spMk id="4" creationId="{0459DF52-F3BC-9895-E7A5-87F7941D9165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" creationId="{A3E4FC68-31D0-CAEB-1C3E-5874BD9014EC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7" creationId="{A53CCB03-81AF-2E11-2B14-7A344AC26D59}"/>
          </ac:spMkLst>
        </pc:spChg>
        <pc:spChg chg="del">
          <ac:chgData name="昕 许" userId="a2975fcd840abfc3" providerId="LiveId" clId="{49CCD4F9-177C-4270-9A14-60236FF377E8}" dt="2026-04-08T02:11:25.981" v="6388" actId="478"/>
          <ac:spMkLst>
            <pc:docMk/>
            <pc:sldMk cId="2087942255" sldId="299"/>
            <ac:spMk id="10" creationId="{A4FA7D0A-F0CC-FEAE-7DC0-23CA9D312AF9}"/>
          </ac:spMkLst>
        </pc:spChg>
        <pc:spChg chg="del">
          <ac:chgData name="昕 许" userId="a2975fcd840abfc3" providerId="LiveId" clId="{49CCD4F9-177C-4270-9A14-60236FF377E8}" dt="2026-04-08T02:11:32.202" v="6393" actId="478"/>
          <ac:spMkLst>
            <pc:docMk/>
            <pc:sldMk cId="2087942255" sldId="299"/>
            <ac:spMk id="11" creationId="{2F6FCFD8-9039-4576-7FF4-E4D0004A50B3}"/>
          </ac:spMkLst>
        </pc:spChg>
        <pc:spChg chg="del">
          <ac:chgData name="昕 许" userId="a2975fcd840abfc3" providerId="LiveId" clId="{49CCD4F9-177C-4270-9A14-60236FF377E8}" dt="2026-04-08T02:11:33.053" v="6394" actId="478"/>
          <ac:spMkLst>
            <pc:docMk/>
            <pc:sldMk cId="2087942255" sldId="299"/>
            <ac:spMk id="15" creationId="{B53FD777-0B80-9BD5-29EB-545988FDEB02}"/>
          </ac:spMkLst>
        </pc:spChg>
        <pc:spChg chg="del">
          <ac:chgData name="昕 许" userId="a2975fcd840abfc3" providerId="LiveId" clId="{49CCD4F9-177C-4270-9A14-60236FF377E8}" dt="2026-04-08T02:11:28.539" v="6390" actId="478"/>
          <ac:spMkLst>
            <pc:docMk/>
            <pc:sldMk cId="2087942255" sldId="299"/>
            <ac:spMk id="16" creationId="{92D91E60-B285-ABCA-20D8-597408129F61}"/>
          </ac:spMkLst>
        </pc:spChg>
        <pc:spChg chg="del">
          <ac:chgData name="昕 许" userId="a2975fcd840abfc3" providerId="LiveId" clId="{49CCD4F9-177C-4270-9A14-60236FF377E8}" dt="2026-04-08T02:11:29.449" v="6391" actId="478"/>
          <ac:spMkLst>
            <pc:docMk/>
            <pc:sldMk cId="2087942255" sldId="299"/>
            <ac:spMk id="17" creationId="{4099D0B0-10E8-D5C0-2340-9273B8F5476D}"/>
          </ac:spMkLst>
        </pc:spChg>
        <pc:spChg chg="del">
          <ac:chgData name="昕 许" userId="a2975fcd840abfc3" providerId="LiveId" clId="{49CCD4F9-177C-4270-9A14-60236FF377E8}" dt="2026-04-08T02:11:27.399" v="6389" actId="478"/>
          <ac:spMkLst>
            <pc:docMk/>
            <pc:sldMk cId="2087942255" sldId="299"/>
            <ac:spMk id="18" creationId="{49239926-4FC5-D699-5C6C-3EF3B80A32F7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4" creationId="{5AA77752-2BAA-C844-E862-97749C1D7DBD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5" creationId="{2CE52CA8-69EA-C40E-2E77-8F8C500F5D30}"/>
          </ac:spMkLst>
        </pc:spChg>
        <pc:spChg chg="del mod">
          <ac:chgData name="昕 许" userId="a2975fcd840abfc3" providerId="LiveId" clId="{49CCD4F9-177C-4270-9A14-60236FF377E8}" dt="2026-04-08T02:11:35.893" v="6397" actId="478"/>
          <ac:spMkLst>
            <pc:docMk/>
            <pc:sldMk cId="2087942255" sldId="299"/>
            <ac:spMk id="27" creationId="{432F8DA2-EC00-C19E-3D55-F39D25C615CD}"/>
          </ac:spMkLst>
        </pc:spChg>
        <pc:spChg chg="add mod">
          <ac:chgData name="昕 许" userId="a2975fcd840abfc3" providerId="LiveId" clId="{49CCD4F9-177C-4270-9A14-60236FF377E8}" dt="2026-04-08T02:13:49.211" v="6435" actId="1076"/>
          <ac:spMkLst>
            <pc:docMk/>
            <pc:sldMk cId="2087942255" sldId="299"/>
            <ac:spMk id="28" creationId="{1433307C-B519-F500-4C3D-C241FC14592E}"/>
          </ac:spMkLst>
        </pc:spChg>
        <pc:spChg chg="add mod">
          <ac:chgData name="昕 许" userId="a2975fcd840abfc3" providerId="LiveId" clId="{49CCD4F9-177C-4270-9A14-60236FF377E8}" dt="2026-04-08T02:15:27.593" v="6538" actId="1076"/>
          <ac:spMkLst>
            <pc:docMk/>
            <pc:sldMk cId="2087942255" sldId="299"/>
            <ac:spMk id="30" creationId="{3FEC2684-F8F6-77E5-8A0A-E358D6441BBD}"/>
          </ac:spMkLst>
        </pc:spChg>
        <pc:spChg chg="add mod">
          <ac:chgData name="昕 许" userId="a2975fcd840abfc3" providerId="LiveId" clId="{49CCD4F9-177C-4270-9A14-60236FF377E8}" dt="2026-04-08T02:14:34.074" v="6493" actId="208"/>
          <ac:spMkLst>
            <pc:docMk/>
            <pc:sldMk cId="2087942255" sldId="299"/>
            <ac:spMk id="31" creationId="{8990F44E-4BB4-D351-805C-97F3AA80C3CB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3" creationId="{90B59C30-26D5-392E-D0EF-C88DFD86A88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7" creationId="{7C16D5E4-3A07-7405-47DD-AA497363ECD8}"/>
          </ac:spMkLst>
        </pc:spChg>
        <pc:spChg chg="add del mod">
          <ac:chgData name="昕 许" userId="a2975fcd840abfc3" providerId="LiveId" clId="{49CCD4F9-177C-4270-9A14-60236FF377E8}" dt="2026-04-08T02:13:41.343" v="6433" actId="1076"/>
          <ac:spMkLst>
            <pc:docMk/>
            <pc:sldMk cId="2087942255" sldId="299"/>
            <ac:spMk id="41" creationId="{B3CFC016-6951-70B6-69FF-18978C9F632C}"/>
          </ac:spMkLst>
        </pc:spChg>
        <pc:spChg chg="add mod">
          <ac:chgData name="昕 许" userId="a2975fcd840abfc3" providerId="LiveId" clId="{49CCD4F9-177C-4270-9A14-60236FF377E8}" dt="2026-04-08T02:15:21.843" v="6525" actId="20577"/>
          <ac:spMkLst>
            <pc:docMk/>
            <pc:sldMk cId="2087942255" sldId="299"/>
            <ac:spMk id="43" creationId="{46966E59-216A-C3E2-FEB2-52C35C5F0D80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0" creationId="{E6CB7FDD-DDF3-843B-0FB0-9D027FBD5B2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3" creationId="{61B926F5-6E38-CC30-E4B3-9B97C99A383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7" creationId="{2CF31388-1CCB-A5B7-2089-3C98DCCC122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8" creationId="{673BEBC7-1246-3978-18E0-AE2095B41642}"/>
          </ac:spMkLst>
        </pc:s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3" creationId="{6393215C-73F5-D39B-47C8-F5E031F29CC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29" creationId="{94506944-F2C3-FF52-EC20-FD301A0BF142}"/>
          </ac:grpSpMkLst>
        </pc:grpChg>
        <pc:grpChg chg="add mod">
          <ac:chgData name="昕 许" userId="a2975fcd840abfc3" providerId="LiveId" clId="{49CCD4F9-177C-4270-9A14-60236FF377E8}" dt="2026-04-08T02:14:30.159" v="6492" actId="1076"/>
          <ac:grpSpMkLst>
            <pc:docMk/>
            <pc:sldMk cId="2087942255" sldId="299"/>
            <ac:grpSpMk id="32" creationId="{E255760D-13FE-FABC-1996-9E5A5389117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48" creationId="{F37A6A0A-886E-0DA6-6008-B5A091D9B858}"/>
          </ac:grpSpMkLst>
        </pc:grpChg>
        <pc:grpChg chg="add del mod">
          <ac:chgData name="昕 许" userId="a2975fcd840abfc3" providerId="LiveId" clId="{49CCD4F9-177C-4270-9A14-60236FF377E8}" dt="2026-04-08T02:14:53.421" v="6514" actId="1076"/>
          <ac:grpSpMkLst>
            <pc:docMk/>
            <pc:sldMk cId="2087942255" sldId="299"/>
            <ac:grpSpMk id="66" creationId="{F06FB169-EFD3-5D08-ED8D-7392275729E2}"/>
          </ac:grpSpMkLst>
        </pc:grpChg>
        <pc:cxnChg chg="del">
          <ac:chgData name="昕 许" userId="a2975fcd840abfc3" providerId="LiveId" clId="{49CCD4F9-177C-4270-9A14-60236FF377E8}" dt="2026-04-08T02:11:33.753" v="6395" actId="478"/>
          <ac:cxnSpMkLst>
            <pc:docMk/>
            <pc:sldMk cId="2087942255" sldId="299"/>
            <ac:cxnSpMk id="6" creationId="{AF47768D-F4A5-9ADB-FA3D-848836C88B52}"/>
          </ac:cxnSpMkLst>
        </pc:cxnChg>
        <pc:cxnChg chg="add mod">
          <ac:chgData name="昕 许" userId="a2975fcd840abfc3" providerId="LiveId" clId="{49CCD4F9-177C-4270-9A14-60236FF377E8}" dt="2026-04-08T02:16:03.829" v="6539" actId="14100"/>
          <ac:cxnSpMkLst>
            <pc:docMk/>
            <pc:sldMk cId="2087942255" sldId="299"/>
            <ac:cxnSpMk id="8" creationId="{B289958C-7B97-AF46-361A-45CCFC2DA484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5.png"/><Relationship Id="rId5" Type="http://schemas.openxmlformats.org/officeDocument/2006/relationships/image" Target="../media/image90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12" Type="http://schemas.openxmlformats.org/officeDocument/2006/relationships/image" Target="../media/image170.png"/><Relationship Id="rId17" Type="http://schemas.openxmlformats.org/officeDocument/2006/relationships/image" Target="../media/image22.png"/><Relationship Id="rId2" Type="http://schemas.openxmlformats.org/officeDocument/2006/relationships/image" Target="../media/image50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5B48808F-97EB-4C5C-4659-16A0807F978C}"/>
              </a:ext>
            </a:extLst>
          </p:cNvPr>
          <p:cNvGrpSpPr/>
          <p:nvPr/>
        </p:nvGrpSpPr>
        <p:grpSpPr>
          <a:xfrm>
            <a:off x="3673420" y="1196723"/>
            <a:ext cx="1316450" cy="1144394"/>
            <a:chOff x="4671534" y="1764642"/>
            <a:chExt cx="1316450" cy="114439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D8EFEAB-09AF-EAF4-11A7-0D007F52226F}"/>
                    </a:ext>
                  </a:extLst>
                </p:cNvPr>
                <p:cNvSpPr txBox="1"/>
                <p:nvPr/>
              </p:nvSpPr>
              <p:spPr>
                <a:xfrm>
                  <a:off x="4671534" y="2235189"/>
                  <a:ext cx="131645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  )  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  )</m:t>
                        </m:r>
                      </m:oMath>
                    </m:oMathPara>
                  </a14:m>
                  <a:endParaRPr lang="zh-CN" altLang="en-US" sz="2000" b="1" dirty="0"/>
                </a:p>
              </p:txBody>
            </p:sp>
          </mc:Choice>
          <mc:Fallback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D8EFEAB-09AF-EAF4-11A7-0D007F5222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534" y="2235189"/>
                  <a:ext cx="1316450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左大括号 17">
              <a:extLst>
                <a:ext uri="{FF2B5EF4-FFF2-40B4-BE49-F238E27FC236}">
                  <a16:creationId xmlns:a16="http://schemas.microsoft.com/office/drawing/2014/main" id="{22C31CC7-8CA2-46D8-54C6-165D4C17820D}"/>
                </a:ext>
              </a:extLst>
            </p:cNvPr>
            <p:cNvSpPr/>
            <p:nvPr/>
          </p:nvSpPr>
          <p:spPr>
            <a:xfrm rot="16200000">
              <a:off x="5465403" y="2413048"/>
              <a:ext cx="104433" cy="444500"/>
            </a:xfrm>
            <a:prstGeom prst="leftBrace">
              <a:avLst>
                <a:gd name="adj1" fmla="val 56647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6DA3D43-F3CB-88B5-0343-B5FD0CA02E2E}"/>
                    </a:ext>
                  </a:extLst>
                </p:cNvPr>
                <p:cNvSpPr txBox="1"/>
                <p:nvPr/>
              </p:nvSpPr>
              <p:spPr>
                <a:xfrm>
                  <a:off x="5223934" y="2662815"/>
                  <a:ext cx="5873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6DA3D43-F3CB-88B5-0343-B5FD0CA02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934" y="2662815"/>
                  <a:ext cx="587370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箭头: 下 23">
              <a:extLst>
                <a:ext uri="{FF2B5EF4-FFF2-40B4-BE49-F238E27FC236}">
                  <a16:creationId xmlns:a16="http://schemas.microsoft.com/office/drawing/2014/main" id="{5B83812A-37F4-7746-5AD6-41FC682F9E23}"/>
                </a:ext>
              </a:extLst>
            </p:cNvPr>
            <p:cNvSpPr/>
            <p:nvPr/>
          </p:nvSpPr>
          <p:spPr>
            <a:xfrm>
              <a:off x="5141395" y="2061698"/>
              <a:ext cx="82015" cy="225707"/>
            </a:xfrm>
            <a:prstGeom prst="down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C8AAB19-22FE-2D89-A3F1-C92C987E0888}"/>
                    </a:ext>
                  </a:extLst>
                </p:cNvPr>
                <p:cNvSpPr txBox="1"/>
                <p:nvPr/>
              </p:nvSpPr>
              <p:spPr>
                <a:xfrm>
                  <a:off x="4704832" y="1764642"/>
                  <a:ext cx="1199715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C8AAB19-22FE-2D89-A3F1-C92C987E08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4832" y="1764642"/>
                  <a:ext cx="1199715" cy="2462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乘号 25">
              <a:extLst>
                <a:ext uri="{FF2B5EF4-FFF2-40B4-BE49-F238E27FC236}">
                  <a16:creationId xmlns:a16="http://schemas.microsoft.com/office/drawing/2014/main" id="{358E5761-F50B-DAB6-0E99-D13B0DFF90E4}"/>
                </a:ext>
              </a:extLst>
            </p:cNvPr>
            <p:cNvSpPr/>
            <p:nvPr/>
          </p:nvSpPr>
          <p:spPr>
            <a:xfrm>
              <a:off x="5077626" y="2561893"/>
              <a:ext cx="209550" cy="251243"/>
            </a:xfrm>
            <a:prstGeom prst="mathMultiply">
              <a:avLst>
                <a:gd name="adj1" fmla="val 13916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3F62665-AC40-009F-5A26-4B38CC448D30}"/>
              </a:ext>
            </a:extLst>
          </p:cNvPr>
          <p:cNvCxnSpPr>
            <a:cxnSpLocks/>
          </p:cNvCxnSpPr>
          <p:nvPr/>
        </p:nvCxnSpPr>
        <p:spPr>
          <a:xfrm flipV="1">
            <a:off x="5155357" y="838198"/>
            <a:ext cx="0" cy="219498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8D6E1DC-E128-65B2-72A3-D215C1651610}"/>
              </a:ext>
            </a:extLst>
          </p:cNvPr>
          <p:cNvGrpSpPr/>
          <p:nvPr/>
        </p:nvGrpSpPr>
        <p:grpSpPr>
          <a:xfrm>
            <a:off x="4989870" y="1196723"/>
            <a:ext cx="2095873" cy="1511318"/>
            <a:chOff x="4121651" y="162686"/>
            <a:chExt cx="2095873" cy="15113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A7304B5-CCDC-78E1-6CCE-956370EA5EC2}"/>
                    </a:ext>
                  </a:extLst>
                </p:cNvPr>
                <p:cNvSpPr txBox="1"/>
                <p:nvPr/>
              </p:nvSpPr>
              <p:spPr>
                <a:xfrm>
                  <a:off x="4658196" y="638883"/>
                  <a:ext cx="13297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  (   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  )</m:t>
                        </m:r>
                      </m:oMath>
                    </m:oMathPara>
                  </a14:m>
                  <a:endParaRPr lang="zh-CN" altLang="en-US" sz="2000" b="1" dirty="0"/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A7304B5-CCDC-78E1-6CCE-956370EA5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8196" y="638883"/>
                  <a:ext cx="1329788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ED925C3D-77EF-E0C0-2B4A-A67714A944B3}"/>
                </a:ext>
              </a:extLst>
            </p:cNvPr>
            <p:cNvSpPr/>
            <p:nvPr/>
          </p:nvSpPr>
          <p:spPr>
            <a:xfrm rot="16200000">
              <a:off x="5452065" y="816742"/>
              <a:ext cx="104433" cy="444500"/>
            </a:xfrm>
            <a:prstGeom prst="leftBrace">
              <a:avLst>
                <a:gd name="adj1" fmla="val 56647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49031CE-8043-7C09-F872-9A1CCA756652}"/>
                    </a:ext>
                  </a:extLst>
                </p:cNvPr>
                <p:cNvSpPr txBox="1"/>
                <p:nvPr/>
              </p:nvSpPr>
              <p:spPr>
                <a:xfrm>
                  <a:off x="5210596" y="1066509"/>
                  <a:ext cx="5873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49031CE-8043-7C09-F872-9A1CCA7566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0596" y="1066509"/>
                  <a:ext cx="587370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BEAB9C74-8DF2-65C0-D1A0-D36335E5DFDD}"/>
                </a:ext>
              </a:extLst>
            </p:cNvPr>
            <p:cNvSpPr/>
            <p:nvPr/>
          </p:nvSpPr>
          <p:spPr>
            <a:xfrm>
              <a:off x="5169588" y="459742"/>
              <a:ext cx="82015" cy="225707"/>
            </a:xfrm>
            <a:prstGeom prst="downArrow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014323B-9334-17CD-BE43-67EA2F3E57C3}"/>
                    </a:ext>
                  </a:extLst>
                </p:cNvPr>
                <p:cNvSpPr txBox="1"/>
                <p:nvPr/>
              </p:nvSpPr>
              <p:spPr>
                <a:xfrm>
                  <a:off x="4733025" y="162686"/>
                  <a:ext cx="1157382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014323B-9334-17CD-BE43-67EA2F3E57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3025" y="162686"/>
                  <a:ext cx="1157382" cy="2462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左大括号 30">
              <a:extLst>
                <a:ext uri="{FF2B5EF4-FFF2-40B4-BE49-F238E27FC236}">
                  <a16:creationId xmlns:a16="http://schemas.microsoft.com/office/drawing/2014/main" id="{1BA98513-4C65-EE7A-B228-D83A65BADAC1}"/>
                </a:ext>
              </a:extLst>
            </p:cNvPr>
            <p:cNvSpPr/>
            <p:nvPr/>
          </p:nvSpPr>
          <p:spPr>
            <a:xfrm rot="16200000">
              <a:off x="4841568" y="813598"/>
              <a:ext cx="104433" cy="444500"/>
            </a:xfrm>
            <a:prstGeom prst="leftBrace">
              <a:avLst>
                <a:gd name="adj1" fmla="val 56647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B33322B-4224-9D7A-ED1E-E6A1D440AD5D}"/>
                    </a:ext>
                  </a:extLst>
                </p:cNvPr>
                <p:cNvSpPr txBox="1"/>
                <p:nvPr/>
              </p:nvSpPr>
              <p:spPr>
                <a:xfrm>
                  <a:off x="4587509" y="1035848"/>
                  <a:ext cx="587370" cy="2585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B33322B-4224-9D7A-ED1E-E6A1D440AD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7509" y="1035848"/>
                  <a:ext cx="587370" cy="25859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AB9807D-3D8D-E2AD-6FFF-20BEA7E808B9}"/>
                    </a:ext>
                  </a:extLst>
                </p:cNvPr>
                <p:cNvSpPr txBox="1"/>
                <p:nvPr/>
              </p:nvSpPr>
              <p:spPr>
                <a:xfrm>
                  <a:off x="4121651" y="1432078"/>
                  <a:ext cx="2095873" cy="2419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9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9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9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9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9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9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900" b="0" i="1" smtClean="0">
                            <a:latin typeface="Cambria Math" panose="02040503050406030204" pitchFamily="18" charset="0"/>
                          </a:rPr>
                          <m:t>+2+</m:t>
                        </m:r>
                        <m:r>
                          <a:rPr lang="en-US" altLang="zh-CN" sz="9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9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9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9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900" dirty="0"/>
                </a:p>
              </p:txBody>
            </p:sp>
          </mc:Choice>
          <mc:Fallback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AB9807D-3D8D-E2AD-6FFF-20BEA7E808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651" y="1432078"/>
                  <a:ext cx="2095873" cy="24192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左大括号 43">
              <a:extLst>
                <a:ext uri="{FF2B5EF4-FFF2-40B4-BE49-F238E27FC236}">
                  <a16:creationId xmlns:a16="http://schemas.microsoft.com/office/drawing/2014/main" id="{79FFF756-659C-EB6F-1457-9601AF3C41E7}"/>
                </a:ext>
              </a:extLst>
            </p:cNvPr>
            <p:cNvSpPr/>
            <p:nvPr/>
          </p:nvSpPr>
          <p:spPr>
            <a:xfrm rot="16200000">
              <a:off x="5176106" y="810216"/>
              <a:ext cx="104433" cy="1139290"/>
            </a:xfrm>
            <a:prstGeom prst="leftBrace">
              <a:avLst>
                <a:gd name="adj1" fmla="val 56647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393215C-73F5-D39B-47C8-F5E031F29CCC}"/>
              </a:ext>
            </a:extLst>
          </p:cNvPr>
          <p:cNvGrpSpPr/>
          <p:nvPr/>
        </p:nvGrpSpPr>
        <p:grpSpPr>
          <a:xfrm>
            <a:off x="6312219" y="2223663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3E4FC68-31D0-CAEB-1C3E-5874BD9014E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4506944-F2C3-FF52-EC20-FD301A0BF142}"/>
              </a:ext>
            </a:extLst>
          </p:cNvPr>
          <p:cNvGrpSpPr/>
          <p:nvPr/>
        </p:nvGrpSpPr>
        <p:grpSpPr>
          <a:xfrm>
            <a:off x="6312219" y="2718963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0B59C30-26D5-392E-D0EF-C88DFD86A8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/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36C3D542-4B4B-5661-0B55-80B3CFDB4898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329BCE6-9A18-5474-62C6-81883A2B2964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3FEA8AF-364C-5DD6-85FC-44CCA871ED3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D16034-40B5-C804-AB46-CB6300FE13D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14D3551-AB95-003C-9694-55A8407069B7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2B106B89-F091-2F0F-CAB8-AB781BB388B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831996CB-4664-EEA3-58E5-3A7359F207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72908D1-95F2-B720-6F04-8B6622683EE1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1F1AC06-49BE-DF6B-4AAC-6226BE0A73A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F09B1C81-8673-F233-3585-DA551B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E6095DE-90BD-E7E6-8008-F31D44E0CDF8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FE03FEA-B9A7-19BE-E61F-14633832BD5A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8AE0B51-FDD2-6E7D-4DB8-43B4D12B99A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5A7B2C9-4AA2-7A93-5CC9-5D925043A06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D8754AF-55F4-4214-19B8-3BCBC5B26268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E553461-D892-2F3A-9C14-8B054220302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8919459B-5951-6EDE-E405-A45F60439F0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A138F48-DBDB-A31A-824F-E2DC6CCF698D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75EDE08-D871-2D81-1D99-D0FB0BD474CE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7985850-D412-8917-C107-C7A1C61C741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0F86C17-4856-6A8E-19B7-09E1265C3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37A6A0A-886E-0DA6-6008-B5A091D9B858}"/>
              </a:ext>
            </a:extLst>
          </p:cNvPr>
          <p:cNvGrpSpPr/>
          <p:nvPr/>
        </p:nvGrpSpPr>
        <p:grpSpPr>
          <a:xfrm>
            <a:off x="6312219" y="3401290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E6CB7FDD-DDF3-843B-0FB0-9D027FBD5B2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06FB169-EFD3-5D08-ED8D-7392275729E2}"/>
              </a:ext>
            </a:extLst>
          </p:cNvPr>
          <p:cNvGrpSpPr/>
          <p:nvPr/>
        </p:nvGrpSpPr>
        <p:grpSpPr>
          <a:xfrm>
            <a:off x="6345242" y="3964215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CF31388-1CCB-A5B7-2089-3C98DCCC122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89958C-7B97-AF46-361A-45CCFC2DA484}"/>
              </a:ext>
            </a:extLst>
          </p:cNvPr>
          <p:cNvCxnSpPr>
            <a:cxnSpLocks/>
          </p:cNvCxnSpPr>
          <p:nvPr/>
        </p:nvCxnSpPr>
        <p:spPr>
          <a:xfrm>
            <a:off x="6239846" y="1900767"/>
            <a:ext cx="24291" cy="265049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433307C-B519-F500-4C3D-C241FC14592E}"/>
              </a:ext>
            </a:extLst>
          </p:cNvPr>
          <p:cNvSpPr/>
          <p:nvPr/>
        </p:nvSpPr>
        <p:spPr>
          <a:xfrm>
            <a:off x="4281521" y="2161921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EC2684-F8F6-77E5-8A0A-E358D6441BBD}"/>
              </a:ext>
            </a:extLst>
          </p:cNvPr>
          <p:cNvSpPr txBox="1"/>
          <p:nvPr/>
        </p:nvSpPr>
        <p:spPr>
          <a:xfrm>
            <a:off x="5068544" y="402603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/>
              <a:t>②空数组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255760D-13FE-FABC-1996-9E5A5389117C}"/>
              </a:ext>
            </a:extLst>
          </p:cNvPr>
          <p:cNvGrpSpPr/>
          <p:nvPr/>
        </p:nvGrpSpPr>
        <p:grpSpPr>
          <a:xfrm>
            <a:off x="5701156" y="3950762"/>
            <a:ext cx="393053" cy="381369"/>
            <a:chOff x="5510771" y="3966887"/>
            <a:chExt cx="393053" cy="381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/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990F44E-4BB4-D351-805C-97F3AA80C3CB}"/>
                </a:ext>
              </a:extLst>
            </p:cNvPr>
            <p:cNvSpPr/>
            <p:nvPr/>
          </p:nvSpPr>
          <p:spPr>
            <a:xfrm>
              <a:off x="5524490" y="3966887"/>
              <a:ext cx="379334" cy="381369"/>
            </a:xfrm>
            <a:prstGeom prst="rect">
              <a:avLst/>
            </a:prstGeom>
            <a:noFill/>
            <a:ln>
              <a:solidFill>
                <a:srgbClr val="92D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/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①所有以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为结尾的子数组</a:t>
                </a: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blipFill>
                <a:blip r:embed="rId1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7C9827-4B2B-3152-E90C-FF28243CB2DD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76E48071-408E-DD84-3BEC-7870DCEFDD0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>
            <a:extLst>
              <a:ext uri="{FF2B5EF4-FFF2-40B4-BE49-F238E27FC236}">
                <a16:creationId xmlns:a16="http://schemas.microsoft.com/office/drawing/2014/main" id="{8334FB7F-C0E9-F2B0-08D6-B8C6B893EDC0}"/>
              </a:ext>
            </a:extLst>
          </p:cNvPr>
          <p:cNvGrpSpPr/>
          <p:nvPr/>
        </p:nvGrpSpPr>
        <p:grpSpPr>
          <a:xfrm>
            <a:off x="6225513" y="2369681"/>
            <a:ext cx="1882246" cy="338554"/>
            <a:chOff x="2968850" y="3491049"/>
            <a:chExt cx="2070473" cy="338554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3133B430-41F7-9915-FAC3-F3AB549F43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a:fld id="{825F15A7-03F4-43D7-82C5-3E23DA2F108C}" type="mathplaceholder">
                          <a:rPr lang="zh-CN" altLang="en-US" sz="1600" i="1" smtClean="0">
                            <a:latin typeface="Cambria Math" panose="02040503050406030204" pitchFamily="18" charset="0"/>
                          </a:rPr>
                          <a:t>在此处键入公式。</a:t>
                        </a:fld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</TotalTime>
  <Words>111</Words>
  <Application>Microsoft Office PowerPoint</Application>
  <PresentationFormat>宽屏</PresentationFormat>
  <Paragraphs>45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2026-04-09T11:49:00Z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