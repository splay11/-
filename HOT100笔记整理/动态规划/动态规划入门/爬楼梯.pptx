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92" r:id="rId2"/>
    <p:sldId id="293" r:id="rId3"/>
    <p:sldId id="294" r:id="rId4"/>
    <p:sldId id="295" r:id="rId5"/>
    <p:sldId id="296" r:id="rId6"/>
    <p:sldId id="29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DAAF1B-9D18-4F70-BD60-E9177DB29F72}" v="405" dt="2026-04-07T05:23:22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1468" y="-9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07T05:23:27.467" v="6076" actId="1076"/>
      <pc:docMkLst>
        <pc:docMk/>
      </pc:docMkLst>
      <pc:sldChg chg="addSp delSp modSp add del mod addAnim delAnim modAnim">
        <pc:chgData name="昕 许" userId="a2975fcd840abfc3" providerId="LiveId" clId="{49CCD4F9-177C-4270-9A14-60236FF377E8}" dt="2026-04-07T03:17:50.048" v="5583" actId="1582"/>
        <pc:sldMkLst>
          <pc:docMk/>
          <pc:sldMk cId="889727352" sldId="292"/>
        </pc:sldMkLst>
        <pc:spChg chg="mod topLvl modVis">
          <ac:chgData name="昕 许" userId="a2975fcd840abfc3" providerId="LiveId" clId="{49CCD4F9-177C-4270-9A14-60236FF377E8}" dt="2026-04-07T03:16:23.999" v="5569" actId="33935"/>
          <ac:spMkLst>
            <pc:docMk/>
            <pc:sldMk cId="889727352" sldId="292"/>
            <ac:spMk id="4" creationId="{9E18F700-5D80-D003-54D9-42BD28F4A060}"/>
          </ac:spMkLst>
        </pc:spChg>
        <pc:spChg chg="del mod topLvl">
          <ac:chgData name="昕 许" userId="a2975fcd840abfc3" providerId="LiveId" clId="{49CCD4F9-177C-4270-9A14-60236FF377E8}" dt="2026-04-07T02:27:37.654" v="5139" actId="478"/>
          <ac:spMkLst>
            <pc:docMk/>
            <pc:sldMk cId="889727352" sldId="292"/>
            <ac:spMk id="5" creationId="{6EF30FA0-123C-A850-A280-5F6E95D70B20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6" creationId="{EA05BAC8-FE1D-FADD-9F17-FEDED3AEF9C5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8" creationId="{436CBB37-38D7-0DAF-60C2-97D00E476D23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9" creationId="{F1067A78-2ACC-BC37-A2B5-2163DBD61432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10" creationId="{0E2065B4-B875-A279-74C2-6856B5DE0A06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40" creationId="{0632BC48-DF66-B34A-890B-B128191D82F5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1" creationId="{A2EBD77C-181A-F197-591B-9C694B81C033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2" creationId="{08B7C9BB-9990-1685-BE5E-ED6CE6CE8781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4" creationId="{7551D861-E4AD-CCCB-4962-764CEAD75061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6" creationId="{F9DAE47C-A18A-B2FB-BD19-1B90F06223E1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56" creationId="{47703361-FFFA-91F8-58F7-03E56189DAB4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0" creationId="{25765680-C9B7-C80C-E8C4-7CB5156F8578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1" creationId="{C9ACF9A3-8B7B-5827-0617-3F9B730DDBE2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2" creationId="{02AA1A0A-D53B-CAB5-D760-2824475E84AA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3" creationId="{2F73D60D-47AE-027C-FE2A-5BBCA0DF6D93}"/>
          </ac:spMkLst>
        </pc:spChg>
        <pc:spChg chg="mod">
          <ac:chgData name="昕 许" userId="a2975fcd840abfc3" providerId="LiveId" clId="{49CCD4F9-177C-4270-9A14-60236FF377E8}" dt="2026-04-07T02:43:24.976" v="5252" actId="1076"/>
          <ac:spMkLst>
            <pc:docMk/>
            <pc:sldMk cId="889727352" sldId="292"/>
            <ac:spMk id="73" creationId="{DF1C2884-95FF-7568-17D9-BE8428BDBFCE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77" creationId="{A41BB46E-B602-E601-1A69-FCBC546120EB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78" creationId="{66B83CEA-01FC-CF13-3683-89E6EBC4AB12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79" creationId="{4656F12C-B627-49FE-1761-B8F2148FF28E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80" creationId="{81AEE7A7-BB9D-43DA-99D6-55C3D10AB766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91" creationId="{EBAC33BB-A976-C9C7-CBF3-6E93110AD377}"/>
          </ac:spMkLst>
        </pc:spChg>
        <pc:spChg chg="mod">
          <ac:chgData name="昕 许" userId="a2975fcd840abfc3" providerId="LiveId" clId="{49CCD4F9-177C-4270-9A14-60236FF377E8}" dt="2026-04-07T02:44:16.192" v="5265" actId="1076"/>
          <ac:spMkLst>
            <pc:docMk/>
            <pc:sldMk cId="889727352" sldId="292"/>
            <ac:spMk id="93" creationId="{179C9142-BF42-8651-5F39-0CEDFB49BAAB}"/>
          </ac:spMkLst>
        </pc:spChg>
        <pc:spChg chg="add mod">
          <ac:chgData name="昕 许" userId="a2975fcd840abfc3" providerId="LiveId" clId="{49CCD4F9-177C-4270-9A14-60236FF377E8}" dt="2026-04-07T02:44:19.470" v="5266"/>
          <ac:spMkLst>
            <pc:docMk/>
            <pc:sldMk cId="889727352" sldId="292"/>
            <ac:spMk id="96" creationId="{5443370F-2327-DE9D-A6EA-4BB5253D9E4F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98" creationId="{D0C75979-67CF-10C7-BCFA-01F80A317AB6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99" creationId="{AB5E3777-86C6-96A4-0F16-F5C02EF0DA44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100" creationId="{80D899A4-9D1D-4C30-2DB8-9A10B508C170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101" creationId="{15181D03-6355-6B65-4470-6A97859F381B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04" creationId="{E810C7E9-B2BF-5FDE-2F39-B4365041F803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08" creationId="{8025606A-F945-C8D0-622E-3134A6A1FB62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12" creationId="{E9301268-2BE1-705D-ACAC-FE9FA7540360}"/>
          </ac:spMkLst>
        </pc:spChg>
        <pc:spChg chg="mod">
          <ac:chgData name="昕 许" userId="a2975fcd840abfc3" providerId="LiveId" clId="{49CCD4F9-177C-4270-9A14-60236FF377E8}" dt="2026-04-07T02:45:56.085" v="5275" actId="1076"/>
          <ac:spMkLst>
            <pc:docMk/>
            <pc:sldMk cId="889727352" sldId="292"/>
            <ac:spMk id="122" creationId="{68EDB2D1-8C67-CE2B-AEAB-AADB8364AB41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26" creationId="{D24A2CE2-5A3F-C5CC-473F-EC84951B8A71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27" creationId="{FE6A4B7E-0F24-88FC-32EB-7DF08D815BBB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28" creationId="{2F02A48D-1C06-33E4-8BED-8529E51A95FC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29" creationId="{8448B318-7C1A-7ED2-A1C5-72CC64EC5BCD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30" creationId="{4F01A684-5A99-83CC-2B41-DFCB6C59FBD8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38" creationId="{2F3BD2E1-275F-5A72-A8D4-BCA54BC6D003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0" creationId="{57E8B740-8FEE-27DB-5CDD-08A4A52FBBA0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1" creationId="{09A2BCAC-5D0C-11DD-B5AA-630FAD71A69E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2" creationId="{07BC8AF7-BB4B-9291-DE73-A1686157EDF0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3" creationId="{2EB184D1-F36D-B9D3-2925-9B88364AEC17}"/>
          </ac:spMkLst>
        </pc:spChg>
        <pc:spChg chg="mod">
          <ac:chgData name="昕 许" userId="a2975fcd840abfc3" providerId="LiveId" clId="{49CCD4F9-177C-4270-9A14-60236FF377E8}" dt="2026-04-07T02:48:44.723" v="5298" actId="1076"/>
          <ac:spMkLst>
            <pc:docMk/>
            <pc:sldMk cId="889727352" sldId="292"/>
            <ac:spMk id="153" creationId="{41A93083-D2F2-E353-2A5B-FF530163A3E4}"/>
          </ac:spMkLst>
        </pc:spChg>
        <pc:spChg chg="add mod modVis">
          <ac:chgData name="昕 许" userId="a2975fcd840abfc3" providerId="LiveId" clId="{49CCD4F9-177C-4270-9A14-60236FF377E8}" dt="2026-04-07T03:16:23.999" v="5569" actId="33935"/>
          <ac:spMkLst>
            <pc:docMk/>
            <pc:sldMk cId="889727352" sldId="292"/>
            <ac:spMk id="158" creationId="{8A09D8E6-93ED-2E79-1174-08C7E3B974CB}"/>
          </ac:spMkLst>
        </pc:spChg>
        <pc:grpChg chg="add del mod">
          <ac:chgData name="昕 许" userId="a2975fcd840abfc3" providerId="LiveId" clId="{49CCD4F9-177C-4270-9A14-60236FF377E8}" dt="2026-04-07T02:27:37.654" v="5139" actId="478"/>
          <ac:grpSpMkLst>
            <pc:docMk/>
            <pc:sldMk cId="889727352" sldId="292"/>
            <ac:grpSpMk id="2" creationId="{F1824F6F-888C-76F3-DFA4-0CF4DBBCA890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27" creationId="{5008A3FF-FDCC-0944-B324-EC5A6D5E568D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39" creationId="{AF5BC809-7C3C-8B32-98B4-286562337B66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57" creationId="{54B68697-A500-FA53-B456-C9984359AD91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59" creationId="{31778912-B7FA-64EA-E2C8-9A142B1638B5}"/>
          </ac:grpSpMkLst>
        </pc:grpChg>
        <pc:grpChg chg="add 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76" creationId="{5B5DE685-9DFD-6A6F-3D5C-9149C6D80D6C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90" creationId="{74706359-61E3-3611-3337-228FCB7AB6BD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97" creationId="{F68DE1B6-935C-34E7-0BC8-BEC4EEC4022A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105" creationId="{51C2755B-F71D-F799-33C9-9E6314027BA1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109" creationId="{53E49CDF-7485-DE13-5BE4-4ACA6D8CD749}"/>
          </ac:grpSpMkLst>
        </pc:grpChg>
        <pc:grpChg chg="add mod">
          <ac:chgData name="昕 许" userId="a2975fcd840abfc3" providerId="LiveId" clId="{49CCD4F9-177C-4270-9A14-60236FF377E8}" dt="2026-04-07T02:46:38.088" v="5276"/>
          <ac:grpSpMkLst>
            <pc:docMk/>
            <pc:sldMk cId="889727352" sldId="292"/>
            <ac:grpSpMk id="125" creationId="{2775217B-99CB-189C-A00F-7B51027DEE11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139" creationId="{D0361035-7D37-80B6-CCEC-6A304CA9F1B8}"/>
          </ac:grpSpMkLst>
        </pc:grp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2" creationId="{D59C73A2-B297-7397-9BA7-83C06DFCC076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5" creationId="{AFDA51BD-9F88-BE70-F365-F97962D523F9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6" creationId="{8FDE8E27-7F7D-7C15-7901-99661AC396A5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7" creationId="{DCC54EDC-45D1-9511-45B0-166F99BCDE34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8" creationId="{BDBDC38B-12F4-405C-B990-6FA16391F735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47" creationId="{A0B196B4-C46B-8D34-61D0-CAF8DA9C6BFC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48" creationId="{58EB8D49-EB5D-EA3F-DB77-C2A475697064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49" creationId="{DD070197-53C3-A8F4-9220-ECDFF50C7D4C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50" creationId="{2A82CAB7-7BA8-0339-C783-CD12AEA1B811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51" creationId="{0039C0FF-FC31-7FAC-FB54-30C2F88AE9A8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4" creationId="{AB030DEE-D194-2D9F-4FD2-04FD0645612F}"/>
          </ac:picMkLst>
        </pc:picChg>
        <pc:picChg chg="del mod">
          <ac:chgData name="昕 许" userId="a2975fcd840abfc3" providerId="LiveId" clId="{49CCD4F9-177C-4270-9A14-60236FF377E8}" dt="2026-04-07T02:43:27.902" v="5253" actId="478"/>
          <ac:picMkLst>
            <pc:docMk/>
            <pc:sldMk cId="889727352" sldId="292"/>
            <ac:picMk id="65" creationId="{736625B1-95EE-F6D4-9CBC-017DC1CAD4E3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6" creationId="{FD7A5C8D-FDCB-1887-698A-F130D284DB38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7" creationId="{35F7E270-4FD8-84FE-1F40-62DBE0A9415B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8" creationId="{79FDDFE3-9AA6-75EA-05B1-EA19312FFAD7}"/>
          </ac:picMkLst>
        </pc:picChg>
        <pc:picChg chg="mod">
          <ac:chgData name="昕 许" userId="a2975fcd840abfc3" providerId="LiveId" clId="{49CCD4F9-177C-4270-9A14-60236FF377E8}" dt="2026-04-07T02:44:12.865" v="5264" actId="20577"/>
          <ac:picMkLst>
            <pc:docMk/>
            <pc:sldMk cId="889727352" sldId="292"/>
            <ac:picMk id="81" creationId="{28EDC238-3566-1EC2-2EA9-59C72644DC35}"/>
          </ac:picMkLst>
        </pc:picChg>
        <pc:picChg chg="mod">
          <ac:chgData name="昕 许" userId="a2975fcd840abfc3" providerId="LiveId" clId="{49CCD4F9-177C-4270-9A14-60236FF377E8}" dt="2026-04-07T02:44:12.865" v="5264" actId="20577"/>
          <ac:picMkLst>
            <pc:docMk/>
            <pc:sldMk cId="889727352" sldId="292"/>
            <ac:picMk id="82" creationId="{67D01629-AC4E-3DD4-8021-B35CD461028E}"/>
          </ac:picMkLst>
        </pc:picChg>
        <pc:picChg chg="del mod">
          <ac:chgData name="昕 许" userId="a2975fcd840abfc3" providerId="LiveId" clId="{49CCD4F9-177C-4270-9A14-60236FF377E8}" dt="2026-04-07T02:43:57.403" v="5259" actId="478"/>
          <ac:picMkLst>
            <pc:docMk/>
            <pc:sldMk cId="889727352" sldId="292"/>
            <ac:picMk id="83" creationId="{9663090B-110F-B2A8-F10C-D82FAE28792E}"/>
          </ac:picMkLst>
        </pc:picChg>
        <pc:picChg chg="mod">
          <ac:chgData name="昕 许" userId="a2975fcd840abfc3" providerId="LiveId" clId="{49CCD4F9-177C-4270-9A14-60236FF377E8}" dt="2026-04-07T02:44:12.865" v="5264" actId="20577"/>
          <ac:picMkLst>
            <pc:docMk/>
            <pc:sldMk cId="889727352" sldId="292"/>
            <ac:picMk id="84" creationId="{A3863FBC-96BE-EC76-AA13-13AB1DF699B8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3" creationId="{5A96FA66-E019-FF9F-1DC5-81569E43E691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4" creationId="{32BC448D-CC01-6BC3-A59B-ED5B0B6A6595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5" creationId="{99C6CA98-8A8D-6291-F773-3C8AAC65D326}"/>
          </ac:picMkLst>
        </pc:picChg>
        <pc:picChg chg="del mod">
          <ac:chgData name="昕 许" userId="a2975fcd840abfc3" providerId="LiveId" clId="{49CCD4F9-177C-4270-9A14-60236FF377E8}" dt="2026-04-07T02:45:35.059" v="5270" actId="478"/>
          <ac:picMkLst>
            <pc:docMk/>
            <pc:sldMk cId="889727352" sldId="292"/>
            <ac:picMk id="116" creationId="{4CB596F8-4473-D886-ADE3-4C218EE24224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7" creationId="{9C3BC218-DD46-C4E3-EFB7-B0BC4B380280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1" creationId="{60669EE0-64F9-5800-F719-7FE8538EAA6B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2" creationId="{E3088C30-1DEB-8769-422D-2AE6CE41AC12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3" creationId="{BCC9719B-BDAB-0F9B-40E3-A0CF5E98017A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4" creationId="{88E8C7A0-76A2-9803-F446-74C3763D3174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4" creationId="{B68A9495-F052-7ACD-686B-9A22553A0914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5" creationId="{9849CAB1-7A5C-E0F6-848D-89E50F9CBCF0}"/>
          </ac:picMkLst>
        </pc:picChg>
        <pc:picChg chg="del mod">
          <ac:chgData name="昕 许" userId="a2975fcd840abfc3" providerId="LiveId" clId="{49CCD4F9-177C-4270-9A14-60236FF377E8}" dt="2026-04-07T02:48:22.182" v="5288" actId="478"/>
          <ac:picMkLst>
            <pc:docMk/>
            <pc:sldMk cId="889727352" sldId="292"/>
            <ac:picMk id="146" creationId="{E30A054C-17AB-D5BD-FB4D-EF09572DB24F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7" creationId="{CD789F7A-F9E0-25CF-A807-BD35F66C89BD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8" creationId="{940870F1-DBC7-6145-66B3-AAE8227AB50A}"/>
          </ac:picMkLst>
        </pc:picChg>
        <pc:cxnChg chg="add del mod">
          <ac:chgData name="昕 许" userId="a2975fcd840abfc3" providerId="LiveId" clId="{49CCD4F9-177C-4270-9A14-60236FF377E8}" dt="2026-04-07T02:36:50.739" v="5174" actId="478"/>
          <ac:cxnSpMkLst>
            <pc:docMk/>
            <pc:sldMk cId="889727352" sldId="292"/>
            <ac:cxnSpMk id="14" creationId="{0A8C7BD7-E5B6-9C27-6E01-D6CE6F91C5FF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20" creationId="{1BB333A7-9A52-7EC7-6C6B-D58FE11313F2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24" creationId="{49E407E1-D7C0-B2EA-BBFA-10CAD3B28B0F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28" creationId="{6F372100-FAFA-0BD7-4F69-E0559AFC4087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35" creationId="{1682166B-F737-5D7F-A78D-B12997AD1F56}"/>
          </ac:cxnSpMkLst>
        </pc:cxnChg>
        <pc:cxnChg chg="del mod">
          <ac:chgData name="昕 许" userId="a2975fcd840abfc3" providerId="LiveId" clId="{49CCD4F9-177C-4270-9A14-60236FF377E8}" dt="2026-04-07T02:43:29.436" v="5254" actId="478"/>
          <ac:cxnSpMkLst>
            <pc:docMk/>
            <pc:sldMk cId="889727352" sldId="292"/>
            <ac:cxnSpMk id="69" creationId="{8A604EE1-3C18-CE58-5DBD-91413187C903}"/>
          </ac:cxnSpMkLst>
        </pc:cxnChg>
        <pc:cxnChg chg="mod">
          <ac:chgData name="昕 许" userId="a2975fcd840abfc3" providerId="LiveId" clId="{49CCD4F9-177C-4270-9A14-60236FF377E8}" dt="2026-04-07T03:17:32.139" v="5579" actId="1582"/>
          <ac:cxnSpMkLst>
            <pc:docMk/>
            <pc:sldMk cId="889727352" sldId="292"/>
            <ac:cxnSpMk id="70" creationId="{C6DB2933-18BA-7252-DF57-8D01BE566D1B}"/>
          </ac:cxnSpMkLst>
        </pc:cxnChg>
        <pc:cxnChg chg="mod">
          <ac:chgData name="昕 许" userId="a2975fcd840abfc3" providerId="LiveId" clId="{49CCD4F9-177C-4270-9A14-60236FF377E8}" dt="2026-04-07T03:17:24.469" v="5577" actId="208"/>
          <ac:cxnSpMkLst>
            <pc:docMk/>
            <pc:sldMk cId="889727352" sldId="292"/>
            <ac:cxnSpMk id="71" creationId="{3F2310E1-2B78-6595-B090-F4DAEAED2A26}"/>
          </ac:cxnSpMkLst>
        </pc:cxnChg>
        <pc:cxnChg chg="mod">
          <ac:chgData name="昕 许" userId="a2975fcd840abfc3" providerId="LiveId" clId="{49CCD4F9-177C-4270-9A14-60236FF377E8}" dt="2026-04-07T03:17:24.469" v="5577" actId="208"/>
          <ac:cxnSpMkLst>
            <pc:docMk/>
            <pc:sldMk cId="889727352" sldId="292"/>
            <ac:cxnSpMk id="72" creationId="{D54A857E-4CEB-7C15-8F62-173690944FFE}"/>
          </ac:cxnSpMkLst>
        </pc:cxnChg>
        <pc:cxnChg chg="mod">
          <ac:chgData name="昕 许" userId="a2975fcd840abfc3" providerId="LiveId" clId="{49CCD4F9-177C-4270-9A14-60236FF377E8}" dt="2026-04-07T03:17:15.464" v="5575" actId="208"/>
          <ac:cxnSpMkLst>
            <pc:docMk/>
            <pc:sldMk cId="889727352" sldId="292"/>
            <ac:cxnSpMk id="85" creationId="{0C1E0BBB-42EA-D19D-B8DC-3E42D0543A4E}"/>
          </ac:cxnSpMkLst>
        </pc:cxnChg>
        <pc:cxnChg chg="del mod">
          <ac:chgData name="昕 许" userId="a2975fcd840abfc3" providerId="LiveId" clId="{49CCD4F9-177C-4270-9A14-60236FF377E8}" dt="2026-04-07T02:43:59.963" v="5260" actId="478"/>
          <ac:cxnSpMkLst>
            <pc:docMk/>
            <pc:sldMk cId="889727352" sldId="292"/>
            <ac:cxnSpMk id="86" creationId="{E405FA2F-2C5F-EBEF-B537-2FF694396E9A}"/>
          </ac:cxnSpMkLst>
        </pc:cxnChg>
        <pc:cxnChg chg="mod">
          <ac:chgData name="昕 许" userId="a2975fcd840abfc3" providerId="LiveId" clId="{49CCD4F9-177C-4270-9A14-60236FF377E8}" dt="2026-04-07T03:17:15.464" v="5575" actId="208"/>
          <ac:cxnSpMkLst>
            <pc:docMk/>
            <pc:sldMk cId="889727352" sldId="292"/>
            <ac:cxnSpMk id="88" creationId="{A3D2A915-F689-1F3A-45E5-9023E4AD2245}"/>
          </ac:cxnSpMkLst>
        </pc:cxnChg>
        <pc:cxnChg chg="mod">
          <ac:chgData name="昕 许" userId="a2975fcd840abfc3" providerId="LiveId" clId="{49CCD4F9-177C-4270-9A14-60236FF377E8}" dt="2026-04-07T03:17:02.541" v="5573" actId="208"/>
          <ac:cxnSpMkLst>
            <pc:docMk/>
            <pc:sldMk cId="889727352" sldId="292"/>
            <ac:cxnSpMk id="118" creationId="{723DC292-71CC-5AD1-6B1C-F5032F94FBA7}"/>
          </ac:cxnSpMkLst>
        </pc:cxnChg>
        <pc:cxnChg chg="mod">
          <ac:chgData name="昕 许" userId="a2975fcd840abfc3" providerId="LiveId" clId="{49CCD4F9-177C-4270-9A14-60236FF377E8}" dt="2026-04-07T03:17:02.541" v="5573" actId="208"/>
          <ac:cxnSpMkLst>
            <pc:docMk/>
            <pc:sldMk cId="889727352" sldId="292"/>
            <ac:cxnSpMk id="119" creationId="{A1365560-9FFA-AF70-7651-6127B6C5788B}"/>
          </ac:cxnSpMkLst>
        </pc:cxnChg>
        <pc:cxnChg chg="del mod">
          <ac:chgData name="昕 许" userId="a2975fcd840abfc3" providerId="LiveId" clId="{49CCD4F9-177C-4270-9A14-60236FF377E8}" dt="2026-04-07T02:45:18.722" v="5269" actId="478"/>
          <ac:cxnSpMkLst>
            <pc:docMk/>
            <pc:sldMk cId="889727352" sldId="292"/>
            <ac:cxnSpMk id="120" creationId="{BE30E9B7-2F7F-C5B5-987C-01DC95018EAA}"/>
          </ac:cxnSpMkLst>
        </pc:cxnChg>
        <pc:cxnChg chg="mod">
          <ac:chgData name="昕 许" userId="a2975fcd840abfc3" providerId="LiveId" clId="{49CCD4F9-177C-4270-9A14-60236FF377E8}" dt="2026-04-07T03:17:02.541" v="5573" actId="208"/>
          <ac:cxnSpMkLst>
            <pc:docMk/>
            <pc:sldMk cId="889727352" sldId="292"/>
            <ac:cxnSpMk id="121" creationId="{A0F9C268-7001-8D06-B720-8652DDED3F08}"/>
          </ac:cxnSpMkLst>
        </pc:cxnChg>
        <pc:cxnChg chg="mod">
          <ac:chgData name="昕 许" userId="a2975fcd840abfc3" providerId="LiveId" clId="{49CCD4F9-177C-4270-9A14-60236FF377E8}" dt="2026-04-07T03:16:44.573" v="5571" actId="1582"/>
          <ac:cxnSpMkLst>
            <pc:docMk/>
            <pc:sldMk cId="889727352" sldId="292"/>
            <ac:cxnSpMk id="149" creationId="{44E5AA58-1D4F-D3E7-F23D-9974C4D0AE16}"/>
          </ac:cxnSpMkLst>
        </pc:cxnChg>
        <pc:cxnChg chg="mod">
          <ac:chgData name="昕 许" userId="a2975fcd840abfc3" providerId="LiveId" clId="{49CCD4F9-177C-4270-9A14-60236FF377E8}" dt="2026-04-07T03:16:44.573" v="5571" actId="1582"/>
          <ac:cxnSpMkLst>
            <pc:docMk/>
            <pc:sldMk cId="889727352" sldId="292"/>
            <ac:cxnSpMk id="150" creationId="{604F0CAC-E960-3039-ACD6-10E340663C47}"/>
          </ac:cxnSpMkLst>
        </pc:cxnChg>
        <pc:cxnChg chg="del mod">
          <ac:chgData name="昕 许" userId="a2975fcd840abfc3" providerId="LiveId" clId="{49CCD4F9-177C-4270-9A14-60236FF377E8}" dt="2026-04-07T02:48:24.115" v="5289" actId="478"/>
          <ac:cxnSpMkLst>
            <pc:docMk/>
            <pc:sldMk cId="889727352" sldId="292"/>
            <ac:cxnSpMk id="151" creationId="{1FBBEADF-9D5A-648D-5B20-8CE40DAF2CE0}"/>
          </ac:cxnSpMkLst>
        </pc:cxnChg>
        <pc:cxnChg chg="mod">
          <ac:chgData name="昕 许" userId="a2975fcd840abfc3" providerId="LiveId" clId="{49CCD4F9-177C-4270-9A14-60236FF377E8}" dt="2026-04-07T03:16:44.573" v="5571" actId="1582"/>
          <ac:cxnSpMkLst>
            <pc:docMk/>
            <pc:sldMk cId="889727352" sldId="292"/>
            <ac:cxnSpMk id="152" creationId="{E6904334-E12A-EF31-26FF-7514F4077D70}"/>
          </ac:cxnSpMkLst>
        </pc:cxnChg>
      </pc:sldChg>
      <pc:sldChg chg="addSp delSp modSp add mod">
        <pc:chgData name="昕 许" userId="a2975fcd840abfc3" providerId="LiveId" clId="{49CCD4F9-177C-4270-9A14-60236FF377E8}" dt="2026-04-07T05:20:52.124" v="6070" actId="207"/>
        <pc:sldMkLst>
          <pc:docMk/>
          <pc:sldMk cId="166030626" sldId="293"/>
        </pc:sldMkLst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4" creationId="{1294D433-D466-71CD-514E-9B42AADB2CA0}"/>
          </ac:spMkLst>
        </pc:spChg>
        <pc:spChg chg="add del mod">
          <ac:chgData name="昕 许" userId="a2975fcd840abfc3" providerId="LiveId" clId="{49CCD4F9-177C-4270-9A14-60236FF377E8}" dt="2026-04-07T02:52:56.234" v="5402" actId="478"/>
          <ac:spMkLst>
            <pc:docMk/>
            <pc:sldMk cId="166030626" sldId="293"/>
            <ac:spMk id="5" creationId="{E9C78F63-3FB3-4402-E43E-DD04923ED53C}"/>
          </ac:spMkLst>
        </pc:spChg>
        <pc:spChg chg="add del mod">
          <ac:chgData name="昕 许" userId="a2975fcd840abfc3" providerId="LiveId" clId="{49CCD4F9-177C-4270-9A14-60236FF377E8}" dt="2026-04-07T02:54:23.633" v="5437" actId="478"/>
          <ac:spMkLst>
            <pc:docMk/>
            <pc:sldMk cId="166030626" sldId="293"/>
            <ac:spMk id="7" creationId="{33F5260F-5857-3604-1285-D4BA236E64DA}"/>
          </ac:spMkLst>
        </pc:spChg>
        <pc:spChg chg="mod">
          <ac:chgData name="昕 许" userId="a2975fcd840abfc3" providerId="LiveId" clId="{49CCD4F9-177C-4270-9A14-60236FF377E8}" dt="2026-04-07T05:20:41.364" v="6069" actId="207"/>
          <ac:spMkLst>
            <pc:docMk/>
            <pc:sldMk cId="166030626" sldId="293"/>
            <ac:spMk id="9" creationId="{3B898E4E-35CF-ACB2-78F3-C6D54E2E9EA8}"/>
          </ac:spMkLst>
        </pc:spChg>
        <pc:spChg chg="mod">
          <ac:chgData name="昕 许" userId="a2975fcd840abfc3" providerId="LiveId" clId="{49CCD4F9-177C-4270-9A14-60236FF377E8}" dt="2026-04-07T03:18:38.890" v="5586" actId="164"/>
          <ac:spMkLst>
            <pc:docMk/>
            <pc:sldMk cId="166030626" sldId="293"/>
            <ac:spMk id="11" creationId="{2B757F93-CF5D-180A-D740-DD67982861E9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4" creationId="{74AFA31C-214D-E266-85EB-A23C412BFEF0}"/>
          </ac:spMkLst>
        </pc:spChg>
        <pc:spChg chg="mod">
          <ac:chgData name="昕 许" userId="a2975fcd840abfc3" providerId="LiveId" clId="{49CCD4F9-177C-4270-9A14-60236FF377E8}" dt="2026-04-07T02:53:40.632" v="5422" actId="20577"/>
          <ac:spMkLst>
            <pc:docMk/>
            <pc:sldMk cId="166030626" sldId="293"/>
            <ac:spMk id="19" creationId="{AFFBE284-1BBD-F1F6-5BDE-EB5432797462}"/>
          </ac:spMkLst>
        </pc:spChg>
        <pc:spChg chg="mod">
          <ac:chgData name="昕 许" userId="a2975fcd840abfc3" providerId="LiveId" clId="{49CCD4F9-177C-4270-9A14-60236FF377E8}" dt="2026-04-07T02:53:40.632" v="5422" actId="20577"/>
          <ac:spMkLst>
            <pc:docMk/>
            <pc:sldMk cId="166030626" sldId="293"/>
            <ac:spMk id="21" creationId="{1D8E402A-5D3A-84D4-0107-2328443EADB2}"/>
          </ac:spMkLst>
        </pc:spChg>
        <pc:spChg chg="del mod">
          <ac:chgData name="昕 许" userId="a2975fcd840abfc3" providerId="LiveId" clId="{49CCD4F9-177C-4270-9A14-60236FF377E8}" dt="2026-04-07T02:53:42.327" v="5423" actId="478"/>
          <ac:spMkLst>
            <pc:docMk/>
            <pc:sldMk cId="166030626" sldId="293"/>
            <ac:spMk id="22" creationId="{1C8E44F5-BE8A-1964-139A-6F506F9FB237}"/>
          </ac:spMkLst>
        </pc:spChg>
        <pc:spChg chg="mod">
          <ac:chgData name="昕 许" userId="a2975fcd840abfc3" providerId="LiveId" clId="{49CCD4F9-177C-4270-9A14-60236FF377E8}" dt="2026-04-07T05:05:36.878" v="5924" actId="207"/>
          <ac:spMkLst>
            <pc:docMk/>
            <pc:sldMk cId="166030626" sldId="293"/>
            <ac:spMk id="34" creationId="{3C7B0A32-8A5D-15D0-72CA-F8BE0D776ECC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37" creationId="{2867D529-8829-38B7-D695-E9B79A0C598B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38" creationId="{48A20A12-3476-4CBF-74F2-21D907EAB01B}"/>
          </ac:spMkLst>
        </pc:spChg>
        <pc:spChg chg="mod">
          <ac:chgData name="昕 许" userId="a2975fcd840abfc3" providerId="LiveId" clId="{49CCD4F9-177C-4270-9A14-60236FF377E8}" dt="2026-04-07T02:53:29.068" v="5414" actId="20577"/>
          <ac:spMkLst>
            <pc:docMk/>
            <pc:sldMk cId="166030626" sldId="293"/>
            <ac:spMk id="39" creationId="{EB45A7E1-72B0-2423-0857-BD32A5987873}"/>
          </ac:spMkLst>
        </pc:spChg>
        <pc:spChg chg="mod">
          <ac:chgData name="昕 许" userId="a2975fcd840abfc3" providerId="LiveId" clId="{49CCD4F9-177C-4270-9A14-60236FF377E8}" dt="2026-04-07T05:05:14.610" v="5914" actId="113"/>
          <ac:spMkLst>
            <pc:docMk/>
            <pc:sldMk cId="166030626" sldId="293"/>
            <ac:spMk id="40" creationId="{596B37C3-F26C-8251-A3E9-A9752C3D7317}"/>
          </ac:spMkLst>
        </pc:spChg>
        <pc:spChg chg="del mod">
          <ac:chgData name="昕 许" userId="a2975fcd840abfc3" providerId="LiveId" clId="{49CCD4F9-177C-4270-9A14-60236FF377E8}" dt="2026-04-07T02:53:24.465" v="5410" actId="478"/>
          <ac:spMkLst>
            <pc:docMk/>
            <pc:sldMk cId="166030626" sldId="293"/>
            <ac:spMk id="41" creationId="{B4D53788-5597-4C2F-5749-1FAE8DF2C650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49" creationId="{C554CF56-A2BC-9502-8D35-7AC2C434BD9A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51" creationId="{F5B02B14-AFF1-9C2A-1B11-84CB56F729A8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52" creationId="{C3196CAE-59D5-13F4-A14C-7C113BAA31A5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60" creationId="{018C6C62-6D85-19D0-D69A-67DB99F47255}"/>
          </ac:spMkLst>
        </pc:spChg>
        <pc:spChg chg="mod">
          <ac:chgData name="昕 许" userId="a2975fcd840abfc3" providerId="LiveId" clId="{49CCD4F9-177C-4270-9A14-60236FF377E8}" dt="2026-04-07T05:20:41.364" v="6069" actId="207"/>
          <ac:spMkLst>
            <pc:docMk/>
            <pc:sldMk cId="166030626" sldId="293"/>
            <ac:spMk id="62" creationId="{64CEF617-79BA-A1A6-087C-23A868076456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63" creationId="{97A55821-E391-8AA2-536C-456563C2E51F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73" creationId="{F143F031-49B8-614F-17F3-32B5E330A36F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74" creationId="{71DD593A-776D-3CAA-AF47-EC43CF58FBED}"/>
          </ac:spMkLst>
        </pc:spChg>
        <pc:spChg chg="mod">
          <ac:chgData name="昕 许" userId="a2975fcd840abfc3" providerId="LiveId" clId="{49CCD4F9-177C-4270-9A14-60236FF377E8}" dt="2026-04-07T05:20:52.124" v="6070" actId="207"/>
          <ac:spMkLst>
            <pc:docMk/>
            <pc:sldMk cId="166030626" sldId="293"/>
            <ac:spMk id="78" creationId="{58FA948E-7565-4126-C32F-AC0DB01D1C95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79" creationId="{CA144198-9A40-D073-F0A0-EB1AD8AE4C20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80" creationId="{5F9475C2-D6C1-7B4B-B6B5-12A369C5D197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87" creationId="{9AEA3B27-5D0D-F059-391D-293FF333562D}"/>
          </ac:spMkLst>
        </pc:spChg>
        <pc:spChg chg="mod">
          <ac:chgData name="昕 许" userId="a2975fcd840abfc3" providerId="LiveId" clId="{49CCD4F9-177C-4270-9A14-60236FF377E8}" dt="2026-04-07T05:05:26.899" v="5921" actId="207"/>
          <ac:spMkLst>
            <pc:docMk/>
            <pc:sldMk cId="166030626" sldId="293"/>
            <ac:spMk id="93" creationId="{E9A41B71-E9C0-11E7-403D-6292A800BE62}"/>
          </ac:spMkLst>
        </pc:spChg>
        <pc:spChg chg="mod">
          <ac:chgData name="昕 许" userId="a2975fcd840abfc3" providerId="LiveId" clId="{49CCD4F9-177C-4270-9A14-60236FF377E8}" dt="2026-04-07T05:05:18.992" v="5917" actId="207"/>
          <ac:spMkLst>
            <pc:docMk/>
            <pc:sldMk cId="166030626" sldId="293"/>
            <ac:spMk id="98" creationId="{E31BF9CB-AFA1-9A94-F795-4418EE703FDF}"/>
          </ac:spMkLst>
        </pc:spChg>
        <pc:spChg chg="mod">
          <ac:chgData name="昕 许" userId="a2975fcd840abfc3" providerId="LiveId" clId="{49CCD4F9-177C-4270-9A14-60236FF377E8}" dt="2026-04-07T05:20:52.124" v="6070" actId="207"/>
          <ac:spMkLst>
            <pc:docMk/>
            <pc:sldMk cId="166030626" sldId="293"/>
            <ac:spMk id="99" creationId="{146424A5-B7DC-AA43-B133-5D332B919685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101" creationId="{F89282D5-1B28-F5F7-2310-A1F34DEF784F}"/>
          </ac:spMkLst>
        </pc:spChg>
        <pc:spChg chg="mod">
          <ac:chgData name="昕 许" userId="a2975fcd840abfc3" providerId="LiveId" clId="{49CCD4F9-177C-4270-9A14-60236FF377E8}" dt="2026-04-07T02:52:06.328" v="5388"/>
          <ac:spMkLst>
            <pc:docMk/>
            <pc:sldMk cId="166030626" sldId="293"/>
            <ac:spMk id="103" creationId="{E086BA3C-2141-36DE-41CB-57D7DB800827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05" creationId="{EFDC8C95-99C7-956B-0C27-49C0ADB24D0F}"/>
          </ac:spMkLst>
        </pc:spChg>
        <pc:spChg chg="mod">
          <ac:chgData name="昕 许" userId="a2975fcd840abfc3" providerId="LiveId" clId="{49CCD4F9-177C-4270-9A14-60236FF377E8}" dt="2026-04-07T02:53:38.187" v="5420" actId="20577"/>
          <ac:spMkLst>
            <pc:docMk/>
            <pc:sldMk cId="166030626" sldId="293"/>
            <ac:spMk id="106" creationId="{1972B35A-15B1-CDB9-BB1C-477BE5683973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07" creationId="{40098A5C-9197-F9BA-CCCE-22F856711AFD}"/>
          </ac:spMkLst>
        </pc:spChg>
        <pc:spChg chg="del">
          <ac:chgData name="昕 许" userId="a2975fcd840abfc3" providerId="LiveId" clId="{49CCD4F9-177C-4270-9A14-60236FF377E8}" dt="2026-04-07T02:53:33.158" v="5416" actId="478"/>
          <ac:spMkLst>
            <pc:docMk/>
            <pc:sldMk cId="166030626" sldId="293"/>
            <ac:spMk id="108" creationId="{3CEE1DAB-C8AF-6E46-76D9-60F02AACEC00}"/>
          </ac:spMkLst>
        </pc:spChg>
        <pc:spChg chg="mod">
          <ac:chgData name="昕 许" userId="a2975fcd840abfc3" providerId="LiveId" clId="{49CCD4F9-177C-4270-9A14-60236FF377E8}" dt="2026-04-07T05:05:29.167" v="5922" actId="207"/>
          <ac:spMkLst>
            <pc:docMk/>
            <pc:sldMk cId="166030626" sldId="293"/>
            <ac:spMk id="122" creationId="{1E192D51-7123-985C-A707-660CABC36E36}"/>
          </ac:spMkLst>
        </pc:spChg>
        <pc:spChg chg="mod">
          <ac:chgData name="昕 许" userId="a2975fcd840abfc3" providerId="LiveId" clId="{49CCD4F9-177C-4270-9A14-60236FF377E8}" dt="2026-04-07T05:05:42.108" v="5928" actId="207"/>
          <ac:spMkLst>
            <pc:docMk/>
            <pc:sldMk cId="166030626" sldId="293"/>
            <ac:spMk id="124" creationId="{A334E0F2-8E4C-3006-C61B-29252DB379E9}"/>
          </ac:spMkLst>
        </pc:spChg>
        <pc:spChg chg="add mod topLvl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26" creationId="{C8E8DA9C-CDF7-5A3B-D45D-A1A857460334}"/>
          </ac:spMkLst>
        </pc:spChg>
        <pc:spChg chg="add del mod">
          <ac:chgData name="昕 许" userId="a2975fcd840abfc3" providerId="LiveId" clId="{49CCD4F9-177C-4270-9A14-60236FF377E8}" dt="2026-04-07T02:52:45.227" v="5400" actId="478"/>
          <ac:spMkLst>
            <pc:docMk/>
            <pc:sldMk cId="166030626" sldId="293"/>
            <ac:spMk id="127" creationId="{07DA6EB1-7FA9-8DC6-5219-3D47AC34DAFC}"/>
          </ac:spMkLst>
        </pc:spChg>
        <pc:spChg chg="mod">
          <ac:chgData name="昕 许" userId="a2975fcd840abfc3" providerId="LiveId" clId="{49CCD4F9-177C-4270-9A14-60236FF377E8}" dt="2026-04-07T03:18:38.890" v="5586" actId="164"/>
          <ac:spMkLst>
            <pc:docMk/>
            <pc:sldMk cId="166030626" sldId="293"/>
            <ac:spMk id="131" creationId="{3787A823-01A6-42A9-95C9-99A343FE17B1}"/>
          </ac:spMkLst>
        </pc:spChg>
        <pc:spChg chg="del mod topLvl">
          <ac:chgData name="昕 许" userId="a2975fcd840abfc3" providerId="LiveId" clId="{49CCD4F9-177C-4270-9A14-60236FF377E8}" dt="2026-04-07T03:07:20.658" v="5461" actId="478"/>
          <ac:spMkLst>
            <pc:docMk/>
            <pc:sldMk cId="166030626" sldId="293"/>
            <ac:spMk id="137" creationId="{6307A042-F477-FB8F-5DE2-B6EFBA08EFA4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140" creationId="{8DBE8A4F-9448-7411-6FE1-C5297B0CE0F1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141" creationId="{E8A86FDD-6472-3B3C-0245-1939F9CC7CE7}"/>
          </ac:spMkLst>
        </pc:spChg>
        <pc:spChg chg="mod">
          <ac:chgData name="昕 许" userId="a2975fcd840abfc3" providerId="LiveId" clId="{49CCD4F9-177C-4270-9A14-60236FF377E8}" dt="2026-04-07T05:20:41.364" v="6069" actId="207"/>
          <ac:spMkLst>
            <pc:docMk/>
            <pc:sldMk cId="166030626" sldId="293"/>
            <ac:spMk id="142" creationId="{D8A22107-130F-B1E7-CF70-1A64774BC455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143" creationId="{4DF3F7C8-0D0E-3355-4E3F-702FB524DF79}"/>
          </ac:spMkLst>
        </pc:spChg>
        <pc:spChg chg="mod topLvl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46" creationId="{7094AD91-D074-823E-BF1E-A1E35D53F9AC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51" creationId="{0AE7E181-EB56-D3D0-4B5B-944340FDD1FB}"/>
          </ac:spMkLst>
        </pc:spChg>
        <pc:spChg chg="mod">
          <ac:chgData name="昕 许" userId="a2975fcd840abfc3" providerId="LiveId" clId="{49CCD4F9-177C-4270-9A14-60236FF377E8}" dt="2026-04-07T05:05:12.935" v="5913" actId="113"/>
          <ac:spMkLst>
            <pc:docMk/>
            <pc:sldMk cId="166030626" sldId="293"/>
            <ac:spMk id="153" creationId="{B3FC707E-80EC-6645-7A21-A750D7073E83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56" creationId="{ADA959C9-285A-5E70-EA6F-7B91B9358F22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158" creationId="{81D6ECA8-A48D-B9FC-A363-04F11A100A09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65" creationId="{D3C9DA89-123A-25D7-B929-1CD912182DF5}"/>
          </ac:spMkLst>
        </pc:spChg>
        <pc:spChg chg="mod">
          <ac:chgData name="昕 许" userId="a2975fcd840abfc3" providerId="LiveId" clId="{49CCD4F9-177C-4270-9A14-60236FF377E8}" dt="2026-04-07T03:07:07.969" v="5457" actId="20577"/>
          <ac:spMkLst>
            <pc:docMk/>
            <pc:sldMk cId="166030626" sldId="293"/>
            <ac:spMk id="166" creationId="{ED040236-7EC0-5A61-42D9-11841625E52E}"/>
          </ac:spMkLst>
        </pc:spChg>
        <pc:spChg chg="mod">
          <ac:chgData name="昕 许" userId="a2975fcd840abfc3" providerId="LiveId" clId="{49CCD4F9-177C-4270-9A14-60236FF377E8}" dt="2026-04-07T03:07:07.969" v="5457" actId="20577"/>
          <ac:spMkLst>
            <pc:docMk/>
            <pc:sldMk cId="166030626" sldId="293"/>
            <ac:spMk id="167" creationId="{0CC83D05-D58F-C52E-DA92-F6007BFF9EB5}"/>
          </ac:spMkLst>
        </pc:spChg>
        <pc:spChg chg="del mod">
          <ac:chgData name="昕 许" userId="a2975fcd840abfc3" providerId="LiveId" clId="{49CCD4F9-177C-4270-9A14-60236FF377E8}" dt="2026-04-07T03:07:06.088" v="5455" actId="478"/>
          <ac:spMkLst>
            <pc:docMk/>
            <pc:sldMk cId="166030626" sldId="293"/>
            <ac:spMk id="168" creationId="{130CF437-2E6F-ADEE-0A4A-760A2A5ECDF1}"/>
          </ac:spMkLst>
        </pc:spChg>
        <pc:spChg chg="del">
          <ac:chgData name="昕 许" userId="a2975fcd840abfc3" providerId="LiveId" clId="{49CCD4F9-177C-4270-9A14-60236FF377E8}" dt="2026-04-07T03:07:00.111" v="5452" actId="478"/>
          <ac:spMkLst>
            <pc:docMk/>
            <pc:sldMk cId="166030626" sldId="293"/>
            <ac:spMk id="169" creationId="{84104782-5467-27CB-939A-A3E860937EA2}"/>
          </ac:spMkLst>
        </pc:spChg>
        <pc:spChg chg="mod">
          <ac:chgData name="昕 许" userId="a2975fcd840abfc3" providerId="LiveId" clId="{49CCD4F9-177C-4270-9A14-60236FF377E8}" dt="2026-04-07T05:06:00.282" v="5935" actId="113"/>
          <ac:spMkLst>
            <pc:docMk/>
            <pc:sldMk cId="166030626" sldId="293"/>
            <ac:spMk id="177" creationId="{8B1B017F-0AF6-F33C-3A4E-8B404F473223}"/>
          </ac:spMkLst>
        </pc:spChg>
        <pc:spChg chg="mod">
          <ac:chgData name="昕 许" userId="a2975fcd840abfc3" providerId="LiveId" clId="{49CCD4F9-177C-4270-9A14-60236FF377E8}" dt="2026-04-07T03:06:58.368" v="5451" actId="20577"/>
          <ac:spMkLst>
            <pc:docMk/>
            <pc:sldMk cId="166030626" sldId="293"/>
            <ac:spMk id="178" creationId="{5B10972B-A932-253C-1C1E-218DC0153C23}"/>
          </ac:spMkLst>
        </pc:spChg>
        <pc:spChg chg="mod">
          <ac:chgData name="昕 许" userId="a2975fcd840abfc3" providerId="LiveId" clId="{49CCD4F9-177C-4270-9A14-60236FF377E8}" dt="2026-04-07T03:06:58.368" v="5451" actId="20577"/>
          <ac:spMkLst>
            <pc:docMk/>
            <pc:sldMk cId="166030626" sldId="293"/>
            <ac:spMk id="179" creationId="{73A23404-8ED2-F3D9-D739-E11191A0EDEB}"/>
          </ac:spMkLst>
        </pc:spChg>
        <pc:spChg chg="del">
          <ac:chgData name="昕 许" userId="a2975fcd840abfc3" providerId="LiveId" clId="{49CCD4F9-177C-4270-9A14-60236FF377E8}" dt="2026-04-07T03:06:56.529" v="5449" actId="478"/>
          <ac:spMkLst>
            <pc:docMk/>
            <pc:sldMk cId="166030626" sldId="293"/>
            <ac:spMk id="180" creationId="{90B4CECC-AA5A-EAB7-CD0F-483D8478508F}"/>
          </ac:spMkLst>
        </pc:spChg>
        <pc:spChg chg="del">
          <ac:chgData name="昕 许" userId="a2975fcd840abfc3" providerId="LiveId" clId="{49CCD4F9-177C-4270-9A14-60236FF377E8}" dt="2026-04-07T03:06:51.539" v="5446" actId="478"/>
          <ac:spMkLst>
            <pc:docMk/>
            <pc:sldMk cId="166030626" sldId="293"/>
            <ac:spMk id="181" creationId="{AF7DB861-5D11-6654-A916-C0AB1B0B7EB8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87" creationId="{310FF623-B501-0CBB-E3DC-C026D2B21E6F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90" creationId="{122D102F-CA24-AF0B-45DD-A3586DD955C3}"/>
          </ac:spMkLst>
        </pc:spChg>
        <pc:spChg chg="del">
          <ac:chgData name="昕 许" userId="a2975fcd840abfc3" providerId="LiveId" clId="{49CCD4F9-177C-4270-9A14-60236FF377E8}" dt="2026-04-07T02:54:44.641" v="5443" actId="478"/>
          <ac:spMkLst>
            <pc:docMk/>
            <pc:sldMk cId="166030626" sldId="293"/>
            <ac:spMk id="203" creationId="{3EB4465C-00C2-DD1E-D0D2-7CEFB0ADA52E}"/>
          </ac:spMkLst>
        </pc:s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3" creationId="{72D57646-E0F9-ED55-E733-B59ED4590BFE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36" creationId="{57993075-E879-6FD2-B1B7-54A41186172C}"/>
          </ac:grpSpMkLst>
        </pc:grpChg>
        <pc:grpChg chg="del mod">
          <ac:chgData name="昕 许" userId="a2975fcd840abfc3" providerId="LiveId" clId="{49CCD4F9-177C-4270-9A14-60236FF377E8}" dt="2026-04-07T02:52:40.874" v="5397" actId="478"/>
          <ac:grpSpMkLst>
            <pc:docMk/>
            <pc:sldMk cId="166030626" sldId="293"/>
            <ac:grpSpMk id="50" creationId="{FCE537B2-3AF4-48E1-4C9D-B98BABEE65D5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57" creationId="{8598D121-4BB4-CECB-E36B-27D97989EAC7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59" creationId="{CE99824A-C99E-90AD-7C85-5B0425ACEF9C}"/>
          </ac:grpSpMkLst>
        </pc:grpChg>
        <pc:grpChg chg="del mod">
          <ac:chgData name="昕 许" userId="a2975fcd840abfc3" providerId="LiveId" clId="{49CCD4F9-177C-4270-9A14-60236FF377E8}" dt="2026-04-07T02:52:43.026" v="5399" actId="478"/>
          <ac:grpSpMkLst>
            <pc:docMk/>
            <pc:sldMk cId="166030626" sldId="293"/>
            <ac:grpSpMk id="75" creationId="{E4200B76-F0A8-3835-6D4C-E34F9B7DB926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76" creationId="{1BE01956-A607-DE13-7AF5-1119FFD0DFF3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97" creationId="{275677B8-DC12-1EB3-8809-FD36E26ACA43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04" creationId="{37036E21-05CB-6B2E-16B0-2F648C31785C}"/>
          </ac:grpSpMkLst>
        </pc:grpChg>
        <pc:grpChg chg="add mod">
          <ac:chgData name="昕 许" userId="a2975fcd840abfc3" providerId="LiveId" clId="{49CCD4F9-177C-4270-9A14-60236FF377E8}" dt="2026-04-07T02:52:22.600" v="5394" actId="1076"/>
          <ac:grpSpMkLst>
            <pc:docMk/>
            <pc:sldMk cId="166030626" sldId="293"/>
            <ac:grpSpMk id="128" creationId="{52DA441F-6657-0CAB-1E70-2A0CE51669E2}"/>
          </ac:grpSpMkLst>
        </pc:grpChg>
        <pc:grpChg chg="add mod">
          <ac:chgData name="昕 许" userId="a2975fcd840abfc3" providerId="LiveId" clId="{49CCD4F9-177C-4270-9A14-60236FF377E8}" dt="2026-04-07T02:53:13.538" v="5407" actId="14100"/>
          <ac:grpSpMkLst>
            <pc:docMk/>
            <pc:sldMk cId="166030626" sldId="293"/>
            <ac:grpSpMk id="129" creationId="{FD98C711-EFBE-34D6-B63D-FC0558CA78AC}"/>
          </ac:grpSpMkLst>
        </pc:grpChg>
        <pc:grpChg chg="mod">
          <ac:chgData name="昕 许" userId="a2975fcd840abfc3" providerId="LiveId" clId="{49CCD4F9-177C-4270-9A14-60236FF377E8}" dt="2026-04-07T02:54:18.731" v="5436" actId="1076"/>
          <ac:grpSpMkLst>
            <pc:docMk/>
            <pc:sldMk cId="166030626" sldId="293"/>
            <ac:grpSpMk id="130" creationId="{4D8D79EE-E24D-1456-1A2B-79C0A7A9C1BA}"/>
          </ac:grpSpMkLst>
        </pc:grpChg>
        <pc:grpChg chg="del">
          <ac:chgData name="昕 许" userId="a2975fcd840abfc3" providerId="LiveId" clId="{49CCD4F9-177C-4270-9A14-60236FF377E8}" dt="2026-04-07T02:54:46.663" v="5444" actId="478"/>
          <ac:grpSpMkLst>
            <pc:docMk/>
            <pc:sldMk cId="166030626" sldId="293"/>
            <ac:grpSpMk id="132" creationId="{151ADE52-D5E3-5D5B-1574-4097938F0F39}"/>
          </ac:grpSpMkLst>
        </pc:grpChg>
        <pc:grpChg chg="del">
          <ac:chgData name="昕 许" userId="a2975fcd840abfc3" providerId="LiveId" clId="{49CCD4F9-177C-4270-9A14-60236FF377E8}" dt="2026-04-07T02:54:42.502" v="5441" actId="478"/>
          <ac:grpSpMkLst>
            <pc:docMk/>
            <pc:sldMk cId="166030626" sldId="293"/>
            <ac:grpSpMk id="133" creationId="{9E707F93-044E-3094-8C21-C515BEEF373B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34" creationId="{9722407B-AC80-C45B-EE0C-B8AC26AFA744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35" creationId="{A2DA03BC-B39E-D865-2340-252C436D1011}"/>
          </ac:grpSpMkLst>
        </pc:grpChg>
        <pc:grpChg chg="del">
          <ac:chgData name="昕 许" userId="a2975fcd840abfc3" providerId="LiveId" clId="{49CCD4F9-177C-4270-9A14-60236FF377E8}" dt="2026-04-07T02:54:47.935" v="5445" actId="478"/>
          <ac:grpSpMkLst>
            <pc:docMk/>
            <pc:sldMk cId="166030626" sldId="293"/>
            <ac:grpSpMk id="136" creationId="{55153B1F-C878-71FA-6135-DCDB66054D70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139" creationId="{DB4CDE62-ECC4-C5B5-5078-5692E8B40408}"/>
          </ac:grpSpMkLst>
        </pc:grpChg>
        <pc:grpChg chg="add 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217" creationId="{6671C295-E461-1D84-9BE8-C31378AA804F}"/>
          </ac:grpSpMkLst>
        </pc:grpChg>
        <pc:picChg chg="mod">
          <ac:chgData name="昕 许" userId="a2975fcd840abfc3" providerId="LiveId" clId="{49CCD4F9-177C-4270-9A14-60236FF377E8}" dt="2026-04-07T05:20:41.364" v="6069" actId="207"/>
          <ac:picMkLst>
            <pc:docMk/>
            <pc:sldMk cId="166030626" sldId="293"/>
            <ac:picMk id="17" creationId="{7409A9A4-A607-85B2-EF6D-A07058FC7C19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3" creationId="{8A8D5242-6A5A-A3A8-9B81-8ACAF3EC105D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5" creationId="{3E235858-0118-9256-1485-F6B6488D21C2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6" creationId="{E35542E5-643A-EC60-26A3-0EA4882345BA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7" creationId="{44B121BB-C609-4B5A-31FF-80EE93DD92AF}"/>
          </ac:picMkLst>
        </pc:picChg>
        <pc:picChg chg="del mod">
          <ac:chgData name="昕 许" userId="a2975fcd840abfc3" providerId="LiveId" clId="{49CCD4F9-177C-4270-9A14-60236FF377E8}" dt="2026-04-07T02:53:43.640" v="5424" actId="478"/>
          <ac:picMkLst>
            <pc:docMk/>
            <pc:sldMk cId="166030626" sldId="293"/>
            <ac:picMk id="29" creationId="{BB8360F3-B344-A109-6FBD-10A88CE456BF}"/>
          </ac:picMkLst>
        </pc:picChg>
        <pc:picChg chg="mod">
          <ac:chgData name="昕 许" userId="a2975fcd840abfc3" providerId="LiveId" clId="{49CCD4F9-177C-4270-9A14-60236FF377E8}" dt="2026-04-07T02:53:29.068" v="5414" actId="20577"/>
          <ac:picMkLst>
            <pc:docMk/>
            <pc:sldMk cId="166030626" sldId="293"/>
            <ac:picMk id="42" creationId="{C9437445-E967-7023-5EED-64DB052DA4DA}"/>
          </ac:picMkLst>
        </pc:picChg>
        <pc:picChg chg="mod">
          <ac:chgData name="昕 许" userId="a2975fcd840abfc3" providerId="LiveId" clId="{49CCD4F9-177C-4270-9A14-60236FF377E8}" dt="2026-04-07T02:53:29.068" v="5414" actId="20577"/>
          <ac:picMkLst>
            <pc:docMk/>
            <pc:sldMk cId="166030626" sldId="293"/>
            <ac:picMk id="43" creationId="{83F4B6D1-DDC8-4607-803D-F2073BD966F6}"/>
          </ac:picMkLst>
        </pc:picChg>
        <pc:picChg chg="mod">
          <ac:chgData name="昕 许" userId="a2975fcd840abfc3" providerId="LiveId" clId="{49CCD4F9-177C-4270-9A14-60236FF377E8}" dt="2026-04-07T02:53:29.068" v="5414" actId="20577"/>
          <ac:picMkLst>
            <pc:docMk/>
            <pc:sldMk cId="166030626" sldId="293"/>
            <ac:picMk id="44" creationId="{025EA63E-281A-0F6B-AA90-D7DA5D9884E4}"/>
          </ac:picMkLst>
        </pc:picChg>
        <pc:picChg chg="del">
          <ac:chgData name="昕 许" userId="a2975fcd840abfc3" providerId="LiveId" clId="{49CCD4F9-177C-4270-9A14-60236FF377E8}" dt="2026-04-07T02:53:25.631" v="5411" actId="478"/>
          <ac:picMkLst>
            <pc:docMk/>
            <pc:sldMk cId="166030626" sldId="293"/>
            <ac:picMk id="45" creationId="{81C07411-16EA-F1CD-09D9-45F71EF9EA89}"/>
          </ac:picMkLst>
        </pc:picChg>
        <pc:picChg chg="mod">
          <ac:chgData name="昕 许" userId="a2975fcd840abfc3" providerId="LiveId" clId="{49CCD4F9-177C-4270-9A14-60236FF377E8}" dt="2026-04-07T05:20:41.364" v="6069" actId="207"/>
          <ac:picMkLst>
            <pc:docMk/>
            <pc:sldMk cId="166030626" sldId="293"/>
            <ac:picMk id="67" creationId="{8506D812-7993-DB69-EBFD-1C215FF02B41}"/>
          </ac:picMkLst>
        </pc:picChg>
        <pc:picChg chg="mod">
          <ac:chgData name="昕 许" userId="a2975fcd840abfc3" providerId="LiveId" clId="{49CCD4F9-177C-4270-9A14-60236FF377E8}" dt="2026-04-07T05:20:52.124" v="6070" actId="207"/>
          <ac:picMkLst>
            <pc:docMk/>
            <pc:sldMk cId="166030626" sldId="293"/>
            <ac:picMk id="82" creationId="{367433AF-0AD7-A420-9307-7F507E6B27B3}"/>
          </ac:picMkLst>
        </pc:picChg>
        <pc:picChg chg="mod">
          <ac:chgData name="昕 许" userId="a2975fcd840abfc3" providerId="LiveId" clId="{49CCD4F9-177C-4270-9A14-60236FF377E8}" dt="2026-04-07T02:53:38.187" v="5420" actId="20577"/>
          <ac:picMkLst>
            <pc:docMk/>
            <pc:sldMk cId="166030626" sldId="293"/>
            <ac:picMk id="109" creationId="{FFB347D1-EEB8-6A26-891C-CD9EB3A27BA7}"/>
          </ac:picMkLst>
        </pc:picChg>
        <pc:picChg chg="mod">
          <ac:chgData name="昕 许" userId="a2975fcd840abfc3" providerId="LiveId" clId="{49CCD4F9-177C-4270-9A14-60236FF377E8}" dt="2026-04-07T02:53:38.187" v="5420" actId="20577"/>
          <ac:picMkLst>
            <pc:docMk/>
            <pc:sldMk cId="166030626" sldId="293"/>
            <ac:picMk id="110" creationId="{6E9C5284-189D-D0F5-7765-4CC646A6A656}"/>
          </ac:picMkLst>
        </pc:picChg>
        <pc:picChg chg="mod">
          <ac:chgData name="昕 许" userId="a2975fcd840abfc3" providerId="LiveId" clId="{49CCD4F9-177C-4270-9A14-60236FF377E8}" dt="2026-04-07T02:53:38.187" v="5420" actId="20577"/>
          <ac:picMkLst>
            <pc:docMk/>
            <pc:sldMk cId="166030626" sldId="293"/>
            <ac:picMk id="111" creationId="{EFD6ED4F-A513-7AF4-968B-EC0B66EFBACF}"/>
          </ac:picMkLst>
        </pc:picChg>
        <pc:picChg chg="del">
          <ac:chgData name="昕 许" userId="a2975fcd840abfc3" providerId="LiveId" clId="{49CCD4F9-177C-4270-9A14-60236FF377E8}" dt="2026-04-07T02:53:34.100" v="5417" actId="478"/>
          <ac:picMkLst>
            <pc:docMk/>
            <pc:sldMk cId="166030626" sldId="293"/>
            <ac:picMk id="112" creationId="{652E346B-F9E9-C4FF-430B-33153C0A0B8D}"/>
          </ac:picMkLst>
        </pc:picChg>
        <pc:picChg chg="mod">
          <ac:chgData name="昕 许" userId="a2975fcd840abfc3" providerId="LiveId" clId="{49CCD4F9-177C-4270-9A14-60236FF377E8}" dt="2026-04-07T05:20:52.124" v="6070" actId="207"/>
          <ac:picMkLst>
            <pc:docMk/>
            <pc:sldMk cId="166030626" sldId="293"/>
            <ac:picMk id="115" creationId="{4BB4E3EB-864E-6AFD-4EF0-733B1D093BC0}"/>
          </ac:picMkLst>
        </pc:picChg>
        <pc:picChg chg="mod">
          <ac:chgData name="昕 许" userId="a2975fcd840abfc3" providerId="LiveId" clId="{49CCD4F9-177C-4270-9A14-60236FF377E8}" dt="2026-04-07T05:20:41.364" v="6069" actId="207"/>
          <ac:picMkLst>
            <pc:docMk/>
            <pc:sldMk cId="166030626" sldId="293"/>
            <ac:picMk id="147" creationId="{9ABDD0B9-6E11-2199-AFD3-0D5EE57F97E7}"/>
          </ac:picMkLst>
        </pc:picChg>
        <pc:picChg chg="mod">
          <ac:chgData name="昕 许" userId="a2975fcd840abfc3" providerId="LiveId" clId="{49CCD4F9-177C-4270-9A14-60236FF377E8}" dt="2026-04-07T03:07:07.969" v="5457" actId="20577"/>
          <ac:picMkLst>
            <pc:docMk/>
            <pc:sldMk cId="166030626" sldId="293"/>
            <ac:picMk id="170" creationId="{A5F35014-323B-7F90-D156-EC54B861D400}"/>
          </ac:picMkLst>
        </pc:picChg>
        <pc:picChg chg="mod">
          <ac:chgData name="昕 许" userId="a2975fcd840abfc3" providerId="LiveId" clId="{49CCD4F9-177C-4270-9A14-60236FF377E8}" dt="2026-04-07T03:07:07.969" v="5457" actId="20577"/>
          <ac:picMkLst>
            <pc:docMk/>
            <pc:sldMk cId="166030626" sldId="293"/>
            <ac:picMk id="171" creationId="{653078C1-F41B-6164-F4B3-DE4660F6BB91}"/>
          </ac:picMkLst>
        </pc:picChg>
        <pc:picChg chg="mod">
          <ac:chgData name="昕 许" userId="a2975fcd840abfc3" providerId="LiveId" clId="{49CCD4F9-177C-4270-9A14-60236FF377E8}" dt="2026-04-07T03:07:07.969" v="5457" actId="20577"/>
          <ac:picMkLst>
            <pc:docMk/>
            <pc:sldMk cId="166030626" sldId="293"/>
            <ac:picMk id="172" creationId="{C962280C-F9ED-AC9F-EB3E-50BFE404943E}"/>
          </ac:picMkLst>
        </pc:picChg>
        <pc:picChg chg="del">
          <ac:chgData name="昕 许" userId="a2975fcd840abfc3" providerId="LiveId" clId="{49CCD4F9-177C-4270-9A14-60236FF377E8}" dt="2026-04-07T03:07:01.011" v="5453" actId="478"/>
          <ac:picMkLst>
            <pc:docMk/>
            <pc:sldMk cId="166030626" sldId="293"/>
            <ac:picMk id="173" creationId="{9D716AF0-0699-41A1-CAB3-C516665A6C03}"/>
          </ac:picMkLst>
        </pc:picChg>
        <pc:picChg chg="mod">
          <ac:chgData name="昕 许" userId="a2975fcd840abfc3" providerId="LiveId" clId="{49CCD4F9-177C-4270-9A14-60236FF377E8}" dt="2026-04-07T03:06:58.368" v="5451" actId="20577"/>
          <ac:picMkLst>
            <pc:docMk/>
            <pc:sldMk cId="166030626" sldId="293"/>
            <ac:picMk id="182" creationId="{AA22FEFB-C8F6-9AFB-A3DB-1F4D06508B2F}"/>
          </ac:picMkLst>
        </pc:picChg>
        <pc:picChg chg="mod">
          <ac:chgData name="昕 许" userId="a2975fcd840abfc3" providerId="LiveId" clId="{49CCD4F9-177C-4270-9A14-60236FF377E8}" dt="2026-04-07T03:06:58.368" v="5451" actId="20577"/>
          <ac:picMkLst>
            <pc:docMk/>
            <pc:sldMk cId="166030626" sldId="293"/>
            <ac:picMk id="183" creationId="{154CAA10-7B10-BD26-1A85-B82BB945A492}"/>
          </ac:picMkLst>
        </pc:picChg>
        <pc:picChg chg="del">
          <ac:chgData name="昕 许" userId="a2975fcd840abfc3" providerId="LiveId" clId="{49CCD4F9-177C-4270-9A14-60236FF377E8}" dt="2026-04-07T03:06:53.141" v="5447" actId="478"/>
          <ac:picMkLst>
            <pc:docMk/>
            <pc:sldMk cId="166030626" sldId="293"/>
            <ac:picMk id="184" creationId="{3CEC1018-F782-F252-3737-0D4CE9226851}"/>
          </ac:picMkLst>
        </pc:picChg>
        <pc:cxnChg chg="add mod">
          <ac:chgData name="昕 许" userId="a2975fcd840abfc3" providerId="LiveId" clId="{49CCD4F9-177C-4270-9A14-60236FF377E8}" dt="2026-04-07T02:53:02.987" v="5404" actId="164"/>
          <ac:cxnSpMkLst>
            <pc:docMk/>
            <pc:sldMk cId="166030626" sldId="293"/>
            <ac:cxnSpMk id="3" creationId="{F7C97EB0-42E5-DCFD-B5FD-944BC9C10FB0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24" creationId="{63B4029B-D454-6C87-024A-5FE862960161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28" creationId="{AC881087-9DB1-52D5-0282-32813C8B54DC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30" creationId="{EEC4828A-A783-CF46-5ED5-DA3BFE51F977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31" creationId="{78029618-DF0D-6969-5F9E-5DE5E2DC04F5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32" creationId="{1629E2A4-3C36-98FB-8C21-95A946762CAF}"/>
          </ac:cxnSpMkLst>
        </pc:cxnChg>
        <pc:cxnChg chg="del mod">
          <ac:chgData name="昕 许" userId="a2975fcd840abfc3" providerId="LiveId" clId="{49CCD4F9-177C-4270-9A14-60236FF377E8}" dt="2026-04-07T02:53:44.848" v="5425" actId="478"/>
          <ac:cxnSpMkLst>
            <pc:docMk/>
            <pc:sldMk cId="166030626" sldId="293"/>
            <ac:cxnSpMk id="33" creationId="{279C5EB5-6DA7-11CA-79EF-993C9B7494D2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35" creationId="{2F951C30-4EDE-DAE0-C70D-29DF6463018B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46" creationId="{45213568-CBA5-61FF-C496-D0FF08F89D29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47" creationId="{738FBC63-7594-7430-24C3-9321225B0F66}"/>
          </ac:cxnSpMkLst>
        </pc:cxnChg>
        <pc:cxnChg chg="del mod">
          <ac:chgData name="昕 许" userId="a2975fcd840abfc3" providerId="LiveId" clId="{49CCD4F9-177C-4270-9A14-60236FF377E8}" dt="2026-04-07T02:53:27.265" v="5412" actId="478"/>
          <ac:cxnSpMkLst>
            <pc:docMk/>
            <pc:sldMk cId="166030626" sldId="293"/>
            <ac:cxnSpMk id="48" creationId="{4144F9AD-60D0-E27A-749C-0213CD31731B}"/>
          </ac:cxnSpMkLst>
        </pc:cxnChg>
        <pc:cxnChg chg="mod">
          <ac:chgData name="昕 许" userId="a2975fcd840abfc3" providerId="LiveId" clId="{49CCD4F9-177C-4270-9A14-60236FF377E8}" dt="2026-04-07T02:52:40.874" v="5397" actId="478"/>
          <ac:cxnSpMkLst>
            <pc:docMk/>
            <pc:sldMk cId="166030626" sldId="293"/>
            <ac:cxnSpMk id="65" creationId="{C95F087F-1F79-8961-CF79-9107BCA125A9}"/>
          </ac:cxnSpMkLst>
        </pc:cxnChg>
        <pc:cxnChg chg="mod">
          <ac:chgData name="昕 许" userId="a2975fcd840abfc3" providerId="LiveId" clId="{49CCD4F9-177C-4270-9A14-60236FF377E8}" dt="2026-04-07T02:52:40.874" v="5397" actId="478"/>
          <ac:cxnSpMkLst>
            <pc:docMk/>
            <pc:sldMk cId="166030626" sldId="293"/>
            <ac:cxnSpMk id="69" creationId="{535EC612-0D66-252C-0BA4-634480B2F93E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71" creationId="{61D9D7A3-55B0-A60D-A1E5-0BDC23ACB5DB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72" creationId="{9413DCD2-B3C7-237A-BA18-491F5464C8E0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85" creationId="{2E2CB422-6C61-3936-0636-8CE0D33FB5D8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88" creationId="{9C51F809-59C1-9207-D057-20E099C60E09}"/>
          </ac:cxnSpMkLst>
        </pc:cxnChg>
        <pc:cxnChg chg="mod">
          <ac:chgData name="昕 许" userId="a2975fcd840abfc3" providerId="LiveId" clId="{49CCD4F9-177C-4270-9A14-60236FF377E8}" dt="2026-04-07T02:52:43.026" v="5399" actId="478"/>
          <ac:cxnSpMkLst>
            <pc:docMk/>
            <pc:sldMk cId="166030626" sldId="293"/>
            <ac:cxnSpMk id="95" creationId="{898B2BED-2312-3855-04EA-21BBC822A562}"/>
          </ac:cxnSpMkLst>
        </pc:cxnChg>
        <pc:cxnChg chg="mod">
          <ac:chgData name="昕 许" userId="a2975fcd840abfc3" providerId="LiveId" clId="{49CCD4F9-177C-4270-9A14-60236FF377E8}" dt="2026-04-07T02:52:43.026" v="5399" actId="478"/>
          <ac:cxnSpMkLst>
            <pc:docMk/>
            <pc:sldMk cId="166030626" sldId="293"/>
            <ac:cxnSpMk id="96" creationId="{8E466A84-D88E-3E00-8461-49F6FAA6AA85}"/>
          </ac:cxnSpMkLst>
        </pc:cxnChg>
        <pc:cxnChg chg="del mod">
          <ac:chgData name="昕 许" userId="a2975fcd840abfc3" providerId="LiveId" clId="{49CCD4F9-177C-4270-9A14-60236FF377E8}" dt="2026-04-07T02:52:41.916" v="5398" actId="478"/>
          <ac:cxnSpMkLst>
            <pc:docMk/>
            <pc:sldMk cId="166030626" sldId="293"/>
            <ac:cxnSpMk id="102" creationId="{E0426B44-806F-73A4-6121-03ADC501C327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16" creationId="{08710958-A449-97B2-38CD-0727D305909B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18" creationId="{75AA77E6-2E93-4DAD-0531-01034D4F2773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19" creationId="{B004EE1C-A116-2B6B-1BA4-4C1782CCEB01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20" creationId="{CEBA079A-B86B-0474-A2C8-435C58BE076D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121" creationId="{673AAA2F-490C-DC9F-FEAE-E89295ED382D}"/>
          </ac:cxnSpMkLst>
        </pc:cxnChg>
        <pc:cxnChg chg="del mod">
          <ac:chgData name="昕 许" userId="a2975fcd840abfc3" providerId="LiveId" clId="{49CCD4F9-177C-4270-9A14-60236FF377E8}" dt="2026-04-07T02:53:35.692" v="5418" actId="478"/>
          <ac:cxnSpMkLst>
            <pc:docMk/>
            <pc:sldMk cId="166030626" sldId="293"/>
            <ac:cxnSpMk id="123" creationId="{73069721-EF6A-C35B-DCE3-FE07196E0AD0}"/>
          </ac:cxnSpMkLst>
        </pc:cxnChg>
        <pc:cxnChg chg="del mod">
          <ac:chgData name="昕 许" userId="a2975fcd840abfc3" providerId="LiveId" clId="{49CCD4F9-177C-4270-9A14-60236FF377E8}" dt="2026-04-07T02:52:25.283" v="5395" actId="478"/>
          <ac:cxnSpMkLst>
            <pc:docMk/>
            <pc:sldMk cId="166030626" sldId="293"/>
            <ac:cxnSpMk id="125" creationId="{10DF0B7F-2FCC-2825-48E7-3E58CAD3A66A}"/>
          </ac:cxnSpMkLst>
        </pc:cxnChg>
        <pc:cxnChg chg="del">
          <ac:chgData name="昕 许" userId="a2975fcd840abfc3" providerId="LiveId" clId="{49CCD4F9-177C-4270-9A14-60236FF377E8}" dt="2026-04-07T02:54:43.417" v="5442" actId="478"/>
          <ac:cxnSpMkLst>
            <pc:docMk/>
            <pc:sldMk cId="166030626" sldId="293"/>
            <ac:cxnSpMk id="138" creationId="{12CBE46F-D2E9-5A17-46F8-F208F2FE1050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49" creationId="{467FA1C5-88B7-5F27-9CBE-81DDFBA58427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50" creationId="{B56AE125-B5A4-ABC6-9AF6-B3A13ED2F3D1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152" creationId="{5A1DB1EF-2848-5BC2-B37E-C2E4C4AAFAF1}"/>
          </ac:cxnSpMkLst>
        </pc:cxnChg>
        <pc:cxnChg chg="mod">
          <ac:chgData name="昕 许" userId="a2975fcd840abfc3" providerId="LiveId" clId="{49CCD4F9-177C-4270-9A14-60236FF377E8}" dt="2026-04-07T02:54:47.935" v="5445" actId="478"/>
          <ac:cxnSpMkLst>
            <pc:docMk/>
            <pc:sldMk cId="166030626" sldId="293"/>
            <ac:cxnSpMk id="162" creationId="{2CE73D7E-BD8B-F0E6-2C12-4A03473B7BFE}"/>
          </ac:cxnSpMkLst>
        </pc:cxnChg>
        <pc:cxnChg chg="mod">
          <ac:chgData name="昕 许" userId="a2975fcd840abfc3" providerId="LiveId" clId="{49CCD4F9-177C-4270-9A14-60236FF377E8}" dt="2026-04-07T02:54:47.935" v="5445" actId="478"/>
          <ac:cxnSpMkLst>
            <pc:docMk/>
            <pc:sldMk cId="166030626" sldId="293"/>
            <ac:cxnSpMk id="163" creationId="{21464D9A-BE53-28CC-54C2-80AAC98E523E}"/>
          </ac:cxnSpMkLst>
        </pc:cxnChg>
        <pc:cxnChg chg="mod">
          <ac:chgData name="昕 许" userId="a2975fcd840abfc3" providerId="LiveId" clId="{49CCD4F9-177C-4270-9A14-60236FF377E8}" dt="2026-04-07T02:54:47.935" v="5445" actId="478"/>
          <ac:cxnSpMkLst>
            <pc:docMk/>
            <pc:sldMk cId="166030626" sldId="293"/>
            <ac:cxnSpMk id="164" creationId="{691C7921-6161-3C58-C64F-2C83073C407F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74" creationId="{1AA61599-49E5-44EC-FE56-67E6623B330E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75" creationId="{3535E4CA-FC9A-3919-965D-B24B90F16B5C}"/>
          </ac:cxnSpMkLst>
        </pc:cxnChg>
        <pc:cxnChg chg="del mod">
          <ac:chgData name="昕 许" userId="a2975fcd840abfc3" providerId="LiveId" clId="{49CCD4F9-177C-4270-9A14-60236FF377E8}" dt="2026-04-07T03:07:04.867" v="5454" actId="478"/>
          <ac:cxnSpMkLst>
            <pc:docMk/>
            <pc:sldMk cId="166030626" sldId="293"/>
            <ac:cxnSpMk id="176" creationId="{3B6BE1BC-3754-2A3C-D8EB-9BE230700B73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85" creationId="{F83B3DDB-7C88-A709-3830-C0681E4D3806}"/>
          </ac:cxnSpMkLst>
        </pc:cxnChg>
        <pc:cxnChg chg="del mod">
          <ac:chgData name="昕 许" userId="a2975fcd840abfc3" providerId="LiveId" clId="{49CCD4F9-177C-4270-9A14-60236FF377E8}" dt="2026-04-07T03:06:55.196" v="5448" actId="478"/>
          <ac:cxnSpMkLst>
            <pc:docMk/>
            <pc:sldMk cId="166030626" sldId="293"/>
            <ac:cxnSpMk id="186" creationId="{B41478FE-8A47-0DDD-AEF9-4256A79A22F4}"/>
          </ac:cxnSpMkLst>
        </pc:cxnChg>
        <pc:cxnChg chg="mod">
          <ac:chgData name="昕 许" userId="a2975fcd840abfc3" providerId="LiveId" clId="{49CCD4F9-177C-4270-9A14-60236FF377E8}" dt="2026-04-07T02:54:42.502" v="5441" actId="478"/>
          <ac:cxnSpMkLst>
            <pc:docMk/>
            <pc:sldMk cId="166030626" sldId="293"/>
            <ac:cxnSpMk id="196" creationId="{2190EE8D-5751-2CD7-2F74-873577EFE811}"/>
          </ac:cxnSpMkLst>
        </pc:cxnChg>
        <pc:cxnChg chg="mod">
          <ac:chgData name="昕 许" userId="a2975fcd840abfc3" providerId="LiveId" clId="{49CCD4F9-177C-4270-9A14-60236FF377E8}" dt="2026-04-07T02:54:42.502" v="5441" actId="478"/>
          <ac:cxnSpMkLst>
            <pc:docMk/>
            <pc:sldMk cId="166030626" sldId="293"/>
            <ac:cxnSpMk id="197" creationId="{A08CE798-1945-E764-1E1A-59EF0C96A641}"/>
          </ac:cxnSpMkLst>
        </pc:cxnChg>
        <pc:cxnChg chg="mod">
          <ac:chgData name="昕 许" userId="a2975fcd840abfc3" providerId="LiveId" clId="{49CCD4F9-177C-4270-9A14-60236FF377E8}" dt="2026-04-07T02:54:42.502" v="5441" actId="478"/>
          <ac:cxnSpMkLst>
            <pc:docMk/>
            <pc:sldMk cId="166030626" sldId="293"/>
            <ac:cxnSpMk id="198" creationId="{62BE99D6-2F9D-2742-38F6-DDE91B2D8964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09" creationId="{E6B6B971-A76E-10BE-79B8-F30531D6185A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10" creationId="{E241C2DD-5CB8-B429-FE86-94DC9D95B428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11" creationId="{CF7F7301-8CA4-409A-9AC9-3B4A6D1FE829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12" creationId="{7C81ED02-2661-E4C7-687E-1491D05CEB25}"/>
          </ac:cxnSpMkLst>
        </pc:cxnChg>
        <pc:cxnChg chg="add mod">
          <ac:chgData name="昕 许" userId="a2975fcd840abfc3" providerId="LiveId" clId="{49CCD4F9-177C-4270-9A14-60236FF377E8}" dt="2026-04-07T03:08:12.758" v="5470" actId="208"/>
          <ac:cxnSpMkLst>
            <pc:docMk/>
            <pc:sldMk cId="166030626" sldId="293"/>
            <ac:cxnSpMk id="215" creationId="{7F2B51E8-4373-B03C-0BB8-130FAC82DDD5}"/>
          </ac:cxnSpMkLst>
        </pc:cxnChg>
        <pc:cxnChg chg="add mod">
          <ac:chgData name="昕 许" userId="a2975fcd840abfc3" providerId="LiveId" clId="{49CCD4F9-177C-4270-9A14-60236FF377E8}" dt="2026-04-07T03:08:18.828" v="5472" actId="1076"/>
          <ac:cxnSpMkLst>
            <pc:docMk/>
            <pc:sldMk cId="166030626" sldId="293"/>
            <ac:cxnSpMk id="216" creationId="{8867424F-4046-DC7B-05CD-6D9410EFA967}"/>
          </ac:cxnSpMkLst>
        </pc:cxnChg>
      </pc:sldChg>
      <pc:sldChg chg="add del">
        <pc:chgData name="昕 许" userId="a2975fcd840abfc3" providerId="LiveId" clId="{49CCD4F9-177C-4270-9A14-60236FF377E8}" dt="2026-04-07T02:49:34.865" v="5363"/>
        <pc:sldMkLst>
          <pc:docMk/>
          <pc:sldMk cId="2797118931" sldId="293"/>
        </pc:sldMkLst>
      </pc:sldChg>
      <pc:sldChg chg="addSp delSp modSp add mod">
        <pc:chgData name="昕 许" userId="a2975fcd840abfc3" providerId="LiveId" clId="{49CCD4F9-177C-4270-9A14-60236FF377E8}" dt="2026-04-07T03:23:56.994" v="5723" actId="1076"/>
        <pc:sldMkLst>
          <pc:docMk/>
          <pc:sldMk cId="2370704999" sldId="294"/>
        </pc:sldMkLst>
        <pc:spChg chg="add mod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2" creationId="{E7FE4429-D2B1-B9EA-B5C8-22A8B44A677D}"/>
          </ac:spMkLst>
        </pc:spChg>
        <pc:spChg chg="del">
          <ac:chgData name="昕 许" userId="a2975fcd840abfc3" providerId="LiveId" clId="{49CCD4F9-177C-4270-9A14-60236FF377E8}" dt="2026-04-07T03:10:08.678" v="5480" actId="478"/>
          <ac:spMkLst>
            <pc:docMk/>
            <pc:sldMk cId="2370704999" sldId="294"/>
            <ac:spMk id="4" creationId="{B31EBB7F-774E-1066-5490-1928BEBB6EA5}"/>
          </ac:spMkLst>
        </pc:spChg>
        <pc:spChg chg="add mod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5" creationId="{854768F5-10A9-3998-822F-31AC0FBDD13D}"/>
          </ac:spMkLst>
        </pc:spChg>
        <pc:spChg chg="add mod">
          <ac:chgData name="昕 许" userId="a2975fcd840abfc3" providerId="LiveId" clId="{49CCD4F9-177C-4270-9A14-60236FF377E8}" dt="2026-04-07T03:20:19.926" v="5590" actId="1582"/>
          <ac:spMkLst>
            <pc:docMk/>
            <pc:sldMk cId="2370704999" sldId="294"/>
            <ac:spMk id="7" creationId="{3BBD9262-390D-C27E-28A3-E4E106C57FDC}"/>
          </ac:spMkLst>
        </pc:spChg>
        <pc:spChg chg="del">
          <ac:chgData name="昕 许" userId="a2975fcd840abfc3" providerId="LiveId" clId="{49CCD4F9-177C-4270-9A14-60236FF377E8}" dt="2026-04-07T03:10:11.862" v="5482" actId="478"/>
          <ac:spMkLst>
            <pc:docMk/>
            <pc:sldMk cId="2370704999" sldId="294"/>
            <ac:spMk id="11" creationId="{31E49A51-B66E-85B6-FA21-D27BC7DC71D5}"/>
          </ac:spMkLst>
        </pc:spChg>
        <pc:spChg chg="mod topLvl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14" creationId="{06BB675B-6D4F-B380-B430-28799590E8A7}"/>
          </ac:spMkLst>
        </pc:spChg>
        <pc:spChg chg="mod topLvl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19" creationId="{521514F9-8B7F-C751-C96E-ADFC10131BD6}"/>
          </ac:spMkLst>
        </pc:spChg>
        <pc:spChg chg="add del mod topLvl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21" creationId="{4588A021-B213-AA1F-C428-0A082B859A48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22" creationId="{19E442B0-206E-A764-79EF-4D68D43852FB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29" creationId="{6E185041-B493-C956-1BC4-754C9D46A7A3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33" creationId="{A8F13C8E-1B2D-3CFF-CB82-E6975B9F2E8B}"/>
          </ac:spMkLst>
        </pc:spChg>
        <pc:spChg chg="del mod topLvl">
          <ac:chgData name="昕 许" userId="a2975fcd840abfc3" providerId="LiveId" clId="{49CCD4F9-177C-4270-9A14-60236FF377E8}" dt="2026-04-07T03:11:34.230" v="5518" actId="478"/>
          <ac:spMkLst>
            <pc:docMk/>
            <pc:sldMk cId="2370704999" sldId="294"/>
            <ac:spMk id="34" creationId="{9521C29F-CCB2-5445-18BB-875F4C94FE41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45" creationId="{E9090BC2-15B0-38CC-036A-049695471ADE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48" creationId="{66C927BB-D23F-2F9B-4AA9-D085278F0267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50" creationId="{62C75EAB-F0E4-81A7-6690-7379E35832DA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1" creationId="{605E2E7D-EE6F-73DD-3240-8CA83FA64013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2" creationId="{0D2FD39F-4D0D-AFAF-591C-F9BBDFC6889B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4" creationId="{FE07ACA3-7594-90C6-BFE9-C46BF6B8406B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6" creationId="{5D4F6CBE-9377-4DCC-7130-A27C7D0EEC7E}"/>
          </ac:spMkLst>
        </pc:spChg>
        <pc:spChg chg="mod">
          <ac:chgData name="昕 许" userId="a2975fcd840abfc3" providerId="LiveId" clId="{49CCD4F9-177C-4270-9A14-60236FF377E8}" dt="2026-04-07T03:20:43.773" v="5597" actId="1076"/>
          <ac:spMkLst>
            <pc:docMk/>
            <pc:sldMk cId="2370704999" sldId="294"/>
            <ac:spMk id="102" creationId="{B1C0D3B8-C0CB-6A1B-929E-97E25F7C2F27}"/>
          </ac:spMkLst>
        </pc:spChg>
        <pc:spChg chg="mod">
          <ac:chgData name="昕 许" userId="a2975fcd840abfc3" providerId="LiveId" clId="{49CCD4F9-177C-4270-9A14-60236FF377E8}" dt="2026-04-07T03:20:52.280" v="5602" actId="1076"/>
          <ac:spMkLst>
            <pc:docMk/>
            <pc:sldMk cId="2370704999" sldId="294"/>
            <ac:spMk id="103" creationId="{D8302F7C-5581-747C-5878-84BB26F6B1FA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23" creationId="{72F16F49-9C37-D31F-D83E-A1BC8E704F8C}"/>
          </ac:spMkLst>
        </pc:spChg>
        <pc:spChg chg="del">
          <ac:chgData name="昕 许" userId="a2975fcd840abfc3" providerId="LiveId" clId="{49CCD4F9-177C-4270-9A14-60236FF377E8}" dt="2026-04-07T03:10:14.926" v="5485" actId="478"/>
          <ac:spMkLst>
            <pc:docMk/>
            <pc:sldMk cId="2370704999" sldId="294"/>
            <ac:spMk id="126" creationId="{F4EC9ACC-9F3A-F360-1A1A-A56C47BA4A05}"/>
          </ac:spMkLst>
        </pc:spChg>
        <pc:spChg chg="add mod">
          <ac:chgData name="昕 许" userId="a2975fcd840abfc3" providerId="LiveId" clId="{49CCD4F9-177C-4270-9A14-60236FF377E8}" dt="2026-04-07T03:22:15.789" v="5644" actId="14100"/>
          <ac:spMkLst>
            <pc:docMk/>
            <pc:sldMk cId="2370704999" sldId="294"/>
            <ac:spMk id="130" creationId="{3CFBDFAF-2F55-AD61-03E2-EF3BBB927BF2}"/>
          </ac:spMkLst>
        </pc:spChg>
        <pc:spChg chg="del">
          <ac:chgData name="昕 许" userId="a2975fcd840abfc3" providerId="LiveId" clId="{49CCD4F9-177C-4270-9A14-60236FF377E8}" dt="2026-04-07T03:10:13.865" v="5484" actId="478"/>
          <ac:spMkLst>
            <pc:docMk/>
            <pc:sldMk cId="2370704999" sldId="294"/>
            <ac:spMk id="131" creationId="{FA40000C-DCD5-CECE-7064-189F179BA67D}"/>
          </ac:spMkLst>
        </pc:spChg>
        <pc:spChg chg="add mod">
          <ac:chgData name="昕 许" userId="a2975fcd840abfc3" providerId="LiveId" clId="{49CCD4F9-177C-4270-9A14-60236FF377E8}" dt="2026-04-07T03:22:08.409" v="5640" actId="1076"/>
          <ac:spMkLst>
            <pc:docMk/>
            <pc:sldMk cId="2370704999" sldId="294"/>
            <ac:spMk id="132" creationId="{284C63EC-08E1-672D-5131-89DCA26702B5}"/>
          </ac:spMkLst>
        </pc:spChg>
        <pc:spChg chg="add mod">
          <ac:chgData name="昕 许" userId="a2975fcd840abfc3" providerId="LiveId" clId="{49CCD4F9-177C-4270-9A14-60236FF377E8}" dt="2026-04-07T03:22:24.316" v="5648" actId="1076"/>
          <ac:spMkLst>
            <pc:docMk/>
            <pc:sldMk cId="2370704999" sldId="294"/>
            <ac:spMk id="133" creationId="{4D74107B-0150-E768-7C12-98A8B80C48C1}"/>
          </ac:spMkLst>
        </pc:spChg>
        <pc:spChg chg="add mod">
          <ac:chgData name="昕 许" userId="a2975fcd840abfc3" providerId="LiveId" clId="{49CCD4F9-177C-4270-9A14-60236FF377E8}" dt="2026-04-07T03:22:32.932" v="5652" actId="1076"/>
          <ac:spMkLst>
            <pc:docMk/>
            <pc:sldMk cId="2370704999" sldId="294"/>
            <ac:spMk id="136" creationId="{ABDB549B-5B37-826A-8EC2-31DA34A0E224}"/>
          </ac:spMkLst>
        </pc:spChg>
        <pc:spChg chg="add mod">
          <ac:chgData name="昕 许" userId="a2975fcd840abfc3" providerId="LiveId" clId="{49CCD4F9-177C-4270-9A14-60236FF377E8}" dt="2026-04-07T03:22:48.878" v="5670" actId="1076"/>
          <ac:spMkLst>
            <pc:docMk/>
            <pc:sldMk cId="2370704999" sldId="294"/>
            <ac:spMk id="137" creationId="{F087CB79-CF73-CF3E-E71E-B3AF3FCE9105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38" creationId="{09098DE3-EBBE-A067-E1F8-C42782CDDEA0}"/>
          </ac:spMkLst>
        </pc:spChg>
        <pc:spChg chg="del">
          <ac:chgData name="昕 许" userId="a2975fcd840abfc3" providerId="LiveId" clId="{49CCD4F9-177C-4270-9A14-60236FF377E8}" dt="2026-04-07T03:10:13.865" v="5484" actId="478"/>
          <ac:spMkLst>
            <pc:docMk/>
            <pc:sldMk cId="2370704999" sldId="294"/>
            <ac:spMk id="146" creationId="{B2D7FC2F-FD38-DA86-5341-0B29058BB522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1" creationId="{F2BF482F-E23B-24F0-420A-70DC9A13B11A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4" creationId="{C24BF053-A917-C4BF-266B-03D9BC253C92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5" creationId="{255EB88C-CD67-1925-3306-A87C1266024C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6" creationId="{0AA5BA0D-B607-549E-F496-D37847D49DD6}"/>
          </ac:spMkLst>
        </pc:spChg>
        <pc:spChg chg="add mod">
          <ac:chgData name="昕 许" userId="a2975fcd840abfc3" providerId="LiveId" clId="{49CCD4F9-177C-4270-9A14-60236FF377E8}" dt="2026-04-07T03:23:23.669" v="5684" actId="1076"/>
          <ac:spMkLst>
            <pc:docMk/>
            <pc:sldMk cId="2370704999" sldId="294"/>
            <ac:spMk id="157" creationId="{CEA2D042-09E6-8262-5249-EED4FDC0A51B}"/>
          </ac:spMkLst>
        </pc:spChg>
        <pc:spChg chg="add mod">
          <ac:chgData name="昕 许" userId="a2975fcd840abfc3" providerId="LiveId" clId="{49CCD4F9-177C-4270-9A14-60236FF377E8}" dt="2026-04-07T03:23:56.994" v="5723" actId="1076"/>
          <ac:spMkLst>
            <pc:docMk/>
            <pc:sldMk cId="2370704999" sldId="294"/>
            <ac:spMk id="160" creationId="{1CAABC35-3416-C504-F446-7AFB1817CDBB}"/>
          </ac:spMkLst>
        </pc:spChg>
        <pc:grpChg chg="del mod">
          <ac:chgData name="昕 许" userId="a2975fcd840abfc3" providerId="LiveId" clId="{49CCD4F9-177C-4270-9A14-60236FF377E8}" dt="2026-04-07T03:10:34.930" v="5491" actId="165"/>
          <ac:grpSpMkLst>
            <pc:docMk/>
            <pc:sldMk cId="2370704999" sldId="294"/>
            <ac:grpSpMk id="13" creationId="{E45DDDBF-C0B0-01C5-2074-734134748806}"/>
          </ac:grpSpMkLst>
        </pc:grpChg>
        <pc:grpChg chg="del">
          <ac:chgData name="昕 许" userId="a2975fcd840abfc3" providerId="LiveId" clId="{49CCD4F9-177C-4270-9A14-60236FF377E8}" dt="2026-04-07T03:10:16.037" v="5486" actId="478"/>
          <ac:grpSpMkLst>
            <pc:docMk/>
            <pc:sldMk cId="2370704999" sldId="294"/>
            <ac:grpSpMk id="36" creationId="{3FC057A0-26DC-A614-F8CC-55D1A733A3AC}"/>
          </ac:grpSpMkLst>
        </pc:grpChg>
        <pc:grpChg chg="add mod">
          <ac:chgData name="昕 许" userId="a2975fcd840abfc3" providerId="LiveId" clId="{49CCD4F9-177C-4270-9A14-60236FF377E8}" dt="2026-04-07T03:20:26.624" v="5592" actId="164"/>
          <ac:grpSpMkLst>
            <pc:docMk/>
            <pc:sldMk cId="2370704999" sldId="294"/>
            <ac:grpSpMk id="87" creationId="{2A29063C-36BC-CA9C-765C-2EE79E8E1EB0}"/>
          </ac:grpSpMkLst>
        </pc:grpChg>
        <pc:grpChg chg="add mod">
          <ac:chgData name="昕 许" userId="a2975fcd840abfc3" providerId="LiveId" clId="{49CCD4F9-177C-4270-9A14-60236FF377E8}" dt="2026-04-07T03:20:38.195" v="5596" actId="1076"/>
          <ac:grpSpMkLst>
            <pc:docMk/>
            <pc:sldMk cId="2370704999" sldId="294"/>
            <ac:grpSpMk id="89" creationId="{4CD51073-EBE7-E9F0-A9E0-1314C88EA36A}"/>
          </ac:grpSpMkLst>
        </pc:grpChg>
        <pc:grpChg chg="add mod">
          <ac:chgData name="昕 许" userId="a2975fcd840abfc3" providerId="LiveId" clId="{49CCD4F9-177C-4270-9A14-60236FF377E8}" dt="2026-04-07T03:23:28.656" v="5685" actId="164"/>
          <ac:grpSpMkLst>
            <pc:docMk/>
            <pc:sldMk cId="2370704999" sldId="294"/>
            <ac:grpSpMk id="90" creationId="{1718CC8B-39FC-C886-7647-00519AF3B008}"/>
          </ac:grpSpMkLst>
        </pc:grpChg>
        <pc:grpChg chg="del">
          <ac:chgData name="昕 许" userId="a2975fcd840abfc3" providerId="LiveId" clId="{49CCD4F9-177C-4270-9A14-60236FF377E8}" dt="2026-04-07T03:10:17.272" v="5487" actId="478"/>
          <ac:grpSpMkLst>
            <pc:docMk/>
            <pc:sldMk cId="2370704999" sldId="294"/>
            <ac:grpSpMk id="104" creationId="{4BF0FDE4-1FC8-F5FC-931D-D9B0FB90FEBA}"/>
          </ac:grpSpMkLst>
        </pc:grpChg>
        <pc:grpChg chg="del">
          <ac:chgData name="昕 许" userId="a2975fcd840abfc3" providerId="LiveId" clId="{49CCD4F9-177C-4270-9A14-60236FF377E8}" dt="2026-04-07T03:10:10.436" v="5481" actId="478"/>
          <ac:grpSpMkLst>
            <pc:docMk/>
            <pc:sldMk cId="2370704999" sldId="294"/>
            <ac:grpSpMk id="129" creationId="{2A347485-717D-42C0-76FC-3197EEDD246E}"/>
          </ac:grpSpMkLst>
        </pc:grpChg>
        <pc:grpChg chg="del">
          <ac:chgData name="昕 许" userId="a2975fcd840abfc3" providerId="LiveId" clId="{49CCD4F9-177C-4270-9A14-60236FF377E8}" dt="2026-04-07T03:10:13.865" v="5484" actId="478"/>
          <ac:grpSpMkLst>
            <pc:docMk/>
            <pc:sldMk cId="2370704999" sldId="294"/>
            <ac:grpSpMk id="134" creationId="{8CF81EFA-F340-93A7-662A-3EBC74107B7D}"/>
          </ac:grpSpMkLst>
        </pc:grpChg>
        <pc:grpChg chg="del">
          <ac:chgData name="昕 许" userId="a2975fcd840abfc3" providerId="LiveId" clId="{49CCD4F9-177C-4270-9A14-60236FF377E8}" dt="2026-04-07T03:10:13.865" v="5484" actId="478"/>
          <ac:grpSpMkLst>
            <pc:docMk/>
            <pc:sldMk cId="2370704999" sldId="294"/>
            <ac:grpSpMk id="135" creationId="{DBD174C4-D6B8-E5A6-F9D4-B8239479F196}"/>
          </ac:grpSpMkLst>
        </pc:grpChg>
        <pc:grpChg chg="add mod">
          <ac:chgData name="昕 许" userId="a2975fcd840abfc3" providerId="LiveId" clId="{49CCD4F9-177C-4270-9A14-60236FF377E8}" dt="2026-04-07T03:23:31.911" v="5686" actId="1076"/>
          <ac:grpSpMkLst>
            <pc:docMk/>
            <pc:sldMk cId="2370704999" sldId="294"/>
            <ac:grpSpMk id="159" creationId="{53DDEDBA-181D-0D3B-AD6E-4ECB5075403F}"/>
          </ac:grpSpMkLst>
        </pc:grpChg>
        <pc:picChg chg="mod topLvl">
          <ac:chgData name="昕 许" userId="a2975fcd840abfc3" providerId="LiveId" clId="{49CCD4F9-177C-4270-9A14-60236FF377E8}" dt="2026-04-07T03:11:39.535" v="5520" actId="1076"/>
          <ac:picMkLst>
            <pc:docMk/>
            <pc:sldMk cId="2370704999" sldId="294"/>
            <ac:picMk id="23" creationId="{02A882F0-2C2C-3B1D-27EC-5D865AB0E44B}"/>
          </ac:picMkLst>
        </pc:picChg>
        <pc:picChg chg="del mod topLvl">
          <ac:chgData name="昕 许" userId="a2975fcd840abfc3" providerId="LiveId" clId="{49CCD4F9-177C-4270-9A14-60236FF377E8}" dt="2026-04-07T03:11:12.571" v="5516" actId="478"/>
          <ac:picMkLst>
            <pc:docMk/>
            <pc:sldMk cId="2370704999" sldId="294"/>
            <ac:picMk id="25" creationId="{9D146208-AD92-8841-5ED3-091758855C7A}"/>
          </ac:picMkLst>
        </pc:picChg>
        <pc:picChg chg="del mod topLvl">
          <ac:chgData name="昕 许" userId="a2975fcd840abfc3" providerId="LiveId" clId="{49CCD4F9-177C-4270-9A14-60236FF377E8}" dt="2026-04-07T03:11:10.814" v="5515" actId="478"/>
          <ac:picMkLst>
            <pc:docMk/>
            <pc:sldMk cId="2370704999" sldId="294"/>
            <ac:picMk id="26" creationId="{5E459BFA-8A84-A370-7AA5-69A29C9ECDE8}"/>
          </ac:picMkLst>
        </pc:picChg>
        <pc:picChg chg="add del mod topLvl">
          <ac:chgData name="昕 许" userId="a2975fcd840abfc3" providerId="LiveId" clId="{49CCD4F9-177C-4270-9A14-60236FF377E8}" dt="2026-04-07T03:11:09.846" v="5514" actId="478"/>
          <ac:picMkLst>
            <pc:docMk/>
            <pc:sldMk cId="2370704999" sldId="294"/>
            <ac:picMk id="27" creationId="{10CB6665-16C1-1CFC-98E9-DB270A133915}"/>
          </ac:picMkLst>
        </pc:picChg>
        <pc:picChg chg="add mod">
          <ac:chgData name="昕 许" userId="a2975fcd840abfc3" providerId="LiveId" clId="{49CCD4F9-177C-4270-9A14-60236FF377E8}" dt="2026-04-07T03:20:27.785" v="5593" actId="164"/>
          <ac:picMkLst>
            <pc:docMk/>
            <pc:sldMk cId="2370704999" sldId="294"/>
            <ac:picMk id="41" creationId="{03C6CEE2-56B1-ED0E-93A4-0078F2A8DE13}"/>
          </ac:picMkLst>
        </pc:picChg>
        <pc:picChg chg="add mod">
          <ac:chgData name="昕 许" userId="a2975fcd840abfc3" providerId="LiveId" clId="{49CCD4F9-177C-4270-9A14-60236FF377E8}" dt="2026-04-07T03:20:27.785" v="5593" actId="164"/>
          <ac:picMkLst>
            <pc:docMk/>
            <pc:sldMk cId="2370704999" sldId="294"/>
            <ac:picMk id="69" creationId="{62DC15CD-FF38-133D-6298-D7561978A899}"/>
          </ac:picMkLst>
        </pc:picChg>
        <pc:picChg chg="mod">
          <ac:chgData name="昕 许" userId="a2975fcd840abfc3" providerId="LiveId" clId="{49CCD4F9-177C-4270-9A14-60236FF377E8}" dt="2026-04-07T03:20:29.352" v="5594"/>
          <ac:picMkLst>
            <pc:docMk/>
            <pc:sldMk cId="2370704999" sldId="294"/>
            <ac:picMk id="95" creationId="{E544C949-274C-74C0-E02F-0DA14478C57C}"/>
          </ac:picMkLst>
        </pc:picChg>
        <pc:picChg chg="mod">
          <ac:chgData name="昕 许" userId="a2975fcd840abfc3" providerId="LiveId" clId="{49CCD4F9-177C-4270-9A14-60236FF377E8}" dt="2026-04-07T03:20:57.824" v="5605" actId="1076"/>
          <ac:picMkLst>
            <pc:docMk/>
            <pc:sldMk cId="2370704999" sldId="294"/>
            <ac:picMk id="108" creationId="{53B13BD4-99B0-5744-EBFF-2BCF191A442C}"/>
          </ac:picMkLst>
        </pc:pic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20" creationId="{F2566A50-A140-7158-FE53-D5995F7CCADA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28" creationId="{56E3C754-DF82-30DA-AC26-56DAB41741EF}"/>
          </ac:cxnSpMkLst>
        </pc:cxnChg>
        <pc:cxnChg chg="del mod">
          <ac:chgData name="昕 许" userId="a2975fcd840abfc3" providerId="LiveId" clId="{49CCD4F9-177C-4270-9A14-60236FF377E8}" dt="2026-04-07T03:10:43.704" v="5497" actId="478"/>
          <ac:cxnSpMkLst>
            <pc:docMk/>
            <pc:sldMk cId="2370704999" sldId="294"/>
            <ac:cxnSpMk id="30" creationId="{17FC1D79-6887-C790-6129-0B9ABCEC0FD8}"/>
          </ac:cxnSpMkLst>
        </pc:cxnChg>
        <pc:cxnChg chg="del mod topLvl">
          <ac:chgData name="昕 许" userId="a2975fcd840abfc3" providerId="LiveId" clId="{49CCD4F9-177C-4270-9A14-60236FF377E8}" dt="2026-04-07T03:10:37.416" v="5493" actId="478"/>
          <ac:cxnSpMkLst>
            <pc:docMk/>
            <pc:sldMk cId="2370704999" sldId="294"/>
            <ac:cxnSpMk id="31" creationId="{444DA886-F4D6-1391-A36C-270F821E1DBD}"/>
          </ac:cxnSpMkLst>
        </pc:cxnChg>
        <pc:cxnChg chg="del mod">
          <ac:chgData name="昕 许" userId="a2975fcd840abfc3" providerId="LiveId" clId="{49CCD4F9-177C-4270-9A14-60236FF377E8}" dt="2026-04-07T03:10:36.904" v="5492" actId="478"/>
          <ac:cxnSpMkLst>
            <pc:docMk/>
            <pc:sldMk cId="2370704999" sldId="294"/>
            <ac:cxnSpMk id="32" creationId="{EFA38062-B9DF-ED02-C5BC-0DD3759739B9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35" creationId="{834E0764-3675-E822-D09D-5C7C261DFB82}"/>
          </ac:cxnSpMkLst>
        </pc:cxnChg>
        <pc:cxnChg chg="mod">
          <ac:chgData name="昕 许" userId="a2975fcd840abfc3" providerId="LiveId" clId="{49CCD4F9-177C-4270-9A14-60236FF377E8}" dt="2026-04-07T03:10:16.037" v="5486" actId="478"/>
          <ac:cxnSpMkLst>
            <pc:docMk/>
            <pc:sldMk cId="2370704999" sldId="294"/>
            <ac:cxnSpMk id="46" creationId="{A7383B96-D539-75D0-F7EB-7C73E209A0C8}"/>
          </ac:cxnSpMkLst>
        </pc:cxnChg>
        <pc:cxnChg chg="mod">
          <ac:chgData name="昕 许" userId="a2975fcd840abfc3" providerId="LiveId" clId="{49CCD4F9-177C-4270-9A14-60236FF377E8}" dt="2026-04-07T03:10:16.037" v="5486" actId="478"/>
          <ac:cxnSpMkLst>
            <pc:docMk/>
            <pc:sldMk cId="2370704999" sldId="294"/>
            <ac:cxnSpMk id="47" creationId="{571AA071-6AC1-90C4-F0A5-C138C611424C}"/>
          </ac:cxnSpMkLst>
        </pc:cxnChg>
        <pc:cxnChg chg="add del mod">
          <ac:chgData name="昕 许" userId="a2975fcd840abfc3" providerId="LiveId" clId="{49CCD4F9-177C-4270-9A14-60236FF377E8}" dt="2026-04-07T03:13:39.871" v="5558" actId="478"/>
          <ac:cxnSpMkLst>
            <pc:docMk/>
            <pc:sldMk cId="2370704999" sldId="294"/>
            <ac:cxnSpMk id="51" creationId="{BADB1113-BCAD-D64C-416E-80B675C7A76D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70" creationId="{EDB597E9-4BCC-DB42-B021-2539678BE5E6}"/>
          </ac:cxnSpMkLst>
        </pc:cxnChg>
        <pc:cxnChg chg="add mod">
          <ac:chgData name="昕 许" userId="a2975fcd840abfc3" providerId="LiveId" clId="{49CCD4F9-177C-4270-9A14-60236FF377E8}" dt="2026-04-07T03:20:27.785" v="5593" actId="164"/>
          <ac:cxnSpMkLst>
            <pc:docMk/>
            <pc:sldMk cId="2370704999" sldId="294"/>
            <ac:cxnSpMk id="74" creationId="{85666188-7E4F-4C74-551A-085E34028B71}"/>
          </ac:cxnSpMkLst>
        </pc:cxnChg>
        <pc:cxnChg chg="mod">
          <ac:chgData name="昕 许" userId="a2975fcd840abfc3" providerId="LiveId" clId="{49CCD4F9-177C-4270-9A14-60236FF377E8}" dt="2026-04-07T03:21:17.221" v="5608" actId="14100"/>
          <ac:cxnSpMkLst>
            <pc:docMk/>
            <pc:sldMk cId="2370704999" sldId="294"/>
            <ac:cxnSpMk id="112" creationId="{808691A4-50A2-27EE-A9BD-983EC1A3156E}"/>
          </ac:cxnSpMkLst>
        </pc:cxnChg>
        <pc:cxnChg chg="mod">
          <ac:chgData name="昕 许" userId="a2975fcd840abfc3" providerId="LiveId" clId="{49CCD4F9-177C-4270-9A14-60236FF377E8}" dt="2026-04-07T03:10:17.272" v="5487" actId="478"/>
          <ac:cxnSpMkLst>
            <pc:docMk/>
            <pc:sldMk cId="2370704999" sldId="294"/>
            <ac:cxnSpMk id="116" creationId="{688EEEE4-BD5F-5928-78ED-3B72C70E7BEC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18" creationId="{4307F473-904A-B499-AB2B-D0A89A87C29E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19" creationId="{C395C02A-E1A5-9D58-30B9-40A8B7324B34}"/>
          </ac:cxnSpMkLst>
        </pc:cxnChg>
        <pc:cxnChg chg="mod">
          <ac:chgData name="昕 许" userId="a2975fcd840abfc3" providerId="LiveId" clId="{49CCD4F9-177C-4270-9A14-60236FF377E8}" dt="2026-04-07T03:10:17.272" v="5487" actId="478"/>
          <ac:cxnSpMkLst>
            <pc:docMk/>
            <pc:sldMk cId="2370704999" sldId="294"/>
            <ac:cxnSpMk id="120" creationId="{762C8683-C4D4-20C4-DBF4-244135641BBD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21" creationId="{AE251E35-6EF9-0B4C-5876-C44C7244A2DE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49" creationId="{C769EA91-4D7A-32ED-C71E-BAC96A6AE99E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50" creationId="{B259499F-C3AB-4D18-7F3A-33114DC72F48}"/>
          </ac:cxnSpMkLst>
        </pc:cxnChg>
        <pc:cxnChg chg="mod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174" creationId="{D943EA9A-61E6-1859-DED7-F75484C8DA1A}"/>
          </ac:cxnSpMkLst>
        </pc:cxnChg>
        <pc:cxnChg chg="mod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175" creationId="{FBABAA27-D16A-38FE-AA76-77217B6B10AE}"/>
          </ac:cxnSpMkLst>
        </pc:cxnChg>
        <pc:cxnChg chg="mod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185" creationId="{4B7531F6-D388-1346-2B35-69AF9DCD166F}"/>
          </ac:cxnSpMkLst>
        </pc:cxnChg>
        <pc:cxnChg chg="del">
          <ac:chgData name="昕 许" userId="a2975fcd840abfc3" providerId="LiveId" clId="{49CCD4F9-177C-4270-9A14-60236FF377E8}" dt="2026-04-07T03:10:12.982" v="5483" actId="478"/>
          <ac:cxnSpMkLst>
            <pc:docMk/>
            <pc:sldMk cId="2370704999" sldId="294"/>
            <ac:cxnSpMk id="215" creationId="{E1A9BC92-C19D-EDE9-6E4B-8829AED9F9C4}"/>
          </ac:cxnSpMkLst>
        </pc:cxnChg>
        <pc:cxnChg chg="del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216" creationId="{153610C4-46FF-2F99-2933-E8EFBD7F76E9}"/>
          </ac:cxnSpMkLst>
        </pc:cxnChg>
      </pc:sldChg>
      <pc:sldChg chg="modSp add mod">
        <pc:chgData name="昕 许" userId="a2975fcd840abfc3" providerId="LiveId" clId="{49CCD4F9-177C-4270-9A14-60236FF377E8}" dt="2026-04-07T05:03:42.406" v="5910" actId="14100"/>
        <pc:sldMkLst>
          <pc:docMk/>
          <pc:sldMk cId="2283999438" sldId="295"/>
        </pc:sldMkLst>
        <pc:spChg chg="mod">
          <ac:chgData name="昕 许" userId="a2975fcd840abfc3" providerId="LiveId" clId="{49CCD4F9-177C-4270-9A14-60236FF377E8}" dt="2026-04-07T05:03:42.406" v="5910" actId="14100"/>
          <ac:spMkLst>
            <pc:docMk/>
            <pc:sldMk cId="2283999438" sldId="295"/>
            <ac:spMk id="103" creationId="{9DE9EFEA-38C1-9178-B4FE-DE6114AB938E}"/>
          </ac:spMkLst>
        </pc:spChg>
      </pc:sldChg>
      <pc:sldChg chg="addSp delSp modSp add mod">
        <pc:chgData name="昕 许" userId="a2975fcd840abfc3" providerId="LiveId" clId="{49CCD4F9-177C-4270-9A14-60236FF377E8}" dt="2026-04-07T05:23:27.467" v="6076" actId="1076"/>
        <pc:sldMkLst>
          <pc:docMk/>
          <pc:sldMk cId="3949537576" sldId="296"/>
        </pc:sldMkLst>
        <pc:spChg chg="add del mod">
          <ac:chgData name="昕 许" userId="a2975fcd840abfc3" providerId="LiveId" clId="{49CCD4F9-177C-4270-9A14-60236FF377E8}" dt="2026-04-07T04:40:41.385" v="5729" actId="478"/>
          <ac:spMkLst>
            <pc:docMk/>
            <pc:sldMk cId="3949537576" sldId="296"/>
            <ac:spMk id="3" creationId="{90ED7BA0-D04C-4132-D756-0E99F9E128FA}"/>
          </ac:spMkLst>
        </pc:spChg>
        <pc:spChg chg="add 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4" creationId="{9D7CD454-0571-97E9-B34E-9FA748CC1A94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5" creationId="{F3A7A3B9-B7AB-128E-E1B6-0791C8BE9194}"/>
          </ac:spMkLst>
        </pc:spChg>
        <pc:spChg chg="add mod">
          <ac:chgData name="昕 许" userId="a2975fcd840abfc3" providerId="LiveId" clId="{49CCD4F9-177C-4270-9A14-60236FF377E8}" dt="2026-04-07T04:42:12.111" v="5766" actId="164"/>
          <ac:spMkLst>
            <pc:docMk/>
            <pc:sldMk cId="3949537576" sldId="296"/>
            <ac:spMk id="6" creationId="{11B40423-7C07-7440-175D-A6B4BA3FD35B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7" creationId="{B89FF5D7-1521-DD35-987B-8DF43F472F35}"/>
          </ac:spMkLst>
        </pc:spChg>
        <pc:spChg chg="add del mod">
          <ac:chgData name="昕 许" userId="a2975fcd840abfc3" providerId="LiveId" clId="{49CCD4F9-177C-4270-9A14-60236FF377E8}" dt="2026-04-07T04:41:51.445" v="5753" actId="478"/>
          <ac:spMkLst>
            <pc:docMk/>
            <pc:sldMk cId="3949537576" sldId="296"/>
            <ac:spMk id="8" creationId="{1E686679-E08B-3EA5-0B94-496190256BC6}"/>
          </ac:spMkLst>
        </pc:spChg>
        <pc:spChg chg="add del mod">
          <ac:chgData name="昕 许" userId="a2975fcd840abfc3" providerId="LiveId" clId="{49CCD4F9-177C-4270-9A14-60236FF377E8}" dt="2026-04-07T04:41:50.217" v="5752" actId="478"/>
          <ac:spMkLst>
            <pc:docMk/>
            <pc:sldMk cId="3949537576" sldId="296"/>
            <ac:spMk id="9" creationId="{DF8BDD87-9538-5170-E956-23685461D4CC}"/>
          </ac:spMkLst>
        </pc:spChg>
        <pc:spChg chg="add 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10" creationId="{07ADA6D9-08D6-41D0-4DCA-25C1D8DED7E6}"/>
          </ac:spMkLst>
        </pc:spChg>
        <pc:spChg chg="add mod">
          <ac:chgData name="昕 许" userId="a2975fcd840abfc3" providerId="LiveId" clId="{49CCD4F9-177C-4270-9A14-60236FF377E8}" dt="2026-04-07T04:42:09.995" v="5765"/>
          <ac:spMkLst>
            <pc:docMk/>
            <pc:sldMk cId="3949537576" sldId="296"/>
            <ac:spMk id="11" creationId="{6EDFE7F7-DACD-12D6-71DA-A49B8E128244}"/>
          </ac:spMkLst>
        </pc:spChg>
        <pc:spChg chg="add mod">
          <ac:chgData name="昕 许" userId="a2975fcd840abfc3" providerId="LiveId" clId="{49CCD4F9-177C-4270-9A14-60236FF377E8}" dt="2026-04-07T04:42:09.995" v="5765"/>
          <ac:spMkLst>
            <pc:docMk/>
            <pc:sldMk cId="3949537576" sldId="296"/>
            <ac:spMk id="12" creationId="{57E2B845-DB83-0664-411B-E00AF5421778}"/>
          </ac:spMkLst>
        </pc:spChg>
        <pc:spChg chg="add mod">
          <ac:chgData name="昕 许" userId="a2975fcd840abfc3" providerId="LiveId" clId="{49CCD4F9-177C-4270-9A14-60236FF377E8}" dt="2026-04-07T04:42:09.995" v="5765"/>
          <ac:spMkLst>
            <pc:docMk/>
            <pc:sldMk cId="3949537576" sldId="296"/>
            <ac:spMk id="13" creationId="{2D7C66E5-F9F1-E5C3-B925-867D59952A47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4" creationId="{8D318123-3BA4-30CA-B3D1-02CCDE75CB24}"/>
          </ac:spMkLst>
        </pc:spChg>
        <pc:spChg chg="mod">
          <ac:chgData name="昕 许" userId="a2975fcd840abfc3" providerId="LiveId" clId="{49CCD4F9-177C-4270-9A14-60236FF377E8}" dt="2026-04-07T04:42:19.315" v="5770" actId="20577"/>
          <ac:spMkLst>
            <pc:docMk/>
            <pc:sldMk cId="3949537576" sldId="296"/>
            <ac:spMk id="17" creationId="{B85655C2-C502-260F-3075-F13E86C4F344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18" creationId="{B6A26524-ED86-499A-D5CC-FB459A80CF30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9" creationId="{B7F37D13-98CC-3984-3EE0-6630C472B4DF}"/>
          </ac:spMkLst>
        </pc:spChg>
        <pc:spChg chg="mod">
          <ac:chgData name="昕 许" userId="a2975fcd840abfc3" providerId="LiveId" clId="{49CCD4F9-177C-4270-9A14-60236FF377E8}" dt="2026-04-07T04:42:19.315" v="5770" actId="20577"/>
          <ac:spMkLst>
            <pc:docMk/>
            <pc:sldMk cId="3949537576" sldId="296"/>
            <ac:spMk id="20" creationId="{8066C639-24AC-1D72-7F9A-E0070DB90651}"/>
          </ac:spMkLst>
        </pc:spChg>
        <pc:spChg chg="mod">
          <ac:chgData name="昕 许" userId="a2975fcd840abfc3" providerId="LiveId" clId="{49CCD4F9-177C-4270-9A14-60236FF377E8}" dt="2026-04-07T04:42:49.766" v="5807" actId="20577"/>
          <ac:spMkLst>
            <pc:docMk/>
            <pc:sldMk cId="3949537576" sldId="296"/>
            <ac:spMk id="25" creationId="{DE904EDB-ED68-FA6D-0F3E-28E5417B6217}"/>
          </ac:spMkLst>
        </pc:spChg>
        <pc:spChg chg="mod">
          <ac:chgData name="昕 许" userId="a2975fcd840abfc3" providerId="LiveId" clId="{49CCD4F9-177C-4270-9A14-60236FF377E8}" dt="2026-04-07T04:42:49.766" v="5807" actId="20577"/>
          <ac:spMkLst>
            <pc:docMk/>
            <pc:sldMk cId="3949537576" sldId="296"/>
            <ac:spMk id="26" creationId="{A7C8A79F-2960-F56F-3DF0-5C278076BA42}"/>
          </ac:spMkLst>
        </pc:spChg>
        <pc:spChg chg="mod">
          <ac:chgData name="昕 许" userId="a2975fcd840abfc3" providerId="LiveId" clId="{49CCD4F9-177C-4270-9A14-60236FF377E8}" dt="2026-04-07T04:42:49.766" v="5807" actId="20577"/>
          <ac:spMkLst>
            <pc:docMk/>
            <pc:sldMk cId="3949537576" sldId="296"/>
            <ac:spMk id="27" creationId="{38CE9B14-7D0C-D5C1-A0D7-C2E0B1980BE9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30" creationId="{3C0AE246-5CDC-A557-E496-5A812F37914E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31" creationId="{DC92DA5B-B5A6-C2DB-D30D-910126D47A9F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32" creationId="{AED6D0B4-C0E5-699D-2D60-737098BD3853}"/>
          </ac:spMkLst>
        </pc:spChg>
        <pc:spChg chg="mod">
          <ac:chgData name="昕 许" userId="a2975fcd840abfc3" providerId="LiveId" clId="{49CCD4F9-177C-4270-9A14-60236FF377E8}" dt="2026-04-07T04:42:55.050" v="5810"/>
          <ac:spMkLst>
            <pc:docMk/>
            <pc:sldMk cId="3949537576" sldId="296"/>
            <ac:spMk id="35" creationId="{96620095-9602-67AB-12CE-9265CA6A4E77}"/>
          </ac:spMkLst>
        </pc:spChg>
        <pc:spChg chg="mod">
          <ac:chgData name="昕 许" userId="a2975fcd840abfc3" providerId="LiveId" clId="{49CCD4F9-177C-4270-9A14-60236FF377E8}" dt="2026-04-07T04:42:55.050" v="5810"/>
          <ac:spMkLst>
            <pc:docMk/>
            <pc:sldMk cId="3949537576" sldId="296"/>
            <ac:spMk id="36" creationId="{4F82CAAF-05A1-CF22-BE3A-94D52D1EF612}"/>
          </ac:spMkLst>
        </pc:spChg>
        <pc:spChg chg="del mod">
          <ac:chgData name="昕 许" userId="a2975fcd840abfc3" providerId="LiveId" clId="{49CCD4F9-177C-4270-9A14-60236FF377E8}" dt="2026-04-07T04:43:35.718" v="5825" actId="478"/>
          <ac:spMkLst>
            <pc:docMk/>
            <pc:sldMk cId="3949537576" sldId="296"/>
            <ac:spMk id="37" creationId="{5F234DE8-C3E1-6184-B848-3A2F45D4B8A6}"/>
          </ac:spMkLst>
        </pc:spChg>
        <pc:spChg chg="mod">
          <ac:chgData name="昕 许" userId="a2975fcd840abfc3" providerId="LiveId" clId="{49CCD4F9-177C-4270-9A14-60236FF377E8}" dt="2026-04-07T04:42:55.050" v="5810"/>
          <ac:spMkLst>
            <pc:docMk/>
            <pc:sldMk cId="3949537576" sldId="296"/>
            <ac:spMk id="39" creationId="{8A703EA2-4E82-80CE-E613-ACDAED2DC045}"/>
          </ac:spMkLst>
        </pc:spChg>
        <pc:spChg chg="mod">
          <ac:chgData name="昕 许" userId="a2975fcd840abfc3" providerId="LiveId" clId="{49CCD4F9-177C-4270-9A14-60236FF377E8}" dt="2026-04-07T04:47:25.303" v="5889" actId="207"/>
          <ac:spMkLst>
            <pc:docMk/>
            <pc:sldMk cId="3949537576" sldId="296"/>
            <ac:spMk id="40" creationId="{1ABAC8C5-8AAA-4CA2-AF59-CD714BD611E3}"/>
          </ac:spMkLst>
        </pc:spChg>
        <pc:spChg chg="add del mod">
          <ac:chgData name="昕 许" userId="a2975fcd840abfc3" providerId="LiveId" clId="{49CCD4F9-177C-4270-9A14-60236FF377E8}" dt="2026-04-07T04:43:33.877" v="5824" actId="478"/>
          <ac:spMkLst>
            <pc:docMk/>
            <pc:sldMk cId="3949537576" sldId="296"/>
            <ac:spMk id="42" creationId="{71B33293-4A7F-2A21-161E-0328F8B3D392}"/>
          </ac:spMkLst>
        </pc:spChg>
        <pc:spChg chg="mod">
          <ac:chgData name="昕 许" userId="a2975fcd840abfc3" providerId="LiveId" clId="{49CCD4F9-177C-4270-9A14-60236FF377E8}" dt="2026-04-07T04:43:04.397" v="5815" actId="20577"/>
          <ac:spMkLst>
            <pc:docMk/>
            <pc:sldMk cId="3949537576" sldId="296"/>
            <ac:spMk id="44" creationId="{475A6039-8726-D371-DB80-C5AF8B915F4B}"/>
          </ac:spMkLst>
        </pc:spChg>
        <pc:spChg chg="mod">
          <ac:chgData name="昕 许" userId="a2975fcd840abfc3" providerId="LiveId" clId="{49CCD4F9-177C-4270-9A14-60236FF377E8}" dt="2026-04-07T04:43:04.397" v="5815" actId="20577"/>
          <ac:spMkLst>
            <pc:docMk/>
            <pc:sldMk cId="3949537576" sldId="296"/>
            <ac:spMk id="46" creationId="{F68F9340-899D-2775-5204-FEFA5730A3D8}"/>
          </ac:spMkLst>
        </pc:spChg>
        <pc:spChg chg="del mod">
          <ac:chgData name="昕 许" userId="a2975fcd840abfc3" providerId="LiveId" clId="{49CCD4F9-177C-4270-9A14-60236FF377E8}" dt="2026-04-07T04:43:26.845" v="5821" actId="478"/>
          <ac:spMkLst>
            <pc:docMk/>
            <pc:sldMk cId="3949537576" sldId="296"/>
            <ac:spMk id="47" creationId="{79D47AAD-F3B2-A9B4-2A0A-C236B6EB71EA}"/>
          </ac:spMkLst>
        </pc:spChg>
        <pc:spChg chg="mod">
          <ac:chgData name="昕 许" userId="a2975fcd840abfc3" providerId="LiveId" clId="{49CCD4F9-177C-4270-9A14-60236FF377E8}" dt="2026-04-07T04:43:08.579" v="5817" actId="20577"/>
          <ac:spMkLst>
            <pc:docMk/>
            <pc:sldMk cId="3949537576" sldId="296"/>
            <ac:spMk id="51" creationId="{74CD813C-3C0D-41B5-E2F1-80FA2BE76867}"/>
          </ac:spMkLst>
        </pc:spChg>
        <pc:spChg chg="mod">
          <ac:chgData name="昕 许" userId="a2975fcd840abfc3" providerId="LiveId" clId="{49CCD4F9-177C-4270-9A14-60236FF377E8}" dt="2026-04-07T04:43:08.579" v="5817" actId="20577"/>
          <ac:spMkLst>
            <pc:docMk/>
            <pc:sldMk cId="3949537576" sldId="296"/>
            <ac:spMk id="52" creationId="{E813EB35-099D-99F3-88DB-1ECC821064EE}"/>
          </ac:spMkLst>
        </pc:spChg>
        <pc:spChg chg="del mod">
          <ac:chgData name="昕 许" userId="a2975fcd840abfc3" providerId="LiveId" clId="{49CCD4F9-177C-4270-9A14-60236FF377E8}" dt="2026-04-07T04:43:21.392" v="5820" actId="478"/>
          <ac:spMkLst>
            <pc:docMk/>
            <pc:sldMk cId="3949537576" sldId="296"/>
            <ac:spMk id="53" creationId="{97B98356-2E23-0258-483F-EBEFA6FF6445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5" creationId="{2ED34459-558C-C080-556D-1FB58388C14B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6" creationId="{68FB84BB-DD43-F3C0-DA9A-31A817E0B0E6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8" creationId="{03F10B0F-1FA4-2C49-FB77-26DCB0638FAB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9" creationId="{6B5F41F4-A6EB-32C7-FD77-4F41258699FE}"/>
          </ac:spMkLst>
        </pc:spChg>
        <pc:spChg chg="mod">
          <ac:chgData name="昕 许" userId="a2975fcd840abfc3" providerId="LiveId" clId="{49CCD4F9-177C-4270-9A14-60236FF377E8}" dt="2026-04-07T04:43:53.045" v="5833" actId="20577"/>
          <ac:spMkLst>
            <pc:docMk/>
            <pc:sldMk cId="3949537576" sldId="296"/>
            <ac:spMk id="61" creationId="{879A5550-F8CE-ADB8-25C3-9E852D4062AB}"/>
          </ac:spMkLst>
        </pc:spChg>
        <pc:spChg chg="mod">
          <ac:chgData name="昕 许" userId="a2975fcd840abfc3" providerId="LiveId" clId="{49CCD4F9-177C-4270-9A14-60236FF377E8}" dt="2026-04-07T04:47:27.727" v="5890" actId="207"/>
          <ac:spMkLst>
            <pc:docMk/>
            <pc:sldMk cId="3949537576" sldId="296"/>
            <ac:spMk id="62" creationId="{437E7D10-06B7-69D2-4574-84B5305330A5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64" creationId="{989335B0-5F05-1363-3D2E-23F528E345CC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65" creationId="{F5049734-E382-AB29-EB14-A35F3F3A744E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80" creationId="{729FD5DE-9EBE-E169-9B17-F794FACDCB5F}"/>
          </ac:spMkLst>
        </pc:spChg>
        <pc:spChg chg="mod">
          <ac:chgData name="昕 许" userId="a2975fcd840abfc3" providerId="LiveId" clId="{49CCD4F9-177C-4270-9A14-60236FF377E8}" dt="2026-04-07T04:45:27.647" v="5855" actId="20577"/>
          <ac:spMkLst>
            <pc:docMk/>
            <pc:sldMk cId="3949537576" sldId="296"/>
            <ac:spMk id="81" creationId="{95F8646F-550C-0F6D-3656-803827C142F6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82" creationId="{BF94FFA9-F4C3-F8E7-1981-A6D807432364}"/>
          </ac:spMkLst>
        </pc:spChg>
        <pc:spChg chg="add mod">
          <ac:chgData name="昕 许" userId="a2975fcd840abfc3" providerId="LiveId" clId="{49CCD4F9-177C-4270-9A14-60236FF377E8}" dt="2026-04-07T04:45:42.822" v="5856"/>
          <ac:spMkLst>
            <pc:docMk/>
            <pc:sldMk cId="3949537576" sldId="296"/>
            <ac:spMk id="83" creationId="{10F589E0-936E-461E-42D5-68817D009E64}"/>
          </ac:spMkLst>
        </pc:spChg>
        <pc:spChg chg="mod">
          <ac:chgData name="昕 许" userId="a2975fcd840abfc3" providerId="LiveId" clId="{49CCD4F9-177C-4270-9A14-60236FF377E8}" dt="2026-04-07T04:45:50.411" v="5857"/>
          <ac:spMkLst>
            <pc:docMk/>
            <pc:sldMk cId="3949537576" sldId="296"/>
            <ac:spMk id="85" creationId="{601EE696-75A5-73C2-E5E0-3F38D25BFF16}"/>
          </ac:spMkLst>
        </pc:spChg>
        <pc:spChg chg="mod">
          <ac:chgData name="昕 许" userId="a2975fcd840abfc3" providerId="LiveId" clId="{49CCD4F9-177C-4270-9A14-60236FF377E8}" dt="2026-04-07T04:45:50.411" v="5857"/>
          <ac:spMkLst>
            <pc:docMk/>
            <pc:sldMk cId="3949537576" sldId="296"/>
            <ac:spMk id="86" creationId="{842C3103-B616-B8BB-7831-607DEDA266C5}"/>
          </ac:spMkLst>
        </pc:spChg>
        <pc:spChg chg="mod">
          <ac:chgData name="昕 许" userId="a2975fcd840abfc3" providerId="LiveId" clId="{49CCD4F9-177C-4270-9A14-60236FF377E8}" dt="2026-04-07T04:45:55.543" v="5860"/>
          <ac:spMkLst>
            <pc:docMk/>
            <pc:sldMk cId="3949537576" sldId="296"/>
            <ac:spMk id="88" creationId="{9750A8C0-4ED4-D197-8187-4AB3FE0404D9}"/>
          </ac:spMkLst>
        </pc:spChg>
        <pc:spChg chg="mod">
          <ac:chgData name="昕 许" userId="a2975fcd840abfc3" providerId="LiveId" clId="{49CCD4F9-177C-4270-9A14-60236FF377E8}" dt="2026-04-07T04:45:55.543" v="5860"/>
          <ac:spMkLst>
            <pc:docMk/>
            <pc:sldMk cId="3949537576" sldId="296"/>
            <ac:spMk id="93" creationId="{55F342BA-4D44-0637-87D6-3FC23258AA26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98" creationId="{5347FD49-9032-F309-9B62-D83E357388C4}"/>
          </ac:spMkLst>
        </pc:spChg>
        <pc:spChg chg="mod">
          <ac:chgData name="昕 许" userId="a2975fcd840abfc3" providerId="LiveId" clId="{49CCD4F9-177C-4270-9A14-60236FF377E8}" dt="2026-04-07T04:47:41.203" v="5897" actId="207"/>
          <ac:spMkLst>
            <pc:docMk/>
            <pc:sldMk cId="3949537576" sldId="296"/>
            <ac:spMk id="99" creationId="{51ABDF3E-0796-D54D-1962-035B77BDBA02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100" creationId="{7BF1CA29-BD9A-B2D3-B433-376AFB7FA6AA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4" creationId="{8BEBDBA1-DBDE-4676-2CFF-EC149CFCA5C2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5" creationId="{23EA8E59-3547-3EBF-1ADD-D08D6026B70A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7" creationId="{0C309CB1-D5AF-E093-FC1B-A9CDD0CC4569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9" creationId="{B4AC64B4-036B-46D4-06D3-2C2EC6E70D15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0" creationId="{5D045D60-3068-EE8A-FC09-2E17004F02CB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1" creationId="{B55525D1-DD99-410C-4CB7-7CAAD7999F35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2" creationId="{E9ED999B-CB18-C0DC-EE58-9A47AEBCE922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4" creationId="{CDAF3D21-FBF4-1808-61D5-72F7F74268FC}"/>
          </ac:spMkLst>
        </pc:spChg>
        <pc:spChg chg="mod">
          <ac:chgData name="昕 许" userId="a2975fcd840abfc3" providerId="LiveId" clId="{49CCD4F9-177C-4270-9A14-60236FF377E8}" dt="2026-04-07T04:47:29.933" v="5891" actId="207"/>
          <ac:spMkLst>
            <pc:docMk/>
            <pc:sldMk cId="3949537576" sldId="296"/>
            <ac:spMk id="125" creationId="{6D1FD02F-0C70-A916-DAB3-54856680833F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6" creationId="{F6FE5439-C12E-70F7-4E3E-9B8C879C9C77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7" creationId="{84AB2A20-26E9-978C-083F-F03A2A405617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8" creationId="{9B1979B2-A025-73B4-C8D9-4DCA43735095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9" creationId="{E69BC6A8-861F-7550-4C44-D46F78A80D21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31" creationId="{73E1A154-C5C8-CAA7-1B90-6415E86F175D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2" creationId="{747AC63D-CAF7-3084-594E-6EEDD430AE51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3" creationId="{B771E5BF-44A5-9286-4C44-5CF947EB24EE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34" creationId="{FE231C76-7A98-FE01-283E-A92C0B04ED60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6" creationId="{F26E2E8B-AF78-5F09-9096-14E2B81AC7ED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7" creationId="{98E3909A-34D2-9FEF-1289-EFCBE980C170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47" creationId="{EA437FF9-79FA-21F3-0504-05CE0266508B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48" creationId="{6B777687-BCE2-1B0E-6364-4FC87CDBEDAA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49" creationId="{F315C405-88EA-A164-D7DA-1B912476817B}"/>
          </ac:spMkLst>
        </pc:spChg>
        <pc:spChg chg="mod">
          <ac:chgData name="昕 许" userId="a2975fcd840abfc3" providerId="LiveId" clId="{49CCD4F9-177C-4270-9A14-60236FF377E8}" dt="2026-04-07T04:47:36.913" v="5894" actId="207"/>
          <ac:spMkLst>
            <pc:docMk/>
            <pc:sldMk cId="3949537576" sldId="296"/>
            <ac:spMk id="150" creationId="{98DBFD94-9653-3775-7C80-356274A449C2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52" creationId="{A8ECB190-6E5A-5F1F-B7B6-1EB218F93290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53" creationId="{D0A0F8F1-96E9-542B-344A-19792570CC1F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57" creationId="{F890E61E-6BA5-20EC-21D9-5543DCB84996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60" creationId="{D6FA67E5-6AFD-3E41-74DD-09770B699A68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1" creationId="{F88812AB-5D2D-6F04-BF63-3A08F5F51954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2" creationId="{12975226-75E6-7A5E-E933-DD8CAEC7B88A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3" creationId="{48C349B1-ED78-499F-B4B2-C788C5F829AA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4" creationId="{BE4B643B-227C-772F-528C-E4BA7D311466}"/>
          </ac:spMkLst>
        </pc:spChg>
        <pc:spChg chg="add mod">
          <ac:chgData name="昕 许" userId="a2975fcd840abfc3" providerId="LiveId" clId="{49CCD4F9-177C-4270-9A14-60236FF377E8}" dt="2026-04-07T05:23:22.211" v="6075" actId="164"/>
          <ac:spMkLst>
            <pc:docMk/>
            <pc:sldMk cId="3949537576" sldId="296"/>
            <ac:spMk id="172" creationId="{7269813A-146C-C052-2D2F-1DA4D141203B}"/>
          </ac:spMkLst>
        </pc:s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15" creationId="{7AC07205-E5E0-2BC1-AF1D-C29BA31BC458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16" creationId="{C11190D3-802B-A8F1-A790-CF2F35817C34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24" creationId="{9DA02EB6-D63C-FAF1-C2D4-9220334F4216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28" creationId="{3D8A0CF6-B5E8-014C-1136-237666FDA852}"/>
          </ac:grpSpMkLst>
        </pc:grpChg>
        <pc:grpChg chg="mod">
          <ac:chgData name="昕 许" userId="a2975fcd840abfc3" providerId="LiveId" clId="{49CCD4F9-177C-4270-9A14-60236FF377E8}" dt="2026-04-07T04:43:46.258" v="5828" actId="1076"/>
          <ac:grpSpMkLst>
            <pc:docMk/>
            <pc:sldMk cId="3949537576" sldId="296"/>
            <ac:grpSpMk id="34" creationId="{4D2C8253-070C-2815-1438-1CAB507650EB}"/>
          </ac:grpSpMkLst>
        </pc:grpChg>
        <pc:grpChg chg="mod">
          <ac:chgData name="昕 许" userId="a2975fcd840abfc3" providerId="LiveId" clId="{49CCD4F9-177C-4270-9A14-60236FF377E8}" dt="2026-04-07T04:43:46.258" v="5828" actId="1076"/>
          <ac:grpSpMkLst>
            <pc:docMk/>
            <pc:sldMk cId="3949537576" sldId="296"/>
            <ac:grpSpMk id="38" creationId="{425C1743-596D-8BC8-7B42-18E523AC8D95}"/>
          </ac:grpSpMkLst>
        </pc:grpChg>
        <pc:grpChg chg="mod">
          <ac:chgData name="昕 许" userId="a2975fcd840abfc3" providerId="LiveId" clId="{49CCD4F9-177C-4270-9A14-60236FF377E8}" dt="2026-04-07T04:43:46.258" v="5828" actId="1076"/>
          <ac:grpSpMkLst>
            <pc:docMk/>
            <pc:sldMk cId="3949537576" sldId="296"/>
            <ac:grpSpMk id="43" creationId="{383CBAF5-5CE8-9F09-8B88-77308EC0B60E}"/>
          </ac:grpSpMkLst>
        </pc:grpChg>
        <pc:grpChg chg="mod">
          <ac:chgData name="昕 许" userId="a2975fcd840abfc3" providerId="LiveId" clId="{49CCD4F9-177C-4270-9A14-60236FF377E8}" dt="2026-04-07T04:43:46.258" v="5828" actId="1076"/>
          <ac:grpSpMkLst>
            <pc:docMk/>
            <pc:sldMk cId="3949537576" sldId="296"/>
            <ac:grpSpMk id="49" creationId="{EF53A073-C87C-44C9-EAE1-1F789FB72C15}"/>
          </ac:grpSpMkLst>
        </pc:grpChg>
        <pc:grpChg chg="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54" creationId="{515E3C68-E065-DD53-329D-276F24D40DB2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57" creationId="{63FE7C62-4796-B046-4C56-B44A2636676D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60" creationId="{8DA0F4B7-9FB3-26D8-182A-6BC09B9A29EB}"/>
          </ac:grpSpMkLst>
        </pc:grpChg>
        <pc:grpChg chg="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63" creationId="{47DA85F0-5D0F-97D8-8CB1-DAC80FE2A29E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79" creationId="{7487EDF7-A62D-49AE-71CD-29F2662C4572}"/>
          </ac:grpSpMkLst>
        </pc:grpChg>
        <pc:grpChg chg="add mod">
          <ac:chgData name="昕 许" userId="a2975fcd840abfc3" providerId="LiveId" clId="{49CCD4F9-177C-4270-9A14-60236FF377E8}" dt="2026-04-07T04:45:53.720" v="5859" actId="1076"/>
          <ac:grpSpMkLst>
            <pc:docMk/>
            <pc:sldMk cId="3949537576" sldId="296"/>
            <ac:grpSpMk id="84" creationId="{AB222F94-2D55-ABBD-7AD0-46506394F9D7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87" creationId="{3F1EA18D-4BC2-56D7-72CE-DD03C113F1E6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97" creationId="{76703BCB-E596-86CD-B895-3313B2AC0F2B}"/>
          </ac:grpSpMkLst>
        </pc:grpChg>
        <pc:grpChg chg="add mod">
          <ac:chgData name="昕 许" userId="a2975fcd840abfc3" providerId="LiveId" clId="{49CCD4F9-177C-4270-9A14-60236FF377E8}" dt="2026-04-07T04:46:11.517" v="5863" actId="1076"/>
          <ac:grpSpMkLst>
            <pc:docMk/>
            <pc:sldMk cId="3949537576" sldId="296"/>
            <ac:grpSpMk id="101" creationId="{C73B67DA-6DFE-4D89-16A1-0C066BCC30BE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106" creationId="{734ADE5D-42E9-1A22-339A-54C480F952CB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110" creationId="{EEB556CC-3F3F-E9B5-64D6-2208B9200131}"/>
          </ac:grpSpMkLst>
        </pc:grpChg>
        <pc:grpChg chg="mod">
          <ac:chgData name="昕 许" userId="a2975fcd840abfc3" providerId="LiveId" clId="{49CCD4F9-177C-4270-9A14-60236FF377E8}" dt="2026-04-07T04:46:50.436" v="5878" actId="1076"/>
          <ac:grpSpMkLst>
            <pc:docMk/>
            <pc:sldMk cId="3949537576" sldId="296"/>
            <ac:grpSpMk id="111" creationId="{08EC49EC-CA4A-F09F-1BB7-0755AC9F0989}"/>
          </ac:grpSpMkLst>
        </pc:grpChg>
        <pc:grpChg chg="mod">
          <ac:chgData name="昕 许" userId="a2975fcd840abfc3" providerId="LiveId" clId="{49CCD4F9-177C-4270-9A14-60236FF377E8}" dt="2026-04-07T04:48:02.562" v="5903" actId="1076"/>
          <ac:grpSpMkLst>
            <pc:docMk/>
            <pc:sldMk cId="3949537576" sldId="296"/>
            <ac:grpSpMk id="140" creationId="{FE416C43-08AF-A7DD-275F-3D30DD3CA036}"/>
          </ac:grpSpMkLst>
        </pc:grpChg>
        <pc:grpChg chg="add mod">
          <ac:chgData name="昕 许" userId="a2975fcd840abfc3" providerId="LiveId" clId="{49CCD4F9-177C-4270-9A14-60236FF377E8}" dt="2026-04-07T05:23:27.467" v="6076" actId="1076"/>
          <ac:grpSpMkLst>
            <pc:docMk/>
            <pc:sldMk cId="3949537576" sldId="296"/>
            <ac:grpSpMk id="175" creationId="{C96A7C4E-59A7-7DBE-94A9-88C215125A08}"/>
          </ac:grpSpMkLst>
        </pc:grpChg>
        <pc:cxnChg chg="add del mod">
          <ac:chgData name="昕 许" userId="a2975fcd840abfc3" providerId="LiveId" clId="{49CCD4F9-177C-4270-9A14-60236FF377E8}" dt="2026-04-07T04:44:02.564" v="5836" actId="11529"/>
          <ac:cxnSpMkLst>
            <pc:docMk/>
            <pc:sldMk cId="3949537576" sldId="296"/>
            <ac:cxnSpMk id="67" creationId="{887D450A-0367-C53E-3F67-40CC9CA69D2C}"/>
          </ac:cxnSpMkLst>
        </pc:cxnChg>
        <pc:cxnChg chg="add mod">
          <ac:chgData name="昕 许" userId="a2975fcd840abfc3" providerId="LiveId" clId="{49CCD4F9-177C-4270-9A14-60236FF377E8}" dt="2026-04-07T04:44:17.105" v="5839" actId="208"/>
          <ac:cxnSpMkLst>
            <pc:docMk/>
            <pc:sldMk cId="3949537576" sldId="296"/>
            <ac:cxnSpMk id="70" creationId="{CD28F398-0335-4BEA-EBA3-C08370442A7A}"/>
          </ac:cxnSpMkLst>
        </pc:cxnChg>
        <pc:cxnChg chg="add mod">
          <ac:chgData name="昕 许" userId="a2975fcd840abfc3" providerId="LiveId" clId="{49CCD4F9-177C-4270-9A14-60236FF377E8}" dt="2026-04-07T04:44:22.669" v="5842" actId="14100"/>
          <ac:cxnSpMkLst>
            <pc:docMk/>
            <pc:sldMk cId="3949537576" sldId="296"/>
            <ac:cxnSpMk id="71" creationId="{6D406E55-F78E-DBB7-5429-AC6D8D3C9932}"/>
          </ac:cxnSpMkLst>
        </pc:cxnChg>
        <pc:cxnChg chg="add del mod">
          <ac:chgData name="昕 许" userId="a2975fcd840abfc3" providerId="LiveId" clId="{49CCD4F9-177C-4270-9A14-60236FF377E8}" dt="2026-04-07T04:46:31.127" v="5872" actId="478"/>
          <ac:cxnSpMkLst>
            <pc:docMk/>
            <pc:sldMk cId="3949537576" sldId="296"/>
            <ac:cxnSpMk id="73" creationId="{4A2C2467-F5BC-A15D-D049-135C7E478C30}"/>
          </ac:cxnSpMkLst>
        </pc:cxnChg>
        <pc:cxnChg chg="add del mod">
          <ac:chgData name="昕 许" userId="a2975fcd840abfc3" providerId="LiveId" clId="{49CCD4F9-177C-4270-9A14-60236FF377E8}" dt="2026-04-07T04:46:30.147" v="5871" actId="478"/>
          <ac:cxnSpMkLst>
            <pc:docMk/>
            <pc:sldMk cId="3949537576" sldId="296"/>
            <ac:cxnSpMk id="76" creationId="{FCC4370F-BEED-12C5-0B8D-5EA15EEC54BA}"/>
          </ac:cxnSpMkLst>
        </pc:cxnChg>
        <pc:cxnChg chg="add mod">
          <ac:chgData name="昕 许" userId="a2975fcd840abfc3" providerId="LiveId" clId="{49CCD4F9-177C-4270-9A14-60236FF377E8}" dt="2026-04-07T04:46:46.089" v="5877" actId="1076"/>
          <ac:cxnSpMkLst>
            <pc:docMk/>
            <pc:sldMk cId="3949537576" sldId="296"/>
            <ac:cxnSpMk id="135" creationId="{A064CE53-6C4E-E261-485A-C22515BAA480}"/>
          </ac:cxnSpMkLst>
        </pc:cxnChg>
        <pc:cxnChg chg="add mod">
          <ac:chgData name="昕 许" userId="a2975fcd840abfc3" providerId="LiveId" clId="{49CCD4F9-177C-4270-9A14-60236FF377E8}" dt="2026-04-07T04:47:52.868" v="5901" actId="14100"/>
          <ac:cxnSpMkLst>
            <pc:docMk/>
            <pc:sldMk cId="3949537576" sldId="296"/>
            <ac:cxnSpMk id="139" creationId="{D3EBDC8C-6E8B-5F9D-105C-D90BB0542238}"/>
          </ac:cxnSpMkLst>
        </pc:cxnChg>
        <pc:cxnChg chg="del mod">
          <ac:chgData name="昕 许" userId="a2975fcd840abfc3" providerId="LiveId" clId="{49CCD4F9-177C-4270-9A14-60236FF377E8}" dt="2026-04-07T04:47:08.262" v="5885" actId="478"/>
          <ac:cxnSpMkLst>
            <pc:docMk/>
            <pc:sldMk cId="3949537576" sldId="296"/>
            <ac:cxnSpMk id="166" creationId="{BA5FA8CE-6657-26A4-6118-A697F7F8CF6A}"/>
          </ac:cxnSpMkLst>
        </pc:cxnChg>
        <pc:cxnChg chg="del mod">
          <ac:chgData name="昕 许" userId="a2975fcd840abfc3" providerId="LiveId" clId="{49CCD4F9-177C-4270-9A14-60236FF377E8}" dt="2026-04-07T04:47:06.887" v="5884" actId="478"/>
          <ac:cxnSpMkLst>
            <pc:docMk/>
            <pc:sldMk cId="3949537576" sldId="296"/>
            <ac:cxnSpMk id="167" creationId="{847CBE17-B802-4C0D-0DDE-7C102EA1CBA3}"/>
          </ac:cxnSpMkLst>
        </pc:cxnChg>
        <pc:cxnChg chg="add mod">
          <ac:chgData name="昕 许" userId="a2975fcd840abfc3" providerId="LiveId" clId="{49CCD4F9-177C-4270-9A14-60236FF377E8}" dt="2026-04-07T04:47:50.963" v="5900" actId="1076"/>
          <ac:cxnSpMkLst>
            <pc:docMk/>
            <pc:sldMk cId="3949537576" sldId="296"/>
            <ac:cxnSpMk id="168" creationId="{8B984C80-C574-A153-D03D-98B127AE249E}"/>
          </ac:cxnSpMkLst>
        </pc:cxnChg>
        <pc:cxnChg chg="add mod">
          <ac:chgData name="昕 许" userId="a2975fcd840abfc3" providerId="LiveId" clId="{49CCD4F9-177C-4270-9A14-60236FF377E8}" dt="2026-04-07T04:47:55.080" v="5902" actId="14100"/>
          <ac:cxnSpMkLst>
            <pc:docMk/>
            <pc:sldMk cId="3949537576" sldId="296"/>
            <ac:cxnSpMk id="169" creationId="{E8E2B4C0-2445-D5B4-BE8C-8BD29CB2C225}"/>
          </ac:cxnSpMkLst>
        </pc:cxnChg>
        <pc:cxnChg chg="add mod">
          <ac:chgData name="昕 许" userId="a2975fcd840abfc3" providerId="LiveId" clId="{49CCD4F9-177C-4270-9A14-60236FF377E8}" dt="2026-04-07T05:23:17.541" v="6072" actId="1076"/>
          <ac:cxnSpMkLst>
            <pc:docMk/>
            <pc:sldMk cId="3949537576" sldId="296"/>
            <ac:cxnSpMk id="173" creationId="{52B2B75E-AD90-2056-40F9-1E41385955DF}"/>
          </ac:cxnSpMkLst>
        </pc:cxnChg>
        <pc:cxnChg chg="add mod">
          <ac:chgData name="昕 许" userId="a2975fcd840abfc3" providerId="LiveId" clId="{49CCD4F9-177C-4270-9A14-60236FF377E8}" dt="2026-04-07T05:23:17.541" v="6072" actId="1076"/>
          <ac:cxnSpMkLst>
            <pc:docMk/>
            <pc:sldMk cId="3949537576" sldId="296"/>
            <ac:cxnSpMk id="174" creationId="{E074A7CC-3FCC-A1DA-5362-3DAF4D0782AC}"/>
          </ac:cxnSpMkLst>
        </pc:cxnChg>
      </pc:sldChg>
      <pc:sldChg chg="addSp delSp modSp add mod">
        <pc:chgData name="昕 许" userId="a2975fcd840abfc3" providerId="LiveId" clId="{49CCD4F9-177C-4270-9A14-60236FF377E8}" dt="2026-04-07T05:12:06.983" v="6067" actId="207"/>
        <pc:sldMkLst>
          <pc:docMk/>
          <pc:sldMk cId="3112887342" sldId="297"/>
        </pc:sldMkLst>
        <pc:spChg chg="mod">
          <ac:chgData name="昕 许" userId="a2975fcd840abfc3" providerId="LiveId" clId="{49CCD4F9-177C-4270-9A14-60236FF377E8}" dt="2026-04-07T05:10:01.626" v="5939"/>
          <ac:spMkLst>
            <pc:docMk/>
            <pc:sldMk cId="3112887342" sldId="297"/>
            <ac:spMk id="3" creationId="{A67D9297-FF8C-2EB9-EA6E-D973ECD2C15C}"/>
          </ac:spMkLst>
        </pc:spChg>
        <pc:spChg chg="mod">
          <ac:chgData name="昕 许" userId="a2975fcd840abfc3" providerId="LiveId" clId="{49CCD4F9-177C-4270-9A14-60236FF377E8}" dt="2026-04-07T05:10:01.626" v="5939"/>
          <ac:spMkLst>
            <pc:docMk/>
            <pc:sldMk cId="3112887342" sldId="297"/>
            <ac:spMk id="5" creationId="{7601BA38-E9D7-EF3C-DEAE-65CDCC6A5456}"/>
          </ac:spMkLst>
        </pc:spChg>
        <pc:spChg chg="add mod">
          <ac:chgData name="昕 许" userId="a2975fcd840abfc3" providerId="LiveId" clId="{49CCD4F9-177C-4270-9A14-60236FF377E8}" dt="2026-04-07T05:10:38.965" v="6000" actId="14100"/>
          <ac:spMkLst>
            <pc:docMk/>
            <pc:sldMk cId="3112887342" sldId="297"/>
            <ac:spMk id="7" creationId="{E59191E5-4618-7A86-4403-2A0E47FEE1E8}"/>
          </ac:spMkLst>
        </pc:spChg>
        <pc:spChg chg="add mod">
          <ac:chgData name="昕 许" userId="a2975fcd840abfc3" providerId="LiveId" clId="{49CCD4F9-177C-4270-9A14-60236FF377E8}" dt="2026-04-07T05:11:58.920" v="6064" actId="255"/>
          <ac:spMkLst>
            <pc:docMk/>
            <pc:sldMk cId="3112887342" sldId="297"/>
            <ac:spMk id="8" creationId="{581B92D9-6280-0686-6609-96117D5A45C4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11" creationId="{40A39F7F-8E24-0780-0033-3AF3F28272D3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12" creationId="{5F2E47E2-89C2-F459-27CE-98D0380C7F26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14" creationId="{6652079B-191D-8483-0736-070F2C91862C}"/>
          </ac:spMkLst>
        </pc:spChg>
        <pc:spChg chg="mod">
          <ac:chgData name="昕 许" userId="a2975fcd840abfc3" providerId="LiveId" clId="{49CCD4F9-177C-4270-9A14-60236FF377E8}" dt="2026-04-07T05:12:04.376" v="6066" actId="207"/>
          <ac:spMkLst>
            <pc:docMk/>
            <pc:sldMk cId="3112887342" sldId="297"/>
            <ac:spMk id="19" creationId="{200CD7C7-BBD3-97EC-CC11-8E720094A580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22" creationId="{C5A97258-BCBD-EC87-00FA-AB16E1899A51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23" creationId="{17385E3E-41A3-3FA9-90D4-FF17C6A82600}"/>
          </ac:spMkLst>
        </pc:spChg>
        <pc:spChg chg="add mod">
          <ac:chgData name="昕 许" userId="a2975fcd840abfc3" providerId="LiveId" clId="{49CCD4F9-177C-4270-9A14-60236FF377E8}" dt="2026-04-07T05:11:58.920" v="6064" actId="255"/>
          <ac:spMkLst>
            <pc:docMk/>
            <pc:sldMk cId="3112887342" sldId="297"/>
            <ac:spMk id="29" creationId="{463DEE1B-C51A-5548-F2B1-EE086F06115F}"/>
          </ac:spMkLst>
        </pc:spChg>
        <pc:spChg chg="add mod">
          <ac:chgData name="昕 许" userId="a2975fcd840abfc3" providerId="LiveId" clId="{49CCD4F9-177C-4270-9A14-60236FF377E8}" dt="2026-04-07T05:12:01.123" v="6065" actId="1076"/>
          <ac:spMkLst>
            <pc:docMk/>
            <pc:sldMk cId="3112887342" sldId="297"/>
            <ac:spMk id="33" creationId="{923F2894-BDD7-D8C0-45F4-ADD4A845E9C2}"/>
          </ac:spMkLst>
        </pc:spChg>
        <pc:spChg chg="mod">
          <ac:chgData name="昕 许" userId="a2975fcd840abfc3" providerId="LiveId" clId="{49CCD4F9-177C-4270-9A14-60236FF377E8}" dt="2026-04-07T05:12:06.983" v="6067" actId="207"/>
          <ac:spMkLst>
            <pc:docMk/>
            <pc:sldMk cId="3112887342" sldId="297"/>
            <ac:spMk id="40" creationId="{54D23A0B-93B7-D3CE-7463-B6F6546AD4A4}"/>
          </ac:spMkLst>
        </pc:spChg>
        <pc:spChg chg="del">
          <ac:chgData name="昕 许" userId="a2975fcd840abfc3" providerId="LiveId" clId="{49CCD4F9-177C-4270-9A14-60236FF377E8}" dt="2026-04-07T05:09:52.578" v="5937" actId="478"/>
          <ac:spMkLst>
            <pc:docMk/>
            <pc:sldMk cId="3112887342" sldId="297"/>
            <ac:spMk id="172" creationId="{C647EB7A-183C-296C-17C6-5BEFF578A14F}"/>
          </ac:spMkLst>
        </pc:spChg>
        <pc:grpChg chg="add mod">
          <ac:chgData name="昕 许" userId="a2975fcd840abfc3" providerId="LiveId" clId="{49CCD4F9-177C-4270-9A14-60236FF377E8}" dt="2026-04-07T05:10:36.375" v="5999" actId="1038"/>
          <ac:grpSpMkLst>
            <pc:docMk/>
            <pc:sldMk cId="3112887342" sldId="297"/>
            <ac:grpSpMk id="2" creationId="{E5C31251-19FB-FA60-A46C-E606231AA39D}"/>
          </ac:grpSpMkLst>
        </pc:grpChg>
        <pc:grpChg chg="add mod">
          <ac:chgData name="昕 许" userId="a2975fcd840abfc3" providerId="LiveId" clId="{49CCD4F9-177C-4270-9A14-60236FF377E8}" dt="2026-04-07T05:11:22.599" v="6030" actId="1076"/>
          <ac:grpSpMkLst>
            <pc:docMk/>
            <pc:sldMk cId="3112887342" sldId="297"/>
            <ac:grpSpMk id="9" creationId="{BBF50116-C4E9-4A8B-2D35-0B067CAA5D55}"/>
          </ac:grpSpMkLst>
        </pc:grpChg>
        <pc:grpChg chg="add mod">
          <ac:chgData name="昕 许" userId="a2975fcd840abfc3" providerId="LiveId" clId="{49CCD4F9-177C-4270-9A14-60236FF377E8}" dt="2026-04-07T05:11:22.599" v="6030" actId="1076"/>
          <ac:grpSpMkLst>
            <pc:docMk/>
            <pc:sldMk cId="3112887342" sldId="297"/>
            <ac:grpSpMk id="13" creationId="{27530746-3669-1173-7AAE-DAC00770917E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5" creationId="{EE729A4B-D888-3B7A-E697-D7E84F708375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6" creationId="{CBBFCD44-178D-5239-FF84-AD62431DB1B5}"/>
          </ac:grpSpMkLst>
        </pc:grpChg>
        <pc:grpChg chg="add mod">
          <ac:chgData name="昕 许" userId="a2975fcd840abfc3" providerId="LiveId" clId="{49CCD4F9-177C-4270-9A14-60236FF377E8}" dt="2026-04-07T05:11:22.599" v="6030" actId="1076"/>
          <ac:grpSpMkLst>
            <pc:docMk/>
            <pc:sldMk cId="3112887342" sldId="297"/>
            <ac:grpSpMk id="21" creationId="{856A5321-EC81-0B62-C132-02AB9863264F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24" creationId="{4B198DD0-E449-AAB7-3CF8-80666B32B500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28" creationId="{A5B200AC-893A-7283-6578-EB8D194B050E}"/>
          </ac:grpSpMkLst>
        </pc:grpChg>
        <pc:grpChg chg="mod">
          <ac:chgData name="昕 许" userId="a2975fcd840abfc3" providerId="LiveId" clId="{49CCD4F9-177C-4270-9A14-60236FF377E8}" dt="2026-04-07T05:10:07.046" v="5941" actId="1076"/>
          <ac:grpSpMkLst>
            <pc:docMk/>
            <pc:sldMk cId="3112887342" sldId="297"/>
            <ac:grpSpMk id="34" creationId="{587531EC-4D80-E2FB-8C6C-97C79519E5E9}"/>
          </ac:grpSpMkLst>
        </pc:grpChg>
        <pc:grpChg chg="mod">
          <ac:chgData name="昕 许" userId="a2975fcd840abfc3" providerId="LiveId" clId="{49CCD4F9-177C-4270-9A14-60236FF377E8}" dt="2026-04-07T05:10:56.021" v="6015" actId="1076"/>
          <ac:grpSpMkLst>
            <pc:docMk/>
            <pc:sldMk cId="3112887342" sldId="297"/>
            <ac:grpSpMk id="38" creationId="{795263B6-DCEB-7E2C-5330-417D265250A8}"/>
          </ac:grpSpMkLst>
        </pc:grpChg>
        <pc:grpChg chg="mod">
          <ac:chgData name="昕 许" userId="a2975fcd840abfc3" providerId="LiveId" clId="{49CCD4F9-177C-4270-9A14-60236FF377E8}" dt="2026-04-07T05:10:28.789" v="5963" actId="1038"/>
          <ac:grpSpMkLst>
            <pc:docMk/>
            <pc:sldMk cId="3112887342" sldId="297"/>
            <ac:grpSpMk id="43" creationId="{1ADEBE83-D98C-85BD-0CED-527DC996FA7A}"/>
          </ac:grpSpMkLst>
        </pc:grpChg>
        <pc:grpChg chg="mod">
          <ac:chgData name="昕 许" userId="a2975fcd840abfc3" providerId="LiveId" clId="{49CCD4F9-177C-4270-9A14-60236FF377E8}" dt="2026-04-07T05:10:30.979" v="5971" actId="1038"/>
          <ac:grpSpMkLst>
            <pc:docMk/>
            <pc:sldMk cId="3112887342" sldId="297"/>
            <ac:grpSpMk id="49" creationId="{39561128-1B5B-9E1C-308C-0DBE55A276D1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79" creationId="{C7031EAA-F1C1-568D-DB0D-E57F07DC183D}"/>
          </ac:grpSpMkLst>
        </pc:grpChg>
        <pc:grpChg chg="mod">
          <ac:chgData name="昕 许" userId="a2975fcd840abfc3" providerId="LiveId" clId="{49CCD4F9-177C-4270-9A14-60236FF377E8}" dt="2026-04-07T05:10:33.101" v="5981" actId="1038"/>
          <ac:grpSpMkLst>
            <pc:docMk/>
            <pc:sldMk cId="3112887342" sldId="297"/>
            <ac:grpSpMk id="84" creationId="{8334FB7F-C0E9-F2B0-08D6-B8C6B893EDC0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97" creationId="{DD32C0F9-A76A-7925-022E-27792E9CC4B2}"/>
          </ac:grpSpMkLst>
        </pc:grpChg>
        <pc:grpChg chg="mod">
          <ac:chgData name="昕 许" userId="a2975fcd840abfc3" providerId="LiveId" clId="{49CCD4F9-177C-4270-9A14-60236FF377E8}" dt="2026-04-07T05:10:34.803" v="5990" actId="1038"/>
          <ac:grpSpMkLst>
            <pc:docMk/>
            <pc:sldMk cId="3112887342" sldId="297"/>
            <ac:grpSpMk id="101" creationId="{CB5D541B-BC9B-0252-C142-E5763C7FF8EC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10" creationId="{BBF01C53-6DF4-468F-08AB-B0A11FC8652A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11" creationId="{68D70901-9862-765C-0602-782C949098D3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40" creationId="{B36074A4-4E32-033C-CEAD-E87D15E2EC48}"/>
          </ac:grpSpMkLst>
        </pc:grpChg>
        <pc:cxnChg chg="del">
          <ac:chgData name="昕 许" userId="a2975fcd840abfc3" providerId="LiveId" clId="{49CCD4F9-177C-4270-9A14-60236FF377E8}" dt="2026-04-07T05:09:56.678" v="5938" actId="478"/>
          <ac:cxnSpMkLst>
            <pc:docMk/>
            <pc:sldMk cId="3112887342" sldId="297"/>
            <ac:cxnSpMk id="71" creationId="{0BE2B15D-5B72-4E22-0B85-5FA87F4D5E08}"/>
          </ac:cxnSpMkLst>
        </pc:cxnChg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1.sv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21" Type="http://schemas.openxmlformats.org/officeDocument/2006/relationships/image" Target="../media/image52.png"/><Relationship Id="rId34" Type="http://schemas.openxmlformats.org/officeDocument/2006/relationships/image" Target="../media/image65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33" Type="http://schemas.openxmlformats.org/officeDocument/2006/relationships/image" Target="../media/image64.png"/><Relationship Id="rId38" Type="http://schemas.openxmlformats.org/officeDocument/2006/relationships/image" Target="../media/image69.pn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32" Type="http://schemas.openxmlformats.org/officeDocument/2006/relationships/image" Target="../media/image63.png"/><Relationship Id="rId37" Type="http://schemas.openxmlformats.org/officeDocument/2006/relationships/image" Target="../media/image68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28" Type="http://schemas.openxmlformats.org/officeDocument/2006/relationships/image" Target="../media/image59.png"/><Relationship Id="rId36" Type="http://schemas.openxmlformats.org/officeDocument/2006/relationships/image" Target="../media/image67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31" Type="http://schemas.openxmlformats.org/officeDocument/2006/relationships/image" Target="../media/image62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Relationship Id="rId30" Type="http://schemas.openxmlformats.org/officeDocument/2006/relationships/image" Target="../media/image61.png"/><Relationship Id="rId35" Type="http://schemas.openxmlformats.org/officeDocument/2006/relationships/image" Target="../media/image66.png"/><Relationship Id="rId8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76221-92A6-7839-9C78-881366C51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9E18F700-5D80-D003-54D9-42BD28F4A060}"/>
              </a:ext>
            </a:extLst>
          </p:cNvPr>
          <p:cNvSpPr/>
          <p:nvPr/>
        </p:nvSpPr>
        <p:spPr>
          <a:xfrm>
            <a:off x="2395743" y="2220307"/>
            <a:ext cx="6335507" cy="3034318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54B68697-A500-FA53-B456-C9984359AD91}"/>
              </a:ext>
            </a:extLst>
          </p:cNvPr>
          <p:cNvGrpSpPr/>
          <p:nvPr/>
        </p:nvGrpSpPr>
        <p:grpSpPr>
          <a:xfrm>
            <a:off x="2759811" y="2508962"/>
            <a:ext cx="1661772" cy="1169883"/>
            <a:chOff x="4099661" y="2489912"/>
            <a:chExt cx="1661772" cy="1169883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A05BAC8-FE1D-FADD-9F17-FEDED3AEF9C5}"/>
                </a:ext>
              </a:extLst>
            </p:cNvPr>
            <p:cNvSpPr/>
            <p:nvPr/>
          </p:nvSpPr>
          <p:spPr>
            <a:xfrm>
              <a:off x="4436989" y="3075672"/>
              <a:ext cx="234892" cy="2348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1</a:t>
              </a:r>
              <a:endParaRPr lang="zh-CN" altLang="en-US" sz="1600" b="1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36CBB37-38D7-0DAF-60C2-97D00E476D23}"/>
                </a:ext>
              </a:extLst>
            </p:cNvPr>
            <p:cNvSpPr/>
            <p:nvPr/>
          </p:nvSpPr>
          <p:spPr>
            <a:xfrm>
              <a:off x="4776941" y="2964633"/>
              <a:ext cx="234892" cy="34593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2</a:t>
              </a:r>
              <a:endParaRPr lang="zh-CN" altLang="en-US" sz="1600" b="1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1067A78-2ACC-BC37-A2B5-2163DBD61432}"/>
                </a:ext>
              </a:extLst>
            </p:cNvPr>
            <p:cNvSpPr/>
            <p:nvPr/>
          </p:nvSpPr>
          <p:spPr>
            <a:xfrm>
              <a:off x="5092511" y="2859858"/>
              <a:ext cx="234892" cy="45070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3</a:t>
              </a:r>
              <a:endParaRPr lang="zh-CN" altLang="en-US" sz="1600" b="1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E2065B4-B875-A279-74C2-6856B5DE0A06}"/>
                </a:ext>
              </a:extLst>
            </p:cNvPr>
            <p:cNvSpPr/>
            <p:nvPr/>
          </p:nvSpPr>
          <p:spPr>
            <a:xfrm>
              <a:off x="5492396" y="2764608"/>
              <a:ext cx="234892" cy="54595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4</a:t>
              </a:r>
              <a:endParaRPr lang="zh-CN" altLang="en-US" sz="1600" b="1" dirty="0"/>
            </a:p>
          </p:txBody>
        </p:sp>
        <p:pic>
          <p:nvPicPr>
            <p:cNvPr id="12" name="图形 11" descr="爬行的婴儿 纯色填充">
              <a:extLst>
                <a:ext uri="{FF2B5EF4-FFF2-40B4-BE49-F238E27FC236}">
                  <a16:creationId xmlns:a16="http://schemas.microsoft.com/office/drawing/2014/main" id="{D59C73A2-B297-7397-9BA7-83C06DFCC0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099661" y="3041526"/>
              <a:ext cx="303183" cy="303183"/>
            </a:xfrm>
            <a:prstGeom prst="rect">
              <a:avLst/>
            </a:prstGeom>
          </p:spPr>
        </p:pic>
        <p:pic>
          <p:nvPicPr>
            <p:cNvPr id="15" name="图形 14" descr="爬行的婴儿 纯色填充">
              <a:extLst>
                <a:ext uri="{FF2B5EF4-FFF2-40B4-BE49-F238E27FC236}">
                  <a16:creationId xmlns:a16="http://schemas.microsoft.com/office/drawing/2014/main" id="{AFDA51BD-9F88-BE70-F365-F97962D523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393080" y="2813042"/>
              <a:ext cx="303183" cy="303183"/>
            </a:xfrm>
            <a:prstGeom prst="rect">
              <a:avLst/>
            </a:prstGeom>
          </p:spPr>
        </p:pic>
        <p:pic>
          <p:nvPicPr>
            <p:cNvPr id="16" name="图形 15" descr="爬行的婴儿 纯色填充">
              <a:extLst>
                <a:ext uri="{FF2B5EF4-FFF2-40B4-BE49-F238E27FC236}">
                  <a16:creationId xmlns:a16="http://schemas.microsoft.com/office/drawing/2014/main" id="{8FDE8E27-7F7D-7C15-7901-99661AC396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742795" y="2708266"/>
              <a:ext cx="303183" cy="303183"/>
            </a:xfrm>
            <a:prstGeom prst="rect">
              <a:avLst/>
            </a:prstGeom>
          </p:spPr>
        </p:pic>
        <p:pic>
          <p:nvPicPr>
            <p:cNvPr id="17" name="图形 16" descr="爬行的婴儿 纯色填充">
              <a:extLst>
                <a:ext uri="{FF2B5EF4-FFF2-40B4-BE49-F238E27FC236}">
                  <a16:creationId xmlns:a16="http://schemas.microsoft.com/office/drawing/2014/main" id="{DCC54EDC-45D1-9511-45B0-166F99BCDE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092510" y="2613016"/>
              <a:ext cx="303183" cy="303183"/>
            </a:xfrm>
            <a:prstGeom prst="rect">
              <a:avLst/>
            </a:prstGeom>
          </p:spPr>
        </p:pic>
        <p:pic>
          <p:nvPicPr>
            <p:cNvPr id="18" name="图形 17" descr="爬行的婴儿 纯色填充">
              <a:extLst>
                <a:ext uri="{FF2B5EF4-FFF2-40B4-BE49-F238E27FC236}">
                  <a16:creationId xmlns:a16="http://schemas.microsoft.com/office/drawing/2014/main" id="{BDBDC38B-12F4-405C-B990-6FA16391F7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458250" y="2489912"/>
              <a:ext cx="303183" cy="303183"/>
            </a:xfrm>
            <a:prstGeom prst="rect">
              <a:avLst/>
            </a:prstGeom>
          </p:spPr>
        </p:pic>
        <p:cxnSp>
          <p:nvCxnSpPr>
            <p:cNvPr id="20" name="连接符: 曲线 19">
              <a:extLst>
                <a:ext uri="{FF2B5EF4-FFF2-40B4-BE49-F238E27FC236}">
                  <a16:creationId xmlns:a16="http://schemas.microsoft.com/office/drawing/2014/main" id="{1BB333A7-9A52-7EC7-6C6B-D58FE11313F2}"/>
                </a:ext>
              </a:extLst>
            </p:cNvPr>
            <p:cNvCxnSpPr>
              <a:endCxn id="15" idx="0"/>
            </p:cNvCxnSpPr>
            <p:nvPr/>
          </p:nvCxnSpPr>
          <p:spPr>
            <a:xfrm flipV="1">
              <a:off x="4251252" y="2813042"/>
              <a:ext cx="293420" cy="224543"/>
            </a:xfrm>
            <a:prstGeom prst="curvedConnector4">
              <a:avLst>
                <a:gd name="adj1" fmla="val 4155"/>
                <a:gd name="adj2" fmla="val 147634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连接符: 曲线 23">
              <a:extLst>
                <a:ext uri="{FF2B5EF4-FFF2-40B4-BE49-F238E27FC236}">
                  <a16:creationId xmlns:a16="http://schemas.microsoft.com/office/drawing/2014/main" id="{49E407E1-D7C0-B2EA-BBFA-10CAD3B28B0F}"/>
                </a:ext>
              </a:extLst>
            </p:cNvPr>
            <p:cNvCxnSpPr>
              <a:endCxn id="16" idx="0"/>
            </p:cNvCxnSpPr>
            <p:nvPr/>
          </p:nvCxnSpPr>
          <p:spPr>
            <a:xfrm flipV="1">
              <a:off x="4554435" y="2708266"/>
              <a:ext cx="339952" cy="104776"/>
            </a:xfrm>
            <a:prstGeom prst="curvedConnector4">
              <a:avLst>
                <a:gd name="adj1" fmla="val 559"/>
                <a:gd name="adj2" fmla="val 2221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连接符: 曲线 27">
              <a:extLst>
                <a:ext uri="{FF2B5EF4-FFF2-40B4-BE49-F238E27FC236}">
                  <a16:creationId xmlns:a16="http://schemas.microsoft.com/office/drawing/2014/main" id="{6F372100-FAFA-0BD7-4F69-E0559AFC4087}"/>
                </a:ext>
              </a:extLst>
            </p:cNvPr>
            <p:cNvCxnSpPr>
              <a:endCxn id="17" idx="0"/>
            </p:cNvCxnSpPr>
            <p:nvPr/>
          </p:nvCxnSpPr>
          <p:spPr>
            <a:xfrm flipV="1">
              <a:off x="4894387" y="2613016"/>
              <a:ext cx="349715" cy="95250"/>
            </a:xfrm>
            <a:prstGeom prst="curvedConnector4">
              <a:avLst>
                <a:gd name="adj1" fmla="val 4338"/>
                <a:gd name="adj2" fmla="val 2211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连接符: 曲线 34">
              <a:extLst>
                <a:ext uri="{FF2B5EF4-FFF2-40B4-BE49-F238E27FC236}">
                  <a16:creationId xmlns:a16="http://schemas.microsoft.com/office/drawing/2014/main" id="{1682166B-F737-5D7F-A78D-B12997AD1F56}"/>
                </a:ext>
              </a:extLst>
            </p:cNvPr>
            <p:cNvCxnSpPr>
              <a:endCxn id="18" idx="0"/>
            </p:cNvCxnSpPr>
            <p:nvPr/>
          </p:nvCxnSpPr>
          <p:spPr>
            <a:xfrm flipV="1">
              <a:off x="5244102" y="2489912"/>
              <a:ext cx="365740" cy="123104"/>
            </a:xfrm>
            <a:prstGeom prst="curvedConnector4">
              <a:avLst>
                <a:gd name="adj1" fmla="val -542"/>
                <a:gd name="adj2" fmla="val 18347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0632BC48-DF66-B34A-890B-B128191D82F5}"/>
                    </a:ext>
                  </a:extLst>
                </p:cNvPr>
                <p:cNvSpPr txBox="1"/>
                <p:nvPr/>
              </p:nvSpPr>
              <p:spPr>
                <a:xfrm>
                  <a:off x="4241373" y="3382796"/>
                  <a:ext cx="150624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0→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0632BC48-DF66-B34A-890B-B128191D82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1373" y="3382796"/>
                  <a:ext cx="1506245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31778912-B7FA-64EA-E2C8-9A142B1638B5}"/>
              </a:ext>
            </a:extLst>
          </p:cNvPr>
          <p:cNvGrpSpPr/>
          <p:nvPr/>
        </p:nvGrpSpPr>
        <p:grpSpPr>
          <a:xfrm>
            <a:off x="4613231" y="2471693"/>
            <a:ext cx="1661772" cy="1215517"/>
            <a:chOff x="4099661" y="2489912"/>
            <a:chExt cx="1661772" cy="1215517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25765680-C9B7-C80C-E8C4-7CB5156F8578}"/>
                </a:ext>
              </a:extLst>
            </p:cNvPr>
            <p:cNvSpPr/>
            <p:nvPr/>
          </p:nvSpPr>
          <p:spPr>
            <a:xfrm>
              <a:off x="4436989" y="3075672"/>
              <a:ext cx="234892" cy="2348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1</a:t>
              </a:r>
              <a:endParaRPr lang="zh-CN" altLang="en-US" sz="1600" b="1" dirty="0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C9ACF9A3-8B7B-5827-0617-3F9B730DDBE2}"/>
                </a:ext>
              </a:extLst>
            </p:cNvPr>
            <p:cNvSpPr/>
            <p:nvPr/>
          </p:nvSpPr>
          <p:spPr>
            <a:xfrm>
              <a:off x="4776941" y="2964633"/>
              <a:ext cx="234892" cy="34593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2</a:t>
              </a:r>
              <a:endParaRPr lang="zh-CN" altLang="en-US" sz="1600" b="1" dirty="0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02AA1A0A-D53B-CAB5-D760-2824475E84AA}"/>
                </a:ext>
              </a:extLst>
            </p:cNvPr>
            <p:cNvSpPr/>
            <p:nvPr/>
          </p:nvSpPr>
          <p:spPr>
            <a:xfrm>
              <a:off x="5092511" y="2859858"/>
              <a:ext cx="234892" cy="45070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3</a:t>
              </a:r>
              <a:endParaRPr lang="zh-CN" altLang="en-US" sz="1600" b="1" dirty="0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2F73D60D-47AE-027C-FE2A-5BBCA0DF6D93}"/>
                </a:ext>
              </a:extLst>
            </p:cNvPr>
            <p:cNvSpPr/>
            <p:nvPr/>
          </p:nvSpPr>
          <p:spPr>
            <a:xfrm>
              <a:off x="5492396" y="2764608"/>
              <a:ext cx="234892" cy="54595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4</a:t>
              </a:r>
              <a:endParaRPr lang="zh-CN" altLang="en-US" sz="1600" b="1" dirty="0"/>
            </a:p>
          </p:txBody>
        </p:sp>
        <p:pic>
          <p:nvPicPr>
            <p:cNvPr id="64" name="图形 63" descr="爬行的婴儿 纯色填充">
              <a:extLst>
                <a:ext uri="{FF2B5EF4-FFF2-40B4-BE49-F238E27FC236}">
                  <a16:creationId xmlns:a16="http://schemas.microsoft.com/office/drawing/2014/main" id="{AB030DEE-D194-2D9F-4FD2-04FD064561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099661" y="3041526"/>
              <a:ext cx="303183" cy="303183"/>
            </a:xfrm>
            <a:prstGeom prst="rect">
              <a:avLst/>
            </a:prstGeom>
          </p:spPr>
        </p:pic>
        <p:pic>
          <p:nvPicPr>
            <p:cNvPr id="66" name="图形 65" descr="爬行的婴儿 纯色填充">
              <a:extLst>
                <a:ext uri="{FF2B5EF4-FFF2-40B4-BE49-F238E27FC236}">
                  <a16:creationId xmlns:a16="http://schemas.microsoft.com/office/drawing/2014/main" id="{FD7A5C8D-FDCB-1887-698A-F130D284DB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742795" y="2708266"/>
              <a:ext cx="303183" cy="303183"/>
            </a:xfrm>
            <a:prstGeom prst="rect">
              <a:avLst/>
            </a:prstGeom>
          </p:spPr>
        </p:pic>
        <p:pic>
          <p:nvPicPr>
            <p:cNvPr id="67" name="图形 66" descr="爬行的婴儿 纯色填充">
              <a:extLst>
                <a:ext uri="{FF2B5EF4-FFF2-40B4-BE49-F238E27FC236}">
                  <a16:creationId xmlns:a16="http://schemas.microsoft.com/office/drawing/2014/main" id="{35F7E270-4FD8-84FE-1F40-62DBE0A941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092510" y="2613016"/>
              <a:ext cx="303183" cy="303183"/>
            </a:xfrm>
            <a:prstGeom prst="rect">
              <a:avLst/>
            </a:prstGeom>
          </p:spPr>
        </p:pic>
        <p:pic>
          <p:nvPicPr>
            <p:cNvPr id="68" name="图形 67" descr="爬行的婴儿 纯色填充">
              <a:extLst>
                <a:ext uri="{FF2B5EF4-FFF2-40B4-BE49-F238E27FC236}">
                  <a16:creationId xmlns:a16="http://schemas.microsoft.com/office/drawing/2014/main" id="{79FDDFE3-9AA6-75EA-05B1-EA19312FFA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458250" y="2489912"/>
              <a:ext cx="303183" cy="303183"/>
            </a:xfrm>
            <a:prstGeom prst="rect">
              <a:avLst/>
            </a:prstGeom>
          </p:spPr>
        </p:pic>
        <p:cxnSp>
          <p:nvCxnSpPr>
            <p:cNvPr id="70" name="连接符: 曲线 69">
              <a:extLst>
                <a:ext uri="{FF2B5EF4-FFF2-40B4-BE49-F238E27FC236}">
                  <a16:creationId xmlns:a16="http://schemas.microsoft.com/office/drawing/2014/main" id="{C6DB2933-18BA-7252-DF57-8D01BE566D1B}"/>
                </a:ext>
              </a:extLst>
            </p:cNvPr>
            <p:cNvCxnSpPr>
              <a:cxnSpLocks/>
              <a:stCxn id="64" idx="0"/>
              <a:endCxn id="66" idx="0"/>
            </p:cNvCxnSpPr>
            <p:nvPr/>
          </p:nvCxnSpPr>
          <p:spPr>
            <a:xfrm rot="5400000" flipH="1" flipV="1">
              <a:off x="4406190" y="2553329"/>
              <a:ext cx="333260" cy="643134"/>
            </a:xfrm>
            <a:prstGeom prst="curvedConnector3">
              <a:avLst>
                <a:gd name="adj1" fmla="val 12000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连接符: 曲线 70">
              <a:extLst>
                <a:ext uri="{FF2B5EF4-FFF2-40B4-BE49-F238E27FC236}">
                  <a16:creationId xmlns:a16="http://schemas.microsoft.com/office/drawing/2014/main" id="{3F2310E1-2B78-6595-B090-F4DAEAED2A26}"/>
                </a:ext>
              </a:extLst>
            </p:cNvPr>
            <p:cNvCxnSpPr>
              <a:endCxn id="67" idx="0"/>
            </p:cNvCxnSpPr>
            <p:nvPr/>
          </p:nvCxnSpPr>
          <p:spPr>
            <a:xfrm flipV="1">
              <a:off x="4894387" y="2613016"/>
              <a:ext cx="349715" cy="95250"/>
            </a:xfrm>
            <a:prstGeom prst="curvedConnector4">
              <a:avLst>
                <a:gd name="adj1" fmla="val 4338"/>
                <a:gd name="adj2" fmla="val 2211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连接符: 曲线 71">
              <a:extLst>
                <a:ext uri="{FF2B5EF4-FFF2-40B4-BE49-F238E27FC236}">
                  <a16:creationId xmlns:a16="http://schemas.microsoft.com/office/drawing/2014/main" id="{D54A857E-4CEB-7C15-8F62-173690944FFE}"/>
                </a:ext>
              </a:extLst>
            </p:cNvPr>
            <p:cNvCxnSpPr>
              <a:endCxn id="68" idx="0"/>
            </p:cNvCxnSpPr>
            <p:nvPr/>
          </p:nvCxnSpPr>
          <p:spPr>
            <a:xfrm flipV="1">
              <a:off x="5244102" y="2489912"/>
              <a:ext cx="365740" cy="123104"/>
            </a:xfrm>
            <a:prstGeom prst="curvedConnector4">
              <a:avLst>
                <a:gd name="adj1" fmla="val -542"/>
                <a:gd name="adj2" fmla="val 18347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DF1C2884-95FF-7568-17D9-BE8428BDBFCE}"/>
                    </a:ext>
                  </a:extLst>
                </p:cNvPr>
                <p:cNvSpPr txBox="1"/>
                <p:nvPr/>
              </p:nvSpPr>
              <p:spPr>
                <a:xfrm>
                  <a:off x="4436989" y="3428430"/>
                  <a:ext cx="120751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DF1C2884-95FF-7568-17D9-BE8428BDB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6989" y="3428430"/>
                  <a:ext cx="1207510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5B5DE685-9DFD-6A6F-3D5C-9149C6D80D6C}"/>
              </a:ext>
            </a:extLst>
          </p:cNvPr>
          <p:cNvGrpSpPr/>
          <p:nvPr/>
        </p:nvGrpSpPr>
        <p:grpSpPr>
          <a:xfrm>
            <a:off x="6586886" y="2467924"/>
            <a:ext cx="1661772" cy="1210920"/>
            <a:chOff x="4099661" y="2489912"/>
            <a:chExt cx="1661772" cy="1210920"/>
          </a:xfrm>
        </p:grpSpPr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A41BB46E-B602-E601-1A69-FCBC546120EB}"/>
                </a:ext>
              </a:extLst>
            </p:cNvPr>
            <p:cNvSpPr/>
            <p:nvPr/>
          </p:nvSpPr>
          <p:spPr>
            <a:xfrm>
              <a:off x="4436989" y="3075672"/>
              <a:ext cx="234892" cy="2348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1</a:t>
              </a:r>
              <a:endParaRPr lang="zh-CN" altLang="en-US" sz="1600" b="1" dirty="0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66B83CEA-01FC-CF13-3683-89E6EBC4AB12}"/>
                </a:ext>
              </a:extLst>
            </p:cNvPr>
            <p:cNvSpPr/>
            <p:nvPr/>
          </p:nvSpPr>
          <p:spPr>
            <a:xfrm>
              <a:off x="4776941" y="2964633"/>
              <a:ext cx="234892" cy="34593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2</a:t>
              </a:r>
              <a:endParaRPr lang="zh-CN" altLang="en-US" sz="1600" b="1" dirty="0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4656F12C-B627-49FE-1761-B8F2148FF28E}"/>
                </a:ext>
              </a:extLst>
            </p:cNvPr>
            <p:cNvSpPr/>
            <p:nvPr/>
          </p:nvSpPr>
          <p:spPr>
            <a:xfrm>
              <a:off x="5092511" y="2859858"/>
              <a:ext cx="234892" cy="45070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3</a:t>
              </a:r>
              <a:endParaRPr lang="zh-CN" altLang="en-US" sz="1600" b="1" dirty="0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81AEE7A7-BB9D-43DA-99D6-55C3D10AB766}"/>
                </a:ext>
              </a:extLst>
            </p:cNvPr>
            <p:cNvSpPr/>
            <p:nvPr/>
          </p:nvSpPr>
          <p:spPr>
            <a:xfrm>
              <a:off x="5492396" y="2764608"/>
              <a:ext cx="234892" cy="54595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4</a:t>
              </a:r>
              <a:endParaRPr lang="zh-CN" altLang="en-US" sz="1600" b="1" dirty="0"/>
            </a:p>
          </p:txBody>
        </p:sp>
        <p:pic>
          <p:nvPicPr>
            <p:cNvPr id="81" name="图形 80" descr="爬行的婴儿 纯色填充">
              <a:extLst>
                <a:ext uri="{FF2B5EF4-FFF2-40B4-BE49-F238E27FC236}">
                  <a16:creationId xmlns:a16="http://schemas.microsoft.com/office/drawing/2014/main" id="{28EDC238-3566-1EC2-2EA9-59C72644DC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099661" y="3041526"/>
              <a:ext cx="303183" cy="303183"/>
            </a:xfrm>
            <a:prstGeom prst="rect">
              <a:avLst/>
            </a:prstGeom>
          </p:spPr>
        </p:pic>
        <p:pic>
          <p:nvPicPr>
            <p:cNvPr id="82" name="图形 81" descr="爬行的婴儿 纯色填充">
              <a:extLst>
                <a:ext uri="{FF2B5EF4-FFF2-40B4-BE49-F238E27FC236}">
                  <a16:creationId xmlns:a16="http://schemas.microsoft.com/office/drawing/2014/main" id="{67D01629-AC4E-3DD4-8021-B35CD46102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742795" y="2708266"/>
              <a:ext cx="303183" cy="303183"/>
            </a:xfrm>
            <a:prstGeom prst="rect">
              <a:avLst/>
            </a:prstGeom>
          </p:spPr>
        </p:pic>
        <p:pic>
          <p:nvPicPr>
            <p:cNvPr id="84" name="图形 83" descr="爬行的婴儿 纯色填充">
              <a:extLst>
                <a:ext uri="{FF2B5EF4-FFF2-40B4-BE49-F238E27FC236}">
                  <a16:creationId xmlns:a16="http://schemas.microsoft.com/office/drawing/2014/main" id="{A3863FBC-96BE-EC76-AA13-13AB1DF699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458250" y="2489912"/>
              <a:ext cx="303183" cy="303183"/>
            </a:xfrm>
            <a:prstGeom prst="rect">
              <a:avLst/>
            </a:prstGeom>
          </p:spPr>
        </p:pic>
        <p:cxnSp>
          <p:nvCxnSpPr>
            <p:cNvPr id="85" name="连接符: 曲线 84">
              <a:extLst>
                <a:ext uri="{FF2B5EF4-FFF2-40B4-BE49-F238E27FC236}">
                  <a16:creationId xmlns:a16="http://schemas.microsoft.com/office/drawing/2014/main" id="{0C1E0BBB-42EA-D19D-B8DC-3E42D0543A4E}"/>
                </a:ext>
              </a:extLst>
            </p:cNvPr>
            <p:cNvCxnSpPr>
              <a:cxnSpLocks/>
              <a:stCxn id="81" idx="0"/>
              <a:endCxn id="82" idx="0"/>
            </p:cNvCxnSpPr>
            <p:nvPr/>
          </p:nvCxnSpPr>
          <p:spPr>
            <a:xfrm rot="5400000" flipH="1" flipV="1">
              <a:off x="4406190" y="2553329"/>
              <a:ext cx="333260" cy="643134"/>
            </a:xfrm>
            <a:prstGeom prst="curvedConnector3">
              <a:avLst>
                <a:gd name="adj1" fmla="val 12000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连接符: 曲线 87">
              <a:extLst>
                <a:ext uri="{FF2B5EF4-FFF2-40B4-BE49-F238E27FC236}">
                  <a16:creationId xmlns:a16="http://schemas.microsoft.com/office/drawing/2014/main" id="{A3D2A915-F689-1F3A-45E5-9023E4AD2245}"/>
                </a:ext>
              </a:extLst>
            </p:cNvPr>
            <p:cNvCxnSpPr>
              <a:cxnSpLocks/>
              <a:stCxn id="82" idx="0"/>
              <a:endCxn id="84" idx="0"/>
            </p:cNvCxnSpPr>
            <p:nvPr/>
          </p:nvCxnSpPr>
          <p:spPr>
            <a:xfrm rot="5400000" flipH="1" flipV="1">
              <a:off x="5142937" y="2241362"/>
              <a:ext cx="218354" cy="715455"/>
            </a:xfrm>
            <a:prstGeom prst="curvedConnector3">
              <a:avLst>
                <a:gd name="adj1" fmla="val 126172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179C9142-BF42-8651-5F39-0CEDFB49BAAB}"/>
                    </a:ext>
                  </a:extLst>
                </p:cNvPr>
                <p:cNvSpPr txBox="1"/>
                <p:nvPr/>
              </p:nvSpPr>
              <p:spPr>
                <a:xfrm>
                  <a:off x="4591591" y="3423833"/>
                  <a:ext cx="90877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179C9142-BF42-8651-5F39-0CEDFB49BA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1591" y="3423833"/>
                  <a:ext cx="90877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F68DE1B6-935C-34E7-0BC8-BEC4EEC4022A}"/>
              </a:ext>
            </a:extLst>
          </p:cNvPr>
          <p:cNvGrpSpPr/>
          <p:nvPr/>
        </p:nvGrpSpPr>
        <p:grpSpPr>
          <a:xfrm>
            <a:off x="3556552" y="3870878"/>
            <a:ext cx="1661772" cy="1179166"/>
            <a:chOff x="4099661" y="2489912"/>
            <a:chExt cx="1661772" cy="1179166"/>
          </a:xfrm>
        </p:grpSpPr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D0C75979-67CF-10C7-BCFA-01F80A317AB6}"/>
                </a:ext>
              </a:extLst>
            </p:cNvPr>
            <p:cNvSpPr/>
            <p:nvPr/>
          </p:nvSpPr>
          <p:spPr>
            <a:xfrm>
              <a:off x="4436989" y="3075672"/>
              <a:ext cx="234892" cy="2348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1</a:t>
              </a:r>
              <a:endParaRPr lang="zh-CN" altLang="en-US" sz="1600" b="1" dirty="0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AB5E3777-86C6-96A4-0F16-F5C02EF0DA44}"/>
                </a:ext>
              </a:extLst>
            </p:cNvPr>
            <p:cNvSpPr/>
            <p:nvPr/>
          </p:nvSpPr>
          <p:spPr>
            <a:xfrm>
              <a:off x="4776941" y="2964633"/>
              <a:ext cx="234892" cy="34593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2</a:t>
              </a:r>
              <a:endParaRPr lang="zh-CN" altLang="en-US" sz="1600" b="1" dirty="0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80D899A4-9D1D-4C30-2DB8-9A10B508C170}"/>
                </a:ext>
              </a:extLst>
            </p:cNvPr>
            <p:cNvSpPr/>
            <p:nvPr/>
          </p:nvSpPr>
          <p:spPr>
            <a:xfrm>
              <a:off x="5092511" y="2859858"/>
              <a:ext cx="234892" cy="45070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3</a:t>
              </a:r>
              <a:endParaRPr lang="zh-CN" altLang="en-US" sz="1600" b="1" dirty="0"/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15181D03-6355-6B65-4470-6A97859F381B}"/>
                </a:ext>
              </a:extLst>
            </p:cNvPr>
            <p:cNvSpPr/>
            <p:nvPr/>
          </p:nvSpPr>
          <p:spPr>
            <a:xfrm>
              <a:off x="5492396" y="2764608"/>
              <a:ext cx="234892" cy="54595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4</a:t>
              </a:r>
              <a:endParaRPr lang="zh-CN" altLang="en-US" sz="1600" b="1" dirty="0"/>
            </a:p>
          </p:txBody>
        </p:sp>
        <p:pic>
          <p:nvPicPr>
            <p:cNvPr id="113" name="图形 112" descr="爬行的婴儿 纯色填充">
              <a:extLst>
                <a:ext uri="{FF2B5EF4-FFF2-40B4-BE49-F238E27FC236}">
                  <a16:creationId xmlns:a16="http://schemas.microsoft.com/office/drawing/2014/main" id="{5A96FA66-E019-FF9F-1DC5-81569E43E6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099661" y="3041526"/>
              <a:ext cx="303183" cy="303183"/>
            </a:xfrm>
            <a:prstGeom prst="rect">
              <a:avLst/>
            </a:prstGeom>
          </p:spPr>
        </p:pic>
        <p:pic>
          <p:nvPicPr>
            <p:cNvPr id="114" name="图形 113" descr="爬行的婴儿 纯色填充">
              <a:extLst>
                <a:ext uri="{FF2B5EF4-FFF2-40B4-BE49-F238E27FC236}">
                  <a16:creationId xmlns:a16="http://schemas.microsoft.com/office/drawing/2014/main" id="{32BC448D-CC01-6BC3-A59B-ED5B0B6A65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393080" y="2813042"/>
              <a:ext cx="303183" cy="303183"/>
            </a:xfrm>
            <a:prstGeom prst="rect">
              <a:avLst/>
            </a:prstGeom>
          </p:spPr>
        </p:pic>
        <p:pic>
          <p:nvPicPr>
            <p:cNvPr id="115" name="图形 114" descr="爬行的婴儿 纯色填充">
              <a:extLst>
                <a:ext uri="{FF2B5EF4-FFF2-40B4-BE49-F238E27FC236}">
                  <a16:creationId xmlns:a16="http://schemas.microsoft.com/office/drawing/2014/main" id="{99C6CA98-8A8D-6291-F773-3C8AAC65D3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742795" y="2708266"/>
              <a:ext cx="303183" cy="303183"/>
            </a:xfrm>
            <a:prstGeom prst="rect">
              <a:avLst/>
            </a:prstGeom>
          </p:spPr>
        </p:pic>
        <p:pic>
          <p:nvPicPr>
            <p:cNvPr id="117" name="图形 116" descr="爬行的婴儿 纯色填充">
              <a:extLst>
                <a:ext uri="{FF2B5EF4-FFF2-40B4-BE49-F238E27FC236}">
                  <a16:creationId xmlns:a16="http://schemas.microsoft.com/office/drawing/2014/main" id="{9C3BC218-DD46-C4E3-EFB7-B0BC4B3802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458250" y="2489912"/>
              <a:ext cx="303183" cy="303183"/>
            </a:xfrm>
            <a:prstGeom prst="rect">
              <a:avLst/>
            </a:prstGeom>
          </p:spPr>
        </p:pic>
        <p:cxnSp>
          <p:nvCxnSpPr>
            <p:cNvPr id="118" name="连接符: 曲线 117">
              <a:extLst>
                <a:ext uri="{FF2B5EF4-FFF2-40B4-BE49-F238E27FC236}">
                  <a16:creationId xmlns:a16="http://schemas.microsoft.com/office/drawing/2014/main" id="{723DC292-71CC-5AD1-6B1C-F5032F94FBA7}"/>
                </a:ext>
              </a:extLst>
            </p:cNvPr>
            <p:cNvCxnSpPr>
              <a:endCxn id="114" idx="0"/>
            </p:cNvCxnSpPr>
            <p:nvPr/>
          </p:nvCxnSpPr>
          <p:spPr>
            <a:xfrm flipV="1">
              <a:off x="4251252" y="2813042"/>
              <a:ext cx="293420" cy="224543"/>
            </a:xfrm>
            <a:prstGeom prst="curvedConnector4">
              <a:avLst>
                <a:gd name="adj1" fmla="val 4155"/>
                <a:gd name="adj2" fmla="val 147634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连接符: 曲线 118">
              <a:extLst>
                <a:ext uri="{FF2B5EF4-FFF2-40B4-BE49-F238E27FC236}">
                  <a16:creationId xmlns:a16="http://schemas.microsoft.com/office/drawing/2014/main" id="{A1365560-9FFA-AF70-7651-6127B6C5788B}"/>
                </a:ext>
              </a:extLst>
            </p:cNvPr>
            <p:cNvCxnSpPr>
              <a:endCxn id="115" idx="0"/>
            </p:cNvCxnSpPr>
            <p:nvPr/>
          </p:nvCxnSpPr>
          <p:spPr>
            <a:xfrm flipV="1">
              <a:off x="4554435" y="2708266"/>
              <a:ext cx="339952" cy="104776"/>
            </a:xfrm>
            <a:prstGeom prst="curvedConnector4">
              <a:avLst>
                <a:gd name="adj1" fmla="val 559"/>
                <a:gd name="adj2" fmla="val 2221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连接符: 曲线 120">
              <a:extLst>
                <a:ext uri="{FF2B5EF4-FFF2-40B4-BE49-F238E27FC236}">
                  <a16:creationId xmlns:a16="http://schemas.microsoft.com/office/drawing/2014/main" id="{A0F9C268-7001-8D06-B720-8652DDED3F08}"/>
                </a:ext>
              </a:extLst>
            </p:cNvPr>
            <p:cNvCxnSpPr>
              <a:cxnSpLocks/>
              <a:stCxn id="115" idx="0"/>
              <a:endCxn id="117" idx="0"/>
            </p:cNvCxnSpPr>
            <p:nvPr/>
          </p:nvCxnSpPr>
          <p:spPr>
            <a:xfrm rot="5400000" flipH="1" flipV="1">
              <a:off x="5142937" y="2241362"/>
              <a:ext cx="218354" cy="715455"/>
            </a:xfrm>
            <a:prstGeom prst="curvedConnector3">
              <a:avLst>
                <a:gd name="adj1" fmla="val 121809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68EDB2D1-8C67-CE2B-AEAB-AADB8364AB41}"/>
                    </a:ext>
                  </a:extLst>
                </p:cNvPr>
                <p:cNvSpPr txBox="1"/>
                <p:nvPr/>
              </p:nvSpPr>
              <p:spPr>
                <a:xfrm>
                  <a:off x="4402844" y="3392079"/>
                  <a:ext cx="120751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0→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68EDB2D1-8C67-CE2B-AEAB-AADB8364AB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2844" y="3392079"/>
                  <a:ext cx="1207510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D0361035-7D37-80B6-CCEC-6A304CA9F1B8}"/>
              </a:ext>
            </a:extLst>
          </p:cNvPr>
          <p:cNvGrpSpPr/>
          <p:nvPr/>
        </p:nvGrpSpPr>
        <p:grpSpPr>
          <a:xfrm>
            <a:off x="5817437" y="3870878"/>
            <a:ext cx="1661772" cy="1169257"/>
            <a:chOff x="4099661" y="2489912"/>
            <a:chExt cx="1661772" cy="1169257"/>
          </a:xfrm>
        </p:grpSpPr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57E8B740-8FEE-27DB-5CDD-08A4A52FBBA0}"/>
                </a:ext>
              </a:extLst>
            </p:cNvPr>
            <p:cNvSpPr/>
            <p:nvPr/>
          </p:nvSpPr>
          <p:spPr>
            <a:xfrm>
              <a:off x="4436989" y="3075672"/>
              <a:ext cx="234892" cy="2348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1</a:t>
              </a:r>
              <a:endParaRPr lang="zh-CN" altLang="en-US" sz="1600" b="1" dirty="0"/>
            </a:p>
          </p:txBody>
        </p: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09A2BCAC-5D0C-11DD-B5AA-630FAD71A69E}"/>
                </a:ext>
              </a:extLst>
            </p:cNvPr>
            <p:cNvSpPr/>
            <p:nvPr/>
          </p:nvSpPr>
          <p:spPr>
            <a:xfrm>
              <a:off x="4776941" y="2964633"/>
              <a:ext cx="234892" cy="34593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2</a:t>
              </a:r>
              <a:endParaRPr lang="zh-CN" altLang="en-US" sz="1600" b="1" dirty="0"/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07BC8AF7-BB4B-9291-DE73-A1686157EDF0}"/>
                </a:ext>
              </a:extLst>
            </p:cNvPr>
            <p:cNvSpPr/>
            <p:nvPr/>
          </p:nvSpPr>
          <p:spPr>
            <a:xfrm>
              <a:off x="5092511" y="2859858"/>
              <a:ext cx="234892" cy="45070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3</a:t>
              </a:r>
              <a:endParaRPr lang="zh-CN" altLang="en-US" sz="1600" b="1" dirty="0"/>
            </a:p>
          </p:txBody>
        </p:sp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2EB184D1-F36D-B9D3-2925-9B88364AEC17}"/>
                </a:ext>
              </a:extLst>
            </p:cNvPr>
            <p:cNvSpPr/>
            <p:nvPr/>
          </p:nvSpPr>
          <p:spPr>
            <a:xfrm>
              <a:off x="5492396" y="2764608"/>
              <a:ext cx="234892" cy="54595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4</a:t>
              </a:r>
              <a:endParaRPr lang="zh-CN" altLang="en-US" sz="1600" b="1" dirty="0"/>
            </a:p>
          </p:txBody>
        </p:sp>
        <p:pic>
          <p:nvPicPr>
            <p:cNvPr id="144" name="图形 143" descr="爬行的婴儿 纯色填充">
              <a:extLst>
                <a:ext uri="{FF2B5EF4-FFF2-40B4-BE49-F238E27FC236}">
                  <a16:creationId xmlns:a16="http://schemas.microsoft.com/office/drawing/2014/main" id="{B68A9495-F052-7ACD-686B-9A22553A09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099661" y="3041526"/>
              <a:ext cx="303183" cy="303183"/>
            </a:xfrm>
            <a:prstGeom prst="rect">
              <a:avLst/>
            </a:prstGeom>
          </p:spPr>
        </p:pic>
        <p:pic>
          <p:nvPicPr>
            <p:cNvPr id="145" name="图形 144" descr="爬行的婴儿 纯色填充">
              <a:extLst>
                <a:ext uri="{FF2B5EF4-FFF2-40B4-BE49-F238E27FC236}">
                  <a16:creationId xmlns:a16="http://schemas.microsoft.com/office/drawing/2014/main" id="{9849CAB1-7A5C-E0F6-848D-89E50F9CBC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393080" y="2813042"/>
              <a:ext cx="303183" cy="303183"/>
            </a:xfrm>
            <a:prstGeom prst="rect">
              <a:avLst/>
            </a:prstGeom>
          </p:spPr>
        </p:pic>
        <p:pic>
          <p:nvPicPr>
            <p:cNvPr id="147" name="图形 146" descr="爬行的婴儿 纯色填充">
              <a:extLst>
                <a:ext uri="{FF2B5EF4-FFF2-40B4-BE49-F238E27FC236}">
                  <a16:creationId xmlns:a16="http://schemas.microsoft.com/office/drawing/2014/main" id="{CD789F7A-F9E0-25CF-A807-BD35F66C89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092510" y="2613016"/>
              <a:ext cx="303183" cy="303183"/>
            </a:xfrm>
            <a:prstGeom prst="rect">
              <a:avLst/>
            </a:prstGeom>
          </p:spPr>
        </p:pic>
        <p:pic>
          <p:nvPicPr>
            <p:cNvPr id="148" name="图形 147" descr="爬行的婴儿 纯色填充">
              <a:extLst>
                <a:ext uri="{FF2B5EF4-FFF2-40B4-BE49-F238E27FC236}">
                  <a16:creationId xmlns:a16="http://schemas.microsoft.com/office/drawing/2014/main" id="{940870F1-DBC7-6145-66B3-AAE8227AB5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458250" y="2489912"/>
              <a:ext cx="303183" cy="303183"/>
            </a:xfrm>
            <a:prstGeom prst="rect">
              <a:avLst/>
            </a:prstGeom>
          </p:spPr>
        </p:pic>
        <p:cxnSp>
          <p:nvCxnSpPr>
            <p:cNvPr id="149" name="连接符: 曲线 148">
              <a:extLst>
                <a:ext uri="{FF2B5EF4-FFF2-40B4-BE49-F238E27FC236}">
                  <a16:creationId xmlns:a16="http://schemas.microsoft.com/office/drawing/2014/main" id="{44E5AA58-1D4F-D3E7-F23D-9974C4D0AE16}"/>
                </a:ext>
              </a:extLst>
            </p:cNvPr>
            <p:cNvCxnSpPr>
              <a:endCxn id="145" idx="0"/>
            </p:cNvCxnSpPr>
            <p:nvPr/>
          </p:nvCxnSpPr>
          <p:spPr>
            <a:xfrm flipV="1">
              <a:off x="4251252" y="2813042"/>
              <a:ext cx="293420" cy="224543"/>
            </a:xfrm>
            <a:prstGeom prst="curvedConnector4">
              <a:avLst>
                <a:gd name="adj1" fmla="val 4155"/>
                <a:gd name="adj2" fmla="val 147634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连接符: 曲线 149">
              <a:extLst>
                <a:ext uri="{FF2B5EF4-FFF2-40B4-BE49-F238E27FC236}">
                  <a16:creationId xmlns:a16="http://schemas.microsoft.com/office/drawing/2014/main" id="{604F0CAC-E960-3039-ACD6-10E340663C47}"/>
                </a:ext>
              </a:extLst>
            </p:cNvPr>
            <p:cNvCxnSpPr>
              <a:cxnSpLocks/>
              <a:endCxn id="147" idx="0"/>
            </p:cNvCxnSpPr>
            <p:nvPr/>
          </p:nvCxnSpPr>
          <p:spPr>
            <a:xfrm flipV="1">
              <a:off x="4554435" y="2613016"/>
              <a:ext cx="689667" cy="200026"/>
            </a:xfrm>
            <a:prstGeom prst="curvedConnector4">
              <a:avLst>
                <a:gd name="adj1" fmla="val 1259"/>
                <a:gd name="adj2" fmla="val 133333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连接符: 曲线 151">
              <a:extLst>
                <a:ext uri="{FF2B5EF4-FFF2-40B4-BE49-F238E27FC236}">
                  <a16:creationId xmlns:a16="http://schemas.microsoft.com/office/drawing/2014/main" id="{E6904334-E12A-EF31-26FF-7514F4077D70}"/>
                </a:ext>
              </a:extLst>
            </p:cNvPr>
            <p:cNvCxnSpPr>
              <a:endCxn id="148" idx="0"/>
            </p:cNvCxnSpPr>
            <p:nvPr/>
          </p:nvCxnSpPr>
          <p:spPr>
            <a:xfrm flipV="1">
              <a:off x="5244102" y="2489912"/>
              <a:ext cx="365740" cy="123104"/>
            </a:xfrm>
            <a:prstGeom prst="curvedConnector4">
              <a:avLst>
                <a:gd name="adj1" fmla="val -542"/>
                <a:gd name="adj2" fmla="val 18347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41A93083-D2F2-E353-2A5B-FF530163A3E4}"/>
                    </a:ext>
                  </a:extLst>
                </p:cNvPr>
                <p:cNvSpPr txBox="1"/>
                <p:nvPr/>
              </p:nvSpPr>
              <p:spPr>
                <a:xfrm>
                  <a:off x="4420968" y="3382170"/>
                  <a:ext cx="120751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0→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41A93083-D2F2-E353-2A5B-FF530163A3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0968" y="3382170"/>
                  <a:ext cx="1207510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8A09D8E6-93ED-2E79-1174-08C7E3B974CB}"/>
                  </a:ext>
                </a:extLst>
              </p:cNvPr>
              <p:cNvSpPr txBox="1"/>
              <p:nvPr/>
            </p:nvSpPr>
            <p:spPr>
              <a:xfrm>
                <a:off x="2683968" y="1937699"/>
                <a:ext cx="14061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=4 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的</m:t>
                      </m:r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所有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方案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8A09D8E6-93ED-2E79-1174-08C7E3B97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968" y="1937699"/>
                <a:ext cx="1406154" cy="276999"/>
              </a:xfrm>
              <a:prstGeom prst="rect">
                <a:avLst/>
              </a:prstGeom>
              <a:blipFill>
                <a:blip r:embed="rId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727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D289F-B88B-869B-96C6-92BF88C99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FD98C711-EFBE-34D6-B63D-FC0558CA78AC}"/>
              </a:ext>
            </a:extLst>
          </p:cNvPr>
          <p:cNvGrpSpPr/>
          <p:nvPr/>
        </p:nvGrpSpPr>
        <p:grpSpPr>
          <a:xfrm>
            <a:off x="2629474" y="80659"/>
            <a:ext cx="6335507" cy="3096199"/>
            <a:chOff x="2629474" y="80659"/>
            <a:chExt cx="6335507" cy="3348676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1294D433-D466-71CD-514E-9B42AADB2CA0}"/>
                </a:ext>
              </a:extLst>
            </p:cNvPr>
            <p:cNvSpPr/>
            <p:nvPr/>
          </p:nvSpPr>
          <p:spPr>
            <a:xfrm>
              <a:off x="2629474" y="363267"/>
              <a:ext cx="6335507" cy="30343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8598D121-4BB4-CECB-E36B-27D97989EAC7}"/>
                </a:ext>
              </a:extLst>
            </p:cNvPr>
            <p:cNvGrpSpPr/>
            <p:nvPr/>
          </p:nvGrpSpPr>
          <p:grpSpPr>
            <a:xfrm>
              <a:off x="2993542" y="651922"/>
              <a:ext cx="1661772" cy="1192471"/>
              <a:chOff x="4099661" y="2489912"/>
              <a:chExt cx="1661772" cy="1192471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BB5FE4B-2848-8FF0-8BD8-BCD43F8C4539}"/>
                  </a:ext>
                </a:extLst>
              </p:cNvPr>
              <p:cNvSpPr/>
              <p:nvPr/>
            </p:nvSpPr>
            <p:spPr>
              <a:xfrm>
                <a:off x="4436989" y="3075672"/>
                <a:ext cx="234892" cy="23489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1</a:t>
                </a:r>
                <a:endParaRPr lang="zh-CN" altLang="en-US" sz="1600" b="1" dirty="0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5CAAA07-86EA-E213-75D9-49AA6D0B942E}"/>
                  </a:ext>
                </a:extLst>
              </p:cNvPr>
              <p:cNvSpPr/>
              <p:nvPr/>
            </p:nvSpPr>
            <p:spPr>
              <a:xfrm>
                <a:off x="4776941" y="2964633"/>
                <a:ext cx="234892" cy="3459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2</a:t>
                </a:r>
                <a:endParaRPr lang="zh-CN" altLang="en-US" sz="1600" b="1" dirty="0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B898E4E-35CF-ACB2-78F3-C6D54E2E9EA8}"/>
                  </a:ext>
                </a:extLst>
              </p:cNvPr>
              <p:cNvSpPr/>
              <p:nvPr/>
            </p:nvSpPr>
            <p:spPr>
              <a:xfrm>
                <a:off x="5092511" y="2859858"/>
                <a:ext cx="234892" cy="450705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3</a:t>
                </a:r>
                <a:endParaRPr lang="zh-CN" altLang="en-US" sz="1600" b="1" dirty="0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6402AB9-CE18-A435-7610-441D5EAA38A2}"/>
                  </a:ext>
                </a:extLst>
              </p:cNvPr>
              <p:cNvSpPr/>
              <p:nvPr/>
            </p:nvSpPr>
            <p:spPr>
              <a:xfrm>
                <a:off x="5492396" y="2764608"/>
                <a:ext cx="234892" cy="54595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4</a:t>
                </a:r>
                <a:endParaRPr lang="zh-CN" altLang="en-US" sz="1600" b="1" dirty="0"/>
              </a:p>
            </p:txBody>
          </p:sp>
          <p:pic>
            <p:nvPicPr>
              <p:cNvPr id="12" name="图形 11" descr="爬行的婴儿 纯色填充">
                <a:extLst>
                  <a:ext uri="{FF2B5EF4-FFF2-40B4-BE49-F238E27FC236}">
                    <a16:creationId xmlns:a16="http://schemas.microsoft.com/office/drawing/2014/main" id="{29E0D423-688A-94B1-9C4A-8C43C7751C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099661" y="3041526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15" name="图形 14" descr="爬行的婴儿 纯色填充">
                <a:extLst>
                  <a:ext uri="{FF2B5EF4-FFF2-40B4-BE49-F238E27FC236}">
                    <a16:creationId xmlns:a16="http://schemas.microsoft.com/office/drawing/2014/main" id="{FC37C7DC-1703-7318-6156-DFFBB28896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393080" y="2813042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16" name="图形 15" descr="爬行的婴儿 纯色填充">
                <a:extLst>
                  <a:ext uri="{FF2B5EF4-FFF2-40B4-BE49-F238E27FC236}">
                    <a16:creationId xmlns:a16="http://schemas.microsoft.com/office/drawing/2014/main" id="{7F45A0A6-D79D-C981-0B40-8E455456BE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742795" y="2708266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17" name="图形 16" descr="爬行的婴儿 纯色填充">
                <a:extLst>
                  <a:ext uri="{FF2B5EF4-FFF2-40B4-BE49-F238E27FC236}">
                    <a16:creationId xmlns:a16="http://schemas.microsoft.com/office/drawing/2014/main" id="{7409A9A4-A607-85B2-EF6D-A07058FC7C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092510" y="2613016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18" name="图形 17" descr="爬行的婴儿 纯色填充">
                <a:extLst>
                  <a:ext uri="{FF2B5EF4-FFF2-40B4-BE49-F238E27FC236}">
                    <a16:creationId xmlns:a16="http://schemas.microsoft.com/office/drawing/2014/main" id="{A2918601-26D1-8A87-248A-8C481B5B44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458250" y="2489912"/>
                <a:ext cx="303183" cy="303183"/>
              </a:xfrm>
              <a:prstGeom prst="rect">
                <a:avLst/>
              </a:prstGeom>
            </p:spPr>
          </p:pic>
          <p:cxnSp>
            <p:nvCxnSpPr>
              <p:cNvPr id="20" name="连接符: 曲线 19">
                <a:extLst>
                  <a:ext uri="{FF2B5EF4-FFF2-40B4-BE49-F238E27FC236}">
                    <a16:creationId xmlns:a16="http://schemas.microsoft.com/office/drawing/2014/main" id="{E20F7DF4-0040-3971-117F-DF3D15192457}"/>
                  </a:ext>
                </a:extLst>
              </p:cNvPr>
              <p:cNvCxnSpPr>
                <a:endCxn id="15" idx="0"/>
              </p:cNvCxnSpPr>
              <p:nvPr/>
            </p:nvCxnSpPr>
            <p:spPr>
              <a:xfrm flipV="1">
                <a:off x="4251252" y="2813042"/>
                <a:ext cx="293420" cy="224543"/>
              </a:xfrm>
              <a:prstGeom prst="curvedConnector4">
                <a:avLst>
                  <a:gd name="adj1" fmla="val 4155"/>
                  <a:gd name="adj2" fmla="val 14763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连接符: 曲线 23">
                <a:extLst>
                  <a:ext uri="{FF2B5EF4-FFF2-40B4-BE49-F238E27FC236}">
                    <a16:creationId xmlns:a16="http://schemas.microsoft.com/office/drawing/2014/main" id="{63B4029B-D454-6C87-024A-5FE862960161}"/>
                  </a:ext>
                </a:extLst>
              </p:cNvPr>
              <p:cNvCxnSpPr>
                <a:endCxn id="16" idx="0"/>
              </p:cNvCxnSpPr>
              <p:nvPr/>
            </p:nvCxnSpPr>
            <p:spPr>
              <a:xfrm flipV="1">
                <a:off x="4554435" y="2708266"/>
                <a:ext cx="339952" cy="104776"/>
              </a:xfrm>
              <a:prstGeom prst="curvedConnector4">
                <a:avLst>
                  <a:gd name="adj1" fmla="val 559"/>
                  <a:gd name="adj2" fmla="val 2221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连接符: 曲线 27">
                <a:extLst>
                  <a:ext uri="{FF2B5EF4-FFF2-40B4-BE49-F238E27FC236}">
                    <a16:creationId xmlns:a16="http://schemas.microsoft.com/office/drawing/2014/main" id="{AC881087-9DB1-52D5-0282-32813C8B54DC}"/>
                  </a:ext>
                </a:extLst>
              </p:cNvPr>
              <p:cNvCxnSpPr>
                <a:endCxn id="17" idx="0"/>
              </p:cNvCxnSpPr>
              <p:nvPr/>
            </p:nvCxnSpPr>
            <p:spPr>
              <a:xfrm flipV="1">
                <a:off x="4894387" y="2613016"/>
                <a:ext cx="349715" cy="95250"/>
              </a:xfrm>
              <a:prstGeom prst="curvedConnector4">
                <a:avLst>
                  <a:gd name="adj1" fmla="val 4338"/>
                  <a:gd name="adj2" fmla="val 2211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连接符: 曲线 34">
                <a:extLst>
                  <a:ext uri="{FF2B5EF4-FFF2-40B4-BE49-F238E27FC236}">
                    <a16:creationId xmlns:a16="http://schemas.microsoft.com/office/drawing/2014/main" id="{2F951C30-4EDE-DAE0-C70D-29DF6463018B}"/>
                  </a:ext>
                </a:extLst>
              </p:cNvPr>
              <p:cNvCxnSpPr>
                <a:endCxn id="18" idx="0"/>
              </p:cNvCxnSpPr>
              <p:nvPr/>
            </p:nvCxnSpPr>
            <p:spPr>
              <a:xfrm flipV="1">
                <a:off x="5244102" y="2489912"/>
                <a:ext cx="365740" cy="123104"/>
              </a:xfrm>
              <a:prstGeom prst="curvedConnector4">
                <a:avLst>
                  <a:gd name="adj1" fmla="val -542"/>
                  <a:gd name="adj2" fmla="val 183478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596B37C3-F26C-8251-A3E9-A9752C3D7317}"/>
                      </a:ext>
                    </a:extLst>
                  </p:cNvPr>
                  <p:cNvSpPr txBox="1"/>
                  <p:nvPr/>
                </p:nvSpPr>
                <p:spPr>
                  <a:xfrm>
                    <a:off x="4241373" y="3382796"/>
                    <a:ext cx="1506246" cy="2995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 dirty="0" smtClean="0">
                              <a:latin typeface="Cambria Math" panose="02040503050406030204" pitchFamily="18" charset="0"/>
                            </a:rPr>
                            <m:t>0→</m:t>
                          </m:r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596B37C3-F26C-8251-A3E9-A9752C3D73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41373" y="3382796"/>
                    <a:ext cx="1506246" cy="2995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CE99824A-C99E-90AD-7C85-5B0425ACEF9C}"/>
                </a:ext>
              </a:extLst>
            </p:cNvPr>
            <p:cNvGrpSpPr/>
            <p:nvPr/>
          </p:nvGrpSpPr>
          <p:grpSpPr>
            <a:xfrm>
              <a:off x="4846962" y="614653"/>
              <a:ext cx="1661772" cy="1238105"/>
              <a:chOff x="4099661" y="2489912"/>
              <a:chExt cx="1661772" cy="1238105"/>
            </a:xfrm>
          </p:grpSpPr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018C6C62-6D85-19D0-D69A-67DB99F47255}"/>
                  </a:ext>
                </a:extLst>
              </p:cNvPr>
              <p:cNvSpPr/>
              <p:nvPr/>
            </p:nvSpPr>
            <p:spPr>
              <a:xfrm>
                <a:off x="4436989" y="3075672"/>
                <a:ext cx="234892" cy="23489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1</a:t>
                </a:r>
                <a:endParaRPr lang="zh-CN" altLang="en-US" sz="1600" b="1" dirty="0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44357C7B-130D-D404-B34A-E2217651EFFA}"/>
                  </a:ext>
                </a:extLst>
              </p:cNvPr>
              <p:cNvSpPr/>
              <p:nvPr/>
            </p:nvSpPr>
            <p:spPr>
              <a:xfrm>
                <a:off x="4776941" y="2964633"/>
                <a:ext cx="234892" cy="3459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2</a:t>
                </a:r>
                <a:endParaRPr lang="zh-CN" altLang="en-US" sz="1600" b="1" dirty="0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64CEF617-79BA-A1A6-087C-23A868076456}"/>
                  </a:ext>
                </a:extLst>
              </p:cNvPr>
              <p:cNvSpPr/>
              <p:nvPr/>
            </p:nvSpPr>
            <p:spPr>
              <a:xfrm>
                <a:off x="5092511" y="2859858"/>
                <a:ext cx="234892" cy="450705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3</a:t>
                </a:r>
                <a:endParaRPr lang="zh-CN" altLang="en-US" sz="1600" b="1" dirty="0"/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97A55821-E391-8AA2-536C-456563C2E51F}"/>
                  </a:ext>
                </a:extLst>
              </p:cNvPr>
              <p:cNvSpPr/>
              <p:nvPr/>
            </p:nvSpPr>
            <p:spPr>
              <a:xfrm>
                <a:off x="5492396" y="2764608"/>
                <a:ext cx="234892" cy="54595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4</a:t>
                </a:r>
                <a:endParaRPr lang="zh-CN" altLang="en-US" sz="1600" b="1" dirty="0"/>
              </a:p>
            </p:txBody>
          </p:sp>
          <p:pic>
            <p:nvPicPr>
              <p:cNvPr id="64" name="图形 63" descr="爬行的婴儿 纯色填充">
                <a:extLst>
                  <a:ext uri="{FF2B5EF4-FFF2-40B4-BE49-F238E27FC236}">
                    <a16:creationId xmlns:a16="http://schemas.microsoft.com/office/drawing/2014/main" id="{13DF7600-5EAE-BFC4-B1BD-5F9BEB7B2C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099661" y="3041526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66" name="图形 65" descr="爬行的婴儿 纯色填充">
                <a:extLst>
                  <a:ext uri="{FF2B5EF4-FFF2-40B4-BE49-F238E27FC236}">
                    <a16:creationId xmlns:a16="http://schemas.microsoft.com/office/drawing/2014/main" id="{9DE0DB4E-AD36-3DD0-1803-0EE0A09897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742795" y="2708266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67" name="图形 66" descr="爬行的婴儿 纯色填充">
                <a:extLst>
                  <a:ext uri="{FF2B5EF4-FFF2-40B4-BE49-F238E27FC236}">
                    <a16:creationId xmlns:a16="http://schemas.microsoft.com/office/drawing/2014/main" id="{8506D812-7993-DB69-EBFD-1C215FF02B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092510" y="2613016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68" name="图形 67" descr="爬行的婴儿 纯色填充">
                <a:extLst>
                  <a:ext uri="{FF2B5EF4-FFF2-40B4-BE49-F238E27FC236}">
                    <a16:creationId xmlns:a16="http://schemas.microsoft.com/office/drawing/2014/main" id="{1CAE3206-0DE3-8F8B-E3C3-6E1C03B619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458250" y="2489912"/>
                <a:ext cx="303183" cy="303183"/>
              </a:xfrm>
              <a:prstGeom prst="rect">
                <a:avLst/>
              </a:prstGeom>
            </p:spPr>
          </p:pic>
          <p:cxnSp>
            <p:nvCxnSpPr>
              <p:cNvPr id="70" name="连接符: 曲线 69">
                <a:extLst>
                  <a:ext uri="{FF2B5EF4-FFF2-40B4-BE49-F238E27FC236}">
                    <a16:creationId xmlns:a16="http://schemas.microsoft.com/office/drawing/2014/main" id="{38240CD4-B3B6-3CE6-6BDA-14D6E3EB9023}"/>
                  </a:ext>
                </a:extLst>
              </p:cNvPr>
              <p:cNvCxnSpPr>
                <a:cxnSpLocks/>
                <a:stCxn id="64" idx="0"/>
                <a:endCxn id="66" idx="0"/>
              </p:cNvCxnSpPr>
              <p:nvPr/>
            </p:nvCxnSpPr>
            <p:spPr>
              <a:xfrm rot="5400000" flipH="1" flipV="1">
                <a:off x="4406190" y="2553329"/>
                <a:ext cx="333260" cy="643134"/>
              </a:xfrm>
              <a:prstGeom prst="curvedConnector3">
                <a:avLst>
                  <a:gd name="adj1" fmla="val 120007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连接符: 曲线 70">
                <a:extLst>
                  <a:ext uri="{FF2B5EF4-FFF2-40B4-BE49-F238E27FC236}">
                    <a16:creationId xmlns:a16="http://schemas.microsoft.com/office/drawing/2014/main" id="{61D9D7A3-55B0-A60D-A1E5-0BDC23ACB5DB}"/>
                  </a:ext>
                </a:extLst>
              </p:cNvPr>
              <p:cNvCxnSpPr>
                <a:endCxn id="67" idx="0"/>
              </p:cNvCxnSpPr>
              <p:nvPr/>
            </p:nvCxnSpPr>
            <p:spPr>
              <a:xfrm flipV="1">
                <a:off x="4894387" y="2613016"/>
                <a:ext cx="349715" cy="95250"/>
              </a:xfrm>
              <a:prstGeom prst="curvedConnector4">
                <a:avLst>
                  <a:gd name="adj1" fmla="val 4338"/>
                  <a:gd name="adj2" fmla="val 2211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连接符: 曲线 71">
                <a:extLst>
                  <a:ext uri="{FF2B5EF4-FFF2-40B4-BE49-F238E27FC236}">
                    <a16:creationId xmlns:a16="http://schemas.microsoft.com/office/drawing/2014/main" id="{9413DCD2-B3C7-237A-BA18-491F5464C8E0}"/>
                  </a:ext>
                </a:extLst>
              </p:cNvPr>
              <p:cNvCxnSpPr>
                <a:endCxn id="68" idx="0"/>
              </p:cNvCxnSpPr>
              <p:nvPr/>
            </p:nvCxnSpPr>
            <p:spPr>
              <a:xfrm flipV="1">
                <a:off x="5244102" y="2489912"/>
                <a:ext cx="365740" cy="123104"/>
              </a:xfrm>
              <a:prstGeom prst="curvedConnector4">
                <a:avLst>
                  <a:gd name="adj1" fmla="val -542"/>
                  <a:gd name="adj2" fmla="val 183478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3" name="文本框 72">
                    <a:extLst>
                      <a:ext uri="{FF2B5EF4-FFF2-40B4-BE49-F238E27FC236}">
                        <a16:creationId xmlns:a16="http://schemas.microsoft.com/office/drawing/2014/main" id="{F143F031-49B8-614F-17F3-32B5E330A36F}"/>
                      </a:ext>
                    </a:extLst>
                  </p:cNvPr>
                  <p:cNvSpPr txBox="1"/>
                  <p:nvPr/>
                </p:nvSpPr>
                <p:spPr>
                  <a:xfrm>
                    <a:off x="4436989" y="3428430"/>
                    <a:ext cx="1207510" cy="2995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73" name="文本框 72">
                    <a:extLst>
                      <a:ext uri="{FF2B5EF4-FFF2-40B4-BE49-F238E27FC236}">
                        <a16:creationId xmlns:a16="http://schemas.microsoft.com/office/drawing/2014/main" id="{F143F031-49B8-614F-17F3-32B5E330A3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36989" y="3428430"/>
                    <a:ext cx="1207510" cy="29958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1BE01956-A607-DE13-7AF5-1119FFD0DFF3}"/>
                </a:ext>
              </a:extLst>
            </p:cNvPr>
            <p:cNvGrpSpPr/>
            <p:nvPr/>
          </p:nvGrpSpPr>
          <p:grpSpPr>
            <a:xfrm>
              <a:off x="6991869" y="610885"/>
              <a:ext cx="1661772" cy="1233508"/>
              <a:chOff x="4099661" y="2489912"/>
              <a:chExt cx="1661772" cy="1233508"/>
            </a:xfrm>
          </p:grpSpPr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F37AD43C-D49E-C329-2106-2A9574FA469D}"/>
                  </a:ext>
                </a:extLst>
              </p:cNvPr>
              <p:cNvSpPr/>
              <p:nvPr/>
            </p:nvSpPr>
            <p:spPr>
              <a:xfrm>
                <a:off x="4436989" y="3075672"/>
                <a:ext cx="234892" cy="23489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1</a:t>
                </a:r>
                <a:endParaRPr lang="zh-CN" altLang="en-US" sz="1600" b="1" dirty="0"/>
              </a:p>
            </p:txBody>
          </p: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58FA948E-7565-4126-C32F-AC0DB01D1C95}"/>
                  </a:ext>
                </a:extLst>
              </p:cNvPr>
              <p:cNvSpPr/>
              <p:nvPr/>
            </p:nvSpPr>
            <p:spPr>
              <a:xfrm>
                <a:off x="4776941" y="2964633"/>
                <a:ext cx="234892" cy="345930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2</a:t>
                </a:r>
                <a:endParaRPr lang="zh-CN" altLang="en-US" sz="1600" b="1" dirty="0"/>
              </a:p>
            </p:txBody>
          </p:sp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CA144198-9A40-D073-F0A0-EB1AD8AE4C20}"/>
                  </a:ext>
                </a:extLst>
              </p:cNvPr>
              <p:cNvSpPr/>
              <p:nvPr/>
            </p:nvSpPr>
            <p:spPr>
              <a:xfrm>
                <a:off x="5092511" y="2859858"/>
                <a:ext cx="234892" cy="45070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3</a:t>
                </a:r>
                <a:endParaRPr lang="zh-CN" altLang="en-US" sz="1600" b="1" dirty="0"/>
              </a:p>
            </p:txBody>
          </p:sp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5F9475C2-D6C1-7B4B-B6B5-12A369C5D197}"/>
                  </a:ext>
                </a:extLst>
              </p:cNvPr>
              <p:cNvSpPr/>
              <p:nvPr/>
            </p:nvSpPr>
            <p:spPr>
              <a:xfrm>
                <a:off x="5492396" y="2764608"/>
                <a:ext cx="234892" cy="54595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4</a:t>
                </a:r>
                <a:endParaRPr lang="zh-CN" altLang="en-US" sz="1600" b="1" dirty="0"/>
              </a:p>
            </p:txBody>
          </p:sp>
          <p:pic>
            <p:nvPicPr>
              <p:cNvPr id="81" name="图形 80" descr="爬行的婴儿 纯色填充">
                <a:extLst>
                  <a:ext uri="{FF2B5EF4-FFF2-40B4-BE49-F238E27FC236}">
                    <a16:creationId xmlns:a16="http://schemas.microsoft.com/office/drawing/2014/main" id="{D3C4EA02-5187-A8A2-BA50-D401E35621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099661" y="3041526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82" name="图形 81" descr="爬行的婴儿 纯色填充">
                <a:extLst>
                  <a:ext uri="{FF2B5EF4-FFF2-40B4-BE49-F238E27FC236}">
                    <a16:creationId xmlns:a16="http://schemas.microsoft.com/office/drawing/2014/main" id="{367433AF-0AD7-A420-9307-7F507E6B27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742795" y="2708266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84" name="图形 83" descr="爬行的婴儿 纯色填充">
                <a:extLst>
                  <a:ext uri="{FF2B5EF4-FFF2-40B4-BE49-F238E27FC236}">
                    <a16:creationId xmlns:a16="http://schemas.microsoft.com/office/drawing/2014/main" id="{850EFF24-707F-1A64-3843-28AE6DC9D6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458250" y="2489912"/>
                <a:ext cx="303183" cy="303183"/>
              </a:xfrm>
              <a:prstGeom prst="rect">
                <a:avLst/>
              </a:prstGeom>
            </p:spPr>
          </p:pic>
          <p:cxnSp>
            <p:nvCxnSpPr>
              <p:cNvPr id="85" name="连接符: 曲线 84">
                <a:extLst>
                  <a:ext uri="{FF2B5EF4-FFF2-40B4-BE49-F238E27FC236}">
                    <a16:creationId xmlns:a16="http://schemas.microsoft.com/office/drawing/2014/main" id="{2E2CB422-6C61-3936-0636-8CE0D33FB5D8}"/>
                  </a:ext>
                </a:extLst>
              </p:cNvPr>
              <p:cNvCxnSpPr>
                <a:cxnSpLocks/>
                <a:stCxn id="81" idx="0"/>
                <a:endCxn id="82" idx="0"/>
              </p:cNvCxnSpPr>
              <p:nvPr/>
            </p:nvCxnSpPr>
            <p:spPr>
              <a:xfrm rot="5400000" flipH="1" flipV="1">
                <a:off x="4406190" y="2553329"/>
                <a:ext cx="333260" cy="643134"/>
              </a:xfrm>
              <a:prstGeom prst="curvedConnector3">
                <a:avLst>
                  <a:gd name="adj1" fmla="val 120007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连接符: 曲线 87">
                <a:extLst>
                  <a:ext uri="{FF2B5EF4-FFF2-40B4-BE49-F238E27FC236}">
                    <a16:creationId xmlns:a16="http://schemas.microsoft.com/office/drawing/2014/main" id="{9C51F809-59C1-9207-D057-20E099C60E09}"/>
                  </a:ext>
                </a:extLst>
              </p:cNvPr>
              <p:cNvCxnSpPr>
                <a:cxnSpLocks/>
                <a:stCxn id="82" idx="0"/>
                <a:endCxn id="84" idx="0"/>
              </p:cNvCxnSpPr>
              <p:nvPr/>
            </p:nvCxnSpPr>
            <p:spPr>
              <a:xfrm rot="5400000" flipH="1" flipV="1">
                <a:off x="5142937" y="2241362"/>
                <a:ext cx="218354" cy="715455"/>
              </a:xfrm>
              <a:prstGeom prst="curvedConnector3">
                <a:avLst>
                  <a:gd name="adj1" fmla="val 126172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3" name="文本框 92">
                    <a:extLst>
                      <a:ext uri="{FF2B5EF4-FFF2-40B4-BE49-F238E27FC236}">
                        <a16:creationId xmlns:a16="http://schemas.microsoft.com/office/drawing/2014/main" id="{E9A41B71-E9C0-11E7-403D-6292A800BE62}"/>
                      </a:ext>
                    </a:extLst>
                  </p:cNvPr>
                  <p:cNvSpPr txBox="1"/>
                  <p:nvPr/>
                </p:nvSpPr>
                <p:spPr>
                  <a:xfrm>
                    <a:off x="4591591" y="3423833"/>
                    <a:ext cx="908774" cy="2995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12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93" name="文本框 92">
                    <a:extLst>
                      <a:ext uri="{FF2B5EF4-FFF2-40B4-BE49-F238E27FC236}">
                        <a16:creationId xmlns:a16="http://schemas.microsoft.com/office/drawing/2014/main" id="{E9A41B71-E9C0-11E7-403D-6292A800BE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1591" y="3423833"/>
                    <a:ext cx="908774" cy="29958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275677B8-DC12-1EB3-8809-FD36E26ACA43}"/>
                </a:ext>
              </a:extLst>
            </p:cNvPr>
            <p:cNvGrpSpPr/>
            <p:nvPr/>
          </p:nvGrpSpPr>
          <p:grpSpPr>
            <a:xfrm>
              <a:off x="7028030" y="1947787"/>
              <a:ext cx="1661772" cy="1201755"/>
              <a:chOff x="4099661" y="2489912"/>
              <a:chExt cx="1661772" cy="1201755"/>
            </a:xfrm>
          </p:grpSpPr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E31BF9CB-AFA1-9A94-F795-4418EE703FDF}"/>
                  </a:ext>
                </a:extLst>
              </p:cNvPr>
              <p:cNvSpPr/>
              <p:nvPr/>
            </p:nvSpPr>
            <p:spPr>
              <a:xfrm>
                <a:off x="4436989" y="3075672"/>
                <a:ext cx="234892" cy="23489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1</a:t>
                </a:r>
                <a:endParaRPr lang="zh-CN" altLang="en-US" sz="1600" b="1" dirty="0"/>
              </a:p>
            </p:txBody>
          </p:sp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146424A5-B7DC-AA43-B133-5D332B919685}"/>
                  </a:ext>
                </a:extLst>
              </p:cNvPr>
              <p:cNvSpPr/>
              <p:nvPr/>
            </p:nvSpPr>
            <p:spPr>
              <a:xfrm>
                <a:off x="4776941" y="2964633"/>
                <a:ext cx="234892" cy="345930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2</a:t>
                </a:r>
                <a:endParaRPr lang="zh-CN" altLang="en-US" sz="1600" b="1" dirty="0"/>
              </a:p>
            </p:txBody>
          </p:sp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CB387EF9-F68E-EEB7-57F5-C845BC99FCDF}"/>
                  </a:ext>
                </a:extLst>
              </p:cNvPr>
              <p:cNvSpPr/>
              <p:nvPr/>
            </p:nvSpPr>
            <p:spPr>
              <a:xfrm>
                <a:off x="5092511" y="2859858"/>
                <a:ext cx="234892" cy="45070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3</a:t>
                </a:r>
                <a:endParaRPr lang="zh-CN" altLang="en-US" sz="1600" b="1" dirty="0"/>
              </a:p>
            </p:txBody>
          </p:sp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F89282D5-1B28-F5F7-2310-A1F34DEF784F}"/>
                  </a:ext>
                </a:extLst>
              </p:cNvPr>
              <p:cNvSpPr/>
              <p:nvPr/>
            </p:nvSpPr>
            <p:spPr>
              <a:xfrm>
                <a:off x="5492396" y="2764608"/>
                <a:ext cx="234892" cy="54595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4</a:t>
                </a:r>
                <a:endParaRPr lang="zh-CN" altLang="en-US" sz="1600" b="1" dirty="0"/>
              </a:p>
            </p:txBody>
          </p:sp>
          <p:pic>
            <p:nvPicPr>
              <p:cNvPr id="113" name="图形 112" descr="爬行的婴儿 纯色填充">
                <a:extLst>
                  <a:ext uri="{FF2B5EF4-FFF2-40B4-BE49-F238E27FC236}">
                    <a16:creationId xmlns:a16="http://schemas.microsoft.com/office/drawing/2014/main" id="{84EE7C03-73F3-A704-AB93-3D4D7D3336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099661" y="3041526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114" name="图形 113" descr="爬行的婴儿 纯色填充">
                <a:extLst>
                  <a:ext uri="{FF2B5EF4-FFF2-40B4-BE49-F238E27FC236}">
                    <a16:creationId xmlns:a16="http://schemas.microsoft.com/office/drawing/2014/main" id="{71B32B6B-7932-66D1-4021-E1408B0CFE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393080" y="2813042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115" name="图形 114" descr="爬行的婴儿 纯色填充">
                <a:extLst>
                  <a:ext uri="{FF2B5EF4-FFF2-40B4-BE49-F238E27FC236}">
                    <a16:creationId xmlns:a16="http://schemas.microsoft.com/office/drawing/2014/main" id="{4BB4E3EB-864E-6AFD-4EF0-733B1D093B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742795" y="2708266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117" name="图形 116" descr="爬行的婴儿 纯色填充">
                <a:extLst>
                  <a:ext uri="{FF2B5EF4-FFF2-40B4-BE49-F238E27FC236}">
                    <a16:creationId xmlns:a16="http://schemas.microsoft.com/office/drawing/2014/main" id="{775956ED-E6EF-0AB9-8B42-BC92A1E48E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458250" y="2489912"/>
                <a:ext cx="303183" cy="303183"/>
              </a:xfrm>
              <a:prstGeom prst="rect">
                <a:avLst/>
              </a:prstGeom>
            </p:spPr>
          </p:pic>
          <p:cxnSp>
            <p:nvCxnSpPr>
              <p:cNvPr id="118" name="连接符: 曲线 117">
                <a:extLst>
                  <a:ext uri="{FF2B5EF4-FFF2-40B4-BE49-F238E27FC236}">
                    <a16:creationId xmlns:a16="http://schemas.microsoft.com/office/drawing/2014/main" id="{75AA77E6-2E93-4DAD-0531-01034D4F2773}"/>
                  </a:ext>
                </a:extLst>
              </p:cNvPr>
              <p:cNvCxnSpPr>
                <a:endCxn id="114" idx="0"/>
              </p:cNvCxnSpPr>
              <p:nvPr/>
            </p:nvCxnSpPr>
            <p:spPr>
              <a:xfrm flipV="1">
                <a:off x="4251252" y="2813042"/>
                <a:ext cx="293420" cy="224543"/>
              </a:xfrm>
              <a:prstGeom prst="curvedConnector4">
                <a:avLst>
                  <a:gd name="adj1" fmla="val 4155"/>
                  <a:gd name="adj2" fmla="val 14763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连接符: 曲线 118">
                <a:extLst>
                  <a:ext uri="{FF2B5EF4-FFF2-40B4-BE49-F238E27FC236}">
                    <a16:creationId xmlns:a16="http://schemas.microsoft.com/office/drawing/2014/main" id="{B004EE1C-A116-2B6B-1BA4-4C1782CCEB01}"/>
                  </a:ext>
                </a:extLst>
              </p:cNvPr>
              <p:cNvCxnSpPr>
                <a:endCxn id="115" idx="0"/>
              </p:cNvCxnSpPr>
              <p:nvPr/>
            </p:nvCxnSpPr>
            <p:spPr>
              <a:xfrm flipV="1">
                <a:off x="4554435" y="2708266"/>
                <a:ext cx="339952" cy="104776"/>
              </a:xfrm>
              <a:prstGeom prst="curvedConnector4">
                <a:avLst>
                  <a:gd name="adj1" fmla="val 559"/>
                  <a:gd name="adj2" fmla="val 2221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连接符: 曲线 120">
                <a:extLst>
                  <a:ext uri="{FF2B5EF4-FFF2-40B4-BE49-F238E27FC236}">
                    <a16:creationId xmlns:a16="http://schemas.microsoft.com/office/drawing/2014/main" id="{673AAA2F-490C-DC9F-FEAE-E89295ED382D}"/>
                  </a:ext>
                </a:extLst>
              </p:cNvPr>
              <p:cNvCxnSpPr>
                <a:cxnSpLocks/>
                <a:stCxn id="115" idx="0"/>
                <a:endCxn id="117" idx="0"/>
              </p:cNvCxnSpPr>
              <p:nvPr/>
            </p:nvCxnSpPr>
            <p:spPr>
              <a:xfrm rot="5400000" flipH="1" flipV="1">
                <a:off x="5142937" y="2241362"/>
                <a:ext cx="218354" cy="715455"/>
              </a:xfrm>
              <a:prstGeom prst="curvedConnector3">
                <a:avLst>
                  <a:gd name="adj1" fmla="val 121809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2" name="文本框 121">
                    <a:extLst>
                      <a:ext uri="{FF2B5EF4-FFF2-40B4-BE49-F238E27FC236}">
                        <a16:creationId xmlns:a16="http://schemas.microsoft.com/office/drawing/2014/main" id="{1E192D51-7123-985C-A707-660CABC36E36}"/>
                      </a:ext>
                    </a:extLst>
                  </p:cNvPr>
                  <p:cNvSpPr txBox="1"/>
                  <p:nvPr/>
                </p:nvSpPr>
                <p:spPr>
                  <a:xfrm>
                    <a:off x="4402844" y="3392080"/>
                    <a:ext cx="1207510" cy="2995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 dirty="0" smtClean="0">
                              <a:latin typeface="Cambria Math" panose="02040503050406030204" pitchFamily="18" charset="0"/>
                            </a:rPr>
                            <m:t>0→</m:t>
                          </m:r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12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122" name="文本框 121">
                    <a:extLst>
                      <a:ext uri="{FF2B5EF4-FFF2-40B4-BE49-F238E27FC236}">
                        <a16:creationId xmlns:a16="http://schemas.microsoft.com/office/drawing/2014/main" id="{1E192D51-7123-985C-A707-660CABC36E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02844" y="3392080"/>
                    <a:ext cx="1207510" cy="29958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DB4CDE62-ECC4-C5B5-5078-5692E8B40408}"/>
                </a:ext>
              </a:extLst>
            </p:cNvPr>
            <p:cNvGrpSpPr/>
            <p:nvPr/>
          </p:nvGrpSpPr>
          <p:grpSpPr>
            <a:xfrm>
              <a:off x="3057490" y="1969375"/>
              <a:ext cx="1661772" cy="1191845"/>
              <a:chOff x="4099661" y="2489912"/>
              <a:chExt cx="1661772" cy="1191845"/>
            </a:xfrm>
          </p:grpSpPr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8DBE8A4F-9448-7411-6FE1-C5297B0CE0F1}"/>
                  </a:ext>
                </a:extLst>
              </p:cNvPr>
              <p:cNvSpPr/>
              <p:nvPr/>
            </p:nvSpPr>
            <p:spPr>
              <a:xfrm>
                <a:off x="4436989" y="3075672"/>
                <a:ext cx="234892" cy="23489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1</a:t>
                </a:r>
                <a:endParaRPr lang="zh-CN" altLang="en-US" sz="1600" b="1" dirty="0"/>
              </a:p>
            </p:txBody>
          </p:sp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E8A86FDD-6472-3B3C-0245-1939F9CC7CE7}"/>
                  </a:ext>
                </a:extLst>
              </p:cNvPr>
              <p:cNvSpPr/>
              <p:nvPr/>
            </p:nvSpPr>
            <p:spPr>
              <a:xfrm>
                <a:off x="4776941" y="2964633"/>
                <a:ext cx="234892" cy="3459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2</a:t>
                </a:r>
                <a:endParaRPr lang="zh-CN" altLang="en-US" sz="1600" b="1" dirty="0"/>
              </a:p>
            </p:txBody>
          </p:sp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D8A22107-130F-B1E7-CF70-1A64774BC455}"/>
                  </a:ext>
                </a:extLst>
              </p:cNvPr>
              <p:cNvSpPr/>
              <p:nvPr/>
            </p:nvSpPr>
            <p:spPr>
              <a:xfrm>
                <a:off x="5092511" y="2859858"/>
                <a:ext cx="234892" cy="450705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3</a:t>
                </a:r>
                <a:endParaRPr lang="zh-CN" altLang="en-US" sz="1600" b="1" dirty="0"/>
              </a:p>
            </p:txBody>
          </p:sp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4DF3F7C8-0D0E-3355-4E3F-702FB524DF79}"/>
                  </a:ext>
                </a:extLst>
              </p:cNvPr>
              <p:cNvSpPr/>
              <p:nvPr/>
            </p:nvSpPr>
            <p:spPr>
              <a:xfrm>
                <a:off x="5492396" y="2764608"/>
                <a:ext cx="234892" cy="54595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4</a:t>
                </a:r>
                <a:endParaRPr lang="zh-CN" altLang="en-US" sz="1600" b="1" dirty="0"/>
              </a:p>
            </p:txBody>
          </p:sp>
          <p:pic>
            <p:nvPicPr>
              <p:cNvPr id="144" name="图形 143" descr="爬行的婴儿 纯色填充">
                <a:extLst>
                  <a:ext uri="{FF2B5EF4-FFF2-40B4-BE49-F238E27FC236}">
                    <a16:creationId xmlns:a16="http://schemas.microsoft.com/office/drawing/2014/main" id="{B3D64510-429B-801B-3205-6C31C4E49F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099661" y="3041526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145" name="图形 144" descr="爬行的婴儿 纯色填充">
                <a:extLst>
                  <a:ext uri="{FF2B5EF4-FFF2-40B4-BE49-F238E27FC236}">
                    <a16:creationId xmlns:a16="http://schemas.microsoft.com/office/drawing/2014/main" id="{DD2A7BD7-2211-32E0-8070-030111BF68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393080" y="2813042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147" name="图形 146" descr="爬行的婴儿 纯色填充">
                <a:extLst>
                  <a:ext uri="{FF2B5EF4-FFF2-40B4-BE49-F238E27FC236}">
                    <a16:creationId xmlns:a16="http://schemas.microsoft.com/office/drawing/2014/main" id="{9ABDD0B9-6E11-2199-AFD3-0D5EE57F97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092510" y="2613016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148" name="图形 147" descr="爬行的婴儿 纯色填充">
                <a:extLst>
                  <a:ext uri="{FF2B5EF4-FFF2-40B4-BE49-F238E27FC236}">
                    <a16:creationId xmlns:a16="http://schemas.microsoft.com/office/drawing/2014/main" id="{822EC596-2B16-EDEC-5352-589312BFC1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458250" y="2489912"/>
                <a:ext cx="303183" cy="303183"/>
              </a:xfrm>
              <a:prstGeom prst="rect">
                <a:avLst/>
              </a:prstGeom>
            </p:spPr>
          </p:pic>
          <p:cxnSp>
            <p:nvCxnSpPr>
              <p:cNvPr id="149" name="连接符: 曲线 148">
                <a:extLst>
                  <a:ext uri="{FF2B5EF4-FFF2-40B4-BE49-F238E27FC236}">
                    <a16:creationId xmlns:a16="http://schemas.microsoft.com/office/drawing/2014/main" id="{467FA1C5-88B7-5F27-9CBE-81DDFBA58427}"/>
                  </a:ext>
                </a:extLst>
              </p:cNvPr>
              <p:cNvCxnSpPr>
                <a:endCxn id="145" idx="0"/>
              </p:cNvCxnSpPr>
              <p:nvPr/>
            </p:nvCxnSpPr>
            <p:spPr>
              <a:xfrm flipV="1">
                <a:off x="4251252" y="2813042"/>
                <a:ext cx="293420" cy="224543"/>
              </a:xfrm>
              <a:prstGeom prst="curvedConnector4">
                <a:avLst>
                  <a:gd name="adj1" fmla="val 4155"/>
                  <a:gd name="adj2" fmla="val 14763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连接符: 曲线 149">
                <a:extLst>
                  <a:ext uri="{FF2B5EF4-FFF2-40B4-BE49-F238E27FC236}">
                    <a16:creationId xmlns:a16="http://schemas.microsoft.com/office/drawing/2014/main" id="{B56AE125-B5A4-ABC6-9AF6-B3A13ED2F3D1}"/>
                  </a:ext>
                </a:extLst>
              </p:cNvPr>
              <p:cNvCxnSpPr>
                <a:cxnSpLocks/>
                <a:endCxn id="147" idx="0"/>
              </p:cNvCxnSpPr>
              <p:nvPr/>
            </p:nvCxnSpPr>
            <p:spPr>
              <a:xfrm flipV="1">
                <a:off x="4554435" y="2613016"/>
                <a:ext cx="689667" cy="200026"/>
              </a:xfrm>
              <a:prstGeom prst="curvedConnector4">
                <a:avLst>
                  <a:gd name="adj1" fmla="val 1259"/>
                  <a:gd name="adj2" fmla="val 133333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连接符: 曲线 151">
                <a:extLst>
                  <a:ext uri="{FF2B5EF4-FFF2-40B4-BE49-F238E27FC236}">
                    <a16:creationId xmlns:a16="http://schemas.microsoft.com/office/drawing/2014/main" id="{5A1DB1EF-2848-5BC2-B37E-C2E4C4AAFAF1}"/>
                  </a:ext>
                </a:extLst>
              </p:cNvPr>
              <p:cNvCxnSpPr>
                <a:endCxn id="148" idx="0"/>
              </p:cNvCxnSpPr>
              <p:nvPr/>
            </p:nvCxnSpPr>
            <p:spPr>
              <a:xfrm flipV="1">
                <a:off x="5244102" y="2489912"/>
                <a:ext cx="365740" cy="123104"/>
              </a:xfrm>
              <a:prstGeom prst="curvedConnector4">
                <a:avLst>
                  <a:gd name="adj1" fmla="val -542"/>
                  <a:gd name="adj2" fmla="val 183478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3" name="文本框 152">
                    <a:extLst>
                      <a:ext uri="{FF2B5EF4-FFF2-40B4-BE49-F238E27FC236}">
                        <a16:creationId xmlns:a16="http://schemas.microsoft.com/office/drawing/2014/main" id="{B3FC707E-80EC-6645-7A21-A750D7073E83}"/>
                      </a:ext>
                    </a:extLst>
                  </p:cNvPr>
                  <p:cNvSpPr txBox="1"/>
                  <p:nvPr/>
                </p:nvSpPr>
                <p:spPr>
                  <a:xfrm>
                    <a:off x="4420968" y="3382170"/>
                    <a:ext cx="1207510" cy="2995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 dirty="0" smtClean="0">
                              <a:latin typeface="Cambria Math" panose="02040503050406030204" pitchFamily="18" charset="0"/>
                            </a:rPr>
                            <m:t>0→</m:t>
                          </m:r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153" name="文本框 152">
                    <a:extLst>
                      <a:ext uri="{FF2B5EF4-FFF2-40B4-BE49-F238E27FC236}">
                        <a16:creationId xmlns:a16="http://schemas.microsoft.com/office/drawing/2014/main" id="{B3FC707E-80EC-6645-7A21-A750D7073E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20968" y="3382170"/>
                    <a:ext cx="1207510" cy="29958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81D6ECA8-A48D-B9FC-A363-04F11A100A09}"/>
                    </a:ext>
                  </a:extLst>
                </p:cNvPr>
                <p:cNvSpPr txBox="1"/>
                <p:nvPr/>
              </p:nvSpPr>
              <p:spPr>
                <a:xfrm>
                  <a:off x="2917699" y="80659"/>
                  <a:ext cx="140615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=4 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的</m:t>
                        </m:r>
                        <m:r>
                          <a:rPr lang="zh-CN" altLang="en-US" sz="1200" i="1" smtClean="0">
                            <a:latin typeface="Cambria Math" panose="02040503050406030204" pitchFamily="18" charset="0"/>
                          </a:rPr>
                          <m:t>所有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方案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81D6ECA8-A48D-B9FC-A363-04F11A100A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7699" y="80659"/>
                  <a:ext cx="1406154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119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F7C97EB0-42E5-DCFD-B5FD-944BC9C10FB0}"/>
                </a:ext>
              </a:extLst>
            </p:cNvPr>
            <p:cNvCxnSpPr/>
            <p:nvPr/>
          </p:nvCxnSpPr>
          <p:spPr>
            <a:xfrm>
              <a:off x="6736131" y="357658"/>
              <a:ext cx="0" cy="307167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组合 216">
            <a:extLst>
              <a:ext uri="{FF2B5EF4-FFF2-40B4-BE49-F238E27FC236}">
                <a16:creationId xmlns:a16="http://schemas.microsoft.com/office/drawing/2014/main" id="{6671C295-E461-1D84-9BE8-C31378AA804F}"/>
              </a:ext>
            </a:extLst>
          </p:cNvPr>
          <p:cNvGrpSpPr/>
          <p:nvPr/>
        </p:nvGrpSpPr>
        <p:grpSpPr>
          <a:xfrm>
            <a:off x="2810100" y="3657969"/>
            <a:ext cx="6028852" cy="2878255"/>
            <a:chOff x="2810100" y="3657969"/>
            <a:chExt cx="6028852" cy="2878255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2B757F93-CF5D-180A-D740-DD67982861E9}"/>
                </a:ext>
              </a:extLst>
            </p:cNvPr>
            <p:cNvSpPr/>
            <p:nvPr/>
          </p:nvSpPr>
          <p:spPr>
            <a:xfrm>
              <a:off x="2810100" y="3657969"/>
              <a:ext cx="3923496" cy="284219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72D57646-E0F9-ED55-E733-B59ED4590BFE}"/>
                </a:ext>
              </a:extLst>
            </p:cNvPr>
            <p:cNvGrpSpPr/>
            <p:nvPr/>
          </p:nvGrpSpPr>
          <p:grpSpPr>
            <a:xfrm>
              <a:off x="3162129" y="3907827"/>
              <a:ext cx="1349222" cy="1046779"/>
              <a:chOff x="4099661" y="2613016"/>
              <a:chExt cx="1349222" cy="1046779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74AFA31C-214D-E266-85EB-A23C412BFEF0}"/>
                  </a:ext>
                </a:extLst>
              </p:cNvPr>
              <p:cNvSpPr/>
              <p:nvPr/>
            </p:nvSpPr>
            <p:spPr>
              <a:xfrm>
                <a:off x="4436989" y="3075672"/>
                <a:ext cx="234892" cy="23489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1</a:t>
                </a:r>
                <a:endParaRPr lang="zh-CN" altLang="en-US" sz="1600" b="1" dirty="0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AFFBE284-1BBD-F1F6-5BDE-EB5432797462}"/>
                  </a:ext>
                </a:extLst>
              </p:cNvPr>
              <p:cNvSpPr/>
              <p:nvPr/>
            </p:nvSpPr>
            <p:spPr>
              <a:xfrm>
                <a:off x="4776941" y="2964633"/>
                <a:ext cx="234892" cy="3459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2</a:t>
                </a:r>
                <a:endParaRPr lang="zh-CN" altLang="en-US" sz="1600" b="1" dirty="0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1D8E402A-5D3A-84D4-0107-2328443EADB2}"/>
                  </a:ext>
                </a:extLst>
              </p:cNvPr>
              <p:cNvSpPr/>
              <p:nvPr/>
            </p:nvSpPr>
            <p:spPr>
              <a:xfrm>
                <a:off x="5092511" y="2859858"/>
                <a:ext cx="234892" cy="45070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3</a:t>
                </a:r>
                <a:endParaRPr lang="zh-CN" altLang="en-US" sz="1600" b="1" dirty="0"/>
              </a:p>
            </p:txBody>
          </p:sp>
          <p:pic>
            <p:nvPicPr>
              <p:cNvPr id="23" name="图形 22" descr="爬行的婴儿 纯色填充">
                <a:extLst>
                  <a:ext uri="{FF2B5EF4-FFF2-40B4-BE49-F238E27FC236}">
                    <a16:creationId xmlns:a16="http://schemas.microsoft.com/office/drawing/2014/main" id="{8A8D5242-6A5A-A3A8-9B81-8ACAF3EC10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099661" y="3041526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25" name="图形 24" descr="爬行的婴儿 纯色填充">
                <a:extLst>
                  <a:ext uri="{FF2B5EF4-FFF2-40B4-BE49-F238E27FC236}">
                    <a16:creationId xmlns:a16="http://schemas.microsoft.com/office/drawing/2014/main" id="{3E235858-0118-9256-1485-F6B6488D21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393080" y="2813042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26" name="图形 25" descr="爬行的婴儿 纯色填充">
                <a:extLst>
                  <a:ext uri="{FF2B5EF4-FFF2-40B4-BE49-F238E27FC236}">
                    <a16:creationId xmlns:a16="http://schemas.microsoft.com/office/drawing/2014/main" id="{E35542E5-643A-EC60-26A3-0EA4882345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742795" y="2708266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27" name="图形 26" descr="爬行的婴儿 纯色填充">
                <a:extLst>
                  <a:ext uri="{FF2B5EF4-FFF2-40B4-BE49-F238E27FC236}">
                    <a16:creationId xmlns:a16="http://schemas.microsoft.com/office/drawing/2014/main" id="{44B121BB-C609-4B5A-31FF-80EE93DD92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092510" y="2613016"/>
                <a:ext cx="303183" cy="303183"/>
              </a:xfrm>
              <a:prstGeom prst="rect">
                <a:avLst/>
              </a:prstGeom>
            </p:spPr>
          </p:pic>
          <p:cxnSp>
            <p:nvCxnSpPr>
              <p:cNvPr id="30" name="连接符: 曲线 29">
                <a:extLst>
                  <a:ext uri="{FF2B5EF4-FFF2-40B4-BE49-F238E27FC236}">
                    <a16:creationId xmlns:a16="http://schemas.microsoft.com/office/drawing/2014/main" id="{EEC4828A-A783-CF46-5ED5-DA3BFE51F977}"/>
                  </a:ext>
                </a:extLst>
              </p:cNvPr>
              <p:cNvCxnSpPr>
                <a:endCxn id="25" idx="0"/>
              </p:cNvCxnSpPr>
              <p:nvPr/>
            </p:nvCxnSpPr>
            <p:spPr>
              <a:xfrm flipV="1">
                <a:off x="4251252" y="2813042"/>
                <a:ext cx="293420" cy="224543"/>
              </a:xfrm>
              <a:prstGeom prst="curvedConnector4">
                <a:avLst>
                  <a:gd name="adj1" fmla="val 4155"/>
                  <a:gd name="adj2" fmla="val 14763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连接符: 曲线 30">
                <a:extLst>
                  <a:ext uri="{FF2B5EF4-FFF2-40B4-BE49-F238E27FC236}">
                    <a16:creationId xmlns:a16="http://schemas.microsoft.com/office/drawing/2014/main" id="{78029618-DF0D-6969-5F9E-5DE5E2DC04F5}"/>
                  </a:ext>
                </a:extLst>
              </p:cNvPr>
              <p:cNvCxnSpPr>
                <a:endCxn id="26" idx="0"/>
              </p:cNvCxnSpPr>
              <p:nvPr/>
            </p:nvCxnSpPr>
            <p:spPr>
              <a:xfrm flipV="1">
                <a:off x="4554435" y="2708266"/>
                <a:ext cx="339952" cy="104776"/>
              </a:xfrm>
              <a:prstGeom prst="curvedConnector4">
                <a:avLst>
                  <a:gd name="adj1" fmla="val 559"/>
                  <a:gd name="adj2" fmla="val 2221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连接符: 曲线 31">
                <a:extLst>
                  <a:ext uri="{FF2B5EF4-FFF2-40B4-BE49-F238E27FC236}">
                    <a16:creationId xmlns:a16="http://schemas.microsoft.com/office/drawing/2014/main" id="{1629E2A4-3C36-98FB-8C21-95A946762CAF}"/>
                  </a:ext>
                </a:extLst>
              </p:cNvPr>
              <p:cNvCxnSpPr>
                <a:endCxn id="27" idx="0"/>
              </p:cNvCxnSpPr>
              <p:nvPr/>
            </p:nvCxnSpPr>
            <p:spPr>
              <a:xfrm flipV="1">
                <a:off x="4894387" y="2613016"/>
                <a:ext cx="349715" cy="95250"/>
              </a:xfrm>
              <a:prstGeom prst="curvedConnector4">
                <a:avLst>
                  <a:gd name="adj1" fmla="val 4338"/>
                  <a:gd name="adj2" fmla="val 2211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3C7B0A32-8A5D-15D0-72CA-F8BE0D776ECC}"/>
                      </a:ext>
                    </a:extLst>
                  </p:cNvPr>
                  <p:cNvSpPr txBox="1"/>
                  <p:nvPr/>
                </p:nvSpPr>
                <p:spPr>
                  <a:xfrm>
                    <a:off x="4241373" y="3382796"/>
                    <a:ext cx="1207510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 dirty="0" smtClean="0">
                              <a:latin typeface="Cambria Math" panose="02040503050406030204" pitchFamily="18" charset="0"/>
                            </a:rPr>
                            <m:t>0→</m:t>
                          </m:r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oMath>
                      </m:oMathPara>
                    </a14:m>
                    <a:endParaRPr lang="zh-CN" altLang="en-US" sz="1200" b="1" dirty="0"/>
                  </a:p>
                </p:txBody>
              </p:sp>
            </mc:Choice>
            <mc:Fallback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3C7B0A32-8A5D-15D0-72CA-F8BE0D776E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41373" y="3382796"/>
                    <a:ext cx="1207510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57993075-E879-6FD2-B1B7-54A41186172C}"/>
                </a:ext>
              </a:extLst>
            </p:cNvPr>
            <p:cNvGrpSpPr/>
            <p:nvPr/>
          </p:nvGrpSpPr>
          <p:grpSpPr>
            <a:xfrm>
              <a:off x="4832258" y="3907827"/>
              <a:ext cx="1296032" cy="1092413"/>
              <a:chOff x="4099661" y="2613016"/>
              <a:chExt cx="1296032" cy="1092413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2867D529-8829-38B7-D695-E9B79A0C598B}"/>
                  </a:ext>
                </a:extLst>
              </p:cNvPr>
              <p:cNvSpPr/>
              <p:nvPr/>
            </p:nvSpPr>
            <p:spPr>
              <a:xfrm>
                <a:off x="4436989" y="3075672"/>
                <a:ext cx="234892" cy="23489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1</a:t>
                </a:r>
                <a:endParaRPr lang="zh-CN" altLang="en-US" sz="1600" b="1" dirty="0"/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48A20A12-3476-4CBF-74F2-21D907EAB01B}"/>
                  </a:ext>
                </a:extLst>
              </p:cNvPr>
              <p:cNvSpPr/>
              <p:nvPr/>
            </p:nvSpPr>
            <p:spPr>
              <a:xfrm>
                <a:off x="4776941" y="2964633"/>
                <a:ext cx="234892" cy="3459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2</a:t>
                </a:r>
                <a:endParaRPr lang="zh-CN" altLang="en-US" sz="1600" b="1" dirty="0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EB45A7E1-72B0-2423-0857-BD32A5987873}"/>
                  </a:ext>
                </a:extLst>
              </p:cNvPr>
              <p:cNvSpPr/>
              <p:nvPr/>
            </p:nvSpPr>
            <p:spPr>
              <a:xfrm>
                <a:off x="5092511" y="2859858"/>
                <a:ext cx="234892" cy="45070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3</a:t>
                </a:r>
                <a:endParaRPr lang="zh-CN" altLang="en-US" sz="1600" b="1" dirty="0"/>
              </a:p>
            </p:txBody>
          </p:sp>
          <p:pic>
            <p:nvPicPr>
              <p:cNvPr id="42" name="图形 41" descr="爬行的婴儿 纯色填充">
                <a:extLst>
                  <a:ext uri="{FF2B5EF4-FFF2-40B4-BE49-F238E27FC236}">
                    <a16:creationId xmlns:a16="http://schemas.microsoft.com/office/drawing/2014/main" id="{C9437445-E967-7023-5EED-64DB052DA4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099661" y="3041526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43" name="图形 42" descr="爬行的婴儿 纯色填充">
                <a:extLst>
                  <a:ext uri="{FF2B5EF4-FFF2-40B4-BE49-F238E27FC236}">
                    <a16:creationId xmlns:a16="http://schemas.microsoft.com/office/drawing/2014/main" id="{83F4B6D1-DDC8-4607-803D-F2073BD966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742795" y="2708266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44" name="图形 43" descr="爬行的婴儿 纯色填充">
                <a:extLst>
                  <a:ext uri="{FF2B5EF4-FFF2-40B4-BE49-F238E27FC236}">
                    <a16:creationId xmlns:a16="http://schemas.microsoft.com/office/drawing/2014/main" id="{025EA63E-281A-0F6B-AA90-D7DA5D9884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092510" y="2613016"/>
                <a:ext cx="303183" cy="303183"/>
              </a:xfrm>
              <a:prstGeom prst="rect">
                <a:avLst/>
              </a:prstGeom>
            </p:spPr>
          </p:pic>
          <p:cxnSp>
            <p:nvCxnSpPr>
              <p:cNvPr id="46" name="连接符: 曲线 45">
                <a:extLst>
                  <a:ext uri="{FF2B5EF4-FFF2-40B4-BE49-F238E27FC236}">
                    <a16:creationId xmlns:a16="http://schemas.microsoft.com/office/drawing/2014/main" id="{45213568-CBA5-61FF-C496-D0FF08F89D29}"/>
                  </a:ext>
                </a:extLst>
              </p:cNvPr>
              <p:cNvCxnSpPr>
                <a:cxnSpLocks/>
                <a:stCxn id="42" idx="0"/>
                <a:endCxn id="43" idx="0"/>
              </p:cNvCxnSpPr>
              <p:nvPr/>
            </p:nvCxnSpPr>
            <p:spPr>
              <a:xfrm rot="5400000" flipH="1" flipV="1">
                <a:off x="4406190" y="2553329"/>
                <a:ext cx="333260" cy="643134"/>
              </a:xfrm>
              <a:prstGeom prst="curvedConnector3">
                <a:avLst>
                  <a:gd name="adj1" fmla="val 120007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连接符: 曲线 46">
                <a:extLst>
                  <a:ext uri="{FF2B5EF4-FFF2-40B4-BE49-F238E27FC236}">
                    <a16:creationId xmlns:a16="http://schemas.microsoft.com/office/drawing/2014/main" id="{738FBC63-7594-7430-24C3-9321225B0F66}"/>
                  </a:ext>
                </a:extLst>
              </p:cNvPr>
              <p:cNvCxnSpPr>
                <a:endCxn id="44" idx="0"/>
              </p:cNvCxnSpPr>
              <p:nvPr/>
            </p:nvCxnSpPr>
            <p:spPr>
              <a:xfrm flipV="1">
                <a:off x="4894387" y="2613016"/>
                <a:ext cx="349715" cy="95250"/>
              </a:xfrm>
              <a:prstGeom prst="curvedConnector4">
                <a:avLst>
                  <a:gd name="adj1" fmla="val 4338"/>
                  <a:gd name="adj2" fmla="val 2211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" name="文本框 48">
                    <a:extLst>
                      <a:ext uri="{FF2B5EF4-FFF2-40B4-BE49-F238E27FC236}">
                        <a16:creationId xmlns:a16="http://schemas.microsoft.com/office/drawing/2014/main" id="{C554CF56-A2BC-9502-8D35-7AC2C434BD9A}"/>
                      </a:ext>
                    </a:extLst>
                  </p:cNvPr>
                  <p:cNvSpPr txBox="1"/>
                  <p:nvPr/>
                </p:nvSpPr>
                <p:spPr>
                  <a:xfrm>
                    <a:off x="4436989" y="3428430"/>
                    <a:ext cx="908775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oMath>
                      </m:oMathPara>
                    </a14:m>
                    <a:endParaRPr lang="zh-CN" altLang="en-US" sz="1200" b="1" dirty="0"/>
                  </a:p>
                </p:txBody>
              </p:sp>
            </mc:Choice>
            <mc:Fallback>
              <p:sp>
                <p:nvSpPr>
                  <p:cNvPr id="49" name="文本框 48">
                    <a:extLst>
                      <a:ext uri="{FF2B5EF4-FFF2-40B4-BE49-F238E27FC236}">
                        <a16:creationId xmlns:a16="http://schemas.microsoft.com/office/drawing/2014/main" id="{C554CF56-A2BC-9502-8D35-7AC2C434BD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36989" y="3428430"/>
                    <a:ext cx="908775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37036E21-05CB-6B2E-16B0-2F648C31785C}"/>
                </a:ext>
              </a:extLst>
            </p:cNvPr>
            <p:cNvGrpSpPr/>
            <p:nvPr/>
          </p:nvGrpSpPr>
          <p:grpSpPr>
            <a:xfrm>
              <a:off x="3148197" y="5164236"/>
              <a:ext cx="1296032" cy="1046153"/>
              <a:chOff x="4099661" y="2613016"/>
              <a:chExt cx="1296032" cy="1046153"/>
            </a:xfrm>
          </p:grpSpPr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EFDC8C95-99C7-956B-0C27-49C0ADB24D0F}"/>
                  </a:ext>
                </a:extLst>
              </p:cNvPr>
              <p:cNvSpPr/>
              <p:nvPr/>
            </p:nvSpPr>
            <p:spPr>
              <a:xfrm>
                <a:off x="4436989" y="3075672"/>
                <a:ext cx="234892" cy="23489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1</a:t>
                </a:r>
                <a:endParaRPr lang="zh-CN" altLang="en-US" sz="1600" b="1" dirty="0"/>
              </a:p>
            </p:txBody>
          </p:sp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1972B35A-15B1-CDB9-BB1C-477BE5683973}"/>
                  </a:ext>
                </a:extLst>
              </p:cNvPr>
              <p:cNvSpPr/>
              <p:nvPr/>
            </p:nvSpPr>
            <p:spPr>
              <a:xfrm>
                <a:off x="4776941" y="2964633"/>
                <a:ext cx="234892" cy="3459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2</a:t>
                </a:r>
                <a:endParaRPr lang="zh-CN" altLang="en-US" sz="1600" b="1" dirty="0"/>
              </a:p>
            </p:txBody>
          </p:sp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40098A5C-9197-F9BA-CCCE-22F856711AFD}"/>
                  </a:ext>
                </a:extLst>
              </p:cNvPr>
              <p:cNvSpPr/>
              <p:nvPr/>
            </p:nvSpPr>
            <p:spPr>
              <a:xfrm>
                <a:off x="5092511" y="2859858"/>
                <a:ext cx="234892" cy="45070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3</a:t>
                </a:r>
                <a:endParaRPr lang="zh-CN" altLang="en-US" sz="1600" b="1" dirty="0"/>
              </a:p>
            </p:txBody>
          </p:sp>
          <p:pic>
            <p:nvPicPr>
              <p:cNvPr id="109" name="图形 108" descr="爬行的婴儿 纯色填充">
                <a:extLst>
                  <a:ext uri="{FF2B5EF4-FFF2-40B4-BE49-F238E27FC236}">
                    <a16:creationId xmlns:a16="http://schemas.microsoft.com/office/drawing/2014/main" id="{FFB347D1-EEB8-6A26-891C-CD9EB3A27B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099661" y="3041526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110" name="图形 109" descr="爬行的婴儿 纯色填充">
                <a:extLst>
                  <a:ext uri="{FF2B5EF4-FFF2-40B4-BE49-F238E27FC236}">
                    <a16:creationId xmlns:a16="http://schemas.microsoft.com/office/drawing/2014/main" id="{6E9C5284-189D-D0F5-7765-4CC646A6A6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393080" y="2813042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111" name="图形 110" descr="爬行的婴儿 纯色填充">
                <a:extLst>
                  <a:ext uri="{FF2B5EF4-FFF2-40B4-BE49-F238E27FC236}">
                    <a16:creationId xmlns:a16="http://schemas.microsoft.com/office/drawing/2014/main" id="{EFD6ED4F-A513-7AF4-968B-EC0B66EFBA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092510" y="2613016"/>
                <a:ext cx="303183" cy="303183"/>
              </a:xfrm>
              <a:prstGeom prst="rect">
                <a:avLst/>
              </a:prstGeom>
            </p:spPr>
          </p:pic>
          <p:cxnSp>
            <p:nvCxnSpPr>
              <p:cNvPr id="116" name="连接符: 曲线 115">
                <a:extLst>
                  <a:ext uri="{FF2B5EF4-FFF2-40B4-BE49-F238E27FC236}">
                    <a16:creationId xmlns:a16="http://schemas.microsoft.com/office/drawing/2014/main" id="{08710958-A449-97B2-38CD-0727D305909B}"/>
                  </a:ext>
                </a:extLst>
              </p:cNvPr>
              <p:cNvCxnSpPr>
                <a:endCxn id="110" idx="0"/>
              </p:cNvCxnSpPr>
              <p:nvPr/>
            </p:nvCxnSpPr>
            <p:spPr>
              <a:xfrm flipV="1">
                <a:off x="4251252" y="2813042"/>
                <a:ext cx="293420" cy="224543"/>
              </a:xfrm>
              <a:prstGeom prst="curvedConnector4">
                <a:avLst>
                  <a:gd name="adj1" fmla="val 4155"/>
                  <a:gd name="adj2" fmla="val 14763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连接符: 曲线 119">
                <a:extLst>
                  <a:ext uri="{FF2B5EF4-FFF2-40B4-BE49-F238E27FC236}">
                    <a16:creationId xmlns:a16="http://schemas.microsoft.com/office/drawing/2014/main" id="{CEBA079A-B86B-0474-A2C8-435C58BE076D}"/>
                  </a:ext>
                </a:extLst>
              </p:cNvPr>
              <p:cNvCxnSpPr>
                <a:cxnSpLocks/>
                <a:endCxn id="111" idx="0"/>
              </p:cNvCxnSpPr>
              <p:nvPr/>
            </p:nvCxnSpPr>
            <p:spPr>
              <a:xfrm flipV="1">
                <a:off x="4554435" y="2613016"/>
                <a:ext cx="689667" cy="200026"/>
              </a:xfrm>
              <a:prstGeom prst="curvedConnector4">
                <a:avLst>
                  <a:gd name="adj1" fmla="val 1259"/>
                  <a:gd name="adj2" fmla="val 133333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4" name="文本框 123">
                    <a:extLst>
                      <a:ext uri="{FF2B5EF4-FFF2-40B4-BE49-F238E27FC236}">
                        <a16:creationId xmlns:a16="http://schemas.microsoft.com/office/drawing/2014/main" id="{A334E0F2-8E4C-3006-C61B-29252DB379E9}"/>
                      </a:ext>
                    </a:extLst>
                  </p:cNvPr>
                  <p:cNvSpPr txBox="1"/>
                  <p:nvPr/>
                </p:nvSpPr>
                <p:spPr>
                  <a:xfrm>
                    <a:off x="4420968" y="3382170"/>
                    <a:ext cx="908775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 dirty="0" smtClean="0">
                              <a:latin typeface="Cambria Math" panose="02040503050406030204" pitchFamily="18" charset="0"/>
                            </a:rPr>
                            <m:t>0→</m:t>
                          </m:r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oMath>
                      </m:oMathPara>
                    </a14:m>
                    <a:endParaRPr lang="zh-CN" altLang="en-US" sz="1200" b="1" dirty="0"/>
                  </a:p>
                </p:txBody>
              </p:sp>
            </mc:Choice>
            <mc:Fallback>
              <p:sp>
                <p:nvSpPr>
                  <p:cNvPr id="124" name="文本框 123">
                    <a:extLst>
                      <a:ext uri="{FF2B5EF4-FFF2-40B4-BE49-F238E27FC236}">
                        <a16:creationId xmlns:a16="http://schemas.microsoft.com/office/drawing/2014/main" id="{A334E0F2-8E4C-3006-C61B-29252DB379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20968" y="3382170"/>
                    <a:ext cx="908775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C8E8DA9C-CDF7-5A3B-D45D-A1A857460334}"/>
                    </a:ext>
                  </a:extLst>
                </p:cNvPr>
                <p:cNvSpPr txBox="1"/>
                <p:nvPr/>
              </p:nvSpPr>
              <p:spPr>
                <a:xfrm>
                  <a:off x="4154978" y="6199335"/>
                  <a:ext cx="140615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=3 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的</m:t>
                        </m:r>
                        <m:r>
                          <a:rPr lang="zh-CN" altLang="en-US" sz="1200" i="1" smtClean="0">
                            <a:latin typeface="Cambria Math" panose="02040503050406030204" pitchFamily="18" charset="0"/>
                          </a:rPr>
                          <m:t>所有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方案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C8E8DA9C-CDF7-5A3B-D45D-A1A857460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4978" y="6199335"/>
                  <a:ext cx="1406154" cy="276999"/>
                </a:xfrm>
                <a:prstGeom prst="rect">
                  <a:avLst/>
                </a:prstGeom>
                <a:blipFill>
                  <a:blip r:embed="rId14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矩形: 圆角 130">
              <a:extLst>
                <a:ext uri="{FF2B5EF4-FFF2-40B4-BE49-F238E27FC236}">
                  <a16:creationId xmlns:a16="http://schemas.microsoft.com/office/drawing/2014/main" id="{3787A823-01A6-42A9-95C9-99A343FE17B1}"/>
                </a:ext>
              </a:extLst>
            </p:cNvPr>
            <p:cNvSpPr/>
            <p:nvPr/>
          </p:nvSpPr>
          <p:spPr>
            <a:xfrm>
              <a:off x="6969130" y="3730682"/>
              <a:ext cx="1869822" cy="2805542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grpSp>
          <p:nvGrpSpPr>
            <p:cNvPr id="134" name="组合 133">
              <a:extLst>
                <a:ext uri="{FF2B5EF4-FFF2-40B4-BE49-F238E27FC236}">
                  <a16:creationId xmlns:a16="http://schemas.microsoft.com/office/drawing/2014/main" id="{9722407B-AC80-C45B-EE0C-B8AC26AFA744}"/>
                </a:ext>
              </a:extLst>
            </p:cNvPr>
            <p:cNvGrpSpPr/>
            <p:nvPr/>
          </p:nvGrpSpPr>
          <p:grpSpPr>
            <a:xfrm>
              <a:off x="7430882" y="4071248"/>
              <a:ext cx="946317" cy="959057"/>
              <a:chOff x="4099661" y="2708266"/>
              <a:chExt cx="946317" cy="1037263"/>
            </a:xfrm>
          </p:grpSpPr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5B10972B-A932-253C-1C1E-218DC0153C23}"/>
                  </a:ext>
                </a:extLst>
              </p:cNvPr>
              <p:cNvSpPr/>
              <p:nvPr/>
            </p:nvSpPr>
            <p:spPr>
              <a:xfrm>
                <a:off x="4436989" y="3075672"/>
                <a:ext cx="234892" cy="23489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1</a:t>
                </a:r>
                <a:endParaRPr lang="zh-CN" altLang="en-US" sz="1600" b="1" dirty="0"/>
              </a:p>
            </p:txBody>
          </p:sp>
          <p:sp>
            <p:nvSpPr>
              <p:cNvPr id="179" name="矩形 178">
                <a:extLst>
                  <a:ext uri="{FF2B5EF4-FFF2-40B4-BE49-F238E27FC236}">
                    <a16:creationId xmlns:a16="http://schemas.microsoft.com/office/drawing/2014/main" id="{73A23404-8ED2-F3D9-D739-E11191A0EDEB}"/>
                  </a:ext>
                </a:extLst>
              </p:cNvPr>
              <p:cNvSpPr/>
              <p:nvPr/>
            </p:nvSpPr>
            <p:spPr>
              <a:xfrm>
                <a:off x="4776941" y="2964633"/>
                <a:ext cx="234892" cy="3459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2</a:t>
                </a:r>
                <a:endParaRPr lang="zh-CN" altLang="en-US" sz="1600" b="1" dirty="0"/>
              </a:p>
            </p:txBody>
          </p:sp>
          <p:pic>
            <p:nvPicPr>
              <p:cNvPr id="182" name="图形 181" descr="爬行的婴儿 纯色填充">
                <a:extLst>
                  <a:ext uri="{FF2B5EF4-FFF2-40B4-BE49-F238E27FC236}">
                    <a16:creationId xmlns:a16="http://schemas.microsoft.com/office/drawing/2014/main" id="{AA22FEFB-C8F6-9AFB-A3DB-1F4D06508B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099661" y="3041526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183" name="图形 182" descr="爬行的婴儿 纯色填充">
                <a:extLst>
                  <a:ext uri="{FF2B5EF4-FFF2-40B4-BE49-F238E27FC236}">
                    <a16:creationId xmlns:a16="http://schemas.microsoft.com/office/drawing/2014/main" id="{154CAA10-7B10-BD26-1A85-B82BB945A4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742795" y="2708266"/>
                <a:ext cx="303183" cy="303183"/>
              </a:xfrm>
              <a:prstGeom prst="rect">
                <a:avLst/>
              </a:prstGeom>
            </p:spPr>
          </p:pic>
          <p:cxnSp>
            <p:nvCxnSpPr>
              <p:cNvPr id="185" name="连接符: 曲线 184">
                <a:extLst>
                  <a:ext uri="{FF2B5EF4-FFF2-40B4-BE49-F238E27FC236}">
                    <a16:creationId xmlns:a16="http://schemas.microsoft.com/office/drawing/2014/main" id="{F83B3DDB-7C88-A709-3830-C0681E4D3806}"/>
                  </a:ext>
                </a:extLst>
              </p:cNvPr>
              <p:cNvCxnSpPr>
                <a:cxnSpLocks/>
                <a:stCxn id="182" idx="0"/>
                <a:endCxn id="183" idx="0"/>
              </p:cNvCxnSpPr>
              <p:nvPr/>
            </p:nvCxnSpPr>
            <p:spPr>
              <a:xfrm rot="5400000" flipH="1" flipV="1">
                <a:off x="4406190" y="2553329"/>
                <a:ext cx="333260" cy="643134"/>
              </a:xfrm>
              <a:prstGeom prst="curvedConnector3">
                <a:avLst>
                  <a:gd name="adj1" fmla="val 120007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7" name="文本框 186">
                    <a:extLst>
                      <a:ext uri="{FF2B5EF4-FFF2-40B4-BE49-F238E27FC236}">
                        <a16:creationId xmlns:a16="http://schemas.microsoft.com/office/drawing/2014/main" id="{310FF623-B501-0CBB-E3DC-C026D2B21E6F}"/>
                      </a:ext>
                    </a:extLst>
                  </p:cNvPr>
                  <p:cNvSpPr txBox="1"/>
                  <p:nvPr/>
                </p:nvSpPr>
                <p:spPr>
                  <a:xfrm>
                    <a:off x="4301549" y="3445942"/>
                    <a:ext cx="616451" cy="2995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12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oMath>
                      </m:oMathPara>
                    </a14:m>
                    <a:endParaRPr lang="zh-CN" altLang="en-US" sz="1200" b="1" dirty="0"/>
                  </a:p>
                </p:txBody>
              </p:sp>
            </mc:Choice>
            <mc:Fallback>
              <p:sp>
                <p:nvSpPr>
                  <p:cNvPr id="187" name="文本框 186">
                    <a:extLst>
                      <a:ext uri="{FF2B5EF4-FFF2-40B4-BE49-F238E27FC236}">
                        <a16:creationId xmlns:a16="http://schemas.microsoft.com/office/drawing/2014/main" id="{310FF623-B501-0CBB-E3DC-C026D2B21E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01549" y="3445942"/>
                    <a:ext cx="616451" cy="29958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5" name="组合 134">
              <a:extLst>
                <a:ext uri="{FF2B5EF4-FFF2-40B4-BE49-F238E27FC236}">
                  <a16:creationId xmlns:a16="http://schemas.microsoft.com/office/drawing/2014/main" id="{A2DA03BC-B39E-D865-2340-252C436D1011}"/>
                </a:ext>
              </a:extLst>
            </p:cNvPr>
            <p:cNvGrpSpPr/>
            <p:nvPr/>
          </p:nvGrpSpPr>
          <p:grpSpPr>
            <a:xfrm>
              <a:off x="7456953" y="5285368"/>
              <a:ext cx="961671" cy="905741"/>
              <a:chOff x="4099661" y="2708266"/>
              <a:chExt cx="961671" cy="979598"/>
            </a:xfrm>
          </p:grpSpPr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ED040236-7EC0-5A61-42D9-11841625E52E}"/>
                  </a:ext>
                </a:extLst>
              </p:cNvPr>
              <p:cNvSpPr/>
              <p:nvPr/>
            </p:nvSpPr>
            <p:spPr>
              <a:xfrm>
                <a:off x="4436989" y="3075672"/>
                <a:ext cx="234892" cy="23489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1</a:t>
                </a:r>
                <a:endParaRPr lang="zh-CN" altLang="en-US" sz="1600" b="1" dirty="0"/>
              </a:p>
            </p:txBody>
          </p:sp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0CC83D05-D58F-C52E-DA92-F6007BFF9EB5}"/>
                  </a:ext>
                </a:extLst>
              </p:cNvPr>
              <p:cNvSpPr/>
              <p:nvPr/>
            </p:nvSpPr>
            <p:spPr>
              <a:xfrm>
                <a:off x="4776941" y="2964633"/>
                <a:ext cx="234892" cy="3459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2</a:t>
                </a:r>
                <a:endParaRPr lang="zh-CN" altLang="en-US" sz="1600" b="1" dirty="0"/>
              </a:p>
            </p:txBody>
          </p:sp>
          <p:pic>
            <p:nvPicPr>
              <p:cNvPr id="170" name="图形 169" descr="爬行的婴儿 纯色填充">
                <a:extLst>
                  <a:ext uri="{FF2B5EF4-FFF2-40B4-BE49-F238E27FC236}">
                    <a16:creationId xmlns:a16="http://schemas.microsoft.com/office/drawing/2014/main" id="{A5F35014-323B-7F90-D156-EC54B861D4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099661" y="3041526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171" name="图形 170" descr="爬行的婴儿 纯色填充">
                <a:extLst>
                  <a:ext uri="{FF2B5EF4-FFF2-40B4-BE49-F238E27FC236}">
                    <a16:creationId xmlns:a16="http://schemas.microsoft.com/office/drawing/2014/main" id="{653078C1-F41B-6164-F4B3-DE4660F6BB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393080" y="2813042"/>
                <a:ext cx="303183" cy="303183"/>
              </a:xfrm>
              <a:prstGeom prst="rect">
                <a:avLst/>
              </a:prstGeom>
            </p:spPr>
          </p:pic>
          <p:pic>
            <p:nvPicPr>
              <p:cNvPr id="172" name="图形 171" descr="爬行的婴儿 纯色填充">
                <a:extLst>
                  <a:ext uri="{FF2B5EF4-FFF2-40B4-BE49-F238E27FC236}">
                    <a16:creationId xmlns:a16="http://schemas.microsoft.com/office/drawing/2014/main" id="{C962280C-F9ED-AC9F-EB3E-50BFE40494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742795" y="2708266"/>
                <a:ext cx="303183" cy="303183"/>
              </a:xfrm>
              <a:prstGeom prst="rect">
                <a:avLst/>
              </a:prstGeom>
            </p:spPr>
          </p:pic>
          <p:cxnSp>
            <p:nvCxnSpPr>
              <p:cNvPr id="174" name="连接符: 曲线 173">
                <a:extLst>
                  <a:ext uri="{FF2B5EF4-FFF2-40B4-BE49-F238E27FC236}">
                    <a16:creationId xmlns:a16="http://schemas.microsoft.com/office/drawing/2014/main" id="{1AA61599-49E5-44EC-FE56-67E6623B330E}"/>
                  </a:ext>
                </a:extLst>
              </p:cNvPr>
              <p:cNvCxnSpPr>
                <a:endCxn id="171" idx="0"/>
              </p:cNvCxnSpPr>
              <p:nvPr/>
            </p:nvCxnSpPr>
            <p:spPr>
              <a:xfrm flipV="1">
                <a:off x="4251252" y="2813042"/>
                <a:ext cx="293420" cy="224543"/>
              </a:xfrm>
              <a:prstGeom prst="curvedConnector4">
                <a:avLst>
                  <a:gd name="adj1" fmla="val 4155"/>
                  <a:gd name="adj2" fmla="val 14763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连接符: 曲线 174">
                <a:extLst>
                  <a:ext uri="{FF2B5EF4-FFF2-40B4-BE49-F238E27FC236}">
                    <a16:creationId xmlns:a16="http://schemas.microsoft.com/office/drawing/2014/main" id="{3535E4CA-FC9A-3919-965D-B24B90F16B5C}"/>
                  </a:ext>
                </a:extLst>
              </p:cNvPr>
              <p:cNvCxnSpPr>
                <a:endCxn id="172" idx="0"/>
              </p:cNvCxnSpPr>
              <p:nvPr/>
            </p:nvCxnSpPr>
            <p:spPr>
              <a:xfrm flipV="1">
                <a:off x="4554435" y="2708266"/>
                <a:ext cx="339952" cy="104776"/>
              </a:xfrm>
              <a:prstGeom prst="curvedConnector4">
                <a:avLst>
                  <a:gd name="adj1" fmla="val 559"/>
                  <a:gd name="adj2" fmla="val 2221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7" name="文本框 176">
                    <a:extLst>
                      <a:ext uri="{FF2B5EF4-FFF2-40B4-BE49-F238E27FC236}">
                        <a16:creationId xmlns:a16="http://schemas.microsoft.com/office/drawing/2014/main" id="{8B1B017F-0AF6-F33C-3A4E-8B404F473223}"/>
                      </a:ext>
                    </a:extLst>
                  </p:cNvPr>
                  <p:cNvSpPr txBox="1"/>
                  <p:nvPr/>
                </p:nvSpPr>
                <p:spPr>
                  <a:xfrm>
                    <a:off x="4152557" y="3388278"/>
                    <a:ext cx="908775" cy="2995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 dirty="0" smtClean="0">
                              <a:latin typeface="Cambria Math" panose="02040503050406030204" pitchFamily="18" charset="0"/>
                            </a:rPr>
                            <m:t>0→</m:t>
                          </m:r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12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oMath>
                      </m:oMathPara>
                    </a14:m>
                    <a:endParaRPr lang="zh-CN" altLang="en-US" sz="1200" b="1" dirty="0"/>
                  </a:p>
                </p:txBody>
              </p:sp>
            </mc:Choice>
            <mc:Fallback>
              <p:sp>
                <p:nvSpPr>
                  <p:cNvPr id="177" name="文本框 176">
                    <a:extLst>
                      <a:ext uri="{FF2B5EF4-FFF2-40B4-BE49-F238E27FC236}">
                        <a16:creationId xmlns:a16="http://schemas.microsoft.com/office/drawing/2014/main" id="{8B1B017F-0AF6-F33C-3A4E-8B404F4732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52557" y="3388278"/>
                    <a:ext cx="908775" cy="29958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7094AD91-D074-823E-BF1E-A1E35D53F9AC}"/>
                    </a:ext>
                  </a:extLst>
                </p:cNvPr>
                <p:cNvSpPr txBox="1"/>
                <p:nvPr/>
              </p:nvSpPr>
              <p:spPr>
                <a:xfrm>
                  <a:off x="7310039" y="6225603"/>
                  <a:ext cx="1372492" cy="25611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的</m:t>
                        </m:r>
                        <m:r>
                          <a:rPr lang="zh-CN" altLang="en-US" sz="1200" i="1" smtClean="0">
                            <a:latin typeface="Cambria Math" panose="02040503050406030204" pitchFamily="18" charset="0"/>
                          </a:rPr>
                          <m:t>所有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方案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7094AD91-D074-823E-BF1E-A1E35D53F9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0039" y="6225603"/>
                  <a:ext cx="1372492" cy="256114"/>
                </a:xfrm>
                <a:prstGeom prst="rect">
                  <a:avLst/>
                </a:prstGeom>
                <a:blipFill>
                  <a:blip r:embed="rId17"/>
                  <a:stretch>
                    <a:fillRect b="-119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15" name="直接箭头连接符 214">
            <a:extLst>
              <a:ext uri="{FF2B5EF4-FFF2-40B4-BE49-F238E27FC236}">
                <a16:creationId xmlns:a16="http://schemas.microsoft.com/office/drawing/2014/main" id="{7F2B51E8-4373-B03C-0BB8-130FAC82DDD5}"/>
              </a:ext>
            </a:extLst>
          </p:cNvPr>
          <p:cNvCxnSpPr/>
          <p:nvPr/>
        </p:nvCxnSpPr>
        <p:spPr>
          <a:xfrm>
            <a:off x="4672668" y="3176858"/>
            <a:ext cx="0" cy="4811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8867424F-4046-DC7B-05CD-6D9410EFA967}"/>
              </a:ext>
            </a:extLst>
          </p:cNvPr>
          <p:cNvCxnSpPr/>
          <p:nvPr/>
        </p:nvCxnSpPr>
        <p:spPr>
          <a:xfrm>
            <a:off x="7940959" y="3188444"/>
            <a:ext cx="0" cy="4811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30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80524-DC5E-0D34-5DE1-40C776755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06BB675B-6D4F-B380-B430-28799590E8A7}"/>
              </a:ext>
            </a:extLst>
          </p:cNvPr>
          <p:cNvSpPr/>
          <p:nvPr/>
        </p:nvSpPr>
        <p:spPr>
          <a:xfrm>
            <a:off x="1829982" y="3155081"/>
            <a:ext cx="302409" cy="2855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/>
              <a:t>1</a:t>
            </a:r>
            <a:endParaRPr lang="zh-CN" altLang="en-US" sz="1600" b="1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21514F9-8B7F-C751-C96E-ADFC10131BD6}"/>
              </a:ext>
            </a:extLst>
          </p:cNvPr>
          <p:cNvSpPr/>
          <p:nvPr/>
        </p:nvSpPr>
        <p:spPr>
          <a:xfrm>
            <a:off x="2267650" y="3020112"/>
            <a:ext cx="302409" cy="4204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/>
              <a:t>2</a:t>
            </a:r>
            <a:endParaRPr lang="zh-CN" altLang="en-US" sz="1600" b="1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588A021-B213-AA1F-C428-0A082B859A48}"/>
              </a:ext>
            </a:extLst>
          </p:cNvPr>
          <p:cNvSpPr/>
          <p:nvPr/>
        </p:nvSpPr>
        <p:spPr>
          <a:xfrm>
            <a:off x="2673928" y="2892756"/>
            <a:ext cx="302409" cy="5478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/>
              <a:t>3</a:t>
            </a:r>
            <a:endParaRPr lang="zh-CN" altLang="en-US" sz="1600" b="1" dirty="0"/>
          </a:p>
        </p:txBody>
      </p:sp>
      <p:pic>
        <p:nvPicPr>
          <p:cNvPr id="23" name="图形 22" descr="爬行的婴儿 纯色填充">
            <a:extLst>
              <a:ext uri="{FF2B5EF4-FFF2-40B4-BE49-F238E27FC236}">
                <a16:creationId xmlns:a16="http://schemas.microsoft.com/office/drawing/2014/main" id="{02A882F0-2C2C-3B1D-27EC-5D865AB0E4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5693" y="3113576"/>
            <a:ext cx="390330" cy="3685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7FE4429-D2B1-B9EA-B5C8-22A8B44A677D}"/>
                  </a:ext>
                </a:extLst>
              </p:cNvPr>
              <p:cNvSpPr txBox="1"/>
              <p:nvPr/>
            </p:nvSpPr>
            <p:spPr>
              <a:xfrm>
                <a:off x="2976337" y="3230353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7FE4429-D2B1-B9EA-B5C8-22A8B44A6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6337" y="3230353"/>
                <a:ext cx="341760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854768F5-10A9-3998-822F-31AC0FBDD13D}"/>
              </a:ext>
            </a:extLst>
          </p:cNvPr>
          <p:cNvSpPr/>
          <p:nvPr/>
        </p:nvSpPr>
        <p:spPr>
          <a:xfrm>
            <a:off x="3563712" y="2186827"/>
            <a:ext cx="302409" cy="12421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/>
              <a:t>n</a:t>
            </a:r>
            <a:endParaRPr lang="zh-CN" altLang="en-US" sz="1600" b="1" dirty="0"/>
          </a:p>
        </p:txBody>
      </p:sp>
      <p:sp>
        <p:nvSpPr>
          <p:cNvPr id="7" name="左大括号 6">
            <a:extLst>
              <a:ext uri="{FF2B5EF4-FFF2-40B4-BE49-F238E27FC236}">
                <a16:creationId xmlns:a16="http://schemas.microsoft.com/office/drawing/2014/main" id="{3BBD9262-390D-C27E-28A3-E4E106C57FDC}"/>
              </a:ext>
            </a:extLst>
          </p:cNvPr>
          <p:cNvSpPr/>
          <p:nvPr/>
        </p:nvSpPr>
        <p:spPr>
          <a:xfrm>
            <a:off x="4111736" y="1220490"/>
            <a:ext cx="603250" cy="3344532"/>
          </a:xfrm>
          <a:prstGeom prst="leftBrace">
            <a:avLst>
              <a:gd name="adj1" fmla="val 47807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4CD51073-EBE7-E9F0-A9E0-1314C88EA36A}"/>
              </a:ext>
            </a:extLst>
          </p:cNvPr>
          <p:cNvGrpSpPr/>
          <p:nvPr/>
        </p:nvGrpSpPr>
        <p:grpSpPr>
          <a:xfrm>
            <a:off x="5078996" y="515040"/>
            <a:ext cx="3012417" cy="1678727"/>
            <a:chOff x="4960601" y="704675"/>
            <a:chExt cx="3012417" cy="1678727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9E442B0-206E-A764-79EF-4D68D43852FB}"/>
                </a:ext>
              </a:extLst>
            </p:cNvPr>
            <p:cNvSpPr/>
            <p:nvPr/>
          </p:nvSpPr>
          <p:spPr>
            <a:xfrm>
              <a:off x="5394890" y="2031131"/>
              <a:ext cx="302409" cy="28551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1</a:t>
              </a:r>
              <a:endParaRPr lang="zh-CN" altLang="en-US" sz="1600" b="1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6E185041-B493-C956-1BC4-754C9D46A7A3}"/>
                </a:ext>
              </a:extLst>
            </p:cNvPr>
            <p:cNvSpPr/>
            <p:nvPr/>
          </p:nvSpPr>
          <p:spPr>
            <a:xfrm>
              <a:off x="5832558" y="1896162"/>
              <a:ext cx="302409" cy="42048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2</a:t>
              </a:r>
              <a:endParaRPr lang="zh-CN" altLang="en-US" sz="1600" b="1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8F13C8E-1B2D-3CFF-CB82-E6975B9F2E8B}"/>
                </a:ext>
              </a:extLst>
            </p:cNvPr>
            <p:cNvSpPr/>
            <p:nvPr/>
          </p:nvSpPr>
          <p:spPr>
            <a:xfrm>
              <a:off x="6238836" y="1768806"/>
              <a:ext cx="302409" cy="5478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3</a:t>
              </a:r>
              <a:endParaRPr lang="zh-CN" altLang="en-US" sz="1600" b="1" dirty="0"/>
            </a:p>
          </p:txBody>
        </p:sp>
        <p:pic>
          <p:nvPicPr>
            <p:cNvPr id="41" name="图形 40" descr="爬行的婴儿 纯色填充">
              <a:extLst>
                <a:ext uri="{FF2B5EF4-FFF2-40B4-BE49-F238E27FC236}">
                  <a16:creationId xmlns:a16="http://schemas.microsoft.com/office/drawing/2014/main" id="{03C6CEE2-56B1-ED0E-93A4-0078F2A8DE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960601" y="1989626"/>
              <a:ext cx="390330" cy="368523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E9090BC2-15B0-38CC-036A-049695471ADE}"/>
                    </a:ext>
                  </a:extLst>
                </p:cNvPr>
                <p:cNvSpPr txBox="1"/>
                <p:nvPr/>
              </p:nvSpPr>
              <p:spPr>
                <a:xfrm>
                  <a:off x="6541245" y="2106403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E9090BC2-15B0-38CC-036A-049695471A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1245" y="2106403"/>
                  <a:ext cx="341760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66C927BB-D23F-2F9B-4AA9-D085278F0267}"/>
                </a:ext>
              </a:extLst>
            </p:cNvPr>
            <p:cNvSpPr/>
            <p:nvPr/>
          </p:nvSpPr>
          <p:spPr>
            <a:xfrm>
              <a:off x="7670609" y="704675"/>
              <a:ext cx="302409" cy="16119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n</a:t>
              </a:r>
              <a:endParaRPr lang="zh-CN" altLang="en-US" sz="1600" b="1" dirty="0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62C75EAB-F0E4-81A7-6690-7379E35832DA}"/>
                </a:ext>
              </a:extLst>
            </p:cNvPr>
            <p:cNvSpPr/>
            <p:nvPr/>
          </p:nvSpPr>
          <p:spPr>
            <a:xfrm>
              <a:off x="6978913" y="1296099"/>
              <a:ext cx="544645" cy="10205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n-1</a:t>
              </a:r>
              <a:endParaRPr lang="zh-CN" altLang="en-US" sz="1600" b="1" dirty="0"/>
            </a:p>
          </p:txBody>
        </p:sp>
        <p:pic>
          <p:nvPicPr>
            <p:cNvPr id="69" name="图形 68" descr="爬行的婴儿 纯色填充">
              <a:extLst>
                <a:ext uri="{FF2B5EF4-FFF2-40B4-BE49-F238E27FC236}">
                  <a16:creationId xmlns:a16="http://schemas.microsoft.com/office/drawing/2014/main" id="{62DC15CD-FF38-133D-6298-D7561978A8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056070" y="953881"/>
              <a:ext cx="390330" cy="368523"/>
            </a:xfrm>
            <a:prstGeom prst="rect">
              <a:avLst/>
            </a:prstGeom>
          </p:spPr>
        </p:pic>
        <p:cxnSp>
          <p:nvCxnSpPr>
            <p:cNvPr id="74" name="连接符: 曲线 73">
              <a:extLst>
                <a:ext uri="{FF2B5EF4-FFF2-40B4-BE49-F238E27FC236}">
                  <a16:creationId xmlns:a16="http://schemas.microsoft.com/office/drawing/2014/main" id="{85666188-7E4F-4C74-551A-085E34028B71}"/>
                </a:ext>
              </a:extLst>
            </p:cNvPr>
            <p:cNvCxnSpPr>
              <a:cxnSpLocks/>
              <a:endCxn id="48" idx="0"/>
            </p:cNvCxnSpPr>
            <p:nvPr/>
          </p:nvCxnSpPr>
          <p:spPr>
            <a:xfrm flipV="1">
              <a:off x="7251234" y="704675"/>
              <a:ext cx="570580" cy="306117"/>
            </a:xfrm>
            <a:prstGeom prst="curvedConnector4">
              <a:avLst>
                <a:gd name="adj1" fmla="val 729"/>
                <a:gd name="adj2" fmla="val 17467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左大括号 129">
            <a:extLst>
              <a:ext uri="{FF2B5EF4-FFF2-40B4-BE49-F238E27FC236}">
                <a16:creationId xmlns:a16="http://schemas.microsoft.com/office/drawing/2014/main" id="{3CFBDFAF-2F55-AD61-03E2-EF3BBB927BF2}"/>
              </a:ext>
            </a:extLst>
          </p:cNvPr>
          <p:cNvSpPr/>
          <p:nvPr/>
        </p:nvSpPr>
        <p:spPr>
          <a:xfrm rot="16200000">
            <a:off x="6034831" y="1318677"/>
            <a:ext cx="420484" cy="2249112"/>
          </a:xfrm>
          <a:prstGeom prst="leftBrace">
            <a:avLst>
              <a:gd name="adj1" fmla="val 47807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284C63EC-08E1-672D-5131-89DCA26702B5}"/>
                  </a:ext>
                </a:extLst>
              </p:cNvPr>
              <p:cNvSpPr txBox="1"/>
              <p:nvPr/>
            </p:nvSpPr>
            <p:spPr>
              <a:xfrm>
                <a:off x="5897307" y="2645511"/>
                <a:ext cx="96013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284C63EC-08E1-672D-5131-89DCA2670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307" y="2645511"/>
                <a:ext cx="960135" cy="307777"/>
              </a:xfrm>
              <a:prstGeom prst="rect">
                <a:avLst/>
              </a:prstGeom>
              <a:blipFill>
                <a:blip r:embed="rId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左大括号 132">
            <a:extLst>
              <a:ext uri="{FF2B5EF4-FFF2-40B4-BE49-F238E27FC236}">
                <a16:creationId xmlns:a16="http://schemas.microsoft.com/office/drawing/2014/main" id="{4D74107B-0150-E768-7C12-98A8B80C48C1}"/>
              </a:ext>
            </a:extLst>
          </p:cNvPr>
          <p:cNvSpPr/>
          <p:nvPr/>
        </p:nvSpPr>
        <p:spPr>
          <a:xfrm rot="16200000">
            <a:off x="7607419" y="2017237"/>
            <a:ext cx="246204" cy="721784"/>
          </a:xfrm>
          <a:prstGeom prst="leftBrace">
            <a:avLst>
              <a:gd name="adj1" fmla="val 47807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ABDB549B-5B37-826A-8EC2-31DA34A0E224}"/>
                  </a:ext>
                </a:extLst>
              </p:cNvPr>
              <p:cNvSpPr txBox="1"/>
              <p:nvPr/>
            </p:nvSpPr>
            <p:spPr>
              <a:xfrm>
                <a:off x="7517665" y="2626046"/>
                <a:ext cx="34176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ABDB549B-5B37-826A-8EC2-31DA34A0E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7665" y="2626046"/>
                <a:ext cx="34176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F087CB79-CF73-CF3E-E71E-B3AF3FCE9105}"/>
                  </a:ext>
                </a:extLst>
              </p:cNvPr>
              <p:cNvSpPr txBox="1"/>
              <p:nvPr/>
            </p:nvSpPr>
            <p:spPr>
              <a:xfrm>
                <a:off x="6993165" y="2645510"/>
                <a:ext cx="3625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F087CB79-CF73-CF3E-E71E-B3AF3FCE9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165" y="2645510"/>
                <a:ext cx="362599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53DDEDBA-181D-0D3B-AD6E-4ECB5075403F}"/>
              </a:ext>
            </a:extLst>
          </p:cNvPr>
          <p:cNvGrpSpPr/>
          <p:nvPr/>
        </p:nvGrpSpPr>
        <p:grpSpPr>
          <a:xfrm>
            <a:off x="5043312" y="3281907"/>
            <a:ext cx="3498199" cy="2566230"/>
            <a:chOff x="5078996" y="3560878"/>
            <a:chExt cx="3498199" cy="2566230"/>
          </a:xfrm>
        </p:grpSpPr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1718CC8B-39FC-C886-7647-00519AF3B008}"/>
                </a:ext>
              </a:extLst>
            </p:cNvPr>
            <p:cNvGrpSpPr/>
            <p:nvPr/>
          </p:nvGrpSpPr>
          <p:grpSpPr>
            <a:xfrm>
              <a:off x="5078996" y="3560878"/>
              <a:ext cx="3498199" cy="1678727"/>
              <a:chOff x="4960601" y="704675"/>
              <a:chExt cx="3498199" cy="1678727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605E2E7D-EE6F-73DD-3240-8CA83FA64013}"/>
                  </a:ext>
                </a:extLst>
              </p:cNvPr>
              <p:cNvSpPr/>
              <p:nvPr/>
            </p:nvSpPr>
            <p:spPr>
              <a:xfrm>
                <a:off x="5394890" y="2031131"/>
                <a:ext cx="302409" cy="28551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1</a:t>
                </a:r>
                <a:endParaRPr lang="zh-CN" altLang="en-US" sz="1600" b="1" dirty="0"/>
              </a:p>
            </p:txBody>
          </p:sp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0D2FD39F-4D0D-AFAF-591C-F9BBDFC6889B}"/>
                  </a:ext>
                </a:extLst>
              </p:cNvPr>
              <p:cNvSpPr/>
              <p:nvPr/>
            </p:nvSpPr>
            <p:spPr>
              <a:xfrm>
                <a:off x="5832558" y="1896162"/>
                <a:ext cx="302409" cy="42048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2</a:t>
                </a:r>
                <a:endParaRPr lang="zh-CN" altLang="en-US" sz="1600" b="1" dirty="0"/>
              </a:p>
            </p:txBody>
          </p:sp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FE07ACA3-7594-90C6-BFE9-C46BF6B8406B}"/>
                  </a:ext>
                </a:extLst>
              </p:cNvPr>
              <p:cNvSpPr/>
              <p:nvPr/>
            </p:nvSpPr>
            <p:spPr>
              <a:xfrm>
                <a:off x="6238836" y="1768806"/>
                <a:ext cx="302409" cy="54783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3</a:t>
                </a:r>
                <a:endParaRPr lang="zh-CN" altLang="en-US" sz="1600" b="1" dirty="0"/>
              </a:p>
            </p:txBody>
          </p:sp>
          <p:pic>
            <p:nvPicPr>
              <p:cNvPr id="95" name="图形 94" descr="爬行的婴儿 纯色填充">
                <a:extLst>
                  <a:ext uri="{FF2B5EF4-FFF2-40B4-BE49-F238E27FC236}">
                    <a16:creationId xmlns:a16="http://schemas.microsoft.com/office/drawing/2014/main" id="{E544C949-274C-74C0-E02F-0DA14478C5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960601" y="1989626"/>
                <a:ext cx="390330" cy="368523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5D4F6CBE-9377-4DCC-7130-A27C7D0EEC7E}"/>
                      </a:ext>
                    </a:extLst>
                  </p:cNvPr>
                  <p:cNvSpPr txBox="1"/>
                  <p:nvPr/>
                </p:nvSpPr>
                <p:spPr>
                  <a:xfrm>
                    <a:off x="6541245" y="2106403"/>
                    <a:ext cx="341760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 dirty="0" smtClean="0">
                              <a:latin typeface="Cambria Math" panose="02040503050406030204" pitchFamily="18" charset="0"/>
                            </a:rPr>
                            <m:t>…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5D4F6CBE-9377-4DCC-7130-A27C7D0EEC7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41245" y="2106403"/>
                    <a:ext cx="341760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B1C0D3B8-C0CB-6A1B-929E-97E25F7C2F27}"/>
                  </a:ext>
                </a:extLst>
              </p:cNvPr>
              <p:cNvSpPr/>
              <p:nvPr/>
            </p:nvSpPr>
            <p:spPr>
              <a:xfrm>
                <a:off x="8156391" y="704675"/>
                <a:ext cx="302409" cy="161196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n</a:t>
                </a:r>
                <a:endParaRPr lang="zh-CN" altLang="en-US" sz="1600" b="1" dirty="0"/>
              </a:p>
            </p:txBody>
          </p:sp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D8302F7C-5581-747C-5878-84BB26F6B1FA}"/>
                  </a:ext>
                </a:extLst>
              </p:cNvPr>
              <p:cNvSpPr/>
              <p:nvPr/>
            </p:nvSpPr>
            <p:spPr>
              <a:xfrm>
                <a:off x="7515838" y="1296098"/>
                <a:ext cx="544645" cy="102054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n-1</a:t>
                </a:r>
                <a:endParaRPr lang="zh-CN" altLang="en-US" sz="1600" b="1" dirty="0"/>
              </a:p>
            </p:txBody>
          </p:sp>
          <p:pic>
            <p:nvPicPr>
              <p:cNvPr id="108" name="图形 107" descr="爬行的婴儿 纯色填充">
                <a:extLst>
                  <a:ext uri="{FF2B5EF4-FFF2-40B4-BE49-F238E27FC236}">
                    <a16:creationId xmlns:a16="http://schemas.microsoft.com/office/drawing/2014/main" id="{53B13BD4-99B0-5744-EBFF-2BCF191A44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6979300" y="962802"/>
                <a:ext cx="390330" cy="368523"/>
              </a:xfrm>
              <a:prstGeom prst="rect">
                <a:avLst/>
              </a:prstGeom>
            </p:spPr>
          </p:pic>
          <p:cxnSp>
            <p:nvCxnSpPr>
              <p:cNvPr id="112" name="连接符: 曲线 111">
                <a:extLst>
                  <a:ext uri="{FF2B5EF4-FFF2-40B4-BE49-F238E27FC236}">
                    <a16:creationId xmlns:a16="http://schemas.microsoft.com/office/drawing/2014/main" id="{808691A4-50A2-27EE-A9BD-983EC1A3156E}"/>
                  </a:ext>
                </a:extLst>
              </p:cNvPr>
              <p:cNvCxnSpPr>
                <a:cxnSpLocks/>
                <a:stCxn id="108" idx="0"/>
                <a:endCxn id="102" idx="0"/>
              </p:cNvCxnSpPr>
              <p:nvPr/>
            </p:nvCxnSpPr>
            <p:spPr>
              <a:xfrm rot="5400000" flipH="1" flipV="1">
                <a:off x="7611967" y="267174"/>
                <a:ext cx="258127" cy="1133131"/>
              </a:xfrm>
              <a:prstGeom prst="curvedConnector3">
                <a:avLst>
                  <a:gd name="adj1" fmla="val 188561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72F16F49-9C37-D31F-D83E-A1BC8E704F8C}"/>
                </a:ext>
              </a:extLst>
            </p:cNvPr>
            <p:cNvSpPr/>
            <p:nvPr/>
          </p:nvSpPr>
          <p:spPr>
            <a:xfrm>
              <a:off x="7001400" y="4152301"/>
              <a:ext cx="544645" cy="10205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n-2</a:t>
              </a:r>
              <a:endParaRPr lang="zh-CN" altLang="en-US" sz="1600" b="1" dirty="0"/>
            </a:p>
          </p:txBody>
        </p:sp>
        <p:sp>
          <p:nvSpPr>
            <p:cNvPr id="138" name="左大括号 137">
              <a:extLst>
                <a:ext uri="{FF2B5EF4-FFF2-40B4-BE49-F238E27FC236}">
                  <a16:creationId xmlns:a16="http://schemas.microsoft.com/office/drawing/2014/main" id="{09098DE3-EBBE-A067-E1F8-C42782CDDEA0}"/>
                </a:ext>
              </a:extLst>
            </p:cNvPr>
            <p:cNvSpPr/>
            <p:nvPr/>
          </p:nvSpPr>
          <p:spPr>
            <a:xfrm rot="16200000">
              <a:off x="5996447" y="4530881"/>
              <a:ext cx="420484" cy="2172343"/>
            </a:xfrm>
            <a:prstGeom prst="leftBrace">
              <a:avLst>
                <a:gd name="adj1" fmla="val 47807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F2BF482F-E23B-24F0-420A-70DC9A13B11A}"/>
                    </a:ext>
                  </a:extLst>
                </p:cNvPr>
                <p:cNvSpPr txBox="1"/>
                <p:nvPr/>
              </p:nvSpPr>
              <p:spPr>
                <a:xfrm>
                  <a:off x="5897307" y="5819331"/>
                  <a:ext cx="96013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F2BF482F-E23B-24F0-420A-70DC9A13B1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7307" y="5819331"/>
                  <a:ext cx="960135" cy="307777"/>
                </a:xfrm>
                <a:prstGeom prst="rect">
                  <a:avLst/>
                </a:prstGeom>
                <a:blipFill>
                  <a:blip r:embed="rId9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4" name="左大括号 153">
              <a:extLst>
                <a:ext uri="{FF2B5EF4-FFF2-40B4-BE49-F238E27FC236}">
                  <a16:creationId xmlns:a16="http://schemas.microsoft.com/office/drawing/2014/main" id="{C24BF053-A917-C4BF-266B-03D9BC253C92}"/>
                </a:ext>
              </a:extLst>
            </p:cNvPr>
            <p:cNvSpPr/>
            <p:nvPr/>
          </p:nvSpPr>
          <p:spPr>
            <a:xfrm rot="16200000">
              <a:off x="7811926" y="4909782"/>
              <a:ext cx="246204" cy="1284334"/>
            </a:xfrm>
            <a:prstGeom prst="leftBrace">
              <a:avLst>
                <a:gd name="adj1" fmla="val 47807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255EB88C-CD67-1925-3306-A87C1266024C}"/>
                    </a:ext>
                  </a:extLst>
                </p:cNvPr>
                <p:cNvSpPr txBox="1"/>
                <p:nvPr/>
              </p:nvSpPr>
              <p:spPr>
                <a:xfrm>
                  <a:off x="7735675" y="5807846"/>
                  <a:ext cx="34176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255EB88C-CD67-1925-3306-A87C126602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5675" y="5807846"/>
                  <a:ext cx="341760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0AA5BA0D-B607-549E-F496-D37847D49DD6}"/>
                    </a:ext>
                  </a:extLst>
                </p:cNvPr>
                <p:cNvSpPr txBox="1"/>
                <p:nvPr/>
              </p:nvSpPr>
              <p:spPr>
                <a:xfrm>
                  <a:off x="7097308" y="5807846"/>
                  <a:ext cx="36259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0AA5BA0D-B607-549E-F496-D37847D49D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7308" y="5807846"/>
                  <a:ext cx="362599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CEA2D042-09E6-8262-5249-EED4FDC0A51B}"/>
                  </a:ext>
                </a:extLst>
              </p:cNvPr>
              <p:cNvSpPr txBox="1"/>
              <p:nvPr/>
            </p:nvSpPr>
            <p:spPr>
              <a:xfrm>
                <a:off x="2418854" y="3624302"/>
                <a:ext cx="6383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CEA2D042-09E6-8262-5249-EED4FDC0A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854" y="3624302"/>
                <a:ext cx="638315" cy="307777"/>
              </a:xfrm>
              <a:prstGeom prst="rect">
                <a:avLst/>
              </a:prstGeom>
              <a:blipFill>
                <a:blip r:embed="rId11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1CAABC35-3416-C504-F446-7AFB1817CDBB}"/>
                  </a:ext>
                </a:extLst>
              </p:cNvPr>
              <p:cNvSpPr txBox="1"/>
              <p:nvPr/>
            </p:nvSpPr>
            <p:spPr>
              <a:xfrm>
                <a:off x="3190072" y="6075992"/>
                <a:ext cx="32192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1CAABC35-3416-C504-F446-7AFB1817C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072" y="6075992"/>
                <a:ext cx="3219215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0704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ACD24-1A55-9AE3-3FEC-ACE4587D1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210DD1E-9A9C-9406-4AFE-2E083DE330C5}"/>
              </a:ext>
            </a:extLst>
          </p:cNvPr>
          <p:cNvSpPr/>
          <p:nvPr/>
        </p:nvSpPr>
        <p:spPr>
          <a:xfrm>
            <a:off x="1829982" y="3155081"/>
            <a:ext cx="302409" cy="2855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/>
              <a:t>1</a:t>
            </a:r>
            <a:endParaRPr lang="zh-CN" altLang="en-US" sz="1600" b="1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59A08E0-8A5B-F3EC-2C84-46B7AE8A874A}"/>
              </a:ext>
            </a:extLst>
          </p:cNvPr>
          <p:cNvSpPr/>
          <p:nvPr/>
        </p:nvSpPr>
        <p:spPr>
          <a:xfrm>
            <a:off x="2267650" y="3020112"/>
            <a:ext cx="302409" cy="4204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/>
              <a:t>2</a:t>
            </a:r>
            <a:endParaRPr lang="zh-CN" altLang="en-US" sz="1600" b="1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27FC1AD-71B0-8251-6A1F-4DC18832BD62}"/>
              </a:ext>
            </a:extLst>
          </p:cNvPr>
          <p:cNvSpPr/>
          <p:nvPr/>
        </p:nvSpPr>
        <p:spPr>
          <a:xfrm>
            <a:off x="2673928" y="2892756"/>
            <a:ext cx="302409" cy="5478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/>
              <a:t>3</a:t>
            </a:r>
            <a:endParaRPr lang="zh-CN" altLang="en-US" sz="1600" b="1" dirty="0"/>
          </a:p>
        </p:txBody>
      </p:sp>
      <p:pic>
        <p:nvPicPr>
          <p:cNvPr id="23" name="图形 22" descr="爬行的婴儿 纯色填充">
            <a:extLst>
              <a:ext uri="{FF2B5EF4-FFF2-40B4-BE49-F238E27FC236}">
                <a16:creationId xmlns:a16="http://schemas.microsoft.com/office/drawing/2014/main" id="{00AD5CB6-7CB4-F0D7-E5A7-E5C7C571AD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5693" y="3113576"/>
            <a:ext cx="390330" cy="3685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37DFB84-6F4B-2E9E-7F7D-B65E31AC75F3}"/>
                  </a:ext>
                </a:extLst>
              </p:cNvPr>
              <p:cNvSpPr txBox="1"/>
              <p:nvPr/>
            </p:nvSpPr>
            <p:spPr>
              <a:xfrm>
                <a:off x="2976337" y="3230353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37DFB84-6F4B-2E9E-7F7D-B65E31AC7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6337" y="3230353"/>
                <a:ext cx="341760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B852803D-320C-2E4F-34BA-B32689B92CE0}"/>
              </a:ext>
            </a:extLst>
          </p:cNvPr>
          <p:cNvSpPr/>
          <p:nvPr/>
        </p:nvSpPr>
        <p:spPr>
          <a:xfrm>
            <a:off x="3563712" y="2186827"/>
            <a:ext cx="302409" cy="12421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/>
              <a:t>n</a:t>
            </a:r>
            <a:endParaRPr lang="zh-CN" altLang="en-US" sz="1600" b="1" dirty="0"/>
          </a:p>
        </p:txBody>
      </p:sp>
      <p:sp>
        <p:nvSpPr>
          <p:cNvPr id="7" name="左大括号 6">
            <a:extLst>
              <a:ext uri="{FF2B5EF4-FFF2-40B4-BE49-F238E27FC236}">
                <a16:creationId xmlns:a16="http://schemas.microsoft.com/office/drawing/2014/main" id="{D2934369-4383-684F-CC98-35E2322663C7}"/>
              </a:ext>
            </a:extLst>
          </p:cNvPr>
          <p:cNvSpPr/>
          <p:nvPr/>
        </p:nvSpPr>
        <p:spPr>
          <a:xfrm>
            <a:off x="4111736" y="1220490"/>
            <a:ext cx="603250" cy="3344532"/>
          </a:xfrm>
          <a:prstGeom prst="leftBrace">
            <a:avLst>
              <a:gd name="adj1" fmla="val 47807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9AAC7FBB-D61C-F109-6411-15B5BA82BC56}"/>
              </a:ext>
            </a:extLst>
          </p:cNvPr>
          <p:cNvGrpSpPr/>
          <p:nvPr/>
        </p:nvGrpSpPr>
        <p:grpSpPr>
          <a:xfrm>
            <a:off x="5078996" y="515040"/>
            <a:ext cx="3012417" cy="1678727"/>
            <a:chOff x="4960601" y="704675"/>
            <a:chExt cx="3012417" cy="1678727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2060F47-EA41-6CC1-1610-2E48580B23B6}"/>
                </a:ext>
              </a:extLst>
            </p:cNvPr>
            <p:cNvSpPr/>
            <p:nvPr/>
          </p:nvSpPr>
          <p:spPr>
            <a:xfrm>
              <a:off x="5394890" y="2031131"/>
              <a:ext cx="302409" cy="28551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1</a:t>
              </a:r>
              <a:endParaRPr lang="zh-CN" altLang="en-US" sz="1600" b="1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1203053-4C7E-0821-690F-588FC3398A18}"/>
                </a:ext>
              </a:extLst>
            </p:cNvPr>
            <p:cNvSpPr/>
            <p:nvPr/>
          </p:nvSpPr>
          <p:spPr>
            <a:xfrm>
              <a:off x="5832558" y="1896162"/>
              <a:ext cx="302409" cy="42048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2</a:t>
              </a:r>
              <a:endParaRPr lang="zh-CN" altLang="en-US" sz="1600" b="1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E2C0AF5B-59FA-7432-A95A-905D4085635E}"/>
                </a:ext>
              </a:extLst>
            </p:cNvPr>
            <p:cNvSpPr/>
            <p:nvPr/>
          </p:nvSpPr>
          <p:spPr>
            <a:xfrm>
              <a:off x="6238836" y="1768806"/>
              <a:ext cx="302409" cy="5478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3</a:t>
              </a:r>
              <a:endParaRPr lang="zh-CN" altLang="en-US" sz="1600" b="1" dirty="0"/>
            </a:p>
          </p:txBody>
        </p:sp>
        <p:pic>
          <p:nvPicPr>
            <p:cNvPr id="41" name="图形 40" descr="爬行的婴儿 纯色填充">
              <a:extLst>
                <a:ext uri="{FF2B5EF4-FFF2-40B4-BE49-F238E27FC236}">
                  <a16:creationId xmlns:a16="http://schemas.microsoft.com/office/drawing/2014/main" id="{CA9CE73F-A603-C189-1DFC-16B864642F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960601" y="1989626"/>
              <a:ext cx="390330" cy="368523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B593DE30-EC99-3027-5ABF-4059486AA68A}"/>
                    </a:ext>
                  </a:extLst>
                </p:cNvPr>
                <p:cNvSpPr txBox="1"/>
                <p:nvPr/>
              </p:nvSpPr>
              <p:spPr>
                <a:xfrm>
                  <a:off x="6541245" y="2106403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B593DE30-EC99-3027-5ABF-4059486AA6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1245" y="2106403"/>
                  <a:ext cx="341760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6DE29BE3-9A5C-BFEA-98FC-12E5C57F64E8}"/>
                </a:ext>
              </a:extLst>
            </p:cNvPr>
            <p:cNvSpPr/>
            <p:nvPr/>
          </p:nvSpPr>
          <p:spPr>
            <a:xfrm>
              <a:off x="7670609" y="704675"/>
              <a:ext cx="302409" cy="16119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n</a:t>
              </a:r>
              <a:endParaRPr lang="zh-CN" altLang="en-US" sz="1600" b="1" dirty="0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AB3ACDA0-B598-B151-62ED-B35F82E23D42}"/>
                </a:ext>
              </a:extLst>
            </p:cNvPr>
            <p:cNvSpPr/>
            <p:nvPr/>
          </p:nvSpPr>
          <p:spPr>
            <a:xfrm>
              <a:off x="6978913" y="1296099"/>
              <a:ext cx="544645" cy="10205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n-1</a:t>
              </a:r>
              <a:endParaRPr lang="zh-CN" altLang="en-US" sz="1600" b="1" dirty="0"/>
            </a:p>
          </p:txBody>
        </p:sp>
        <p:pic>
          <p:nvPicPr>
            <p:cNvPr id="69" name="图形 68" descr="爬行的婴儿 纯色填充">
              <a:extLst>
                <a:ext uri="{FF2B5EF4-FFF2-40B4-BE49-F238E27FC236}">
                  <a16:creationId xmlns:a16="http://schemas.microsoft.com/office/drawing/2014/main" id="{F1E45AB3-4419-64F1-4561-5EBB98300A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056070" y="953881"/>
              <a:ext cx="390330" cy="368523"/>
            </a:xfrm>
            <a:prstGeom prst="rect">
              <a:avLst/>
            </a:prstGeom>
          </p:spPr>
        </p:pic>
        <p:cxnSp>
          <p:nvCxnSpPr>
            <p:cNvPr id="74" name="连接符: 曲线 73">
              <a:extLst>
                <a:ext uri="{FF2B5EF4-FFF2-40B4-BE49-F238E27FC236}">
                  <a16:creationId xmlns:a16="http://schemas.microsoft.com/office/drawing/2014/main" id="{A8BC061E-DC93-9A41-69DE-E788835FDB31}"/>
                </a:ext>
              </a:extLst>
            </p:cNvPr>
            <p:cNvCxnSpPr>
              <a:cxnSpLocks/>
              <a:endCxn id="48" idx="0"/>
            </p:cNvCxnSpPr>
            <p:nvPr/>
          </p:nvCxnSpPr>
          <p:spPr>
            <a:xfrm flipV="1">
              <a:off x="7251234" y="704675"/>
              <a:ext cx="570580" cy="306117"/>
            </a:xfrm>
            <a:prstGeom prst="curvedConnector4">
              <a:avLst>
                <a:gd name="adj1" fmla="val 729"/>
                <a:gd name="adj2" fmla="val 17467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左大括号 129">
            <a:extLst>
              <a:ext uri="{FF2B5EF4-FFF2-40B4-BE49-F238E27FC236}">
                <a16:creationId xmlns:a16="http://schemas.microsoft.com/office/drawing/2014/main" id="{893329EF-307A-AB87-EFA1-277586BD2DE4}"/>
              </a:ext>
            </a:extLst>
          </p:cNvPr>
          <p:cNvSpPr/>
          <p:nvPr/>
        </p:nvSpPr>
        <p:spPr>
          <a:xfrm rot="16200000">
            <a:off x="6034831" y="1318677"/>
            <a:ext cx="420484" cy="2249112"/>
          </a:xfrm>
          <a:prstGeom prst="leftBrace">
            <a:avLst>
              <a:gd name="adj1" fmla="val 47807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6390B367-AC2E-5EB2-EFBB-F4083542A4CB}"/>
                  </a:ext>
                </a:extLst>
              </p:cNvPr>
              <p:cNvSpPr txBox="1"/>
              <p:nvPr/>
            </p:nvSpPr>
            <p:spPr>
              <a:xfrm>
                <a:off x="5897307" y="2645511"/>
                <a:ext cx="96013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6390B367-AC2E-5EB2-EFBB-F4083542A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307" y="2645511"/>
                <a:ext cx="960135" cy="307777"/>
              </a:xfrm>
              <a:prstGeom prst="rect">
                <a:avLst/>
              </a:prstGeom>
              <a:blipFill>
                <a:blip r:embed="rId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左大括号 132">
            <a:extLst>
              <a:ext uri="{FF2B5EF4-FFF2-40B4-BE49-F238E27FC236}">
                <a16:creationId xmlns:a16="http://schemas.microsoft.com/office/drawing/2014/main" id="{97336EAE-FB9A-DE52-8DE5-9002704408A7}"/>
              </a:ext>
            </a:extLst>
          </p:cNvPr>
          <p:cNvSpPr/>
          <p:nvPr/>
        </p:nvSpPr>
        <p:spPr>
          <a:xfrm rot="16200000">
            <a:off x="7607419" y="2017237"/>
            <a:ext cx="246204" cy="721784"/>
          </a:xfrm>
          <a:prstGeom prst="leftBrace">
            <a:avLst>
              <a:gd name="adj1" fmla="val 47807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ACAF0781-1E9F-C0B5-5841-D88E2F1CF7D7}"/>
                  </a:ext>
                </a:extLst>
              </p:cNvPr>
              <p:cNvSpPr txBox="1"/>
              <p:nvPr/>
            </p:nvSpPr>
            <p:spPr>
              <a:xfrm>
                <a:off x="7517665" y="2626046"/>
                <a:ext cx="34176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ACAF0781-1E9F-C0B5-5841-D88E2F1CF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7665" y="2626046"/>
                <a:ext cx="34176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358AE880-C5AA-0990-E38D-741908DFC7C4}"/>
                  </a:ext>
                </a:extLst>
              </p:cNvPr>
              <p:cNvSpPr txBox="1"/>
              <p:nvPr/>
            </p:nvSpPr>
            <p:spPr>
              <a:xfrm>
                <a:off x="6993165" y="2645510"/>
                <a:ext cx="3625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358AE880-C5AA-0990-E38D-741908DFC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165" y="2645510"/>
                <a:ext cx="362599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B20D4D65-E14C-612E-DF28-760A7B95E1DE}"/>
              </a:ext>
            </a:extLst>
          </p:cNvPr>
          <p:cNvGrpSpPr/>
          <p:nvPr/>
        </p:nvGrpSpPr>
        <p:grpSpPr>
          <a:xfrm>
            <a:off x="5043312" y="3281907"/>
            <a:ext cx="3498199" cy="2566230"/>
            <a:chOff x="5078996" y="3560878"/>
            <a:chExt cx="3498199" cy="2566230"/>
          </a:xfrm>
        </p:grpSpPr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91D74FDD-374D-F51C-5A03-BEF49A86555B}"/>
                </a:ext>
              </a:extLst>
            </p:cNvPr>
            <p:cNvGrpSpPr/>
            <p:nvPr/>
          </p:nvGrpSpPr>
          <p:grpSpPr>
            <a:xfrm>
              <a:off x="5078996" y="3560878"/>
              <a:ext cx="3498199" cy="1678727"/>
              <a:chOff x="4960601" y="704675"/>
              <a:chExt cx="3498199" cy="1678727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2AA26003-5331-8E74-C52A-E336E8F9E518}"/>
                  </a:ext>
                </a:extLst>
              </p:cNvPr>
              <p:cNvSpPr/>
              <p:nvPr/>
            </p:nvSpPr>
            <p:spPr>
              <a:xfrm>
                <a:off x="5394890" y="2031131"/>
                <a:ext cx="302409" cy="28551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1</a:t>
                </a:r>
                <a:endParaRPr lang="zh-CN" altLang="en-US" sz="1600" b="1" dirty="0"/>
              </a:p>
            </p:txBody>
          </p:sp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5ED00C34-0F69-84F4-CCDB-9ADCDB0DA41E}"/>
                  </a:ext>
                </a:extLst>
              </p:cNvPr>
              <p:cNvSpPr/>
              <p:nvPr/>
            </p:nvSpPr>
            <p:spPr>
              <a:xfrm>
                <a:off x="5832558" y="1896162"/>
                <a:ext cx="302409" cy="42048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2</a:t>
                </a:r>
                <a:endParaRPr lang="zh-CN" altLang="en-US" sz="1600" b="1" dirty="0"/>
              </a:p>
            </p:txBody>
          </p:sp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2149E797-52AF-3E20-ED48-3BDA058D5CE3}"/>
                  </a:ext>
                </a:extLst>
              </p:cNvPr>
              <p:cNvSpPr/>
              <p:nvPr/>
            </p:nvSpPr>
            <p:spPr>
              <a:xfrm>
                <a:off x="6238836" y="1768806"/>
                <a:ext cx="302409" cy="54783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3</a:t>
                </a:r>
                <a:endParaRPr lang="zh-CN" altLang="en-US" sz="1600" b="1" dirty="0"/>
              </a:p>
            </p:txBody>
          </p:sp>
          <p:pic>
            <p:nvPicPr>
              <p:cNvPr id="95" name="图形 94" descr="爬行的婴儿 纯色填充">
                <a:extLst>
                  <a:ext uri="{FF2B5EF4-FFF2-40B4-BE49-F238E27FC236}">
                    <a16:creationId xmlns:a16="http://schemas.microsoft.com/office/drawing/2014/main" id="{A9A93C1D-7896-E8AA-F870-90901FED3C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960601" y="1989626"/>
                <a:ext cx="390330" cy="368523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D415981E-A214-B91C-7A18-71F3DEFFA888}"/>
                      </a:ext>
                    </a:extLst>
                  </p:cNvPr>
                  <p:cNvSpPr txBox="1"/>
                  <p:nvPr/>
                </p:nvSpPr>
                <p:spPr>
                  <a:xfrm>
                    <a:off x="6541245" y="2106403"/>
                    <a:ext cx="341760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 dirty="0" smtClean="0">
                              <a:latin typeface="Cambria Math" panose="02040503050406030204" pitchFamily="18" charset="0"/>
                            </a:rPr>
                            <m:t>…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D415981E-A214-B91C-7A18-71F3DEFFA8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41245" y="2106403"/>
                    <a:ext cx="341760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CFD2562A-3328-125B-DD2E-B8248284EC80}"/>
                  </a:ext>
                </a:extLst>
              </p:cNvPr>
              <p:cNvSpPr/>
              <p:nvPr/>
            </p:nvSpPr>
            <p:spPr>
              <a:xfrm>
                <a:off x="8156391" y="704675"/>
                <a:ext cx="302409" cy="161196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n</a:t>
                </a:r>
                <a:endParaRPr lang="zh-CN" altLang="en-US" sz="1600" b="1" dirty="0"/>
              </a:p>
            </p:txBody>
          </p:sp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9DE9EFEA-38C1-9178-B4FE-DE6114AB938E}"/>
                  </a:ext>
                </a:extLst>
              </p:cNvPr>
              <p:cNvSpPr/>
              <p:nvPr/>
            </p:nvSpPr>
            <p:spPr>
              <a:xfrm>
                <a:off x="7515838" y="1047070"/>
                <a:ext cx="544645" cy="126957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n-1</a:t>
                </a:r>
                <a:endParaRPr lang="zh-CN" altLang="en-US" sz="1600" b="1" dirty="0"/>
              </a:p>
            </p:txBody>
          </p:sp>
          <p:pic>
            <p:nvPicPr>
              <p:cNvPr id="108" name="图形 107" descr="爬行的婴儿 纯色填充">
                <a:extLst>
                  <a:ext uri="{FF2B5EF4-FFF2-40B4-BE49-F238E27FC236}">
                    <a16:creationId xmlns:a16="http://schemas.microsoft.com/office/drawing/2014/main" id="{37D9AA06-C5F9-9958-FFED-E9C6894CD6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6979300" y="962802"/>
                <a:ext cx="390330" cy="368523"/>
              </a:xfrm>
              <a:prstGeom prst="rect">
                <a:avLst/>
              </a:prstGeom>
            </p:spPr>
          </p:pic>
          <p:cxnSp>
            <p:nvCxnSpPr>
              <p:cNvPr id="112" name="连接符: 曲线 111">
                <a:extLst>
                  <a:ext uri="{FF2B5EF4-FFF2-40B4-BE49-F238E27FC236}">
                    <a16:creationId xmlns:a16="http://schemas.microsoft.com/office/drawing/2014/main" id="{BB6C1F90-2C91-5C1D-C7CE-11982F7F0CA7}"/>
                  </a:ext>
                </a:extLst>
              </p:cNvPr>
              <p:cNvCxnSpPr>
                <a:cxnSpLocks/>
                <a:stCxn id="108" idx="0"/>
                <a:endCxn id="102" idx="0"/>
              </p:cNvCxnSpPr>
              <p:nvPr/>
            </p:nvCxnSpPr>
            <p:spPr>
              <a:xfrm rot="5400000" flipH="1" flipV="1">
                <a:off x="7611967" y="267174"/>
                <a:ext cx="258127" cy="1133131"/>
              </a:xfrm>
              <a:prstGeom prst="curvedConnector3">
                <a:avLst>
                  <a:gd name="adj1" fmla="val 188561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16EDF81E-26C2-4F34-4E69-49C0BB28A205}"/>
                </a:ext>
              </a:extLst>
            </p:cNvPr>
            <p:cNvSpPr/>
            <p:nvPr/>
          </p:nvSpPr>
          <p:spPr>
            <a:xfrm>
              <a:off x="7001400" y="4152301"/>
              <a:ext cx="544645" cy="10205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n-2</a:t>
              </a:r>
              <a:endParaRPr lang="zh-CN" altLang="en-US" sz="1600" b="1" dirty="0"/>
            </a:p>
          </p:txBody>
        </p:sp>
        <p:sp>
          <p:nvSpPr>
            <p:cNvPr id="138" name="左大括号 137">
              <a:extLst>
                <a:ext uri="{FF2B5EF4-FFF2-40B4-BE49-F238E27FC236}">
                  <a16:creationId xmlns:a16="http://schemas.microsoft.com/office/drawing/2014/main" id="{01BB70BD-A47D-86D4-2195-8F562779AE80}"/>
                </a:ext>
              </a:extLst>
            </p:cNvPr>
            <p:cNvSpPr/>
            <p:nvPr/>
          </p:nvSpPr>
          <p:spPr>
            <a:xfrm rot="16200000">
              <a:off x="5996447" y="4530881"/>
              <a:ext cx="420484" cy="2172343"/>
            </a:xfrm>
            <a:prstGeom prst="leftBrace">
              <a:avLst>
                <a:gd name="adj1" fmla="val 47807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1DB26253-FEB8-591D-2FDF-79FDD27F0B9E}"/>
                    </a:ext>
                  </a:extLst>
                </p:cNvPr>
                <p:cNvSpPr txBox="1"/>
                <p:nvPr/>
              </p:nvSpPr>
              <p:spPr>
                <a:xfrm>
                  <a:off x="5897307" y="5819331"/>
                  <a:ext cx="96013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1DB26253-FEB8-591D-2FDF-79FDD27F0B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7307" y="5819331"/>
                  <a:ext cx="960135" cy="307777"/>
                </a:xfrm>
                <a:prstGeom prst="rect">
                  <a:avLst/>
                </a:prstGeom>
                <a:blipFill>
                  <a:blip r:embed="rId9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4" name="左大括号 153">
              <a:extLst>
                <a:ext uri="{FF2B5EF4-FFF2-40B4-BE49-F238E27FC236}">
                  <a16:creationId xmlns:a16="http://schemas.microsoft.com/office/drawing/2014/main" id="{9A327042-E7C0-6F9D-746C-6AD2D672F992}"/>
                </a:ext>
              </a:extLst>
            </p:cNvPr>
            <p:cNvSpPr/>
            <p:nvPr/>
          </p:nvSpPr>
          <p:spPr>
            <a:xfrm rot="16200000">
              <a:off x="7811926" y="4909782"/>
              <a:ext cx="246204" cy="1284334"/>
            </a:xfrm>
            <a:prstGeom prst="leftBrace">
              <a:avLst>
                <a:gd name="adj1" fmla="val 47807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CCFB06C5-060D-DBA5-778A-F07A2DC76163}"/>
                    </a:ext>
                  </a:extLst>
                </p:cNvPr>
                <p:cNvSpPr txBox="1"/>
                <p:nvPr/>
              </p:nvSpPr>
              <p:spPr>
                <a:xfrm>
                  <a:off x="7735675" y="5807846"/>
                  <a:ext cx="34176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CCFB06C5-060D-DBA5-778A-F07A2DC761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5675" y="5807846"/>
                  <a:ext cx="341760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3E28240F-B7E6-E39D-D5A3-54904486C6CB}"/>
                    </a:ext>
                  </a:extLst>
                </p:cNvPr>
                <p:cNvSpPr txBox="1"/>
                <p:nvPr/>
              </p:nvSpPr>
              <p:spPr>
                <a:xfrm>
                  <a:off x="7097308" y="5807846"/>
                  <a:ext cx="36259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3E28240F-B7E6-E39D-D5A3-54904486C6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7308" y="5807846"/>
                  <a:ext cx="362599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CD1115C1-7D74-0E14-DD08-BDC360D53710}"/>
                  </a:ext>
                </a:extLst>
              </p:cNvPr>
              <p:cNvSpPr txBox="1"/>
              <p:nvPr/>
            </p:nvSpPr>
            <p:spPr>
              <a:xfrm>
                <a:off x="2418854" y="3624302"/>
                <a:ext cx="6383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CD1115C1-7D74-0E14-DD08-BDC360D53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854" y="3624302"/>
                <a:ext cx="638315" cy="307777"/>
              </a:xfrm>
              <a:prstGeom prst="rect">
                <a:avLst/>
              </a:prstGeom>
              <a:blipFill>
                <a:blip r:embed="rId11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3B9FEC7F-9569-AA04-EB15-BA5A852A911B}"/>
                  </a:ext>
                </a:extLst>
              </p:cNvPr>
              <p:cNvSpPr txBox="1"/>
              <p:nvPr/>
            </p:nvSpPr>
            <p:spPr>
              <a:xfrm>
                <a:off x="3190072" y="6075992"/>
                <a:ext cx="32192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3B9FEC7F-9569-AA04-EB15-BA5A852A9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072" y="6075992"/>
                <a:ext cx="3219215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3999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D33C-9298-3693-579E-A26AC372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4D2C8253-070C-2815-1438-1CAB507650EB}"/>
              </a:ext>
            </a:extLst>
          </p:cNvPr>
          <p:cNvGrpSpPr/>
          <p:nvPr/>
        </p:nvGrpSpPr>
        <p:grpSpPr>
          <a:xfrm>
            <a:off x="2968850" y="2369216"/>
            <a:ext cx="354584" cy="338554"/>
            <a:chOff x="2968850" y="3491049"/>
            <a:chExt cx="354584" cy="338554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96620095-9602-67AB-12CE-9265CA6A4E7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354584" cy="3385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425C1743-596D-8BC8-7B42-18E523AC8D95}"/>
              </a:ext>
            </a:extLst>
          </p:cNvPr>
          <p:cNvGrpSpPr/>
          <p:nvPr/>
        </p:nvGrpSpPr>
        <p:grpSpPr>
          <a:xfrm>
            <a:off x="3330800" y="2371035"/>
            <a:ext cx="354584" cy="338554"/>
            <a:chOff x="2968850" y="3491049"/>
            <a:chExt cx="354584" cy="338554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8A703EA2-4E82-80CE-E613-ACDAED2DC04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354584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383CBAF5-5CE8-9F09-8B88-77308EC0B60E}"/>
              </a:ext>
            </a:extLst>
          </p:cNvPr>
          <p:cNvGrpSpPr/>
          <p:nvPr/>
        </p:nvGrpSpPr>
        <p:grpSpPr>
          <a:xfrm>
            <a:off x="3697160" y="2377386"/>
            <a:ext cx="354584" cy="338554"/>
            <a:chOff x="2968850" y="3491049"/>
            <a:chExt cx="390043" cy="338554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475A6039-8726-D371-DB80-C5AF8B915F4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F68F9340-899D-2775-5204-FEFA5730A3D8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39004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F68F9340-899D-2775-5204-FEFA5730A3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390043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EF53A073-C87C-44C9-EAE1-1F789FB72C15}"/>
              </a:ext>
            </a:extLst>
          </p:cNvPr>
          <p:cNvGrpSpPr/>
          <p:nvPr/>
        </p:nvGrpSpPr>
        <p:grpSpPr>
          <a:xfrm>
            <a:off x="4042174" y="2379205"/>
            <a:ext cx="354584" cy="338554"/>
            <a:chOff x="2968850" y="3491049"/>
            <a:chExt cx="390043" cy="338554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74CD813C-3C0D-41B5-E2F1-80FA2BE7686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E813EB35-099D-99F3-88DB-1ECC821064EE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39004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E813EB35-099D-99F3-88DB-1ECC821064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390043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CD28F398-0335-4BEA-EBA3-C08370442A7A}"/>
              </a:ext>
            </a:extLst>
          </p:cNvPr>
          <p:cNvCxnSpPr>
            <a:stCxn id="40" idx="2"/>
            <a:endCxn id="62" idx="0"/>
          </p:cNvCxnSpPr>
          <p:nvPr/>
        </p:nvCxnSpPr>
        <p:spPr>
          <a:xfrm>
            <a:off x="3508092" y="2709589"/>
            <a:ext cx="366360" cy="2243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6D406E55-F78E-DBB7-5429-AC6D8D3C9932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3134969" y="2677415"/>
            <a:ext cx="739483" cy="2565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AB222F94-2D55-ABBD-7AD0-46506394F9D7}"/>
              </a:ext>
            </a:extLst>
          </p:cNvPr>
          <p:cNvGrpSpPr/>
          <p:nvPr/>
        </p:nvGrpSpPr>
        <p:grpSpPr>
          <a:xfrm>
            <a:off x="4387188" y="2382381"/>
            <a:ext cx="354584" cy="338554"/>
            <a:chOff x="2968850" y="3491049"/>
            <a:chExt cx="390043" cy="338554"/>
          </a:xfrm>
        </p:grpSpPr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601EE696-75A5-73C2-E5E0-3F38D25BFF1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842C3103-B616-B8BB-7831-607DEDA266C5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39004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842C3103-B616-B8BB-7831-607DEDA26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390043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C73B67DA-6DFE-4D89-16A1-0C066BCC30BE}"/>
              </a:ext>
            </a:extLst>
          </p:cNvPr>
          <p:cNvGrpSpPr/>
          <p:nvPr/>
        </p:nvGrpSpPr>
        <p:grpSpPr>
          <a:xfrm>
            <a:off x="4736715" y="2382381"/>
            <a:ext cx="354584" cy="338554"/>
            <a:chOff x="2968850" y="3491049"/>
            <a:chExt cx="390043" cy="338554"/>
          </a:xfrm>
        </p:grpSpPr>
        <p:sp>
          <p:nvSpPr>
            <p:cNvPr id="104" name="矩形: 圆角 103">
              <a:extLst>
                <a:ext uri="{FF2B5EF4-FFF2-40B4-BE49-F238E27FC236}">
                  <a16:creationId xmlns:a16="http://schemas.microsoft.com/office/drawing/2014/main" id="{8BEBDBA1-DBDE-4676-2CFF-EC149CFCA5C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23EA8E59-3547-3EBF-1ADD-D08D6026B70A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39004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23EA8E59-3547-3EBF-1ADD-D08D6026B7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390043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EEB556CC-3F3F-E9B5-64D6-2208B9200131}"/>
              </a:ext>
            </a:extLst>
          </p:cNvPr>
          <p:cNvGrpSpPr/>
          <p:nvPr/>
        </p:nvGrpSpPr>
        <p:grpSpPr>
          <a:xfrm>
            <a:off x="2968850" y="2925772"/>
            <a:ext cx="2122449" cy="348543"/>
            <a:chOff x="2968850" y="2925772"/>
            <a:chExt cx="2122449" cy="348543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515E3C68-E065-DD53-329D-276F24D40DB2}"/>
                </a:ext>
              </a:extLst>
            </p:cNvPr>
            <p:cNvGrpSpPr/>
            <p:nvPr/>
          </p:nvGrpSpPr>
          <p:grpSpPr>
            <a:xfrm>
              <a:off x="2968850" y="2925772"/>
              <a:ext cx="354584" cy="338554"/>
              <a:chOff x="2968850" y="3491049"/>
              <a:chExt cx="354584" cy="338554"/>
            </a:xfrm>
          </p:grpSpPr>
          <p:sp>
            <p:nvSpPr>
              <p:cNvPr id="55" name="矩形: 圆角 54">
                <a:extLst>
                  <a:ext uri="{FF2B5EF4-FFF2-40B4-BE49-F238E27FC236}">
                    <a16:creationId xmlns:a16="http://schemas.microsoft.com/office/drawing/2014/main" id="{2ED34459-558C-C080-556D-1FB58388C14B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6" name="文本框 55">
                    <a:extLst>
                      <a:ext uri="{FF2B5EF4-FFF2-40B4-BE49-F238E27FC236}">
                        <a16:creationId xmlns:a16="http://schemas.microsoft.com/office/drawing/2014/main" id="{68FB84BB-DD43-F3C0-DA9A-31A817E0B0E6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5458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>
              <p:sp>
                <p:nvSpPr>
                  <p:cNvPr id="56" name="文本框 55">
                    <a:extLst>
                      <a:ext uri="{FF2B5EF4-FFF2-40B4-BE49-F238E27FC236}">
                        <a16:creationId xmlns:a16="http://schemas.microsoft.com/office/drawing/2014/main" id="{68FB84BB-DD43-F3C0-DA9A-31A817E0B0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54584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63FE7C62-4796-B046-4C56-B44A2636676D}"/>
                </a:ext>
              </a:extLst>
            </p:cNvPr>
            <p:cNvGrpSpPr/>
            <p:nvPr/>
          </p:nvGrpSpPr>
          <p:grpSpPr>
            <a:xfrm>
              <a:off x="3330800" y="2927591"/>
              <a:ext cx="354584" cy="338554"/>
              <a:chOff x="2968850" y="3491049"/>
              <a:chExt cx="354584" cy="338554"/>
            </a:xfrm>
          </p:grpSpPr>
          <p:sp>
            <p:nvSpPr>
              <p:cNvPr id="58" name="矩形: 圆角 57">
                <a:extLst>
                  <a:ext uri="{FF2B5EF4-FFF2-40B4-BE49-F238E27FC236}">
                    <a16:creationId xmlns:a16="http://schemas.microsoft.com/office/drawing/2014/main" id="{03F10B0F-1FA4-2C49-FB77-26DCB0638FAB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6B5F41F4-A6EB-32C7-FD77-4F41258699FE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5458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6B5F41F4-A6EB-32C7-FD77-4F41258699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54584" cy="3385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8DA0F4B7-9FB3-26D8-182A-6BC09B9A29EB}"/>
                </a:ext>
              </a:extLst>
            </p:cNvPr>
            <p:cNvGrpSpPr/>
            <p:nvPr/>
          </p:nvGrpSpPr>
          <p:grpSpPr>
            <a:xfrm>
              <a:off x="3697160" y="2933942"/>
              <a:ext cx="354584" cy="338554"/>
              <a:chOff x="2968850" y="3491049"/>
              <a:chExt cx="390043" cy="338554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879A5550-F8CE-ADB8-25C3-9E852D4062AB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437E7D10-06B7-69D2-4574-84B5305330A5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437E7D10-06B7-69D2-4574-84B5305330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47DA85F0-5D0F-97D8-8CB1-DAC80FE2A29E}"/>
                </a:ext>
              </a:extLst>
            </p:cNvPr>
            <p:cNvGrpSpPr/>
            <p:nvPr/>
          </p:nvGrpSpPr>
          <p:grpSpPr>
            <a:xfrm>
              <a:off x="4042174" y="2935761"/>
              <a:ext cx="354584" cy="338554"/>
              <a:chOff x="2968850" y="3491049"/>
              <a:chExt cx="390043" cy="338554"/>
            </a:xfrm>
          </p:grpSpPr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989335B0-5F05-1363-3D2E-23F528E345C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5" name="文本框 64">
                    <a:extLst>
                      <a:ext uri="{FF2B5EF4-FFF2-40B4-BE49-F238E27FC236}">
                        <a16:creationId xmlns:a16="http://schemas.microsoft.com/office/drawing/2014/main" id="{F5049734-E382-AB29-EB14-A35F3F3A744E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>
              <p:sp>
                <p:nvSpPr>
                  <p:cNvPr id="65" name="文本框 64">
                    <a:extLst>
                      <a:ext uri="{FF2B5EF4-FFF2-40B4-BE49-F238E27FC236}">
                        <a16:creationId xmlns:a16="http://schemas.microsoft.com/office/drawing/2014/main" id="{F5049734-E382-AB29-EB14-A35F3F3A74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3F1EA18D-4BC2-56D7-72CE-DD03C113F1E6}"/>
                </a:ext>
              </a:extLst>
            </p:cNvPr>
            <p:cNvGrpSpPr/>
            <p:nvPr/>
          </p:nvGrpSpPr>
          <p:grpSpPr>
            <a:xfrm>
              <a:off x="4387188" y="2933942"/>
              <a:ext cx="354584" cy="338554"/>
              <a:chOff x="2968850" y="3491049"/>
              <a:chExt cx="390043" cy="338554"/>
            </a:xfrm>
          </p:grpSpPr>
          <p:sp>
            <p:nvSpPr>
              <p:cNvPr id="88" name="矩形: 圆角 87">
                <a:extLst>
                  <a:ext uri="{FF2B5EF4-FFF2-40B4-BE49-F238E27FC236}">
                    <a16:creationId xmlns:a16="http://schemas.microsoft.com/office/drawing/2014/main" id="{9750A8C0-4ED4-D197-8187-4AB3FE0404D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3" name="文本框 92">
                    <a:extLst>
                      <a:ext uri="{FF2B5EF4-FFF2-40B4-BE49-F238E27FC236}">
                        <a16:creationId xmlns:a16="http://schemas.microsoft.com/office/drawing/2014/main" id="{55F342BA-4D44-0637-87D6-3FC23258AA26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>
              <p:sp>
                <p:nvSpPr>
                  <p:cNvPr id="93" name="文本框 92">
                    <a:extLst>
                      <a:ext uri="{FF2B5EF4-FFF2-40B4-BE49-F238E27FC236}">
                        <a16:creationId xmlns:a16="http://schemas.microsoft.com/office/drawing/2014/main" id="{55F342BA-4D44-0637-87D6-3FC23258AA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734ADE5D-42E9-1A22-339A-54C480F952CB}"/>
                </a:ext>
              </a:extLst>
            </p:cNvPr>
            <p:cNvGrpSpPr/>
            <p:nvPr/>
          </p:nvGrpSpPr>
          <p:grpSpPr>
            <a:xfrm>
              <a:off x="4736715" y="2933942"/>
              <a:ext cx="354584" cy="338554"/>
              <a:chOff x="2968850" y="3491049"/>
              <a:chExt cx="390043" cy="338554"/>
            </a:xfrm>
          </p:grpSpPr>
          <p:sp>
            <p:nvSpPr>
              <p:cNvPr id="107" name="矩形: 圆角 106">
                <a:extLst>
                  <a:ext uri="{FF2B5EF4-FFF2-40B4-BE49-F238E27FC236}">
                    <a16:creationId xmlns:a16="http://schemas.microsoft.com/office/drawing/2014/main" id="{0C309CB1-D5AF-E093-FC1B-A9CDD0CC456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B4AC64B4-036B-46D4-06D3-2C2EC6E70D15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B4AC64B4-036B-46D4-06D3-2C2EC6E70D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08EC49EC-CA4A-F09F-1BB7-0755AC9F0989}"/>
              </a:ext>
            </a:extLst>
          </p:cNvPr>
          <p:cNvGrpSpPr/>
          <p:nvPr/>
        </p:nvGrpSpPr>
        <p:grpSpPr>
          <a:xfrm>
            <a:off x="2980949" y="3477333"/>
            <a:ext cx="2122449" cy="348543"/>
            <a:chOff x="2968850" y="2925772"/>
            <a:chExt cx="2122449" cy="348543"/>
          </a:xfrm>
        </p:grpSpPr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F03D11E9-1D96-E0EB-AAB4-B856CC0BDBB6}"/>
                </a:ext>
              </a:extLst>
            </p:cNvPr>
            <p:cNvGrpSpPr/>
            <p:nvPr/>
          </p:nvGrpSpPr>
          <p:grpSpPr>
            <a:xfrm>
              <a:off x="2968850" y="2925772"/>
              <a:ext cx="354584" cy="338554"/>
              <a:chOff x="2968850" y="3491049"/>
              <a:chExt cx="354584" cy="338554"/>
            </a:xfrm>
          </p:grpSpPr>
          <p:sp>
            <p:nvSpPr>
              <p:cNvPr id="131" name="矩形: 圆角 130">
                <a:extLst>
                  <a:ext uri="{FF2B5EF4-FFF2-40B4-BE49-F238E27FC236}">
                    <a16:creationId xmlns:a16="http://schemas.microsoft.com/office/drawing/2014/main" id="{73E1A154-C5C8-CAA7-1B90-6415E86F175D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4" name="文本框 133">
                    <a:extLst>
                      <a:ext uri="{FF2B5EF4-FFF2-40B4-BE49-F238E27FC236}">
                        <a16:creationId xmlns:a16="http://schemas.microsoft.com/office/drawing/2014/main" id="{FE231C76-7A98-FE01-283E-A92C0B04ED60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5458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>
              <p:sp>
                <p:nvSpPr>
                  <p:cNvPr id="134" name="文本框 133">
                    <a:extLst>
                      <a:ext uri="{FF2B5EF4-FFF2-40B4-BE49-F238E27FC236}">
                        <a16:creationId xmlns:a16="http://schemas.microsoft.com/office/drawing/2014/main" id="{FE231C76-7A98-FE01-283E-A92C0B04ED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54584" cy="33855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FF807C7C-AED8-C968-A0B6-FDF53872C0D9}"/>
                </a:ext>
              </a:extLst>
            </p:cNvPr>
            <p:cNvGrpSpPr/>
            <p:nvPr/>
          </p:nvGrpSpPr>
          <p:grpSpPr>
            <a:xfrm>
              <a:off x="3330800" y="2927591"/>
              <a:ext cx="354584" cy="338554"/>
              <a:chOff x="2968850" y="3491049"/>
              <a:chExt cx="354584" cy="338554"/>
            </a:xfrm>
          </p:grpSpPr>
          <p:sp>
            <p:nvSpPr>
              <p:cNvPr id="128" name="矩形: 圆角 127">
                <a:extLst>
                  <a:ext uri="{FF2B5EF4-FFF2-40B4-BE49-F238E27FC236}">
                    <a16:creationId xmlns:a16="http://schemas.microsoft.com/office/drawing/2014/main" id="{9B1979B2-A025-73B4-C8D9-4DCA4373509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9" name="文本框 128">
                    <a:extLst>
                      <a:ext uri="{FF2B5EF4-FFF2-40B4-BE49-F238E27FC236}">
                        <a16:creationId xmlns:a16="http://schemas.microsoft.com/office/drawing/2014/main" id="{E69BC6A8-861F-7550-4C44-D46F78A80D21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5458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>
              <p:sp>
                <p:nvSpPr>
                  <p:cNvPr id="129" name="文本框 128">
                    <a:extLst>
                      <a:ext uri="{FF2B5EF4-FFF2-40B4-BE49-F238E27FC236}">
                        <a16:creationId xmlns:a16="http://schemas.microsoft.com/office/drawing/2014/main" id="{E69BC6A8-861F-7550-4C44-D46F78A80D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54584" cy="33855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5" name="组合 114">
              <a:extLst>
                <a:ext uri="{FF2B5EF4-FFF2-40B4-BE49-F238E27FC236}">
                  <a16:creationId xmlns:a16="http://schemas.microsoft.com/office/drawing/2014/main" id="{F5244E0C-59C5-2723-54C0-B44931A72A47}"/>
                </a:ext>
              </a:extLst>
            </p:cNvPr>
            <p:cNvGrpSpPr/>
            <p:nvPr/>
          </p:nvGrpSpPr>
          <p:grpSpPr>
            <a:xfrm>
              <a:off x="3697160" y="2933942"/>
              <a:ext cx="354584" cy="338554"/>
              <a:chOff x="2968850" y="3491049"/>
              <a:chExt cx="390043" cy="338554"/>
            </a:xfrm>
          </p:grpSpPr>
          <p:sp>
            <p:nvSpPr>
              <p:cNvPr id="126" name="矩形: 圆角 125">
                <a:extLst>
                  <a:ext uri="{FF2B5EF4-FFF2-40B4-BE49-F238E27FC236}">
                    <a16:creationId xmlns:a16="http://schemas.microsoft.com/office/drawing/2014/main" id="{F6FE5439-C12E-70F7-4E3E-9B8C879C9C7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7" name="文本框 126">
                    <a:extLst>
                      <a:ext uri="{FF2B5EF4-FFF2-40B4-BE49-F238E27FC236}">
                        <a16:creationId xmlns:a16="http://schemas.microsoft.com/office/drawing/2014/main" id="{84AB2A20-26E9-978C-083F-F03A2A405617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>
              <p:sp>
                <p:nvSpPr>
                  <p:cNvPr id="127" name="文本框 126">
                    <a:extLst>
                      <a:ext uri="{FF2B5EF4-FFF2-40B4-BE49-F238E27FC236}">
                        <a16:creationId xmlns:a16="http://schemas.microsoft.com/office/drawing/2014/main" id="{84AB2A20-26E9-978C-083F-F03A2A4056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28B7265F-CBCE-875F-40ED-942739ED64F7}"/>
                </a:ext>
              </a:extLst>
            </p:cNvPr>
            <p:cNvGrpSpPr/>
            <p:nvPr/>
          </p:nvGrpSpPr>
          <p:grpSpPr>
            <a:xfrm>
              <a:off x="4042174" y="2935761"/>
              <a:ext cx="354584" cy="338554"/>
              <a:chOff x="2968850" y="3491049"/>
              <a:chExt cx="390043" cy="338554"/>
            </a:xfrm>
          </p:grpSpPr>
          <p:sp>
            <p:nvSpPr>
              <p:cNvPr id="124" name="矩形: 圆角 123">
                <a:extLst>
                  <a:ext uri="{FF2B5EF4-FFF2-40B4-BE49-F238E27FC236}">
                    <a16:creationId xmlns:a16="http://schemas.microsoft.com/office/drawing/2014/main" id="{CDAF3D21-FBF4-1808-61D5-72F7F74268F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5" name="文本框 124">
                    <a:extLst>
                      <a:ext uri="{FF2B5EF4-FFF2-40B4-BE49-F238E27FC236}">
                        <a16:creationId xmlns:a16="http://schemas.microsoft.com/office/drawing/2014/main" id="{6D1FD02F-0C70-A916-DAB3-54856680833F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25" name="文本框 124">
                    <a:extLst>
                      <a:ext uri="{FF2B5EF4-FFF2-40B4-BE49-F238E27FC236}">
                        <a16:creationId xmlns:a16="http://schemas.microsoft.com/office/drawing/2014/main" id="{6D1FD02F-0C70-A916-DAB3-5485668083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429E0CCC-1646-66DB-FED9-A32A22DCFBCC}"/>
                </a:ext>
              </a:extLst>
            </p:cNvPr>
            <p:cNvGrpSpPr/>
            <p:nvPr/>
          </p:nvGrpSpPr>
          <p:grpSpPr>
            <a:xfrm>
              <a:off x="4387188" y="2933942"/>
              <a:ext cx="354584" cy="338554"/>
              <a:chOff x="2968850" y="3491049"/>
              <a:chExt cx="390043" cy="338554"/>
            </a:xfrm>
          </p:grpSpPr>
          <p:sp>
            <p:nvSpPr>
              <p:cNvPr id="121" name="矩形: 圆角 120">
                <a:extLst>
                  <a:ext uri="{FF2B5EF4-FFF2-40B4-BE49-F238E27FC236}">
                    <a16:creationId xmlns:a16="http://schemas.microsoft.com/office/drawing/2014/main" id="{B55525D1-DD99-410C-4CB7-7CAAD7999F3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2" name="文本框 121">
                    <a:extLst>
                      <a:ext uri="{FF2B5EF4-FFF2-40B4-BE49-F238E27FC236}">
                        <a16:creationId xmlns:a16="http://schemas.microsoft.com/office/drawing/2014/main" id="{E9ED999B-CB18-C0DC-EE58-9A47AEBCE922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>
              <p:sp>
                <p:nvSpPr>
                  <p:cNvPr id="122" name="文本框 121">
                    <a:extLst>
                      <a:ext uri="{FF2B5EF4-FFF2-40B4-BE49-F238E27FC236}">
                        <a16:creationId xmlns:a16="http://schemas.microsoft.com/office/drawing/2014/main" id="{E9ED999B-CB18-C0DC-EE58-9A47AEBCE9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E9C3461B-747A-8B01-D700-C2997695CE76}"/>
                </a:ext>
              </a:extLst>
            </p:cNvPr>
            <p:cNvGrpSpPr/>
            <p:nvPr/>
          </p:nvGrpSpPr>
          <p:grpSpPr>
            <a:xfrm>
              <a:off x="4736715" y="2933942"/>
              <a:ext cx="354584" cy="338554"/>
              <a:chOff x="2968850" y="3491049"/>
              <a:chExt cx="390043" cy="338554"/>
            </a:xfrm>
          </p:grpSpPr>
          <p:sp>
            <p:nvSpPr>
              <p:cNvPr id="119" name="矩形: 圆角 118">
                <a:extLst>
                  <a:ext uri="{FF2B5EF4-FFF2-40B4-BE49-F238E27FC236}">
                    <a16:creationId xmlns:a16="http://schemas.microsoft.com/office/drawing/2014/main" id="{F8F95049-CB01-A877-C229-9E36747C26F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0" name="文本框 119">
                    <a:extLst>
                      <a:ext uri="{FF2B5EF4-FFF2-40B4-BE49-F238E27FC236}">
                        <a16:creationId xmlns:a16="http://schemas.microsoft.com/office/drawing/2014/main" id="{5D045D60-3068-EE8A-FC09-2E17004F02CB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>
              <p:sp>
                <p:nvSpPr>
                  <p:cNvPr id="120" name="文本框 119">
                    <a:extLst>
                      <a:ext uri="{FF2B5EF4-FFF2-40B4-BE49-F238E27FC236}">
                        <a16:creationId xmlns:a16="http://schemas.microsoft.com/office/drawing/2014/main" id="{5D045D60-3068-EE8A-FC09-2E17004F02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A064CE53-6C4E-E261-485A-C22515BAA480}"/>
              </a:ext>
            </a:extLst>
          </p:cNvPr>
          <p:cNvCxnSpPr/>
          <p:nvPr/>
        </p:nvCxnSpPr>
        <p:spPr>
          <a:xfrm>
            <a:off x="3836327" y="3260511"/>
            <a:ext cx="366360" cy="2243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D3EBDC8C-6E8B-5F9D-105C-D90BB0542238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3495788" y="3252892"/>
            <a:ext cx="706899" cy="2319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FE416C43-08AF-A7DD-275F-3D30DD3CA036}"/>
              </a:ext>
            </a:extLst>
          </p:cNvPr>
          <p:cNvGrpSpPr/>
          <p:nvPr/>
        </p:nvGrpSpPr>
        <p:grpSpPr>
          <a:xfrm>
            <a:off x="2980949" y="4035245"/>
            <a:ext cx="2122449" cy="348543"/>
            <a:chOff x="2968850" y="2925772"/>
            <a:chExt cx="2122449" cy="348543"/>
          </a:xfrm>
        </p:grpSpPr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36C998D4-316F-6CD2-FFE6-8DAA95762E76}"/>
                </a:ext>
              </a:extLst>
            </p:cNvPr>
            <p:cNvGrpSpPr/>
            <p:nvPr/>
          </p:nvGrpSpPr>
          <p:grpSpPr>
            <a:xfrm>
              <a:off x="2968850" y="2925772"/>
              <a:ext cx="354584" cy="338554"/>
              <a:chOff x="2968850" y="3491049"/>
              <a:chExt cx="354584" cy="338554"/>
            </a:xfrm>
          </p:grpSpPr>
          <p:sp>
            <p:nvSpPr>
              <p:cNvPr id="164" name="矩形: 圆角 163">
                <a:extLst>
                  <a:ext uri="{FF2B5EF4-FFF2-40B4-BE49-F238E27FC236}">
                    <a16:creationId xmlns:a16="http://schemas.microsoft.com/office/drawing/2014/main" id="{BE4B643B-227C-772F-528C-E4BA7D311466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5" name="文本框 164">
                    <a:extLst>
                      <a:ext uri="{FF2B5EF4-FFF2-40B4-BE49-F238E27FC236}">
                        <a16:creationId xmlns:a16="http://schemas.microsoft.com/office/drawing/2014/main" id="{82564243-70F4-05B5-DFE7-46BB4CD15F50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5458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>
              <p:sp>
                <p:nvSpPr>
                  <p:cNvPr id="165" name="文本框 164">
                    <a:extLst>
                      <a:ext uri="{FF2B5EF4-FFF2-40B4-BE49-F238E27FC236}">
                        <a16:creationId xmlns:a16="http://schemas.microsoft.com/office/drawing/2014/main" id="{82564243-70F4-05B5-DFE7-46BB4CD15F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54584" cy="338554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5CD2E454-7F3C-47D8-A563-9B045DCBF01E}"/>
                </a:ext>
              </a:extLst>
            </p:cNvPr>
            <p:cNvGrpSpPr/>
            <p:nvPr/>
          </p:nvGrpSpPr>
          <p:grpSpPr>
            <a:xfrm>
              <a:off x="3330800" y="2927591"/>
              <a:ext cx="354584" cy="338554"/>
              <a:chOff x="2968850" y="3491049"/>
              <a:chExt cx="354584" cy="338554"/>
            </a:xfrm>
          </p:grpSpPr>
          <p:sp>
            <p:nvSpPr>
              <p:cNvPr id="162" name="矩形: 圆角 161">
                <a:extLst>
                  <a:ext uri="{FF2B5EF4-FFF2-40B4-BE49-F238E27FC236}">
                    <a16:creationId xmlns:a16="http://schemas.microsoft.com/office/drawing/2014/main" id="{12975226-75E6-7A5E-E933-DD8CAEC7B88A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3" name="文本框 162">
                    <a:extLst>
                      <a:ext uri="{FF2B5EF4-FFF2-40B4-BE49-F238E27FC236}">
                        <a16:creationId xmlns:a16="http://schemas.microsoft.com/office/drawing/2014/main" id="{48C349B1-ED78-499F-B4B2-C788C5F829AA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5458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>
              <p:sp>
                <p:nvSpPr>
                  <p:cNvPr id="163" name="文本框 162">
                    <a:extLst>
                      <a:ext uri="{FF2B5EF4-FFF2-40B4-BE49-F238E27FC236}">
                        <a16:creationId xmlns:a16="http://schemas.microsoft.com/office/drawing/2014/main" id="{48C349B1-ED78-499F-B4B2-C788C5F829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54584" cy="338554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3" name="组合 142">
              <a:extLst>
                <a:ext uri="{FF2B5EF4-FFF2-40B4-BE49-F238E27FC236}">
                  <a16:creationId xmlns:a16="http://schemas.microsoft.com/office/drawing/2014/main" id="{3CB9326B-4DF6-3B16-79EA-A42418C34263}"/>
                </a:ext>
              </a:extLst>
            </p:cNvPr>
            <p:cNvGrpSpPr/>
            <p:nvPr/>
          </p:nvGrpSpPr>
          <p:grpSpPr>
            <a:xfrm>
              <a:off x="3697160" y="2933942"/>
              <a:ext cx="354584" cy="338554"/>
              <a:chOff x="2968850" y="3491049"/>
              <a:chExt cx="390043" cy="338554"/>
            </a:xfrm>
          </p:grpSpPr>
          <p:sp>
            <p:nvSpPr>
              <p:cNvPr id="158" name="矩形: 圆角 157">
                <a:extLst>
                  <a:ext uri="{FF2B5EF4-FFF2-40B4-BE49-F238E27FC236}">
                    <a16:creationId xmlns:a16="http://schemas.microsoft.com/office/drawing/2014/main" id="{F47F36A5-EF92-AE53-5E27-1735767041E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1" name="文本框 160">
                    <a:extLst>
                      <a:ext uri="{FF2B5EF4-FFF2-40B4-BE49-F238E27FC236}">
                        <a16:creationId xmlns:a16="http://schemas.microsoft.com/office/drawing/2014/main" id="{F88812AB-5D2D-6F04-BF63-3A08F5F51954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>
              <p:sp>
                <p:nvSpPr>
                  <p:cNvPr id="161" name="文本框 160">
                    <a:extLst>
                      <a:ext uri="{FF2B5EF4-FFF2-40B4-BE49-F238E27FC236}">
                        <a16:creationId xmlns:a16="http://schemas.microsoft.com/office/drawing/2014/main" id="{F88812AB-5D2D-6F04-BF63-3A08F5F519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4" name="组合 143">
              <a:extLst>
                <a:ext uri="{FF2B5EF4-FFF2-40B4-BE49-F238E27FC236}">
                  <a16:creationId xmlns:a16="http://schemas.microsoft.com/office/drawing/2014/main" id="{CF07A840-1AC6-FFB0-EAFE-08F5B17C0CBD}"/>
                </a:ext>
              </a:extLst>
            </p:cNvPr>
            <p:cNvGrpSpPr/>
            <p:nvPr/>
          </p:nvGrpSpPr>
          <p:grpSpPr>
            <a:xfrm>
              <a:off x="4042174" y="2935761"/>
              <a:ext cx="354584" cy="338554"/>
              <a:chOff x="2968850" y="3491049"/>
              <a:chExt cx="390043" cy="338554"/>
            </a:xfrm>
          </p:grpSpPr>
          <p:sp>
            <p:nvSpPr>
              <p:cNvPr id="152" name="矩形: 圆角 151">
                <a:extLst>
                  <a:ext uri="{FF2B5EF4-FFF2-40B4-BE49-F238E27FC236}">
                    <a16:creationId xmlns:a16="http://schemas.microsoft.com/office/drawing/2014/main" id="{A8ECB190-6E5A-5F1F-B7B6-1EB218F9329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3" name="文本框 152">
                    <a:extLst>
                      <a:ext uri="{FF2B5EF4-FFF2-40B4-BE49-F238E27FC236}">
                        <a16:creationId xmlns:a16="http://schemas.microsoft.com/office/drawing/2014/main" id="{D0A0F8F1-96E9-542B-344A-19792570CC1F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>
              <p:sp>
                <p:nvSpPr>
                  <p:cNvPr id="153" name="文本框 152">
                    <a:extLst>
                      <a:ext uri="{FF2B5EF4-FFF2-40B4-BE49-F238E27FC236}">
                        <a16:creationId xmlns:a16="http://schemas.microsoft.com/office/drawing/2014/main" id="{D0A0F8F1-96E9-542B-344A-19792570CC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5" name="组合 144">
              <a:extLst>
                <a:ext uri="{FF2B5EF4-FFF2-40B4-BE49-F238E27FC236}">
                  <a16:creationId xmlns:a16="http://schemas.microsoft.com/office/drawing/2014/main" id="{BF8F4712-FF83-43AB-A16E-E9F8BCE1AE01}"/>
                </a:ext>
              </a:extLst>
            </p:cNvPr>
            <p:cNvGrpSpPr/>
            <p:nvPr/>
          </p:nvGrpSpPr>
          <p:grpSpPr>
            <a:xfrm>
              <a:off x="4387188" y="2933942"/>
              <a:ext cx="354584" cy="338554"/>
              <a:chOff x="2968850" y="3491049"/>
              <a:chExt cx="390043" cy="338554"/>
            </a:xfrm>
          </p:grpSpPr>
          <p:sp>
            <p:nvSpPr>
              <p:cNvPr id="149" name="矩形: 圆角 148">
                <a:extLst>
                  <a:ext uri="{FF2B5EF4-FFF2-40B4-BE49-F238E27FC236}">
                    <a16:creationId xmlns:a16="http://schemas.microsoft.com/office/drawing/2014/main" id="{F315C405-88EA-A164-D7DA-1B912476817B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0" name="文本框 149">
                    <a:extLst>
                      <a:ext uri="{FF2B5EF4-FFF2-40B4-BE49-F238E27FC236}">
                        <a16:creationId xmlns:a16="http://schemas.microsoft.com/office/drawing/2014/main" id="{98DBFD94-9653-3775-7C80-356274A449C2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50" name="文本框 149">
                    <a:extLst>
                      <a:ext uri="{FF2B5EF4-FFF2-40B4-BE49-F238E27FC236}">
                        <a16:creationId xmlns:a16="http://schemas.microsoft.com/office/drawing/2014/main" id="{98DBFD94-9653-3775-7C80-356274A449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6" name="组合 145">
              <a:extLst>
                <a:ext uri="{FF2B5EF4-FFF2-40B4-BE49-F238E27FC236}">
                  <a16:creationId xmlns:a16="http://schemas.microsoft.com/office/drawing/2014/main" id="{4BDF87D8-060C-5E0C-0F0A-D90D5C4C1659}"/>
                </a:ext>
              </a:extLst>
            </p:cNvPr>
            <p:cNvGrpSpPr/>
            <p:nvPr/>
          </p:nvGrpSpPr>
          <p:grpSpPr>
            <a:xfrm>
              <a:off x="4736715" y="2933942"/>
              <a:ext cx="354584" cy="338554"/>
              <a:chOff x="2968850" y="3491049"/>
              <a:chExt cx="390043" cy="338554"/>
            </a:xfrm>
          </p:grpSpPr>
          <p:sp>
            <p:nvSpPr>
              <p:cNvPr id="147" name="矩形: 圆角 146">
                <a:extLst>
                  <a:ext uri="{FF2B5EF4-FFF2-40B4-BE49-F238E27FC236}">
                    <a16:creationId xmlns:a16="http://schemas.microsoft.com/office/drawing/2014/main" id="{EA437FF9-79FA-21F3-0504-05CE0266508B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8" name="文本框 147">
                    <a:extLst>
                      <a:ext uri="{FF2B5EF4-FFF2-40B4-BE49-F238E27FC236}">
                        <a16:creationId xmlns:a16="http://schemas.microsoft.com/office/drawing/2014/main" id="{6B777687-BCE2-1B0E-6364-4FC87CDBEDAA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>
              <p:sp>
                <p:nvSpPr>
                  <p:cNvPr id="148" name="文本框 147">
                    <a:extLst>
                      <a:ext uri="{FF2B5EF4-FFF2-40B4-BE49-F238E27FC236}">
                        <a16:creationId xmlns:a16="http://schemas.microsoft.com/office/drawing/2014/main" id="{6B777687-BCE2-1B0E-6364-4FC87CDBED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8B984C80-C574-A153-D03D-98B127AE249E}"/>
              </a:ext>
            </a:extLst>
          </p:cNvPr>
          <p:cNvCxnSpPr/>
          <p:nvPr/>
        </p:nvCxnSpPr>
        <p:spPr>
          <a:xfrm>
            <a:off x="4211376" y="3806781"/>
            <a:ext cx="366360" cy="2243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E8E2B4C0-2445-D5B4-BE8C-8BD29CB2C225}"/>
              </a:ext>
            </a:extLst>
          </p:cNvPr>
          <p:cNvCxnSpPr>
            <a:cxnSpLocks/>
            <a:stCxn id="126" idx="2"/>
          </p:cNvCxnSpPr>
          <p:nvPr/>
        </p:nvCxnSpPr>
        <p:spPr>
          <a:xfrm>
            <a:off x="3859248" y="3810804"/>
            <a:ext cx="718488" cy="2203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C96A7C4E-59A7-7DBE-94A9-88C215125A08}"/>
              </a:ext>
            </a:extLst>
          </p:cNvPr>
          <p:cNvGrpSpPr/>
          <p:nvPr/>
        </p:nvGrpSpPr>
        <p:grpSpPr>
          <a:xfrm>
            <a:off x="2883627" y="4579904"/>
            <a:ext cx="2655498" cy="616504"/>
            <a:chOff x="2887673" y="4495404"/>
            <a:chExt cx="2655498" cy="616504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7AC07205-E5E0-2BC1-AF1D-C29BA31BC458}"/>
                </a:ext>
              </a:extLst>
            </p:cNvPr>
            <p:cNvGrpSpPr/>
            <p:nvPr/>
          </p:nvGrpSpPr>
          <p:grpSpPr>
            <a:xfrm>
              <a:off x="2887673" y="4495404"/>
              <a:ext cx="501356" cy="586911"/>
              <a:chOff x="2883159" y="3491049"/>
              <a:chExt cx="501356" cy="586911"/>
            </a:xfrm>
          </p:grpSpPr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9D7CD454-0571-97E9-B34E-9FA748CC1A9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" name="文本框 5">
                    <a:extLst>
                      <a:ext uri="{FF2B5EF4-FFF2-40B4-BE49-F238E27FC236}">
                        <a16:creationId xmlns:a16="http://schemas.microsoft.com/office/drawing/2014/main" id="{11B40423-7C07-7440-175D-A6B4BA3FD35B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5458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>
              <p:sp>
                <p:nvSpPr>
                  <p:cNvPr id="6" name="文本框 5">
                    <a:extLst>
                      <a:ext uri="{FF2B5EF4-FFF2-40B4-BE49-F238E27FC236}">
                        <a16:creationId xmlns:a16="http://schemas.microsoft.com/office/drawing/2014/main" id="{11B40423-7C07-7440-175D-A6B4BA3FD3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54584" cy="338554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文本框 9">
                    <a:extLst>
                      <a:ext uri="{FF2B5EF4-FFF2-40B4-BE49-F238E27FC236}">
                        <a16:creationId xmlns:a16="http://schemas.microsoft.com/office/drawing/2014/main" id="{07ADA6D9-08D6-41D0-4DCA-25C1D8DED7E6}"/>
                      </a:ext>
                    </a:extLst>
                  </p:cNvPr>
                  <p:cNvSpPr txBox="1"/>
                  <p:nvPr/>
                </p:nvSpPr>
                <p:spPr>
                  <a:xfrm>
                    <a:off x="2883159" y="3816350"/>
                    <a:ext cx="50135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oMath>
                      </m:oMathPara>
                    </a14:m>
                    <a:endParaRPr lang="zh-CN" altLang="en-US" sz="1100" dirty="0"/>
                  </a:p>
                </p:txBody>
              </p:sp>
            </mc:Choice>
            <mc:Fallback>
              <p:sp>
                <p:nvSpPr>
                  <p:cNvPr id="10" name="文本框 9">
                    <a:extLst>
                      <a:ext uri="{FF2B5EF4-FFF2-40B4-BE49-F238E27FC236}">
                        <a16:creationId xmlns:a16="http://schemas.microsoft.com/office/drawing/2014/main" id="{07ADA6D9-08D6-41D0-4DCA-25C1D8DED7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3159" y="3816350"/>
                    <a:ext cx="501356" cy="261610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b="-232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C11190D3-802B-A8F1-A790-CF2F35817C34}"/>
                </a:ext>
              </a:extLst>
            </p:cNvPr>
            <p:cNvGrpSpPr/>
            <p:nvPr/>
          </p:nvGrpSpPr>
          <p:grpSpPr>
            <a:xfrm>
              <a:off x="3249623" y="4497223"/>
              <a:ext cx="501356" cy="586911"/>
              <a:chOff x="2883159" y="3491049"/>
              <a:chExt cx="501356" cy="586911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B85655C2-C502-260F-3075-F13E86C4F34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B6A26524-ED86-499A-D5CC-FB459A80CF30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5458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B6A26524-ED86-499A-D5CC-FB459A80CF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54584" cy="338554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8066C639-24AC-1D72-7F9A-E0070DB90651}"/>
                      </a:ext>
                    </a:extLst>
                  </p:cNvPr>
                  <p:cNvSpPr txBox="1"/>
                  <p:nvPr/>
                </p:nvSpPr>
                <p:spPr>
                  <a:xfrm>
                    <a:off x="2883159" y="3816350"/>
                    <a:ext cx="50135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zh-CN" altLang="en-US" sz="1100" dirty="0"/>
                  </a:p>
                </p:txBody>
              </p:sp>
            </mc:Choice>
            <mc:Fallback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8066C639-24AC-1D72-7F9A-E0070DB906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3159" y="3816350"/>
                    <a:ext cx="501356" cy="261610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b="-232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9DA02EB6-D63C-FAF1-C2D4-9220334F4216}"/>
                </a:ext>
              </a:extLst>
            </p:cNvPr>
            <p:cNvGrpSpPr/>
            <p:nvPr/>
          </p:nvGrpSpPr>
          <p:grpSpPr>
            <a:xfrm>
              <a:off x="3623774" y="4503574"/>
              <a:ext cx="501356" cy="586911"/>
              <a:chOff x="2883158" y="3491049"/>
              <a:chExt cx="551492" cy="586911"/>
            </a:xfrm>
          </p:grpSpPr>
          <p:sp>
            <p:nvSpPr>
              <p:cNvPr id="25" name="矩形: 圆角 24">
                <a:extLst>
                  <a:ext uri="{FF2B5EF4-FFF2-40B4-BE49-F238E27FC236}">
                    <a16:creationId xmlns:a16="http://schemas.microsoft.com/office/drawing/2014/main" id="{DE904EDB-ED68-FA6D-0F3E-28E5417B621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文本框 25">
                    <a:extLst>
                      <a:ext uri="{FF2B5EF4-FFF2-40B4-BE49-F238E27FC236}">
                        <a16:creationId xmlns:a16="http://schemas.microsoft.com/office/drawing/2014/main" id="{A7C8A79F-2960-F56F-3DF0-5C278076BA42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5458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>
              <p:sp>
                <p:nvSpPr>
                  <p:cNvPr id="26" name="文本框 25">
                    <a:extLst>
                      <a:ext uri="{FF2B5EF4-FFF2-40B4-BE49-F238E27FC236}">
                        <a16:creationId xmlns:a16="http://schemas.microsoft.com/office/drawing/2014/main" id="{A7C8A79F-2960-F56F-3DF0-5C278076BA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54584" cy="338554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38CE9B14-7D0C-D5C1-A0D7-C2E0B1980BE9}"/>
                      </a:ext>
                    </a:extLst>
                  </p:cNvPr>
                  <p:cNvSpPr txBox="1"/>
                  <p:nvPr/>
                </p:nvSpPr>
                <p:spPr>
                  <a:xfrm>
                    <a:off x="2883158" y="3816350"/>
                    <a:ext cx="55149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oMath>
                      </m:oMathPara>
                    </a14:m>
                    <a:endParaRPr lang="zh-CN" altLang="en-US" sz="1100" dirty="0"/>
                  </a:p>
                </p:txBody>
              </p:sp>
            </mc:Choice>
            <mc:Fallback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38CE9B14-7D0C-D5C1-A0D7-C2E0B1980B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3158" y="3816350"/>
                    <a:ext cx="551492" cy="261610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b="-232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3D8A0CF6-B5E8-014C-1136-237666FDA852}"/>
                </a:ext>
              </a:extLst>
            </p:cNvPr>
            <p:cNvGrpSpPr/>
            <p:nvPr/>
          </p:nvGrpSpPr>
          <p:grpSpPr>
            <a:xfrm>
              <a:off x="3968788" y="4505393"/>
              <a:ext cx="501356" cy="586911"/>
              <a:chOff x="2883158" y="3491049"/>
              <a:chExt cx="551492" cy="586911"/>
            </a:xfrm>
          </p:grpSpPr>
          <p:sp>
            <p:nvSpPr>
              <p:cNvPr id="30" name="矩形: 圆角 29">
                <a:extLst>
                  <a:ext uri="{FF2B5EF4-FFF2-40B4-BE49-F238E27FC236}">
                    <a16:creationId xmlns:a16="http://schemas.microsoft.com/office/drawing/2014/main" id="{3C0AE246-5CDC-A557-E496-5A812F37914E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DC92DA5B-B5A6-C2DB-D30D-910126D47A9F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5458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DC92DA5B-B5A6-C2DB-D30D-910126D47A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54584" cy="338554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AED6D0B4-C0E5-699D-2D60-737098BD3853}"/>
                      </a:ext>
                    </a:extLst>
                  </p:cNvPr>
                  <p:cNvSpPr txBox="1"/>
                  <p:nvPr/>
                </p:nvSpPr>
                <p:spPr>
                  <a:xfrm>
                    <a:off x="2883158" y="3816350"/>
                    <a:ext cx="55149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oMath>
                      </m:oMathPara>
                    </a14:m>
                    <a:endParaRPr lang="zh-CN" altLang="en-US" sz="1100" dirty="0"/>
                  </a:p>
                </p:txBody>
              </p:sp>
            </mc:Choice>
            <mc:Fallback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AED6D0B4-C0E5-699D-2D60-737098BD38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3158" y="3816350"/>
                    <a:ext cx="551492" cy="261610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b="-465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7487EDF7-A62D-49AE-71CD-29F2662C4572}"/>
                </a:ext>
              </a:extLst>
            </p:cNvPr>
            <p:cNvGrpSpPr/>
            <p:nvPr/>
          </p:nvGrpSpPr>
          <p:grpSpPr>
            <a:xfrm>
              <a:off x="4313802" y="4511744"/>
              <a:ext cx="501356" cy="586911"/>
              <a:chOff x="2883158" y="3491049"/>
              <a:chExt cx="551492" cy="586911"/>
            </a:xfrm>
          </p:grpSpPr>
          <p:sp>
            <p:nvSpPr>
              <p:cNvPr id="80" name="矩形: 圆角 79">
                <a:extLst>
                  <a:ext uri="{FF2B5EF4-FFF2-40B4-BE49-F238E27FC236}">
                    <a16:creationId xmlns:a16="http://schemas.microsoft.com/office/drawing/2014/main" id="{729FD5DE-9EBE-E169-9B17-F794FACDCB5F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1" name="文本框 80">
                    <a:extLst>
                      <a:ext uri="{FF2B5EF4-FFF2-40B4-BE49-F238E27FC236}">
                        <a16:creationId xmlns:a16="http://schemas.microsoft.com/office/drawing/2014/main" id="{95F8646F-550C-0F6D-3656-803827C142F6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>
              <p:sp>
                <p:nvSpPr>
                  <p:cNvPr id="81" name="文本框 80">
                    <a:extLst>
                      <a:ext uri="{FF2B5EF4-FFF2-40B4-BE49-F238E27FC236}">
                        <a16:creationId xmlns:a16="http://schemas.microsoft.com/office/drawing/2014/main" id="{95F8646F-550C-0F6D-3656-803827C142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BF94FFA9-F4C3-F8E7-1981-A6D807432364}"/>
                      </a:ext>
                    </a:extLst>
                  </p:cNvPr>
                  <p:cNvSpPr txBox="1"/>
                  <p:nvPr/>
                </p:nvSpPr>
                <p:spPr>
                  <a:xfrm>
                    <a:off x="2883158" y="3816350"/>
                    <a:ext cx="55149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(4)</m:t>
                          </m:r>
                        </m:oMath>
                      </m:oMathPara>
                    </a14:m>
                    <a:endParaRPr lang="zh-CN" altLang="en-US" sz="1100" dirty="0"/>
                  </a:p>
                </p:txBody>
              </p:sp>
            </mc:Choice>
            <mc:Fallback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BF94FFA9-F4C3-F8E7-1981-A6D8074323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3158" y="3816350"/>
                    <a:ext cx="551492" cy="261610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b="-465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76703BCB-E596-86CD-B895-3313B2AC0F2B}"/>
                </a:ext>
              </a:extLst>
            </p:cNvPr>
            <p:cNvGrpSpPr/>
            <p:nvPr/>
          </p:nvGrpSpPr>
          <p:grpSpPr>
            <a:xfrm>
              <a:off x="4663328" y="4511744"/>
              <a:ext cx="501356" cy="586911"/>
              <a:chOff x="2883157" y="3491049"/>
              <a:chExt cx="551492" cy="586911"/>
            </a:xfrm>
          </p:grpSpPr>
          <p:sp>
            <p:nvSpPr>
              <p:cNvPr id="98" name="矩形: 圆角 97">
                <a:extLst>
                  <a:ext uri="{FF2B5EF4-FFF2-40B4-BE49-F238E27FC236}">
                    <a16:creationId xmlns:a16="http://schemas.microsoft.com/office/drawing/2014/main" id="{5347FD49-9032-F309-9B62-D83E357388C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9" name="文本框 98">
                    <a:extLst>
                      <a:ext uri="{FF2B5EF4-FFF2-40B4-BE49-F238E27FC236}">
                        <a16:creationId xmlns:a16="http://schemas.microsoft.com/office/drawing/2014/main" id="{51ABDF3E-0796-D54D-1962-035B77BDBA02}"/>
                      </a:ext>
                    </a:extLst>
                  </p:cNvPr>
                  <p:cNvSpPr txBox="1"/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99" name="文本框 98">
                    <a:extLst>
                      <a:ext uri="{FF2B5EF4-FFF2-40B4-BE49-F238E27FC236}">
                        <a16:creationId xmlns:a16="http://schemas.microsoft.com/office/drawing/2014/main" id="{51ABDF3E-0796-D54D-1962-035B77BDBA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8850" y="3491049"/>
                    <a:ext cx="390043" cy="338554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0" name="文本框 99">
                    <a:extLst>
                      <a:ext uri="{FF2B5EF4-FFF2-40B4-BE49-F238E27FC236}">
                        <a16:creationId xmlns:a16="http://schemas.microsoft.com/office/drawing/2014/main" id="{7BF1CA29-BD9A-B2D3-B433-376AFB7FA6AA}"/>
                      </a:ext>
                    </a:extLst>
                  </p:cNvPr>
                  <p:cNvSpPr txBox="1"/>
                  <p:nvPr/>
                </p:nvSpPr>
                <p:spPr>
                  <a:xfrm>
                    <a:off x="2883157" y="3816350"/>
                    <a:ext cx="55149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(5)</m:t>
                          </m:r>
                        </m:oMath>
                      </m:oMathPara>
                    </a14:m>
                    <a:endParaRPr lang="zh-CN" altLang="en-US" sz="1100" dirty="0"/>
                  </a:p>
                </p:txBody>
              </p:sp>
            </mc:Choice>
            <mc:Fallback>
              <p:sp>
                <p:nvSpPr>
                  <p:cNvPr id="100" name="文本框 99">
                    <a:extLst>
                      <a:ext uri="{FF2B5EF4-FFF2-40B4-BE49-F238E27FC236}">
                        <a16:creationId xmlns:a16="http://schemas.microsoft.com/office/drawing/2014/main" id="{7BF1CA29-BD9A-B2D3-B433-376AFB7FA6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3157" y="3816350"/>
                    <a:ext cx="551492" cy="261610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 b="-465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7269813A-146C-C052-2D2F-1DA4D141203B}"/>
                    </a:ext>
                  </a:extLst>
                </p:cNvPr>
                <p:cNvSpPr txBox="1"/>
                <p:nvPr/>
              </p:nvSpPr>
              <p:spPr>
                <a:xfrm>
                  <a:off x="5214235" y="4850298"/>
                  <a:ext cx="3289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100" dirty="0"/>
                </a:p>
              </p:txBody>
            </p:sp>
          </mc:Choice>
          <mc:Fallback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7269813A-146C-C052-2D2F-1DA4D14120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4235" y="4850298"/>
                  <a:ext cx="328936" cy="261610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52B2B75E-AD90-2056-40F9-1E41385955DF}"/>
              </a:ext>
            </a:extLst>
          </p:cNvPr>
          <p:cNvCxnSpPr/>
          <p:nvPr/>
        </p:nvCxnSpPr>
        <p:spPr>
          <a:xfrm>
            <a:off x="4550549" y="4370776"/>
            <a:ext cx="366360" cy="2243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箭头连接符 173">
            <a:extLst>
              <a:ext uri="{FF2B5EF4-FFF2-40B4-BE49-F238E27FC236}">
                <a16:creationId xmlns:a16="http://schemas.microsoft.com/office/drawing/2014/main" id="{E074A7CC-3FCC-A1DA-5362-3DAF4D0782AC}"/>
              </a:ext>
            </a:extLst>
          </p:cNvPr>
          <p:cNvCxnSpPr>
            <a:cxnSpLocks/>
          </p:cNvCxnSpPr>
          <p:nvPr/>
        </p:nvCxnSpPr>
        <p:spPr>
          <a:xfrm>
            <a:off x="4198421" y="4374799"/>
            <a:ext cx="718488" cy="2203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537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E6CB9-4E63-B970-218A-42036AA4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587531EC-4D80-E2FB-8C6C-97C79519E5E9}"/>
              </a:ext>
            </a:extLst>
          </p:cNvPr>
          <p:cNvGrpSpPr/>
          <p:nvPr/>
        </p:nvGrpSpPr>
        <p:grpSpPr>
          <a:xfrm>
            <a:off x="4603975" y="2356516"/>
            <a:ext cx="354584" cy="338554"/>
            <a:chOff x="2968850" y="3491049"/>
            <a:chExt cx="354584" cy="338554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985E95DD-E8E8-2963-C873-DB86F6963C9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77F0F98-8523-272D-255E-CDA0BC3C74D9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77F0F98-8523-272D-255E-CDA0BC3C74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354584" cy="3385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795263B6-DCEB-7E2C-5330-417D265250A8}"/>
              </a:ext>
            </a:extLst>
          </p:cNvPr>
          <p:cNvGrpSpPr/>
          <p:nvPr/>
        </p:nvGrpSpPr>
        <p:grpSpPr>
          <a:xfrm>
            <a:off x="5026250" y="2358335"/>
            <a:ext cx="354584" cy="338554"/>
            <a:chOff x="2968850" y="3491049"/>
            <a:chExt cx="354584" cy="338554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EF24B30D-F28C-0904-CE38-61384451EEF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54D23A0B-93B7-D3CE-7463-B6F6546AD4A4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54D23A0B-93B7-D3CE-7463-B6F6546AD4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354584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1ADEBE83-D98C-85BD-0CED-527DC996FA7A}"/>
              </a:ext>
            </a:extLst>
          </p:cNvPr>
          <p:cNvGrpSpPr/>
          <p:nvPr/>
        </p:nvGrpSpPr>
        <p:grpSpPr>
          <a:xfrm>
            <a:off x="5433885" y="2364686"/>
            <a:ext cx="354584" cy="338554"/>
            <a:chOff x="2968850" y="3491049"/>
            <a:chExt cx="390043" cy="338554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1D7588A0-E34D-5BF5-AA82-8C557EAACD1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F3E17410-E4C3-0A9C-7D33-87F72F61AE83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39004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F3E17410-E4C3-0A9C-7D33-87F72F61AE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390043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39561128-1B5B-9E1C-308C-0DBE55A276D1}"/>
              </a:ext>
            </a:extLst>
          </p:cNvPr>
          <p:cNvGrpSpPr/>
          <p:nvPr/>
        </p:nvGrpSpPr>
        <p:grpSpPr>
          <a:xfrm>
            <a:off x="5820174" y="2366505"/>
            <a:ext cx="354584" cy="338554"/>
            <a:chOff x="2968850" y="3491049"/>
            <a:chExt cx="390043" cy="338554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D73B73EA-8CC8-7BCE-50D2-A8C05365232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D612B21E-9FD3-EDFE-4400-F58BC1FAC0FB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39004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D612B21E-9FD3-EDFE-4400-F58BC1FAC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390043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8334FB7F-C0E9-F2B0-08D6-B8C6B893EDC0}"/>
              </a:ext>
            </a:extLst>
          </p:cNvPr>
          <p:cNvGrpSpPr/>
          <p:nvPr/>
        </p:nvGrpSpPr>
        <p:grpSpPr>
          <a:xfrm>
            <a:off x="6225513" y="2369681"/>
            <a:ext cx="354584" cy="338554"/>
            <a:chOff x="2968850" y="3491049"/>
            <a:chExt cx="390043" cy="338554"/>
          </a:xfrm>
        </p:grpSpPr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3133B430-41F7-9915-FAC3-F3AB549F430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68478F13-589F-F6E7-2753-032779260512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39004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68478F13-589F-F6E7-2753-0327792605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390043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CB5D541B-BC9B-0252-C142-E5763C7FF8EC}"/>
              </a:ext>
            </a:extLst>
          </p:cNvPr>
          <p:cNvGrpSpPr/>
          <p:nvPr/>
        </p:nvGrpSpPr>
        <p:grpSpPr>
          <a:xfrm>
            <a:off x="6625840" y="2369681"/>
            <a:ext cx="354584" cy="338554"/>
            <a:chOff x="2968850" y="3491049"/>
            <a:chExt cx="390043" cy="338554"/>
          </a:xfrm>
        </p:grpSpPr>
        <p:sp>
          <p:nvSpPr>
            <p:cNvPr id="104" name="矩形: 圆角 103">
              <a:extLst>
                <a:ext uri="{FF2B5EF4-FFF2-40B4-BE49-F238E27FC236}">
                  <a16:creationId xmlns:a16="http://schemas.microsoft.com/office/drawing/2014/main" id="{1245DD05-D260-6882-5953-60B4A4863FB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EA25E4CC-60CF-637F-98B3-33281CE38630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39004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EA25E4CC-60CF-637F-98B3-33281CE386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390043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5C31251-19FB-FA60-A46C-E606231AA39D}"/>
              </a:ext>
            </a:extLst>
          </p:cNvPr>
          <p:cNvGrpSpPr/>
          <p:nvPr/>
        </p:nvGrpSpPr>
        <p:grpSpPr>
          <a:xfrm>
            <a:off x="7026167" y="2372856"/>
            <a:ext cx="354584" cy="338554"/>
            <a:chOff x="2968850" y="3491049"/>
            <a:chExt cx="390043" cy="338554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A67D9297-FF8C-2EB9-EA6E-D973ECD2C15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601BA38-E9D7-EF3C-DEAE-65CDCC6A5456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39004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601BA38-E9D7-EF3C-DEAE-65CDCC6A54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390043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59191E5-4618-7A86-4403-2A0E47FEE1E8}"/>
              </a:ext>
            </a:extLst>
          </p:cNvPr>
          <p:cNvSpPr/>
          <p:nvPr/>
        </p:nvSpPr>
        <p:spPr>
          <a:xfrm>
            <a:off x="4475745" y="2264811"/>
            <a:ext cx="1312723" cy="548293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81B92D9-6280-0686-6609-96117D5A45C4}"/>
                  </a:ext>
                </a:extLst>
              </p:cNvPr>
              <p:cNvSpPr txBox="1"/>
              <p:nvPr/>
            </p:nvSpPr>
            <p:spPr>
              <a:xfrm>
                <a:off x="5290363" y="3676185"/>
                <a:ext cx="4956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81B92D9-6280-0686-6609-96117D5A4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363" y="3676185"/>
                <a:ext cx="495649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BBF50116-C4E9-4A8B-2D35-0B067CAA5D55}"/>
              </a:ext>
            </a:extLst>
          </p:cNvPr>
          <p:cNvGrpSpPr/>
          <p:nvPr/>
        </p:nvGrpSpPr>
        <p:grpSpPr>
          <a:xfrm>
            <a:off x="5420997" y="3192379"/>
            <a:ext cx="354584" cy="338554"/>
            <a:chOff x="2968850" y="3491049"/>
            <a:chExt cx="354584" cy="338554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40A39F7F-8E24-0780-0033-3AF3F28272D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5F2E47E2-89C2-F459-27CE-98D0380C7F26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5F2E47E2-89C2-F459-27CE-98D0380C7F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354584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7530746-3669-1173-7AAE-DAC00770917E}"/>
              </a:ext>
            </a:extLst>
          </p:cNvPr>
          <p:cNvGrpSpPr/>
          <p:nvPr/>
        </p:nvGrpSpPr>
        <p:grpSpPr>
          <a:xfrm>
            <a:off x="5843272" y="3194198"/>
            <a:ext cx="354584" cy="338554"/>
            <a:chOff x="2968850" y="3491049"/>
            <a:chExt cx="354584" cy="338554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6652079B-191D-8483-0736-070F2C91862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200CD7C7-BBD3-97EC-CC11-8E720094A580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200CD7C7-BBD3-97EC-CC11-8E720094A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354584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56A5321-EC81-0B62-C132-02AB9863264F}"/>
              </a:ext>
            </a:extLst>
          </p:cNvPr>
          <p:cNvGrpSpPr/>
          <p:nvPr/>
        </p:nvGrpSpPr>
        <p:grpSpPr>
          <a:xfrm>
            <a:off x="6250907" y="3200549"/>
            <a:ext cx="354584" cy="338554"/>
            <a:chOff x="2968850" y="3491049"/>
            <a:chExt cx="390043" cy="338554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C5A97258-BCBD-EC87-00FA-AB16E1899A5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7385E3E-41A3-3FA9-90D4-FF17C6A82600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39004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7385E3E-41A3-3FA9-90D4-FF17C6A826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390043" cy="3385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463DEE1B-C51A-5548-F2B1-EE086F06115F}"/>
                  </a:ext>
                </a:extLst>
              </p:cNvPr>
              <p:cNvSpPr txBox="1"/>
              <p:nvPr/>
            </p:nvSpPr>
            <p:spPr>
              <a:xfrm>
                <a:off x="5742896" y="3681180"/>
                <a:ext cx="4956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463DEE1B-C51A-5548-F2B1-EE086F061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2896" y="3681180"/>
                <a:ext cx="49564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23F2894-BDD7-D8C0-45F4-ADD4A845E9C2}"/>
                  </a:ext>
                </a:extLst>
              </p:cNvPr>
              <p:cNvSpPr txBox="1"/>
              <p:nvPr/>
            </p:nvSpPr>
            <p:spPr>
              <a:xfrm>
                <a:off x="6150389" y="3676988"/>
                <a:ext cx="6527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  <m:t>𝒏𝒐𝒘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23F2894-BDD7-D8C0-45F4-ADD4A845E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389" y="3676988"/>
                <a:ext cx="652743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288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343</Words>
  <Application>Microsoft Office PowerPoint</Application>
  <PresentationFormat>宽屏</PresentationFormat>
  <Paragraphs>174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2026-04-07T05:23:38Z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