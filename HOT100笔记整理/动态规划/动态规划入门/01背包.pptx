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96" r:id="rId2"/>
    <p:sldId id="299" r:id="rId3"/>
    <p:sldId id="298" r:id="rId4"/>
    <p:sldId id="297" r:id="rId5"/>
    <p:sldId id="300" r:id="rId6"/>
    <p:sldId id="301" r:id="rId7"/>
    <p:sldId id="302" r:id="rId8"/>
    <p:sldId id="334" r:id="rId9"/>
    <p:sldId id="331" r:id="rId10"/>
    <p:sldId id="332" r:id="rId11"/>
    <p:sldId id="333" r:id="rId12"/>
    <p:sldId id="304" r:id="rId13"/>
    <p:sldId id="303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23" r:id="rId28"/>
    <p:sldId id="324" r:id="rId29"/>
    <p:sldId id="318" r:id="rId30"/>
    <p:sldId id="322" r:id="rId31"/>
    <p:sldId id="319" r:id="rId32"/>
    <p:sldId id="320" r:id="rId33"/>
    <p:sldId id="321" r:id="rId34"/>
    <p:sldId id="326" r:id="rId35"/>
    <p:sldId id="327" r:id="rId36"/>
    <p:sldId id="328" r:id="rId37"/>
    <p:sldId id="329" r:id="rId38"/>
    <p:sldId id="330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5C245C-42E9-4A33-B1EB-B000AFA0EE4D}" v="742" dt="2026-04-18T04:37:42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1468" y="-9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18T04:37:42.898" v="8478" actId="20577"/>
      <pc:docMkLst>
        <pc:docMk/>
      </pc:docMkLst>
      <pc:sldChg chg="addSp delSp modSp add mod modTransition">
        <pc:chgData name="昕 许" userId="a2975fcd840abfc3" providerId="LiveId" clId="{49CCD4F9-177C-4270-9A14-60236FF377E8}" dt="2026-04-11T05:50:39.402" v="7762"/>
        <pc:sldMkLst>
          <pc:docMk/>
          <pc:sldMk cId="3949537576" sldId="296"/>
        </pc:sldMkLst>
        <pc:spChg chg="add mod">
          <ac:chgData name="昕 许" userId="a2975fcd840abfc3" providerId="LiveId" clId="{49CCD4F9-177C-4270-9A14-60236FF377E8}" dt="2026-04-08T02:19:10.882" v="6546" actId="1076"/>
          <ac:spMkLst>
            <pc:docMk/>
            <pc:sldMk cId="3949537576" sldId="296"/>
            <ac:spMk id="2" creationId="{93ED3568-C3BD-02E3-0BBC-A0097D40D9A6}"/>
          </ac:spMkLst>
        </pc:spChg>
        <pc:spChg chg="mod">
          <ac:chgData name="昕 许" userId="a2975fcd840abfc3" providerId="LiveId" clId="{49CCD4F9-177C-4270-9A14-60236FF377E8}" dt="2026-04-07T08:28:30.604" v="6155" actId="20577"/>
          <ac:spMkLst>
            <pc:docMk/>
            <pc:sldMk cId="3949537576" sldId="296"/>
            <ac:spMk id="5" creationId="{FEBA7257-CA89-3D26-2266-434DE6DD1EE1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6" creationId="{246D1873-7A33-5BCD-5971-75A8B65F9655}"/>
          </ac:spMkLst>
        </pc:spChg>
        <pc:spChg chg="mod">
          <ac:chgData name="昕 许" userId="a2975fcd840abfc3" providerId="LiveId" clId="{49CCD4F9-177C-4270-9A14-60236FF377E8}" dt="2026-04-07T08:28:36.048" v="6156" actId="1076"/>
          <ac:spMkLst>
            <pc:docMk/>
            <pc:sldMk cId="3949537576" sldId="296"/>
            <ac:spMk id="7" creationId="{E6E82A98-D7CB-A2D1-6699-B143510EF1F9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8" creationId="{730A4342-8DD0-D236-C1C7-9299082CBE4E}"/>
          </ac:spMkLst>
        </pc:spChg>
        <pc:spChg chg="add mod">
          <ac:chgData name="昕 许" userId="a2975fcd840abfc3" providerId="LiveId" clId="{49CCD4F9-177C-4270-9A14-60236FF377E8}" dt="2026-04-08T02:19:20.310" v="6549" actId="14100"/>
          <ac:spMkLst>
            <pc:docMk/>
            <pc:sldMk cId="3949537576" sldId="296"/>
            <ac:spMk id="9" creationId="{7CA01102-9AB2-770B-364A-4F3B17D7DA9A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11" creationId="{B08C2C63-CB46-247E-D6A2-CC89AAD35D37}"/>
          </ac:spMkLst>
        </pc:spChg>
        <pc:spChg chg="add mod">
          <ac:chgData name="昕 许" userId="a2975fcd840abfc3" providerId="LiveId" clId="{49CCD4F9-177C-4270-9A14-60236FF377E8}" dt="2026-04-08T04:29:45.012" v="6687" actId="1076"/>
          <ac:spMkLst>
            <pc:docMk/>
            <pc:sldMk cId="3949537576" sldId="296"/>
            <ac:spMk id="12" creationId="{ABA4B141-5286-3BC2-546D-F9B3BC321EE6}"/>
          </ac:spMkLst>
        </pc:spChg>
        <pc:spChg chg="add mod">
          <ac:chgData name="昕 许" userId="a2975fcd840abfc3" providerId="LiveId" clId="{49CCD4F9-177C-4270-9A14-60236FF377E8}" dt="2026-04-08T04:29:58.722" v="6690" actId="1076"/>
          <ac:spMkLst>
            <pc:docMk/>
            <pc:sldMk cId="3949537576" sldId="296"/>
            <ac:spMk id="13" creationId="{4C7DAFBC-D0A9-5837-6449-795B1208391F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17" creationId="{C66912E7-B9C8-5753-8E2F-A683A3DEDBB1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18" creationId="{3E8DA863-FA8F-D02E-90C0-433120187F63}"/>
          </ac:spMkLst>
        </pc:spChg>
        <pc:spChg chg="add del mod topLvl">
          <ac:chgData name="昕 许" userId="a2975fcd840abfc3" providerId="LiveId" clId="{49CCD4F9-177C-4270-9A14-60236FF377E8}" dt="2026-04-08T02:22:35.959" v="6588" actId="21"/>
          <ac:spMkLst>
            <pc:docMk/>
            <pc:sldMk cId="3949537576" sldId="296"/>
            <ac:spMk id="24" creationId="{43989227-692F-035F-5FB2-9EE992EBB6E6}"/>
          </ac:spMkLst>
        </pc:spChg>
        <pc:spChg chg="mod topLvl">
          <ac:chgData name="昕 许" userId="a2975fcd840abfc3" providerId="LiveId" clId="{49CCD4F9-177C-4270-9A14-60236FF377E8}" dt="2026-04-08T02:22:35.959" v="6588" actId="21"/>
          <ac:spMkLst>
            <pc:docMk/>
            <pc:sldMk cId="3949537576" sldId="296"/>
            <ac:spMk id="25" creationId="{9A889F65-D905-13B5-5293-ED8B39845715}"/>
          </ac:spMkLst>
        </pc:spChg>
        <pc:spChg chg="add mod">
          <ac:chgData name="昕 许" userId="a2975fcd840abfc3" providerId="LiveId" clId="{49CCD4F9-177C-4270-9A14-60236FF377E8}" dt="2026-04-08T02:19:25.774" v="6551" actId="1076"/>
          <ac:spMkLst>
            <pc:docMk/>
            <pc:sldMk cId="3949537576" sldId="296"/>
            <ac:spMk id="26" creationId="{920F174C-2B54-DC23-CEFC-42A458DAE0C8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28" creationId="{E9F90DCE-F867-A459-29C9-90FC8DBF483D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30" creationId="{0412CA92-316F-14DB-C72A-AFB5CE1867C3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32" creationId="{4804D495-C58A-290B-556E-078AF03697A3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5" creationId="{96620095-9602-67AB-12CE-9265CA6A4E77}"/>
          </ac:spMkLst>
        </pc:spChg>
        <pc:spChg chg="mod">
          <ac:chgData name="昕 许" userId="a2975fcd840abfc3" providerId="LiveId" clId="{49CCD4F9-177C-4270-9A14-60236FF377E8}" dt="2026-04-07T09:17:02.832" v="6369" actId="1076"/>
          <ac:spMkLst>
            <pc:docMk/>
            <pc:sldMk cId="3949537576" sldId="296"/>
            <ac:spMk id="36" creationId="{4F82CAAF-05A1-CF22-BE3A-94D52D1EF612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9" creationId="{8A703EA2-4E82-80CE-E613-ACDAED2DC045}"/>
          </ac:spMkLst>
        </pc:spChg>
        <pc:spChg chg="mod">
          <ac:chgData name="昕 许" userId="a2975fcd840abfc3" providerId="LiveId" clId="{49CCD4F9-177C-4270-9A14-60236FF377E8}" dt="2026-04-07T09:17:01.087" v="6368" actId="1076"/>
          <ac:spMkLst>
            <pc:docMk/>
            <pc:sldMk cId="3949537576" sldId="296"/>
            <ac:spMk id="40" creationId="{1ABAC8C5-8AAA-4CA2-AF59-CD714BD611E3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43" creationId="{E5327BEE-626D-85E5-EB8B-3204BA69B1F7}"/>
          </ac:spMkLst>
        </pc:spChg>
        <pc:spChg chg="mod">
          <ac:chgData name="昕 许" userId="a2975fcd840abfc3" providerId="LiveId" clId="{49CCD4F9-177C-4270-9A14-60236FF377E8}" dt="2026-04-07T08:28:22.048" v="6150" actId="255"/>
          <ac:spMkLst>
            <pc:docMk/>
            <pc:sldMk cId="3949537576" sldId="296"/>
            <ac:spMk id="51" creationId="{74CD813C-3C0D-41B5-E2F1-80FA2BE76867}"/>
          </ac:spMkLst>
        </pc:spChg>
        <pc:spChg chg="mod">
          <ac:chgData name="昕 许" userId="a2975fcd840abfc3" providerId="LiveId" clId="{49CCD4F9-177C-4270-9A14-60236FF377E8}" dt="2026-04-07T08:28:24.927" v="6151" actId="1076"/>
          <ac:spMkLst>
            <pc:docMk/>
            <pc:sldMk cId="3949537576" sldId="296"/>
            <ac:spMk id="52" creationId="{E813EB35-099D-99F3-88DB-1ECC821064EE}"/>
          </ac:spMkLst>
        </pc:spChg>
        <pc:spChg chg="add mod">
          <ac:chgData name="昕 许" userId="a2975fcd840abfc3" providerId="LiveId" clId="{49CCD4F9-177C-4270-9A14-60236FF377E8}" dt="2026-04-08T02:21:33.276" v="6568" actId="1076"/>
          <ac:spMkLst>
            <pc:docMk/>
            <pc:sldMk cId="3949537576" sldId="296"/>
            <ac:spMk id="54" creationId="{D4D0B9A9-8F29-FA4D-57D7-30C10AEDA1EB}"/>
          </ac:spMkLst>
        </pc:spChg>
        <pc:spChg chg="add mod">
          <ac:chgData name="昕 许" userId="a2975fcd840abfc3" providerId="LiveId" clId="{49CCD4F9-177C-4270-9A14-60236FF377E8}" dt="2026-04-08T02:22:22.880" v="6584" actId="1076"/>
          <ac:spMkLst>
            <pc:docMk/>
            <pc:sldMk cId="3949537576" sldId="296"/>
            <ac:spMk id="55" creationId="{97734FF5-CAC4-CBF2-8B1B-206F5955CC03}"/>
          </ac:spMkLst>
        </pc:spChg>
        <pc:spChg chg="add mod">
          <ac:chgData name="昕 许" userId="a2975fcd840abfc3" providerId="LiveId" clId="{49CCD4F9-177C-4270-9A14-60236FF377E8}" dt="2026-04-08T02:22:46.107" v="6592" actId="208"/>
          <ac:spMkLst>
            <pc:docMk/>
            <pc:sldMk cId="3949537576" sldId="296"/>
            <ac:spMk id="58" creationId="{DF6CC7D6-4BC8-B6A2-E13B-29550DD7517E}"/>
          </ac:spMkLst>
        </pc:spChg>
        <pc:spChg chg="add mod">
          <ac:chgData name="昕 许" userId="a2975fcd840abfc3" providerId="LiveId" clId="{49CCD4F9-177C-4270-9A14-60236FF377E8}" dt="2026-04-08T02:23:11.013" v="6602" actId="1076"/>
          <ac:spMkLst>
            <pc:docMk/>
            <pc:sldMk cId="3949537576" sldId="296"/>
            <ac:spMk id="59" creationId="{FA289EB0-A010-8F8E-7B25-6ACBE9482B27}"/>
          </ac:spMkLst>
        </pc:spChg>
        <pc:spChg chg="add mod">
          <ac:chgData name="昕 许" userId="a2975fcd840abfc3" providerId="LiveId" clId="{49CCD4F9-177C-4270-9A14-60236FF377E8}" dt="2026-04-08T02:23:15.966" v="6606" actId="20577"/>
          <ac:spMkLst>
            <pc:docMk/>
            <pc:sldMk cId="3949537576" sldId="296"/>
            <ac:spMk id="60" creationId="{AA0087FA-9434-C4FD-D305-2E0F66DA2877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63" creationId="{9AECBCE9-F025-F2A8-8D3C-79D7A2E811EC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65" creationId="{DA24EAB9-C175-7191-0DDB-4A2FC5938A22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69" creationId="{27843F9C-11A8-D2DA-7DA1-CCABB1E0F5CC}"/>
          </ac:spMkLst>
        </pc:spChg>
        <pc:spChg chg="mod">
          <ac:chgData name="昕 许" userId="a2975fcd840abfc3" providerId="LiveId" clId="{49CCD4F9-177C-4270-9A14-60236FF377E8}" dt="2026-04-08T02:24:10.314" v="6625" actId="693"/>
          <ac:spMkLst>
            <pc:docMk/>
            <pc:sldMk cId="3949537576" sldId="296"/>
            <ac:spMk id="71" creationId="{E1C8107B-7BA2-4E5C-C387-9659949721C2}"/>
          </ac:spMkLst>
        </pc:spChg>
        <pc:spChg chg="mod">
          <ac:chgData name="昕 许" userId="a2975fcd840abfc3" providerId="LiveId" clId="{49CCD4F9-177C-4270-9A14-60236FF377E8}" dt="2026-04-08T02:24:03.456" v="6624" actId="693"/>
          <ac:spMkLst>
            <pc:docMk/>
            <pc:sldMk cId="3949537576" sldId="296"/>
            <ac:spMk id="72" creationId="{EB7D53FE-8F04-C932-498A-5A4E4370D1A2}"/>
          </ac:spMkLst>
        </pc:spChg>
        <pc:spChg chg="mod">
          <ac:chgData name="昕 许" userId="a2975fcd840abfc3" providerId="LiveId" clId="{49CCD4F9-177C-4270-9A14-60236FF377E8}" dt="2026-04-08T02:23:25.950" v="6608" actId="1076"/>
          <ac:spMkLst>
            <pc:docMk/>
            <pc:sldMk cId="3949537576" sldId="296"/>
            <ac:spMk id="73" creationId="{F2EF11F8-DAF9-236C-AA52-E81D54CA0C18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75" creationId="{44DA7D33-7EA2-1AB7-5375-BE6DE3CCC44F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76" creationId="{D27EB1E2-87E9-8D76-B3EF-4F5401E84C97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79" creationId="{95BD811E-6FE4-073E-9D6D-FF90BAF413E5}"/>
          </ac:spMkLst>
        </pc:spChg>
        <pc:spChg chg="add mod">
          <ac:chgData name="昕 许" userId="a2975fcd840abfc3" providerId="LiveId" clId="{49CCD4F9-177C-4270-9A14-60236FF377E8}" dt="2026-04-08T02:24:41.715" v="6635" actId="164"/>
          <ac:spMkLst>
            <pc:docMk/>
            <pc:sldMk cId="3949537576" sldId="296"/>
            <ac:spMk id="80" creationId="{E4A73A70-600E-2A37-C2FC-3DF732F4958A}"/>
          </ac:spMkLst>
        </pc:spChg>
        <pc:spChg chg="add mod">
          <ac:chgData name="昕 许" userId="a2975fcd840abfc3" providerId="LiveId" clId="{49CCD4F9-177C-4270-9A14-60236FF377E8}" dt="2026-04-08T02:23:25.950" v="6608" actId="1076"/>
          <ac:spMkLst>
            <pc:docMk/>
            <pc:sldMk cId="3949537576" sldId="296"/>
            <ac:spMk id="81" creationId="{B9154DA9-428D-E6E7-C282-C49B99BBDB6C}"/>
          </ac:spMkLst>
        </pc:spChg>
        <pc:spChg chg="add mod">
          <ac:chgData name="昕 许" userId="a2975fcd840abfc3" providerId="LiveId" clId="{49CCD4F9-177C-4270-9A14-60236FF377E8}" dt="2026-04-08T02:24:50.981" v="6637" actId="208"/>
          <ac:spMkLst>
            <pc:docMk/>
            <pc:sldMk cId="3949537576" sldId="296"/>
            <ac:spMk id="82" creationId="{879F7E1A-1AF2-2984-9CC9-129881D5B8CE}"/>
          </ac:spMkLst>
        </pc:spChg>
        <pc:spChg chg="add mod">
          <ac:chgData name="昕 许" userId="a2975fcd840abfc3" providerId="LiveId" clId="{49CCD4F9-177C-4270-9A14-60236FF377E8}" dt="2026-04-08T02:24:55.633" v="6639" actId="20577"/>
          <ac:spMkLst>
            <pc:docMk/>
            <pc:sldMk cId="3949537576" sldId="296"/>
            <ac:spMk id="83" creationId="{5B88DC42-FE3D-7C12-CCD1-74F3135B015E}"/>
          </ac:spMkLst>
        </pc:spChg>
        <pc:spChg chg="add mod">
          <ac:chgData name="昕 许" userId="a2975fcd840abfc3" providerId="LiveId" clId="{49CCD4F9-177C-4270-9A14-60236FF377E8}" dt="2026-04-08T02:23:41.725" v="6614" actId="1076"/>
          <ac:spMkLst>
            <pc:docMk/>
            <pc:sldMk cId="3949537576" sldId="296"/>
            <ac:spMk id="84" creationId="{2695A767-FFE1-50A4-A45E-BF019F570D21}"/>
          </ac:spMkLst>
        </pc:spChg>
        <pc:spChg chg="add mod">
          <ac:chgData name="昕 许" userId="a2975fcd840abfc3" providerId="LiveId" clId="{49CCD4F9-177C-4270-9A14-60236FF377E8}" dt="2026-04-08T02:23:47.578" v="6621" actId="20577"/>
          <ac:spMkLst>
            <pc:docMk/>
            <pc:sldMk cId="3949537576" sldId="296"/>
            <ac:spMk id="85" creationId="{F9D665A2-0796-66EE-94B3-5A81D325D52F}"/>
          </ac:spMkLst>
        </pc:spChg>
        <pc:spChg chg="add mod">
          <ac:chgData name="昕 许" userId="a2975fcd840abfc3" providerId="LiveId" clId="{49CCD4F9-177C-4270-9A14-60236FF377E8}" dt="2026-04-08T02:24:41.715" v="6635" actId="164"/>
          <ac:spMkLst>
            <pc:docMk/>
            <pc:sldMk cId="3949537576" sldId="296"/>
            <ac:spMk id="86" creationId="{016D5F25-D5E2-76AB-B9DE-B32215B84957}"/>
          </ac:spMkLst>
        </pc:spChg>
        <pc:grpChg chg="add mod">
          <ac:chgData name="昕 许" userId="a2975fcd840abfc3" providerId="LiveId" clId="{49CCD4F9-177C-4270-9A14-60236FF377E8}" dt="2026-04-08T02:19:10.882" v="6546" actId="1076"/>
          <ac:grpSpMkLst>
            <pc:docMk/>
            <pc:sldMk cId="3949537576" sldId="296"/>
            <ac:grpSpMk id="3" creationId="{C906A4FB-56A2-4777-ECC8-46BDEBC2E27D}"/>
          </ac:grpSpMkLst>
        </pc:grpChg>
        <pc:grpChg chg="add mod">
          <ac:chgData name="昕 许" userId="a2975fcd840abfc3" providerId="LiveId" clId="{49CCD4F9-177C-4270-9A14-60236FF377E8}" dt="2026-04-08T02:19:10.882" v="6546" actId="1076"/>
          <ac:grpSpMkLst>
            <pc:docMk/>
            <pc:sldMk cId="3949537576" sldId="296"/>
            <ac:grpSpMk id="4" creationId="{DEAFE296-E131-148C-B469-63A6379D4190}"/>
          </ac:grpSpMkLst>
        </pc:grpChg>
        <pc:grpChg chg="mod">
          <ac:chgData name="昕 许" userId="a2975fcd840abfc3" providerId="LiveId" clId="{49CCD4F9-177C-4270-9A14-60236FF377E8}" dt="2026-04-08T02:19:25.774" v="6551" actId="1076"/>
          <ac:grpSpMkLst>
            <pc:docMk/>
            <pc:sldMk cId="3949537576" sldId="296"/>
            <ac:grpSpMk id="10" creationId="{F47C2E10-894B-6E2F-6C59-0EF2033B6617}"/>
          </ac:grpSpMkLst>
        </pc:grpChg>
        <pc:grpChg chg="mod">
          <ac:chgData name="昕 许" userId="a2975fcd840abfc3" providerId="LiveId" clId="{49CCD4F9-177C-4270-9A14-60236FF377E8}" dt="2026-04-08T02:19:25.774" v="6551" actId="1076"/>
          <ac:grpSpMkLst>
            <pc:docMk/>
            <pc:sldMk cId="3949537576" sldId="296"/>
            <ac:grpSpMk id="16" creationId="{6ED088AC-258A-F69B-1227-19C9A3AF5A29}"/>
          </ac:grpSpMkLst>
        </pc:grpChg>
        <pc:grpChg chg="add del mod">
          <ac:chgData name="昕 许" userId="a2975fcd840abfc3" providerId="LiveId" clId="{49CCD4F9-177C-4270-9A14-60236FF377E8}" dt="2026-04-08T02:22:35.959" v="6588" actId="21"/>
          <ac:grpSpMkLst>
            <pc:docMk/>
            <pc:sldMk cId="3949537576" sldId="296"/>
            <ac:grpSpMk id="20" creationId="{5FB1635B-DEEF-1662-223D-5786168B55A3}"/>
          </ac:grpSpMkLst>
        </pc:grpChg>
        <pc:grpChg chg="mod">
          <ac:chgData name="昕 许" userId="a2975fcd840abfc3" providerId="LiveId" clId="{49CCD4F9-177C-4270-9A14-60236FF377E8}" dt="2026-04-08T02:19:25.774" v="6551" actId="1076"/>
          <ac:grpSpMkLst>
            <pc:docMk/>
            <pc:sldMk cId="3949537576" sldId="296"/>
            <ac:grpSpMk id="27" creationId="{D2B23B7A-F6C5-45A8-9E8B-6B4B16701D57}"/>
          </ac:grpSpMkLst>
        </pc:grpChg>
        <pc:grpChg chg="mod">
          <ac:chgData name="昕 许" userId="a2975fcd840abfc3" providerId="LiveId" clId="{49CCD4F9-177C-4270-9A14-60236FF377E8}" dt="2026-04-08T02:22:07.960" v="6573" actId="1076"/>
          <ac:grpSpMkLst>
            <pc:docMk/>
            <pc:sldMk cId="3949537576" sldId="296"/>
            <ac:grpSpMk id="31" creationId="{7253541D-C3AA-20B9-042E-3A3C4EC6D59C}"/>
          </ac:grpSpMkLst>
        </pc:grpChg>
        <pc:grpChg chg="mod">
          <ac:chgData name="昕 许" userId="a2975fcd840abfc3" providerId="LiveId" clId="{49CCD4F9-177C-4270-9A14-60236FF377E8}" dt="2026-04-08T02:19:10.882" v="6546" actId="1076"/>
          <ac:grpSpMkLst>
            <pc:docMk/>
            <pc:sldMk cId="3949537576" sldId="296"/>
            <ac:grpSpMk id="34" creationId="{4D2C8253-070C-2815-1438-1CAB507650EB}"/>
          </ac:grpSpMkLst>
        </pc:grpChg>
        <pc:grpChg chg="mod">
          <ac:chgData name="昕 许" userId="a2975fcd840abfc3" providerId="LiveId" clId="{49CCD4F9-177C-4270-9A14-60236FF377E8}" dt="2026-04-08T02:19:10.882" v="6546" actId="1076"/>
          <ac:grpSpMkLst>
            <pc:docMk/>
            <pc:sldMk cId="3949537576" sldId="296"/>
            <ac:grpSpMk id="38" creationId="{425C1743-596D-8BC8-7B42-18E523AC8D95}"/>
          </ac:grpSpMkLst>
        </pc:grpChg>
        <pc:grpChg chg="mod">
          <ac:chgData name="昕 许" userId="a2975fcd840abfc3" providerId="LiveId" clId="{49CCD4F9-177C-4270-9A14-60236FF377E8}" dt="2026-04-08T02:19:10.882" v="6546" actId="1076"/>
          <ac:grpSpMkLst>
            <pc:docMk/>
            <pc:sldMk cId="3949537576" sldId="296"/>
            <ac:grpSpMk id="49" creationId="{EF53A073-C87C-44C9-EAE1-1F789FB72C15}"/>
          </ac:grpSpMkLst>
        </pc:grpChg>
        <pc:grpChg chg="mod">
          <ac:chgData name="昕 许" userId="a2975fcd840abfc3" providerId="LiveId" clId="{49CCD4F9-177C-4270-9A14-60236FF377E8}" dt="2026-04-08T02:23:25.950" v="6608" actId="1076"/>
          <ac:grpSpMkLst>
            <pc:docMk/>
            <pc:sldMk cId="3949537576" sldId="296"/>
            <ac:grpSpMk id="61" creationId="{2D1F0448-128F-20EB-470D-43F563508976}"/>
          </ac:grpSpMkLst>
        </pc:grpChg>
        <pc:grpChg chg="mod">
          <ac:chgData name="昕 许" userId="a2975fcd840abfc3" providerId="LiveId" clId="{49CCD4F9-177C-4270-9A14-60236FF377E8}" dt="2026-04-08T02:23:25.950" v="6608" actId="1076"/>
          <ac:grpSpMkLst>
            <pc:docMk/>
            <pc:sldMk cId="3949537576" sldId="296"/>
            <ac:grpSpMk id="64" creationId="{76B17D9F-35DD-C8F4-2FBE-796C88B744E0}"/>
          </ac:grpSpMkLst>
        </pc:grpChg>
        <pc:grpChg chg="mod">
          <ac:chgData name="昕 许" userId="a2975fcd840abfc3" providerId="LiveId" clId="{49CCD4F9-177C-4270-9A14-60236FF377E8}" dt="2026-04-08T02:24:20.387" v="6629" actId="1076"/>
          <ac:grpSpMkLst>
            <pc:docMk/>
            <pc:sldMk cId="3949537576" sldId="296"/>
            <ac:grpSpMk id="70" creationId="{DAC8A69F-EE6D-F58D-3A9F-66662955A109}"/>
          </ac:grpSpMkLst>
        </pc:grpChg>
        <pc:grpChg chg="mod">
          <ac:chgData name="昕 许" userId="a2975fcd840abfc3" providerId="LiveId" clId="{49CCD4F9-177C-4270-9A14-60236FF377E8}" dt="2026-04-08T02:24:41.715" v="6635" actId="164"/>
          <ac:grpSpMkLst>
            <pc:docMk/>
            <pc:sldMk cId="3949537576" sldId="296"/>
            <ac:grpSpMk id="74" creationId="{5B08EB05-F044-AE1D-4AD6-845F5E605EB9}"/>
          </ac:grpSpMkLst>
        </pc:grpChg>
        <pc:grpChg chg="mod">
          <ac:chgData name="昕 许" userId="a2975fcd840abfc3" providerId="LiveId" clId="{49CCD4F9-177C-4270-9A14-60236FF377E8}" dt="2026-04-08T02:23:25.950" v="6608" actId="1076"/>
          <ac:grpSpMkLst>
            <pc:docMk/>
            <pc:sldMk cId="3949537576" sldId="296"/>
            <ac:grpSpMk id="77" creationId="{593ECE47-CD5D-882C-79D2-099D1C995A29}"/>
          </ac:grpSpMkLst>
        </pc:grpChg>
        <pc:grpChg chg="add mod">
          <ac:chgData name="昕 许" userId="a2975fcd840abfc3" providerId="LiveId" clId="{49CCD4F9-177C-4270-9A14-60236FF377E8}" dt="2026-04-08T02:24:44.988" v="6636" actId="1076"/>
          <ac:grpSpMkLst>
            <pc:docMk/>
            <pc:sldMk cId="3949537576" sldId="296"/>
            <ac:grpSpMk id="87" creationId="{4FFF0D0D-EBF5-8AFC-C482-8FB4DF956DB2}"/>
          </ac:grpSpMkLst>
        </pc:grpChg>
      </pc:sldChg>
      <pc:sldChg chg="addSp delSp modSp add mod modTransition">
        <pc:chgData name="昕 许" userId="a2975fcd840abfc3" providerId="LiveId" clId="{49CCD4F9-177C-4270-9A14-60236FF377E8}" dt="2026-04-18T04:37:42.898" v="8478" actId="20577"/>
        <pc:sldMkLst>
          <pc:docMk/>
          <pc:sldMk cId="3112887342" sldId="297"/>
        </pc:sldMkLst>
        <pc:spChg chg="add mod">
          <ac:chgData name="昕 许" userId="a2975fcd840abfc3" providerId="LiveId" clId="{49CCD4F9-177C-4270-9A14-60236FF377E8}" dt="2026-04-11T07:15:57.596" v="8447" actId="207"/>
          <ac:spMkLst>
            <pc:docMk/>
            <pc:sldMk cId="3112887342" sldId="297"/>
            <ac:spMk id="3" creationId="{E7AAC5A9-0781-15F7-4736-2CF5C2CC4B27}"/>
          </ac:spMkLst>
        </pc:spChg>
        <pc:spChg chg="mod topLvl">
          <ac:chgData name="昕 许" userId="a2975fcd840abfc3" providerId="LiveId" clId="{49CCD4F9-177C-4270-9A14-60236FF377E8}" dt="2026-04-11T04:41:22.260" v="7029" actId="165"/>
          <ac:spMkLst>
            <pc:docMk/>
            <pc:sldMk cId="3112887342" sldId="297"/>
            <ac:spMk id="8" creationId="{C293277F-FBA9-6EF8-77C6-538C2D791EDD}"/>
          </ac:spMkLst>
        </pc:spChg>
        <pc:spChg chg="mod topLvl">
          <ac:chgData name="昕 许" userId="a2975fcd840abfc3" providerId="LiveId" clId="{49CCD4F9-177C-4270-9A14-60236FF377E8}" dt="2026-04-11T04:41:22.260" v="7029" actId="165"/>
          <ac:spMkLst>
            <pc:docMk/>
            <pc:sldMk cId="3112887342" sldId="297"/>
            <ac:spMk id="9" creationId="{54F9C970-5FDC-9CC4-17BC-88CFBAA2B153}"/>
          </ac:spMkLst>
        </pc:spChg>
        <pc:spChg chg="mod topLvl">
          <ac:chgData name="昕 许" userId="a2975fcd840abfc3" providerId="LiveId" clId="{49CCD4F9-177C-4270-9A14-60236FF377E8}" dt="2026-04-11T07:15:25.619" v="8441" actId="255"/>
          <ac:spMkLst>
            <pc:docMk/>
            <pc:sldMk cId="3112887342" sldId="297"/>
            <ac:spMk id="10" creationId="{8DC9F484-3025-4B91-A709-BE6A75CD409A}"/>
          </ac:spMkLst>
        </pc:spChg>
        <pc:spChg chg="mod">
          <ac:chgData name="昕 许" userId="a2975fcd840abfc3" providerId="LiveId" clId="{49CCD4F9-177C-4270-9A14-60236FF377E8}" dt="2026-04-11T04:41:50.289" v="7033" actId="208"/>
          <ac:spMkLst>
            <pc:docMk/>
            <pc:sldMk cId="3112887342" sldId="297"/>
            <ac:spMk id="12" creationId="{B604DE5C-B187-DE36-35A0-D5172E3C0A37}"/>
          </ac:spMkLst>
        </pc:spChg>
        <pc:spChg chg="mod">
          <ac:chgData name="昕 许" userId="a2975fcd840abfc3" providerId="LiveId" clId="{49CCD4F9-177C-4270-9A14-60236FF377E8}" dt="2026-04-11T04:41:38.902" v="7031" actId="1076"/>
          <ac:spMkLst>
            <pc:docMk/>
            <pc:sldMk cId="3112887342" sldId="297"/>
            <ac:spMk id="16" creationId="{68C9A231-E997-B6D6-1411-163A83F5C7EA}"/>
          </ac:spMkLst>
        </pc:spChg>
        <pc:spChg chg="mod">
          <ac:chgData name="昕 许" userId="a2975fcd840abfc3" providerId="LiveId" clId="{49CCD4F9-177C-4270-9A14-60236FF377E8}" dt="2026-04-11T04:42:04.430" v="7038" actId="208"/>
          <ac:spMkLst>
            <pc:docMk/>
            <pc:sldMk cId="3112887342" sldId="297"/>
            <ac:spMk id="17" creationId="{AE2183B2-7355-62E2-60DE-6FEB0278FDA3}"/>
          </ac:spMkLst>
        </pc:spChg>
        <pc:spChg chg="mod">
          <ac:chgData name="昕 许" userId="a2975fcd840abfc3" providerId="LiveId" clId="{49CCD4F9-177C-4270-9A14-60236FF377E8}" dt="2026-04-11T04:42:01.096" v="7037" actId="1076"/>
          <ac:spMkLst>
            <pc:docMk/>
            <pc:sldMk cId="3112887342" sldId="297"/>
            <ac:spMk id="18" creationId="{88FC893E-0D3A-C4B0-E186-7027452F2C95}"/>
          </ac:spMkLst>
        </pc:spChg>
        <pc:spChg chg="mod">
          <ac:chgData name="昕 许" userId="a2975fcd840abfc3" providerId="LiveId" clId="{49CCD4F9-177C-4270-9A14-60236FF377E8}" dt="2026-04-11T04:42:12.311" v="7041" actId="208"/>
          <ac:spMkLst>
            <pc:docMk/>
            <pc:sldMk cId="3112887342" sldId="297"/>
            <ac:spMk id="19" creationId="{83F4FECF-CE03-86C2-AB33-2FDA4F11DBE2}"/>
          </ac:spMkLst>
        </pc:spChg>
        <pc:spChg chg="mod">
          <ac:chgData name="昕 许" userId="a2975fcd840abfc3" providerId="LiveId" clId="{49CCD4F9-177C-4270-9A14-60236FF377E8}" dt="2026-04-11T04:42:08.811" v="7040" actId="1076"/>
          <ac:spMkLst>
            <pc:docMk/>
            <pc:sldMk cId="3112887342" sldId="297"/>
            <ac:spMk id="20" creationId="{0F918EE0-8731-7EB2-CCA7-26529665A0EB}"/>
          </ac:spMkLst>
        </pc:spChg>
        <pc:spChg chg="mod">
          <ac:chgData name="昕 许" userId="a2975fcd840abfc3" providerId="LiveId" clId="{49CCD4F9-177C-4270-9A14-60236FF377E8}" dt="2026-04-11T04:41:22.260" v="7029" actId="165"/>
          <ac:spMkLst>
            <pc:docMk/>
            <pc:sldMk cId="3112887342" sldId="297"/>
            <ac:spMk id="21" creationId="{A2FCFE9C-9BCF-D4C9-A84D-E31805A4FEFF}"/>
          </ac:spMkLst>
        </pc:spChg>
        <pc:spChg chg="mod">
          <ac:chgData name="昕 许" userId="a2975fcd840abfc3" providerId="LiveId" clId="{49CCD4F9-177C-4270-9A14-60236FF377E8}" dt="2026-04-11T04:41:22.260" v="7029" actId="165"/>
          <ac:spMkLst>
            <pc:docMk/>
            <pc:sldMk cId="3112887342" sldId="297"/>
            <ac:spMk id="22" creationId="{F81605BB-C0C3-7835-68EB-A04F986BB3F7}"/>
          </ac:spMkLst>
        </pc:spChg>
        <pc:spChg chg="mod">
          <ac:chgData name="昕 许" userId="a2975fcd840abfc3" providerId="LiveId" clId="{49CCD4F9-177C-4270-9A14-60236FF377E8}" dt="2026-04-18T04:37:42.898" v="8478" actId="20577"/>
          <ac:spMkLst>
            <pc:docMk/>
            <pc:sldMk cId="3112887342" sldId="297"/>
            <ac:spMk id="28" creationId="{8096A331-32A5-323A-AA86-D7326EE31580}"/>
          </ac:spMkLst>
        </pc:spChg>
        <pc:spChg chg="mod">
          <ac:chgData name="昕 许" userId="a2975fcd840abfc3" providerId="LiveId" clId="{49CCD4F9-177C-4270-9A14-60236FF377E8}" dt="2026-04-18T04:37:42.898" v="8478" actId="20577"/>
          <ac:spMkLst>
            <pc:docMk/>
            <pc:sldMk cId="3112887342" sldId="297"/>
            <ac:spMk id="29" creationId="{E70B54A7-E8DD-39E2-65B3-A9567FC28163}"/>
          </ac:spMkLst>
        </pc:spChg>
        <pc:spChg chg="mod">
          <ac:chgData name="昕 许" userId="a2975fcd840abfc3" providerId="LiveId" clId="{49CCD4F9-177C-4270-9A14-60236FF377E8}" dt="2026-04-18T04:37:42.898" v="8478" actId="20577"/>
          <ac:spMkLst>
            <pc:docMk/>
            <pc:sldMk cId="3112887342" sldId="297"/>
            <ac:spMk id="30" creationId="{450DDEDC-63BB-512A-F74A-FC975AFEEAC8}"/>
          </ac:spMkLst>
        </pc:spChg>
        <pc:spChg chg="mod">
          <ac:chgData name="昕 许" userId="a2975fcd840abfc3" providerId="LiveId" clId="{49CCD4F9-177C-4270-9A14-60236FF377E8}" dt="2026-04-18T04:37:42.898" v="8478" actId="20577"/>
          <ac:spMkLst>
            <pc:docMk/>
            <pc:sldMk cId="3112887342" sldId="297"/>
            <ac:spMk id="31" creationId="{46FE8462-4382-CF40-ECCF-846EC3BB3F1F}"/>
          </ac:spMkLst>
        </pc:spChg>
        <pc:spChg chg="mod">
          <ac:chgData name="昕 许" userId="a2975fcd840abfc3" providerId="LiveId" clId="{49CCD4F9-177C-4270-9A14-60236FF377E8}" dt="2026-04-18T04:37:42.898" v="8478" actId="20577"/>
          <ac:spMkLst>
            <pc:docMk/>
            <pc:sldMk cId="3112887342" sldId="297"/>
            <ac:spMk id="32" creationId="{69EAEF92-A988-7313-2E40-28E82E151B59}"/>
          </ac:spMkLst>
        </pc:spChg>
        <pc:spChg chg="mod">
          <ac:chgData name="昕 许" userId="a2975fcd840abfc3" providerId="LiveId" clId="{49CCD4F9-177C-4270-9A14-60236FF377E8}" dt="2026-04-11T07:15:23.115" v="8440" actId="255"/>
          <ac:spMkLst>
            <pc:docMk/>
            <pc:sldMk cId="3112887342" sldId="297"/>
            <ac:spMk id="33" creationId="{5B249483-E81A-2859-4D71-70130D59415E}"/>
          </ac:spMkLst>
        </pc:spChg>
        <pc:spChg chg="mod">
          <ac:chgData name="昕 许" userId="a2975fcd840abfc3" providerId="LiveId" clId="{49CCD4F9-177C-4270-9A14-60236FF377E8}" dt="2026-04-11T07:15:23.115" v="8440" actId="255"/>
          <ac:spMkLst>
            <pc:docMk/>
            <pc:sldMk cId="3112887342" sldId="297"/>
            <ac:spMk id="34" creationId="{6425E5AE-EEE8-A318-75BC-F57AF8F096D5}"/>
          </ac:spMkLst>
        </pc:spChg>
        <pc:spChg chg="mod">
          <ac:chgData name="昕 许" userId="a2975fcd840abfc3" providerId="LiveId" clId="{49CCD4F9-177C-4270-9A14-60236FF377E8}" dt="2026-04-11T07:15:23.115" v="8440" actId="255"/>
          <ac:spMkLst>
            <pc:docMk/>
            <pc:sldMk cId="3112887342" sldId="297"/>
            <ac:spMk id="35" creationId="{8135ACA3-CD59-2791-AAE0-6DFFBB34D5FB}"/>
          </ac:spMkLst>
        </pc:spChg>
        <pc:spChg chg="mod">
          <ac:chgData name="昕 许" userId="a2975fcd840abfc3" providerId="LiveId" clId="{49CCD4F9-177C-4270-9A14-60236FF377E8}" dt="2026-04-11T07:15:23.115" v="8440" actId="255"/>
          <ac:spMkLst>
            <pc:docMk/>
            <pc:sldMk cId="3112887342" sldId="297"/>
            <ac:spMk id="36" creationId="{EB6FB262-765A-B37C-4A28-CE4F2AFE23E9}"/>
          </ac:spMkLst>
        </pc:spChg>
        <pc:spChg chg="mod">
          <ac:chgData name="昕 许" userId="a2975fcd840abfc3" providerId="LiveId" clId="{49CCD4F9-177C-4270-9A14-60236FF377E8}" dt="2026-04-11T07:15:23.115" v="8440" actId="255"/>
          <ac:spMkLst>
            <pc:docMk/>
            <pc:sldMk cId="3112887342" sldId="297"/>
            <ac:spMk id="37" creationId="{6C85BA8A-BDDE-0F34-D9B6-4F6A269738D6}"/>
          </ac:spMkLst>
        </pc:spChg>
        <pc:spChg chg="mod">
          <ac:chgData name="昕 许" userId="a2975fcd840abfc3" providerId="LiveId" clId="{49CCD4F9-177C-4270-9A14-60236FF377E8}" dt="2026-04-11T04:44:16.150" v="7083" actId="1076"/>
          <ac:spMkLst>
            <pc:docMk/>
            <pc:sldMk cId="3112887342" sldId="297"/>
            <ac:spMk id="38" creationId="{D732F13D-5EBA-BDE3-FC80-54D2E63819C4}"/>
          </ac:spMkLst>
        </pc:spChg>
        <pc:spChg chg="mod">
          <ac:chgData name="昕 许" userId="a2975fcd840abfc3" providerId="LiveId" clId="{49CCD4F9-177C-4270-9A14-60236FF377E8}" dt="2026-04-11T07:15:23.115" v="8440" actId="255"/>
          <ac:spMkLst>
            <pc:docMk/>
            <pc:sldMk cId="3112887342" sldId="297"/>
            <ac:spMk id="40" creationId="{49DBD594-1933-E103-E7E7-9CD875FCA78A}"/>
          </ac:spMkLst>
        </pc:spChg>
        <pc:spChg chg="mod">
          <ac:chgData name="昕 许" userId="a2975fcd840abfc3" providerId="LiveId" clId="{49CCD4F9-177C-4270-9A14-60236FF377E8}" dt="2026-04-11T07:15:23.115" v="8440" actId="255"/>
          <ac:spMkLst>
            <pc:docMk/>
            <pc:sldMk cId="3112887342" sldId="297"/>
            <ac:spMk id="41" creationId="{36D32876-94CD-4BE8-D4C6-2C5467C09272}"/>
          </ac:spMkLst>
        </pc:spChg>
        <pc:spChg chg="mod">
          <ac:chgData name="昕 许" userId="a2975fcd840abfc3" providerId="LiveId" clId="{49CCD4F9-177C-4270-9A14-60236FF377E8}" dt="2026-04-11T07:15:23.115" v="8440" actId="255"/>
          <ac:spMkLst>
            <pc:docMk/>
            <pc:sldMk cId="3112887342" sldId="297"/>
            <ac:spMk id="42" creationId="{0315E045-65FF-2B84-4B31-605F46F8F373}"/>
          </ac:spMkLst>
        </pc:spChg>
        <pc:spChg chg="mod">
          <ac:chgData name="昕 许" userId="a2975fcd840abfc3" providerId="LiveId" clId="{49CCD4F9-177C-4270-9A14-60236FF377E8}" dt="2026-04-11T07:15:23.115" v="8440" actId="255"/>
          <ac:spMkLst>
            <pc:docMk/>
            <pc:sldMk cId="3112887342" sldId="297"/>
            <ac:spMk id="43" creationId="{0F9D09CE-0024-FA86-5265-F3248DC1CC8D}"/>
          </ac:spMkLst>
        </pc:spChg>
        <pc:spChg chg="mod">
          <ac:chgData name="昕 许" userId="a2975fcd840abfc3" providerId="LiveId" clId="{49CCD4F9-177C-4270-9A14-60236FF377E8}" dt="2026-04-11T07:15:23.115" v="8440" actId="255"/>
          <ac:spMkLst>
            <pc:docMk/>
            <pc:sldMk cId="3112887342" sldId="297"/>
            <ac:spMk id="44" creationId="{86A5504B-26B6-FD3D-E656-A9E5976C96FB}"/>
          </ac:spMkLst>
        </pc:spChg>
        <pc:spChg chg="mod">
          <ac:chgData name="昕 许" userId="a2975fcd840abfc3" providerId="LiveId" clId="{49CCD4F9-177C-4270-9A14-60236FF377E8}" dt="2026-04-11T04:50:26.271" v="7151" actId="20577"/>
          <ac:spMkLst>
            <pc:docMk/>
            <pc:sldMk cId="3112887342" sldId="297"/>
            <ac:spMk id="45" creationId="{C044D1AE-0758-2255-13A0-39B7F6A57EFD}"/>
          </ac:spMkLst>
        </pc:spChg>
        <pc:spChg chg="mod">
          <ac:chgData name="昕 许" userId="a2975fcd840abfc3" providerId="LiveId" clId="{49CCD4F9-177C-4270-9A14-60236FF377E8}" dt="2026-04-11T07:15:29.232" v="8443" actId="255"/>
          <ac:spMkLst>
            <pc:docMk/>
            <pc:sldMk cId="3112887342" sldId="297"/>
            <ac:spMk id="46" creationId="{6C885B98-B5A3-059D-EE14-C69DEDB8645B}"/>
          </ac:spMkLst>
        </pc:spChg>
        <pc:spChg chg="mod">
          <ac:chgData name="昕 许" userId="a2975fcd840abfc3" providerId="LiveId" clId="{49CCD4F9-177C-4270-9A14-60236FF377E8}" dt="2026-04-18T04:37:42.898" v="8478" actId="20577"/>
          <ac:spMkLst>
            <pc:docMk/>
            <pc:sldMk cId="3112887342" sldId="297"/>
            <ac:spMk id="47" creationId="{063E7BF5-111C-5840-EDD0-3AC68B9BFB70}"/>
          </ac:spMkLst>
        </pc:spChg>
        <pc:spChg chg="mod">
          <ac:chgData name="昕 许" userId="a2975fcd840abfc3" providerId="LiveId" clId="{49CCD4F9-177C-4270-9A14-60236FF377E8}" dt="2026-04-18T04:37:42.898" v="8478" actId="20577"/>
          <ac:spMkLst>
            <pc:docMk/>
            <pc:sldMk cId="3112887342" sldId="297"/>
            <ac:spMk id="48" creationId="{34497626-ED7F-BDE8-392F-86E8F90093A0}"/>
          </ac:spMkLst>
        </pc:spChg>
        <pc:spChg chg="mod">
          <ac:chgData name="昕 许" userId="a2975fcd840abfc3" providerId="LiveId" clId="{49CCD4F9-177C-4270-9A14-60236FF377E8}" dt="2026-04-18T04:37:42.898" v="8478" actId="20577"/>
          <ac:spMkLst>
            <pc:docMk/>
            <pc:sldMk cId="3112887342" sldId="297"/>
            <ac:spMk id="49" creationId="{4B8BE10D-847F-C40A-9D32-43F06C4ACABA}"/>
          </ac:spMkLst>
        </pc:spChg>
        <pc:spChg chg="mod">
          <ac:chgData name="昕 许" userId="a2975fcd840abfc3" providerId="LiveId" clId="{49CCD4F9-177C-4270-9A14-60236FF377E8}" dt="2026-04-11T07:15:29.232" v="8443" actId="255"/>
          <ac:spMkLst>
            <pc:docMk/>
            <pc:sldMk cId="3112887342" sldId="297"/>
            <ac:spMk id="50" creationId="{228D3536-5FB2-8C61-9F95-B27B2FA8EF2C}"/>
          </ac:spMkLst>
        </pc:spChg>
        <pc:spChg chg="mod">
          <ac:chgData name="昕 许" userId="a2975fcd840abfc3" providerId="LiveId" clId="{49CCD4F9-177C-4270-9A14-60236FF377E8}" dt="2026-04-18T04:37:42.898" v="8478" actId="20577"/>
          <ac:spMkLst>
            <pc:docMk/>
            <pc:sldMk cId="3112887342" sldId="297"/>
            <ac:spMk id="51" creationId="{43BC2522-3697-6087-E2FD-C76F97775D7B}"/>
          </ac:spMkLst>
        </pc:spChg>
        <pc:spChg chg="mod">
          <ac:chgData name="昕 许" userId="a2975fcd840abfc3" providerId="LiveId" clId="{49CCD4F9-177C-4270-9A14-60236FF377E8}" dt="2026-04-18T04:37:42.898" v="8478" actId="20577"/>
          <ac:spMkLst>
            <pc:docMk/>
            <pc:sldMk cId="3112887342" sldId="297"/>
            <ac:spMk id="52" creationId="{79F65EFC-49F2-A3F2-B767-A3CBA1DA64B5}"/>
          </ac:spMkLst>
        </pc:spChg>
        <pc:spChg chg="add mod">
          <ac:chgData name="昕 许" userId="a2975fcd840abfc3" providerId="LiveId" clId="{49CCD4F9-177C-4270-9A14-60236FF377E8}" dt="2026-04-11T07:16:00.480" v="8449" actId="1076"/>
          <ac:spMkLst>
            <pc:docMk/>
            <pc:sldMk cId="3112887342" sldId="297"/>
            <ac:spMk id="53" creationId="{6CD06E0F-BC0D-5D3B-E2F8-441B5617AE7E}"/>
          </ac:spMkLst>
        </pc:spChg>
        <pc:spChg chg="mod">
          <ac:chgData name="昕 许" userId="a2975fcd840abfc3" providerId="LiveId" clId="{49CCD4F9-177C-4270-9A14-60236FF377E8}" dt="2026-04-11T07:15:32.273" v="8444" actId="255"/>
          <ac:spMkLst>
            <pc:docMk/>
            <pc:sldMk cId="3112887342" sldId="297"/>
            <ac:spMk id="63" creationId="{0F5B55D7-0F58-9DA7-EDF6-E9641F48D9A8}"/>
          </ac:spMkLst>
        </pc:spChg>
        <pc:spChg chg="mod">
          <ac:chgData name="昕 许" userId="a2975fcd840abfc3" providerId="LiveId" clId="{49CCD4F9-177C-4270-9A14-60236FF377E8}" dt="2026-04-11T07:15:32.273" v="8444" actId="255"/>
          <ac:spMkLst>
            <pc:docMk/>
            <pc:sldMk cId="3112887342" sldId="297"/>
            <ac:spMk id="64" creationId="{D046475D-5E8A-ED68-06D7-6EE4F3505294}"/>
          </ac:spMkLst>
        </pc:spChg>
        <pc:spChg chg="mod">
          <ac:chgData name="昕 许" userId="a2975fcd840abfc3" providerId="LiveId" clId="{49CCD4F9-177C-4270-9A14-60236FF377E8}" dt="2026-04-11T07:15:32.273" v="8444" actId="255"/>
          <ac:spMkLst>
            <pc:docMk/>
            <pc:sldMk cId="3112887342" sldId="297"/>
            <ac:spMk id="65" creationId="{0BEB2C03-B4FD-CB53-AD25-467B3392ECE3}"/>
          </ac:spMkLst>
        </pc:spChg>
        <pc:spChg chg="mod">
          <ac:chgData name="昕 许" userId="a2975fcd840abfc3" providerId="LiveId" clId="{49CCD4F9-177C-4270-9A14-60236FF377E8}" dt="2026-04-11T07:15:32.273" v="8444" actId="255"/>
          <ac:spMkLst>
            <pc:docMk/>
            <pc:sldMk cId="3112887342" sldId="297"/>
            <ac:spMk id="66" creationId="{DB5D41DA-4346-C705-DB78-0B45433DF581}"/>
          </ac:spMkLst>
        </pc:spChg>
        <pc:spChg chg="mod">
          <ac:chgData name="昕 许" userId="a2975fcd840abfc3" providerId="LiveId" clId="{49CCD4F9-177C-4270-9A14-60236FF377E8}" dt="2026-04-11T07:15:32.273" v="8444" actId="255"/>
          <ac:spMkLst>
            <pc:docMk/>
            <pc:sldMk cId="3112887342" sldId="297"/>
            <ac:spMk id="67" creationId="{E833FE5A-4C71-B481-A630-0D0A4A477749}"/>
          </ac:spMkLst>
        </pc:spChg>
        <pc:spChg chg="mod">
          <ac:chgData name="昕 许" userId="a2975fcd840abfc3" providerId="LiveId" clId="{49CCD4F9-177C-4270-9A14-60236FF377E8}" dt="2026-04-11T07:15:32.273" v="8444" actId="255"/>
          <ac:spMkLst>
            <pc:docMk/>
            <pc:sldMk cId="3112887342" sldId="297"/>
            <ac:spMk id="68" creationId="{A8AFB48E-B1BD-9B65-F858-4FA3C5F59510}"/>
          </ac:spMkLst>
        </pc:spChg>
        <pc:spChg chg="mod">
          <ac:chgData name="昕 许" userId="a2975fcd840abfc3" providerId="LiveId" clId="{49CCD4F9-177C-4270-9A14-60236FF377E8}" dt="2026-04-11T04:50:24.076" v="7149" actId="20577"/>
          <ac:spMkLst>
            <pc:docMk/>
            <pc:sldMk cId="3112887342" sldId="297"/>
            <ac:spMk id="69" creationId="{406EA779-C62D-795D-F177-D19D25250684}"/>
          </ac:spMkLst>
        </pc:spChg>
        <pc:spChg chg="mod">
          <ac:chgData name="昕 许" userId="a2975fcd840abfc3" providerId="LiveId" clId="{49CCD4F9-177C-4270-9A14-60236FF377E8}" dt="2026-04-11T04:50:24.076" v="7149" actId="20577"/>
          <ac:spMkLst>
            <pc:docMk/>
            <pc:sldMk cId="3112887342" sldId="297"/>
            <ac:spMk id="70" creationId="{16896DEA-6929-837C-0B09-537EAD719DCF}"/>
          </ac:spMkLst>
        </pc:spChg>
        <pc:spChg chg="mod">
          <ac:chgData name="昕 许" userId="a2975fcd840abfc3" providerId="LiveId" clId="{49CCD4F9-177C-4270-9A14-60236FF377E8}" dt="2026-04-11T07:15:32.273" v="8444" actId="255"/>
          <ac:spMkLst>
            <pc:docMk/>
            <pc:sldMk cId="3112887342" sldId="297"/>
            <ac:spMk id="71" creationId="{B6A0D077-ABA4-7A93-4CAE-2BB66234AF58}"/>
          </ac:spMkLst>
        </pc:spChg>
        <pc:spChg chg="mod">
          <ac:chgData name="昕 许" userId="a2975fcd840abfc3" providerId="LiveId" clId="{49CCD4F9-177C-4270-9A14-60236FF377E8}" dt="2026-04-11T07:15:32.273" v="8444" actId="255"/>
          <ac:spMkLst>
            <pc:docMk/>
            <pc:sldMk cId="3112887342" sldId="297"/>
            <ac:spMk id="72" creationId="{0E49D626-8003-2DAF-52A5-FB6F4AC30F40}"/>
          </ac:spMkLst>
        </pc:spChg>
        <pc:spChg chg="mod">
          <ac:chgData name="昕 许" userId="a2975fcd840abfc3" providerId="LiveId" clId="{49CCD4F9-177C-4270-9A14-60236FF377E8}" dt="2026-04-11T07:15:32.273" v="8444" actId="255"/>
          <ac:spMkLst>
            <pc:docMk/>
            <pc:sldMk cId="3112887342" sldId="297"/>
            <ac:spMk id="73" creationId="{EED4E5BB-0D9D-04BD-4331-85190197CB95}"/>
          </ac:spMkLst>
        </pc:spChg>
        <pc:spChg chg="mod">
          <ac:chgData name="昕 许" userId="a2975fcd840abfc3" providerId="LiveId" clId="{49CCD4F9-177C-4270-9A14-60236FF377E8}" dt="2026-04-11T07:15:32.273" v="8444" actId="255"/>
          <ac:spMkLst>
            <pc:docMk/>
            <pc:sldMk cId="3112887342" sldId="297"/>
            <ac:spMk id="74" creationId="{11247305-BECD-820A-0255-3A6AA33CF7D0}"/>
          </ac:spMkLst>
        </pc:spChg>
        <pc:grpChg chg="add mod">
          <ac:chgData name="昕 许" userId="a2975fcd840abfc3" providerId="LiveId" clId="{49CCD4F9-177C-4270-9A14-60236FF377E8}" dt="2026-04-11T04:43:20.097" v="7065" actId="1076"/>
          <ac:grpSpMkLst>
            <pc:docMk/>
            <pc:sldMk cId="3112887342" sldId="297"/>
            <ac:grpSpMk id="2" creationId="{959A91FA-F820-A4A7-31C5-0DBB0DAE2AF0}"/>
          </ac:grpSpMkLst>
        </pc:grpChg>
        <pc:grpChg chg="mod">
          <ac:chgData name="昕 许" userId="a2975fcd840abfc3" providerId="LiveId" clId="{49CCD4F9-177C-4270-9A14-60236FF377E8}" dt="2026-04-11T04:37:31.665" v="6993" actId="164"/>
          <ac:grpSpMkLst>
            <pc:docMk/>
            <pc:sldMk cId="3112887342" sldId="297"/>
            <ac:grpSpMk id="13" creationId="{435A1093-8311-5BE8-C717-6E1FA7040C57}"/>
          </ac:grpSpMkLst>
        </pc:grpChg>
        <pc:grpChg chg="mod">
          <ac:chgData name="昕 许" userId="a2975fcd840abfc3" providerId="LiveId" clId="{49CCD4F9-177C-4270-9A14-60236FF377E8}" dt="2026-04-11T04:37:31.665" v="6993" actId="164"/>
          <ac:grpSpMkLst>
            <pc:docMk/>
            <pc:sldMk cId="3112887342" sldId="297"/>
            <ac:grpSpMk id="14" creationId="{11E7623D-6156-B9F7-373D-C2D58A8A625D}"/>
          </ac:grpSpMkLst>
        </pc:grpChg>
        <pc:grpChg chg="mod">
          <ac:chgData name="昕 许" userId="a2975fcd840abfc3" providerId="LiveId" clId="{49CCD4F9-177C-4270-9A14-60236FF377E8}" dt="2026-04-11T04:37:31.665" v="6993" actId="164"/>
          <ac:grpSpMkLst>
            <pc:docMk/>
            <pc:sldMk cId="3112887342" sldId="297"/>
            <ac:grpSpMk id="15" creationId="{4AFB5B71-2BA7-5FD5-A05B-10266752A5BF}"/>
          </ac:grpSpMkLst>
        </pc:grpChg>
        <pc:grpChg chg="mod">
          <ac:chgData name="昕 许" userId="a2975fcd840abfc3" providerId="LiveId" clId="{49CCD4F9-177C-4270-9A14-60236FF377E8}" dt="2026-04-11T04:38:47.386" v="7024" actId="1076"/>
          <ac:grpSpMkLst>
            <pc:docMk/>
            <pc:sldMk cId="3112887342" sldId="297"/>
            <ac:grpSpMk id="23" creationId="{4FF3ECFC-2220-8691-E57D-F988B0CA00D5}"/>
          </ac:grpSpMkLst>
        </pc:grpChg>
        <pc:grpChg chg="mod">
          <ac:chgData name="昕 许" userId="a2975fcd840abfc3" providerId="LiveId" clId="{49CCD4F9-177C-4270-9A14-60236FF377E8}" dt="2026-04-11T04:37:31.665" v="6993" actId="164"/>
          <ac:grpSpMkLst>
            <pc:docMk/>
            <pc:sldMk cId="3112887342" sldId="297"/>
            <ac:grpSpMk id="39" creationId="{16D2EBD5-A49F-3AFE-A505-555BB3D0BCA9}"/>
          </ac:grpSpMkLst>
        </pc:grpChg>
        <pc:grpChg chg="mod">
          <ac:chgData name="昕 许" userId="a2975fcd840abfc3" providerId="LiveId" clId="{49CCD4F9-177C-4270-9A14-60236FF377E8}" dt="2026-04-11T04:44:32.523" v="7086" actId="1076"/>
          <ac:grpSpMkLst>
            <pc:docMk/>
            <pc:sldMk cId="3112887342" sldId="297"/>
            <ac:grpSpMk id="58" creationId="{EE3B4979-74EE-8FD5-7840-5070A91D04C9}"/>
          </ac:grpSpMkLst>
        </pc:grpChg>
        <pc:picChg chg="add mod">
          <ac:chgData name="昕 许" userId="a2975fcd840abfc3" providerId="LiveId" clId="{49CCD4F9-177C-4270-9A14-60236FF377E8}" dt="2026-04-11T04:42:59.057" v="7053" actId="1076"/>
          <ac:picMkLst>
            <pc:docMk/>
            <pc:sldMk cId="3112887342" sldId="297"/>
            <ac:picMk id="54" creationId="{8A40B0E5-AE7B-F87E-932A-15709827EB24}"/>
          </ac:picMkLst>
        </pc:picChg>
        <pc:picChg chg="add mod">
          <ac:chgData name="昕 许" userId="a2975fcd840abfc3" providerId="LiveId" clId="{49CCD4F9-177C-4270-9A14-60236FF377E8}" dt="2026-04-11T04:43:01.871" v="7055" actId="1076"/>
          <ac:picMkLst>
            <pc:docMk/>
            <pc:sldMk cId="3112887342" sldId="297"/>
            <ac:picMk id="55" creationId="{987E7958-0013-4B70-A15D-DE774A64E0C6}"/>
          </ac:picMkLst>
        </pc:picChg>
        <pc:picChg chg="add mod">
          <ac:chgData name="昕 许" userId="a2975fcd840abfc3" providerId="LiveId" clId="{49CCD4F9-177C-4270-9A14-60236FF377E8}" dt="2026-04-11T07:14:45.659" v="8434" actId="1076"/>
          <ac:picMkLst>
            <pc:docMk/>
            <pc:sldMk cId="3112887342" sldId="297"/>
            <ac:picMk id="56" creationId="{96283A25-54FC-5B9C-C8FD-D47676A13AB0}"/>
          </ac:picMkLst>
        </pc:picChg>
        <pc:picChg chg="add mod">
          <ac:chgData name="昕 许" userId="a2975fcd840abfc3" providerId="LiveId" clId="{49CCD4F9-177C-4270-9A14-60236FF377E8}" dt="2026-04-11T04:43:50.670" v="7076" actId="1076"/>
          <ac:picMkLst>
            <pc:docMk/>
            <pc:sldMk cId="3112887342" sldId="297"/>
            <ac:picMk id="57" creationId="{180AE2D9-DBE0-9ABD-A7D0-D0916D6C3056}"/>
          </ac:picMkLst>
        </pc:picChg>
      </pc:sldChg>
      <pc:sldChg chg="addSp delSp modSp add mod modTransition">
        <pc:chgData name="昕 许" userId="a2975fcd840abfc3" providerId="LiveId" clId="{49CCD4F9-177C-4270-9A14-60236FF377E8}" dt="2026-04-11T05:50:39.402" v="7762"/>
        <pc:sldMkLst>
          <pc:docMk/>
          <pc:sldMk cId="592326987" sldId="298"/>
        </pc:sldMkLst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" creationId="{73395A97-87D6-5832-FC54-91CF93AA9D2B}"/>
          </ac:spMkLst>
        </pc:spChg>
        <pc:spChg chg="add del mod">
          <ac:chgData name="昕 许" userId="a2975fcd840abfc3" providerId="LiveId" clId="{49CCD4F9-177C-4270-9A14-60236FF377E8}" dt="2026-04-08T02:11:21.642" v="6386" actId="478"/>
          <ac:spMkLst>
            <pc:docMk/>
            <pc:sldMk cId="592326987" sldId="298"/>
            <ac:spMk id="10" creationId="{881FAC05-3D8A-8367-4900-4CE873EA6068}"/>
          </ac:spMkLst>
        </pc:spChg>
        <pc:spChg chg="add mod">
          <ac:chgData name="昕 许" userId="a2975fcd840abfc3" providerId="LiveId" clId="{49CCD4F9-177C-4270-9A14-60236FF377E8}" dt="2026-04-07T08:48:35.279" v="6285" actId="113"/>
          <ac:spMkLst>
            <pc:docMk/>
            <pc:sldMk cId="592326987" sldId="298"/>
            <ac:spMk id="11" creationId="{79834299-B426-CEC2-A984-6F2622D9367A}"/>
          </ac:spMkLst>
        </pc:spChg>
        <pc:spChg chg="add mod">
          <ac:chgData name="昕 许" userId="a2975fcd840abfc3" providerId="LiveId" clId="{49CCD4F9-177C-4270-9A14-60236FF377E8}" dt="2026-04-07T08:51:05.262" v="6333" actId="1076"/>
          <ac:spMkLst>
            <pc:docMk/>
            <pc:sldMk cId="592326987" sldId="298"/>
            <ac:spMk id="15" creationId="{71E4DF62-4054-807E-AC9C-CF1B7B7DC93F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6" creationId="{3B53BAB7-AB80-5C7D-B1E9-DBA76D3E8261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7" creationId="{7F774452-B004-E85A-51A3-7D64BE585E2A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8" creationId="{83A2B302-6196-E9C3-32B1-46A00EE0ABCF}"/>
          </ac:spMkLst>
        </pc:spChg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3" creationId="{644378BC-25A5-CA8C-7B1B-65CEEF9A5097}"/>
          </ac:spMkLst>
        </pc:spChg>
        <pc:spChg chg="add mod">
          <ac:chgData name="昕 许" userId="a2975fcd840abfc3" providerId="LiveId" clId="{49CCD4F9-177C-4270-9A14-60236FF377E8}" dt="2026-04-07T08:51:03.187" v="6332" actId="1076"/>
          <ac:spMkLst>
            <pc:docMk/>
            <pc:sldMk cId="592326987" sldId="298"/>
            <ac:spMk id="24" creationId="{A873EE7F-9240-B03A-AAB4-555AAEEA13C1}"/>
          </ac:spMkLst>
        </pc:spChg>
        <pc:spChg chg="add mod">
          <ac:chgData name="昕 许" userId="a2975fcd840abfc3" providerId="LiveId" clId="{49CCD4F9-177C-4270-9A14-60236FF377E8}" dt="2026-04-07T08:50:59.485" v="6331" actId="1076"/>
          <ac:spMkLst>
            <pc:docMk/>
            <pc:sldMk cId="592326987" sldId="298"/>
            <ac:spMk id="25" creationId="{C8AD637C-DFBF-FC1D-C37E-6F8369CC332C}"/>
          </ac:spMkLst>
        </pc:spChg>
        <pc:spChg chg="add mod">
          <ac:chgData name="昕 许" userId="a2975fcd840abfc3" providerId="LiveId" clId="{49CCD4F9-177C-4270-9A14-60236FF377E8}" dt="2026-04-07T09:20:18.460" v="6382" actId="207"/>
          <ac:spMkLst>
            <pc:docMk/>
            <pc:sldMk cId="592326987" sldId="298"/>
            <ac:spMk id="27" creationId="{5608A7A6-9AB1-A61C-84B4-837B89386C15}"/>
          </ac:spMkLst>
        </pc:spChg>
        <pc:grpChg chg="add mod">
          <ac:chgData name="昕 许" userId="a2975fcd840abfc3" providerId="LiveId" clId="{49CCD4F9-177C-4270-9A14-60236FF377E8}" dt="2026-04-07T08:46:11.412" v="6178" actId="1076"/>
          <ac:grpSpMkLst>
            <pc:docMk/>
            <pc:sldMk cId="592326987" sldId="298"/>
            <ac:grpSpMk id="9" creationId="{4E033417-01D0-A074-2412-EC2F3D8B7CC1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2" creationId="{5DD7D334-C3C7-D096-A283-74D5A075AFA5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9" creationId="{17E524B4-709C-B7B1-0881-B6B504B0EB24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4" creationId="{59FCFECE-BF69-8DD5-3C35-2A2B7732CB69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8" creationId="{3C7C9827-4B2B-3152-E90C-FF28243CB2DD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2" creationId="{32EC77ED-DBB3-5ECF-E615-27B068A89FBB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9" creationId="{892B2296-8D7F-BEA9-1689-0586062C6B2C}"/>
          </ac:grpSpMkLst>
        </pc:grpChg>
        <pc:grpChg chg="mod">
          <ac:chgData name="昕 许" userId="a2975fcd840abfc3" providerId="LiveId" clId="{49CCD4F9-177C-4270-9A14-60236FF377E8}" dt="2026-04-07T08:46:03.230" v="6176" actId="1076"/>
          <ac:grpSpMkLst>
            <pc:docMk/>
            <pc:sldMk cId="592326987" sldId="298"/>
            <ac:grpSpMk id="66" creationId="{976EB69E-5E0A-21F1-B747-E5E2BF452CF6}"/>
          </ac:grpSpMkLst>
        </pc:grpChg>
        <pc:cxnChg chg="add mod ord">
          <ac:chgData name="昕 许" userId="a2975fcd840abfc3" providerId="LiveId" clId="{49CCD4F9-177C-4270-9A14-60236FF377E8}" dt="2026-04-07T08:46:03.230" v="6176" actId="1076"/>
          <ac:cxnSpMkLst>
            <pc:docMk/>
            <pc:sldMk cId="592326987" sldId="298"/>
            <ac:cxnSpMk id="6" creationId="{AD5A7D0B-310C-D92F-E660-E105AC8622E3}"/>
          </ac:cxnSpMkLst>
        </pc:cxnChg>
      </pc:sldChg>
      <pc:sldChg chg="addSp delSp modSp add mod modTransition">
        <pc:chgData name="昕 许" userId="a2975fcd840abfc3" providerId="LiveId" clId="{49CCD4F9-177C-4270-9A14-60236FF377E8}" dt="2026-04-11T05:50:39.402" v="7762"/>
        <pc:sldMkLst>
          <pc:docMk/>
          <pc:sldMk cId="2087942255" sldId="299"/>
        </pc:sldMkLst>
      </pc:sldChg>
      <pc:sldChg chg="addSp delSp modSp add mod modTransition">
        <pc:chgData name="昕 许" userId="a2975fcd840abfc3" providerId="LiveId" clId="{49CCD4F9-177C-4270-9A14-60236FF377E8}" dt="2026-04-11T07:21:57.884" v="8474" actId="1076"/>
        <pc:sldMkLst>
          <pc:docMk/>
          <pc:sldMk cId="2835830155" sldId="300"/>
        </pc:sldMkLst>
        <pc:spChg chg="mod">
          <ac:chgData name="昕 许" userId="a2975fcd840abfc3" providerId="LiveId" clId="{49CCD4F9-177C-4270-9A14-60236FF377E8}" dt="2026-04-11T05:02:30.850" v="7269" actId="20577"/>
          <ac:spMkLst>
            <pc:docMk/>
            <pc:sldMk cId="2835830155" sldId="300"/>
            <ac:spMk id="53" creationId="{13C0601F-62BD-3863-D8C4-D5C60914CDF1}"/>
          </ac:spMkLst>
        </pc:spChg>
        <pc:spChg chg="mod">
          <ac:chgData name="昕 许" userId="a2975fcd840abfc3" providerId="LiveId" clId="{49CCD4F9-177C-4270-9A14-60236FF377E8}" dt="2026-04-11T07:21:46.771" v="8472" actId="165"/>
          <ac:spMkLst>
            <pc:docMk/>
            <pc:sldMk cId="2835830155" sldId="300"/>
            <ac:spMk id="75" creationId="{351CB12F-EEC1-A404-169B-6C844948A57B}"/>
          </ac:spMkLst>
        </pc:spChg>
        <pc:spChg chg="mod">
          <ac:chgData name="昕 许" userId="a2975fcd840abfc3" providerId="LiveId" clId="{49CCD4F9-177C-4270-9A14-60236FF377E8}" dt="2026-04-11T05:10:35.144" v="7358" actId="14100"/>
          <ac:spMkLst>
            <pc:docMk/>
            <pc:sldMk cId="2835830155" sldId="300"/>
            <ac:spMk id="77" creationId="{EB197786-74FE-3432-3085-0CF1C3400DB5}"/>
          </ac:spMkLst>
        </pc:spChg>
        <pc:spChg chg="mod">
          <ac:chgData name="昕 许" userId="a2975fcd840abfc3" providerId="LiveId" clId="{49CCD4F9-177C-4270-9A14-60236FF377E8}" dt="2026-04-11T07:21:46.771" v="8472" actId="165"/>
          <ac:spMkLst>
            <pc:docMk/>
            <pc:sldMk cId="2835830155" sldId="300"/>
            <ac:spMk id="78" creationId="{D01A39E0-8F8D-174F-750B-95F150FCDACA}"/>
          </ac:spMkLst>
        </pc:spChg>
        <pc:spChg chg="mod">
          <ac:chgData name="昕 许" userId="a2975fcd840abfc3" providerId="LiveId" clId="{49CCD4F9-177C-4270-9A14-60236FF377E8}" dt="2026-04-11T05:02:30.850" v="7269" actId="20577"/>
          <ac:spMkLst>
            <pc:docMk/>
            <pc:sldMk cId="2835830155" sldId="300"/>
            <ac:spMk id="80" creationId="{E8454D3A-681A-B7E8-49FF-C2BF7032A55F}"/>
          </ac:spMkLst>
        </pc:spChg>
        <pc:spChg chg="mod">
          <ac:chgData name="昕 许" userId="a2975fcd840abfc3" providerId="LiveId" clId="{49CCD4F9-177C-4270-9A14-60236FF377E8}" dt="2026-04-11T05:02:30.850" v="7269" actId="20577"/>
          <ac:spMkLst>
            <pc:docMk/>
            <pc:sldMk cId="2835830155" sldId="300"/>
            <ac:spMk id="81" creationId="{C6FF8B00-8C9C-E6BF-7D86-1C40F481F661}"/>
          </ac:spMkLst>
        </pc:spChg>
        <pc:spChg chg="mod">
          <ac:chgData name="昕 许" userId="a2975fcd840abfc3" providerId="LiveId" clId="{49CCD4F9-177C-4270-9A14-60236FF377E8}" dt="2026-04-11T07:21:46.771" v="8472" actId="165"/>
          <ac:spMkLst>
            <pc:docMk/>
            <pc:sldMk cId="2835830155" sldId="300"/>
            <ac:spMk id="83" creationId="{29E94A1E-A54E-E3C2-2BB3-811D8D89126C}"/>
          </ac:spMkLst>
        </pc:spChg>
        <pc:spChg chg="mod">
          <ac:chgData name="昕 许" userId="a2975fcd840abfc3" providerId="LiveId" clId="{49CCD4F9-177C-4270-9A14-60236FF377E8}" dt="2026-04-11T05:10:47.871" v="7362" actId="1076"/>
          <ac:spMkLst>
            <pc:docMk/>
            <pc:sldMk cId="2835830155" sldId="300"/>
            <ac:spMk id="84" creationId="{B891E70E-AC15-C194-82BF-E4B74495DB6A}"/>
          </ac:spMkLst>
        </pc:spChg>
        <pc:spChg chg="mod">
          <ac:chgData name="昕 许" userId="a2975fcd840abfc3" providerId="LiveId" clId="{49CCD4F9-177C-4270-9A14-60236FF377E8}" dt="2026-04-11T04:50:42.430" v="7158" actId="14100"/>
          <ac:spMkLst>
            <pc:docMk/>
            <pc:sldMk cId="2835830155" sldId="300"/>
            <ac:spMk id="85" creationId="{99FC8266-2A11-3BAB-A545-49567809FCC0}"/>
          </ac:spMkLst>
        </pc:spChg>
        <pc:spChg chg="mod">
          <ac:chgData name="昕 许" userId="a2975fcd840abfc3" providerId="LiveId" clId="{49CCD4F9-177C-4270-9A14-60236FF377E8}" dt="2026-04-11T04:50:00.761" v="7120" actId="164"/>
          <ac:spMkLst>
            <pc:docMk/>
            <pc:sldMk cId="2835830155" sldId="300"/>
            <ac:spMk id="86" creationId="{F7B08156-23F5-E83C-3133-A12DAC758BD8}"/>
          </ac:spMkLst>
        </pc:spChg>
        <pc:spChg chg="add mod">
          <ac:chgData name="昕 许" userId="a2975fcd840abfc3" providerId="LiveId" clId="{49CCD4F9-177C-4270-9A14-60236FF377E8}" dt="2026-04-11T07:21:52.189" v="8473" actId="255"/>
          <ac:spMkLst>
            <pc:docMk/>
            <pc:sldMk cId="2835830155" sldId="300"/>
            <ac:spMk id="87" creationId="{60E62615-6BFC-F511-C3A7-2DCB4C67AAD6}"/>
          </ac:spMkLst>
        </pc:spChg>
        <pc:spChg chg="add mod topLvl">
          <ac:chgData name="昕 许" userId="a2975fcd840abfc3" providerId="LiveId" clId="{49CCD4F9-177C-4270-9A14-60236FF377E8}" dt="2026-04-11T07:21:46.771" v="8472" actId="165"/>
          <ac:spMkLst>
            <pc:docMk/>
            <pc:sldMk cId="2835830155" sldId="300"/>
            <ac:spMk id="88" creationId="{A7186763-3B73-A781-735E-D3901C1A6377}"/>
          </ac:spMkLst>
        </pc:spChg>
        <pc:spChg chg="mod">
          <ac:chgData name="昕 许" userId="a2975fcd840abfc3" providerId="LiveId" clId="{49CCD4F9-177C-4270-9A14-60236FF377E8}" dt="2026-04-11T07:21:39.268" v="8471" actId="20577"/>
          <ac:spMkLst>
            <pc:docMk/>
            <pc:sldMk cId="2835830155" sldId="300"/>
            <ac:spMk id="97" creationId="{7CD7D90A-53B1-4B35-B024-3FB1B15A8A0F}"/>
          </ac:spMkLst>
        </pc:spChg>
        <pc:spChg chg="mod">
          <ac:chgData name="昕 许" userId="a2975fcd840abfc3" providerId="LiveId" clId="{49CCD4F9-177C-4270-9A14-60236FF377E8}" dt="2026-04-11T07:21:39.268" v="8471" actId="20577"/>
          <ac:spMkLst>
            <pc:docMk/>
            <pc:sldMk cId="2835830155" sldId="300"/>
            <ac:spMk id="98" creationId="{61B6CF9C-1006-ED43-60E3-B2684A4F0631}"/>
          </ac:spMkLst>
        </pc:spChg>
        <pc:spChg chg="mod">
          <ac:chgData name="昕 许" userId="a2975fcd840abfc3" providerId="LiveId" clId="{49CCD4F9-177C-4270-9A14-60236FF377E8}" dt="2026-04-11T07:21:57.884" v="8474" actId="1076"/>
          <ac:spMkLst>
            <pc:docMk/>
            <pc:sldMk cId="2835830155" sldId="300"/>
            <ac:spMk id="99" creationId="{93686023-3436-AF8C-B6B5-78ECCA92C7C8}"/>
          </ac:spMkLst>
        </pc:spChg>
        <pc:spChg chg="mod">
          <ac:chgData name="昕 许" userId="a2975fcd840abfc3" providerId="LiveId" clId="{49CCD4F9-177C-4270-9A14-60236FF377E8}" dt="2026-04-11T07:21:39.268" v="8471" actId="20577"/>
          <ac:spMkLst>
            <pc:docMk/>
            <pc:sldMk cId="2835830155" sldId="300"/>
            <ac:spMk id="100" creationId="{D2D89788-D589-6890-9FFA-79DE391BAFC4}"/>
          </ac:spMkLst>
        </pc:spChg>
        <pc:spChg chg="mod">
          <ac:chgData name="昕 许" userId="a2975fcd840abfc3" providerId="LiveId" clId="{49CCD4F9-177C-4270-9A14-60236FF377E8}" dt="2026-04-11T07:21:39.268" v="8471" actId="20577"/>
          <ac:spMkLst>
            <pc:docMk/>
            <pc:sldMk cId="2835830155" sldId="300"/>
            <ac:spMk id="101" creationId="{376718D9-3514-D0D2-F9DC-E5570BC51B43}"/>
          </ac:spMkLst>
        </pc:spChg>
        <pc:spChg chg="mod">
          <ac:chgData name="昕 许" userId="a2975fcd840abfc3" providerId="LiveId" clId="{49CCD4F9-177C-4270-9A14-60236FF377E8}" dt="2026-04-11T07:21:39.268" v="8471" actId="20577"/>
          <ac:spMkLst>
            <pc:docMk/>
            <pc:sldMk cId="2835830155" sldId="300"/>
            <ac:spMk id="102" creationId="{6A09F4BD-2D3A-A02F-6160-31928825667F}"/>
          </ac:spMkLst>
        </pc:spChg>
        <pc:spChg chg="mod">
          <ac:chgData name="昕 许" userId="a2975fcd840abfc3" providerId="LiveId" clId="{49CCD4F9-177C-4270-9A14-60236FF377E8}" dt="2026-04-11T07:21:46.771" v="8472" actId="165"/>
          <ac:spMkLst>
            <pc:docMk/>
            <pc:sldMk cId="2835830155" sldId="300"/>
            <ac:spMk id="103" creationId="{A536710F-5382-5A2B-32F1-7DF563D32960}"/>
          </ac:spMkLst>
        </pc:spChg>
        <pc:spChg chg="mod">
          <ac:chgData name="昕 许" userId="a2975fcd840abfc3" providerId="LiveId" clId="{49CCD4F9-177C-4270-9A14-60236FF377E8}" dt="2026-04-11T05:02:33.787" v="7273" actId="20577"/>
          <ac:spMkLst>
            <pc:docMk/>
            <pc:sldMk cId="2835830155" sldId="300"/>
            <ac:spMk id="104" creationId="{158771BA-0C37-09AF-F565-A043EB624D3B}"/>
          </ac:spMkLst>
        </pc:spChg>
        <pc:spChg chg="mod">
          <ac:chgData name="昕 许" userId="a2975fcd840abfc3" providerId="LiveId" clId="{49CCD4F9-177C-4270-9A14-60236FF377E8}" dt="2026-04-11T07:21:39.268" v="8471" actId="20577"/>
          <ac:spMkLst>
            <pc:docMk/>
            <pc:sldMk cId="2835830155" sldId="300"/>
            <ac:spMk id="105" creationId="{7C78C274-7811-77E1-25FB-7081CB2CA30C}"/>
          </ac:spMkLst>
        </pc:spChg>
        <pc:spChg chg="mod">
          <ac:chgData name="昕 许" userId="a2975fcd840abfc3" providerId="LiveId" clId="{49CCD4F9-177C-4270-9A14-60236FF377E8}" dt="2026-04-11T07:21:39.268" v="8471" actId="20577"/>
          <ac:spMkLst>
            <pc:docMk/>
            <pc:sldMk cId="2835830155" sldId="300"/>
            <ac:spMk id="106" creationId="{EC7516E5-F1A8-4233-43E4-EFA57407311B}"/>
          </ac:spMkLst>
        </pc:spChg>
        <pc:spChg chg="mod">
          <ac:chgData name="昕 许" userId="a2975fcd840abfc3" providerId="LiveId" clId="{49CCD4F9-177C-4270-9A14-60236FF377E8}" dt="2026-04-11T07:21:39.268" v="8471" actId="20577"/>
          <ac:spMkLst>
            <pc:docMk/>
            <pc:sldMk cId="2835830155" sldId="300"/>
            <ac:spMk id="107" creationId="{775FB361-09F4-8CF7-97BD-106FE97285DE}"/>
          </ac:spMkLst>
        </pc:spChg>
        <pc:spChg chg="mod">
          <ac:chgData name="昕 许" userId="a2975fcd840abfc3" providerId="LiveId" clId="{49CCD4F9-177C-4270-9A14-60236FF377E8}" dt="2026-04-11T07:21:39.268" v="8471" actId="20577"/>
          <ac:spMkLst>
            <pc:docMk/>
            <pc:sldMk cId="2835830155" sldId="300"/>
            <ac:spMk id="108" creationId="{6A1E612F-FF11-F700-363E-A84535880325}"/>
          </ac:spMkLst>
        </pc:spChg>
        <pc:spChg chg="mod topLvl">
          <ac:chgData name="昕 许" userId="a2975fcd840abfc3" providerId="LiveId" clId="{49CCD4F9-177C-4270-9A14-60236FF377E8}" dt="2026-04-11T07:21:46.771" v="8472" actId="165"/>
          <ac:spMkLst>
            <pc:docMk/>
            <pc:sldMk cId="2835830155" sldId="300"/>
            <ac:spMk id="114" creationId="{67BFDFA8-5718-684F-73AB-4193E0E89EA1}"/>
          </ac:spMkLst>
        </pc:spChg>
        <pc:spChg chg="mod topLvl">
          <ac:chgData name="昕 许" userId="a2975fcd840abfc3" providerId="LiveId" clId="{49CCD4F9-177C-4270-9A14-60236FF377E8}" dt="2026-04-11T07:21:46.771" v="8472" actId="165"/>
          <ac:spMkLst>
            <pc:docMk/>
            <pc:sldMk cId="2835830155" sldId="300"/>
            <ac:spMk id="115" creationId="{C4BDA6B8-606D-CB1D-EF1E-A4721FB74094}"/>
          </ac:spMkLst>
        </pc:spChg>
        <pc:spChg chg="mod">
          <ac:chgData name="昕 许" userId="a2975fcd840abfc3" providerId="LiveId" clId="{49CCD4F9-177C-4270-9A14-60236FF377E8}" dt="2026-04-11T07:21:57.884" v="8474" actId="1076"/>
          <ac:spMkLst>
            <pc:docMk/>
            <pc:sldMk cId="2835830155" sldId="300"/>
            <ac:spMk id="116" creationId="{0B0418DB-F09E-475F-BF23-55117AA31EB3}"/>
          </ac:spMkLst>
        </pc:spChg>
        <pc:spChg chg="mod topLvl">
          <ac:chgData name="昕 许" userId="a2975fcd840abfc3" providerId="LiveId" clId="{49CCD4F9-177C-4270-9A14-60236FF377E8}" dt="2026-04-11T07:21:46.771" v="8472" actId="165"/>
          <ac:spMkLst>
            <pc:docMk/>
            <pc:sldMk cId="2835830155" sldId="300"/>
            <ac:spMk id="117" creationId="{F7F2CBD9-AC2E-E21D-C9BB-AEACA602F9A8}"/>
          </ac:spMkLst>
        </pc:spChg>
        <pc:spChg chg="mod">
          <ac:chgData name="昕 许" userId="a2975fcd840abfc3" providerId="LiveId" clId="{49CCD4F9-177C-4270-9A14-60236FF377E8}" dt="2026-04-11T05:02:37.928" v="7277" actId="20577"/>
          <ac:spMkLst>
            <pc:docMk/>
            <pc:sldMk cId="2835830155" sldId="300"/>
            <ac:spMk id="118" creationId="{98844C5C-7828-6F1F-DB63-3A927F7484DD}"/>
          </ac:spMkLst>
        </pc:spChg>
        <pc:spChg chg="mod">
          <ac:chgData name="昕 许" userId="a2975fcd840abfc3" providerId="LiveId" clId="{49CCD4F9-177C-4270-9A14-60236FF377E8}" dt="2026-04-11T05:02:37.928" v="7277" actId="20577"/>
          <ac:spMkLst>
            <pc:docMk/>
            <pc:sldMk cId="2835830155" sldId="300"/>
            <ac:spMk id="120" creationId="{40454633-04F0-D9DD-9004-69226C593F08}"/>
          </ac:spMkLst>
        </pc:spChg>
        <pc:spChg chg="mod">
          <ac:chgData name="昕 许" userId="a2975fcd840abfc3" providerId="LiveId" clId="{49CCD4F9-177C-4270-9A14-60236FF377E8}" dt="2026-04-11T05:02:37.928" v="7277" actId="20577"/>
          <ac:spMkLst>
            <pc:docMk/>
            <pc:sldMk cId="2835830155" sldId="300"/>
            <ac:spMk id="121" creationId="{EE9F4C8E-7B16-36B4-ED48-AD91C9399A06}"/>
          </ac:spMkLst>
        </pc:spChg>
        <pc:spChg chg="mod">
          <ac:chgData name="昕 许" userId="a2975fcd840abfc3" providerId="LiveId" clId="{49CCD4F9-177C-4270-9A14-60236FF377E8}" dt="2026-04-11T05:02:37.928" v="7277" actId="20577"/>
          <ac:spMkLst>
            <pc:docMk/>
            <pc:sldMk cId="2835830155" sldId="300"/>
            <ac:spMk id="122" creationId="{6FC3172F-E959-0536-707B-D9F207369C7B}"/>
          </ac:spMkLst>
        </pc:spChg>
        <pc:spChg chg="mod">
          <ac:chgData name="昕 许" userId="a2975fcd840abfc3" providerId="LiveId" clId="{49CCD4F9-177C-4270-9A14-60236FF377E8}" dt="2026-04-11T05:02:37.928" v="7277" actId="20577"/>
          <ac:spMkLst>
            <pc:docMk/>
            <pc:sldMk cId="2835830155" sldId="300"/>
            <ac:spMk id="123" creationId="{ACE7D101-1D58-FA89-AAC1-78E629B01BEC}"/>
          </ac:spMkLst>
        </pc:spChg>
        <pc:spChg chg="mod">
          <ac:chgData name="昕 许" userId="a2975fcd840abfc3" providerId="LiveId" clId="{49CCD4F9-177C-4270-9A14-60236FF377E8}" dt="2026-04-11T05:02:37.928" v="7277" actId="20577"/>
          <ac:spMkLst>
            <pc:docMk/>
            <pc:sldMk cId="2835830155" sldId="300"/>
            <ac:spMk id="124" creationId="{D685F449-AA83-9FC3-4C2B-7F885D8AF36E}"/>
          </ac:spMkLst>
        </pc:spChg>
        <pc:spChg chg="mod">
          <ac:chgData name="昕 许" userId="a2975fcd840abfc3" providerId="LiveId" clId="{49CCD4F9-177C-4270-9A14-60236FF377E8}" dt="2026-04-11T07:21:46.771" v="8472" actId="165"/>
          <ac:spMkLst>
            <pc:docMk/>
            <pc:sldMk cId="2835830155" sldId="300"/>
            <ac:spMk id="125" creationId="{0C44DE3E-19F8-19C9-5367-BED269AF1B9A}"/>
          </ac:spMkLst>
        </pc:spChg>
        <pc:spChg chg="add mod">
          <ac:chgData name="昕 许" userId="a2975fcd840abfc3" providerId="LiveId" clId="{49CCD4F9-177C-4270-9A14-60236FF377E8}" dt="2026-04-11T04:53:56.802" v="7224" actId="208"/>
          <ac:spMkLst>
            <pc:docMk/>
            <pc:sldMk cId="2835830155" sldId="300"/>
            <ac:spMk id="127" creationId="{690866A5-E424-D458-E6E6-CB9348D694A2}"/>
          </ac:spMkLst>
        </pc:spChg>
        <pc:spChg chg="add mod">
          <ac:chgData name="昕 许" userId="a2975fcd840abfc3" providerId="LiveId" clId="{49CCD4F9-177C-4270-9A14-60236FF377E8}" dt="2026-04-11T04:53:00.853" v="7198" actId="164"/>
          <ac:spMkLst>
            <pc:docMk/>
            <pc:sldMk cId="2835830155" sldId="300"/>
            <ac:spMk id="128" creationId="{6DC20CAC-1E83-476C-04FE-8A4EB66539EE}"/>
          </ac:spMkLst>
        </pc:spChg>
        <pc:spChg chg="add mod">
          <ac:chgData name="昕 许" userId="a2975fcd840abfc3" providerId="LiveId" clId="{49CCD4F9-177C-4270-9A14-60236FF377E8}" dt="2026-04-11T04:54:11.771" v="7231" actId="164"/>
          <ac:spMkLst>
            <pc:docMk/>
            <pc:sldMk cId="2835830155" sldId="300"/>
            <ac:spMk id="132" creationId="{564CA8CA-147B-2AD2-E799-40327AABA2D5}"/>
          </ac:spMkLst>
        </pc:spChg>
        <pc:spChg chg="mod topLvl">
          <ac:chgData name="昕 许" userId="a2975fcd840abfc3" providerId="LiveId" clId="{49CCD4F9-177C-4270-9A14-60236FF377E8}" dt="2026-04-11T07:21:46.771" v="8472" actId="165"/>
          <ac:spMkLst>
            <pc:docMk/>
            <pc:sldMk cId="2835830155" sldId="300"/>
            <ac:spMk id="139" creationId="{757EBAD6-1AC9-A6F2-1E5A-F4A5C22BF3B6}"/>
          </ac:spMkLst>
        </pc:spChg>
        <pc:spChg chg="mod">
          <ac:chgData name="昕 许" userId="a2975fcd840abfc3" providerId="LiveId" clId="{49CCD4F9-177C-4270-9A14-60236FF377E8}" dt="2026-04-11T04:54:16.753" v="7240" actId="20577"/>
          <ac:spMkLst>
            <pc:docMk/>
            <pc:sldMk cId="2835830155" sldId="300"/>
            <ac:spMk id="140" creationId="{BA7C4F90-3208-06ED-45CE-DC7EAD107FA4}"/>
          </ac:spMkLst>
        </pc:spChg>
        <pc:spChg chg="mod">
          <ac:chgData name="昕 许" userId="a2975fcd840abfc3" providerId="LiveId" clId="{49CCD4F9-177C-4270-9A14-60236FF377E8}" dt="2026-04-11T04:54:16.753" v="7240" actId="20577"/>
          <ac:spMkLst>
            <pc:docMk/>
            <pc:sldMk cId="2835830155" sldId="300"/>
            <ac:spMk id="141" creationId="{3193E5E8-4949-6C59-C833-EDB8F4520908}"/>
          </ac:spMkLst>
        </pc:spChg>
        <pc:grpChg chg="mod">
          <ac:chgData name="昕 许" userId="a2975fcd840abfc3" providerId="LiveId" clId="{49CCD4F9-177C-4270-9A14-60236FF377E8}" dt="2026-04-11T04:50:00.761" v="7120" actId="164"/>
          <ac:grpSpMkLst>
            <pc:docMk/>
            <pc:sldMk cId="2835830155" sldId="300"/>
            <ac:grpSpMk id="3" creationId="{5A5A8AF3-7A70-2549-C06A-14605FDE6E24}"/>
          </ac:grpSpMkLst>
        </pc:grpChg>
        <pc:grpChg chg="mod">
          <ac:chgData name="昕 许" userId="a2975fcd840abfc3" providerId="LiveId" clId="{49CCD4F9-177C-4270-9A14-60236FF377E8}" dt="2026-04-11T04:50:00.761" v="7120" actId="164"/>
          <ac:grpSpMkLst>
            <pc:docMk/>
            <pc:sldMk cId="2835830155" sldId="300"/>
            <ac:grpSpMk id="79" creationId="{DC38C0E8-008C-8ADC-FFA8-263806BBA8E8}"/>
          </ac:grpSpMkLst>
        </pc:grpChg>
        <pc:grpChg chg="mod">
          <ac:chgData name="昕 许" userId="a2975fcd840abfc3" providerId="LiveId" clId="{49CCD4F9-177C-4270-9A14-60236FF377E8}" dt="2026-04-11T04:50:00.761" v="7120" actId="164"/>
          <ac:grpSpMkLst>
            <pc:docMk/>
            <pc:sldMk cId="2835830155" sldId="300"/>
            <ac:grpSpMk id="82" creationId="{819CAAFB-28E6-364C-E367-12AB2996FAA7}"/>
          </ac:grpSpMkLst>
        </pc:grpChg>
        <pc:grpChg chg="add mod">
          <ac:chgData name="昕 许" userId="a2975fcd840abfc3" providerId="LiveId" clId="{49CCD4F9-177C-4270-9A14-60236FF377E8}" dt="2026-04-11T04:54:11.771" v="7231" actId="164"/>
          <ac:grpSpMkLst>
            <pc:docMk/>
            <pc:sldMk cId="2835830155" sldId="300"/>
            <ac:grpSpMk id="129" creationId="{2BA52A75-6295-81D6-8B9D-59C60511EDD1}"/>
          </ac:grpSpMkLst>
        </pc:grpChg>
        <pc:grpChg chg="mod">
          <ac:chgData name="昕 许" userId="a2975fcd840abfc3" providerId="LiveId" clId="{49CCD4F9-177C-4270-9A14-60236FF377E8}" dt="2026-04-11T04:54:16.753" v="7240" actId="20577"/>
          <ac:grpSpMkLst>
            <pc:docMk/>
            <pc:sldMk cId="2835830155" sldId="300"/>
            <ac:grpSpMk id="138" creationId="{0936BAAC-CAFD-E6E8-07FC-053232CEE10C}"/>
          </ac:grpSpMkLst>
        </pc:grpChg>
        <pc:cxnChg chg="add mod">
          <ac:chgData name="昕 许" userId="a2975fcd840abfc3" providerId="LiveId" clId="{49CCD4F9-177C-4270-9A14-60236FF377E8}" dt="2026-04-11T04:57:58.495" v="7248" actId="1076"/>
          <ac:cxnSpMkLst>
            <pc:docMk/>
            <pc:sldMk cId="2835830155" sldId="300"/>
            <ac:cxnSpMk id="131" creationId="{F2ED1A31-840C-811A-7278-9E51962D4C82}"/>
          </ac:cxnSpMkLst>
        </pc:cxnChg>
        <pc:cxnChg chg="add mod">
          <ac:chgData name="昕 许" userId="a2975fcd840abfc3" providerId="LiveId" clId="{49CCD4F9-177C-4270-9A14-60236FF377E8}" dt="2026-04-11T04:57:58.495" v="7248" actId="1076"/>
          <ac:cxnSpMkLst>
            <pc:docMk/>
            <pc:sldMk cId="2835830155" sldId="300"/>
            <ac:cxnSpMk id="133" creationId="{33D307C0-EA48-FA6F-9236-D77D17E89EB7}"/>
          </ac:cxnSpMkLst>
        </pc:cxnChg>
      </pc:sldChg>
      <pc:sldChg chg="addSp delSp modSp add mod modTransition">
        <pc:chgData name="昕 许" userId="a2975fcd840abfc3" providerId="LiveId" clId="{49CCD4F9-177C-4270-9A14-60236FF377E8}" dt="2026-04-11T06:51:38.901" v="7827" actId="14100"/>
        <pc:sldMkLst>
          <pc:docMk/>
          <pc:sldMk cId="1277306997" sldId="301"/>
        </pc:sldMkLst>
        <pc:spChg chg="mod">
          <ac:chgData name="昕 许" userId="a2975fcd840abfc3" providerId="LiveId" clId="{49CCD4F9-177C-4270-9A14-60236FF377E8}" dt="2026-04-11T05:04:09.448" v="7349" actId="20577"/>
          <ac:spMkLst>
            <pc:docMk/>
            <pc:sldMk cId="1277306997" sldId="301"/>
            <ac:spMk id="14" creationId="{1CE69EE3-686A-EF2B-B60B-EDF1A6B85F38}"/>
          </ac:spMkLst>
        </pc:spChg>
        <pc:spChg chg="mod">
          <ac:chgData name="昕 许" userId="a2975fcd840abfc3" providerId="LiveId" clId="{49CCD4F9-177C-4270-9A14-60236FF377E8}" dt="2026-04-11T05:05:01.635" v="7353" actId="207"/>
          <ac:spMkLst>
            <pc:docMk/>
            <pc:sldMk cId="1277306997" sldId="301"/>
            <ac:spMk id="15" creationId="{C0D4F277-11B5-F1FD-F7EE-987B90853E5D}"/>
          </ac:spMkLst>
        </pc:spChg>
        <pc:spChg chg="mod">
          <ac:chgData name="昕 许" userId="a2975fcd840abfc3" providerId="LiveId" clId="{49CCD4F9-177C-4270-9A14-60236FF377E8}" dt="2026-04-11T05:04:58.679" v="7352" actId="207"/>
          <ac:spMkLst>
            <pc:docMk/>
            <pc:sldMk cId="1277306997" sldId="301"/>
            <ac:spMk id="16" creationId="{082F68C6-5945-5DAD-E037-941E68CE49F1}"/>
          </ac:spMkLst>
        </pc:spChg>
        <pc:spChg chg="mod">
          <ac:chgData name="昕 许" userId="a2975fcd840abfc3" providerId="LiveId" clId="{49CCD4F9-177C-4270-9A14-60236FF377E8}" dt="2026-04-11T05:04:09.448" v="7349" actId="20577"/>
          <ac:spMkLst>
            <pc:docMk/>
            <pc:sldMk cId="1277306997" sldId="301"/>
            <ac:spMk id="18" creationId="{E278943E-BBC3-7DC1-CC6C-D7C28098C42D}"/>
          </ac:spMkLst>
        </pc:spChg>
        <pc:spChg chg="mod">
          <ac:chgData name="昕 许" userId="a2975fcd840abfc3" providerId="LiveId" clId="{49CCD4F9-177C-4270-9A14-60236FF377E8}" dt="2026-04-11T05:03:21.632" v="7308" actId="1038"/>
          <ac:spMkLst>
            <pc:docMk/>
            <pc:sldMk cId="1277306997" sldId="301"/>
            <ac:spMk id="19" creationId="{06B1AE93-5CA3-F5B9-D1BE-3D43DD4E0600}"/>
          </ac:spMkLst>
        </pc:spChg>
        <pc:spChg chg="mod">
          <ac:chgData name="昕 许" userId="a2975fcd840abfc3" providerId="LiveId" clId="{49CCD4F9-177C-4270-9A14-60236FF377E8}" dt="2026-04-11T05:04:09.448" v="7349" actId="20577"/>
          <ac:spMkLst>
            <pc:docMk/>
            <pc:sldMk cId="1277306997" sldId="301"/>
            <ac:spMk id="20" creationId="{54DCDFB5-15C4-5447-E24E-F190379CF141}"/>
          </ac:spMkLst>
        </pc:spChg>
        <pc:spChg chg="mod">
          <ac:chgData name="昕 许" userId="a2975fcd840abfc3" providerId="LiveId" clId="{49CCD4F9-177C-4270-9A14-60236FF377E8}" dt="2026-04-11T05:04:09.448" v="7349" actId="20577"/>
          <ac:spMkLst>
            <pc:docMk/>
            <pc:sldMk cId="1277306997" sldId="301"/>
            <ac:spMk id="21" creationId="{F55FB059-A7EE-944F-E0E5-9AEC66415916}"/>
          </ac:spMkLst>
        </pc:spChg>
        <pc:spChg chg="mod">
          <ac:chgData name="昕 许" userId="a2975fcd840abfc3" providerId="LiveId" clId="{49CCD4F9-177C-4270-9A14-60236FF377E8}" dt="2026-04-11T05:04:09.448" v="7349" actId="20577"/>
          <ac:spMkLst>
            <pc:docMk/>
            <pc:sldMk cId="1277306997" sldId="301"/>
            <ac:spMk id="22" creationId="{E4696AD5-9707-AD11-8FCF-17A516FCADD9}"/>
          </ac:spMkLst>
        </pc:spChg>
        <pc:spChg chg="mod">
          <ac:chgData name="昕 许" userId="a2975fcd840abfc3" providerId="LiveId" clId="{49CCD4F9-177C-4270-9A14-60236FF377E8}" dt="2026-04-11T05:04:09.448" v="7349" actId="20577"/>
          <ac:spMkLst>
            <pc:docMk/>
            <pc:sldMk cId="1277306997" sldId="301"/>
            <ac:spMk id="23" creationId="{E434F0C2-16B0-2BEC-60D5-134F3E97C931}"/>
          </ac:spMkLst>
        </pc:spChg>
        <pc:spChg chg="mod">
          <ac:chgData name="昕 许" userId="a2975fcd840abfc3" providerId="LiveId" clId="{49CCD4F9-177C-4270-9A14-60236FF377E8}" dt="2026-04-11T05:04:09.448" v="7349" actId="20577"/>
          <ac:spMkLst>
            <pc:docMk/>
            <pc:sldMk cId="1277306997" sldId="301"/>
            <ac:spMk id="24" creationId="{EEAB5B0C-6B0B-DA85-A5F9-1934EA5ADD49}"/>
          </ac:spMkLst>
        </pc:spChg>
        <pc:spChg chg="mod">
          <ac:chgData name="昕 许" userId="a2975fcd840abfc3" providerId="LiveId" clId="{49CCD4F9-177C-4270-9A14-60236FF377E8}" dt="2026-04-11T05:04:09.448" v="7349" actId="20577"/>
          <ac:spMkLst>
            <pc:docMk/>
            <pc:sldMk cId="1277306997" sldId="301"/>
            <ac:spMk id="25" creationId="{E6F994EF-26ED-0CB9-B140-E963D5744F8E}"/>
          </ac:spMkLst>
        </pc:spChg>
        <pc:spChg chg="mod">
          <ac:chgData name="昕 许" userId="a2975fcd840abfc3" providerId="LiveId" clId="{49CCD4F9-177C-4270-9A14-60236FF377E8}" dt="2026-04-11T05:03:57.297" v="7328" actId="20577"/>
          <ac:spMkLst>
            <pc:docMk/>
            <pc:sldMk cId="1277306997" sldId="301"/>
            <ac:spMk id="31" creationId="{00FB236B-1591-5B5E-F3B7-2C5BC09A88C8}"/>
          </ac:spMkLst>
        </pc:spChg>
        <pc:spChg chg="mod">
          <ac:chgData name="昕 许" userId="a2975fcd840abfc3" providerId="LiveId" clId="{49CCD4F9-177C-4270-9A14-60236FF377E8}" dt="2026-04-11T05:03:57.297" v="7328" actId="20577"/>
          <ac:spMkLst>
            <pc:docMk/>
            <pc:sldMk cId="1277306997" sldId="301"/>
            <ac:spMk id="33" creationId="{68DF683A-7EED-B5AB-CF18-FFEDD0707ADB}"/>
          </ac:spMkLst>
        </pc:spChg>
        <pc:spChg chg="mod">
          <ac:chgData name="昕 许" userId="a2975fcd840abfc3" providerId="LiveId" clId="{49CCD4F9-177C-4270-9A14-60236FF377E8}" dt="2026-04-11T05:03:57.297" v="7328" actId="20577"/>
          <ac:spMkLst>
            <pc:docMk/>
            <pc:sldMk cId="1277306997" sldId="301"/>
            <ac:spMk id="34" creationId="{18EE528F-1BA7-3AF7-3CC4-FA75A52E0F6D}"/>
          </ac:spMkLst>
        </pc:spChg>
        <pc:spChg chg="mod">
          <ac:chgData name="昕 许" userId="a2975fcd840abfc3" providerId="LiveId" clId="{49CCD4F9-177C-4270-9A14-60236FF377E8}" dt="2026-04-11T05:03:57.297" v="7328" actId="20577"/>
          <ac:spMkLst>
            <pc:docMk/>
            <pc:sldMk cId="1277306997" sldId="301"/>
            <ac:spMk id="35" creationId="{91D5F1DC-FB69-491C-B5F4-DC230638A89A}"/>
          </ac:spMkLst>
        </pc:spChg>
        <pc:spChg chg="mod">
          <ac:chgData name="昕 许" userId="a2975fcd840abfc3" providerId="LiveId" clId="{49CCD4F9-177C-4270-9A14-60236FF377E8}" dt="2026-04-11T05:03:57.297" v="7328" actId="20577"/>
          <ac:spMkLst>
            <pc:docMk/>
            <pc:sldMk cId="1277306997" sldId="301"/>
            <ac:spMk id="37" creationId="{B88EA276-B770-406C-3087-93C6831B0923}"/>
          </ac:spMkLst>
        </pc:spChg>
        <pc:spChg chg="mod">
          <ac:chgData name="昕 许" userId="a2975fcd840abfc3" providerId="LiveId" clId="{49CCD4F9-177C-4270-9A14-60236FF377E8}" dt="2026-04-11T05:03:57.297" v="7328" actId="20577"/>
          <ac:spMkLst>
            <pc:docMk/>
            <pc:sldMk cId="1277306997" sldId="301"/>
            <ac:spMk id="38" creationId="{8790005D-D916-9C91-5CF4-EDF71729FC52}"/>
          </ac:spMkLst>
        </pc:spChg>
        <pc:spChg chg="mod">
          <ac:chgData name="昕 许" userId="a2975fcd840abfc3" providerId="LiveId" clId="{49CCD4F9-177C-4270-9A14-60236FF377E8}" dt="2026-04-11T05:03:57.297" v="7328" actId="20577"/>
          <ac:spMkLst>
            <pc:docMk/>
            <pc:sldMk cId="1277306997" sldId="301"/>
            <ac:spMk id="39" creationId="{6B32985E-EB4A-54B0-6B59-686267A7189B}"/>
          </ac:spMkLst>
        </pc:spChg>
        <pc:spChg chg="mod">
          <ac:chgData name="昕 许" userId="a2975fcd840abfc3" providerId="LiveId" clId="{49CCD4F9-177C-4270-9A14-60236FF377E8}" dt="2026-04-11T05:03:57.297" v="7328" actId="20577"/>
          <ac:spMkLst>
            <pc:docMk/>
            <pc:sldMk cId="1277306997" sldId="301"/>
            <ac:spMk id="40" creationId="{730283DF-96E4-8852-8E06-D420BF561EF5}"/>
          </ac:spMkLst>
        </pc:spChg>
        <pc:spChg chg="mod">
          <ac:chgData name="昕 许" userId="a2975fcd840abfc3" providerId="LiveId" clId="{49CCD4F9-177C-4270-9A14-60236FF377E8}" dt="2026-04-11T05:03:57.297" v="7328" actId="20577"/>
          <ac:spMkLst>
            <pc:docMk/>
            <pc:sldMk cId="1277306997" sldId="301"/>
            <ac:spMk id="41" creationId="{C9961D2A-4D36-320E-CD78-CDB6F49D45E8}"/>
          </ac:spMkLst>
        </pc:spChg>
        <pc:spChg chg="mod">
          <ac:chgData name="昕 许" userId="a2975fcd840abfc3" providerId="LiveId" clId="{49CCD4F9-177C-4270-9A14-60236FF377E8}" dt="2026-04-11T05:03:57.297" v="7328" actId="20577"/>
          <ac:spMkLst>
            <pc:docMk/>
            <pc:sldMk cId="1277306997" sldId="301"/>
            <ac:spMk id="42" creationId="{43024417-9083-EEE9-49BD-AC5C2F467CDF}"/>
          </ac:spMkLst>
        </pc:spChg>
        <pc:spChg chg="mod">
          <ac:chgData name="昕 许" userId="a2975fcd840abfc3" providerId="LiveId" clId="{49CCD4F9-177C-4270-9A14-60236FF377E8}" dt="2026-04-11T05:02:47.774" v="7288" actId="20577"/>
          <ac:spMkLst>
            <pc:docMk/>
            <pc:sldMk cId="1277306997" sldId="301"/>
            <ac:spMk id="97" creationId="{78E61466-0E41-4258-BCB0-285093795DD6}"/>
          </ac:spMkLst>
        </pc:spChg>
        <pc:spChg chg="mod">
          <ac:chgData name="昕 许" userId="a2975fcd840abfc3" providerId="LiveId" clId="{49CCD4F9-177C-4270-9A14-60236FF377E8}" dt="2026-04-11T05:02:47.774" v="7288" actId="20577"/>
          <ac:spMkLst>
            <pc:docMk/>
            <pc:sldMk cId="1277306997" sldId="301"/>
            <ac:spMk id="98" creationId="{CBF8DB88-C30B-8572-4F72-F1F12C15E5A0}"/>
          </ac:spMkLst>
        </pc:spChg>
        <pc:spChg chg="mod">
          <ac:chgData name="昕 许" userId="a2975fcd840abfc3" providerId="LiveId" clId="{49CCD4F9-177C-4270-9A14-60236FF377E8}" dt="2026-04-11T05:02:47.774" v="7288" actId="20577"/>
          <ac:spMkLst>
            <pc:docMk/>
            <pc:sldMk cId="1277306997" sldId="301"/>
            <ac:spMk id="99" creationId="{E7E42948-B632-55BE-467C-AA0C4F71A2A0}"/>
          </ac:spMkLst>
        </pc:spChg>
        <pc:spChg chg="mod">
          <ac:chgData name="昕 许" userId="a2975fcd840abfc3" providerId="LiveId" clId="{49CCD4F9-177C-4270-9A14-60236FF377E8}" dt="2026-04-11T05:02:47.774" v="7288" actId="20577"/>
          <ac:spMkLst>
            <pc:docMk/>
            <pc:sldMk cId="1277306997" sldId="301"/>
            <ac:spMk id="100" creationId="{67D0D81D-1162-D799-76DD-B6DCBA06999C}"/>
          </ac:spMkLst>
        </pc:spChg>
        <pc:spChg chg="mod">
          <ac:chgData name="昕 许" userId="a2975fcd840abfc3" providerId="LiveId" clId="{49CCD4F9-177C-4270-9A14-60236FF377E8}" dt="2026-04-11T05:03:04.642" v="7296" actId="208"/>
          <ac:spMkLst>
            <pc:docMk/>
            <pc:sldMk cId="1277306997" sldId="301"/>
            <ac:spMk id="101" creationId="{CCC94AAD-5032-C0C5-C602-A9E07769765D}"/>
          </ac:spMkLst>
        </pc:spChg>
        <pc:spChg chg="mod">
          <ac:chgData name="昕 许" userId="a2975fcd840abfc3" providerId="LiveId" clId="{49CCD4F9-177C-4270-9A14-60236FF377E8}" dt="2026-04-11T05:02:47.774" v="7288" actId="20577"/>
          <ac:spMkLst>
            <pc:docMk/>
            <pc:sldMk cId="1277306997" sldId="301"/>
            <ac:spMk id="103" creationId="{0D01FCE3-CE14-0513-6C3A-4D7AEE5B691B}"/>
          </ac:spMkLst>
        </pc:spChg>
        <pc:spChg chg="mod">
          <ac:chgData name="昕 许" userId="a2975fcd840abfc3" providerId="LiveId" clId="{49CCD4F9-177C-4270-9A14-60236FF377E8}" dt="2026-04-11T05:02:47.774" v="7288" actId="20577"/>
          <ac:spMkLst>
            <pc:docMk/>
            <pc:sldMk cId="1277306997" sldId="301"/>
            <ac:spMk id="104" creationId="{D896D7D5-7515-1E13-F085-66246A1CC565}"/>
          </ac:spMkLst>
        </pc:spChg>
        <pc:spChg chg="mod">
          <ac:chgData name="昕 许" userId="a2975fcd840abfc3" providerId="LiveId" clId="{49CCD4F9-177C-4270-9A14-60236FF377E8}" dt="2026-04-11T05:02:47.774" v="7288" actId="20577"/>
          <ac:spMkLst>
            <pc:docMk/>
            <pc:sldMk cId="1277306997" sldId="301"/>
            <ac:spMk id="106" creationId="{4C1F0E74-0195-13B2-16F8-F270DAB1C856}"/>
          </ac:spMkLst>
        </pc:spChg>
        <pc:spChg chg="mod">
          <ac:chgData name="昕 许" userId="a2975fcd840abfc3" providerId="LiveId" clId="{49CCD4F9-177C-4270-9A14-60236FF377E8}" dt="2026-04-11T05:02:47.774" v="7288" actId="20577"/>
          <ac:spMkLst>
            <pc:docMk/>
            <pc:sldMk cId="1277306997" sldId="301"/>
            <ac:spMk id="107" creationId="{BB6B30A1-EE3A-FF62-7388-A3AEF5FFE91F}"/>
          </ac:spMkLst>
        </pc:spChg>
        <pc:spChg chg="mod">
          <ac:chgData name="昕 许" userId="a2975fcd840abfc3" providerId="LiveId" clId="{49CCD4F9-177C-4270-9A14-60236FF377E8}" dt="2026-04-11T05:02:47.774" v="7288" actId="20577"/>
          <ac:spMkLst>
            <pc:docMk/>
            <pc:sldMk cId="1277306997" sldId="301"/>
            <ac:spMk id="108" creationId="{7FF276CB-AA9B-E8EB-CB00-8C9AD33D3031}"/>
          </ac:spMkLst>
        </pc:spChg>
        <pc:grpChg chg="mod">
          <ac:chgData name="昕 许" userId="a2975fcd840abfc3" providerId="LiveId" clId="{49CCD4F9-177C-4270-9A14-60236FF377E8}" dt="2026-04-11T06:51:35.051" v="7825" actId="1076"/>
          <ac:grpSpMkLst>
            <pc:docMk/>
            <pc:sldMk cId="1277306997" sldId="301"/>
            <ac:grpSpMk id="9" creationId="{B84FB366-E74B-9C68-1F79-0AE1F9CEEE57}"/>
          </ac:grpSpMkLst>
        </pc:grpChg>
        <pc:grpChg chg="mod">
          <ac:chgData name="昕 许" userId="a2975fcd840abfc3" providerId="LiveId" clId="{49CCD4F9-177C-4270-9A14-60236FF377E8}" dt="2026-04-11T06:51:35.051" v="7825" actId="1076"/>
          <ac:grpSpMkLst>
            <pc:docMk/>
            <pc:sldMk cId="1277306997" sldId="301"/>
            <ac:grpSpMk id="26" creationId="{CFA6719C-2000-FD57-25BA-FBB6B34DE656}"/>
          </ac:grpSpMkLst>
        </pc:grpChg>
        <pc:grpChg chg="mod">
          <ac:chgData name="昕 许" userId="a2975fcd840abfc3" providerId="LiveId" clId="{49CCD4F9-177C-4270-9A14-60236FF377E8}" dt="2026-04-11T05:01:59.871" v="7258" actId="1076"/>
          <ac:grpSpMkLst>
            <pc:docMk/>
            <pc:sldMk cId="1277306997" sldId="301"/>
            <ac:grpSpMk id="92" creationId="{45B4CF07-83E2-FDE6-CFF6-82083E7B88F4}"/>
          </ac:grpSpMkLst>
        </pc:grpChg>
        <pc:cxnChg chg="add mod">
          <ac:chgData name="昕 许" userId="a2975fcd840abfc3" providerId="LiveId" clId="{49CCD4F9-177C-4270-9A14-60236FF377E8}" dt="2026-04-11T06:51:38.901" v="7827" actId="14100"/>
          <ac:cxnSpMkLst>
            <pc:docMk/>
            <pc:sldMk cId="1277306997" sldId="301"/>
            <ac:cxnSpMk id="2" creationId="{ECE054CC-50CA-7338-E4A8-ACAF8BD1E7E9}"/>
          </ac:cxnSpMkLst>
        </pc:cxnChg>
        <pc:cxnChg chg="add mod">
          <ac:chgData name="昕 许" userId="a2975fcd840abfc3" providerId="LiveId" clId="{49CCD4F9-177C-4270-9A14-60236FF377E8}" dt="2026-04-11T06:51:37.459" v="7826" actId="14100"/>
          <ac:cxnSpMkLst>
            <pc:docMk/>
            <pc:sldMk cId="1277306997" sldId="301"/>
            <ac:cxnSpMk id="4" creationId="{27498CE6-77E7-CF5F-D708-8ED79E8526CA}"/>
          </ac:cxnSpMkLst>
        </pc:cxnChg>
      </pc:sldChg>
      <pc:sldChg chg="addSp delSp modSp add mod modTransition">
        <pc:chgData name="昕 许" userId="a2975fcd840abfc3" providerId="LiveId" clId="{49CCD4F9-177C-4270-9A14-60236FF377E8}" dt="2026-04-11T06:53:10.603" v="7834" actId="1076"/>
        <pc:sldMkLst>
          <pc:docMk/>
          <pc:sldMk cId="3612360270" sldId="302"/>
        </pc:sldMkLst>
        <pc:spChg chg="add mod">
          <ac:chgData name="昕 许" userId="a2975fcd840abfc3" providerId="LiveId" clId="{49CCD4F9-177C-4270-9A14-60236FF377E8}" dt="2026-04-11T05:11:46.009" v="7376" actId="164"/>
          <ac:spMkLst>
            <pc:docMk/>
            <pc:sldMk cId="3612360270" sldId="302"/>
            <ac:spMk id="3" creationId="{D656889E-0D71-A626-2B84-82C4E813F570}"/>
          </ac:spMkLst>
        </pc:spChg>
        <pc:spChg chg="add mod">
          <ac:chgData name="昕 许" userId="a2975fcd840abfc3" providerId="LiveId" clId="{49CCD4F9-177C-4270-9A14-60236FF377E8}" dt="2026-04-11T05:11:46.009" v="7376" actId="164"/>
          <ac:spMkLst>
            <pc:docMk/>
            <pc:sldMk cId="3612360270" sldId="302"/>
            <ac:spMk id="5" creationId="{49DE1859-74F6-7614-42B7-85E8BDCE146D}"/>
          </ac:spMkLst>
        </pc:spChg>
        <pc:spChg chg="add mod">
          <ac:chgData name="昕 许" userId="a2975fcd840abfc3" providerId="LiveId" clId="{49CCD4F9-177C-4270-9A14-60236FF377E8}" dt="2026-04-11T05:11:46.009" v="7376" actId="164"/>
          <ac:spMkLst>
            <pc:docMk/>
            <pc:sldMk cId="3612360270" sldId="302"/>
            <ac:spMk id="6" creationId="{4CF34B74-AE68-1400-01B2-D69E8328B007}"/>
          </ac:spMkLst>
        </pc:spChg>
        <pc:spChg chg="add mod">
          <ac:chgData name="昕 许" userId="a2975fcd840abfc3" providerId="LiveId" clId="{49CCD4F9-177C-4270-9A14-60236FF377E8}" dt="2026-04-11T05:11:46.009" v="7376" actId="164"/>
          <ac:spMkLst>
            <pc:docMk/>
            <pc:sldMk cId="3612360270" sldId="302"/>
            <ac:spMk id="7" creationId="{2CC5F733-A878-FBCB-8ED3-EFB0C6E4DE2D}"/>
          </ac:spMkLst>
        </pc:spChg>
        <pc:spChg chg="add mod">
          <ac:chgData name="昕 许" userId="a2975fcd840abfc3" providerId="LiveId" clId="{49CCD4F9-177C-4270-9A14-60236FF377E8}" dt="2026-04-11T05:11:46.009" v="7376" actId="164"/>
          <ac:spMkLst>
            <pc:docMk/>
            <pc:sldMk cId="3612360270" sldId="302"/>
            <ac:spMk id="8" creationId="{8F954F34-30F6-4C9C-C90E-E2510D5C1883}"/>
          </ac:spMkLst>
        </pc:spChg>
        <pc:spChg chg="add mod">
          <ac:chgData name="昕 许" userId="a2975fcd840abfc3" providerId="LiveId" clId="{49CCD4F9-177C-4270-9A14-60236FF377E8}" dt="2026-04-11T05:11:46.009" v="7376" actId="164"/>
          <ac:spMkLst>
            <pc:docMk/>
            <pc:sldMk cId="3612360270" sldId="302"/>
            <ac:spMk id="43" creationId="{4FF4B40F-8DC4-961E-221D-042202D75217}"/>
          </ac:spMkLst>
        </pc:spChg>
        <pc:spChg chg="add mod">
          <ac:chgData name="昕 许" userId="a2975fcd840abfc3" providerId="LiveId" clId="{49CCD4F9-177C-4270-9A14-60236FF377E8}" dt="2026-04-11T05:11:46.009" v="7376" actId="164"/>
          <ac:spMkLst>
            <pc:docMk/>
            <pc:sldMk cId="3612360270" sldId="302"/>
            <ac:spMk id="44" creationId="{E3208D66-9B79-18C8-0E90-4049891E8691}"/>
          </ac:spMkLst>
        </pc:spChg>
        <pc:spChg chg="add mod">
          <ac:chgData name="昕 许" userId="a2975fcd840abfc3" providerId="LiveId" clId="{49CCD4F9-177C-4270-9A14-60236FF377E8}" dt="2026-04-11T05:11:46.009" v="7376" actId="164"/>
          <ac:spMkLst>
            <pc:docMk/>
            <pc:sldMk cId="3612360270" sldId="302"/>
            <ac:spMk id="45" creationId="{96040A15-6724-26BD-C8C0-54BB7BC64CE7}"/>
          </ac:spMkLst>
        </pc:spChg>
        <pc:spChg chg="add mod">
          <ac:chgData name="昕 许" userId="a2975fcd840abfc3" providerId="LiveId" clId="{49CCD4F9-177C-4270-9A14-60236FF377E8}" dt="2026-04-11T06:52:55.214" v="7828" actId="1076"/>
          <ac:spMkLst>
            <pc:docMk/>
            <pc:sldMk cId="3612360270" sldId="302"/>
            <ac:spMk id="64" creationId="{49F1F521-4B18-C820-6005-24817218693C}"/>
          </ac:spMkLst>
        </pc:spChg>
        <pc:spChg chg="add mod">
          <ac:chgData name="昕 许" userId="a2975fcd840abfc3" providerId="LiveId" clId="{49CCD4F9-177C-4270-9A14-60236FF377E8}" dt="2026-04-11T05:13:18.979" v="7445" actId="1076"/>
          <ac:spMkLst>
            <pc:docMk/>
            <pc:sldMk cId="3612360270" sldId="302"/>
            <ac:spMk id="65" creationId="{7C69C75B-FD94-5F47-05CB-58CE31FB2B0E}"/>
          </ac:spMkLst>
        </pc:spChg>
        <pc:spChg chg="mod topLvl">
          <ac:chgData name="昕 许" userId="a2975fcd840abfc3" providerId="LiveId" clId="{49CCD4F9-177C-4270-9A14-60236FF377E8}" dt="2026-04-11T05:13:29.789" v="7449" actId="165"/>
          <ac:spMkLst>
            <pc:docMk/>
            <pc:sldMk cId="3612360270" sldId="302"/>
            <ac:spMk id="70" creationId="{62EE19F6-87F8-76A6-DF03-8BE39CBAD37F}"/>
          </ac:spMkLst>
        </pc:spChg>
        <pc:spChg chg="mod topLvl">
          <ac:chgData name="昕 许" userId="a2975fcd840abfc3" providerId="LiveId" clId="{49CCD4F9-177C-4270-9A14-60236FF377E8}" dt="2026-04-11T05:13:29.789" v="7449" actId="165"/>
          <ac:spMkLst>
            <pc:docMk/>
            <pc:sldMk cId="3612360270" sldId="302"/>
            <ac:spMk id="72" creationId="{3BDBA3D0-BF58-D095-DFFD-CBB1CFF2A0CA}"/>
          </ac:spMkLst>
        </pc:spChg>
        <pc:spChg chg="mod topLvl">
          <ac:chgData name="昕 许" userId="a2975fcd840abfc3" providerId="LiveId" clId="{49CCD4F9-177C-4270-9A14-60236FF377E8}" dt="2026-04-11T05:13:29.789" v="7449" actId="165"/>
          <ac:spMkLst>
            <pc:docMk/>
            <pc:sldMk cId="3612360270" sldId="302"/>
            <ac:spMk id="74" creationId="{52A572EC-39E4-1D08-1533-AA02616AE59D}"/>
          </ac:spMkLst>
        </pc:spChg>
        <pc:spChg chg="mod topLvl">
          <ac:chgData name="昕 许" userId="a2975fcd840abfc3" providerId="LiveId" clId="{49CCD4F9-177C-4270-9A14-60236FF377E8}" dt="2026-04-11T05:13:29.789" v="7449" actId="165"/>
          <ac:spMkLst>
            <pc:docMk/>
            <pc:sldMk cId="3612360270" sldId="302"/>
            <ac:spMk id="76" creationId="{150F0E5E-42EC-9EF4-B5FF-B899AA72EC59}"/>
          </ac:spMkLst>
        </pc:spChg>
        <pc:spChg chg="add mod">
          <ac:chgData name="昕 许" userId="a2975fcd840abfc3" providerId="LiveId" clId="{49CCD4F9-177C-4270-9A14-60236FF377E8}" dt="2026-04-11T05:13:40.507" v="7453" actId="1076"/>
          <ac:spMkLst>
            <pc:docMk/>
            <pc:sldMk cId="3612360270" sldId="302"/>
            <ac:spMk id="122" creationId="{7490C110-2162-BCC4-7712-2B27522F8436}"/>
          </ac:spMkLst>
        </pc:spChg>
        <pc:spChg chg="add mod">
          <ac:chgData name="昕 许" userId="a2975fcd840abfc3" providerId="LiveId" clId="{49CCD4F9-177C-4270-9A14-60236FF377E8}" dt="2026-04-11T05:13:33.482" v="7451" actId="1076"/>
          <ac:spMkLst>
            <pc:docMk/>
            <pc:sldMk cId="3612360270" sldId="302"/>
            <ac:spMk id="123" creationId="{AE649293-F253-3922-88BF-55B7EF3D8B91}"/>
          </ac:spMkLst>
        </pc:spChg>
        <pc:spChg chg="add mod">
          <ac:chgData name="昕 许" userId="a2975fcd840abfc3" providerId="LiveId" clId="{49CCD4F9-177C-4270-9A14-60236FF377E8}" dt="2026-04-11T05:13:50.941" v="7462" actId="1076"/>
          <ac:spMkLst>
            <pc:docMk/>
            <pc:sldMk cId="3612360270" sldId="302"/>
            <ac:spMk id="125" creationId="{AFBA9F22-ABF5-086F-904A-8E52C6F8ADDD}"/>
          </ac:spMkLst>
        </pc:spChg>
        <pc:spChg chg="add mod">
          <ac:chgData name="昕 许" userId="a2975fcd840abfc3" providerId="LiveId" clId="{49CCD4F9-177C-4270-9A14-60236FF377E8}" dt="2026-04-11T05:13:55.367" v="7466" actId="20577"/>
          <ac:spMkLst>
            <pc:docMk/>
            <pc:sldMk cId="3612360270" sldId="302"/>
            <ac:spMk id="126" creationId="{2AC2835C-A00D-6B5E-6D17-61B2662D2F78}"/>
          </ac:spMkLst>
        </pc:spChg>
        <pc:spChg chg="add mod">
          <ac:chgData name="昕 许" userId="a2975fcd840abfc3" providerId="LiveId" clId="{49CCD4F9-177C-4270-9A14-60236FF377E8}" dt="2026-04-11T05:13:59.715" v="7470" actId="20577"/>
          <ac:spMkLst>
            <pc:docMk/>
            <pc:sldMk cId="3612360270" sldId="302"/>
            <ac:spMk id="127" creationId="{A71DDC45-8A9C-A759-D4AC-BEADB7460FDE}"/>
          </ac:spMkLst>
        </pc:spChg>
        <pc:spChg chg="add mod">
          <ac:chgData name="昕 许" userId="a2975fcd840abfc3" providerId="LiveId" clId="{49CCD4F9-177C-4270-9A14-60236FF377E8}" dt="2026-04-11T05:14:04.453" v="7474" actId="20577"/>
          <ac:spMkLst>
            <pc:docMk/>
            <pc:sldMk cId="3612360270" sldId="302"/>
            <ac:spMk id="128" creationId="{0BD62C58-A3CF-7082-161C-7E2077710DC7}"/>
          </ac:spMkLst>
        </pc:spChg>
        <pc:spChg chg="add mod">
          <ac:chgData name="昕 许" userId="a2975fcd840abfc3" providerId="LiveId" clId="{49CCD4F9-177C-4270-9A14-60236FF377E8}" dt="2026-04-11T05:14:09.869" v="7479" actId="20577"/>
          <ac:spMkLst>
            <pc:docMk/>
            <pc:sldMk cId="3612360270" sldId="302"/>
            <ac:spMk id="129" creationId="{2E2826B3-57D3-9327-5134-B981E406C4E8}"/>
          </ac:spMkLst>
        </pc:spChg>
        <pc:spChg chg="add mod">
          <ac:chgData name="昕 许" userId="a2975fcd840abfc3" providerId="LiveId" clId="{49CCD4F9-177C-4270-9A14-60236FF377E8}" dt="2026-04-11T05:15:56.505" v="7501" actId="1076"/>
          <ac:spMkLst>
            <pc:docMk/>
            <pc:sldMk cId="3612360270" sldId="302"/>
            <ac:spMk id="130" creationId="{5BE8F06B-7E97-EBB4-638F-4566D927CF15}"/>
          </ac:spMkLst>
        </pc:spChg>
        <pc:spChg chg="add mod">
          <ac:chgData name="昕 许" userId="a2975fcd840abfc3" providerId="LiveId" clId="{49CCD4F9-177C-4270-9A14-60236FF377E8}" dt="2026-04-11T05:14:43.140" v="7498" actId="1076"/>
          <ac:spMkLst>
            <pc:docMk/>
            <pc:sldMk cId="3612360270" sldId="302"/>
            <ac:spMk id="131" creationId="{D03A42F1-390C-7CB2-6270-DCF030B5AFE4}"/>
          </ac:spMkLst>
        </pc:spChg>
        <pc:spChg chg="add mod">
          <ac:chgData name="昕 许" userId="a2975fcd840abfc3" providerId="LiveId" clId="{49CCD4F9-177C-4270-9A14-60236FF377E8}" dt="2026-04-11T05:14:43.140" v="7498" actId="1076"/>
          <ac:spMkLst>
            <pc:docMk/>
            <pc:sldMk cId="3612360270" sldId="302"/>
            <ac:spMk id="133" creationId="{86C76286-6776-36A1-3545-9D0E284772F2}"/>
          </ac:spMkLst>
        </pc:spChg>
        <pc:spChg chg="add mod">
          <ac:chgData name="昕 许" userId="a2975fcd840abfc3" providerId="LiveId" clId="{49CCD4F9-177C-4270-9A14-60236FF377E8}" dt="2026-04-11T05:14:43.140" v="7498" actId="1076"/>
          <ac:spMkLst>
            <pc:docMk/>
            <pc:sldMk cId="3612360270" sldId="302"/>
            <ac:spMk id="135" creationId="{55618D44-1AA1-C598-43C2-65B3423C2C25}"/>
          </ac:spMkLst>
        </pc:spChg>
        <pc:spChg chg="add mod">
          <ac:chgData name="昕 许" userId="a2975fcd840abfc3" providerId="LiveId" clId="{49CCD4F9-177C-4270-9A14-60236FF377E8}" dt="2026-04-11T05:14:43.140" v="7498" actId="1076"/>
          <ac:spMkLst>
            <pc:docMk/>
            <pc:sldMk cId="3612360270" sldId="302"/>
            <ac:spMk id="137" creationId="{95C01EC5-AA73-267E-50EF-5DEB2DF88A9B}"/>
          </ac:spMkLst>
        </pc:spChg>
        <pc:spChg chg="add mod">
          <ac:chgData name="昕 许" userId="a2975fcd840abfc3" providerId="LiveId" clId="{49CCD4F9-177C-4270-9A14-60236FF377E8}" dt="2026-04-11T05:14:43.140" v="7498" actId="1076"/>
          <ac:spMkLst>
            <pc:docMk/>
            <pc:sldMk cId="3612360270" sldId="302"/>
            <ac:spMk id="139" creationId="{5C2AD09C-6671-A275-22F3-554A27D81B0B}"/>
          </ac:spMkLst>
        </pc:spChg>
        <pc:spChg chg="add mod">
          <ac:chgData name="昕 许" userId="a2975fcd840abfc3" providerId="LiveId" clId="{49CCD4F9-177C-4270-9A14-60236FF377E8}" dt="2026-04-11T05:18:18.963" v="7567" actId="20577"/>
          <ac:spMkLst>
            <pc:docMk/>
            <pc:sldMk cId="3612360270" sldId="302"/>
            <ac:spMk id="141" creationId="{1DA94126-6E80-776D-626E-ACC03D6FE745}"/>
          </ac:spMkLst>
        </pc:spChg>
        <pc:spChg chg="add mod">
          <ac:chgData name="昕 许" userId="a2975fcd840abfc3" providerId="LiveId" clId="{49CCD4F9-177C-4270-9A14-60236FF377E8}" dt="2026-04-11T05:18:18.963" v="7567" actId="20577"/>
          <ac:spMkLst>
            <pc:docMk/>
            <pc:sldMk cId="3612360270" sldId="302"/>
            <ac:spMk id="142" creationId="{EE68BA37-819C-EE73-C915-6A4F80B7D877}"/>
          </ac:spMkLst>
        </pc:spChg>
        <pc:spChg chg="add mod">
          <ac:chgData name="昕 许" userId="a2975fcd840abfc3" providerId="LiveId" clId="{49CCD4F9-177C-4270-9A14-60236FF377E8}" dt="2026-04-11T05:18:18.963" v="7567" actId="20577"/>
          <ac:spMkLst>
            <pc:docMk/>
            <pc:sldMk cId="3612360270" sldId="302"/>
            <ac:spMk id="143" creationId="{8BCB4680-1839-35D7-852B-AEDE36651BF1}"/>
          </ac:spMkLst>
        </pc:spChg>
        <pc:spChg chg="add mod">
          <ac:chgData name="昕 许" userId="a2975fcd840abfc3" providerId="LiveId" clId="{49CCD4F9-177C-4270-9A14-60236FF377E8}" dt="2026-04-11T05:18:19.135" v="7568" actId="20577"/>
          <ac:spMkLst>
            <pc:docMk/>
            <pc:sldMk cId="3612360270" sldId="302"/>
            <ac:spMk id="144" creationId="{B698809E-C99B-0EDE-6DD9-95A69AC469C8}"/>
          </ac:spMkLst>
        </pc:spChg>
        <pc:spChg chg="add mod">
          <ac:chgData name="昕 许" userId="a2975fcd840abfc3" providerId="LiveId" clId="{49CCD4F9-177C-4270-9A14-60236FF377E8}" dt="2026-04-11T05:18:18.963" v="7567" actId="20577"/>
          <ac:spMkLst>
            <pc:docMk/>
            <pc:sldMk cId="3612360270" sldId="302"/>
            <ac:spMk id="145" creationId="{09BC7091-2178-6E9D-54E9-A671857A8765}"/>
          </ac:spMkLst>
        </pc:spChg>
        <pc:spChg chg="add mod">
          <ac:chgData name="昕 许" userId="a2975fcd840abfc3" providerId="LiveId" clId="{49CCD4F9-177C-4270-9A14-60236FF377E8}" dt="2026-04-11T05:18:16.261" v="7562" actId="20577"/>
          <ac:spMkLst>
            <pc:docMk/>
            <pc:sldMk cId="3612360270" sldId="302"/>
            <ac:spMk id="146" creationId="{F8852704-B71B-F4C6-F014-3DA4F050BE5E}"/>
          </ac:spMkLst>
        </pc:spChg>
        <pc:spChg chg="add mod">
          <ac:chgData name="昕 许" userId="a2975fcd840abfc3" providerId="LiveId" clId="{49CCD4F9-177C-4270-9A14-60236FF377E8}" dt="2026-04-11T05:18:18.963" v="7567" actId="20577"/>
          <ac:spMkLst>
            <pc:docMk/>
            <pc:sldMk cId="3612360270" sldId="302"/>
            <ac:spMk id="147" creationId="{9B52D011-D95C-6400-D89B-E667B1BCEC54}"/>
          </ac:spMkLst>
        </pc:spChg>
        <pc:spChg chg="add mod">
          <ac:chgData name="昕 许" userId="a2975fcd840abfc3" providerId="LiveId" clId="{49CCD4F9-177C-4270-9A14-60236FF377E8}" dt="2026-04-11T05:18:18.963" v="7567" actId="20577"/>
          <ac:spMkLst>
            <pc:docMk/>
            <pc:sldMk cId="3612360270" sldId="302"/>
            <ac:spMk id="148" creationId="{9A9BEE43-BFCF-56D1-DF3A-90C593C89ABF}"/>
          </ac:spMkLst>
        </pc:spChg>
        <pc:spChg chg="add mod">
          <ac:chgData name="昕 许" userId="a2975fcd840abfc3" providerId="LiveId" clId="{49CCD4F9-177C-4270-9A14-60236FF377E8}" dt="2026-04-11T05:18:18.963" v="7567" actId="20577"/>
          <ac:spMkLst>
            <pc:docMk/>
            <pc:sldMk cId="3612360270" sldId="302"/>
            <ac:spMk id="149" creationId="{30FAB649-AFBE-C7C6-37B5-79ABBF389270}"/>
          </ac:spMkLst>
        </pc:spChg>
        <pc:spChg chg="add mod">
          <ac:chgData name="昕 许" userId="a2975fcd840abfc3" providerId="LiveId" clId="{49CCD4F9-177C-4270-9A14-60236FF377E8}" dt="2026-04-11T05:18:18.963" v="7567" actId="20577"/>
          <ac:spMkLst>
            <pc:docMk/>
            <pc:sldMk cId="3612360270" sldId="302"/>
            <ac:spMk id="150" creationId="{5EBD7BA6-5618-4B89-6EBD-A6A450AD96E1}"/>
          </ac:spMkLst>
        </pc:spChg>
        <pc:spChg chg="add mod">
          <ac:chgData name="昕 许" userId="a2975fcd840abfc3" providerId="LiveId" clId="{49CCD4F9-177C-4270-9A14-60236FF377E8}" dt="2026-04-11T05:16:05.115" v="7505" actId="1076"/>
          <ac:spMkLst>
            <pc:docMk/>
            <pc:sldMk cId="3612360270" sldId="302"/>
            <ac:spMk id="151" creationId="{C2FC5237-7D6D-FD07-E774-EFFE194BDC87}"/>
          </ac:spMkLst>
        </pc:spChg>
        <pc:spChg chg="add mod">
          <ac:chgData name="昕 许" userId="a2975fcd840abfc3" providerId="LiveId" clId="{49CCD4F9-177C-4270-9A14-60236FF377E8}" dt="2026-04-11T05:18:18.963" v="7567" actId="20577"/>
          <ac:spMkLst>
            <pc:docMk/>
            <pc:sldMk cId="3612360270" sldId="302"/>
            <ac:spMk id="152" creationId="{C330D360-DBDE-208A-22F0-FE70691CB16B}"/>
          </ac:spMkLst>
        </pc:spChg>
        <pc:spChg chg="mod">
          <ac:chgData name="昕 许" userId="a2975fcd840abfc3" providerId="LiveId" clId="{49CCD4F9-177C-4270-9A14-60236FF377E8}" dt="2026-04-11T05:18:28.643" v="7587" actId="20577"/>
          <ac:spMkLst>
            <pc:docMk/>
            <pc:sldMk cId="3612360270" sldId="302"/>
            <ac:spMk id="155" creationId="{D078F7F2-450A-870B-81B6-BFF7963E5DDC}"/>
          </ac:spMkLst>
        </pc:spChg>
        <pc:spChg chg="mod">
          <ac:chgData name="昕 许" userId="a2975fcd840abfc3" providerId="LiveId" clId="{49CCD4F9-177C-4270-9A14-60236FF377E8}" dt="2026-04-11T05:18:28.643" v="7587" actId="20577"/>
          <ac:spMkLst>
            <pc:docMk/>
            <pc:sldMk cId="3612360270" sldId="302"/>
            <ac:spMk id="156" creationId="{C133AFDE-8945-DF46-6973-C34F532EC2C6}"/>
          </ac:spMkLst>
        </pc:spChg>
        <pc:spChg chg="mod">
          <ac:chgData name="昕 许" userId="a2975fcd840abfc3" providerId="LiveId" clId="{49CCD4F9-177C-4270-9A14-60236FF377E8}" dt="2026-04-11T05:18:28.643" v="7587" actId="20577"/>
          <ac:spMkLst>
            <pc:docMk/>
            <pc:sldMk cId="3612360270" sldId="302"/>
            <ac:spMk id="157" creationId="{BA0511CA-2B54-0834-998D-D49CF317226C}"/>
          </ac:spMkLst>
        </pc:spChg>
        <pc:spChg chg="mod">
          <ac:chgData name="昕 许" userId="a2975fcd840abfc3" providerId="LiveId" clId="{49CCD4F9-177C-4270-9A14-60236FF377E8}" dt="2026-04-11T05:18:28.643" v="7587" actId="20577"/>
          <ac:spMkLst>
            <pc:docMk/>
            <pc:sldMk cId="3612360270" sldId="302"/>
            <ac:spMk id="158" creationId="{3ABB2AB5-16ED-89EC-AA61-A487B7B59AA2}"/>
          </ac:spMkLst>
        </pc:spChg>
        <pc:spChg chg="mod">
          <ac:chgData name="昕 许" userId="a2975fcd840abfc3" providerId="LiveId" clId="{49CCD4F9-177C-4270-9A14-60236FF377E8}" dt="2026-04-11T05:18:28.643" v="7587" actId="20577"/>
          <ac:spMkLst>
            <pc:docMk/>
            <pc:sldMk cId="3612360270" sldId="302"/>
            <ac:spMk id="159" creationId="{0EF17AC4-8594-3F81-6766-44D5FF0BB378}"/>
          </ac:spMkLst>
        </pc:spChg>
        <pc:spChg chg="mod">
          <ac:chgData name="昕 许" userId="a2975fcd840abfc3" providerId="LiveId" clId="{49CCD4F9-177C-4270-9A14-60236FF377E8}" dt="2026-04-11T05:18:28.643" v="7587" actId="20577"/>
          <ac:spMkLst>
            <pc:docMk/>
            <pc:sldMk cId="3612360270" sldId="302"/>
            <ac:spMk id="160" creationId="{F9B1D608-4A46-5D18-30AD-EDD6338882E1}"/>
          </ac:spMkLst>
        </pc:spChg>
        <pc:spChg chg="mod">
          <ac:chgData name="昕 许" userId="a2975fcd840abfc3" providerId="LiveId" clId="{49CCD4F9-177C-4270-9A14-60236FF377E8}" dt="2026-04-11T05:18:23.141" v="7575" actId="20577"/>
          <ac:spMkLst>
            <pc:docMk/>
            <pc:sldMk cId="3612360270" sldId="302"/>
            <ac:spMk id="161" creationId="{B72D007A-7589-61FA-A78E-17B304B304A8}"/>
          </ac:spMkLst>
        </pc:spChg>
        <pc:spChg chg="mod">
          <ac:chgData name="昕 许" userId="a2975fcd840abfc3" providerId="LiveId" clId="{49CCD4F9-177C-4270-9A14-60236FF377E8}" dt="2026-04-11T05:18:28.643" v="7587" actId="20577"/>
          <ac:spMkLst>
            <pc:docMk/>
            <pc:sldMk cId="3612360270" sldId="302"/>
            <ac:spMk id="162" creationId="{0691C26D-F1B6-D968-07FD-6EEC94C7A375}"/>
          </ac:spMkLst>
        </pc:spChg>
        <pc:spChg chg="mod">
          <ac:chgData name="昕 许" userId="a2975fcd840abfc3" providerId="LiveId" clId="{49CCD4F9-177C-4270-9A14-60236FF377E8}" dt="2026-04-11T05:18:28.643" v="7587" actId="20577"/>
          <ac:spMkLst>
            <pc:docMk/>
            <pc:sldMk cId="3612360270" sldId="302"/>
            <ac:spMk id="163" creationId="{3305D631-9DD8-1D9E-B332-1FDEFB19BA66}"/>
          </ac:spMkLst>
        </pc:spChg>
        <pc:spChg chg="mod">
          <ac:chgData name="昕 许" userId="a2975fcd840abfc3" providerId="LiveId" clId="{49CCD4F9-177C-4270-9A14-60236FF377E8}" dt="2026-04-11T05:18:28.796" v="7588" actId="20577"/>
          <ac:spMkLst>
            <pc:docMk/>
            <pc:sldMk cId="3612360270" sldId="302"/>
            <ac:spMk id="164" creationId="{74D08996-290F-732C-49E6-AC82BA097375}"/>
          </ac:spMkLst>
        </pc:spChg>
        <pc:spChg chg="mod">
          <ac:chgData name="昕 许" userId="a2975fcd840abfc3" providerId="LiveId" clId="{49CCD4F9-177C-4270-9A14-60236FF377E8}" dt="2026-04-11T05:18:28.643" v="7587" actId="20577"/>
          <ac:spMkLst>
            <pc:docMk/>
            <pc:sldMk cId="3612360270" sldId="302"/>
            <ac:spMk id="165" creationId="{A108A017-8F44-AE8D-AABF-86B45BE62F82}"/>
          </ac:spMkLst>
        </pc:spChg>
        <pc:spChg chg="mod">
          <ac:chgData name="昕 许" userId="a2975fcd840abfc3" providerId="LiveId" clId="{49CCD4F9-177C-4270-9A14-60236FF377E8}" dt="2026-04-11T05:18:27.433" v="7585" actId="20577"/>
          <ac:spMkLst>
            <pc:docMk/>
            <pc:sldMk cId="3612360270" sldId="302"/>
            <ac:spMk id="167" creationId="{0A667B6A-3BF6-1C5C-E01E-5666A737C745}"/>
          </ac:spMkLst>
        </pc:spChg>
        <pc:spChg chg="mod">
          <ac:chgData name="昕 许" userId="a2975fcd840abfc3" providerId="LiveId" clId="{49CCD4F9-177C-4270-9A14-60236FF377E8}" dt="2026-04-11T05:18:27.433" v="7585" actId="20577"/>
          <ac:spMkLst>
            <pc:docMk/>
            <pc:sldMk cId="3612360270" sldId="302"/>
            <ac:spMk id="168" creationId="{951A950F-729A-F454-0378-6765AFABE8FD}"/>
          </ac:spMkLst>
        </pc:spChg>
        <pc:spChg chg="mod">
          <ac:chgData name="昕 许" userId="a2975fcd840abfc3" providerId="LiveId" clId="{49CCD4F9-177C-4270-9A14-60236FF377E8}" dt="2026-04-11T05:18:27.433" v="7585" actId="20577"/>
          <ac:spMkLst>
            <pc:docMk/>
            <pc:sldMk cId="3612360270" sldId="302"/>
            <ac:spMk id="169" creationId="{E8568B5F-B922-B79D-BDF2-9AA0630252A0}"/>
          </ac:spMkLst>
        </pc:spChg>
        <pc:spChg chg="mod">
          <ac:chgData name="昕 许" userId="a2975fcd840abfc3" providerId="LiveId" clId="{49CCD4F9-177C-4270-9A14-60236FF377E8}" dt="2026-04-11T05:18:27.433" v="7585" actId="20577"/>
          <ac:spMkLst>
            <pc:docMk/>
            <pc:sldMk cId="3612360270" sldId="302"/>
            <ac:spMk id="170" creationId="{A81318D7-7D2F-785A-2494-CE32D8319CDC}"/>
          </ac:spMkLst>
        </pc:spChg>
        <pc:spChg chg="mod">
          <ac:chgData name="昕 许" userId="a2975fcd840abfc3" providerId="LiveId" clId="{49CCD4F9-177C-4270-9A14-60236FF377E8}" dt="2026-04-11T05:18:27.433" v="7585" actId="20577"/>
          <ac:spMkLst>
            <pc:docMk/>
            <pc:sldMk cId="3612360270" sldId="302"/>
            <ac:spMk id="171" creationId="{E5B5A6A5-55CF-9776-035F-ACB80F832448}"/>
          </ac:spMkLst>
        </pc:spChg>
        <pc:spChg chg="mod">
          <ac:chgData name="昕 许" userId="a2975fcd840abfc3" providerId="LiveId" clId="{49CCD4F9-177C-4270-9A14-60236FF377E8}" dt="2026-04-11T05:18:27.433" v="7585" actId="20577"/>
          <ac:spMkLst>
            <pc:docMk/>
            <pc:sldMk cId="3612360270" sldId="302"/>
            <ac:spMk id="172" creationId="{E3E90E62-7431-E198-62F4-86F0651644C9}"/>
          </ac:spMkLst>
        </pc:spChg>
        <pc:spChg chg="mod">
          <ac:chgData name="昕 许" userId="a2975fcd840abfc3" providerId="LiveId" clId="{49CCD4F9-177C-4270-9A14-60236FF377E8}" dt="2026-04-11T05:18:27.433" v="7585" actId="20577"/>
          <ac:spMkLst>
            <pc:docMk/>
            <pc:sldMk cId="3612360270" sldId="302"/>
            <ac:spMk id="173" creationId="{E204C11D-5B3E-AB03-4416-6AA6952960BE}"/>
          </ac:spMkLst>
        </pc:spChg>
        <pc:spChg chg="mod">
          <ac:chgData name="昕 许" userId="a2975fcd840abfc3" providerId="LiveId" clId="{49CCD4F9-177C-4270-9A14-60236FF377E8}" dt="2026-04-11T05:18:27.433" v="7585" actId="20577"/>
          <ac:spMkLst>
            <pc:docMk/>
            <pc:sldMk cId="3612360270" sldId="302"/>
            <ac:spMk id="174" creationId="{75C996EC-AE9D-809D-88F1-4163A98852B2}"/>
          </ac:spMkLst>
        </pc:spChg>
        <pc:spChg chg="mod">
          <ac:chgData name="昕 许" userId="a2975fcd840abfc3" providerId="LiveId" clId="{49CCD4F9-177C-4270-9A14-60236FF377E8}" dt="2026-04-11T05:18:27.433" v="7585" actId="20577"/>
          <ac:spMkLst>
            <pc:docMk/>
            <pc:sldMk cId="3612360270" sldId="302"/>
            <ac:spMk id="175" creationId="{02A49F97-3A11-1953-434F-0B370B5BF6A7}"/>
          </ac:spMkLst>
        </pc:spChg>
        <pc:spChg chg="mod">
          <ac:chgData name="昕 许" userId="a2975fcd840abfc3" providerId="LiveId" clId="{49CCD4F9-177C-4270-9A14-60236FF377E8}" dt="2026-04-11T05:18:27.606" v="7586" actId="20577"/>
          <ac:spMkLst>
            <pc:docMk/>
            <pc:sldMk cId="3612360270" sldId="302"/>
            <ac:spMk id="176" creationId="{91811AD9-C90E-96C4-E147-C053B4E7AA5E}"/>
          </ac:spMkLst>
        </pc:spChg>
        <pc:spChg chg="mod">
          <ac:chgData name="昕 许" userId="a2975fcd840abfc3" providerId="LiveId" clId="{49CCD4F9-177C-4270-9A14-60236FF377E8}" dt="2026-04-11T05:18:27.433" v="7585" actId="20577"/>
          <ac:spMkLst>
            <pc:docMk/>
            <pc:sldMk cId="3612360270" sldId="302"/>
            <ac:spMk id="177" creationId="{36AB28C7-C596-B3D2-EFD5-89D5818DC41B}"/>
          </ac:spMkLst>
        </pc:spChg>
        <pc:grpChg chg="add mod">
          <ac:chgData name="昕 许" userId="a2975fcd840abfc3" providerId="LiveId" clId="{49CCD4F9-177C-4270-9A14-60236FF377E8}" dt="2026-04-11T06:52:55.214" v="7828" actId="1076"/>
          <ac:grpSpMkLst>
            <pc:docMk/>
            <pc:sldMk cId="3612360270" sldId="302"/>
            <ac:grpSpMk id="63" creationId="{87B38F63-408D-6A03-5F5C-7A929B405365}"/>
          </ac:grpSpMkLst>
        </pc:grpChg>
        <pc:grpChg chg="mod">
          <ac:chgData name="昕 许" userId="a2975fcd840abfc3" providerId="LiveId" clId="{49CCD4F9-177C-4270-9A14-60236FF377E8}" dt="2026-04-11T06:53:02.751" v="7831" actId="1076"/>
          <ac:grpSpMkLst>
            <pc:docMk/>
            <pc:sldMk cId="3612360270" sldId="302"/>
            <ac:grpSpMk id="153" creationId="{A034F1D9-B6E8-51CC-4211-9D8FDE312030}"/>
          </ac:grpSpMkLst>
        </pc:grpChg>
        <pc:grpChg chg="mod">
          <ac:chgData name="昕 许" userId="a2975fcd840abfc3" providerId="LiveId" clId="{49CCD4F9-177C-4270-9A14-60236FF377E8}" dt="2026-04-11T05:16:24.052" v="7518" actId="1076"/>
          <ac:grpSpMkLst>
            <pc:docMk/>
            <pc:sldMk cId="3612360270" sldId="302"/>
            <ac:grpSpMk id="154" creationId="{BFAC40DA-0294-69A7-3862-1AE5C5A0B31B}"/>
          </ac:grpSpMkLst>
        </pc:grpChg>
        <pc:grpChg chg="mod">
          <ac:chgData name="昕 许" userId="a2975fcd840abfc3" providerId="LiveId" clId="{49CCD4F9-177C-4270-9A14-60236FF377E8}" dt="2026-04-11T05:16:41.796" v="7527" actId="1076"/>
          <ac:grpSpMkLst>
            <pc:docMk/>
            <pc:sldMk cId="3612360270" sldId="302"/>
            <ac:grpSpMk id="166" creationId="{C30241F4-4525-C1A4-675C-BDDE0CF9D4FB}"/>
          </ac:grpSpMkLst>
        </pc:grpChg>
        <pc:picChg chg="add mod">
          <ac:chgData name="昕 许" userId="a2975fcd840abfc3" providerId="LiveId" clId="{49CCD4F9-177C-4270-9A14-60236FF377E8}" dt="2026-04-11T06:53:06.404" v="7832" actId="1076"/>
          <ac:picMkLst>
            <pc:docMk/>
            <pc:sldMk cId="3612360270" sldId="302"/>
            <ac:picMk id="2" creationId="{6A12FF5E-BDE7-726C-2A4B-E939E7F682EE}"/>
          </ac:picMkLst>
        </pc:picChg>
        <pc:picChg chg="add mod">
          <ac:chgData name="昕 许" userId="a2975fcd840abfc3" providerId="LiveId" clId="{49CCD4F9-177C-4270-9A14-60236FF377E8}" dt="2026-04-11T06:53:10.603" v="7834" actId="1076"/>
          <ac:picMkLst>
            <pc:docMk/>
            <pc:sldMk cId="3612360270" sldId="302"/>
            <ac:picMk id="4" creationId="{82405421-AFAB-7211-9738-8ECEC5732E4E}"/>
          </ac:picMkLst>
        </pc:picChg>
        <pc:cxnChg chg="add mod">
          <ac:chgData name="昕 许" userId="a2975fcd840abfc3" providerId="LiveId" clId="{49CCD4F9-177C-4270-9A14-60236FF377E8}" dt="2026-04-11T05:18:46.114" v="7613" actId="1076"/>
          <ac:cxnSpMkLst>
            <pc:docMk/>
            <pc:sldMk cId="3612360270" sldId="302"/>
            <ac:cxnSpMk id="180" creationId="{8D09593E-4593-1080-1C01-7CF53B57C2DE}"/>
          </ac:cxnSpMkLst>
        </pc:cxnChg>
        <pc:cxnChg chg="add mod">
          <ac:chgData name="昕 许" userId="a2975fcd840abfc3" providerId="LiveId" clId="{49CCD4F9-177C-4270-9A14-60236FF377E8}" dt="2026-04-11T05:18:49.817" v="7615" actId="1076"/>
          <ac:cxnSpMkLst>
            <pc:docMk/>
            <pc:sldMk cId="3612360270" sldId="302"/>
            <ac:cxnSpMk id="182" creationId="{86252D29-E4E1-4AA7-F0EF-CF81EC89ABE5}"/>
          </ac:cxnSpMkLst>
        </pc:cxnChg>
        <pc:cxnChg chg="add mod">
          <ac:chgData name="昕 许" userId="a2975fcd840abfc3" providerId="LiveId" clId="{49CCD4F9-177C-4270-9A14-60236FF377E8}" dt="2026-04-11T05:18:51.691" v="7617" actId="1076"/>
          <ac:cxnSpMkLst>
            <pc:docMk/>
            <pc:sldMk cId="3612360270" sldId="302"/>
            <ac:cxnSpMk id="183" creationId="{8E605379-26D3-79B5-6FD3-DEBE3AD80127}"/>
          </ac:cxnSpMkLst>
        </pc:cxnChg>
        <pc:cxnChg chg="add mod">
          <ac:chgData name="昕 许" userId="a2975fcd840abfc3" providerId="LiveId" clId="{49CCD4F9-177C-4270-9A14-60236FF377E8}" dt="2026-04-11T05:18:55.728" v="7620" actId="14100"/>
          <ac:cxnSpMkLst>
            <pc:docMk/>
            <pc:sldMk cId="3612360270" sldId="302"/>
            <ac:cxnSpMk id="184" creationId="{EDF7FB12-F603-51C8-7738-2D5DB67BB6AF}"/>
          </ac:cxnSpMkLst>
        </pc:cxnChg>
      </pc:sldChg>
      <pc:sldChg chg="modSp add mod modTransition">
        <pc:chgData name="昕 许" userId="a2975fcd840abfc3" providerId="LiveId" clId="{49CCD4F9-177C-4270-9A14-60236FF377E8}" dt="2026-04-11T05:50:39.402" v="7762"/>
        <pc:sldMkLst>
          <pc:docMk/>
          <pc:sldMk cId="1490308748" sldId="303"/>
        </pc:sldMkLst>
        <pc:spChg chg="mod">
          <ac:chgData name="昕 许" userId="a2975fcd840abfc3" providerId="LiveId" clId="{49CCD4F9-177C-4270-9A14-60236FF377E8}" dt="2026-04-11T05:40:38.988" v="7633" actId="1076"/>
          <ac:spMkLst>
            <pc:docMk/>
            <pc:sldMk cId="1490308748" sldId="303"/>
            <ac:spMk id="64" creationId="{36CD0D68-A96D-A709-FFCD-DA94E1D6A408}"/>
          </ac:spMkLst>
        </pc:spChg>
        <pc:spChg chg="mod">
          <ac:chgData name="昕 许" userId="a2975fcd840abfc3" providerId="LiveId" clId="{49CCD4F9-177C-4270-9A14-60236FF377E8}" dt="2026-04-11T05:21:00.528" v="7629" actId="208"/>
          <ac:spMkLst>
            <pc:docMk/>
            <pc:sldMk cId="1490308748" sldId="303"/>
            <ac:spMk id="143" creationId="{B849B87B-D209-598B-43F1-E48F73340ABE}"/>
          </ac:spMkLst>
        </pc:spChg>
        <pc:spChg chg="mod">
          <ac:chgData name="昕 许" userId="a2975fcd840abfc3" providerId="LiveId" clId="{49CCD4F9-177C-4270-9A14-60236FF377E8}" dt="2026-04-11T05:20:56.830" v="7628" actId="208"/>
          <ac:spMkLst>
            <pc:docMk/>
            <pc:sldMk cId="1490308748" sldId="303"/>
            <ac:spMk id="147" creationId="{24DAE06F-0E53-D2CA-E513-2065C68ACB37}"/>
          </ac:spMkLst>
        </pc:spChg>
        <pc:spChg chg="mod">
          <ac:chgData name="昕 许" userId="a2975fcd840abfc3" providerId="LiveId" clId="{49CCD4F9-177C-4270-9A14-60236FF377E8}" dt="2026-04-11T05:21:05.651" v="7630" actId="208"/>
          <ac:spMkLst>
            <pc:docMk/>
            <pc:sldMk cId="1490308748" sldId="303"/>
            <ac:spMk id="161" creationId="{AFECF4E5-BF45-EBDE-18DD-866D6A3202F9}"/>
          </ac:spMkLst>
        </pc:spChg>
        <pc:grpChg chg="mod">
          <ac:chgData name="昕 许" userId="a2975fcd840abfc3" providerId="LiveId" clId="{49CCD4F9-177C-4270-9A14-60236FF377E8}" dt="2026-04-11T05:40:38.988" v="7633" actId="1076"/>
          <ac:grpSpMkLst>
            <pc:docMk/>
            <pc:sldMk cId="1490308748" sldId="303"/>
            <ac:grpSpMk id="63" creationId="{8E619420-F380-E39E-7A5B-823D9A353E8D}"/>
          </ac:grpSpMkLst>
        </pc:grpChg>
      </pc:sldChg>
      <pc:sldChg chg="delSp modSp add mod modTransition">
        <pc:chgData name="昕 许" userId="a2975fcd840abfc3" providerId="LiveId" clId="{49CCD4F9-177C-4270-9A14-60236FF377E8}" dt="2026-04-11T05:50:39.402" v="7762"/>
        <pc:sldMkLst>
          <pc:docMk/>
          <pc:sldMk cId="967815063" sldId="304"/>
        </pc:sldMkLst>
        <pc:spChg chg="mod">
          <ac:chgData name="昕 许" userId="a2975fcd840abfc3" providerId="LiveId" clId="{49CCD4F9-177C-4270-9A14-60236FF377E8}" dt="2026-04-11T05:40:30.452" v="7632" actId="1076"/>
          <ac:spMkLst>
            <pc:docMk/>
            <pc:sldMk cId="967815063" sldId="304"/>
            <ac:spMk id="64" creationId="{7A88205F-32CA-6D18-E3D2-973A3935EB21}"/>
          </ac:spMkLst>
        </pc:spChg>
        <pc:grpChg chg="mod">
          <ac:chgData name="昕 许" userId="a2975fcd840abfc3" providerId="LiveId" clId="{49CCD4F9-177C-4270-9A14-60236FF377E8}" dt="2026-04-11T05:40:30.452" v="7632" actId="1076"/>
          <ac:grpSpMkLst>
            <pc:docMk/>
            <pc:sldMk cId="967815063" sldId="304"/>
            <ac:grpSpMk id="63" creationId="{C9560BF9-69F5-A73A-DEBF-7884A6DFFD1F}"/>
          </ac:grpSpMkLst>
        </pc:grpChg>
      </pc:sldChg>
      <pc:sldChg chg="addSp delSp modSp add mod modTransition">
        <pc:chgData name="昕 许" userId="a2975fcd840abfc3" providerId="LiveId" clId="{49CCD4F9-177C-4270-9A14-60236FF377E8}" dt="2026-04-11T05:50:39.402" v="7762"/>
        <pc:sldMkLst>
          <pc:docMk/>
          <pc:sldMk cId="3281353171" sldId="305"/>
        </pc:sldMkLst>
        <pc:spChg chg="mod">
          <ac:chgData name="昕 许" userId="a2975fcd840abfc3" providerId="LiveId" clId="{49CCD4F9-177C-4270-9A14-60236FF377E8}" dt="2026-04-11T05:41:05.092" v="7637" actId="208"/>
          <ac:spMkLst>
            <pc:docMk/>
            <pc:sldMk cId="3281353171" sldId="305"/>
            <ac:spMk id="133" creationId="{4BCE658E-FAD8-4598-FA1E-0C44CD363BD3}"/>
          </ac:spMkLst>
        </pc:spChg>
        <pc:spChg chg="add del">
          <ac:chgData name="昕 许" userId="a2975fcd840abfc3" providerId="LiveId" clId="{49CCD4F9-177C-4270-9A14-60236FF377E8}" dt="2026-04-11T05:40:54.246" v="7636" actId="478"/>
          <ac:spMkLst>
            <pc:docMk/>
            <pc:sldMk cId="3281353171" sldId="305"/>
            <ac:spMk id="134" creationId="{4E96DF97-AB07-57B3-4B46-D4524E285131}"/>
          </ac:spMkLst>
        </pc:spChg>
      </pc:sldChg>
      <pc:sldChg chg="modSp add mod modTransition">
        <pc:chgData name="昕 许" userId="a2975fcd840abfc3" providerId="LiveId" clId="{49CCD4F9-177C-4270-9A14-60236FF377E8}" dt="2026-04-11T05:51:37.645" v="7769" actId="1038"/>
        <pc:sldMkLst>
          <pc:docMk/>
          <pc:sldMk cId="30551864" sldId="306"/>
        </pc:sldMkLst>
        <pc:spChg chg="mod">
          <ac:chgData name="昕 许" userId="a2975fcd840abfc3" providerId="LiveId" clId="{49CCD4F9-177C-4270-9A14-60236FF377E8}" dt="2026-04-11T05:51:37.645" v="7769" actId="1038"/>
          <ac:spMkLst>
            <pc:docMk/>
            <pc:sldMk cId="30551864" sldId="306"/>
            <ac:spMk id="131" creationId="{2E8BB506-0440-DFDC-AF71-1B9A900B2E7C}"/>
          </ac:spMkLst>
        </pc:spChg>
        <pc:spChg chg="mod">
          <ac:chgData name="昕 许" userId="a2975fcd840abfc3" providerId="LiveId" clId="{49CCD4F9-177C-4270-9A14-60236FF377E8}" dt="2026-04-11T05:51:37.645" v="7769" actId="1038"/>
          <ac:spMkLst>
            <pc:docMk/>
            <pc:sldMk cId="30551864" sldId="306"/>
            <ac:spMk id="132" creationId="{1F3449AB-B477-1DF0-0B24-9A9A2A7F8A33}"/>
          </ac:spMkLst>
        </pc:spChg>
        <pc:spChg chg="mod">
          <ac:chgData name="昕 许" userId="a2975fcd840abfc3" providerId="LiveId" clId="{49CCD4F9-177C-4270-9A14-60236FF377E8}" dt="2026-04-11T05:51:37.645" v="7769" actId="1038"/>
          <ac:spMkLst>
            <pc:docMk/>
            <pc:sldMk cId="30551864" sldId="306"/>
            <ac:spMk id="133" creationId="{74C5BA06-3C59-A63E-00BC-966A3EED5C64}"/>
          </ac:spMkLst>
        </pc:spChg>
        <pc:spChg chg="mod">
          <ac:chgData name="昕 许" userId="a2975fcd840abfc3" providerId="LiveId" clId="{49CCD4F9-177C-4270-9A14-60236FF377E8}" dt="2026-04-11T05:51:37.645" v="7769" actId="1038"/>
          <ac:spMkLst>
            <pc:docMk/>
            <pc:sldMk cId="30551864" sldId="306"/>
            <ac:spMk id="134" creationId="{085370BA-6A22-A81B-A073-55246ECEB1C6}"/>
          </ac:spMkLst>
        </pc:spChg>
        <pc:spChg chg="mod">
          <ac:chgData name="昕 许" userId="a2975fcd840abfc3" providerId="LiveId" clId="{49CCD4F9-177C-4270-9A14-60236FF377E8}" dt="2026-04-11T05:51:37.645" v="7769" actId="1038"/>
          <ac:spMkLst>
            <pc:docMk/>
            <pc:sldMk cId="30551864" sldId="306"/>
            <ac:spMk id="135" creationId="{8FE2925E-7F8A-B43C-DE04-6311366B9364}"/>
          </ac:spMkLst>
        </pc:spChg>
        <pc:spChg chg="mod">
          <ac:chgData name="昕 许" userId="a2975fcd840abfc3" providerId="LiveId" clId="{49CCD4F9-177C-4270-9A14-60236FF377E8}" dt="2026-04-11T05:51:37.645" v="7769" actId="1038"/>
          <ac:spMkLst>
            <pc:docMk/>
            <pc:sldMk cId="30551864" sldId="306"/>
            <ac:spMk id="136" creationId="{83E1DCF9-9C0A-2108-F2DC-F4444AE5BB02}"/>
          </ac:spMkLst>
        </pc:spChg>
        <pc:spChg chg="mod">
          <ac:chgData name="昕 许" userId="a2975fcd840abfc3" providerId="LiveId" clId="{49CCD4F9-177C-4270-9A14-60236FF377E8}" dt="2026-04-11T05:51:37.645" v="7769" actId="1038"/>
          <ac:spMkLst>
            <pc:docMk/>
            <pc:sldMk cId="30551864" sldId="306"/>
            <ac:spMk id="137" creationId="{7AFD93E8-4678-B5F9-61AA-95734B55070A}"/>
          </ac:spMkLst>
        </pc:spChg>
        <pc:spChg chg="mod">
          <ac:chgData name="昕 许" userId="a2975fcd840abfc3" providerId="LiveId" clId="{49CCD4F9-177C-4270-9A14-60236FF377E8}" dt="2026-04-11T05:51:37.645" v="7769" actId="1038"/>
          <ac:spMkLst>
            <pc:docMk/>
            <pc:sldMk cId="30551864" sldId="306"/>
            <ac:spMk id="139" creationId="{2F144F5E-E07F-95BF-3BFD-A8D1CFD70CDC}"/>
          </ac:spMkLst>
        </pc:spChg>
        <pc:spChg chg="mod">
          <ac:chgData name="昕 许" userId="a2975fcd840abfc3" providerId="LiveId" clId="{49CCD4F9-177C-4270-9A14-60236FF377E8}" dt="2026-04-11T05:51:37.645" v="7769" actId="1038"/>
          <ac:spMkLst>
            <pc:docMk/>
            <pc:sldMk cId="30551864" sldId="306"/>
            <ac:spMk id="140" creationId="{730E7C62-5CE4-97F4-3F31-39A7B4D95FF7}"/>
          </ac:spMkLst>
        </pc:spChg>
        <pc:spChg chg="mod">
          <ac:chgData name="昕 许" userId="a2975fcd840abfc3" providerId="LiveId" clId="{49CCD4F9-177C-4270-9A14-60236FF377E8}" dt="2026-04-11T05:51:37.645" v="7769" actId="1038"/>
          <ac:spMkLst>
            <pc:docMk/>
            <pc:sldMk cId="30551864" sldId="306"/>
            <ac:spMk id="151" creationId="{D67C9DB7-20E4-EAEB-A4B0-6D96725D0784}"/>
          </ac:spMkLst>
        </pc:spChg>
      </pc:sldChg>
      <pc:sldChg chg="modSp add mod modTransition">
        <pc:chgData name="昕 许" userId="a2975fcd840abfc3" providerId="LiveId" clId="{49CCD4F9-177C-4270-9A14-60236FF377E8}" dt="2026-04-11T05:50:39.402" v="7762"/>
        <pc:sldMkLst>
          <pc:docMk/>
          <pc:sldMk cId="1805284913" sldId="307"/>
        </pc:sldMkLst>
        <pc:spChg chg="mod">
          <ac:chgData name="昕 许" userId="a2975fcd840abfc3" providerId="LiveId" clId="{49CCD4F9-177C-4270-9A14-60236FF377E8}" dt="2026-04-11T05:41:22.573" v="7642" actId="208"/>
          <ac:spMkLst>
            <pc:docMk/>
            <pc:sldMk cId="1805284913" sldId="307"/>
            <ac:spMk id="135" creationId="{B93FC982-DD2F-8C1B-2DCA-504C346D3136}"/>
          </ac:spMkLst>
        </pc:spChg>
        <pc:spChg chg="mod">
          <ac:chgData name="昕 许" userId="a2975fcd840abfc3" providerId="LiveId" clId="{49CCD4F9-177C-4270-9A14-60236FF377E8}" dt="2026-04-11T05:41:25.967" v="7643" actId="208"/>
          <ac:spMkLst>
            <pc:docMk/>
            <pc:sldMk cId="1805284913" sldId="307"/>
            <ac:spMk id="137" creationId="{DF9F868E-E7B5-6278-A0CE-8E060FC07038}"/>
          </ac:spMkLst>
        </pc:spChg>
      </pc:sldChg>
      <pc:sldChg chg="modSp add mod modTransition modAnim">
        <pc:chgData name="昕 许" userId="a2975fcd840abfc3" providerId="LiveId" clId="{49CCD4F9-177C-4270-9A14-60236FF377E8}" dt="2026-04-11T05:50:39.402" v="7762"/>
        <pc:sldMkLst>
          <pc:docMk/>
          <pc:sldMk cId="1469461075" sldId="308"/>
        </pc:sldMkLst>
        <pc:spChg chg="mod">
          <ac:chgData name="昕 许" userId="a2975fcd840abfc3" providerId="LiveId" clId="{49CCD4F9-177C-4270-9A14-60236FF377E8}" dt="2026-04-11T05:42:14.363" v="7650" actId="208"/>
          <ac:spMkLst>
            <pc:docMk/>
            <pc:sldMk cId="1469461075" sldId="308"/>
            <ac:spMk id="70" creationId="{39AE4561-3B75-930E-F6D3-ADB39421696C}"/>
          </ac:spMkLst>
        </pc:spChg>
        <pc:spChg chg="mod">
          <ac:chgData name="昕 许" userId="a2975fcd840abfc3" providerId="LiveId" clId="{49CCD4F9-177C-4270-9A14-60236FF377E8}" dt="2026-04-11T05:41:53.255" v="7648" actId="1076"/>
          <ac:spMkLst>
            <pc:docMk/>
            <pc:sldMk cId="1469461075" sldId="308"/>
            <ac:spMk id="125" creationId="{068B00D7-CBC7-E37B-6B89-8E97FD4F4E83}"/>
          </ac:spMkLst>
        </pc:spChg>
        <pc:spChg chg="mod">
          <ac:chgData name="昕 许" userId="a2975fcd840abfc3" providerId="LiveId" clId="{49CCD4F9-177C-4270-9A14-60236FF377E8}" dt="2026-04-11T05:41:31.857" v="7645" actId="208"/>
          <ac:spMkLst>
            <pc:docMk/>
            <pc:sldMk cId="1469461075" sldId="308"/>
            <ac:spMk id="137" creationId="{FC7382CB-F1A7-033D-9B78-FBB70E344942}"/>
          </ac:spMkLst>
        </pc:spChg>
        <pc:spChg chg="mod">
          <ac:chgData name="昕 许" userId="a2975fcd840abfc3" providerId="LiveId" clId="{49CCD4F9-177C-4270-9A14-60236FF377E8}" dt="2026-04-11T05:41:34.896" v="7646" actId="208"/>
          <ac:spMkLst>
            <pc:docMk/>
            <pc:sldMk cId="1469461075" sldId="308"/>
            <ac:spMk id="139" creationId="{C27EC6B0-BA71-4FB4-CD09-270DD9D18569}"/>
          </ac:spMkLst>
        </pc:spChg>
      </pc:sldChg>
      <pc:sldChg chg="modSp add modTransition modAnim">
        <pc:chgData name="昕 许" userId="a2975fcd840abfc3" providerId="LiveId" clId="{49CCD4F9-177C-4270-9A14-60236FF377E8}" dt="2026-04-11T05:50:39.402" v="7762"/>
        <pc:sldMkLst>
          <pc:docMk/>
          <pc:sldMk cId="1782497669" sldId="309"/>
        </pc:sldMkLst>
        <pc:spChg chg="mod">
          <ac:chgData name="昕 许" userId="a2975fcd840abfc3" providerId="LiveId" clId="{49CCD4F9-177C-4270-9A14-60236FF377E8}" dt="2026-04-11T05:42:38.682" v="7655" actId="20577"/>
          <ac:spMkLst>
            <pc:docMk/>
            <pc:sldMk cId="1782497669" sldId="309"/>
            <ac:spMk id="140" creationId="{BA1D19D7-53C7-BD30-E325-7053D632477F}"/>
          </ac:spMkLst>
        </pc:spChg>
      </pc:sldChg>
      <pc:sldChg chg="delSp modSp add mod modTransition modAnim">
        <pc:chgData name="昕 许" userId="a2975fcd840abfc3" providerId="LiveId" clId="{49CCD4F9-177C-4270-9A14-60236FF377E8}" dt="2026-04-11T05:51:46.884" v="7770" actId="165"/>
        <pc:sldMkLst>
          <pc:docMk/>
          <pc:sldMk cId="3864834728" sldId="310"/>
        </pc:sldMkLst>
        <pc:spChg chg="mod">
          <ac:chgData name="昕 许" userId="a2975fcd840abfc3" providerId="LiveId" clId="{49CCD4F9-177C-4270-9A14-60236FF377E8}" dt="2026-04-11T05:42:54.571" v="7657" actId="208"/>
          <ac:spMkLst>
            <pc:docMk/>
            <pc:sldMk cId="3864834728" sldId="310"/>
            <ac:spMk id="139" creationId="{98AFC0D3-9C15-1D7C-0E76-65609F91DCA8}"/>
          </ac:spMkLst>
        </pc:spChg>
        <pc:spChg chg="mod topLvl">
          <ac:chgData name="昕 许" userId="a2975fcd840abfc3" providerId="LiveId" clId="{49CCD4F9-177C-4270-9A14-60236FF377E8}" dt="2026-04-11T05:51:46.884" v="7770" actId="165"/>
          <ac:spMkLst>
            <pc:docMk/>
            <pc:sldMk cId="3864834728" sldId="310"/>
            <ac:spMk id="141" creationId="{3DB3E1BC-F5A1-B48D-A366-D6964BB143B0}"/>
          </ac:spMkLst>
        </pc:spChg>
        <pc:spChg chg="mod topLvl">
          <ac:chgData name="昕 许" userId="a2975fcd840abfc3" providerId="LiveId" clId="{49CCD4F9-177C-4270-9A14-60236FF377E8}" dt="2026-04-11T05:51:46.884" v="7770" actId="165"/>
          <ac:spMkLst>
            <pc:docMk/>
            <pc:sldMk cId="3864834728" sldId="310"/>
            <ac:spMk id="142" creationId="{6D89D005-3565-F02E-2112-CC385A425514}"/>
          </ac:spMkLst>
        </pc:spChg>
        <pc:spChg chg="mod topLvl">
          <ac:chgData name="昕 许" userId="a2975fcd840abfc3" providerId="LiveId" clId="{49CCD4F9-177C-4270-9A14-60236FF377E8}" dt="2026-04-11T05:51:46.884" v="7770" actId="165"/>
          <ac:spMkLst>
            <pc:docMk/>
            <pc:sldMk cId="3864834728" sldId="310"/>
            <ac:spMk id="143" creationId="{416710FA-57CD-AFA0-AE2C-63F6D2B68059}"/>
          </ac:spMkLst>
        </pc:spChg>
        <pc:spChg chg="mod topLvl">
          <ac:chgData name="昕 许" userId="a2975fcd840abfc3" providerId="LiveId" clId="{49CCD4F9-177C-4270-9A14-60236FF377E8}" dt="2026-04-11T05:51:46.884" v="7770" actId="165"/>
          <ac:spMkLst>
            <pc:docMk/>
            <pc:sldMk cId="3864834728" sldId="310"/>
            <ac:spMk id="144" creationId="{80FB46BB-9874-02B3-55E9-D8ECB699D347}"/>
          </ac:spMkLst>
        </pc:spChg>
        <pc:spChg chg="mod topLvl">
          <ac:chgData name="昕 许" userId="a2975fcd840abfc3" providerId="LiveId" clId="{49CCD4F9-177C-4270-9A14-60236FF377E8}" dt="2026-04-11T05:51:46.884" v="7770" actId="165"/>
          <ac:spMkLst>
            <pc:docMk/>
            <pc:sldMk cId="3864834728" sldId="310"/>
            <ac:spMk id="145" creationId="{157F63DF-DB78-FEE7-2A48-EA1B596F2F2B}"/>
          </ac:spMkLst>
        </pc:spChg>
        <pc:spChg chg="mod topLvl">
          <ac:chgData name="昕 许" userId="a2975fcd840abfc3" providerId="LiveId" clId="{49CCD4F9-177C-4270-9A14-60236FF377E8}" dt="2026-04-11T05:51:46.884" v="7770" actId="165"/>
          <ac:spMkLst>
            <pc:docMk/>
            <pc:sldMk cId="3864834728" sldId="310"/>
            <ac:spMk id="147" creationId="{B6C0A0B4-4E29-4CDC-318D-BD5F2F24F98F}"/>
          </ac:spMkLst>
        </pc:spChg>
        <pc:spChg chg="mod topLvl">
          <ac:chgData name="昕 许" userId="a2975fcd840abfc3" providerId="LiveId" clId="{49CCD4F9-177C-4270-9A14-60236FF377E8}" dt="2026-04-11T05:51:46.884" v="7770" actId="165"/>
          <ac:spMkLst>
            <pc:docMk/>
            <pc:sldMk cId="3864834728" sldId="310"/>
            <ac:spMk id="148" creationId="{79E30908-818D-2693-30A4-5885449BEC97}"/>
          </ac:spMkLst>
        </pc:spChg>
        <pc:spChg chg="mod topLvl">
          <ac:chgData name="昕 许" userId="a2975fcd840abfc3" providerId="LiveId" clId="{49CCD4F9-177C-4270-9A14-60236FF377E8}" dt="2026-04-11T05:51:46.884" v="7770" actId="165"/>
          <ac:spMkLst>
            <pc:docMk/>
            <pc:sldMk cId="3864834728" sldId="310"/>
            <ac:spMk id="149" creationId="{85D9B579-CB8A-D84F-5B42-5BC66A525318}"/>
          </ac:spMkLst>
        </pc:spChg>
        <pc:spChg chg="mod topLvl">
          <ac:chgData name="昕 许" userId="a2975fcd840abfc3" providerId="LiveId" clId="{49CCD4F9-177C-4270-9A14-60236FF377E8}" dt="2026-04-11T05:51:46.884" v="7770" actId="165"/>
          <ac:spMkLst>
            <pc:docMk/>
            <pc:sldMk cId="3864834728" sldId="310"/>
            <ac:spMk id="150" creationId="{FED85AF9-9068-D598-7908-66820F9BE243}"/>
          </ac:spMkLst>
        </pc:spChg>
        <pc:spChg chg="mod topLvl">
          <ac:chgData name="昕 许" userId="a2975fcd840abfc3" providerId="LiveId" clId="{49CCD4F9-177C-4270-9A14-60236FF377E8}" dt="2026-04-11T05:51:46.884" v="7770" actId="165"/>
          <ac:spMkLst>
            <pc:docMk/>
            <pc:sldMk cId="3864834728" sldId="310"/>
            <ac:spMk id="152" creationId="{ED95F2A9-261A-155A-091F-2B8BFB14C302}"/>
          </ac:spMkLst>
        </pc:spChg>
      </pc:sldChg>
      <pc:sldChg chg="delSp modSp add mod modTransition modAnim">
        <pc:chgData name="昕 许" userId="a2975fcd840abfc3" providerId="LiveId" clId="{49CCD4F9-177C-4270-9A14-60236FF377E8}" dt="2026-04-11T05:51:51.292" v="7771" actId="165"/>
        <pc:sldMkLst>
          <pc:docMk/>
          <pc:sldMk cId="3144297070" sldId="311"/>
        </pc:sldMkLst>
        <pc:spChg chg="mod topLvl">
          <ac:chgData name="昕 许" userId="a2975fcd840abfc3" providerId="LiveId" clId="{49CCD4F9-177C-4270-9A14-60236FF377E8}" dt="2026-04-11T05:51:51.292" v="7771" actId="165"/>
          <ac:spMkLst>
            <pc:docMk/>
            <pc:sldMk cId="3144297070" sldId="311"/>
            <ac:spMk id="141" creationId="{B546742C-85AA-56E7-958F-94BE5A2EA184}"/>
          </ac:spMkLst>
        </pc:spChg>
        <pc:spChg chg="mod topLvl">
          <ac:chgData name="昕 许" userId="a2975fcd840abfc3" providerId="LiveId" clId="{49CCD4F9-177C-4270-9A14-60236FF377E8}" dt="2026-04-11T05:51:51.292" v="7771" actId="165"/>
          <ac:spMkLst>
            <pc:docMk/>
            <pc:sldMk cId="3144297070" sldId="311"/>
            <ac:spMk id="142" creationId="{3D4D604D-00CE-4EC3-BE0B-DDD2881D36B6}"/>
          </ac:spMkLst>
        </pc:spChg>
        <pc:spChg chg="mod topLvl">
          <ac:chgData name="昕 许" userId="a2975fcd840abfc3" providerId="LiveId" clId="{49CCD4F9-177C-4270-9A14-60236FF377E8}" dt="2026-04-11T05:51:51.292" v="7771" actId="165"/>
          <ac:spMkLst>
            <pc:docMk/>
            <pc:sldMk cId="3144297070" sldId="311"/>
            <ac:spMk id="143" creationId="{FA9E8783-DFDC-ED85-C1A2-BB8EB00789D0}"/>
          </ac:spMkLst>
        </pc:spChg>
        <pc:spChg chg="mod topLvl">
          <ac:chgData name="昕 许" userId="a2975fcd840abfc3" providerId="LiveId" clId="{49CCD4F9-177C-4270-9A14-60236FF377E8}" dt="2026-04-11T05:51:51.292" v="7771" actId="165"/>
          <ac:spMkLst>
            <pc:docMk/>
            <pc:sldMk cId="3144297070" sldId="311"/>
            <ac:spMk id="144" creationId="{98181161-1CD2-C80B-5B38-C14215D614C8}"/>
          </ac:spMkLst>
        </pc:spChg>
        <pc:spChg chg="mod topLvl">
          <ac:chgData name="昕 许" userId="a2975fcd840abfc3" providerId="LiveId" clId="{49CCD4F9-177C-4270-9A14-60236FF377E8}" dt="2026-04-11T05:51:51.292" v="7771" actId="165"/>
          <ac:spMkLst>
            <pc:docMk/>
            <pc:sldMk cId="3144297070" sldId="311"/>
            <ac:spMk id="145" creationId="{F0100D31-9FE4-FCA1-621D-F0E1D1039034}"/>
          </ac:spMkLst>
        </pc:spChg>
        <pc:spChg chg="mod topLvl">
          <ac:chgData name="昕 许" userId="a2975fcd840abfc3" providerId="LiveId" clId="{49CCD4F9-177C-4270-9A14-60236FF377E8}" dt="2026-04-11T05:51:51.292" v="7771" actId="165"/>
          <ac:spMkLst>
            <pc:docMk/>
            <pc:sldMk cId="3144297070" sldId="311"/>
            <ac:spMk id="146" creationId="{C676776C-3126-B78A-497D-9F8B6B09B1CF}"/>
          </ac:spMkLst>
        </pc:spChg>
        <pc:spChg chg="mod topLvl">
          <ac:chgData name="昕 许" userId="a2975fcd840abfc3" providerId="LiveId" clId="{49CCD4F9-177C-4270-9A14-60236FF377E8}" dt="2026-04-11T05:51:51.292" v="7771" actId="165"/>
          <ac:spMkLst>
            <pc:docMk/>
            <pc:sldMk cId="3144297070" sldId="311"/>
            <ac:spMk id="147" creationId="{6A659080-940D-AAB4-60FB-463082B7B9AB}"/>
          </ac:spMkLst>
        </pc:spChg>
        <pc:spChg chg="mod topLvl">
          <ac:chgData name="昕 许" userId="a2975fcd840abfc3" providerId="LiveId" clId="{49CCD4F9-177C-4270-9A14-60236FF377E8}" dt="2026-04-11T05:51:51.292" v="7771" actId="165"/>
          <ac:spMkLst>
            <pc:docMk/>
            <pc:sldMk cId="3144297070" sldId="311"/>
            <ac:spMk id="148" creationId="{D21AE6C7-73AB-A5A0-1DF3-6455D6246354}"/>
          </ac:spMkLst>
        </pc:spChg>
        <pc:spChg chg="mod topLvl">
          <ac:chgData name="昕 许" userId="a2975fcd840abfc3" providerId="LiveId" clId="{49CCD4F9-177C-4270-9A14-60236FF377E8}" dt="2026-04-11T05:51:51.292" v="7771" actId="165"/>
          <ac:spMkLst>
            <pc:docMk/>
            <pc:sldMk cId="3144297070" sldId="311"/>
            <ac:spMk id="150" creationId="{0E2E29B4-7423-B971-44CC-555A89A650B3}"/>
          </ac:spMkLst>
        </pc:spChg>
        <pc:spChg chg="mod topLvl">
          <ac:chgData name="昕 许" userId="a2975fcd840abfc3" providerId="LiveId" clId="{49CCD4F9-177C-4270-9A14-60236FF377E8}" dt="2026-04-11T05:51:51.292" v="7771" actId="165"/>
          <ac:spMkLst>
            <pc:docMk/>
            <pc:sldMk cId="3144297070" sldId="311"/>
            <ac:spMk id="152" creationId="{627D3C30-32B3-6030-3A85-3F77ABDF5BD1}"/>
          </ac:spMkLst>
        </pc:spChg>
      </pc:sldChg>
      <pc:sldChg chg="delSp modSp add mod modTransition modAnim">
        <pc:chgData name="昕 许" userId="a2975fcd840abfc3" providerId="LiveId" clId="{49CCD4F9-177C-4270-9A14-60236FF377E8}" dt="2026-04-11T05:51:55.416" v="7772" actId="165"/>
        <pc:sldMkLst>
          <pc:docMk/>
          <pc:sldMk cId="3314390240" sldId="312"/>
        </pc:sldMkLst>
        <pc:spChg chg="mod topLvl">
          <ac:chgData name="昕 许" userId="a2975fcd840abfc3" providerId="LiveId" clId="{49CCD4F9-177C-4270-9A14-60236FF377E8}" dt="2026-04-11T05:51:55.416" v="7772" actId="165"/>
          <ac:spMkLst>
            <pc:docMk/>
            <pc:sldMk cId="3314390240" sldId="312"/>
            <ac:spMk id="141" creationId="{520973E2-559D-8660-30CE-FE98991CF485}"/>
          </ac:spMkLst>
        </pc:spChg>
        <pc:spChg chg="mod topLvl">
          <ac:chgData name="昕 许" userId="a2975fcd840abfc3" providerId="LiveId" clId="{49CCD4F9-177C-4270-9A14-60236FF377E8}" dt="2026-04-11T05:51:55.416" v="7772" actId="165"/>
          <ac:spMkLst>
            <pc:docMk/>
            <pc:sldMk cId="3314390240" sldId="312"/>
            <ac:spMk id="142" creationId="{39713701-CBF5-4280-1C47-EE18AED0A410}"/>
          </ac:spMkLst>
        </pc:spChg>
        <pc:spChg chg="mod topLvl">
          <ac:chgData name="昕 许" userId="a2975fcd840abfc3" providerId="LiveId" clId="{49CCD4F9-177C-4270-9A14-60236FF377E8}" dt="2026-04-11T05:51:55.416" v="7772" actId="165"/>
          <ac:spMkLst>
            <pc:docMk/>
            <pc:sldMk cId="3314390240" sldId="312"/>
            <ac:spMk id="143" creationId="{C465FD82-705C-483F-FE35-73FA526F9D42}"/>
          </ac:spMkLst>
        </pc:spChg>
        <pc:spChg chg="mod topLvl">
          <ac:chgData name="昕 许" userId="a2975fcd840abfc3" providerId="LiveId" clId="{49CCD4F9-177C-4270-9A14-60236FF377E8}" dt="2026-04-11T05:51:55.416" v="7772" actId="165"/>
          <ac:spMkLst>
            <pc:docMk/>
            <pc:sldMk cId="3314390240" sldId="312"/>
            <ac:spMk id="144" creationId="{3810CA36-6AF2-47B9-22A1-D82FF3666D5C}"/>
          </ac:spMkLst>
        </pc:spChg>
        <pc:spChg chg="mod topLvl">
          <ac:chgData name="昕 许" userId="a2975fcd840abfc3" providerId="LiveId" clId="{49CCD4F9-177C-4270-9A14-60236FF377E8}" dt="2026-04-11T05:51:55.416" v="7772" actId="165"/>
          <ac:spMkLst>
            <pc:docMk/>
            <pc:sldMk cId="3314390240" sldId="312"/>
            <ac:spMk id="145" creationId="{D844E8F7-83AD-3BF4-0D03-FE0FD6BC6E06}"/>
          </ac:spMkLst>
        </pc:spChg>
        <pc:spChg chg="mod topLvl">
          <ac:chgData name="昕 许" userId="a2975fcd840abfc3" providerId="LiveId" clId="{49CCD4F9-177C-4270-9A14-60236FF377E8}" dt="2026-04-11T05:51:55.416" v="7772" actId="165"/>
          <ac:spMkLst>
            <pc:docMk/>
            <pc:sldMk cId="3314390240" sldId="312"/>
            <ac:spMk id="146" creationId="{DE242939-5D36-CEA6-89CF-0E180C5CD915}"/>
          </ac:spMkLst>
        </pc:spChg>
        <pc:spChg chg="mod topLvl">
          <ac:chgData name="昕 许" userId="a2975fcd840abfc3" providerId="LiveId" clId="{49CCD4F9-177C-4270-9A14-60236FF377E8}" dt="2026-04-11T05:51:55.416" v="7772" actId="165"/>
          <ac:spMkLst>
            <pc:docMk/>
            <pc:sldMk cId="3314390240" sldId="312"/>
            <ac:spMk id="147" creationId="{36A3F358-0D66-6C8E-8792-1650F9B77FB6}"/>
          </ac:spMkLst>
        </pc:spChg>
        <pc:spChg chg="mod topLvl">
          <ac:chgData name="昕 许" userId="a2975fcd840abfc3" providerId="LiveId" clId="{49CCD4F9-177C-4270-9A14-60236FF377E8}" dt="2026-04-11T05:51:55.416" v="7772" actId="165"/>
          <ac:spMkLst>
            <pc:docMk/>
            <pc:sldMk cId="3314390240" sldId="312"/>
            <ac:spMk id="148" creationId="{A680BDD6-239E-93E6-8D4B-34E01FEF263A}"/>
          </ac:spMkLst>
        </pc:spChg>
        <pc:spChg chg="mod topLvl">
          <ac:chgData name="昕 许" userId="a2975fcd840abfc3" providerId="LiveId" clId="{49CCD4F9-177C-4270-9A14-60236FF377E8}" dt="2026-04-11T05:51:55.416" v="7772" actId="165"/>
          <ac:spMkLst>
            <pc:docMk/>
            <pc:sldMk cId="3314390240" sldId="312"/>
            <ac:spMk id="150" creationId="{F1A90E34-40BA-637C-998B-ECB50ED35078}"/>
          </ac:spMkLst>
        </pc:spChg>
        <pc:spChg chg="mod topLvl">
          <ac:chgData name="昕 许" userId="a2975fcd840abfc3" providerId="LiveId" clId="{49CCD4F9-177C-4270-9A14-60236FF377E8}" dt="2026-04-11T05:51:55.416" v="7772" actId="165"/>
          <ac:spMkLst>
            <pc:docMk/>
            <pc:sldMk cId="3314390240" sldId="312"/>
            <ac:spMk id="152" creationId="{EDB4DC90-AF6F-93EA-6D37-15DECBDCF5CA}"/>
          </ac:spMkLst>
        </pc:spChg>
      </pc:sldChg>
      <pc:sldChg chg="delSp modSp add modTransition modAnim">
        <pc:chgData name="昕 许" userId="a2975fcd840abfc3" providerId="LiveId" clId="{49CCD4F9-177C-4270-9A14-60236FF377E8}" dt="2026-04-11T05:51:57.819" v="7773" actId="165"/>
        <pc:sldMkLst>
          <pc:docMk/>
          <pc:sldMk cId="243608985" sldId="313"/>
        </pc:sldMkLst>
        <pc:spChg chg="mod topLvl">
          <ac:chgData name="昕 许" userId="a2975fcd840abfc3" providerId="LiveId" clId="{49CCD4F9-177C-4270-9A14-60236FF377E8}" dt="2026-04-11T05:51:57.819" v="7773" actId="165"/>
          <ac:spMkLst>
            <pc:docMk/>
            <pc:sldMk cId="243608985" sldId="313"/>
            <ac:spMk id="141" creationId="{289BDA81-50F5-CD86-7B6B-13BBD9C69F61}"/>
          </ac:spMkLst>
        </pc:spChg>
        <pc:spChg chg="mod topLvl">
          <ac:chgData name="昕 许" userId="a2975fcd840abfc3" providerId="LiveId" clId="{49CCD4F9-177C-4270-9A14-60236FF377E8}" dt="2026-04-11T05:51:57.819" v="7773" actId="165"/>
          <ac:spMkLst>
            <pc:docMk/>
            <pc:sldMk cId="243608985" sldId="313"/>
            <ac:spMk id="143" creationId="{06079E93-565E-C8C5-70E9-678596240FA5}"/>
          </ac:spMkLst>
        </pc:spChg>
        <pc:spChg chg="mod topLvl">
          <ac:chgData name="昕 许" userId="a2975fcd840abfc3" providerId="LiveId" clId="{49CCD4F9-177C-4270-9A14-60236FF377E8}" dt="2026-04-11T05:51:57.819" v="7773" actId="165"/>
          <ac:spMkLst>
            <pc:docMk/>
            <pc:sldMk cId="243608985" sldId="313"/>
            <ac:spMk id="144" creationId="{F261FF53-C6CF-CF6D-131C-0489E9F2D2D6}"/>
          </ac:spMkLst>
        </pc:spChg>
        <pc:spChg chg="mod topLvl">
          <ac:chgData name="昕 许" userId="a2975fcd840abfc3" providerId="LiveId" clId="{49CCD4F9-177C-4270-9A14-60236FF377E8}" dt="2026-04-11T05:51:57.819" v="7773" actId="165"/>
          <ac:spMkLst>
            <pc:docMk/>
            <pc:sldMk cId="243608985" sldId="313"/>
            <ac:spMk id="145" creationId="{0EBD0DA7-40EA-1BF3-F565-D57B6007747F}"/>
          </ac:spMkLst>
        </pc:spChg>
        <pc:spChg chg="mod topLvl">
          <ac:chgData name="昕 许" userId="a2975fcd840abfc3" providerId="LiveId" clId="{49CCD4F9-177C-4270-9A14-60236FF377E8}" dt="2026-04-11T05:51:57.819" v="7773" actId="165"/>
          <ac:spMkLst>
            <pc:docMk/>
            <pc:sldMk cId="243608985" sldId="313"/>
            <ac:spMk id="146" creationId="{EDC42E73-D837-9604-6D1B-BB70E921DC89}"/>
          </ac:spMkLst>
        </pc:spChg>
        <pc:spChg chg="mod topLvl">
          <ac:chgData name="昕 许" userId="a2975fcd840abfc3" providerId="LiveId" clId="{49CCD4F9-177C-4270-9A14-60236FF377E8}" dt="2026-04-11T05:51:57.819" v="7773" actId="165"/>
          <ac:spMkLst>
            <pc:docMk/>
            <pc:sldMk cId="243608985" sldId="313"/>
            <ac:spMk id="147" creationId="{F71C6F26-F1FF-CF5D-C0B7-4527F02DBE0B}"/>
          </ac:spMkLst>
        </pc:spChg>
        <pc:spChg chg="mod topLvl">
          <ac:chgData name="昕 许" userId="a2975fcd840abfc3" providerId="LiveId" clId="{49CCD4F9-177C-4270-9A14-60236FF377E8}" dt="2026-04-11T05:51:57.819" v="7773" actId="165"/>
          <ac:spMkLst>
            <pc:docMk/>
            <pc:sldMk cId="243608985" sldId="313"/>
            <ac:spMk id="148" creationId="{553F92F2-B201-423E-A9EF-F3A59301CF0B}"/>
          </ac:spMkLst>
        </pc:spChg>
        <pc:spChg chg="mod topLvl">
          <ac:chgData name="昕 许" userId="a2975fcd840abfc3" providerId="LiveId" clId="{49CCD4F9-177C-4270-9A14-60236FF377E8}" dt="2026-04-11T05:51:57.819" v="7773" actId="165"/>
          <ac:spMkLst>
            <pc:docMk/>
            <pc:sldMk cId="243608985" sldId="313"/>
            <ac:spMk id="149" creationId="{4BBB1632-5BAD-8B8E-00D5-4C541802ADC6}"/>
          </ac:spMkLst>
        </pc:spChg>
        <pc:spChg chg="mod topLvl">
          <ac:chgData name="昕 许" userId="a2975fcd840abfc3" providerId="LiveId" clId="{49CCD4F9-177C-4270-9A14-60236FF377E8}" dt="2026-04-11T05:51:57.819" v="7773" actId="165"/>
          <ac:spMkLst>
            <pc:docMk/>
            <pc:sldMk cId="243608985" sldId="313"/>
            <ac:spMk id="150" creationId="{F26D02BE-1B6E-7DA4-9164-187CE2349AA1}"/>
          </ac:spMkLst>
        </pc:spChg>
        <pc:spChg chg="mod topLvl">
          <ac:chgData name="昕 许" userId="a2975fcd840abfc3" providerId="LiveId" clId="{49CCD4F9-177C-4270-9A14-60236FF377E8}" dt="2026-04-11T05:51:57.819" v="7773" actId="165"/>
          <ac:spMkLst>
            <pc:docMk/>
            <pc:sldMk cId="243608985" sldId="313"/>
            <ac:spMk id="152" creationId="{135913C4-1E5D-F766-EFE9-2DA0EC5E983E}"/>
          </ac:spMkLst>
        </pc:spChg>
      </pc:sldChg>
      <pc:sldChg chg="delSp modSp add mod modTransition modAnim">
        <pc:chgData name="昕 许" userId="a2975fcd840abfc3" providerId="LiveId" clId="{49CCD4F9-177C-4270-9A14-60236FF377E8}" dt="2026-04-11T05:54:32.552" v="7799" actId="165"/>
        <pc:sldMkLst>
          <pc:docMk/>
          <pc:sldMk cId="4107726116" sldId="314"/>
        </pc:sldMkLst>
        <pc:spChg chg="mod topLvl">
          <ac:chgData name="昕 许" userId="a2975fcd840abfc3" providerId="LiveId" clId="{49CCD4F9-177C-4270-9A14-60236FF377E8}" dt="2026-04-11T05:52:01.589" v="7774" actId="165"/>
          <ac:spMkLst>
            <pc:docMk/>
            <pc:sldMk cId="4107726116" sldId="314"/>
            <ac:spMk id="141" creationId="{28C226BD-5B3A-164D-FA94-05ED950AAEC0}"/>
          </ac:spMkLst>
        </pc:spChg>
        <pc:spChg chg="mod topLvl">
          <ac:chgData name="昕 许" userId="a2975fcd840abfc3" providerId="LiveId" clId="{49CCD4F9-177C-4270-9A14-60236FF377E8}" dt="2026-04-11T05:52:01.589" v="7774" actId="165"/>
          <ac:spMkLst>
            <pc:docMk/>
            <pc:sldMk cId="4107726116" sldId="314"/>
            <ac:spMk id="142" creationId="{E1F49C86-ED70-EEA8-0400-77FCA5C3EA85}"/>
          </ac:spMkLst>
        </pc:spChg>
        <pc:spChg chg="mod topLvl">
          <ac:chgData name="昕 许" userId="a2975fcd840abfc3" providerId="LiveId" clId="{49CCD4F9-177C-4270-9A14-60236FF377E8}" dt="2026-04-11T05:52:01.589" v="7774" actId="165"/>
          <ac:spMkLst>
            <pc:docMk/>
            <pc:sldMk cId="4107726116" sldId="314"/>
            <ac:spMk id="143" creationId="{45563A1F-0B98-A00F-1838-B79426C70F3F}"/>
          </ac:spMkLst>
        </pc:spChg>
        <pc:spChg chg="mod topLvl">
          <ac:chgData name="昕 许" userId="a2975fcd840abfc3" providerId="LiveId" clId="{49CCD4F9-177C-4270-9A14-60236FF377E8}" dt="2026-04-11T05:52:01.589" v="7774" actId="165"/>
          <ac:spMkLst>
            <pc:docMk/>
            <pc:sldMk cId="4107726116" sldId="314"/>
            <ac:spMk id="144" creationId="{01AF509E-98F1-7162-6FF9-1A0FE16F16FF}"/>
          </ac:spMkLst>
        </pc:spChg>
        <pc:spChg chg="mod topLvl">
          <ac:chgData name="昕 许" userId="a2975fcd840abfc3" providerId="LiveId" clId="{49CCD4F9-177C-4270-9A14-60236FF377E8}" dt="2026-04-11T05:52:01.589" v="7774" actId="165"/>
          <ac:spMkLst>
            <pc:docMk/>
            <pc:sldMk cId="4107726116" sldId="314"/>
            <ac:spMk id="145" creationId="{02774F55-52F0-361C-B68A-648A901DA59F}"/>
          </ac:spMkLst>
        </pc:spChg>
        <pc:spChg chg="mod topLvl">
          <ac:chgData name="昕 许" userId="a2975fcd840abfc3" providerId="LiveId" clId="{49CCD4F9-177C-4270-9A14-60236FF377E8}" dt="2026-04-11T05:52:01.589" v="7774" actId="165"/>
          <ac:spMkLst>
            <pc:docMk/>
            <pc:sldMk cId="4107726116" sldId="314"/>
            <ac:spMk id="146" creationId="{11E84724-0CCB-DC26-089A-D238ACC156A0}"/>
          </ac:spMkLst>
        </pc:spChg>
        <pc:spChg chg="mod topLvl">
          <ac:chgData name="昕 许" userId="a2975fcd840abfc3" providerId="LiveId" clId="{49CCD4F9-177C-4270-9A14-60236FF377E8}" dt="2026-04-11T05:52:01.589" v="7774" actId="165"/>
          <ac:spMkLst>
            <pc:docMk/>
            <pc:sldMk cId="4107726116" sldId="314"/>
            <ac:spMk id="147" creationId="{A1C47526-77D0-A0CF-46FE-8AA611529A0E}"/>
          </ac:spMkLst>
        </pc:spChg>
        <pc:spChg chg="mod topLvl">
          <ac:chgData name="昕 许" userId="a2975fcd840abfc3" providerId="LiveId" clId="{49CCD4F9-177C-4270-9A14-60236FF377E8}" dt="2026-04-11T05:52:01.589" v="7774" actId="165"/>
          <ac:spMkLst>
            <pc:docMk/>
            <pc:sldMk cId="4107726116" sldId="314"/>
            <ac:spMk id="149" creationId="{F1ADDCEE-2D7F-A7A8-8EEF-B6B2EF967293}"/>
          </ac:spMkLst>
        </pc:spChg>
        <pc:spChg chg="mod topLvl">
          <ac:chgData name="昕 许" userId="a2975fcd840abfc3" providerId="LiveId" clId="{49CCD4F9-177C-4270-9A14-60236FF377E8}" dt="2026-04-11T05:52:01.589" v="7774" actId="165"/>
          <ac:spMkLst>
            <pc:docMk/>
            <pc:sldMk cId="4107726116" sldId="314"/>
            <ac:spMk id="150" creationId="{53FD12B0-77C7-DB65-A34B-0C5096C4D708}"/>
          </ac:spMkLst>
        </pc:spChg>
        <pc:spChg chg="mod topLvl">
          <ac:chgData name="昕 许" userId="a2975fcd840abfc3" providerId="LiveId" clId="{49CCD4F9-177C-4270-9A14-60236FF377E8}" dt="2026-04-11T05:52:01.589" v="7774" actId="165"/>
          <ac:spMkLst>
            <pc:docMk/>
            <pc:sldMk cId="4107726116" sldId="314"/>
            <ac:spMk id="152" creationId="{8C348BAD-9CEA-ED02-8547-AE0FF1E832F5}"/>
          </ac:spMkLst>
        </pc:spChg>
        <pc:spChg chg="mod topLvl">
          <ac:chgData name="昕 许" userId="a2975fcd840abfc3" providerId="LiveId" clId="{49CCD4F9-177C-4270-9A14-60236FF377E8}" dt="2026-04-11T05:54:32.552" v="7799" actId="165"/>
          <ac:spMkLst>
            <pc:docMk/>
            <pc:sldMk cId="4107726116" sldId="314"/>
            <ac:spMk id="155" creationId="{EFEE9C44-610A-8B6D-E9F1-33CABE1066AA}"/>
          </ac:spMkLst>
        </pc:spChg>
        <pc:spChg chg="mod topLvl">
          <ac:chgData name="昕 许" userId="a2975fcd840abfc3" providerId="LiveId" clId="{49CCD4F9-177C-4270-9A14-60236FF377E8}" dt="2026-04-11T05:54:32.552" v="7799" actId="165"/>
          <ac:spMkLst>
            <pc:docMk/>
            <pc:sldMk cId="4107726116" sldId="314"/>
            <ac:spMk id="156" creationId="{3C65CFE5-7E63-70E0-D4E6-5473F346B8E6}"/>
          </ac:spMkLst>
        </pc:spChg>
        <pc:spChg chg="mod topLvl">
          <ac:chgData name="昕 许" userId="a2975fcd840abfc3" providerId="LiveId" clId="{49CCD4F9-177C-4270-9A14-60236FF377E8}" dt="2026-04-11T05:54:32.552" v="7799" actId="165"/>
          <ac:spMkLst>
            <pc:docMk/>
            <pc:sldMk cId="4107726116" sldId="314"/>
            <ac:spMk id="157" creationId="{4214434A-54F3-F24E-67D3-42B805099B38}"/>
          </ac:spMkLst>
        </pc:spChg>
        <pc:spChg chg="mod topLvl">
          <ac:chgData name="昕 许" userId="a2975fcd840abfc3" providerId="LiveId" clId="{49CCD4F9-177C-4270-9A14-60236FF377E8}" dt="2026-04-11T05:54:32.552" v="7799" actId="165"/>
          <ac:spMkLst>
            <pc:docMk/>
            <pc:sldMk cId="4107726116" sldId="314"/>
            <ac:spMk id="158" creationId="{4679F0A3-148D-42F4-5C68-3F20EE370028}"/>
          </ac:spMkLst>
        </pc:spChg>
        <pc:spChg chg="mod topLvl">
          <ac:chgData name="昕 许" userId="a2975fcd840abfc3" providerId="LiveId" clId="{49CCD4F9-177C-4270-9A14-60236FF377E8}" dt="2026-04-11T05:54:32.552" v="7799" actId="165"/>
          <ac:spMkLst>
            <pc:docMk/>
            <pc:sldMk cId="4107726116" sldId="314"/>
            <ac:spMk id="159" creationId="{608299A7-A800-CF30-CA4A-6D92DE6D93FB}"/>
          </ac:spMkLst>
        </pc:spChg>
        <pc:spChg chg="mod topLvl">
          <ac:chgData name="昕 许" userId="a2975fcd840abfc3" providerId="LiveId" clId="{49CCD4F9-177C-4270-9A14-60236FF377E8}" dt="2026-04-11T05:54:32.552" v="7799" actId="165"/>
          <ac:spMkLst>
            <pc:docMk/>
            <pc:sldMk cId="4107726116" sldId="314"/>
            <ac:spMk id="160" creationId="{88520027-9BD4-9F10-1B15-201071669457}"/>
          </ac:spMkLst>
        </pc:spChg>
        <pc:spChg chg="mod topLvl">
          <ac:chgData name="昕 许" userId="a2975fcd840abfc3" providerId="LiveId" clId="{49CCD4F9-177C-4270-9A14-60236FF377E8}" dt="2026-04-11T05:54:32.552" v="7799" actId="165"/>
          <ac:spMkLst>
            <pc:docMk/>
            <pc:sldMk cId="4107726116" sldId="314"/>
            <ac:spMk id="161" creationId="{38262560-6A33-9BA3-031E-FD95E0126ED8}"/>
          </ac:spMkLst>
        </pc:spChg>
        <pc:spChg chg="mod topLvl">
          <ac:chgData name="昕 许" userId="a2975fcd840abfc3" providerId="LiveId" clId="{49CCD4F9-177C-4270-9A14-60236FF377E8}" dt="2026-04-11T05:54:32.552" v="7799" actId="165"/>
          <ac:spMkLst>
            <pc:docMk/>
            <pc:sldMk cId="4107726116" sldId="314"/>
            <ac:spMk id="162" creationId="{38C36B37-23E6-9A23-1DAB-345F1CB13E71}"/>
          </ac:spMkLst>
        </pc:spChg>
        <pc:spChg chg="mod topLvl">
          <ac:chgData name="昕 许" userId="a2975fcd840abfc3" providerId="LiveId" clId="{49CCD4F9-177C-4270-9A14-60236FF377E8}" dt="2026-04-11T05:54:32.552" v="7799" actId="165"/>
          <ac:spMkLst>
            <pc:docMk/>
            <pc:sldMk cId="4107726116" sldId="314"/>
            <ac:spMk id="164" creationId="{D25129BF-3368-E0F5-2DBE-12CB67245825}"/>
          </ac:spMkLst>
        </pc:spChg>
        <pc:spChg chg="mod topLvl">
          <ac:chgData name="昕 许" userId="a2975fcd840abfc3" providerId="LiveId" clId="{49CCD4F9-177C-4270-9A14-60236FF377E8}" dt="2026-04-11T05:54:32.552" v="7799" actId="165"/>
          <ac:spMkLst>
            <pc:docMk/>
            <pc:sldMk cId="4107726116" sldId="314"/>
            <ac:spMk id="165" creationId="{DBB53156-D1A5-C41E-99E6-9C07CC373411}"/>
          </ac:spMkLst>
        </pc:spChg>
      </pc:sldChg>
      <pc:sldChg chg="delSp modSp add modTransition">
        <pc:chgData name="昕 许" userId="a2975fcd840abfc3" providerId="LiveId" clId="{49CCD4F9-177C-4270-9A14-60236FF377E8}" dt="2026-04-11T05:54:29.234" v="7798" actId="165"/>
        <pc:sldMkLst>
          <pc:docMk/>
          <pc:sldMk cId="3672784403" sldId="315"/>
        </pc:sldMkLst>
        <pc:spChg chg="mod topLvl">
          <ac:chgData name="昕 许" userId="a2975fcd840abfc3" providerId="LiveId" clId="{49CCD4F9-177C-4270-9A14-60236FF377E8}" dt="2026-04-11T05:52:03.884" v="7775" actId="165"/>
          <ac:spMkLst>
            <pc:docMk/>
            <pc:sldMk cId="3672784403" sldId="315"/>
            <ac:spMk id="141" creationId="{3858EF9B-CA52-7F65-1086-01A7ACB85EF3}"/>
          </ac:spMkLst>
        </pc:spChg>
        <pc:spChg chg="mod topLvl">
          <ac:chgData name="昕 许" userId="a2975fcd840abfc3" providerId="LiveId" clId="{49CCD4F9-177C-4270-9A14-60236FF377E8}" dt="2026-04-11T05:52:03.884" v="7775" actId="165"/>
          <ac:spMkLst>
            <pc:docMk/>
            <pc:sldMk cId="3672784403" sldId="315"/>
            <ac:spMk id="142" creationId="{0FED4288-A651-3C0A-0918-0AB2C1287872}"/>
          </ac:spMkLst>
        </pc:spChg>
        <pc:spChg chg="mod topLvl">
          <ac:chgData name="昕 许" userId="a2975fcd840abfc3" providerId="LiveId" clId="{49CCD4F9-177C-4270-9A14-60236FF377E8}" dt="2026-04-11T05:52:03.884" v="7775" actId="165"/>
          <ac:spMkLst>
            <pc:docMk/>
            <pc:sldMk cId="3672784403" sldId="315"/>
            <ac:spMk id="143" creationId="{B7770074-3CCA-CF21-CC73-8933A1655C25}"/>
          </ac:spMkLst>
        </pc:spChg>
        <pc:spChg chg="mod topLvl">
          <ac:chgData name="昕 许" userId="a2975fcd840abfc3" providerId="LiveId" clId="{49CCD4F9-177C-4270-9A14-60236FF377E8}" dt="2026-04-11T05:52:03.884" v="7775" actId="165"/>
          <ac:spMkLst>
            <pc:docMk/>
            <pc:sldMk cId="3672784403" sldId="315"/>
            <ac:spMk id="144" creationId="{95BF0B09-4ECB-9B79-0629-6C870F9554FB}"/>
          </ac:spMkLst>
        </pc:spChg>
        <pc:spChg chg="mod topLvl">
          <ac:chgData name="昕 许" userId="a2975fcd840abfc3" providerId="LiveId" clId="{49CCD4F9-177C-4270-9A14-60236FF377E8}" dt="2026-04-11T05:52:03.884" v="7775" actId="165"/>
          <ac:spMkLst>
            <pc:docMk/>
            <pc:sldMk cId="3672784403" sldId="315"/>
            <ac:spMk id="145" creationId="{83EAC8FF-31D1-5A1B-4CFA-AB95B091C479}"/>
          </ac:spMkLst>
        </pc:spChg>
        <pc:spChg chg="mod topLvl">
          <ac:chgData name="昕 许" userId="a2975fcd840abfc3" providerId="LiveId" clId="{49CCD4F9-177C-4270-9A14-60236FF377E8}" dt="2026-04-11T05:52:03.884" v="7775" actId="165"/>
          <ac:spMkLst>
            <pc:docMk/>
            <pc:sldMk cId="3672784403" sldId="315"/>
            <ac:spMk id="146" creationId="{31B1E245-4F18-670E-FF4C-E618312CD1E3}"/>
          </ac:spMkLst>
        </pc:spChg>
        <pc:spChg chg="mod topLvl">
          <ac:chgData name="昕 许" userId="a2975fcd840abfc3" providerId="LiveId" clId="{49CCD4F9-177C-4270-9A14-60236FF377E8}" dt="2026-04-11T05:52:03.884" v="7775" actId="165"/>
          <ac:spMkLst>
            <pc:docMk/>
            <pc:sldMk cId="3672784403" sldId="315"/>
            <ac:spMk id="147" creationId="{07A6C381-162F-1BEF-450C-0275FEE48741}"/>
          </ac:spMkLst>
        </pc:spChg>
        <pc:spChg chg="mod topLvl">
          <ac:chgData name="昕 许" userId="a2975fcd840abfc3" providerId="LiveId" clId="{49CCD4F9-177C-4270-9A14-60236FF377E8}" dt="2026-04-11T05:52:03.884" v="7775" actId="165"/>
          <ac:spMkLst>
            <pc:docMk/>
            <pc:sldMk cId="3672784403" sldId="315"/>
            <ac:spMk id="148" creationId="{1671CC68-9904-D1FD-AB67-6206F3536426}"/>
          </ac:spMkLst>
        </pc:spChg>
        <pc:spChg chg="mod topLvl">
          <ac:chgData name="昕 许" userId="a2975fcd840abfc3" providerId="LiveId" clId="{49CCD4F9-177C-4270-9A14-60236FF377E8}" dt="2026-04-11T05:52:03.884" v="7775" actId="165"/>
          <ac:spMkLst>
            <pc:docMk/>
            <pc:sldMk cId="3672784403" sldId="315"/>
            <ac:spMk id="150" creationId="{45677886-E59E-45B3-DB46-31052504F04C}"/>
          </ac:spMkLst>
        </pc:spChg>
        <pc:spChg chg="mod topLvl">
          <ac:chgData name="昕 许" userId="a2975fcd840abfc3" providerId="LiveId" clId="{49CCD4F9-177C-4270-9A14-60236FF377E8}" dt="2026-04-11T05:52:03.884" v="7775" actId="165"/>
          <ac:spMkLst>
            <pc:docMk/>
            <pc:sldMk cId="3672784403" sldId="315"/>
            <ac:spMk id="152" creationId="{4555832E-4D0E-FD17-171C-CEFA2B652D76}"/>
          </ac:spMkLst>
        </pc:spChg>
        <pc:spChg chg="mod topLvl">
          <ac:chgData name="昕 许" userId="a2975fcd840abfc3" providerId="LiveId" clId="{49CCD4F9-177C-4270-9A14-60236FF377E8}" dt="2026-04-11T05:54:29.234" v="7798" actId="165"/>
          <ac:spMkLst>
            <pc:docMk/>
            <pc:sldMk cId="3672784403" sldId="315"/>
            <ac:spMk id="155" creationId="{117170BB-7E42-7F25-1F16-2E0AA5C22C7C}"/>
          </ac:spMkLst>
        </pc:spChg>
        <pc:spChg chg="mod topLvl">
          <ac:chgData name="昕 许" userId="a2975fcd840abfc3" providerId="LiveId" clId="{49CCD4F9-177C-4270-9A14-60236FF377E8}" dt="2026-04-11T05:54:29.234" v="7798" actId="165"/>
          <ac:spMkLst>
            <pc:docMk/>
            <pc:sldMk cId="3672784403" sldId="315"/>
            <ac:spMk id="156" creationId="{12F67A4B-CB63-2BFA-598F-D85D1B1784DC}"/>
          </ac:spMkLst>
        </pc:spChg>
        <pc:spChg chg="mod topLvl">
          <ac:chgData name="昕 许" userId="a2975fcd840abfc3" providerId="LiveId" clId="{49CCD4F9-177C-4270-9A14-60236FF377E8}" dt="2026-04-11T05:54:29.234" v="7798" actId="165"/>
          <ac:spMkLst>
            <pc:docMk/>
            <pc:sldMk cId="3672784403" sldId="315"/>
            <ac:spMk id="157" creationId="{B4B4038F-9EF4-1F45-994B-5D6D1466BAA0}"/>
          </ac:spMkLst>
        </pc:spChg>
        <pc:spChg chg="mod topLvl">
          <ac:chgData name="昕 许" userId="a2975fcd840abfc3" providerId="LiveId" clId="{49CCD4F9-177C-4270-9A14-60236FF377E8}" dt="2026-04-11T05:54:29.234" v="7798" actId="165"/>
          <ac:spMkLst>
            <pc:docMk/>
            <pc:sldMk cId="3672784403" sldId="315"/>
            <ac:spMk id="158" creationId="{B6A5D7DC-7A69-505C-DE1C-A5B027057728}"/>
          </ac:spMkLst>
        </pc:spChg>
        <pc:spChg chg="mod topLvl">
          <ac:chgData name="昕 许" userId="a2975fcd840abfc3" providerId="LiveId" clId="{49CCD4F9-177C-4270-9A14-60236FF377E8}" dt="2026-04-11T05:54:29.234" v="7798" actId="165"/>
          <ac:spMkLst>
            <pc:docMk/>
            <pc:sldMk cId="3672784403" sldId="315"/>
            <ac:spMk id="159" creationId="{22716FE2-E347-9F49-24E5-963195393D01}"/>
          </ac:spMkLst>
        </pc:spChg>
        <pc:spChg chg="mod topLvl">
          <ac:chgData name="昕 许" userId="a2975fcd840abfc3" providerId="LiveId" clId="{49CCD4F9-177C-4270-9A14-60236FF377E8}" dt="2026-04-11T05:54:29.234" v="7798" actId="165"/>
          <ac:spMkLst>
            <pc:docMk/>
            <pc:sldMk cId="3672784403" sldId="315"/>
            <ac:spMk id="160" creationId="{A62E351F-7962-A0A2-BB68-B8DE8A8BC2CE}"/>
          </ac:spMkLst>
        </pc:spChg>
        <pc:spChg chg="mod topLvl">
          <ac:chgData name="昕 许" userId="a2975fcd840abfc3" providerId="LiveId" clId="{49CCD4F9-177C-4270-9A14-60236FF377E8}" dt="2026-04-11T05:54:29.234" v="7798" actId="165"/>
          <ac:spMkLst>
            <pc:docMk/>
            <pc:sldMk cId="3672784403" sldId="315"/>
            <ac:spMk id="162" creationId="{921652EE-77EB-545E-7128-423439925F2A}"/>
          </ac:spMkLst>
        </pc:spChg>
        <pc:spChg chg="mod topLvl">
          <ac:chgData name="昕 许" userId="a2975fcd840abfc3" providerId="LiveId" clId="{49CCD4F9-177C-4270-9A14-60236FF377E8}" dt="2026-04-11T05:54:29.234" v="7798" actId="165"/>
          <ac:spMkLst>
            <pc:docMk/>
            <pc:sldMk cId="3672784403" sldId="315"/>
            <ac:spMk id="163" creationId="{F22A849F-079D-D07E-E6CE-F69936210B98}"/>
          </ac:spMkLst>
        </pc:spChg>
        <pc:spChg chg="mod topLvl">
          <ac:chgData name="昕 许" userId="a2975fcd840abfc3" providerId="LiveId" clId="{49CCD4F9-177C-4270-9A14-60236FF377E8}" dt="2026-04-11T05:54:29.234" v="7798" actId="165"/>
          <ac:spMkLst>
            <pc:docMk/>
            <pc:sldMk cId="3672784403" sldId="315"/>
            <ac:spMk id="164" creationId="{6E7530DA-4DB5-A9D8-77B5-508C0AF07C06}"/>
          </ac:spMkLst>
        </pc:spChg>
        <pc:spChg chg="mod topLvl">
          <ac:chgData name="昕 许" userId="a2975fcd840abfc3" providerId="LiveId" clId="{49CCD4F9-177C-4270-9A14-60236FF377E8}" dt="2026-04-11T05:54:29.234" v="7798" actId="165"/>
          <ac:spMkLst>
            <pc:docMk/>
            <pc:sldMk cId="3672784403" sldId="315"/>
            <ac:spMk id="165" creationId="{05208C12-D167-A557-E796-222F709417DD}"/>
          </ac:spMkLst>
        </pc:spChg>
      </pc:sldChg>
      <pc:sldChg chg="delSp modSp add mod modTransition modAnim">
        <pc:chgData name="昕 许" userId="a2975fcd840abfc3" providerId="LiveId" clId="{49CCD4F9-177C-4270-9A14-60236FF377E8}" dt="2026-04-11T05:52:08.090" v="7776" actId="165"/>
        <pc:sldMkLst>
          <pc:docMk/>
          <pc:sldMk cId="4269862984" sldId="316"/>
        </pc:sldMkLst>
        <pc:spChg chg="mod">
          <ac:chgData name="昕 许" userId="a2975fcd840abfc3" providerId="LiveId" clId="{49CCD4F9-177C-4270-9A14-60236FF377E8}" dt="2026-04-11T05:45:13.900" v="7686" actId="208"/>
          <ac:spMkLst>
            <pc:docMk/>
            <pc:sldMk cId="4269862984" sldId="316"/>
            <ac:spMk id="149" creationId="{5717B101-A6E7-CDA2-A1DB-B5988E69BC9D}"/>
          </ac:spMkLst>
        </pc:spChg>
        <pc:spChg chg="mod topLvl">
          <ac:chgData name="昕 许" userId="a2975fcd840abfc3" providerId="LiveId" clId="{49CCD4F9-177C-4270-9A14-60236FF377E8}" dt="2026-04-11T05:52:08.090" v="7776" actId="165"/>
          <ac:spMkLst>
            <pc:docMk/>
            <pc:sldMk cId="4269862984" sldId="316"/>
            <ac:spMk id="155" creationId="{77D4EA4A-C896-2261-3363-3044736009C0}"/>
          </ac:spMkLst>
        </pc:spChg>
        <pc:spChg chg="mod topLvl">
          <ac:chgData name="昕 许" userId="a2975fcd840abfc3" providerId="LiveId" clId="{49CCD4F9-177C-4270-9A14-60236FF377E8}" dt="2026-04-11T05:52:08.090" v="7776" actId="165"/>
          <ac:spMkLst>
            <pc:docMk/>
            <pc:sldMk cId="4269862984" sldId="316"/>
            <ac:spMk id="157" creationId="{F495D3BA-E713-CE72-6860-E6C3276DF6F2}"/>
          </ac:spMkLst>
        </pc:spChg>
        <pc:spChg chg="mod topLvl">
          <ac:chgData name="昕 许" userId="a2975fcd840abfc3" providerId="LiveId" clId="{49CCD4F9-177C-4270-9A14-60236FF377E8}" dt="2026-04-11T05:52:08.090" v="7776" actId="165"/>
          <ac:spMkLst>
            <pc:docMk/>
            <pc:sldMk cId="4269862984" sldId="316"/>
            <ac:spMk id="158" creationId="{066FA494-4554-3097-2156-B2EDA76F3657}"/>
          </ac:spMkLst>
        </pc:spChg>
        <pc:spChg chg="mod topLvl">
          <ac:chgData name="昕 许" userId="a2975fcd840abfc3" providerId="LiveId" clId="{49CCD4F9-177C-4270-9A14-60236FF377E8}" dt="2026-04-11T05:52:08.090" v="7776" actId="165"/>
          <ac:spMkLst>
            <pc:docMk/>
            <pc:sldMk cId="4269862984" sldId="316"/>
            <ac:spMk id="159" creationId="{A02B0AC3-44DD-C0EB-6A14-A3EA22C4B61B}"/>
          </ac:spMkLst>
        </pc:spChg>
        <pc:spChg chg="mod topLvl">
          <ac:chgData name="昕 许" userId="a2975fcd840abfc3" providerId="LiveId" clId="{49CCD4F9-177C-4270-9A14-60236FF377E8}" dt="2026-04-11T05:52:08.090" v="7776" actId="165"/>
          <ac:spMkLst>
            <pc:docMk/>
            <pc:sldMk cId="4269862984" sldId="316"/>
            <ac:spMk id="160" creationId="{ED4BC678-BCD9-891C-5139-8CCD879C0A2A}"/>
          </ac:spMkLst>
        </pc:spChg>
        <pc:spChg chg="mod topLvl">
          <ac:chgData name="昕 许" userId="a2975fcd840abfc3" providerId="LiveId" clId="{49CCD4F9-177C-4270-9A14-60236FF377E8}" dt="2026-04-11T05:52:08.090" v="7776" actId="165"/>
          <ac:spMkLst>
            <pc:docMk/>
            <pc:sldMk cId="4269862984" sldId="316"/>
            <ac:spMk id="161" creationId="{AE402096-84BC-3E59-E80D-6E28845798E1}"/>
          </ac:spMkLst>
        </pc:spChg>
        <pc:spChg chg="mod topLvl">
          <ac:chgData name="昕 许" userId="a2975fcd840abfc3" providerId="LiveId" clId="{49CCD4F9-177C-4270-9A14-60236FF377E8}" dt="2026-04-11T05:52:08.090" v="7776" actId="165"/>
          <ac:spMkLst>
            <pc:docMk/>
            <pc:sldMk cId="4269862984" sldId="316"/>
            <ac:spMk id="162" creationId="{4443F50C-A548-458A-D9A1-0B5B5FC485BA}"/>
          </ac:spMkLst>
        </pc:spChg>
        <pc:spChg chg="mod topLvl">
          <ac:chgData name="昕 许" userId="a2975fcd840abfc3" providerId="LiveId" clId="{49CCD4F9-177C-4270-9A14-60236FF377E8}" dt="2026-04-11T05:52:08.090" v="7776" actId="165"/>
          <ac:spMkLst>
            <pc:docMk/>
            <pc:sldMk cId="4269862984" sldId="316"/>
            <ac:spMk id="163" creationId="{706C7605-9EE7-7AF2-E07B-4100D5104FC0}"/>
          </ac:spMkLst>
        </pc:spChg>
        <pc:spChg chg="mod topLvl">
          <ac:chgData name="昕 许" userId="a2975fcd840abfc3" providerId="LiveId" clId="{49CCD4F9-177C-4270-9A14-60236FF377E8}" dt="2026-04-11T05:52:08.090" v="7776" actId="165"/>
          <ac:spMkLst>
            <pc:docMk/>
            <pc:sldMk cId="4269862984" sldId="316"/>
            <ac:spMk id="164" creationId="{3FFC4EED-4D0B-DD9A-1B07-2541B612B8C0}"/>
          </ac:spMkLst>
        </pc:spChg>
        <pc:spChg chg="mod topLvl">
          <ac:chgData name="昕 许" userId="a2975fcd840abfc3" providerId="LiveId" clId="{49CCD4F9-177C-4270-9A14-60236FF377E8}" dt="2026-04-11T05:52:08.090" v="7776" actId="165"/>
          <ac:spMkLst>
            <pc:docMk/>
            <pc:sldMk cId="4269862984" sldId="316"/>
            <ac:spMk id="165" creationId="{608B3319-0131-946E-177E-3F2FA7F8DC13}"/>
          </ac:spMkLst>
        </pc:spChg>
      </pc:sldChg>
      <pc:sldChg chg="delSp modSp add mod modTransition modAnim">
        <pc:chgData name="昕 许" userId="a2975fcd840abfc3" providerId="LiveId" clId="{49CCD4F9-177C-4270-9A14-60236FF377E8}" dt="2026-04-11T05:52:10.968" v="7777" actId="165"/>
        <pc:sldMkLst>
          <pc:docMk/>
          <pc:sldMk cId="2180850196" sldId="317"/>
        </pc:sldMkLst>
        <pc:spChg chg="mod topLvl">
          <ac:chgData name="昕 许" userId="a2975fcd840abfc3" providerId="LiveId" clId="{49CCD4F9-177C-4270-9A14-60236FF377E8}" dt="2026-04-11T05:52:10.968" v="7777" actId="165"/>
          <ac:spMkLst>
            <pc:docMk/>
            <pc:sldMk cId="2180850196" sldId="317"/>
            <ac:spMk id="156" creationId="{3D8B64A5-200A-9CBE-ED58-16C7CA3734C4}"/>
          </ac:spMkLst>
        </pc:spChg>
        <pc:spChg chg="mod topLvl">
          <ac:chgData name="昕 许" userId="a2975fcd840abfc3" providerId="LiveId" clId="{49CCD4F9-177C-4270-9A14-60236FF377E8}" dt="2026-04-11T05:52:10.968" v="7777" actId="165"/>
          <ac:spMkLst>
            <pc:docMk/>
            <pc:sldMk cId="2180850196" sldId="317"/>
            <ac:spMk id="157" creationId="{D3CD0172-5739-5B78-0C73-079FAF3B8EC1}"/>
          </ac:spMkLst>
        </pc:spChg>
        <pc:spChg chg="mod topLvl">
          <ac:chgData name="昕 许" userId="a2975fcd840abfc3" providerId="LiveId" clId="{49CCD4F9-177C-4270-9A14-60236FF377E8}" dt="2026-04-11T05:52:10.968" v="7777" actId="165"/>
          <ac:spMkLst>
            <pc:docMk/>
            <pc:sldMk cId="2180850196" sldId="317"/>
            <ac:spMk id="158" creationId="{7C70B697-E875-FA5E-E142-82B04072F716}"/>
          </ac:spMkLst>
        </pc:spChg>
        <pc:spChg chg="mod topLvl">
          <ac:chgData name="昕 许" userId="a2975fcd840abfc3" providerId="LiveId" clId="{49CCD4F9-177C-4270-9A14-60236FF377E8}" dt="2026-04-11T05:52:10.968" v="7777" actId="165"/>
          <ac:spMkLst>
            <pc:docMk/>
            <pc:sldMk cId="2180850196" sldId="317"/>
            <ac:spMk id="159" creationId="{5337A35C-B7CF-F871-403C-A4E2385BF71E}"/>
          </ac:spMkLst>
        </pc:spChg>
        <pc:spChg chg="mod topLvl">
          <ac:chgData name="昕 许" userId="a2975fcd840abfc3" providerId="LiveId" clId="{49CCD4F9-177C-4270-9A14-60236FF377E8}" dt="2026-04-11T05:52:10.968" v="7777" actId="165"/>
          <ac:spMkLst>
            <pc:docMk/>
            <pc:sldMk cId="2180850196" sldId="317"/>
            <ac:spMk id="160" creationId="{E55FC004-E30F-1426-DDD3-07E1665651E5}"/>
          </ac:spMkLst>
        </pc:spChg>
        <pc:spChg chg="mod topLvl">
          <ac:chgData name="昕 许" userId="a2975fcd840abfc3" providerId="LiveId" clId="{49CCD4F9-177C-4270-9A14-60236FF377E8}" dt="2026-04-11T05:52:10.968" v="7777" actId="165"/>
          <ac:spMkLst>
            <pc:docMk/>
            <pc:sldMk cId="2180850196" sldId="317"/>
            <ac:spMk id="161" creationId="{D031FA2E-9792-F371-FD05-318F1AA62FA3}"/>
          </ac:spMkLst>
        </pc:spChg>
        <pc:spChg chg="mod topLvl">
          <ac:chgData name="昕 许" userId="a2975fcd840abfc3" providerId="LiveId" clId="{49CCD4F9-177C-4270-9A14-60236FF377E8}" dt="2026-04-11T05:52:10.968" v="7777" actId="165"/>
          <ac:spMkLst>
            <pc:docMk/>
            <pc:sldMk cId="2180850196" sldId="317"/>
            <ac:spMk id="162" creationId="{F2F42A6E-4953-B31E-626A-884FAFAD54DE}"/>
          </ac:spMkLst>
        </pc:spChg>
        <pc:spChg chg="mod topLvl">
          <ac:chgData name="昕 许" userId="a2975fcd840abfc3" providerId="LiveId" clId="{49CCD4F9-177C-4270-9A14-60236FF377E8}" dt="2026-04-11T05:52:10.968" v="7777" actId="165"/>
          <ac:spMkLst>
            <pc:docMk/>
            <pc:sldMk cId="2180850196" sldId="317"/>
            <ac:spMk id="163" creationId="{611D1A94-3833-2EFD-D3FD-0DBEDC33E4C4}"/>
          </ac:spMkLst>
        </pc:spChg>
        <pc:spChg chg="mod topLvl">
          <ac:chgData name="昕 许" userId="a2975fcd840abfc3" providerId="LiveId" clId="{49CCD4F9-177C-4270-9A14-60236FF377E8}" dt="2026-04-11T05:52:10.968" v="7777" actId="165"/>
          <ac:spMkLst>
            <pc:docMk/>
            <pc:sldMk cId="2180850196" sldId="317"/>
            <ac:spMk id="164" creationId="{9EB986B7-181B-1350-11AE-C0159B58440F}"/>
          </ac:spMkLst>
        </pc:spChg>
        <pc:spChg chg="mod topLvl">
          <ac:chgData name="昕 许" userId="a2975fcd840abfc3" providerId="LiveId" clId="{49CCD4F9-177C-4270-9A14-60236FF377E8}" dt="2026-04-11T05:52:10.968" v="7777" actId="165"/>
          <ac:spMkLst>
            <pc:docMk/>
            <pc:sldMk cId="2180850196" sldId="317"/>
            <ac:spMk id="165" creationId="{987CF918-7EE1-FDC5-777B-48B1B46973BD}"/>
          </ac:spMkLst>
        </pc:spChg>
      </pc:sldChg>
      <pc:sldChg chg="delSp modSp add mod modTransition modAnim">
        <pc:chgData name="昕 许" userId="a2975fcd840abfc3" providerId="LiveId" clId="{49CCD4F9-177C-4270-9A14-60236FF377E8}" dt="2026-04-11T05:52:19.087" v="7780" actId="165"/>
        <pc:sldMkLst>
          <pc:docMk/>
          <pc:sldMk cId="1194141318" sldId="318"/>
        </pc:sldMkLst>
        <pc:spChg chg="mod topLvl">
          <ac:chgData name="昕 许" userId="a2975fcd840abfc3" providerId="LiveId" clId="{49CCD4F9-177C-4270-9A14-60236FF377E8}" dt="2026-04-11T05:46:22.257" v="7700" actId="165"/>
          <ac:spMkLst>
            <pc:docMk/>
            <pc:sldMk cId="1194141318" sldId="318"/>
            <ac:spMk id="141" creationId="{1E952406-045A-39DD-77A7-D9E43CAC1E54}"/>
          </ac:spMkLst>
        </pc:spChg>
        <pc:spChg chg="mod topLvl">
          <ac:chgData name="昕 许" userId="a2975fcd840abfc3" providerId="LiveId" clId="{49CCD4F9-177C-4270-9A14-60236FF377E8}" dt="2026-04-11T05:46:22.257" v="7700" actId="165"/>
          <ac:spMkLst>
            <pc:docMk/>
            <pc:sldMk cId="1194141318" sldId="318"/>
            <ac:spMk id="142" creationId="{3D893208-3ADD-34FC-5354-91D767BEB7C2}"/>
          </ac:spMkLst>
        </pc:spChg>
        <pc:spChg chg="mod topLvl">
          <ac:chgData name="昕 许" userId="a2975fcd840abfc3" providerId="LiveId" clId="{49CCD4F9-177C-4270-9A14-60236FF377E8}" dt="2026-04-11T05:46:22.257" v="7700" actId="165"/>
          <ac:spMkLst>
            <pc:docMk/>
            <pc:sldMk cId="1194141318" sldId="318"/>
            <ac:spMk id="143" creationId="{1E61B660-4D32-BFEC-23D2-66A2D4DDCF8E}"/>
          </ac:spMkLst>
        </pc:spChg>
        <pc:spChg chg="mod topLvl">
          <ac:chgData name="昕 许" userId="a2975fcd840abfc3" providerId="LiveId" clId="{49CCD4F9-177C-4270-9A14-60236FF377E8}" dt="2026-04-11T05:46:22.257" v="7700" actId="165"/>
          <ac:spMkLst>
            <pc:docMk/>
            <pc:sldMk cId="1194141318" sldId="318"/>
            <ac:spMk id="144" creationId="{5FB7054B-5DF7-0C14-3654-08CFABE0F6D8}"/>
          </ac:spMkLst>
        </pc:spChg>
        <pc:spChg chg="mod topLvl">
          <ac:chgData name="昕 许" userId="a2975fcd840abfc3" providerId="LiveId" clId="{49CCD4F9-177C-4270-9A14-60236FF377E8}" dt="2026-04-11T05:46:22.257" v="7700" actId="165"/>
          <ac:spMkLst>
            <pc:docMk/>
            <pc:sldMk cId="1194141318" sldId="318"/>
            <ac:spMk id="145" creationId="{526AE164-FF4E-6911-79E0-61B16E16FAEC}"/>
          </ac:spMkLst>
        </pc:spChg>
        <pc:spChg chg="mod topLvl">
          <ac:chgData name="昕 许" userId="a2975fcd840abfc3" providerId="LiveId" clId="{49CCD4F9-177C-4270-9A14-60236FF377E8}" dt="2026-04-11T05:46:22.257" v="7700" actId="165"/>
          <ac:spMkLst>
            <pc:docMk/>
            <pc:sldMk cId="1194141318" sldId="318"/>
            <ac:spMk id="146" creationId="{8FCC8DD7-B3B1-3167-AF60-F924095A5460}"/>
          </ac:spMkLst>
        </pc:spChg>
        <pc:spChg chg="mod topLvl">
          <ac:chgData name="昕 许" userId="a2975fcd840abfc3" providerId="LiveId" clId="{49CCD4F9-177C-4270-9A14-60236FF377E8}" dt="2026-04-11T05:46:22.257" v="7700" actId="165"/>
          <ac:spMkLst>
            <pc:docMk/>
            <pc:sldMk cId="1194141318" sldId="318"/>
            <ac:spMk id="147" creationId="{6A2FE05D-C095-F879-4F3C-05CB6DA112B2}"/>
          </ac:spMkLst>
        </pc:spChg>
        <pc:spChg chg="mod topLvl">
          <ac:chgData name="昕 许" userId="a2975fcd840abfc3" providerId="LiveId" clId="{49CCD4F9-177C-4270-9A14-60236FF377E8}" dt="2026-04-11T05:46:22.257" v="7700" actId="165"/>
          <ac:spMkLst>
            <pc:docMk/>
            <pc:sldMk cId="1194141318" sldId="318"/>
            <ac:spMk id="148" creationId="{5E5DE6FF-33A8-99F9-816E-7B6E94DE8892}"/>
          </ac:spMkLst>
        </pc:spChg>
        <pc:spChg chg="mod topLvl">
          <ac:chgData name="昕 许" userId="a2975fcd840abfc3" providerId="LiveId" clId="{49CCD4F9-177C-4270-9A14-60236FF377E8}" dt="2026-04-11T05:46:22.257" v="7700" actId="165"/>
          <ac:spMkLst>
            <pc:docMk/>
            <pc:sldMk cId="1194141318" sldId="318"/>
            <ac:spMk id="150" creationId="{AEBF1125-BEE8-C66B-2FEE-2BA719C80B6A}"/>
          </ac:spMkLst>
        </pc:spChg>
        <pc:spChg chg="mod topLvl">
          <ac:chgData name="昕 许" userId="a2975fcd840abfc3" providerId="LiveId" clId="{49CCD4F9-177C-4270-9A14-60236FF377E8}" dt="2026-04-11T05:46:22.257" v="7700" actId="165"/>
          <ac:spMkLst>
            <pc:docMk/>
            <pc:sldMk cId="1194141318" sldId="318"/>
            <ac:spMk id="152" creationId="{3869273B-36CE-53E4-EC8B-9B6A0542E7BB}"/>
          </ac:spMkLst>
        </pc:spChg>
        <pc:spChg chg="mod topLvl">
          <ac:chgData name="昕 许" userId="a2975fcd840abfc3" providerId="LiveId" clId="{49CCD4F9-177C-4270-9A14-60236FF377E8}" dt="2026-04-11T05:52:19.087" v="7780" actId="165"/>
          <ac:spMkLst>
            <pc:docMk/>
            <pc:sldMk cId="1194141318" sldId="318"/>
            <ac:spMk id="155" creationId="{E1D6D9DD-CB84-E86D-EEFD-F8933B0DBE39}"/>
          </ac:spMkLst>
        </pc:spChg>
        <pc:spChg chg="mod topLvl">
          <ac:chgData name="昕 许" userId="a2975fcd840abfc3" providerId="LiveId" clId="{49CCD4F9-177C-4270-9A14-60236FF377E8}" dt="2026-04-11T05:52:19.087" v="7780" actId="165"/>
          <ac:spMkLst>
            <pc:docMk/>
            <pc:sldMk cId="1194141318" sldId="318"/>
            <ac:spMk id="156" creationId="{A6C02AE6-8EE0-F0B2-7C77-1D81E2703466}"/>
          </ac:spMkLst>
        </pc:spChg>
        <pc:spChg chg="mod topLvl">
          <ac:chgData name="昕 许" userId="a2975fcd840abfc3" providerId="LiveId" clId="{49CCD4F9-177C-4270-9A14-60236FF377E8}" dt="2026-04-11T05:52:19.087" v="7780" actId="165"/>
          <ac:spMkLst>
            <pc:docMk/>
            <pc:sldMk cId="1194141318" sldId="318"/>
            <ac:spMk id="157" creationId="{DB01DFC7-8419-C492-6CB0-1B94A216FAAA}"/>
          </ac:spMkLst>
        </pc:spChg>
        <pc:spChg chg="mod topLvl">
          <ac:chgData name="昕 许" userId="a2975fcd840abfc3" providerId="LiveId" clId="{49CCD4F9-177C-4270-9A14-60236FF377E8}" dt="2026-04-11T05:52:19.087" v="7780" actId="165"/>
          <ac:spMkLst>
            <pc:docMk/>
            <pc:sldMk cId="1194141318" sldId="318"/>
            <ac:spMk id="158" creationId="{8678B1B9-47B2-C3EB-F966-608FF2AA45BE}"/>
          </ac:spMkLst>
        </pc:spChg>
        <pc:spChg chg="mod topLvl">
          <ac:chgData name="昕 许" userId="a2975fcd840abfc3" providerId="LiveId" clId="{49CCD4F9-177C-4270-9A14-60236FF377E8}" dt="2026-04-11T05:52:19.087" v="7780" actId="165"/>
          <ac:spMkLst>
            <pc:docMk/>
            <pc:sldMk cId="1194141318" sldId="318"/>
            <ac:spMk id="159" creationId="{0B43714C-BB6C-C75E-587F-7B115FA39D05}"/>
          </ac:spMkLst>
        </pc:spChg>
        <pc:spChg chg="mod topLvl">
          <ac:chgData name="昕 许" userId="a2975fcd840abfc3" providerId="LiveId" clId="{49CCD4F9-177C-4270-9A14-60236FF377E8}" dt="2026-04-11T05:52:19.087" v="7780" actId="165"/>
          <ac:spMkLst>
            <pc:docMk/>
            <pc:sldMk cId="1194141318" sldId="318"/>
            <ac:spMk id="160" creationId="{01DEE369-A999-7661-CBFE-EEA000C983D5}"/>
          </ac:spMkLst>
        </pc:spChg>
        <pc:spChg chg="mod topLvl">
          <ac:chgData name="昕 许" userId="a2975fcd840abfc3" providerId="LiveId" clId="{49CCD4F9-177C-4270-9A14-60236FF377E8}" dt="2026-04-11T05:52:19.087" v="7780" actId="165"/>
          <ac:spMkLst>
            <pc:docMk/>
            <pc:sldMk cId="1194141318" sldId="318"/>
            <ac:spMk id="161" creationId="{188502A6-9A4E-B85E-BC80-B8CA9A29D7A4}"/>
          </ac:spMkLst>
        </pc:spChg>
        <pc:spChg chg="mod topLvl">
          <ac:chgData name="昕 许" userId="a2975fcd840abfc3" providerId="LiveId" clId="{49CCD4F9-177C-4270-9A14-60236FF377E8}" dt="2026-04-11T05:52:19.087" v="7780" actId="165"/>
          <ac:spMkLst>
            <pc:docMk/>
            <pc:sldMk cId="1194141318" sldId="318"/>
            <ac:spMk id="162" creationId="{4E096DD4-B600-8CAD-7D03-4F9B50B861D7}"/>
          </ac:spMkLst>
        </pc:spChg>
        <pc:spChg chg="mod topLvl">
          <ac:chgData name="昕 许" userId="a2975fcd840abfc3" providerId="LiveId" clId="{49CCD4F9-177C-4270-9A14-60236FF377E8}" dt="2026-04-11T05:52:19.087" v="7780" actId="165"/>
          <ac:spMkLst>
            <pc:docMk/>
            <pc:sldMk cId="1194141318" sldId="318"/>
            <ac:spMk id="163" creationId="{26B2449D-F8FE-8379-249C-51B781932F30}"/>
          </ac:spMkLst>
        </pc:spChg>
        <pc:spChg chg="mod topLvl">
          <ac:chgData name="昕 许" userId="a2975fcd840abfc3" providerId="LiveId" clId="{49CCD4F9-177C-4270-9A14-60236FF377E8}" dt="2026-04-11T05:52:19.087" v="7780" actId="165"/>
          <ac:spMkLst>
            <pc:docMk/>
            <pc:sldMk cId="1194141318" sldId="318"/>
            <ac:spMk id="164" creationId="{9329FA97-CE19-4D1F-E762-54E52C944F37}"/>
          </ac:spMkLst>
        </pc:spChg>
      </pc:sldChg>
      <pc:sldChg chg="delSp modSp add mod modTransition modAnim">
        <pc:chgData name="昕 许" userId="a2975fcd840abfc3" providerId="LiveId" clId="{49CCD4F9-177C-4270-9A14-60236FF377E8}" dt="2026-04-11T05:55:22.874" v="7805" actId="165"/>
        <pc:sldMkLst>
          <pc:docMk/>
          <pc:sldMk cId="1487420216" sldId="319"/>
        </pc:sldMkLst>
        <pc:spChg chg="mod topLvl">
          <ac:chgData name="昕 许" userId="a2975fcd840abfc3" providerId="LiveId" clId="{49CCD4F9-177C-4270-9A14-60236FF377E8}" dt="2026-04-11T05:52:24.398" v="7782" actId="165"/>
          <ac:spMkLst>
            <pc:docMk/>
            <pc:sldMk cId="1487420216" sldId="319"/>
            <ac:spMk id="155" creationId="{519592A2-2276-A0D2-5CDA-EBEC44F90413}"/>
          </ac:spMkLst>
        </pc:spChg>
        <pc:spChg chg="mod topLvl">
          <ac:chgData name="昕 许" userId="a2975fcd840abfc3" providerId="LiveId" clId="{49CCD4F9-177C-4270-9A14-60236FF377E8}" dt="2026-04-11T05:52:24.398" v="7782" actId="165"/>
          <ac:spMkLst>
            <pc:docMk/>
            <pc:sldMk cId="1487420216" sldId="319"/>
            <ac:spMk id="156" creationId="{77B2139F-2FC0-B57A-D759-070DC7585AF1}"/>
          </ac:spMkLst>
        </pc:spChg>
        <pc:spChg chg="mod topLvl">
          <ac:chgData name="昕 许" userId="a2975fcd840abfc3" providerId="LiveId" clId="{49CCD4F9-177C-4270-9A14-60236FF377E8}" dt="2026-04-11T05:52:24.398" v="7782" actId="165"/>
          <ac:spMkLst>
            <pc:docMk/>
            <pc:sldMk cId="1487420216" sldId="319"/>
            <ac:spMk id="157" creationId="{BBF88D19-4D22-C6AD-DF92-D25431197D4B}"/>
          </ac:spMkLst>
        </pc:spChg>
        <pc:spChg chg="mod topLvl">
          <ac:chgData name="昕 许" userId="a2975fcd840abfc3" providerId="LiveId" clId="{49CCD4F9-177C-4270-9A14-60236FF377E8}" dt="2026-04-11T05:52:24.398" v="7782" actId="165"/>
          <ac:spMkLst>
            <pc:docMk/>
            <pc:sldMk cId="1487420216" sldId="319"/>
            <ac:spMk id="158" creationId="{1FC56D72-8B05-B393-43BE-766B80AFFB38}"/>
          </ac:spMkLst>
        </pc:spChg>
        <pc:spChg chg="mod topLvl">
          <ac:chgData name="昕 许" userId="a2975fcd840abfc3" providerId="LiveId" clId="{49CCD4F9-177C-4270-9A14-60236FF377E8}" dt="2026-04-11T05:52:24.398" v="7782" actId="165"/>
          <ac:spMkLst>
            <pc:docMk/>
            <pc:sldMk cId="1487420216" sldId="319"/>
            <ac:spMk id="159" creationId="{243AE211-4454-FA04-C30D-26032D7834FD}"/>
          </ac:spMkLst>
        </pc:spChg>
        <pc:spChg chg="mod topLvl">
          <ac:chgData name="昕 许" userId="a2975fcd840abfc3" providerId="LiveId" clId="{49CCD4F9-177C-4270-9A14-60236FF377E8}" dt="2026-04-11T05:52:24.398" v="7782" actId="165"/>
          <ac:spMkLst>
            <pc:docMk/>
            <pc:sldMk cId="1487420216" sldId="319"/>
            <ac:spMk id="160" creationId="{6CD919C7-EFEB-812F-BCB8-BEA43B023D6F}"/>
          </ac:spMkLst>
        </pc:spChg>
        <pc:spChg chg="mod topLvl">
          <ac:chgData name="昕 许" userId="a2975fcd840abfc3" providerId="LiveId" clId="{49CCD4F9-177C-4270-9A14-60236FF377E8}" dt="2026-04-11T05:52:24.398" v="7782" actId="165"/>
          <ac:spMkLst>
            <pc:docMk/>
            <pc:sldMk cId="1487420216" sldId="319"/>
            <ac:spMk id="161" creationId="{0FD5CF61-AA02-0C8A-C695-D87240FA5B4C}"/>
          </ac:spMkLst>
        </pc:spChg>
        <pc:spChg chg="mod topLvl">
          <ac:chgData name="昕 许" userId="a2975fcd840abfc3" providerId="LiveId" clId="{49CCD4F9-177C-4270-9A14-60236FF377E8}" dt="2026-04-11T05:52:24.398" v="7782" actId="165"/>
          <ac:spMkLst>
            <pc:docMk/>
            <pc:sldMk cId="1487420216" sldId="319"/>
            <ac:spMk id="162" creationId="{6AF69059-CBA0-96D4-351A-0EFA7C396050}"/>
          </ac:spMkLst>
        </pc:spChg>
        <pc:spChg chg="mod topLvl">
          <ac:chgData name="昕 许" userId="a2975fcd840abfc3" providerId="LiveId" clId="{49CCD4F9-177C-4270-9A14-60236FF377E8}" dt="2026-04-11T05:52:24.398" v="7782" actId="165"/>
          <ac:spMkLst>
            <pc:docMk/>
            <pc:sldMk cId="1487420216" sldId="319"/>
            <ac:spMk id="163" creationId="{BFF1F611-EEA9-ADB8-0C9D-A1B64F621376}"/>
          </ac:spMkLst>
        </pc:spChg>
        <pc:spChg chg="mod topLvl">
          <ac:chgData name="昕 许" userId="a2975fcd840abfc3" providerId="LiveId" clId="{49CCD4F9-177C-4270-9A14-60236FF377E8}" dt="2026-04-11T05:52:24.398" v="7782" actId="165"/>
          <ac:spMkLst>
            <pc:docMk/>
            <pc:sldMk cId="1487420216" sldId="319"/>
            <ac:spMk id="165" creationId="{39EEEFD0-2931-807E-EB21-6F0362D85980}"/>
          </ac:spMkLst>
        </pc:spChg>
        <pc:spChg chg="mod topLvl">
          <ac:chgData name="昕 许" userId="a2975fcd840abfc3" providerId="LiveId" clId="{49CCD4F9-177C-4270-9A14-60236FF377E8}" dt="2026-04-11T05:55:22.874" v="7805" actId="165"/>
          <ac:spMkLst>
            <pc:docMk/>
            <pc:sldMk cId="1487420216" sldId="319"/>
            <ac:spMk id="167" creationId="{1358EDD8-CE6F-C2A0-B172-CE3C5A20073F}"/>
          </ac:spMkLst>
        </pc:spChg>
        <pc:spChg chg="mod topLvl">
          <ac:chgData name="昕 许" userId="a2975fcd840abfc3" providerId="LiveId" clId="{49CCD4F9-177C-4270-9A14-60236FF377E8}" dt="2026-04-11T05:55:22.874" v="7805" actId="165"/>
          <ac:spMkLst>
            <pc:docMk/>
            <pc:sldMk cId="1487420216" sldId="319"/>
            <ac:spMk id="169" creationId="{36C32FD4-DDA4-5E44-77EF-FF73C1B6741A}"/>
          </ac:spMkLst>
        </pc:spChg>
        <pc:spChg chg="mod topLvl">
          <ac:chgData name="昕 许" userId="a2975fcd840abfc3" providerId="LiveId" clId="{49CCD4F9-177C-4270-9A14-60236FF377E8}" dt="2026-04-11T05:55:22.874" v="7805" actId="165"/>
          <ac:spMkLst>
            <pc:docMk/>
            <pc:sldMk cId="1487420216" sldId="319"/>
            <ac:spMk id="170" creationId="{CFA373D3-3421-710C-EE52-0B59F7F0A9B4}"/>
          </ac:spMkLst>
        </pc:spChg>
        <pc:spChg chg="mod topLvl">
          <ac:chgData name="昕 许" userId="a2975fcd840abfc3" providerId="LiveId" clId="{49CCD4F9-177C-4270-9A14-60236FF377E8}" dt="2026-04-11T05:55:22.874" v="7805" actId="165"/>
          <ac:spMkLst>
            <pc:docMk/>
            <pc:sldMk cId="1487420216" sldId="319"/>
            <ac:spMk id="171" creationId="{9E6511F1-78F0-11DD-F997-1FD6664A59BD}"/>
          </ac:spMkLst>
        </pc:spChg>
        <pc:spChg chg="mod topLvl">
          <ac:chgData name="昕 许" userId="a2975fcd840abfc3" providerId="LiveId" clId="{49CCD4F9-177C-4270-9A14-60236FF377E8}" dt="2026-04-11T05:55:22.874" v="7805" actId="165"/>
          <ac:spMkLst>
            <pc:docMk/>
            <pc:sldMk cId="1487420216" sldId="319"/>
            <ac:spMk id="172" creationId="{F496B5F2-A542-FB99-7911-9509062B5F27}"/>
          </ac:spMkLst>
        </pc:spChg>
        <pc:spChg chg="mod topLvl">
          <ac:chgData name="昕 许" userId="a2975fcd840abfc3" providerId="LiveId" clId="{49CCD4F9-177C-4270-9A14-60236FF377E8}" dt="2026-04-11T05:55:22.874" v="7805" actId="165"/>
          <ac:spMkLst>
            <pc:docMk/>
            <pc:sldMk cId="1487420216" sldId="319"/>
            <ac:spMk id="173" creationId="{47D909F1-E819-D783-719D-400DC52AE4AD}"/>
          </ac:spMkLst>
        </pc:spChg>
        <pc:spChg chg="mod topLvl">
          <ac:chgData name="昕 许" userId="a2975fcd840abfc3" providerId="LiveId" clId="{49CCD4F9-177C-4270-9A14-60236FF377E8}" dt="2026-04-11T05:55:22.874" v="7805" actId="165"/>
          <ac:spMkLst>
            <pc:docMk/>
            <pc:sldMk cId="1487420216" sldId="319"/>
            <ac:spMk id="174" creationId="{98833AEC-0150-476C-977C-4CF7F27CFA70}"/>
          </ac:spMkLst>
        </pc:spChg>
        <pc:spChg chg="mod topLvl">
          <ac:chgData name="昕 许" userId="a2975fcd840abfc3" providerId="LiveId" clId="{49CCD4F9-177C-4270-9A14-60236FF377E8}" dt="2026-04-11T05:55:22.874" v="7805" actId="165"/>
          <ac:spMkLst>
            <pc:docMk/>
            <pc:sldMk cId="1487420216" sldId="319"/>
            <ac:spMk id="175" creationId="{F39CFF0B-A877-AB4D-76A8-004B870114DC}"/>
          </ac:spMkLst>
        </pc:spChg>
        <pc:spChg chg="mod topLvl">
          <ac:chgData name="昕 许" userId="a2975fcd840abfc3" providerId="LiveId" clId="{49CCD4F9-177C-4270-9A14-60236FF377E8}" dt="2026-04-11T05:55:22.874" v="7805" actId="165"/>
          <ac:spMkLst>
            <pc:docMk/>
            <pc:sldMk cId="1487420216" sldId="319"/>
            <ac:spMk id="176" creationId="{9BEAF8D2-5910-4CA1-37A3-9F81504E2164}"/>
          </ac:spMkLst>
        </pc:spChg>
        <pc:spChg chg="mod topLvl">
          <ac:chgData name="昕 许" userId="a2975fcd840abfc3" providerId="LiveId" clId="{49CCD4F9-177C-4270-9A14-60236FF377E8}" dt="2026-04-11T05:55:22.874" v="7805" actId="165"/>
          <ac:spMkLst>
            <pc:docMk/>
            <pc:sldMk cId="1487420216" sldId="319"/>
            <ac:spMk id="177" creationId="{D151EFA6-C964-818E-892F-E245C4748A8E}"/>
          </ac:spMkLst>
        </pc:spChg>
      </pc:sldChg>
      <pc:sldChg chg="delSp modSp add modTransition modAnim">
        <pc:chgData name="昕 许" userId="a2975fcd840abfc3" providerId="LiveId" clId="{49CCD4F9-177C-4270-9A14-60236FF377E8}" dt="2026-04-11T05:55:20.004" v="7804" actId="165"/>
        <pc:sldMkLst>
          <pc:docMk/>
          <pc:sldMk cId="2932760621" sldId="320"/>
        </pc:sldMkLst>
        <pc:spChg chg="mod topLvl">
          <ac:chgData name="昕 许" userId="a2975fcd840abfc3" providerId="LiveId" clId="{49CCD4F9-177C-4270-9A14-60236FF377E8}" dt="2026-04-11T05:52:27.214" v="7783" actId="165"/>
          <ac:spMkLst>
            <pc:docMk/>
            <pc:sldMk cId="2932760621" sldId="320"/>
            <ac:spMk id="155" creationId="{271FC777-DD5A-EF9B-54BC-B12F419FEC4F}"/>
          </ac:spMkLst>
        </pc:spChg>
        <pc:spChg chg="mod topLvl">
          <ac:chgData name="昕 许" userId="a2975fcd840abfc3" providerId="LiveId" clId="{49CCD4F9-177C-4270-9A14-60236FF377E8}" dt="2026-04-11T05:52:27.214" v="7783" actId="165"/>
          <ac:spMkLst>
            <pc:docMk/>
            <pc:sldMk cId="2932760621" sldId="320"/>
            <ac:spMk id="156" creationId="{4C0904B9-6B2B-3172-6651-4D832C1F7F6E}"/>
          </ac:spMkLst>
        </pc:spChg>
        <pc:spChg chg="mod topLvl">
          <ac:chgData name="昕 许" userId="a2975fcd840abfc3" providerId="LiveId" clId="{49CCD4F9-177C-4270-9A14-60236FF377E8}" dt="2026-04-11T05:52:27.214" v="7783" actId="165"/>
          <ac:spMkLst>
            <pc:docMk/>
            <pc:sldMk cId="2932760621" sldId="320"/>
            <ac:spMk id="157" creationId="{9290A141-FEB4-99B2-C72D-9F0C99254EBB}"/>
          </ac:spMkLst>
        </pc:spChg>
        <pc:spChg chg="mod topLvl">
          <ac:chgData name="昕 许" userId="a2975fcd840abfc3" providerId="LiveId" clId="{49CCD4F9-177C-4270-9A14-60236FF377E8}" dt="2026-04-11T05:52:27.214" v="7783" actId="165"/>
          <ac:spMkLst>
            <pc:docMk/>
            <pc:sldMk cId="2932760621" sldId="320"/>
            <ac:spMk id="158" creationId="{4FBBA5B1-F363-ADF5-C6FA-3362A5EA226A}"/>
          </ac:spMkLst>
        </pc:spChg>
        <pc:spChg chg="mod topLvl">
          <ac:chgData name="昕 许" userId="a2975fcd840abfc3" providerId="LiveId" clId="{49CCD4F9-177C-4270-9A14-60236FF377E8}" dt="2026-04-11T05:52:27.214" v="7783" actId="165"/>
          <ac:spMkLst>
            <pc:docMk/>
            <pc:sldMk cId="2932760621" sldId="320"/>
            <ac:spMk id="159" creationId="{4DBFDEC7-0A1A-AB39-A0C4-251BED1A4709}"/>
          </ac:spMkLst>
        </pc:spChg>
        <pc:spChg chg="mod topLvl">
          <ac:chgData name="昕 许" userId="a2975fcd840abfc3" providerId="LiveId" clId="{49CCD4F9-177C-4270-9A14-60236FF377E8}" dt="2026-04-11T05:52:27.214" v="7783" actId="165"/>
          <ac:spMkLst>
            <pc:docMk/>
            <pc:sldMk cId="2932760621" sldId="320"/>
            <ac:spMk id="160" creationId="{43B15E58-2DE5-B885-C14F-36B640C1D3CB}"/>
          </ac:spMkLst>
        </pc:spChg>
        <pc:spChg chg="mod topLvl">
          <ac:chgData name="昕 许" userId="a2975fcd840abfc3" providerId="LiveId" clId="{49CCD4F9-177C-4270-9A14-60236FF377E8}" dt="2026-04-11T05:52:27.214" v="7783" actId="165"/>
          <ac:spMkLst>
            <pc:docMk/>
            <pc:sldMk cId="2932760621" sldId="320"/>
            <ac:spMk id="161" creationId="{86E3287D-C8C1-B00E-0F0E-AA9E5A6A7A6A}"/>
          </ac:spMkLst>
        </pc:spChg>
        <pc:spChg chg="mod topLvl">
          <ac:chgData name="昕 许" userId="a2975fcd840abfc3" providerId="LiveId" clId="{49CCD4F9-177C-4270-9A14-60236FF377E8}" dt="2026-04-11T05:52:27.214" v="7783" actId="165"/>
          <ac:spMkLst>
            <pc:docMk/>
            <pc:sldMk cId="2932760621" sldId="320"/>
            <ac:spMk id="162" creationId="{89AD34D5-788F-A953-1F91-AF309B5F1484}"/>
          </ac:spMkLst>
        </pc:spChg>
        <pc:spChg chg="mod topLvl">
          <ac:chgData name="昕 许" userId="a2975fcd840abfc3" providerId="LiveId" clId="{49CCD4F9-177C-4270-9A14-60236FF377E8}" dt="2026-04-11T05:52:27.214" v="7783" actId="165"/>
          <ac:spMkLst>
            <pc:docMk/>
            <pc:sldMk cId="2932760621" sldId="320"/>
            <ac:spMk id="163" creationId="{EA389165-970F-78DE-4A67-2604BF574E9E}"/>
          </ac:spMkLst>
        </pc:spChg>
        <pc:spChg chg="mod topLvl">
          <ac:chgData name="昕 许" userId="a2975fcd840abfc3" providerId="LiveId" clId="{49CCD4F9-177C-4270-9A14-60236FF377E8}" dt="2026-04-11T05:52:27.214" v="7783" actId="165"/>
          <ac:spMkLst>
            <pc:docMk/>
            <pc:sldMk cId="2932760621" sldId="320"/>
            <ac:spMk id="164" creationId="{59BEFC4F-42E2-7A64-E329-7DABAE3AA9F6}"/>
          </ac:spMkLst>
        </pc:spChg>
        <pc:spChg chg="mod topLvl">
          <ac:chgData name="昕 许" userId="a2975fcd840abfc3" providerId="LiveId" clId="{49CCD4F9-177C-4270-9A14-60236FF377E8}" dt="2026-04-11T05:55:20.004" v="7804" actId="165"/>
          <ac:spMkLst>
            <pc:docMk/>
            <pc:sldMk cId="2932760621" sldId="320"/>
            <ac:spMk id="167" creationId="{F82FC748-37DB-7E9C-80A9-A60ED0840696}"/>
          </ac:spMkLst>
        </pc:spChg>
        <pc:spChg chg="mod topLvl">
          <ac:chgData name="昕 许" userId="a2975fcd840abfc3" providerId="LiveId" clId="{49CCD4F9-177C-4270-9A14-60236FF377E8}" dt="2026-04-11T05:55:20.004" v="7804" actId="165"/>
          <ac:spMkLst>
            <pc:docMk/>
            <pc:sldMk cId="2932760621" sldId="320"/>
            <ac:spMk id="168" creationId="{DBF65240-3DBC-943E-FF3C-697E5CBA5A36}"/>
          </ac:spMkLst>
        </pc:spChg>
        <pc:spChg chg="mod topLvl">
          <ac:chgData name="昕 许" userId="a2975fcd840abfc3" providerId="LiveId" clId="{49CCD4F9-177C-4270-9A14-60236FF377E8}" dt="2026-04-11T05:55:20.004" v="7804" actId="165"/>
          <ac:spMkLst>
            <pc:docMk/>
            <pc:sldMk cId="2932760621" sldId="320"/>
            <ac:spMk id="169" creationId="{0E0A10A4-4FFE-4B94-5FC2-44E2C07A5178}"/>
          </ac:spMkLst>
        </pc:spChg>
        <pc:spChg chg="mod topLvl">
          <ac:chgData name="昕 许" userId="a2975fcd840abfc3" providerId="LiveId" clId="{49CCD4F9-177C-4270-9A14-60236FF377E8}" dt="2026-04-11T05:55:20.004" v="7804" actId="165"/>
          <ac:spMkLst>
            <pc:docMk/>
            <pc:sldMk cId="2932760621" sldId="320"/>
            <ac:spMk id="170" creationId="{36DD7F55-B5A5-A761-8C97-AC5DF3329F60}"/>
          </ac:spMkLst>
        </pc:spChg>
        <pc:spChg chg="mod topLvl">
          <ac:chgData name="昕 许" userId="a2975fcd840abfc3" providerId="LiveId" clId="{49CCD4F9-177C-4270-9A14-60236FF377E8}" dt="2026-04-11T05:55:20.004" v="7804" actId="165"/>
          <ac:spMkLst>
            <pc:docMk/>
            <pc:sldMk cId="2932760621" sldId="320"/>
            <ac:spMk id="172" creationId="{C984A643-494E-83FF-D71C-4E8E93CCCA94}"/>
          </ac:spMkLst>
        </pc:spChg>
        <pc:spChg chg="mod topLvl">
          <ac:chgData name="昕 许" userId="a2975fcd840abfc3" providerId="LiveId" clId="{49CCD4F9-177C-4270-9A14-60236FF377E8}" dt="2026-04-11T05:55:20.004" v="7804" actId="165"/>
          <ac:spMkLst>
            <pc:docMk/>
            <pc:sldMk cId="2932760621" sldId="320"/>
            <ac:spMk id="173" creationId="{851703ED-D963-AE29-D3A1-96C585620C7B}"/>
          </ac:spMkLst>
        </pc:spChg>
        <pc:spChg chg="mod topLvl">
          <ac:chgData name="昕 许" userId="a2975fcd840abfc3" providerId="LiveId" clId="{49CCD4F9-177C-4270-9A14-60236FF377E8}" dt="2026-04-11T05:55:20.004" v="7804" actId="165"/>
          <ac:spMkLst>
            <pc:docMk/>
            <pc:sldMk cId="2932760621" sldId="320"/>
            <ac:spMk id="174" creationId="{929724CB-4111-D81F-A64F-5205481ED646}"/>
          </ac:spMkLst>
        </pc:spChg>
        <pc:spChg chg="mod topLvl">
          <ac:chgData name="昕 许" userId="a2975fcd840abfc3" providerId="LiveId" clId="{49CCD4F9-177C-4270-9A14-60236FF377E8}" dt="2026-04-11T05:55:20.004" v="7804" actId="165"/>
          <ac:spMkLst>
            <pc:docMk/>
            <pc:sldMk cId="2932760621" sldId="320"/>
            <ac:spMk id="175" creationId="{0CA76DF7-E855-1E98-B24C-1957F9C2D209}"/>
          </ac:spMkLst>
        </pc:spChg>
        <pc:spChg chg="mod topLvl">
          <ac:chgData name="昕 许" userId="a2975fcd840abfc3" providerId="LiveId" clId="{49CCD4F9-177C-4270-9A14-60236FF377E8}" dt="2026-04-11T05:55:20.004" v="7804" actId="165"/>
          <ac:spMkLst>
            <pc:docMk/>
            <pc:sldMk cId="2932760621" sldId="320"/>
            <ac:spMk id="176" creationId="{C0049C75-EF84-D6BF-E807-8B3E0C515EAE}"/>
          </ac:spMkLst>
        </pc:spChg>
        <pc:spChg chg="mod topLvl">
          <ac:chgData name="昕 许" userId="a2975fcd840abfc3" providerId="LiveId" clId="{49CCD4F9-177C-4270-9A14-60236FF377E8}" dt="2026-04-11T05:55:20.004" v="7804" actId="165"/>
          <ac:spMkLst>
            <pc:docMk/>
            <pc:sldMk cId="2932760621" sldId="320"/>
            <ac:spMk id="177" creationId="{C9BD05F2-9CDC-5FB5-4691-477411B99E9B}"/>
          </ac:spMkLst>
        </pc:spChg>
      </pc:sldChg>
      <pc:sldChg chg="delSp modSp add mod modTransition">
        <pc:chgData name="昕 许" userId="a2975fcd840abfc3" providerId="LiveId" clId="{49CCD4F9-177C-4270-9A14-60236FF377E8}" dt="2026-04-11T05:55:00.394" v="7800" actId="165"/>
        <pc:sldMkLst>
          <pc:docMk/>
          <pc:sldMk cId="620526375" sldId="321"/>
        </pc:sldMkLst>
        <pc:spChg chg="mod topLvl">
          <ac:chgData name="昕 许" userId="a2975fcd840abfc3" providerId="LiveId" clId="{49CCD4F9-177C-4270-9A14-60236FF377E8}" dt="2026-04-11T05:52:29.448" v="7784" actId="165"/>
          <ac:spMkLst>
            <pc:docMk/>
            <pc:sldMk cId="620526375" sldId="321"/>
            <ac:spMk id="155" creationId="{C52C9AA0-681E-9C55-DDD0-5FD2DDA07E9C}"/>
          </ac:spMkLst>
        </pc:spChg>
        <pc:spChg chg="mod topLvl">
          <ac:chgData name="昕 许" userId="a2975fcd840abfc3" providerId="LiveId" clId="{49CCD4F9-177C-4270-9A14-60236FF377E8}" dt="2026-04-11T05:52:29.448" v="7784" actId="165"/>
          <ac:spMkLst>
            <pc:docMk/>
            <pc:sldMk cId="620526375" sldId="321"/>
            <ac:spMk id="156" creationId="{AA957667-E4F9-09C5-48A3-BBBCBF7A5740}"/>
          </ac:spMkLst>
        </pc:spChg>
        <pc:spChg chg="mod topLvl">
          <ac:chgData name="昕 许" userId="a2975fcd840abfc3" providerId="LiveId" clId="{49CCD4F9-177C-4270-9A14-60236FF377E8}" dt="2026-04-11T05:52:29.448" v="7784" actId="165"/>
          <ac:spMkLst>
            <pc:docMk/>
            <pc:sldMk cId="620526375" sldId="321"/>
            <ac:spMk id="157" creationId="{0ADF7172-32F2-5890-75DC-F82018F3B10B}"/>
          </ac:spMkLst>
        </pc:spChg>
        <pc:spChg chg="mod topLvl">
          <ac:chgData name="昕 许" userId="a2975fcd840abfc3" providerId="LiveId" clId="{49CCD4F9-177C-4270-9A14-60236FF377E8}" dt="2026-04-11T05:52:29.448" v="7784" actId="165"/>
          <ac:spMkLst>
            <pc:docMk/>
            <pc:sldMk cId="620526375" sldId="321"/>
            <ac:spMk id="158" creationId="{C693457C-589D-22A6-AF54-F12C939D591B}"/>
          </ac:spMkLst>
        </pc:spChg>
        <pc:spChg chg="mod topLvl">
          <ac:chgData name="昕 许" userId="a2975fcd840abfc3" providerId="LiveId" clId="{49CCD4F9-177C-4270-9A14-60236FF377E8}" dt="2026-04-11T05:52:29.448" v="7784" actId="165"/>
          <ac:spMkLst>
            <pc:docMk/>
            <pc:sldMk cId="620526375" sldId="321"/>
            <ac:spMk id="159" creationId="{F30EAC64-2B29-08F1-1EA4-8DC8B48EF7BF}"/>
          </ac:spMkLst>
        </pc:spChg>
        <pc:spChg chg="mod topLvl">
          <ac:chgData name="昕 许" userId="a2975fcd840abfc3" providerId="LiveId" clId="{49CCD4F9-177C-4270-9A14-60236FF377E8}" dt="2026-04-11T05:52:29.448" v="7784" actId="165"/>
          <ac:spMkLst>
            <pc:docMk/>
            <pc:sldMk cId="620526375" sldId="321"/>
            <ac:spMk id="160" creationId="{F75CE552-F71B-0B60-87E1-2A77DC274500}"/>
          </ac:spMkLst>
        </pc:spChg>
        <pc:spChg chg="mod topLvl">
          <ac:chgData name="昕 许" userId="a2975fcd840abfc3" providerId="LiveId" clId="{49CCD4F9-177C-4270-9A14-60236FF377E8}" dt="2026-04-11T05:52:29.448" v="7784" actId="165"/>
          <ac:spMkLst>
            <pc:docMk/>
            <pc:sldMk cId="620526375" sldId="321"/>
            <ac:spMk id="162" creationId="{6248B552-CABA-86D4-E4A1-133B9887FD02}"/>
          </ac:spMkLst>
        </pc:spChg>
        <pc:spChg chg="mod topLvl">
          <ac:chgData name="昕 许" userId="a2975fcd840abfc3" providerId="LiveId" clId="{49CCD4F9-177C-4270-9A14-60236FF377E8}" dt="2026-04-11T05:52:29.448" v="7784" actId="165"/>
          <ac:spMkLst>
            <pc:docMk/>
            <pc:sldMk cId="620526375" sldId="321"/>
            <ac:spMk id="163" creationId="{75D6C643-F0FF-2932-7587-27319FCEF559}"/>
          </ac:spMkLst>
        </pc:spChg>
        <pc:spChg chg="mod topLvl">
          <ac:chgData name="昕 许" userId="a2975fcd840abfc3" providerId="LiveId" clId="{49CCD4F9-177C-4270-9A14-60236FF377E8}" dt="2026-04-11T05:52:29.448" v="7784" actId="165"/>
          <ac:spMkLst>
            <pc:docMk/>
            <pc:sldMk cId="620526375" sldId="321"/>
            <ac:spMk id="164" creationId="{BAAE70FB-FD85-A38F-7E01-99E8232DA763}"/>
          </ac:spMkLst>
        </pc:spChg>
        <pc:spChg chg="mod topLvl">
          <ac:chgData name="昕 许" userId="a2975fcd840abfc3" providerId="LiveId" clId="{49CCD4F9-177C-4270-9A14-60236FF377E8}" dt="2026-04-11T05:52:29.448" v="7784" actId="165"/>
          <ac:spMkLst>
            <pc:docMk/>
            <pc:sldMk cId="620526375" sldId="321"/>
            <ac:spMk id="165" creationId="{EEB520C5-9BEF-3AB5-C633-DE2B6DE1EEEC}"/>
          </ac:spMkLst>
        </pc:spChg>
        <pc:spChg chg="mod topLvl">
          <ac:chgData name="昕 许" userId="a2975fcd840abfc3" providerId="LiveId" clId="{49CCD4F9-177C-4270-9A14-60236FF377E8}" dt="2026-04-11T05:55:00.394" v="7800" actId="165"/>
          <ac:spMkLst>
            <pc:docMk/>
            <pc:sldMk cId="620526375" sldId="321"/>
            <ac:spMk id="167" creationId="{3466E6F8-6DDB-B14F-E626-32BA3998ED34}"/>
          </ac:spMkLst>
        </pc:spChg>
        <pc:spChg chg="mod topLvl">
          <ac:chgData name="昕 许" userId="a2975fcd840abfc3" providerId="LiveId" clId="{49CCD4F9-177C-4270-9A14-60236FF377E8}" dt="2026-04-11T05:55:00.394" v="7800" actId="165"/>
          <ac:spMkLst>
            <pc:docMk/>
            <pc:sldMk cId="620526375" sldId="321"/>
            <ac:spMk id="168" creationId="{EF5524D9-C86B-B3EF-E9EA-F5F3E5E49F57}"/>
          </ac:spMkLst>
        </pc:spChg>
        <pc:spChg chg="mod topLvl">
          <ac:chgData name="昕 许" userId="a2975fcd840abfc3" providerId="LiveId" clId="{49CCD4F9-177C-4270-9A14-60236FF377E8}" dt="2026-04-11T05:55:00.394" v="7800" actId="165"/>
          <ac:spMkLst>
            <pc:docMk/>
            <pc:sldMk cId="620526375" sldId="321"/>
            <ac:spMk id="169" creationId="{1F3FA9C1-8A91-14ED-FDFB-E9A859E30213}"/>
          </ac:spMkLst>
        </pc:spChg>
        <pc:spChg chg="mod topLvl">
          <ac:chgData name="昕 许" userId="a2975fcd840abfc3" providerId="LiveId" clId="{49CCD4F9-177C-4270-9A14-60236FF377E8}" dt="2026-04-11T05:55:00.394" v="7800" actId="165"/>
          <ac:spMkLst>
            <pc:docMk/>
            <pc:sldMk cId="620526375" sldId="321"/>
            <ac:spMk id="170" creationId="{00F0E1E2-2409-6893-C8F6-12919AC43B3E}"/>
          </ac:spMkLst>
        </pc:spChg>
        <pc:spChg chg="mod topLvl">
          <ac:chgData name="昕 许" userId="a2975fcd840abfc3" providerId="LiveId" clId="{49CCD4F9-177C-4270-9A14-60236FF377E8}" dt="2026-04-11T05:55:00.394" v="7800" actId="165"/>
          <ac:spMkLst>
            <pc:docMk/>
            <pc:sldMk cId="620526375" sldId="321"/>
            <ac:spMk id="171" creationId="{637FE823-E2B5-9A77-2BA8-71C7DE3E1581}"/>
          </ac:spMkLst>
        </pc:spChg>
        <pc:spChg chg="mod topLvl">
          <ac:chgData name="昕 许" userId="a2975fcd840abfc3" providerId="LiveId" clId="{49CCD4F9-177C-4270-9A14-60236FF377E8}" dt="2026-04-11T05:55:00.394" v="7800" actId="165"/>
          <ac:spMkLst>
            <pc:docMk/>
            <pc:sldMk cId="620526375" sldId="321"/>
            <ac:spMk id="172" creationId="{37685D7B-4C9B-5CBC-945B-A0FD23847AD8}"/>
          </ac:spMkLst>
        </pc:spChg>
        <pc:spChg chg="mod topLvl">
          <ac:chgData name="昕 许" userId="a2975fcd840abfc3" providerId="LiveId" clId="{49CCD4F9-177C-4270-9A14-60236FF377E8}" dt="2026-04-11T05:55:00.394" v="7800" actId="165"/>
          <ac:spMkLst>
            <pc:docMk/>
            <pc:sldMk cId="620526375" sldId="321"/>
            <ac:spMk id="173" creationId="{75D873C4-8DBB-A76F-49EB-DA312BB78EB4}"/>
          </ac:spMkLst>
        </pc:spChg>
        <pc:spChg chg="mod topLvl">
          <ac:chgData name="昕 许" userId="a2975fcd840abfc3" providerId="LiveId" clId="{49CCD4F9-177C-4270-9A14-60236FF377E8}" dt="2026-04-11T05:55:00.394" v="7800" actId="165"/>
          <ac:spMkLst>
            <pc:docMk/>
            <pc:sldMk cId="620526375" sldId="321"/>
            <ac:spMk id="175" creationId="{51C0DD55-84A4-3B2B-6C89-30985A9DD3BC}"/>
          </ac:spMkLst>
        </pc:spChg>
        <pc:spChg chg="mod topLvl">
          <ac:chgData name="昕 许" userId="a2975fcd840abfc3" providerId="LiveId" clId="{49CCD4F9-177C-4270-9A14-60236FF377E8}" dt="2026-04-11T05:55:00.394" v="7800" actId="165"/>
          <ac:spMkLst>
            <pc:docMk/>
            <pc:sldMk cId="620526375" sldId="321"/>
            <ac:spMk id="176" creationId="{F5F8B943-B446-3F15-E638-A56B031585F7}"/>
          </ac:spMkLst>
        </pc:spChg>
        <pc:spChg chg="mod topLvl">
          <ac:chgData name="昕 许" userId="a2975fcd840abfc3" providerId="LiveId" clId="{49CCD4F9-177C-4270-9A14-60236FF377E8}" dt="2026-04-11T05:55:00.394" v="7800" actId="165"/>
          <ac:spMkLst>
            <pc:docMk/>
            <pc:sldMk cId="620526375" sldId="321"/>
            <ac:spMk id="177" creationId="{6DF6D2C3-CCAA-904E-D900-A838DA3FCAAB}"/>
          </ac:spMkLst>
        </pc:spChg>
      </pc:sldChg>
      <pc:sldChg chg="delSp modSp add modTransition modAnim">
        <pc:chgData name="昕 许" userId="a2975fcd840abfc3" providerId="LiveId" clId="{49CCD4F9-177C-4270-9A14-60236FF377E8}" dt="2026-04-11T05:55:26.408" v="7806" actId="165"/>
        <pc:sldMkLst>
          <pc:docMk/>
          <pc:sldMk cId="2193779076" sldId="322"/>
        </pc:sldMkLst>
        <pc:spChg chg="mod topLvl">
          <ac:chgData name="昕 许" userId="a2975fcd840abfc3" providerId="LiveId" clId="{49CCD4F9-177C-4270-9A14-60236FF377E8}" dt="2026-04-11T05:52:21.759" v="7781" actId="165"/>
          <ac:spMkLst>
            <pc:docMk/>
            <pc:sldMk cId="2193779076" sldId="322"/>
            <ac:spMk id="155" creationId="{3CA88110-A43B-C542-FC5F-2D0507DA6015}"/>
          </ac:spMkLst>
        </pc:spChg>
        <pc:spChg chg="mod topLvl">
          <ac:chgData name="昕 许" userId="a2975fcd840abfc3" providerId="LiveId" clId="{49CCD4F9-177C-4270-9A14-60236FF377E8}" dt="2026-04-11T05:52:21.759" v="7781" actId="165"/>
          <ac:spMkLst>
            <pc:docMk/>
            <pc:sldMk cId="2193779076" sldId="322"/>
            <ac:spMk id="156" creationId="{DB3715DF-47D3-3BCA-8D47-4CA6D38EB6F0}"/>
          </ac:spMkLst>
        </pc:spChg>
        <pc:spChg chg="mod topLvl">
          <ac:chgData name="昕 许" userId="a2975fcd840abfc3" providerId="LiveId" clId="{49CCD4F9-177C-4270-9A14-60236FF377E8}" dt="2026-04-11T05:52:21.759" v="7781" actId="165"/>
          <ac:spMkLst>
            <pc:docMk/>
            <pc:sldMk cId="2193779076" sldId="322"/>
            <ac:spMk id="157" creationId="{E20B0E44-0FA8-8ED3-7B7B-763CF21B04B1}"/>
          </ac:spMkLst>
        </pc:spChg>
        <pc:spChg chg="mod topLvl">
          <ac:chgData name="昕 许" userId="a2975fcd840abfc3" providerId="LiveId" clId="{49CCD4F9-177C-4270-9A14-60236FF377E8}" dt="2026-04-11T05:52:21.759" v="7781" actId="165"/>
          <ac:spMkLst>
            <pc:docMk/>
            <pc:sldMk cId="2193779076" sldId="322"/>
            <ac:spMk id="158" creationId="{16141417-9A76-E3F7-3B72-4A419683E1DD}"/>
          </ac:spMkLst>
        </pc:spChg>
        <pc:spChg chg="mod topLvl">
          <ac:chgData name="昕 许" userId="a2975fcd840abfc3" providerId="LiveId" clId="{49CCD4F9-177C-4270-9A14-60236FF377E8}" dt="2026-04-11T05:52:21.759" v="7781" actId="165"/>
          <ac:spMkLst>
            <pc:docMk/>
            <pc:sldMk cId="2193779076" sldId="322"/>
            <ac:spMk id="159" creationId="{F0206FB0-6A2E-3373-56C7-5A57970AD7FD}"/>
          </ac:spMkLst>
        </pc:spChg>
        <pc:spChg chg="mod">
          <ac:chgData name="昕 许" userId="a2975fcd840abfc3" providerId="LiveId" clId="{49CCD4F9-177C-4270-9A14-60236FF377E8}" dt="2026-04-11T05:49:04.803" v="7747" actId="20577"/>
          <ac:spMkLst>
            <pc:docMk/>
            <pc:sldMk cId="2193779076" sldId="322"/>
            <ac:spMk id="160" creationId="{5384905E-E217-A8A2-918A-F4B05327E09F}"/>
          </ac:spMkLst>
        </pc:spChg>
        <pc:spChg chg="mod topLvl">
          <ac:chgData name="昕 许" userId="a2975fcd840abfc3" providerId="LiveId" clId="{49CCD4F9-177C-4270-9A14-60236FF377E8}" dt="2026-04-11T05:52:21.759" v="7781" actId="165"/>
          <ac:spMkLst>
            <pc:docMk/>
            <pc:sldMk cId="2193779076" sldId="322"/>
            <ac:spMk id="161" creationId="{71EF995B-1B1B-8117-27E8-522E41AFAFA8}"/>
          </ac:spMkLst>
        </pc:spChg>
        <pc:spChg chg="mod topLvl">
          <ac:chgData name="昕 许" userId="a2975fcd840abfc3" providerId="LiveId" clId="{49CCD4F9-177C-4270-9A14-60236FF377E8}" dt="2026-04-11T05:52:21.759" v="7781" actId="165"/>
          <ac:spMkLst>
            <pc:docMk/>
            <pc:sldMk cId="2193779076" sldId="322"/>
            <ac:spMk id="162" creationId="{7CA83CC4-B505-72AF-ADEC-098B730FFFBC}"/>
          </ac:spMkLst>
        </pc:spChg>
        <pc:spChg chg="mod topLvl">
          <ac:chgData name="昕 许" userId="a2975fcd840abfc3" providerId="LiveId" clId="{49CCD4F9-177C-4270-9A14-60236FF377E8}" dt="2026-04-11T05:52:21.759" v="7781" actId="165"/>
          <ac:spMkLst>
            <pc:docMk/>
            <pc:sldMk cId="2193779076" sldId="322"/>
            <ac:spMk id="163" creationId="{3F618F45-8E94-F1C4-1D3D-D48BCA91A93E}"/>
          </ac:spMkLst>
        </pc:spChg>
        <pc:spChg chg="mod topLvl">
          <ac:chgData name="昕 许" userId="a2975fcd840abfc3" providerId="LiveId" clId="{49CCD4F9-177C-4270-9A14-60236FF377E8}" dt="2026-04-11T05:52:21.759" v="7781" actId="165"/>
          <ac:spMkLst>
            <pc:docMk/>
            <pc:sldMk cId="2193779076" sldId="322"/>
            <ac:spMk id="164" creationId="{5975930B-ED05-0AFB-46B5-1C5BF0CBCC81}"/>
          </ac:spMkLst>
        </pc:spChg>
        <pc:spChg chg="mod topLvl">
          <ac:chgData name="昕 许" userId="a2975fcd840abfc3" providerId="LiveId" clId="{49CCD4F9-177C-4270-9A14-60236FF377E8}" dt="2026-04-11T05:52:21.759" v="7781" actId="165"/>
          <ac:spMkLst>
            <pc:docMk/>
            <pc:sldMk cId="2193779076" sldId="322"/>
            <ac:spMk id="165" creationId="{E1BD17B1-5473-64F5-C90E-E71C66B745BC}"/>
          </ac:spMkLst>
        </pc:spChg>
        <pc:spChg chg="mod topLvl">
          <ac:chgData name="昕 许" userId="a2975fcd840abfc3" providerId="LiveId" clId="{49CCD4F9-177C-4270-9A14-60236FF377E8}" dt="2026-04-11T05:55:26.408" v="7806" actId="165"/>
          <ac:spMkLst>
            <pc:docMk/>
            <pc:sldMk cId="2193779076" sldId="322"/>
            <ac:spMk id="167" creationId="{23F3BFBE-C90D-94BA-C76D-59DFF7B54B54}"/>
          </ac:spMkLst>
        </pc:spChg>
        <pc:spChg chg="mod topLvl">
          <ac:chgData name="昕 许" userId="a2975fcd840abfc3" providerId="LiveId" clId="{49CCD4F9-177C-4270-9A14-60236FF377E8}" dt="2026-04-11T05:55:26.408" v="7806" actId="165"/>
          <ac:spMkLst>
            <pc:docMk/>
            <pc:sldMk cId="2193779076" sldId="322"/>
            <ac:spMk id="168" creationId="{90B900CD-52D5-7713-DB05-1705B3ACC170}"/>
          </ac:spMkLst>
        </pc:spChg>
        <pc:spChg chg="mod topLvl">
          <ac:chgData name="昕 许" userId="a2975fcd840abfc3" providerId="LiveId" clId="{49CCD4F9-177C-4270-9A14-60236FF377E8}" dt="2026-04-11T05:55:26.408" v="7806" actId="165"/>
          <ac:spMkLst>
            <pc:docMk/>
            <pc:sldMk cId="2193779076" sldId="322"/>
            <ac:spMk id="169" creationId="{1D866554-9975-263F-F303-433E42BF1B13}"/>
          </ac:spMkLst>
        </pc:spChg>
        <pc:spChg chg="mod topLvl">
          <ac:chgData name="昕 许" userId="a2975fcd840abfc3" providerId="LiveId" clId="{49CCD4F9-177C-4270-9A14-60236FF377E8}" dt="2026-04-11T05:55:26.408" v="7806" actId="165"/>
          <ac:spMkLst>
            <pc:docMk/>
            <pc:sldMk cId="2193779076" sldId="322"/>
            <ac:spMk id="171" creationId="{AD7BF0A7-E464-A9D5-AE02-EBEFCB73EDA5}"/>
          </ac:spMkLst>
        </pc:spChg>
        <pc:spChg chg="mod topLvl">
          <ac:chgData name="昕 许" userId="a2975fcd840abfc3" providerId="LiveId" clId="{49CCD4F9-177C-4270-9A14-60236FF377E8}" dt="2026-04-11T05:55:26.408" v="7806" actId="165"/>
          <ac:spMkLst>
            <pc:docMk/>
            <pc:sldMk cId="2193779076" sldId="322"/>
            <ac:spMk id="172" creationId="{6237F3E1-7A1E-E247-24D2-803254CB63B5}"/>
          </ac:spMkLst>
        </pc:spChg>
        <pc:spChg chg="mod topLvl">
          <ac:chgData name="昕 许" userId="a2975fcd840abfc3" providerId="LiveId" clId="{49CCD4F9-177C-4270-9A14-60236FF377E8}" dt="2026-04-11T05:55:26.408" v="7806" actId="165"/>
          <ac:spMkLst>
            <pc:docMk/>
            <pc:sldMk cId="2193779076" sldId="322"/>
            <ac:spMk id="173" creationId="{14461B3B-828E-554B-CD17-B35C51A8A91C}"/>
          </ac:spMkLst>
        </pc:spChg>
        <pc:spChg chg="mod topLvl">
          <ac:chgData name="昕 许" userId="a2975fcd840abfc3" providerId="LiveId" clId="{49CCD4F9-177C-4270-9A14-60236FF377E8}" dt="2026-04-11T05:55:26.408" v="7806" actId="165"/>
          <ac:spMkLst>
            <pc:docMk/>
            <pc:sldMk cId="2193779076" sldId="322"/>
            <ac:spMk id="174" creationId="{ED8CE564-DD71-9784-B3CA-5ADDF29D567E}"/>
          </ac:spMkLst>
        </pc:spChg>
        <pc:spChg chg="mod topLvl">
          <ac:chgData name="昕 许" userId="a2975fcd840abfc3" providerId="LiveId" clId="{49CCD4F9-177C-4270-9A14-60236FF377E8}" dt="2026-04-11T05:55:26.408" v="7806" actId="165"/>
          <ac:spMkLst>
            <pc:docMk/>
            <pc:sldMk cId="2193779076" sldId="322"/>
            <ac:spMk id="175" creationId="{A5FE03AE-C54C-5186-A7C9-F2AFB95A67A8}"/>
          </ac:spMkLst>
        </pc:spChg>
        <pc:spChg chg="mod topLvl">
          <ac:chgData name="昕 许" userId="a2975fcd840abfc3" providerId="LiveId" clId="{49CCD4F9-177C-4270-9A14-60236FF377E8}" dt="2026-04-11T05:55:26.408" v="7806" actId="165"/>
          <ac:spMkLst>
            <pc:docMk/>
            <pc:sldMk cId="2193779076" sldId="322"/>
            <ac:spMk id="176" creationId="{B4490558-204E-0D7A-CA73-8F40E42CF19A}"/>
          </ac:spMkLst>
        </pc:spChg>
        <pc:spChg chg="mod topLvl">
          <ac:chgData name="昕 许" userId="a2975fcd840abfc3" providerId="LiveId" clId="{49CCD4F9-177C-4270-9A14-60236FF377E8}" dt="2026-04-11T05:55:26.408" v="7806" actId="165"/>
          <ac:spMkLst>
            <pc:docMk/>
            <pc:sldMk cId="2193779076" sldId="322"/>
            <ac:spMk id="177" creationId="{D2FA956A-4755-A640-602C-289F02F8F31E}"/>
          </ac:spMkLst>
        </pc:spChg>
      </pc:sldChg>
      <pc:sldChg chg="delSp modSp add modTransition modAnim">
        <pc:chgData name="昕 许" userId="a2975fcd840abfc3" providerId="LiveId" clId="{49CCD4F9-177C-4270-9A14-60236FF377E8}" dt="2026-04-11T05:52:13.789" v="7778" actId="165"/>
        <pc:sldMkLst>
          <pc:docMk/>
          <pc:sldMk cId="628516590" sldId="323"/>
        </pc:sldMkLst>
        <pc:spChg chg="mod topLvl">
          <ac:chgData name="昕 许" userId="a2975fcd840abfc3" providerId="LiveId" clId="{49CCD4F9-177C-4270-9A14-60236FF377E8}" dt="2026-04-11T05:48:13.088" v="7735" actId="165"/>
          <ac:spMkLst>
            <pc:docMk/>
            <pc:sldMk cId="628516590" sldId="323"/>
            <ac:spMk id="141" creationId="{1EAC2BB5-3D89-48F5-EEE7-ABE5983E7DBE}"/>
          </ac:spMkLst>
        </pc:spChg>
        <pc:spChg chg="mod topLvl">
          <ac:chgData name="昕 许" userId="a2975fcd840abfc3" providerId="LiveId" clId="{49CCD4F9-177C-4270-9A14-60236FF377E8}" dt="2026-04-11T05:48:13.088" v="7735" actId="165"/>
          <ac:spMkLst>
            <pc:docMk/>
            <pc:sldMk cId="628516590" sldId="323"/>
            <ac:spMk id="142" creationId="{CCEB9295-EF9E-9FB4-85CB-0B1FD451D8DD}"/>
          </ac:spMkLst>
        </pc:spChg>
        <pc:spChg chg="mod topLvl">
          <ac:chgData name="昕 许" userId="a2975fcd840abfc3" providerId="LiveId" clId="{49CCD4F9-177C-4270-9A14-60236FF377E8}" dt="2026-04-11T05:48:13.088" v="7735" actId="165"/>
          <ac:spMkLst>
            <pc:docMk/>
            <pc:sldMk cId="628516590" sldId="323"/>
            <ac:spMk id="143" creationId="{77B83176-DCF9-6527-89C9-2014BB6E5C18}"/>
          </ac:spMkLst>
        </pc:spChg>
        <pc:spChg chg="mod topLvl">
          <ac:chgData name="昕 许" userId="a2975fcd840abfc3" providerId="LiveId" clId="{49CCD4F9-177C-4270-9A14-60236FF377E8}" dt="2026-04-11T05:48:13.088" v="7735" actId="165"/>
          <ac:spMkLst>
            <pc:docMk/>
            <pc:sldMk cId="628516590" sldId="323"/>
            <ac:spMk id="144" creationId="{4CDC27D3-3E86-2102-E81E-D1360F4E68AB}"/>
          </ac:spMkLst>
        </pc:spChg>
        <pc:spChg chg="mod topLvl">
          <ac:chgData name="昕 许" userId="a2975fcd840abfc3" providerId="LiveId" clId="{49CCD4F9-177C-4270-9A14-60236FF377E8}" dt="2026-04-11T05:48:13.088" v="7735" actId="165"/>
          <ac:spMkLst>
            <pc:docMk/>
            <pc:sldMk cId="628516590" sldId="323"/>
            <ac:spMk id="145" creationId="{D7B5637D-2334-DCE3-9E74-0CB5CCA443B8}"/>
          </ac:spMkLst>
        </pc:spChg>
        <pc:spChg chg="mod topLvl">
          <ac:chgData name="昕 许" userId="a2975fcd840abfc3" providerId="LiveId" clId="{49CCD4F9-177C-4270-9A14-60236FF377E8}" dt="2026-04-11T05:48:13.088" v="7735" actId="165"/>
          <ac:spMkLst>
            <pc:docMk/>
            <pc:sldMk cId="628516590" sldId="323"/>
            <ac:spMk id="146" creationId="{EEA86A87-1539-0690-7C21-F2B5545A1F1C}"/>
          </ac:spMkLst>
        </pc:spChg>
        <pc:spChg chg="mod topLvl">
          <ac:chgData name="昕 许" userId="a2975fcd840abfc3" providerId="LiveId" clId="{49CCD4F9-177C-4270-9A14-60236FF377E8}" dt="2026-04-11T05:48:13.088" v="7735" actId="165"/>
          <ac:spMkLst>
            <pc:docMk/>
            <pc:sldMk cId="628516590" sldId="323"/>
            <ac:spMk id="147" creationId="{5539A3C0-751D-0508-FFF5-84ACB5DA9999}"/>
          </ac:spMkLst>
        </pc:spChg>
        <pc:spChg chg="mod topLvl">
          <ac:chgData name="昕 许" userId="a2975fcd840abfc3" providerId="LiveId" clId="{49CCD4F9-177C-4270-9A14-60236FF377E8}" dt="2026-04-11T05:48:13.088" v="7735" actId="165"/>
          <ac:spMkLst>
            <pc:docMk/>
            <pc:sldMk cId="628516590" sldId="323"/>
            <ac:spMk id="148" creationId="{D455C0E3-51D7-CC2D-9CBE-DBB5F1BD8D5A}"/>
          </ac:spMkLst>
        </pc:spChg>
        <pc:spChg chg="mod topLvl">
          <ac:chgData name="昕 许" userId="a2975fcd840abfc3" providerId="LiveId" clId="{49CCD4F9-177C-4270-9A14-60236FF377E8}" dt="2026-04-11T05:48:13.088" v="7735" actId="165"/>
          <ac:spMkLst>
            <pc:docMk/>
            <pc:sldMk cId="628516590" sldId="323"/>
            <ac:spMk id="149" creationId="{E2340B50-B672-ACCC-89B1-63F5C9994DE2}"/>
          </ac:spMkLst>
        </pc:spChg>
        <pc:spChg chg="mod topLvl">
          <ac:chgData name="昕 许" userId="a2975fcd840abfc3" providerId="LiveId" clId="{49CCD4F9-177C-4270-9A14-60236FF377E8}" dt="2026-04-11T05:48:13.088" v="7735" actId="165"/>
          <ac:spMkLst>
            <pc:docMk/>
            <pc:sldMk cId="628516590" sldId="323"/>
            <ac:spMk id="152" creationId="{035524A6-1A84-384D-8449-320D9CDE0C6D}"/>
          </ac:spMkLst>
        </pc:spChg>
        <pc:spChg chg="mod topLvl">
          <ac:chgData name="昕 许" userId="a2975fcd840abfc3" providerId="LiveId" clId="{49CCD4F9-177C-4270-9A14-60236FF377E8}" dt="2026-04-11T05:52:13.789" v="7778" actId="165"/>
          <ac:spMkLst>
            <pc:docMk/>
            <pc:sldMk cId="628516590" sldId="323"/>
            <ac:spMk id="155" creationId="{F407139E-1EDE-AE4C-DDA7-4872314C4DD9}"/>
          </ac:spMkLst>
        </pc:spChg>
        <pc:spChg chg="mod topLvl">
          <ac:chgData name="昕 许" userId="a2975fcd840abfc3" providerId="LiveId" clId="{49CCD4F9-177C-4270-9A14-60236FF377E8}" dt="2026-04-11T05:52:13.789" v="7778" actId="165"/>
          <ac:spMkLst>
            <pc:docMk/>
            <pc:sldMk cId="628516590" sldId="323"/>
            <ac:spMk id="156" creationId="{5F14E0EC-5133-F270-6CE6-1C98BAC85CEF}"/>
          </ac:spMkLst>
        </pc:spChg>
        <pc:spChg chg="mod topLvl">
          <ac:chgData name="昕 许" userId="a2975fcd840abfc3" providerId="LiveId" clId="{49CCD4F9-177C-4270-9A14-60236FF377E8}" dt="2026-04-11T05:52:13.789" v="7778" actId="165"/>
          <ac:spMkLst>
            <pc:docMk/>
            <pc:sldMk cId="628516590" sldId="323"/>
            <ac:spMk id="157" creationId="{4D52D301-277D-2196-2A6C-644A884F1A99}"/>
          </ac:spMkLst>
        </pc:spChg>
        <pc:spChg chg="mod topLvl">
          <ac:chgData name="昕 许" userId="a2975fcd840abfc3" providerId="LiveId" clId="{49CCD4F9-177C-4270-9A14-60236FF377E8}" dt="2026-04-11T05:52:13.789" v="7778" actId="165"/>
          <ac:spMkLst>
            <pc:docMk/>
            <pc:sldMk cId="628516590" sldId="323"/>
            <ac:spMk id="158" creationId="{16E81255-CCAC-A2BC-0294-11FF112A2530}"/>
          </ac:spMkLst>
        </pc:spChg>
        <pc:spChg chg="mod topLvl">
          <ac:chgData name="昕 许" userId="a2975fcd840abfc3" providerId="LiveId" clId="{49CCD4F9-177C-4270-9A14-60236FF377E8}" dt="2026-04-11T05:52:13.789" v="7778" actId="165"/>
          <ac:spMkLst>
            <pc:docMk/>
            <pc:sldMk cId="628516590" sldId="323"/>
            <ac:spMk id="159" creationId="{2B6CE3B8-9D9F-F735-EF0D-ADD4BF40E560}"/>
          </ac:spMkLst>
        </pc:spChg>
        <pc:spChg chg="mod topLvl">
          <ac:chgData name="昕 许" userId="a2975fcd840abfc3" providerId="LiveId" clId="{49CCD4F9-177C-4270-9A14-60236FF377E8}" dt="2026-04-11T05:52:13.789" v="7778" actId="165"/>
          <ac:spMkLst>
            <pc:docMk/>
            <pc:sldMk cId="628516590" sldId="323"/>
            <ac:spMk id="160" creationId="{891C9544-4E2B-758C-18D8-8B50F167BB95}"/>
          </ac:spMkLst>
        </pc:spChg>
        <pc:spChg chg="mod topLvl">
          <ac:chgData name="昕 许" userId="a2975fcd840abfc3" providerId="LiveId" clId="{49CCD4F9-177C-4270-9A14-60236FF377E8}" dt="2026-04-11T05:52:13.789" v="7778" actId="165"/>
          <ac:spMkLst>
            <pc:docMk/>
            <pc:sldMk cId="628516590" sldId="323"/>
            <ac:spMk id="161" creationId="{E5AB9D76-6699-A5E3-2684-7CB00946F6E6}"/>
          </ac:spMkLst>
        </pc:spChg>
        <pc:spChg chg="mod topLvl">
          <ac:chgData name="昕 许" userId="a2975fcd840abfc3" providerId="LiveId" clId="{49CCD4F9-177C-4270-9A14-60236FF377E8}" dt="2026-04-11T05:52:13.789" v="7778" actId="165"/>
          <ac:spMkLst>
            <pc:docMk/>
            <pc:sldMk cId="628516590" sldId="323"/>
            <ac:spMk id="162" creationId="{04E8CD7F-6416-D3CA-8E5B-4A046FBC7A31}"/>
          </ac:spMkLst>
        </pc:spChg>
        <pc:spChg chg="mod topLvl">
          <ac:chgData name="昕 许" userId="a2975fcd840abfc3" providerId="LiveId" clId="{49CCD4F9-177C-4270-9A14-60236FF377E8}" dt="2026-04-11T05:52:13.789" v="7778" actId="165"/>
          <ac:spMkLst>
            <pc:docMk/>
            <pc:sldMk cId="628516590" sldId="323"/>
            <ac:spMk id="163" creationId="{BA2A3789-CBAA-777B-8ADC-DE7FA4288210}"/>
          </ac:spMkLst>
        </pc:spChg>
        <pc:spChg chg="mod topLvl">
          <ac:chgData name="昕 许" userId="a2975fcd840abfc3" providerId="LiveId" clId="{49CCD4F9-177C-4270-9A14-60236FF377E8}" dt="2026-04-11T05:52:13.789" v="7778" actId="165"/>
          <ac:spMkLst>
            <pc:docMk/>
            <pc:sldMk cId="628516590" sldId="323"/>
            <ac:spMk id="164" creationId="{849A212A-0188-DAE1-F1A4-F176EE594348}"/>
          </ac:spMkLst>
        </pc:spChg>
      </pc:sldChg>
      <pc:sldChg chg="delSp modSp add modTransition modAnim">
        <pc:chgData name="昕 许" userId="a2975fcd840abfc3" providerId="LiveId" clId="{49CCD4F9-177C-4270-9A14-60236FF377E8}" dt="2026-04-11T05:52:16.112" v="7779" actId="165"/>
        <pc:sldMkLst>
          <pc:docMk/>
          <pc:sldMk cId="2595761395" sldId="324"/>
        </pc:sldMkLst>
        <pc:spChg chg="mod topLvl">
          <ac:chgData name="昕 许" userId="a2975fcd840abfc3" providerId="LiveId" clId="{49CCD4F9-177C-4270-9A14-60236FF377E8}" dt="2026-04-11T05:52:16.112" v="7779" actId="165"/>
          <ac:spMkLst>
            <pc:docMk/>
            <pc:sldMk cId="2595761395" sldId="324"/>
            <ac:spMk id="155" creationId="{7A3D213B-7D32-23AE-0DB7-E5B4144EF66C}"/>
          </ac:spMkLst>
        </pc:spChg>
        <pc:spChg chg="mod topLvl">
          <ac:chgData name="昕 许" userId="a2975fcd840abfc3" providerId="LiveId" clId="{49CCD4F9-177C-4270-9A14-60236FF377E8}" dt="2026-04-11T05:52:16.112" v="7779" actId="165"/>
          <ac:spMkLst>
            <pc:docMk/>
            <pc:sldMk cId="2595761395" sldId="324"/>
            <ac:spMk id="156" creationId="{1C4140B4-FC65-B807-774C-CB5703E003E8}"/>
          </ac:spMkLst>
        </pc:spChg>
        <pc:spChg chg="mod topLvl">
          <ac:chgData name="昕 许" userId="a2975fcd840abfc3" providerId="LiveId" clId="{49CCD4F9-177C-4270-9A14-60236FF377E8}" dt="2026-04-11T05:52:16.112" v="7779" actId="165"/>
          <ac:spMkLst>
            <pc:docMk/>
            <pc:sldMk cId="2595761395" sldId="324"/>
            <ac:spMk id="157" creationId="{5C09B599-8207-8211-A81D-D67DDFD0F666}"/>
          </ac:spMkLst>
        </pc:spChg>
        <pc:spChg chg="mod topLvl">
          <ac:chgData name="昕 许" userId="a2975fcd840abfc3" providerId="LiveId" clId="{49CCD4F9-177C-4270-9A14-60236FF377E8}" dt="2026-04-11T05:52:16.112" v="7779" actId="165"/>
          <ac:spMkLst>
            <pc:docMk/>
            <pc:sldMk cId="2595761395" sldId="324"/>
            <ac:spMk id="158" creationId="{029AFEE5-8105-096D-7C4C-CEA3B6D5EF90}"/>
          </ac:spMkLst>
        </pc:spChg>
        <pc:spChg chg="mod topLvl">
          <ac:chgData name="昕 许" userId="a2975fcd840abfc3" providerId="LiveId" clId="{49CCD4F9-177C-4270-9A14-60236FF377E8}" dt="2026-04-11T05:52:16.112" v="7779" actId="165"/>
          <ac:spMkLst>
            <pc:docMk/>
            <pc:sldMk cId="2595761395" sldId="324"/>
            <ac:spMk id="159" creationId="{1FE70706-0E10-9F7A-1494-2E2F24A1EE1D}"/>
          </ac:spMkLst>
        </pc:spChg>
        <pc:spChg chg="mod topLvl">
          <ac:chgData name="昕 许" userId="a2975fcd840abfc3" providerId="LiveId" clId="{49CCD4F9-177C-4270-9A14-60236FF377E8}" dt="2026-04-11T05:52:16.112" v="7779" actId="165"/>
          <ac:spMkLst>
            <pc:docMk/>
            <pc:sldMk cId="2595761395" sldId="324"/>
            <ac:spMk id="160" creationId="{41B80A27-8506-7EA3-2052-EA4D693F25D4}"/>
          </ac:spMkLst>
        </pc:spChg>
        <pc:spChg chg="mod topLvl">
          <ac:chgData name="昕 许" userId="a2975fcd840abfc3" providerId="LiveId" clId="{49CCD4F9-177C-4270-9A14-60236FF377E8}" dt="2026-04-11T05:52:16.112" v="7779" actId="165"/>
          <ac:spMkLst>
            <pc:docMk/>
            <pc:sldMk cId="2595761395" sldId="324"/>
            <ac:spMk id="161" creationId="{8DAE5997-C4A0-1A5F-3175-184AAADA3575}"/>
          </ac:spMkLst>
        </pc:spChg>
        <pc:spChg chg="mod topLvl">
          <ac:chgData name="昕 许" userId="a2975fcd840abfc3" providerId="LiveId" clId="{49CCD4F9-177C-4270-9A14-60236FF377E8}" dt="2026-04-11T05:52:16.112" v="7779" actId="165"/>
          <ac:spMkLst>
            <pc:docMk/>
            <pc:sldMk cId="2595761395" sldId="324"/>
            <ac:spMk id="162" creationId="{B736CE8E-814C-6044-01AA-7B135B8B7776}"/>
          </ac:spMkLst>
        </pc:spChg>
        <pc:spChg chg="mod topLvl">
          <ac:chgData name="昕 许" userId="a2975fcd840abfc3" providerId="LiveId" clId="{49CCD4F9-177C-4270-9A14-60236FF377E8}" dt="2026-04-11T05:52:16.112" v="7779" actId="165"/>
          <ac:spMkLst>
            <pc:docMk/>
            <pc:sldMk cId="2595761395" sldId="324"/>
            <ac:spMk id="163" creationId="{567F7E6A-FF7B-610A-BD7B-3CA8A8ED2EBA}"/>
          </ac:spMkLst>
        </pc:spChg>
        <pc:spChg chg="mod topLvl">
          <ac:chgData name="昕 许" userId="a2975fcd840abfc3" providerId="LiveId" clId="{49CCD4F9-177C-4270-9A14-60236FF377E8}" dt="2026-04-11T05:52:16.112" v="7779" actId="165"/>
          <ac:spMkLst>
            <pc:docMk/>
            <pc:sldMk cId="2595761395" sldId="324"/>
            <ac:spMk id="164" creationId="{034B7DFD-4AC6-18AC-2895-32F8FDDF9547}"/>
          </ac:spMkLst>
        </pc:spChg>
      </pc:sldChg>
      <pc:sldChg chg="delSp modSp add mod">
        <pc:chgData name="昕 许" userId="a2975fcd840abfc3" providerId="LiveId" clId="{49CCD4F9-177C-4270-9A14-60236FF377E8}" dt="2026-04-11T05:55:03.074" v="7801" actId="165"/>
        <pc:sldMkLst>
          <pc:docMk/>
          <pc:sldMk cId="718657076" sldId="326"/>
        </pc:sldMkLst>
        <pc:spChg chg="mod topLvl">
          <ac:chgData name="昕 许" userId="a2975fcd840abfc3" providerId="LiveId" clId="{49CCD4F9-177C-4270-9A14-60236FF377E8}" dt="2026-04-11T05:55:03.074" v="7801" actId="165"/>
          <ac:spMkLst>
            <pc:docMk/>
            <pc:sldMk cId="718657076" sldId="326"/>
            <ac:spMk id="167" creationId="{2B419126-547A-F9CD-4CD9-12DA942A1F71}"/>
          </ac:spMkLst>
        </pc:spChg>
        <pc:spChg chg="mod topLvl">
          <ac:chgData name="昕 许" userId="a2975fcd840abfc3" providerId="LiveId" clId="{49CCD4F9-177C-4270-9A14-60236FF377E8}" dt="2026-04-11T05:55:03.074" v="7801" actId="165"/>
          <ac:spMkLst>
            <pc:docMk/>
            <pc:sldMk cId="718657076" sldId="326"/>
            <ac:spMk id="168" creationId="{E4491325-C59C-79DC-6F03-2185C923DFDB}"/>
          </ac:spMkLst>
        </pc:spChg>
        <pc:spChg chg="mod topLvl">
          <ac:chgData name="昕 许" userId="a2975fcd840abfc3" providerId="LiveId" clId="{49CCD4F9-177C-4270-9A14-60236FF377E8}" dt="2026-04-11T05:55:03.074" v="7801" actId="165"/>
          <ac:spMkLst>
            <pc:docMk/>
            <pc:sldMk cId="718657076" sldId="326"/>
            <ac:spMk id="169" creationId="{8E188E08-BD6D-B2AB-835D-4EB3FDD4322C}"/>
          </ac:spMkLst>
        </pc:spChg>
        <pc:spChg chg="mod topLvl">
          <ac:chgData name="昕 许" userId="a2975fcd840abfc3" providerId="LiveId" clId="{49CCD4F9-177C-4270-9A14-60236FF377E8}" dt="2026-04-11T05:55:03.074" v="7801" actId="165"/>
          <ac:spMkLst>
            <pc:docMk/>
            <pc:sldMk cId="718657076" sldId="326"/>
            <ac:spMk id="170" creationId="{D889813D-6D38-3ECB-1412-755A08AF554F}"/>
          </ac:spMkLst>
        </pc:spChg>
        <pc:spChg chg="mod topLvl">
          <ac:chgData name="昕 许" userId="a2975fcd840abfc3" providerId="LiveId" clId="{49CCD4F9-177C-4270-9A14-60236FF377E8}" dt="2026-04-11T05:55:03.074" v="7801" actId="165"/>
          <ac:spMkLst>
            <pc:docMk/>
            <pc:sldMk cId="718657076" sldId="326"/>
            <ac:spMk id="172" creationId="{71D19EC0-933C-FCB6-5010-B7D32C7EB930}"/>
          </ac:spMkLst>
        </pc:spChg>
        <pc:spChg chg="mod topLvl">
          <ac:chgData name="昕 许" userId="a2975fcd840abfc3" providerId="LiveId" clId="{49CCD4F9-177C-4270-9A14-60236FF377E8}" dt="2026-04-11T05:55:03.074" v="7801" actId="165"/>
          <ac:spMkLst>
            <pc:docMk/>
            <pc:sldMk cId="718657076" sldId="326"/>
            <ac:spMk id="173" creationId="{D502B0BB-5E6A-CB1E-820D-46F91A294377}"/>
          </ac:spMkLst>
        </pc:spChg>
        <pc:spChg chg="mod topLvl">
          <ac:chgData name="昕 许" userId="a2975fcd840abfc3" providerId="LiveId" clId="{49CCD4F9-177C-4270-9A14-60236FF377E8}" dt="2026-04-11T05:55:03.074" v="7801" actId="165"/>
          <ac:spMkLst>
            <pc:docMk/>
            <pc:sldMk cId="718657076" sldId="326"/>
            <ac:spMk id="174" creationId="{4DFBBDDA-4B0F-4C33-8A9E-B3D7BF6F7713}"/>
          </ac:spMkLst>
        </pc:spChg>
        <pc:spChg chg="mod topLvl">
          <ac:chgData name="昕 许" userId="a2975fcd840abfc3" providerId="LiveId" clId="{49CCD4F9-177C-4270-9A14-60236FF377E8}" dt="2026-04-11T05:55:03.074" v="7801" actId="165"/>
          <ac:spMkLst>
            <pc:docMk/>
            <pc:sldMk cId="718657076" sldId="326"/>
            <ac:spMk id="175" creationId="{D2404848-1252-9624-1AB1-37121E191E2C}"/>
          </ac:spMkLst>
        </pc:spChg>
        <pc:spChg chg="mod topLvl">
          <ac:chgData name="昕 许" userId="a2975fcd840abfc3" providerId="LiveId" clId="{49CCD4F9-177C-4270-9A14-60236FF377E8}" dt="2026-04-11T05:55:03.074" v="7801" actId="165"/>
          <ac:spMkLst>
            <pc:docMk/>
            <pc:sldMk cId="718657076" sldId="326"/>
            <ac:spMk id="176" creationId="{818E6940-A020-9804-604E-0B4B98F541F3}"/>
          </ac:spMkLst>
        </pc:spChg>
        <pc:spChg chg="mod topLvl">
          <ac:chgData name="昕 许" userId="a2975fcd840abfc3" providerId="LiveId" clId="{49CCD4F9-177C-4270-9A14-60236FF377E8}" dt="2026-04-11T05:55:03.074" v="7801" actId="165"/>
          <ac:spMkLst>
            <pc:docMk/>
            <pc:sldMk cId="718657076" sldId="326"/>
            <ac:spMk id="177" creationId="{50AE4911-4EF3-C29A-5D99-D9FB37B85112}"/>
          </ac:spMkLst>
        </pc:spChg>
      </pc:sldChg>
      <pc:sldChg chg="delSp modSp add">
        <pc:chgData name="昕 许" userId="a2975fcd840abfc3" providerId="LiveId" clId="{49CCD4F9-177C-4270-9A14-60236FF377E8}" dt="2026-04-11T05:55:05.740" v="7802" actId="165"/>
        <pc:sldMkLst>
          <pc:docMk/>
          <pc:sldMk cId="2224235181" sldId="327"/>
        </pc:sldMkLst>
        <pc:spChg chg="mod topLvl">
          <ac:chgData name="昕 许" userId="a2975fcd840abfc3" providerId="LiveId" clId="{49CCD4F9-177C-4270-9A14-60236FF377E8}" dt="2026-04-11T05:55:05.740" v="7802" actId="165"/>
          <ac:spMkLst>
            <pc:docMk/>
            <pc:sldMk cId="2224235181" sldId="327"/>
            <ac:spMk id="167" creationId="{EF6730B9-B689-A5EF-DEA1-26FD94EAA047}"/>
          </ac:spMkLst>
        </pc:spChg>
        <pc:spChg chg="mod topLvl">
          <ac:chgData name="昕 许" userId="a2975fcd840abfc3" providerId="LiveId" clId="{49CCD4F9-177C-4270-9A14-60236FF377E8}" dt="2026-04-11T05:55:05.740" v="7802" actId="165"/>
          <ac:spMkLst>
            <pc:docMk/>
            <pc:sldMk cId="2224235181" sldId="327"/>
            <ac:spMk id="168" creationId="{15A59F35-69C8-5B59-86ED-3A90E2F22FAF}"/>
          </ac:spMkLst>
        </pc:spChg>
        <pc:spChg chg="mod topLvl">
          <ac:chgData name="昕 许" userId="a2975fcd840abfc3" providerId="LiveId" clId="{49CCD4F9-177C-4270-9A14-60236FF377E8}" dt="2026-04-11T05:55:05.740" v="7802" actId="165"/>
          <ac:spMkLst>
            <pc:docMk/>
            <pc:sldMk cId="2224235181" sldId="327"/>
            <ac:spMk id="169" creationId="{285ABD38-6890-87E5-2CCB-415C003621D3}"/>
          </ac:spMkLst>
        </pc:spChg>
        <pc:spChg chg="mod topLvl">
          <ac:chgData name="昕 许" userId="a2975fcd840abfc3" providerId="LiveId" clId="{49CCD4F9-177C-4270-9A14-60236FF377E8}" dt="2026-04-11T05:55:05.740" v="7802" actId="165"/>
          <ac:spMkLst>
            <pc:docMk/>
            <pc:sldMk cId="2224235181" sldId="327"/>
            <ac:spMk id="171" creationId="{0C9CE4F2-9C1C-7233-6665-396F6FAD48ED}"/>
          </ac:spMkLst>
        </pc:spChg>
        <pc:spChg chg="mod topLvl">
          <ac:chgData name="昕 许" userId="a2975fcd840abfc3" providerId="LiveId" clId="{49CCD4F9-177C-4270-9A14-60236FF377E8}" dt="2026-04-11T05:55:05.740" v="7802" actId="165"/>
          <ac:spMkLst>
            <pc:docMk/>
            <pc:sldMk cId="2224235181" sldId="327"/>
            <ac:spMk id="172" creationId="{EDB1B277-4DFF-C9B8-9C58-15E31E4C716D}"/>
          </ac:spMkLst>
        </pc:spChg>
        <pc:spChg chg="mod topLvl">
          <ac:chgData name="昕 许" userId="a2975fcd840abfc3" providerId="LiveId" clId="{49CCD4F9-177C-4270-9A14-60236FF377E8}" dt="2026-04-11T05:55:05.740" v="7802" actId="165"/>
          <ac:spMkLst>
            <pc:docMk/>
            <pc:sldMk cId="2224235181" sldId="327"/>
            <ac:spMk id="173" creationId="{1F090A99-5B62-48FD-8373-ACE161216E77}"/>
          </ac:spMkLst>
        </pc:spChg>
        <pc:spChg chg="mod topLvl">
          <ac:chgData name="昕 许" userId="a2975fcd840abfc3" providerId="LiveId" clId="{49CCD4F9-177C-4270-9A14-60236FF377E8}" dt="2026-04-11T05:55:05.740" v="7802" actId="165"/>
          <ac:spMkLst>
            <pc:docMk/>
            <pc:sldMk cId="2224235181" sldId="327"/>
            <ac:spMk id="174" creationId="{E6F96D84-13D9-B697-9D76-1E6F80D92523}"/>
          </ac:spMkLst>
        </pc:spChg>
        <pc:spChg chg="mod topLvl">
          <ac:chgData name="昕 许" userId="a2975fcd840abfc3" providerId="LiveId" clId="{49CCD4F9-177C-4270-9A14-60236FF377E8}" dt="2026-04-11T05:55:05.740" v="7802" actId="165"/>
          <ac:spMkLst>
            <pc:docMk/>
            <pc:sldMk cId="2224235181" sldId="327"/>
            <ac:spMk id="175" creationId="{43EA5424-A5CB-3C7F-062D-151808C48754}"/>
          </ac:spMkLst>
        </pc:spChg>
        <pc:spChg chg="mod topLvl">
          <ac:chgData name="昕 许" userId="a2975fcd840abfc3" providerId="LiveId" clId="{49CCD4F9-177C-4270-9A14-60236FF377E8}" dt="2026-04-11T05:55:05.740" v="7802" actId="165"/>
          <ac:spMkLst>
            <pc:docMk/>
            <pc:sldMk cId="2224235181" sldId="327"/>
            <ac:spMk id="176" creationId="{5C2D7C13-923E-E601-F6CD-FF7CE1642A91}"/>
          </ac:spMkLst>
        </pc:spChg>
        <pc:spChg chg="mod topLvl">
          <ac:chgData name="昕 许" userId="a2975fcd840abfc3" providerId="LiveId" clId="{49CCD4F9-177C-4270-9A14-60236FF377E8}" dt="2026-04-11T05:55:05.740" v="7802" actId="165"/>
          <ac:spMkLst>
            <pc:docMk/>
            <pc:sldMk cId="2224235181" sldId="327"/>
            <ac:spMk id="177" creationId="{2903FB99-888F-3B2C-2593-2426B11B2C76}"/>
          </ac:spMkLst>
        </pc:spChg>
      </pc:sldChg>
      <pc:sldChg chg="delSp modSp add">
        <pc:chgData name="昕 许" userId="a2975fcd840abfc3" providerId="LiveId" clId="{49CCD4F9-177C-4270-9A14-60236FF377E8}" dt="2026-04-11T05:55:07.604" v="7803" actId="165"/>
        <pc:sldMkLst>
          <pc:docMk/>
          <pc:sldMk cId="1187281875" sldId="328"/>
        </pc:sldMkLst>
        <pc:spChg chg="mod topLvl">
          <ac:chgData name="昕 许" userId="a2975fcd840abfc3" providerId="LiveId" clId="{49CCD4F9-177C-4270-9A14-60236FF377E8}" dt="2026-04-11T05:55:07.604" v="7803" actId="165"/>
          <ac:spMkLst>
            <pc:docMk/>
            <pc:sldMk cId="1187281875" sldId="328"/>
            <ac:spMk id="167" creationId="{A7FDDAD9-BD6D-541E-7E3C-C481F946A3D0}"/>
          </ac:spMkLst>
        </pc:spChg>
        <pc:spChg chg="mod topLvl">
          <ac:chgData name="昕 许" userId="a2975fcd840abfc3" providerId="LiveId" clId="{49CCD4F9-177C-4270-9A14-60236FF377E8}" dt="2026-04-11T05:55:07.604" v="7803" actId="165"/>
          <ac:spMkLst>
            <pc:docMk/>
            <pc:sldMk cId="1187281875" sldId="328"/>
            <ac:spMk id="168" creationId="{1EEC6E0E-C601-BF29-25F9-DC5C2A75031B}"/>
          </ac:spMkLst>
        </pc:spChg>
        <pc:spChg chg="mod topLvl">
          <ac:chgData name="昕 许" userId="a2975fcd840abfc3" providerId="LiveId" clId="{49CCD4F9-177C-4270-9A14-60236FF377E8}" dt="2026-04-11T05:55:07.604" v="7803" actId="165"/>
          <ac:spMkLst>
            <pc:docMk/>
            <pc:sldMk cId="1187281875" sldId="328"/>
            <ac:spMk id="169" creationId="{1C0BA94D-6062-AAF7-5746-97E0F6143B35}"/>
          </ac:spMkLst>
        </pc:spChg>
        <pc:spChg chg="mod topLvl">
          <ac:chgData name="昕 许" userId="a2975fcd840abfc3" providerId="LiveId" clId="{49CCD4F9-177C-4270-9A14-60236FF377E8}" dt="2026-04-11T05:55:07.604" v="7803" actId="165"/>
          <ac:spMkLst>
            <pc:docMk/>
            <pc:sldMk cId="1187281875" sldId="328"/>
            <ac:spMk id="170" creationId="{CC1A6E9F-66BA-57AE-B450-A8B6CBF9C192}"/>
          </ac:spMkLst>
        </pc:spChg>
        <pc:spChg chg="mod topLvl">
          <ac:chgData name="昕 许" userId="a2975fcd840abfc3" providerId="LiveId" clId="{49CCD4F9-177C-4270-9A14-60236FF377E8}" dt="2026-04-11T05:55:07.604" v="7803" actId="165"/>
          <ac:spMkLst>
            <pc:docMk/>
            <pc:sldMk cId="1187281875" sldId="328"/>
            <ac:spMk id="171" creationId="{993F4F85-67B9-410C-176C-A53C755672F2}"/>
          </ac:spMkLst>
        </pc:spChg>
        <pc:spChg chg="mod topLvl">
          <ac:chgData name="昕 许" userId="a2975fcd840abfc3" providerId="LiveId" clId="{49CCD4F9-177C-4270-9A14-60236FF377E8}" dt="2026-04-11T05:55:07.604" v="7803" actId="165"/>
          <ac:spMkLst>
            <pc:docMk/>
            <pc:sldMk cId="1187281875" sldId="328"/>
            <ac:spMk id="173" creationId="{7CB83422-F261-A32F-06E1-CCCBDCDDCA0A}"/>
          </ac:spMkLst>
        </pc:spChg>
        <pc:spChg chg="mod topLvl">
          <ac:chgData name="昕 许" userId="a2975fcd840abfc3" providerId="LiveId" clId="{49CCD4F9-177C-4270-9A14-60236FF377E8}" dt="2026-04-11T05:55:07.604" v="7803" actId="165"/>
          <ac:spMkLst>
            <pc:docMk/>
            <pc:sldMk cId="1187281875" sldId="328"/>
            <ac:spMk id="174" creationId="{623F87DC-5B2F-E7FC-F701-336577020EB6}"/>
          </ac:spMkLst>
        </pc:spChg>
        <pc:spChg chg="mod topLvl">
          <ac:chgData name="昕 许" userId="a2975fcd840abfc3" providerId="LiveId" clId="{49CCD4F9-177C-4270-9A14-60236FF377E8}" dt="2026-04-11T05:55:07.604" v="7803" actId="165"/>
          <ac:spMkLst>
            <pc:docMk/>
            <pc:sldMk cId="1187281875" sldId="328"/>
            <ac:spMk id="175" creationId="{A8DBC6A9-5451-B4C6-527D-99CE71DDCE14}"/>
          </ac:spMkLst>
        </pc:spChg>
        <pc:spChg chg="mod topLvl">
          <ac:chgData name="昕 许" userId="a2975fcd840abfc3" providerId="LiveId" clId="{49CCD4F9-177C-4270-9A14-60236FF377E8}" dt="2026-04-11T05:55:07.604" v="7803" actId="165"/>
          <ac:spMkLst>
            <pc:docMk/>
            <pc:sldMk cId="1187281875" sldId="328"/>
            <ac:spMk id="176" creationId="{6E5E6344-6E98-FB2E-A37A-B70D8CF69D47}"/>
          </ac:spMkLst>
        </pc:spChg>
        <pc:spChg chg="mod topLvl">
          <ac:chgData name="昕 许" userId="a2975fcd840abfc3" providerId="LiveId" clId="{49CCD4F9-177C-4270-9A14-60236FF377E8}" dt="2026-04-11T05:55:07.604" v="7803" actId="165"/>
          <ac:spMkLst>
            <pc:docMk/>
            <pc:sldMk cId="1187281875" sldId="328"/>
            <ac:spMk id="177" creationId="{27ED7B90-3FC4-632C-F89E-D97ED380F4A6}"/>
          </ac:spMkLst>
        </pc:spChg>
      </pc:sldChg>
      <pc:sldChg chg="addSp delSp modSp add mod">
        <pc:chgData name="昕 许" userId="a2975fcd840abfc3" providerId="LiveId" clId="{49CCD4F9-177C-4270-9A14-60236FF377E8}" dt="2026-04-11T06:32:57.419" v="7820" actId="1076"/>
        <pc:sldMkLst>
          <pc:docMk/>
          <pc:sldMk cId="4164303909" sldId="329"/>
        </pc:sldMkLst>
        <pc:spChg chg="add mod">
          <ac:chgData name="昕 许" userId="a2975fcd840abfc3" providerId="LiveId" clId="{49CCD4F9-177C-4270-9A14-60236FF377E8}" dt="2026-04-11T06:32:57.419" v="7820" actId="1076"/>
          <ac:spMkLst>
            <pc:docMk/>
            <pc:sldMk cId="4164303909" sldId="329"/>
            <ac:spMk id="2" creationId="{5CC2A9EA-0061-8F69-AA96-EA7075A2F2FA}"/>
          </ac:spMkLst>
        </pc:spChg>
      </pc:sldChg>
      <pc:sldChg chg="addSp modSp add mod modAnim">
        <pc:chgData name="昕 许" userId="a2975fcd840abfc3" providerId="LiveId" clId="{49CCD4F9-177C-4270-9A14-60236FF377E8}" dt="2026-04-11T06:33:58.413" v="7824"/>
        <pc:sldMkLst>
          <pc:docMk/>
          <pc:sldMk cId="3382074454" sldId="330"/>
        </pc:sldMkLst>
        <pc:spChg chg="mod">
          <ac:chgData name="昕 许" userId="a2975fcd840abfc3" providerId="LiveId" clId="{49CCD4F9-177C-4270-9A14-60236FF377E8}" dt="2026-04-11T06:32:24.812" v="7819" actId="14100"/>
          <ac:spMkLst>
            <pc:docMk/>
            <pc:sldMk cId="3382074454" sldId="330"/>
            <ac:spMk id="2" creationId="{78336700-4861-EC18-D975-C4DC5D08FED6}"/>
          </ac:spMkLst>
        </pc:spChg>
        <pc:spChg chg="add mod">
          <ac:chgData name="昕 许" userId="a2975fcd840abfc3" providerId="LiveId" clId="{49CCD4F9-177C-4270-9A14-60236FF377E8}" dt="2026-04-11T06:33:52.418" v="7823" actId="1076"/>
          <ac:spMkLst>
            <pc:docMk/>
            <pc:sldMk cId="3382074454" sldId="330"/>
            <ac:spMk id="3" creationId="{2D78686A-EA86-7A44-A3AE-FD587C389647}"/>
          </ac:spMkLst>
        </pc:spChg>
      </pc:sldChg>
      <pc:sldChg chg="addSp delSp modSp add mod">
        <pc:chgData name="昕 许" userId="a2975fcd840abfc3" providerId="LiveId" clId="{49CCD4F9-177C-4270-9A14-60236FF377E8}" dt="2026-04-11T06:56:03.682" v="7984" actId="208"/>
        <pc:sldMkLst>
          <pc:docMk/>
          <pc:sldMk cId="1681665527" sldId="331"/>
        </pc:sldMkLst>
        <pc:spChg chg="add mod">
          <ac:chgData name="昕 许" userId="a2975fcd840abfc3" providerId="LiveId" clId="{49CCD4F9-177C-4270-9A14-60236FF377E8}" dt="2026-04-11T06:54:07.465" v="7846" actId="14100"/>
          <ac:spMkLst>
            <pc:docMk/>
            <pc:sldMk cId="1681665527" sldId="331"/>
            <ac:spMk id="9" creationId="{C4E74C68-A597-6802-67B6-C2DE0A973D5C}"/>
          </ac:spMkLst>
        </pc:spChg>
        <pc:spChg chg="add mod">
          <ac:chgData name="昕 许" userId="a2975fcd840abfc3" providerId="LiveId" clId="{49CCD4F9-177C-4270-9A14-60236FF377E8}" dt="2026-04-11T06:54:38.602" v="7904" actId="1076"/>
          <ac:spMkLst>
            <pc:docMk/>
            <pc:sldMk cId="1681665527" sldId="331"/>
            <ac:spMk id="10" creationId="{81AECA0A-CD30-ED23-D425-FEDEEBBA862F}"/>
          </ac:spMkLst>
        </pc:spChg>
        <pc:spChg chg="add mod">
          <ac:chgData name="昕 许" userId="a2975fcd840abfc3" providerId="LiveId" clId="{49CCD4F9-177C-4270-9A14-60236FF377E8}" dt="2026-04-11T06:55:41.890" v="7980" actId="20577"/>
          <ac:spMkLst>
            <pc:docMk/>
            <pc:sldMk cId="1681665527" sldId="331"/>
            <ac:spMk id="13" creationId="{1F9E7C7F-FDBF-1DC8-E58D-A067912391A5}"/>
          </ac:spMkLst>
        </pc:spChg>
        <pc:cxnChg chg="add mod">
          <ac:chgData name="昕 许" userId="a2975fcd840abfc3" providerId="LiveId" clId="{49CCD4F9-177C-4270-9A14-60236FF377E8}" dt="2026-04-11T06:54:49.232" v="7907" actId="1582"/>
          <ac:cxnSpMkLst>
            <pc:docMk/>
            <pc:sldMk cId="1681665527" sldId="331"/>
            <ac:cxnSpMk id="12" creationId="{70689066-2D09-8D27-7AE2-6F987701F8E4}"/>
          </ac:cxnSpMkLst>
        </pc:cxnChg>
        <pc:cxnChg chg="add mod">
          <ac:chgData name="昕 许" userId="a2975fcd840abfc3" providerId="LiveId" clId="{49CCD4F9-177C-4270-9A14-60236FF377E8}" dt="2026-04-11T06:55:41.638" v="7979" actId="20577"/>
          <ac:cxnSpMkLst>
            <pc:docMk/>
            <pc:sldMk cId="1681665527" sldId="331"/>
            <ac:cxnSpMk id="14" creationId="{ED88A661-D747-AA96-2580-9986FE35F92F}"/>
          </ac:cxnSpMkLst>
        </pc:cxnChg>
        <pc:cxnChg chg="add mod">
          <ac:chgData name="昕 许" userId="a2975fcd840abfc3" providerId="LiveId" clId="{49CCD4F9-177C-4270-9A14-60236FF377E8}" dt="2026-04-11T06:56:03.682" v="7984" actId="208"/>
          <ac:cxnSpMkLst>
            <pc:docMk/>
            <pc:sldMk cId="1681665527" sldId="331"/>
            <ac:cxnSpMk id="16" creationId="{3D704891-9445-13C3-D366-27AC43855D8E}"/>
          </ac:cxnSpMkLst>
        </pc:cxnChg>
      </pc:sldChg>
      <pc:sldChg chg="addSp delSp modSp add mod">
        <pc:chgData name="昕 许" userId="a2975fcd840abfc3" providerId="LiveId" clId="{49CCD4F9-177C-4270-9A14-60236FF377E8}" dt="2026-04-11T06:59:51.710" v="8066" actId="1076"/>
        <pc:sldMkLst>
          <pc:docMk/>
          <pc:sldMk cId="4266435905" sldId="332"/>
        </pc:sldMkLst>
        <pc:spChg chg="add mod">
          <ac:chgData name="昕 许" userId="a2975fcd840abfc3" providerId="LiveId" clId="{49CCD4F9-177C-4270-9A14-60236FF377E8}" dt="2026-04-11T06:59:27.091" v="8040" actId="14100"/>
          <ac:spMkLst>
            <pc:docMk/>
            <pc:sldMk cId="4266435905" sldId="332"/>
            <ac:spMk id="21" creationId="{4FE38C1A-65F9-E9F5-DFA3-6EA88D4F121C}"/>
          </ac:spMkLst>
        </pc:spChg>
        <pc:spChg chg="add mod">
          <ac:chgData name="昕 许" userId="a2975fcd840abfc3" providerId="LiveId" clId="{49CCD4F9-177C-4270-9A14-60236FF377E8}" dt="2026-04-11T06:59:21.375" v="8038" actId="1076"/>
          <ac:spMkLst>
            <pc:docMk/>
            <pc:sldMk cId="4266435905" sldId="332"/>
            <ac:spMk id="22" creationId="{A59D3C8C-E65C-7D66-2193-DA9D1D7FEAA3}"/>
          </ac:spMkLst>
        </pc:spChg>
        <pc:spChg chg="mod">
          <ac:chgData name="昕 许" userId="a2975fcd840abfc3" providerId="LiveId" clId="{49CCD4F9-177C-4270-9A14-60236FF377E8}" dt="2026-04-11T06:59:45.133" v="8060" actId="20577"/>
          <ac:spMkLst>
            <pc:docMk/>
            <pc:sldMk cId="4266435905" sldId="332"/>
            <ac:spMk id="141" creationId="{49FC62A8-A259-204C-A29D-4B14B46D79E2}"/>
          </ac:spMkLst>
        </pc:spChg>
        <pc:spChg chg="mod">
          <ac:chgData name="昕 许" userId="a2975fcd840abfc3" providerId="LiveId" clId="{49CCD4F9-177C-4270-9A14-60236FF377E8}" dt="2026-04-11T06:59:45.133" v="8060" actId="20577"/>
          <ac:spMkLst>
            <pc:docMk/>
            <pc:sldMk cId="4266435905" sldId="332"/>
            <ac:spMk id="142" creationId="{FDF710F8-CC09-7214-E678-47766D745750}"/>
          </ac:spMkLst>
        </pc:spChg>
        <pc:spChg chg="mod">
          <ac:chgData name="昕 许" userId="a2975fcd840abfc3" providerId="LiveId" clId="{49CCD4F9-177C-4270-9A14-60236FF377E8}" dt="2026-04-11T06:59:45.133" v="8060" actId="20577"/>
          <ac:spMkLst>
            <pc:docMk/>
            <pc:sldMk cId="4266435905" sldId="332"/>
            <ac:spMk id="143" creationId="{F0C9674B-E667-778A-29FC-AD7E90733926}"/>
          </ac:spMkLst>
        </pc:spChg>
        <pc:spChg chg="mod">
          <ac:chgData name="昕 许" userId="a2975fcd840abfc3" providerId="LiveId" clId="{49CCD4F9-177C-4270-9A14-60236FF377E8}" dt="2026-04-11T06:59:45.133" v="8060" actId="20577"/>
          <ac:spMkLst>
            <pc:docMk/>
            <pc:sldMk cId="4266435905" sldId="332"/>
            <ac:spMk id="145" creationId="{6FC4ADE8-3451-FC2C-717E-BE9B9F0EAFFA}"/>
          </ac:spMkLst>
        </pc:spChg>
        <pc:spChg chg="mod">
          <ac:chgData name="昕 许" userId="a2975fcd840abfc3" providerId="LiveId" clId="{49CCD4F9-177C-4270-9A14-60236FF377E8}" dt="2026-04-11T06:59:45.133" v="8060" actId="20577"/>
          <ac:spMkLst>
            <pc:docMk/>
            <pc:sldMk cId="4266435905" sldId="332"/>
            <ac:spMk id="146" creationId="{5844D46C-783D-1D14-5A4C-0F81D346BEAE}"/>
          </ac:spMkLst>
        </pc:spChg>
        <pc:spChg chg="mod">
          <ac:chgData name="昕 许" userId="a2975fcd840abfc3" providerId="LiveId" clId="{49CCD4F9-177C-4270-9A14-60236FF377E8}" dt="2026-04-11T06:59:45.133" v="8060" actId="20577"/>
          <ac:spMkLst>
            <pc:docMk/>
            <pc:sldMk cId="4266435905" sldId="332"/>
            <ac:spMk id="147" creationId="{2F236596-ADD2-1EA1-4034-64E89563E518}"/>
          </ac:spMkLst>
        </pc:spChg>
        <pc:spChg chg="mod">
          <ac:chgData name="昕 许" userId="a2975fcd840abfc3" providerId="LiveId" clId="{49CCD4F9-177C-4270-9A14-60236FF377E8}" dt="2026-04-11T06:59:45.133" v="8060" actId="20577"/>
          <ac:spMkLst>
            <pc:docMk/>
            <pc:sldMk cId="4266435905" sldId="332"/>
            <ac:spMk id="149" creationId="{8E6E079A-30F0-1B87-C227-F0331BB1C863}"/>
          </ac:spMkLst>
        </pc:spChg>
        <pc:spChg chg="mod">
          <ac:chgData name="昕 许" userId="a2975fcd840abfc3" providerId="LiveId" clId="{49CCD4F9-177C-4270-9A14-60236FF377E8}" dt="2026-04-11T06:59:45.133" v="8060" actId="20577"/>
          <ac:spMkLst>
            <pc:docMk/>
            <pc:sldMk cId="4266435905" sldId="332"/>
            <ac:spMk id="150" creationId="{85EC1BC9-078C-0812-BB44-615DE07C7FC9}"/>
          </ac:spMkLst>
        </pc:spChg>
        <pc:spChg chg="mod">
          <ac:chgData name="昕 许" userId="a2975fcd840abfc3" providerId="LiveId" clId="{49CCD4F9-177C-4270-9A14-60236FF377E8}" dt="2026-04-11T06:59:45.133" v="8060" actId="20577"/>
          <ac:spMkLst>
            <pc:docMk/>
            <pc:sldMk cId="4266435905" sldId="332"/>
            <ac:spMk id="152" creationId="{3FD5FF9E-980E-DCA0-055A-A5B2B1063F10}"/>
          </ac:spMkLst>
        </pc:spChg>
        <pc:spChg chg="mod">
          <ac:chgData name="昕 许" userId="a2975fcd840abfc3" providerId="LiveId" clId="{49CCD4F9-177C-4270-9A14-60236FF377E8}" dt="2026-04-11T06:59:48.986" v="8065" actId="20577"/>
          <ac:spMkLst>
            <pc:docMk/>
            <pc:sldMk cId="4266435905" sldId="332"/>
            <ac:spMk id="155" creationId="{50F6BD03-7C1D-E905-60EA-DCB8C86C4921}"/>
          </ac:spMkLst>
        </pc:spChg>
        <pc:spChg chg="mod">
          <ac:chgData name="昕 许" userId="a2975fcd840abfc3" providerId="LiveId" clId="{49CCD4F9-177C-4270-9A14-60236FF377E8}" dt="2026-04-11T06:59:48.986" v="8065" actId="20577"/>
          <ac:spMkLst>
            <pc:docMk/>
            <pc:sldMk cId="4266435905" sldId="332"/>
            <ac:spMk id="156" creationId="{9C049BD0-6BAB-C49A-B4F8-457FBD3640B2}"/>
          </ac:spMkLst>
        </pc:spChg>
        <pc:spChg chg="mod">
          <ac:chgData name="昕 许" userId="a2975fcd840abfc3" providerId="LiveId" clId="{49CCD4F9-177C-4270-9A14-60236FF377E8}" dt="2026-04-11T06:59:48.986" v="8065" actId="20577"/>
          <ac:spMkLst>
            <pc:docMk/>
            <pc:sldMk cId="4266435905" sldId="332"/>
            <ac:spMk id="157" creationId="{4481EF80-20D8-4DB8-4A23-0CAA877C40AA}"/>
          </ac:spMkLst>
        </pc:spChg>
        <pc:spChg chg="mod">
          <ac:chgData name="昕 许" userId="a2975fcd840abfc3" providerId="LiveId" clId="{49CCD4F9-177C-4270-9A14-60236FF377E8}" dt="2026-04-11T06:59:48.986" v="8065" actId="20577"/>
          <ac:spMkLst>
            <pc:docMk/>
            <pc:sldMk cId="4266435905" sldId="332"/>
            <ac:spMk id="158" creationId="{E053637C-9CF0-02D1-7995-4A87696EE8F2}"/>
          </ac:spMkLst>
        </pc:spChg>
        <pc:spChg chg="mod">
          <ac:chgData name="昕 许" userId="a2975fcd840abfc3" providerId="LiveId" clId="{49CCD4F9-177C-4270-9A14-60236FF377E8}" dt="2026-04-11T06:59:48.986" v="8065" actId="20577"/>
          <ac:spMkLst>
            <pc:docMk/>
            <pc:sldMk cId="4266435905" sldId="332"/>
            <ac:spMk id="159" creationId="{31C2E73A-6BF3-88F5-31E0-9126246FA5C0}"/>
          </ac:spMkLst>
        </pc:spChg>
        <pc:spChg chg="mod">
          <ac:chgData name="昕 许" userId="a2975fcd840abfc3" providerId="LiveId" clId="{49CCD4F9-177C-4270-9A14-60236FF377E8}" dt="2026-04-11T06:59:48.986" v="8065" actId="20577"/>
          <ac:spMkLst>
            <pc:docMk/>
            <pc:sldMk cId="4266435905" sldId="332"/>
            <ac:spMk id="160" creationId="{87512770-7A1E-DFB1-4A4C-1554685C443B}"/>
          </ac:spMkLst>
        </pc:spChg>
        <pc:spChg chg="mod">
          <ac:chgData name="昕 许" userId="a2975fcd840abfc3" providerId="LiveId" clId="{49CCD4F9-177C-4270-9A14-60236FF377E8}" dt="2026-04-11T06:59:48.986" v="8065" actId="20577"/>
          <ac:spMkLst>
            <pc:docMk/>
            <pc:sldMk cId="4266435905" sldId="332"/>
            <ac:spMk id="161" creationId="{64CE96D3-8BD5-00EC-3087-8F2D6F4F04E9}"/>
          </ac:spMkLst>
        </pc:spChg>
        <pc:spChg chg="mod">
          <ac:chgData name="昕 许" userId="a2975fcd840abfc3" providerId="LiveId" clId="{49CCD4F9-177C-4270-9A14-60236FF377E8}" dt="2026-04-11T06:59:48.986" v="8065" actId="20577"/>
          <ac:spMkLst>
            <pc:docMk/>
            <pc:sldMk cId="4266435905" sldId="332"/>
            <ac:spMk id="162" creationId="{AA0AC7E7-0A96-BC09-E709-8EA1357758E6}"/>
          </ac:spMkLst>
        </pc:spChg>
        <pc:spChg chg="mod">
          <ac:chgData name="昕 许" userId="a2975fcd840abfc3" providerId="LiveId" clId="{49CCD4F9-177C-4270-9A14-60236FF377E8}" dt="2026-04-11T06:59:48.986" v="8065" actId="20577"/>
          <ac:spMkLst>
            <pc:docMk/>
            <pc:sldMk cId="4266435905" sldId="332"/>
            <ac:spMk id="163" creationId="{A0CDB19B-1596-B8DF-6A0E-A92A272BE38F}"/>
          </ac:spMkLst>
        </pc:spChg>
        <pc:spChg chg="mod">
          <ac:chgData name="昕 许" userId="a2975fcd840abfc3" providerId="LiveId" clId="{49CCD4F9-177C-4270-9A14-60236FF377E8}" dt="2026-04-11T06:59:51.710" v="8066" actId="1076"/>
          <ac:spMkLst>
            <pc:docMk/>
            <pc:sldMk cId="4266435905" sldId="332"/>
            <ac:spMk id="165" creationId="{81ABB608-B150-CAA2-9CEA-30165BE15EE7}"/>
          </ac:spMkLst>
        </pc:spChg>
        <pc:grpChg chg="mod">
          <ac:chgData name="昕 许" userId="a2975fcd840abfc3" providerId="LiveId" clId="{49CCD4F9-177C-4270-9A14-60236FF377E8}" dt="2026-04-11T06:59:45.133" v="8060" actId="20577"/>
          <ac:grpSpMkLst>
            <pc:docMk/>
            <pc:sldMk cId="4266435905" sldId="332"/>
            <ac:grpSpMk id="153" creationId="{B88FE74A-443B-485C-7A2C-1D0C60FCFE89}"/>
          </ac:grpSpMkLst>
        </pc:grpChg>
        <pc:cxnChg chg="add mod">
          <ac:chgData name="昕 许" userId="a2975fcd840abfc3" providerId="LiveId" clId="{49CCD4F9-177C-4270-9A14-60236FF377E8}" dt="2026-04-11T06:57:50.959" v="8008" actId="14100"/>
          <ac:cxnSpMkLst>
            <pc:docMk/>
            <pc:sldMk cId="4266435905" sldId="332"/>
            <ac:cxnSpMk id="4" creationId="{5D7D6DB3-9E2B-8B18-4936-C29BCB5CA7D3}"/>
          </ac:cxnSpMkLst>
        </pc:cxnChg>
        <pc:cxnChg chg="add mod">
          <ac:chgData name="昕 许" userId="a2975fcd840abfc3" providerId="LiveId" clId="{49CCD4F9-177C-4270-9A14-60236FF377E8}" dt="2026-04-11T06:57:54.800" v="8009" actId="14100"/>
          <ac:cxnSpMkLst>
            <pc:docMk/>
            <pc:sldMk cId="4266435905" sldId="332"/>
            <ac:cxnSpMk id="15" creationId="{305D2706-60E1-4388-7A58-D7919361B0CF}"/>
          </ac:cxnSpMkLst>
        </pc:cxnChg>
      </pc:sldChg>
      <pc:sldChg chg="addSp delSp modSp add mod">
        <pc:chgData name="昕 许" userId="a2975fcd840abfc3" providerId="LiveId" clId="{49CCD4F9-177C-4270-9A14-60236FF377E8}" dt="2026-04-11T07:13:10.353" v="8433" actId="1076"/>
        <pc:sldMkLst>
          <pc:docMk/>
          <pc:sldMk cId="2747467791" sldId="333"/>
        </pc:sldMkLst>
        <pc:spChg chg="add mod">
          <ac:chgData name="昕 许" userId="a2975fcd840abfc3" providerId="LiveId" clId="{49CCD4F9-177C-4270-9A14-60236FF377E8}" dt="2026-04-11T07:03:15.501" v="8171" actId="1076"/>
          <ac:spMkLst>
            <pc:docMk/>
            <pc:sldMk cId="2747467791" sldId="333"/>
            <ac:spMk id="2" creationId="{E6BDA8CC-8579-44A7-27F8-187392B5E640}"/>
          </ac:spMkLst>
        </pc:spChg>
        <pc:spChg chg="add mod">
          <ac:chgData name="昕 许" userId="a2975fcd840abfc3" providerId="LiveId" clId="{49CCD4F9-177C-4270-9A14-60236FF377E8}" dt="2026-04-11T07:03:15.501" v="8171" actId="1076"/>
          <ac:spMkLst>
            <pc:docMk/>
            <pc:sldMk cId="2747467791" sldId="333"/>
            <ac:spMk id="10" creationId="{DED58008-C584-F978-7BDE-6328F4700A6B}"/>
          </ac:spMkLst>
        </pc:spChg>
        <pc:spChg chg="add mod">
          <ac:chgData name="昕 许" userId="a2975fcd840abfc3" providerId="LiveId" clId="{49CCD4F9-177C-4270-9A14-60236FF377E8}" dt="2026-04-11T07:03:15.501" v="8171" actId="1076"/>
          <ac:spMkLst>
            <pc:docMk/>
            <pc:sldMk cId="2747467791" sldId="333"/>
            <ac:spMk id="11" creationId="{93767FB4-213B-FFC6-DBB9-03BBB8DFFC0D}"/>
          </ac:spMkLst>
        </pc:spChg>
        <pc:spChg chg="mod">
          <ac:chgData name="昕 许" userId="a2975fcd840abfc3" providerId="LiveId" clId="{49CCD4F9-177C-4270-9A14-60236FF377E8}" dt="2026-04-11T07:03:15.841" v="8172"/>
          <ac:spMkLst>
            <pc:docMk/>
            <pc:sldMk cId="2747467791" sldId="333"/>
            <ac:spMk id="14" creationId="{E9BE5BAC-6B2A-58A4-5E7B-8E1E15AA03C9}"/>
          </ac:spMkLst>
        </pc:spChg>
        <pc:spChg chg="mod">
          <ac:chgData name="昕 许" userId="a2975fcd840abfc3" providerId="LiveId" clId="{49CCD4F9-177C-4270-9A14-60236FF377E8}" dt="2026-04-11T07:04:12.719" v="8197" actId="208"/>
          <ac:spMkLst>
            <pc:docMk/>
            <pc:sldMk cId="2747467791" sldId="333"/>
            <ac:spMk id="16" creationId="{0ACA9AEC-8B82-12DE-CA4A-B9FC0835BB2B}"/>
          </ac:spMkLst>
        </pc:spChg>
        <pc:spChg chg="mod">
          <ac:chgData name="昕 许" userId="a2975fcd840abfc3" providerId="LiveId" clId="{49CCD4F9-177C-4270-9A14-60236FF377E8}" dt="2026-04-11T07:03:15.841" v="8172"/>
          <ac:spMkLst>
            <pc:docMk/>
            <pc:sldMk cId="2747467791" sldId="333"/>
            <ac:spMk id="17" creationId="{162971FB-CD29-70AD-5B08-942B8FE0A211}"/>
          </ac:spMkLst>
        </pc:spChg>
        <pc:spChg chg="mod">
          <ac:chgData name="昕 许" userId="a2975fcd840abfc3" providerId="LiveId" clId="{49CCD4F9-177C-4270-9A14-60236FF377E8}" dt="2026-04-11T07:03:15.841" v="8172"/>
          <ac:spMkLst>
            <pc:docMk/>
            <pc:sldMk cId="2747467791" sldId="333"/>
            <ac:spMk id="18" creationId="{63995DD0-5B45-EF4E-5BC6-6CEB0CBD743C}"/>
          </ac:spMkLst>
        </pc:spChg>
        <pc:spChg chg="mod">
          <ac:chgData name="昕 许" userId="a2975fcd840abfc3" providerId="LiveId" clId="{49CCD4F9-177C-4270-9A14-60236FF377E8}" dt="2026-04-11T07:03:15.841" v="8172"/>
          <ac:spMkLst>
            <pc:docMk/>
            <pc:sldMk cId="2747467791" sldId="333"/>
            <ac:spMk id="19" creationId="{ED400D2D-0B67-4954-4867-9E29CD7D6824}"/>
          </ac:spMkLst>
        </pc:spChg>
        <pc:spChg chg="mod">
          <ac:chgData name="昕 许" userId="a2975fcd840abfc3" providerId="LiveId" clId="{49CCD4F9-177C-4270-9A14-60236FF377E8}" dt="2026-04-11T07:03:15.841" v="8172"/>
          <ac:spMkLst>
            <pc:docMk/>
            <pc:sldMk cId="2747467791" sldId="333"/>
            <ac:spMk id="20" creationId="{EFDA8FA6-EB95-C7C1-7C0E-969D3C3420F8}"/>
          </ac:spMkLst>
        </pc:spChg>
        <pc:spChg chg="mod">
          <ac:chgData name="昕 许" userId="a2975fcd840abfc3" providerId="LiveId" clId="{49CCD4F9-177C-4270-9A14-60236FF377E8}" dt="2026-04-11T07:03:15.841" v="8172"/>
          <ac:spMkLst>
            <pc:docMk/>
            <pc:sldMk cId="2747467791" sldId="333"/>
            <ac:spMk id="23" creationId="{DEB6E02F-2D28-9387-1635-ED4D6ABA373A}"/>
          </ac:spMkLst>
        </pc:spChg>
        <pc:spChg chg="mod">
          <ac:chgData name="昕 许" userId="a2975fcd840abfc3" providerId="LiveId" clId="{49CCD4F9-177C-4270-9A14-60236FF377E8}" dt="2026-04-11T07:03:27.229" v="8175" actId="208"/>
          <ac:spMkLst>
            <pc:docMk/>
            <pc:sldMk cId="2747467791" sldId="333"/>
            <ac:spMk id="24" creationId="{EDF6214B-879E-459E-AFBF-9DF257F462AC}"/>
          </ac:spMkLst>
        </pc:spChg>
        <pc:spChg chg="add mod">
          <ac:chgData name="昕 许" userId="a2975fcd840abfc3" providerId="LiveId" clId="{49CCD4F9-177C-4270-9A14-60236FF377E8}" dt="2026-04-11T07:09:38.420" v="8317" actId="1076"/>
          <ac:spMkLst>
            <pc:docMk/>
            <pc:sldMk cId="2747467791" sldId="333"/>
            <ac:spMk id="31" creationId="{1343CBE5-89AA-86C8-34DF-F4EC71F55013}"/>
          </ac:spMkLst>
        </pc:spChg>
        <pc:spChg chg="add mod">
          <ac:chgData name="昕 许" userId="a2975fcd840abfc3" providerId="LiveId" clId="{49CCD4F9-177C-4270-9A14-60236FF377E8}" dt="2026-04-11T07:09:38.420" v="8317" actId="1076"/>
          <ac:spMkLst>
            <pc:docMk/>
            <pc:sldMk cId="2747467791" sldId="333"/>
            <ac:spMk id="32" creationId="{687C613A-1EF7-08EA-0B60-5C14ADC0C2B6}"/>
          </ac:spMkLst>
        </pc:spChg>
        <pc:spChg chg="add mod">
          <ac:chgData name="昕 许" userId="a2975fcd840abfc3" providerId="LiveId" clId="{49CCD4F9-177C-4270-9A14-60236FF377E8}" dt="2026-04-11T07:09:38.420" v="8317" actId="1076"/>
          <ac:spMkLst>
            <pc:docMk/>
            <pc:sldMk cId="2747467791" sldId="333"/>
            <ac:spMk id="36" creationId="{325D1610-EE29-F5B5-1206-4949E27C0D4E}"/>
          </ac:spMkLst>
        </pc:spChg>
        <pc:spChg chg="add mod">
          <ac:chgData name="昕 许" userId="a2975fcd840abfc3" providerId="LiveId" clId="{49CCD4F9-177C-4270-9A14-60236FF377E8}" dt="2026-04-11T07:09:38.420" v="8317" actId="1076"/>
          <ac:spMkLst>
            <pc:docMk/>
            <pc:sldMk cId="2747467791" sldId="333"/>
            <ac:spMk id="37" creationId="{18B1823A-D701-E82F-BC56-A3F92C520B1C}"/>
          </ac:spMkLst>
        </pc:spChg>
        <pc:spChg chg="add mod">
          <ac:chgData name="昕 许" userId="a2975fcd840abfc3" providerId="LiveId" clId="{49CCD4F9-177C-4270-9A14-60236FF377E8}" dt="2026-04-11T07:09:38.420" v="8317" actId="1076"/>
          <ac:spMkLst>
            <pc:docMk/>
            <pc:sldMk cId="2747467791" sldId="333"/>
            <ac:spMk id="38" creationId="{AB504359-C66C-C174-7F7E-53D276DB165E}"/>
          </ac:spMkLst>
        </pc:spChg>
        <pc:spChg chg="add mod">
          <ac:chgData name="昕 许" userId="a2975fcd840abfc3" providerId="LiveId" clId="{49CCD4F9-177C-4270-9A14-60236FF377E8}" dt="2026-04-11T07:09:38.420" v="8317" actId="1076"/>
          <ac:spMkLst>
            <pc:docMk/>
            <pc:sldMk cId="2747467791" sldId="333"/>
            <ac:spMk id="45" creationId="{BA42CCB6-49ED-70B4-5384-3F52C774293B}"/>
          </ac:spMkLst>
        </pc:spChg>
        <pc:spChg chg="add mod">
          <ac:chgData name="昕 许" userId="a2975fcd840abfc3" providerId="LiveId" clId="{49CCD4F9-177C-4270-9A14-60236FF377E8}" dt="2026-04-11T07:09:38.420" v="8317" actId="1076"/>
          <ac:spMkLst>
            <pc:docMk/>
            <pc:sldMk cId="2747467791" sldId="333"/>
            <ac:spMk id="46" creationId="{70E7DEBE-3E92-D5D0-DF5D-0FFA413E030F}"/>
          </ac:spMkLst>
        </pc:spChg>
        <pc:spChg chg="mod topLvl">
          <ac:chgData name="昕 许" userId="a2975fcd840abfc3" providerId="LiveId" clId="{49CCD4F9-177C-4270-9A14-60236FF377E8}" dt="2026-04-11T07:09:59.159" v="8353" actId="165"/>
          <ac:spMkLst>
            <pc:docMk/>
            <pc:sldMk cId="2747467791" sldId="333"/>
            <ac:spMk id="48" creationId="{4D182AF0-A177-8E74-9AB3-3E05055AE775}"/>
          </ac:spMkLst>
        </pc:spChg>
        <pc:spChg chg="mod topLvl">
          <ac:chgData name="昕 许" userId="a2975fcd840abfc3" providerId="LiveId" clId="{49CCD4F9-177C-4270-9A14-60236FF377E8}" dt="2026-04-11T07:09:59.159" v="8353" actId="165"/>
          <ac:spMkLst>
            <pc:docMk/>
            <pc:sldMk cId="2747467791" sldId="333"/>
            <ac:spMk id="49" creationId="{A13613AA-819A-A031-DF67-EEE3B4F0FA84}"/>
          </ac:spMkLst>
        </pc:spChg>
        <pc:spChg chg="mod topLvl">
          <ac:chgData name="昕 许" userId="a2975fcd840abfc3" providerId="LiveId" clId="{49CCD4F9-177C-4270-9A14-60236FF377E8}" dt="2026-04-11T07:10:20.287" v="8367" actId="208"/>
          <ac:spMkLst>
            <pc:docMk/>
            <pc:sldMk cId="2747467791" sldId="333"/>
            <ac:spMk id="50" creationId="{4D612B15-0958-3058-C2D1-5B6D29A59DBD}"/>
          </ac:spMkLst>
        </pc:spChg>
        <pc:spChg chg="mod topLvl">
          <ac:chgData name="昕 许" userId="a2975fcd840abfc3" providerId="LiveId" clId="{49CCD4F9-177C-4270-9A14-60236FF377E8}" dt="2026-04-11T07:09:59.159" v="8353" actId="165"/>
          <ac:spMkLst>
            <pc:docMk/>
            <pc:sldMk cId="2747467791" sldId="333"/>
            <ac:spMk id="51" creationId="{D2E071B3-5EC7-F003-E503-ACFEEA5D5E2D}"/>
          </ac:spMkLst>
        </pc:spChg>
        <pc:spChg chg="mod topLvl">
          <ac:chgData name="昕 许" userId="a2975fcd840abfc3" providerId="LiveId" clId="{49CCD4F9-177C-4270-9A14-60236FF377E8}" dt="2026-04-11T07:09:59.159" v="8353" actId="165"/>
          <ac:spMkLst>
            <pc:docMk/>
            <pc:sldMk cId="2747467791" sldId="333"/>
            <ac:spMk id="52" creationId="{C66B3CA9-60B5-5148-C146-2DBC469F3341}"/>
          </ac:spMkLst>
        </pc:spChg>
        <pc:spChg chg="mod topLvl">
          <ac:chgData name="昕 许" userId="a2975fcd840abfc3" providerId="LiveId" clId="{49CCD4F9-177C-4270-9A14-60236FF377E8}" dt="2026-04-11T07:09:59.159" v="8353" actId="165"/>
          <ac:spMkLst>
            <pc:docMk/>
            <pc:sldMk cId="2747467791" sldId="333"/>
            <ac:spMk id="53" creationId="{8B5D4833-A305-721B-8F6D-C607D0424831}"/>
          </ac:spMkLst>
        </pc:spChg>
        <pc:spChg chg="mod">
          <ac:chgData name="昕 许" userId="a2975fcd840abfc3" providerId="LiveId" clId="{49CCD4F9-177C-4270-9A14-60236FF377E8}" dt="2026-04-11T07:09:38.812" v="8318"/>
          <ac:spMkLst>
            <pc:docMk/>
            <pc:sldMk cId="2747467791" sldId="333"/>
            <ac:spMk id="54" creationId="{9E2227B6-7785-CC0C-EEA4-E8BF87EAB5BB}"/>
          </ac:spMkLst>
        </pc:spChg>
        <pc:spChg chg="mod topLvl">
          <ac:chgData name="昕 许" userId="a2975fcd840abfc3" providerId="LiveId" clId="{49CCD4F9-177C-4270-9A14-60236FF377E8}" dt="2026-04-11T07:09:59.159" v="8353" actId="165"/>
          <ac:spMkLst>
            <pc:docMk/>
            <pc:sldMk cId="2747467791" sldId="333"/>
            <ac:spMk id="55" creationId="{9A78E423-92D2-B4EC-FBCB-5A9F83B475CE}"/>
          </ac:spMkLst>
        </pc:spChg>
        <pc:spChg chg="mod topLvl">
          <ac:chgData name="昕 许" userId="a2975fcd840abfc3" providerId="LiveId" clId="{49CCD4F9-177C-4270-9A14-60236FF377E8}" dt="2026-04-11T07:11:00.917" v="8384" actId="1076"/>
          <ac:spMkLst>
            <pc:docMk/>
            <pc:sldMk cId="2747467791" sldId="333"/>
            <ac:spMk id="56" creationId="{B7EBCE5E-0F47-EB1D-14D5-336B9ED3B0D4}"/>
          </ac:spMkLst>
        </pc:spChg>
        <pc:spChg chg="mod topLvl">
          <ac:chgData name="昕 许" userId="a2975fcd840abfc3" providerId="LiveId" clId="{49CCD4F9-177C-4270-9A14-60236FF377E8}" dt="2026-04-11T07:11:00.917" v="8384" actId="1076"/>
          <ac:spMkLst>
            <pc:docMk/>
            <pc:sldMk cId="2747467791" sldId="333"/>
            <ac:spMk id="57" creationId="{23C0CD5E-C4E2-B1F3-2937-79388DA92671}"/>
          </ac:spMkLst>
        </pc:spChg>
        <pc:spChg chg="mod topLvl">
          <ac:chgData name="昕 许" userId="a2975fcd840abfc3" providerId="LiveId" clId="{49CCD4F9-177C-4270-9A14-60236FF377E8}" dt="2026-04-11T07:09:59.159" v="8353" actId="165"/>
          <ac:spMkLst>
            <pc:docMk/>
            <pc:sldMk cId="2747467791" sldId="333"/>
            <ac:spMk id="58" creationId="{19B2311C-0E75-7E2B-3F9D-52F9F1DDFCAE}"/>
          </ac:spMkLst>
        </pc:spChg>
        <pc:spChg chg="add mod">
          <ac:chgData name="昕 许" userId="a2975fcd840abfc3" providerId="LiveId" clId="{49CCD4F9-177C-4270-9A14-60236FF377E8}" dt="2026-04-11T07:10:14.549" v="8365"/>
          <ac:spMkLst>
            <pc:docMk/>
            <pc:sldMk cId="2747467791" sldId="333"/>
            <ac:spMk id="59" creationId="{B7180262-4A1C-7DEE-9F94-124A51EA98D8}"/>
          </ac:spMkLst>
        </pc:spChg>
        <pc:spChg chg="add mod">
          <ac:chgData name="昕 许" userId="a2975fcd840abfc3" providerId="LiveId" clId="{49CCD4F9-177C-4270-9A14-60236FF377E8}" dt="2026-04-11T07:09:46.290" v="8348" actId="20577"/>
          <ac:spMkLst>
            <pc:docMk/>
            <pc:sldMk cId="2747467791" sldId="333"/>
            <ac:spMk id="128" creationId="{0BD43A3A-D657-9883-1C8C-2B5836AA02AD}"/>
          </ac:spMkLst>
        </pc:spChg>
        <pc:spChg chg="add mod">
          <ac:chgData name="昕 许" userId="a2975fcd840abfc3" providerId="LiveId" clId="{49CCD4F9-177C-4270-9A14-60236FF377E8}" dt="2026-04-11T07:09:40.252" v="8319" actId="1076"/>
          <ac:spMkLst>
            <pc:docMk/>
            <pc:sldMk cId="2747467791" sldId="333"/>
            <ac:spMk id="130" creationId="{C58A5472-B3EF-D87B-5BA2-67ED37EA48AB}"/>
          </ac:spMkLst>
        </pc:spChg>
        <pc:spChg chg="mod">
          <ac:chgData name="昕 许" userId="a2975fcd840abfc3" providerId="LiveId" clId="{49CCD4F9-177C-4270-9A14-60236FF377E8}" dt="2026-04-11T07:12:26.518" v="8416" actId="20577"/>
          <ac:spMkLst>
            <pc:docMk/>
            <pc:sldMk cId="2747467791" sldId="333"/>
            <ac:spMk id="131" creationId="{793825E1-F6BD-FF3B-7416-DF2D5A64B438}"/>
          </ac:spMkLst>
        </pc:spChg>
        <pc:spChg chg="add mod">
          <ac:chgData name="昕 许" userId="a2975fcd840abfc3" providerId="LiveId" clId="{49CCD4F9-177C-4270-9A14-60236FF377E8}" dt="2026-04-11T07:11:00.917" v="8384" actId="1076"/>
          <ac:spMkLst>
            <pc:docMk/>
            <pc:sldMk cId="2747467791" sldId="333"/>
            <ac:spMk id="133" creationId="{69693EFD-C35E-8E3C-0EAC-FB5968B1BEE6}"/>
          </ac:spMkLst>
        </pc:spChg>
        <pc:spChg chg="add mod">
          <ac:chgData name="昕 许" userId="a2975fcd840abfc3" providerId="LiveId" clId="{49CCD4F9-177C-4270-9A14-60236FF377E8}" dt="2026-04-11T07:11:00.917" v="8384" actId="1076"/>
          <ac:spMkLst>
            <pc:docMk/>
            <pc:sldMk cId="2747467791" sldId="333"/>
            <ac:spMk id="134" creationId="{C905328D-C673-6B15-FA52-8A1C8C154230}"/>
          </ac:spMkLst>
        </pc:spChg>
        <pc:spChg chg="add mod">
          <ac:chgData name="昕 许" userId="a2975fcd840abfc3" providerId="LiveId" clId="{49CCD4F9-177C-4270-9A14-60236FF377E8}" dt="2026-04-11T07:11:00.917" v="8384" actId="1076"/>
          <ac:spMkLst>
            <pc:docMk/>
            <pc:sldMk cId="2747467791" sldId="333"/>
            <ac:spMk id="136" creationId="{5136BE4B-564F-3661-3EEC-A78A4A3BF7F3}"/>
          </ac:spMkLst>
        </pc:spChg>
        <pc:spChg chg="add mod">
          <ac:chgData name="昕 许" userId="a2975fcd840abfc3" providerId="LiveId" clId="{49CCD4F9-177C-4270-9A14-60236FF377E8}" dt="2026-04-11T07:13:07.757" v="8432" actId="1076"/>
          <ac:spMkLst>
            <pc:docMk/>
            <pc:sldMk cId="2747467791" sldId="333"/>
            <ac:spMk id="139" creationId="{D458F8B8-F319-7738-FBC5-F54C0FA79D0F}"/>
          </ac:spMkLst>
        </pc:spChg>
        <pc:spChg chg="mod">
          <ac:chgData name="昕 许" userId="a2975fcd840abfc3" providerId="LiveId" clId="{49CCD4F9-177C-4270-9A14-60236FF377E8}" dt="2026-04-11T07:00:52.984" v="8084" actId="20577"/>
          <ac:spMkLst>
            <pc:docMk/>
            <pc:sldMk cId="2747467791" sldId="333"/>
            <ac:spMk id="155" creationId="{73DF1E7C-5B2F-3A52-E594-13F33AF93E4C}"/>
          </ac:spMkLst>
        </pc:spChg>
        <pc:spChg chg="mod">
          <ac:chgData name="昕 许" userId="a2975fcd840abfc3" providerId="LiveId" clId="{49CCD4F9-177C-4270-9A14-60236FF377E8}" dt="2026-04-11T07:00:52.984" v="8084" actId="20577"/>
          <ac:spMkLst>
            <pc:docMk/>
            <pc:sldMk cId="2747467791" sldId="333"/>
            <ac:spMk id="156" creationId="{08943BAF-FAE0-596C-B932-610B43C792B9}"/>
          </ac:spMkLst>
        </pc:spChg>
        <pc:spChg chg="mod">
          <ac:chgData name="昕 许" userId="a2975fcd840abfc3" providerId="LiveId" clId="{49CCD4F9-177C-4270-9A14-60236FF377E8}" dt="2026-04-11T07:00:52.984" v="8084" actId="20577"/>
          <ac:spMkLst>
            <pc:docMk/>
            <pc:sldMk cId="2747467791" sldId="333"/>
            <ac:spMk id="157" creationId="{C452890A-F41B-E7DF-AE90-193F8B34AF95}"/>
          </ac:spMkLst>
        </pc:spChg>
        <pc:spChg chg="mod">
          <ac:chgData name="昕 许" userId="a2975fcd840abfc3" providerId="LiveId" clId="{49CCD4F9-177C-4270-9A14-60236FF377E8}" dt="2026-04-11T07:00:52.984" v="8084" actId="20577"/>
          <ac:spMkLst>
            <pc:docMk/>
            <pc:sldMk cId="2747467791" sldId="333"/>
            <ac:spMk id="158" creationId="{50C4C347-76A3-BDE3-73E9-33596B0BDE31}"/>
          </ac:spMkLst>
        </pc:spChg>
        <pc:spChg chg="mod">
          <ac:chgData name="昕 许" userId="a2975fcd840abfc3" providerId="LiveId" clId="{49CCD4F9-177C-4270-9A14-60236FF377E8}" dt="2026-04-11T07:00:52.984" v="8084" actId="20577"/>
          <ac:spMkLst>
            <pc:docMk/>
            <pc:sldMk cId="2747467791" sldId="333"/>
            <ac:spMk id="159" creationId="{BE5D0B92-4240-06FE-4BDC-7A39FDD74510}"/>
          </ac:spMkLst>
        </pc:spChg>
        <pc:spChg chg="mod">
          <ac:chgData name="昕 许" userId="a2975fcd840abfc3" providerId="LiveId" clId="{49CCD4F9-177C-4270-9A14-60236FF377E8}" dt="2026-04-11T07:00:52.984" v="8084" actId="20577"/>
          <ac:spMkLst>
            <pc:docMk/>
            <pc:sldMk cId="2747467791" sldId="333"/>
            <ac:spMk id="160" creationId="{B8AB39CD-E903-7081-87FF-751113914ECB}"/>
          </ac:spMkLst>
        </pc:spChg>
        <pc:spChg chg="mod">
          <ac:chgData name="昕 许" userId="a2975fcd840abfc3" providerId="LiveId" clId="{49CCD4F9-177C-4270-9A14-60236FF377E8}" dt="2026-04-11T07:00:52.984" v="8084" actId="20577"/>
          <ac:spMkLst>
            <pc:docMk/>
            <pc:sldMk cId="2747467791" sldId="333"/>
            <ac:spMk id="161" creationId="{B62F6B81-A8E2-5E40-5D8E-2BD1780B2933}"/>
          </ac:spMkLst>
        </pc:spChg>
        <pc:spChg chg="mod">
          <ac:chgData name="昕 许" userId="a2975fcd840abfc3" providerId="LiveId" clId="{49CCD4F9-177C-4270-9A14-60236FF377E8}" dt="2026-04-11T07:00:52.984" v="8084" actId="20577"/>
          <ac:spMkLst>
            <pc:docMk/>
            <pc:sldMk cId="2747467791" sldId="333"/>
            <ac:spMk id="163" creationId="{C7848A25-1FC6-DC7A-95B4-EE178035A54B}"/>
          </ac:spMkLst>
        </pc:spChg>
        <pc:spChg chg="mod">
          <ac:chgData name="昕 许" userId="a2975fcd840abfc3" providerId="LiveId" clId="{49CCD4F9-177C-4270-9A14-60236FF377E8}" dt="2026-04-11T07:00:52.984" v="8084" actId="20577"/>
          <ac:spMkLst>
            <pc:docMk/>
            <pc:sldMk cId="2747467791" sldId="333"/>
            <ac:spMk id="164" creationId="{5D3ADDE9-50FF-9277-36B2-74BC7EA82592}"/>
          </ac:spMkLst>
        </pc:spChg>
        <pc:spChg chg="mod">
          <ac:chgData name="昕 许" userId="a2975fcd840abfc3" providerId="LiveId" clId="{49CCD4F9-177C-4270-9A14-60236FF377E8}" dt="2026-04-11T07:01:20.595" v="8103" actId="1076"/>
          <ac:spMkLst>
            <pc:docMk/>
            <pc:sldMk cId="2747467791" sldId="333"/>
            <ac:spMk id="165" creationId="{EA55DA81-FF85-2B24-75CB-4B5BCCA816B9}"/>
          </ac:spMkLst>
        </pc:spChg>
        <pc:spChg chg="add mod">
          <ac:chgData name="昕 许" userId="a2975fcd840abfc3" providerId="LiveId" clId="{49CCD4F9-177C-4270-9A14-60236FF377E8}" dt="2026-04-11T07:12:41.072" v="8422" actId="14100"/>
          <ac:spMkLst>
            <pc:docMk/>
            <pc:sldMk cId="2747467791" sldId="333"/>
            <ac:spMk id="168" creationId="{28439190-D2A8-6FE2-58B2-FFCEA71467A2}"/>
          </ac:spMkLst>
        </pc:spChg>
        <pc:spChg chg="add mod">
          <ac:chgData name="昕 许" userId="a2975fcd840abfc3" providerId="LiveId" clId="{49CCD4F9-177C-4270-9A14-60236FF377E8}" dt="2026-04-11T07:12:46.385" v="8425" actId="1076"/>
          <ac:spMkLst>
            <pc:docMk/>
            <pc:sldMk cId="2747467791" sldId="333"/>
            <ac:spMk id="169" creationId="{0CE2B30D-3E50-52DC-46FB-F177B3295EE3}"/>
          </ac:spMkLst>
        </pc:spChg>
        <pc:grpChg chg="mod">
          <ac:chgData name="昕 许" userId="a2975fcd840abfc3" providerId="LiveId" clId="{49CCD4F9-177C-4270-9A14-60236FF377E8}" dt="2026-04-11T07:09:38.420" v="8317" actId="1076"/>
          <ac:grpSpMkLst>
            <pc:docMk/>
            <pc:sldMk cId="2747467791" sldId="333"/>
            <ac:grpSpMk id="12" creationId="{B573FEB0-C149-8A03-71D3-DF7980CCC17C}"/>
          </ac:grpSpMkLst>
        </pc:grpChg>
        <pc:grpChg chg="add del mod">
          <ac:chgData name="昕 许" userId="a2975fcd840abfc3" providerId="LiveId" clId="{49CCD4F9-177C-4270-9A14-60236FF377E8}" dt="2026-04-11T07:03:15.501" v="8171" actId="1076"/>
          <ac:grpSpMkLst>
            <pc:docMk/>
            <pc:sldMk cId="2747467791" sldId="333"/>
            <ac:grpSpMk id="154" creationId="{97FA5053-0728-0F40-ED45-C3B698BAEDB4}"/>
          </ac:grpSpMkLst>
        </pc:grpChg>
        <pc:cxnChg chg="add mod">
          <ac:chgData name="昕 许" userId="a2975fcd840abfc3" providerId="LiveId" clId="{49CCD4F9-177C-4270-9A14-60236FF377E8}" dt="2026-04-11T07:03:15.501" v="8171" actId="1076"/>
          <ac:cxnSpMkLst>
            <pc:docMk/>
            <pc:sldMk cId="2747467791" sldId="333"/>
            <ac:cxnSpMk id="3" creationId="{696470E4-426A-344D-567D-34617DCA2807}"/>
          </ac:cxnSpMkLst>
        </pc:cxnChg>
        <pc:cxnChg chg="add mod">
          <ac:chgData name="昕 许" userId="a2975fcd840abfc3" providerId="LiveId" clId="{49CCD4F9-177C-4270-9A14-60236FF377E8}" dt="2026-04-11T07:03:15.501" v="8171" actId="1076"/>
          <ac:cxnSpMkLst>
            <pc:docMk/>
            <pc:sldMk cId="2747467791" sldId="333"/>
            <ac:cxnSpMk id="7" creationId="{03A03D12-1227-1DEF-630B-D1DF4204A881}"/>
          </ac:cxnSpMkLst>
        </pc:cxnChg>
        <pc:cxnChg chg="add mod">
          <ac:chgData name="昕 许" userId="a2975fcd840abfc3" providerId="LiveId" clId="{49CCD4F9-177C-4270-9A14-60236FF377E8}" dt="2026-04-11T07:09:38.420" v="8317" actId="1076"/>
          <ac:cxnSpMkLst>
            <pc:docMk/>
            <pc:sldMk cId="2747467791" sldId="333"/>
            <ac:cxnSpMk id="33" creationId="{D567EFC6-4385-23F1-DFBF-AD467598AC0E}"/>
          </ac:cxnSpMkLst>
        </pc:cxnChg>
        <pc:cxnChg chg="add mod">
          <ac:chgData name="昕 许" userId="a2975fcd840abfc3" providerId="LiveId" clId="{49CCD4F9-177C-4270-9A14-60236FF377E8}" dt="2026-04-11T07:09:38.420" v="8317" actId="1076"/>
          <ac:cxnSpMkLst>
            <pc:docMk/>
            <pc:sldMk cId="2747467791" sldId="333"/>
            <ac:cxnSpMk id="39" creationId="{B3CA56C8-2EEE-EAC6-FAE5-9467D8866383}"/>
          </ac:cxnSpMkLst>
        </pc:cxnChg>
        <pc:cxnChg chg="add mod">
          <ac:chgData name="昕 许" userId="a2975fcd840abfc3" providerId="LiveId" clId="{49CCD4F9-177C-4270-9A14-60236FF377E8}" dt="2026-04-11T07:12:02.874" v="8400" actId="14100"/>
          <ac:cxnSpMkLst>
            <pc:docMk/>
            <pc:sldMk cId="2747467791" sldId="333"/>
            <ac:cxnSpMk id="138" creationId="{CE2D7493-3A57-DA51-2BB8-91EB86531228}"/>
          </ac:cxnSpMkLst>
        </pc:cxnChg>
        <pc:cxnChg chg="add mod">
          <ac:chgData name="昕 许" userId="a2975fcd840abfc3" providerId="LiveId" clId="{49CCD4F9-177C-4270-9A14-60236FF377E8}" dt="2026-04-11T07:13:10.353" v="8433" actId="1076"/>
          <ac:cxnSpMkLst>
            <pc:docMk/>
            <pc:sldMk cId="2747467791" sldId="333"/>
            <ac:cxnSpMk id="170" creationId="{4A01AE6C-DC85-3719-39A7-918E5405A4F4}"/>
          </ac:cxnSpMkLst>
        </pc:cxnChg>
      </pc:sldChg>
      <pc:sldChg chg="addSp delSp modSp add mod">
        <pc:chgData name="昕 许" userId="a2975fcd840abfc3" providerId="LiveId" clId="{49CCD4F9-177C-4270-9A14-60236FF377E8}" dt="2026-04-11T07:19:32.800" v="8469" actId="693"/>
        <pc:sldMkLst>
          <pc:docMk/>
          <pc:sldMk cId="2180442066" sldId="334"/>
        </pc:sldMkLst>
        <pc:spChg chg="mod">
          <ac:chgData name="昕 许" userId="a2975fcd840abfc3" providerId="LiveId" clId="{49CCD4F9-177C-4270-9A14-60236FF377E8}" dt="2026-04-11T07:19:32.800" v="8469" actId="693"/>
          <ac:spMkLst>
            <pc:docMk/>
            <pc:sldMk cId="2180442066" sldId="334"/>
            <ac:spMk id="9" creationId="{DB554B4D-FB10-08A4-E9B9-0C53B35A997B}"/>
          </ac:spMkLst>
        </pc:spChg>
        <pc:spChg chg="mod">
          <ac:chgData name="昕 许" userId="a2975fcd840abfc3" providerId="LiveId" clId="{49CCD4F9-177C-4270-9A14-60236FF377E8}" dt="2026-04-11T07:18:18.639" v="8459" actId="1582"/>
          <ac:spMkLst>
            <pc:docMk/>
            <pc:sldMk cId="2180442066" sldId="334"/>
            <ac:spMk id="143" creationId="{EE070783-26B4-1B6F-5F98-0389BD50910D}"/>
          </ac:spMkLst>
        </pc:spChg>
        <pc:spChg chg="mod">
          <ac:chgData name="昕 许" userId="a2975fcd840abfc3" providerId="LiveId" clId="{49CCD4F9-177C-4270-9A14-60236FF377E8}" dt="2026-04-11T07:18:24.863" v="8460" actId="1582"/>
          <ac:spMkLst>
            <pc:docMk/>
            <pc:sldMk cId="2180442066" sldId="334"/>
            <ac:spMk id="147" creationId="{EA367143-4FF4-29E6-A5E2-B23FDEAE9B66}"/>
          </ac:spMkLst>
        </pc:spChg>
        <pc:spChg chg="mod">
          <ac:chgData name="昕 许" userId="a2975fcd840abfc3" providerId="LiveId" clId="{49CCD4F9-177C-4270-9A14-60236FF377E8}" dt="2026-04-11T07:18:30.828" v="8461" actId="1582"/>
          <ac:spMkLst>
            <pc:docMk/>
            <pc:sldMk cId="2180442066" sldId="334"/>
            <ac:spMk id="161" creationId="{3C2FE7E4-439A-986D-9EDD-925715A580D9}"/>
          </ac:spMkLst>
        </pc:spChg>
        <pc:cxnChg chg="add mod">
          <ac:chgData name="昕 许" userId="a2975fcd840abfc3" providerId="LiveId" clId="{49CCD4F9-177C-4270-9A14-60236FF377E8}" dt="2026-04-11T07:19:13.014" v="8465" actId="14100"/>
          <ac:cxnSpMkLst>
            <pc:docMk/>
            <pc:sldMk cId="2180442066" sldId="334"/>
            <ac:cxnSpMk id="2" creationId="{27B1CCC9-A028-C825-09D2-A25DFC1A05CC}"/>
          </ac:cxnSpMkLst>
        </pc:cxnChg>
        <pc:cxnChg chg="add mod">
          <ac:chgData name="昕 许" userId="a2975fcd840abfc3" providerId="LiveId" clId="{49CCD4F9-177C-4270-9A14-60236FF377E8}" dt="2026-04-11T07:19:19.190" v="8468" actId="14100"/>
          <ac:cxnSpMkLst>
            <pc:docMk/>
            <pc:sldMk cId="2180442066" sldId="334"/>
            <ac:cxnSpMk id="15" creationId="{F712ABAD-964E-EC94-22B3-AE8DFCAA1A8C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4-10T13:40:46.513" v="8457" actId="1076"/>
      <pc:docMkLst>
        <pc:docMk/>
      </pc:docMkLst>
      <pc:sldChg chg="addSp delSp modSp mod">
        <pc:chgData name="昕 许" userId="a2975fcd840abfc3" providerId="LiveId" clId="{499F0DC1-E14A-440B-BB65-742EF527F893}" dt="2026-04-10T13:40:46.513" v="8457" actId="1076"/>
        <pc:sldMkLst>
          <pc:docMk/>
          <pc:sldMk cId="3112887342" sldId="297"/>
        </pc:sldMkLst>
        <pc:spChg chg="mod">
          <ac:chgData name="昕 许" userId="a2975fcd840abfc3" providerId="LiveId" clId="{499F0DC1-E14A-440B-BB65-742EF527F893}" dt="2026-04-10T13:33:26.039" v="8386" actId="20577"/>
          <ac:spMkLst>
            <pc:docMk/>
            <pc:sldMk cId="3112887342" sldId="297"/>
            <ac:spMk id="33" creationId="{5B249483-E81A-2859-4D71-70130D59415E}"/>
          </ac:spMkLst>
        </pc:spChg>
        <pc:spChg chg="mod">
          <ac:chgData name="昕 许" userId="a2975fcd840abfc3" providerId="LiveId" clId="{499F0DC1-E14A-440B-BB65-742EF527F893}" dt="2026-04-10T13:33:26.039" v="8386" actId="20577"/>
          <ac:spMkLst>
            <pc:docMk/>
            <pc:sldMk cId="3112887342" sldId="297"/>
            <ac:spMk id="34" creationId="{6425E5AE-EEE8-A318-75BC-F57AF8F096D5}"/>
          </ac:spMkLst>
        </pc:spChg>
        <pc:spChg chg="mod">
          <ac:chgData name="昕 许" userId="a2975fcd840abfc3" providerId="LiveId" clId="{499F0DC1-E14A-440B-BB65-742EF527F893}" dt="2026-04-10T13:32:48.664" v="8374" actId="20577"/>
          <ac:spMkLst>
            <pc:docMk/>
            <pc:sldMk cId="3112887342" sldId="297"/>
            <ac:spMk id="35" creationId="{8135ACA3-CD59-2791-AAE0-6DFFBB34D5FB}"/>
          </ac:spMkLst>
        </pc:spChg>
        <pc:spChg chg="mod">
          <ac:chgData name="昕 许" userId="a2975fcd840abfc3" providerId="LiveId" clId="{499F0DC1-E14A-440B-BB65-742EF527F893}" dt="2026-04-10T13:33:15.508" v="8383" actId="1076"/>
          <ac:spMkLst>
            <pc:docMk/>
            <pc:sldMk cId="3112887342" sldId="297"/>
            <ac:spMk id="36" creationId="{EB6FB262-765A-B37C-4A28-CE4F2AFE23E9}"/>
          </ac:spMkLst>
        </pc:spChg>
        <pc:spChg chg="mod">
          <ac:chgData name="昕 许" userId="a2975fcd840abfc3" providerId="LiveId" clId="{499F0DC1-E14A-440B-BB65-742EF527F893}" dt="2026-04-10T13:33:35.393" v="8392" actId="20577"/>
          <ac:spMkLst>
            <pc:docMk/>
            <pc:sldMk cId="3112887342" sldId="297"/>
            <ac:spMk id="37" creationId="{6C85BA8A-BDDE-0F34-D9B6-4F6A269738D6}"/>
          </ac:spMkLst>
        </pc:spChg>
        <pc:spChg chg="mod">
          <ac:chgData name="昕 许" userId="a2975fcd840abfc3" providerId="LiveId" clId="{499F0DC1-E14A-440B-BB65-742EF527F893}" dt="2026-04-10T13:33:35.393" v="8392" actId="20577"/>
          <ac:spMkLst>
            <pc:docMk/>
            <pc:sldMk cId="3112887342" sldId="297"/>
            <ac:spMk id="38" creationId="{D732F13D-5EBA-BDE3-FC80-54D2E63819C4}"/>
          </ac:spMkLst>
        </pc:spChg>
        <pc:spChg chg="mod">
          <ac:chgData name="昕 许" userId="a2975fcd840abfc3" providerId="LiveId" clId="{499F0DC1-E14A-440B-BB65-742EF527F893}" dt="2026-04-10T13:33:38.309" v="8396" actId="20577"/>
          <ac:spMkLst>
            <pc:docMk/>
            <pc:sldMk cId="3112887342" sldId="297"/>
            <ac:spMk id="40" creationId="{49DBD594-1933-E103-E7E7-9CD875FCA78A}"/>
          </ac:spMkLst>
        </pc:spChg>
        <pc:spChg chg="mod">
          <ac:chgData name="昕 许" userId="a2975fcd840abfc3" providerId="LiveId" clId="{499F0DC1-E14A-440B-BB65-742EF527F893}" dt="2026-04-10T13:33:38.309" v="8396" actId="20577"/>
          <ac:spMkLst>
            <pc:docMk/>
            <pc:sldMk cId="3112887342" sldId="297"/>
            <ac:spMk id="41" creationId="{36D32876-94CD-4BE8-D4C6-2C5467C09272}"/>
          </ac:spMkLst>
        </pc:spChg>
        <pc:spChg chg="add mod">
          <ac:chgData name="昕 许" userId="a2975fcd840abfc3" providerId="LiveId" clId="{499F0DC1-E14A-440B-BB65-742EF527F893}" dt="2026-04-10T13:40:46.513" v="8457" actId="1076"/>
          <ac:spMkLst>
            <pc:docMk/>
            <pc:sldMk cId="3112887342" sldId="297"/>
            <ac:spMk id="42" creationId="{0315E045-65FF-2B84-4B31-605F46F8F373}"/>
          </ac:spMkLst>
        </pc:spChg>
        <pc:spChg chg="add mod">
          <ac:chgData name="昕 许" userId="a2975fcd840abfc3" providerId="LiveId" clId="{499F0DC1-E14A-440B-BB65-742EF527F893}" dt="2026-04-10T13:40:46.513" v="8457" actId="1076"/>
          <ac:spMkLst>
            <pc:docMk/>
            <pc:sldMk cId="3112887342" sldId="297"/>
            <ac:spMk id="43" creationId="{0F9D09CE-0024-FA86-5265-F3248DC1CC8D}"/>
          </ac:spMkLst>
        </pc:spChg>
        <pc:spChg chg="add mod">
          <ac:chgData name="昕 许" userId="a2975fcd840abfc3" providerId="LiveId" clId="{499F0DC1-E14A-440B-BB65-742EF527F893}" dt="2026-04-10T13:40:46.513" v="8457" actId="1076"/>
          <ac:spMkLst>
            <pc:docMk/>
            <pc:sldMk cId="3112887342" sldId="297"/>
            <ac:spMk id="44" creationId="{86A5504B-26B6-FD3D-E656-A9E5976C96FB}"/>
          </ac:spMkLst>
        </pc:spChg>
        <pc:spChg chg="add mod">
          <ac:chgData name="昕 许" userId="a2975fcd840abfc3" providerId="LiveId" clId="{499F0DC1-E14A-440B-BB65-742EF527F893}" dt="2026-04-10T13:40:46.513" v="8457" actId="1076"/>
          <ac:spMkLst>
            <pc:docMk/>
            <pc:sldMk cId="3112887342" sldId="297"/>
            <ac:spMk id="45" creationId="{C044D1AE-0758-2255-13A0-39B7F6A57EFD}"/>
          </ac:spMkLst>
        </pc:spChg>
        <pc:grpChg chg="mod">
          <ac:chgData name="昕 许" userId="a2975fcd840abfc3" providerId="LiveId" clId="{499F0DC1-E14A-440B-BB65-742EF527F893}" dt="2026-04-10T13:40:46.513" v="8457" actId="1076"/>
          <ac:grpSpMkLst>
            <pc:docMk/>
            <pc:sldMk cId="3112887342" sldId="297"/>
            <ac:grpSpMk id="13" creationId="{435A1093-8311-5BE8-C717-6E1FA7040C57}"/>
          </ac:grpSpMkLst>
        </pc:grpChg>
        <pc:grpChg chg="mod">
          <ac:chgData name="昕 许" userId="a2975fcd840abfc3" providerId="LiveId" clId="{499F0DC1-E14A-440B-BB65-742EF527F893}" dt="2026-04-10T13:40:46.513" v="8457" actId="1076"/>
          <ac:grpSpMkLst>
            <pc:docMk/>
            <pc:sldMk cId="3112887342" sldId="297"/>
            <ac:grpSpMk id="14" creationId="{11E7623D-6156-B9F7-373D-C2D58A8A625D}"/>
          </ac:grpSpMkLst>
        </pc:grpChg>
        <pc:grpChg chg="mod">
          <ac:chgData name="昕 许" userId="a2975fcd840abfc3" providerId="LiveId" clId="{499F0DC1-E14A-440B-BB65-742EF527F893}" dt="2026-04-10T13:40:46.513" v="8457" actId="1076"/>
          <ac:grpSpMkLst>
            <pc:docMk/>
            <pc:sldMk cId="3112887342" sldId="297"/>
            <ac:grpSpMk id="15" creationId="{4AFB5B71-2BA7-5FD5-A05B-10266752A5BF}"/>
          </ac:grpSpMkLst>
        </pc:grpChg>
        <pc:grpChg chg="add mod">
          <ac:chgData name="昕 许" userId="a2975fcd840abfc3" providerId="LiveId" clId="{499F0DC1-E14A-440B-BB65-742EF527F893}" dt="2026-04-10T13:40:46.513" v="8457" actId="1076"/>
          <ac:grpSpMkLst>
            <pc:docMk/>
            <pc:sldMk cId="3112887342" sldId="297"/>
            <ac:grpSpMk id="39" creationId="{16D2EBD5-A49F-3AFE-A505-555BB3D0BCA9}"/>
          </ac:grpSpMkLst>
        </pc:grpChg>
      </pc:sldChg>
      <pc:sldChg chg="delSp mod">
        <pc:chgData name="昕 许" userId="a2975fcd840abfc3" providerId="LiveId" clId="{499F0DC1-E14A-440B-BB65-742EF527F893}" dt="2026-04-10T13:32:09.067" v="8362" actId="478"/>
        <pc:sldMkLst>
          <pc:docMk/>
          <pc:sldMk cId="2087942255" sldId="2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7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50.png"/><Relationship Id="rId5" Type="http://schemas.openxmlformats.org/officeDocument/2006/relationships/image" Target="../media/image90.png"/><Relationship Id="rId10" Type="http://schemas.openxmlformats.org/officeDocument/2006/relationships/image" Target="../media/image140.png"/><Relationship Id="rId9" Type="http://schemas.openxmlformats.org/officeDocument/2006/relationships/image" Target="../media/image1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80.png"/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12" Type="http://schemas.openxmlformats.org/officeDocument/2006/relationships/image" Target="../media/image170.png"/><Relationship Id="rId17" Type="http://schemas.openxmlformats.org/officeDocument/2006/relationships/image" Target="../media/image22.png"/><Relationship Id="rId2" Type="http://schemas.openxmlformats.org/officeDocument/2006/relationships/image" Target="../media/image5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60.png"/><Relationship Id="rId5" Type="http://schemas.openxmlformats.org/officeDocument/2006/relationships/image" Target="../media/image100.png"/><Relationship Id="rId15" Type="http://schemas.openxmlformats.org/officeDocument/2006/relationships/image" Target="../media/image20.png"/><Relationship Id="rId10" Type="http://schemas.openxmlformats.org/officeDocument/2006/relationships/image" Target="../media/image150.png"/><Relationship Id="rId19" Type="http://schemas.openxmlformats.org/officeDocument/2006/relationships/image" Target="../media/image24.png"/><Relationship Id="rId4" Type="http://schemas.openxmlformats.org/officeDocument/2006/relationships/image" Target="../media/image90.png"/><Relationship Id="rId9" Type="http://schemas.openxmlformats.org/officeDocument/2006/relationships/image" Target="../media/image140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13" Type="http://schemas.openxmlformats.org/officeDocument/2006/relationships/image" Target="../media/image34.png"/><Relationship Id="rId18" Type="http://schemas.openxmlformats.org/officeDocument/2006/relationships/image" Target="../media/image37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17" Type="http://schemas.openxmlformats.org/officeDocument/2006/relationships/image" Target="../media/image36.png"/><Relationship Id="rId2" Type="http://schemas.openxmlformats.org/officeDocument/2006/relationships/image" Target="../media/image23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5" Type="http://schemas.openxmlformats.org/officeDocument/2006/relationships/image" Target="../media/image260.png"/><Relationship Id="rId10" Type="http://schemas.openxmlformats.org/officeDocument/2006/relationships/image" Target="../media/image31.png"/><Relationship Id="rId19" Type="http://schemas.openxmlformats.org/officeDocument/2006/relationships/image" Target="../media/image38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14" Type="http://schemas.openxmlformats.org/officeDocument/2006/relationships/image" Target="../media/image25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1.png"/><Relationship Id="rId21" Type="http://schemas.openxmlformats.org/officeDocument/2006/relationships/image" Target="../media/image58.png"/><Relationship Id="rId7" Type="http://schemas.openxmlformats.org/officeDocument/2006/relationships/image" Target="../media/image45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image" Target="../media/image40.png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8.png"/><Relationship Id="rId5" Type="http://schemas.openxmlformats.org/officeDocument/2006/relationships/image" Target="../media/image43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2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image" Target="../media/image230.png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5.png"/><Relationship Id="rId18" Type="http://schemas.openxmlformats.org/officeDocument/2006/relationships/image" Target="../media/image91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" Type="http://schemas.openxmlformats.org/officeDocument/2006/relationships/image" Target="../media/image73.png"/><Relationship Id="rId16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83.png"/><Relationship Id="rId5" Type="http://schemas.openxmlformats.org/officeDocument/2006/relationships/image" Target="../media/image76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19" Type="http://schemas.openxmlformats.org/officeDocument/2006/relationships/image" Target="../media/image37.svg"/><Relationship Id="rId4" Type="http://schemas.openxmlformats.org/officeDocument/2006/relationships/image" Target="../media/image75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5.png"/><Relationship Id="rId18" Type="http://schemas.openxmlformats.org/officeDocument/2006/relationships/image" Target="../media/image91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" Type="http://schemas.openxmlformats.org/officeDocument/2006/relationships/image" Target="../media/image73.png"/><Relationship Id="rId16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83.png"/><Relationship Id="rId5" Type="http://schemas.openxmlformats.org/officeDocument/2006/relationships/image" Target="../media/image76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4" Type="http://schemas.openxmlformats.org/officeDocument/2006/relationships/image" Target="../media/image75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5.png"/><Relationship Id="rId18" Type="http://schemas.openxmlformats.org/officeDocument/2006/relationships/image" Target="../media/image91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" Type="http://schemas.openxmlformats.org/officeDocument/2006/relationships/image" Target="../media/image73.png"/><Relationship Id="rId16" Type="http://schemas.openxmlformats.org/officeDocument/2006/relationships/image" Target="../media/image88.png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83.png"/><Relationship Id="rId5" Type="http://schemas.openxmlformats.org/officeDocument/2006/relationships/image" Target="../media/image76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19" Type="http://schemas.openxmlformats.org/officeDocument/2006/relationships/image" Target="../media/image92.png"/><Relationship Id="rId4" Type="http://schemas.openxmlformats.org/officeDocument/2006/relationships/image" Target="../media/image75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3" Type="http://schemas.openxmlformats.org/officeDocument/2006/relationships/image" Target="../media/image98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99.png"/><Relationship Id="rId9" Type="http://schemas.openxmlformats.org/officeDocument/2006/relationships/image" Target="../media/image10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5.png"/><Relationship Id="rId18" Type="http://schemas.openxmlformats.org/officeDocument/2006/relationships/image" Target="../media/image91.png"/><Relationship Id="rId3" Type="http://schemas.openxmlformats.org/officeDocument/2006/relationships/image" Target="../media/image930.png"/><Relationship Id="rId7" Type="http://schemas.openxmlformats.org/officeDocument/2006/relationships/image" Target="../media/image78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" Type="http://schemas.openxmlformats.org/officeDocument/2006/relationships/image" Target="../media/image920.png"/><Relationship Id="rId16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0.png"/><Relationship Id="rId11" Type="http://schemas.openxmlformats.org/officeDocument/2006/relationships/image" Target="../media/image83.png"/><Relationship Id="rId5" Type="http://schemas.openxmlformats.org/officeDocument/2006/relationships/image" Target="../media/image950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4" Type="http://schemas.openxmlformats.org/officeDocument/2006/relationships/image" Target="../media/image940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22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1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13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18.png"/><Relationship Id="rId35" Type="http://schemas.openxmlformats.org/officeDocument/2006/relationships/image" Target="../media/image123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22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1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13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18.png"/><Relationship Id="rId35" Type="http://schemas.openxmlformats.org/officeDocument/2006/relationships/image" Target="../media/image123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32.png"/><Relationship Id="rId34" Type="http://schemas.openxmlformats.org/officeDocument/2006/relationships/image" Target="../media/image122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31.png"/><Relationship Id="rId29" Type="http://schemas.openxmlformats.org/officeDocument/2006/relationships/image" Target="../media/image11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35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34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33.png"/><Relationship Id="rId27" Type="http://schemas.openxmlformats.org/officeDocument/2006/relationships/image" Target="../media/image115.png"/><Relationship Id="rId30" Type="http://schemas.openxmlformats.org/officeDocument/2006/relationships/image" Target="../media/image118.png"/><Relationship Id="rId35" Type="http://schemas.openxmlformats.org/officeDocument/2006/relationships/image" Target="../media/image123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22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1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13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18.png"/><Relationship Id="rId35" Type="http://schemas.openxmlformats.org/officeDocument/2006/relationships/image" Target="../media/image123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22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1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13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18.png"/><Relationship Id="rId35" Type="http://schemas.openxmlformats.org/officeDocument/2006/relationships/image" Target="../media/image123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22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1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36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18.png"/><Relationship Id="rId35" Type="http://schemas.openxmlformats.org/officeDocument/2006/relationships/image" Target="../media/image123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22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1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36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18.png"/><Relationship Id="rId35" Type="http://schemas.openxmlformats.org/officeDocument/2006/relationships/image" Target="../media/image123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22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1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36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18.png"/><Relationship Id="rId35" Type="http://schemas.openxmlformats.org/officeDocument/2006/relationships/image" Target="../media/image123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22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1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36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18.png"/><Relationship Id="rId35" Type="http://schemas.openxmlformats.org/officeDocument/2006/relationships/image" Target="../media/image123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22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3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36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18.png"/><Relationship Id="rId35" Type="http://schemas.openxmlformats.org/officeDocument/2006/relationships/image" Target="../media/image123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22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3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36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18.png"/><Relationship Id="rId35" Type="http://schemas.openxmlformats.org/officeDocument/2006/relationships/image" Target="../media/image123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22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3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36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38.png"/><Relationship Id="rId35" Type="http://schemas.openxmlformats.org/officeDocument/2006/relationships/image" Target="../media/image123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22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3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36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38.png"/><Relationship Id="rId35" Type="http://schemas.openxmlformats.org/officeDocument/2006/relationships/image" Target="../media/image123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22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3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36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38.png"/><Relationship Id="rId35" Type="http://schemas.openxmlformats.org/officeDocument/2006/relationships/image" Target="../media/image123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22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3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36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38.png"/><Relationship Id="rId35" Type="http://schemas.openxmlformats.org/officeDocument/2006/relationships/image" Target="../media/image123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39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3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36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38.png"/><Relationship Id="rId35" Type="http://schemas.openxmlformats.org/officeDocument/2006/relationships/image" Target="../media/image123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39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3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36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38.png"/><Relationship Id="rId35" Type="http://schemas.openxmlformats.org/officeDocument/2006/relationships/image" Target="../media/image123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39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3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36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38.png"/><Relationship Id="rId35" Type="http://schemas.openxmlformats.org/officeDocument/2006/relationships/image" Target="../media/image141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39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3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36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38.png"/><Relationship Id="rId35" Type="http://schemas.openxmlformats.org/officeDocument/2006/relationships/image" Target="../media/image141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39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3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36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42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38.png"/><Relationship Id="rId35" Type="http://schemas.openxmlformats.org/officeDocument/2006/relationships/image" Target="../media/image141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39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3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36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27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42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38.png"/><Relationship Id="rId35" Type="http://schemas.openxmlformats.org/officeDocument/2006/relationships/image" Target="../media/image141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39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37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36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43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42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38.png"/><Relationship Id="rId35" Type="http://schemas.openxmlformats.org/officeDocument/2006/relationships/image" Target="../media/image141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39.png"/><Relationship Id="rId42" Type="http://schemas.openxmlformats.org/officeDocument/2006/relationships/image" Target="../media/image129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37.png"/><Relationship Id="rId41" Type="http://schemas.openxmlformats.org/officeDocument/2006/relationships/image" Target="../media/image1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36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43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42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38.png"/><Relationship Id="rId35" Type="http://schemas.openxmlformats.org/officeDocument/2006/relationships/image" Target="../media/image141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0.png"/><Relationship Id="rId18" Type="http://schemas.openxmlformats.org/officeDocument/2006/relationships/image" Target="../media/image85.png"/><Relationship Id="rId26" Type="http://schemas.openxmlformats.org/officeDocument/2006/relationships/image" Target="../media/image114.png"/><Relationship Id="rId39" Type="http://schemas.openxmlformats.org/officeDocument/2006/relationships/image" Target="../media/image126.png"/><Relationship Id="rId21" Type="http://schemas.openxmlformats.org/officeDocument/2006/relationships/image" Target="../media/image1090.png"/><Relationship Id="rId34" Type="http://schemas.openxmlformats.org/officeDocument/2006/relationships/image" Target="../media/image139.png"/><Relationship Id="rId42" Type="http://schemas.openxmlformats.org/officeDocument/2006/relationships/image" Target="../media/image145.png"/><Relationship Id="rId7" Type="http://schemas.openxmlformats.org/officeDocument/2006/relationships/image" Target="../media/image78.png"/><Relationship Id="rId2" Type="http://schemas.openxmlformats.org/officeDocument/2006/relationships/image" Target="../media/image970.png"/><Relationship Id="rId16" Type="http://schemas.openxmlformats.org/officeDocument/2006/relationships/image" Target="../media/image83.png"/><Relationship Id="rId20" Type="http://schemas.openxmlformats.org/officeDocument/2006/relationships/image" Target="../media/image1080.png"/><Relationship Id="rId29" Type="http://schemas.openxmlformats.org/officeDocument/2006/relationships/image" Target="../media/image137.png"/><Relationship Id="rId41" Type="http://schemas.openxmlformats.org/officeDocument/2006/relationships/image" Target="../media/image1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0.png"/><Relationship Id="rId24" Type="http://schemas.openxmlformats.org/officeDocument/2006/relationships/image" Target="../media/image136.png"/><Relationship Id="rId32" Type="http://schemas.openxmlformats.org/officeDocument/2006/relationships/image" Target="../media/image119.png"/><Relationship Id="rId37" Type="http://schemas.openxmlformats.org/officeDocument/2006/relationships/image" Target="../media/image89.png"/><Relationship Id="rId40" Type="http://schemas.openxmlformats.org/officeDocument/2006/relationships/image" Target="../media/image143.png"/><Relationship Id="rId5" Type="http://schemas.openxmlformats.org/officeDocument/2006/relationships/image" Target="../media/image1010.png"/><Relationship Id="rId15" Type="http://schemas.openxmlformats.org/officeDocument/2006/relationships/image" Target="../media/image82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42.png"/><Relationship Id="rId10" Type="http://schemas.openxmlformats.org/officeDocument/2006/relationships/image" Target="../media/image1050.png"/><Relationship Id="rId19" Type="http://schemas.openxmlformats.org/officeDocument/2006/relationships/image" Target="../media/image86.png"/><Relationship Id="rId31" Type="http://schemas.openxmlformats.org/officeDocument/2006/relationships/image" Target="../media/image88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81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38.png"/><Relationship Id="rId35" Type="http://schemas.openxmlformats.org/officeDocument/2006/relationships/image" Target="../media/image141.png"/><Relationship Id="rId43" Type="http://schemas.openxmlformats.org/officeDocument/2006/relationships/image" Target="../media/image91.png"/><Relationship Id="rId8" Type="http://schemas.openxmlformats.org/officeDocument/2006/relationships/image" Target="../media/image1030.png"/><Relationship Id="rId3" Type="http://schemas.openxmlformats.org/officeDocument/2006/relationships/image" Target="../media/image980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7.png"/><Relationship Id="rId33" Type="http://schemas.openxmlformats.org/officeDocument/2006/relationships/image" Target="../media/image121.png"/><Relationship Id="rId38" Type="http://schemas.openxmlformats.org/officeDocument/2006/relationships/image" Target="../media/image12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D33C-9298-3693-579E-A26AC372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4D2C8253-070C-2815-1438-1CAB507650EB}"/>
              </a:ext>
            </a:extLst>
          </p:cNvPr>
          <p:cNvGrpSpPr/>
          <p:nvPr/>
        </p:nvGrpSpPr>
        <p:grpSpPr>
          <a:xfrm>
            <a:off x="3381538" y="2710760"/>
            <a:ext cx="379848" cy="317132"/>
            <a:chOff x="2958207" y="3499218"/>
            <a:chExt cx="379848" cy="317132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96620095-9602-67AB-12CE-9265CA6A4E7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25C1743-596D-8BC8-7B42-18E523AC8D95}"/>
              </a:ext>
            </a:extLst>
          </p:cNvPr>
          <p:cNvGrpSpPr/>
          <p:nvPr/>
        </p:nvGrpSpPr>
        <p:grpSpPr>
          <a:xfrm>
            <a:off x="3727399" y="2708219"/>
            <a:ext cx="383438" cy="321492"/>
            <a:chOff x="2942118" y="3494858"/>
            <a:chExt cx="383438" cy="321492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8A703EA2-4E82-80CE-E613-ACDAED2DC04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/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F53A073-C87C-44C9-EAE1-1F789FB72C15}"/>
              </a:ext>
            </a:extLst>
          </p:cNvPr>
          <p:cNvGrpSpPr/>
          <p:nvPr/>
        </p:nvGrpSpPr>
        <p:grpSpPr>
          <a:xfrm>
            <a:off x="4639568" y="2708219"/>
            <a:ext cx="509114" cy="317131"/>
            <a:chOff x="2864822" y="3499219"/>
            <a:chExt cx="560026" cy="317131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74CD813C-3C0D-41B5-E2F1-80FA2BE7686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E813EB35-099D-99F3-88DB-1ECC821064EE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E813EB35-099D-99F3-88DB-1ECC821064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3ED3568-C3BD-02E3-0BBC-A0097D40D9A6}"/>
                  </a:ext>
                </a:extLst>
              </p:cNvPr>
              <p:cNvSpPr txBox="1"/>
              <p:nvPr/>
            </p:nvSpPr>
            <p:spPr>
              <a:xfrm>
                <a:off x="4074781" y="2742158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3ED3568-C3BD-02E3-0BBC-A0097D40D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781" y="2742158"/>
                <a:ext cx="34176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C906A4FB-56A2-4777-ECC8-46BDEBC2E27D}"/>
              </a:ext>
            </a:extLst>
          </p:cNvPr>
          <p:cNvGrpSpPr/>
          <p:nvPr/>
        </p:nvGrpSpPr>
        <p:grpSpPr>
          <a:xfrm>
            <a:off x="5080278" y="2703721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EBA7257-CA89-3D26-2266-434DE6DD1EE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6E82A98-D7CB-A2D1-6699-B143510EF1F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6E82A98-D7CB-A2D1-6699-B143510EF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DEAFE296-E131-148C-B469-63A6379D4190}"/>
              </a:ext>
            </a:extLst>
          </p:cNvPr>
          <p:cNvGrpSpPr/>
          <p:nvPr/>
        </p:nvGrpSpPr>
        <p:grpSpPr>
          <a:xfrm>
            <a:off x="4273498" y="2710760"/>
            <a:ext cx="509114" cy="317131"/>
            <a:chOff x="2864822" y="3499219"/>
            <a:chExt cx="560026" cy="31713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246D1873-7A33-5BCD-5971-75A8B65F965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30A4342-8DD0-D236-C1C7-9299082CBE4E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30A4342-8DD0-D236-C1C7-9299082CB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左大括号 8">
            <a:extLst>
              <a:ext uri="{FF2B5EF4-FFF2-40B4-BE49-F238E27FC236}">
                <a16:creationId xmlns:a16="http://schemas.microsoft.com/office/drawing/2014/main" id="{7CA01102-9AB2-770B-364A-4F3B17D7DA9A}"/>
              </a:ext>
            </a:extLst>
          </p:cNvPr>
          <p:cNvSpPr/>
          <p:nvPr/>
        </p:nvSpPr>
        <p:spPr>
          <a:xfrm>
            <a:off x="5471389" y="2036233"/>
            <a:ext cx="265480" cy="1703917"/>
          </a:xfrm>
          <a:prstGeom prst="leftBrace">
            <a:avLst>
              <a:gd name="adj1" fmla="val 4897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47C2E10-894B-6E2F-6C59-0EF2033B6617}"/>
              </a:ext>
            </a:extLst>
          </p:cNvPr>
          <p:cNvGrpSpPr/>
          <p:nvPr/>
        </p:nvGrpSpPr>
        <p:grpSpPr>
          <a:xfrm>
            <a:off x="5921538" y="1991094"/>
            <a:ext cx="379848" cy="317132"/>
            <a:chOff x="2958207" y="3499218"/>
            <a:chExt cx="379848" cy="317132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B08C2C63-CB46-247E-D6A2-CC89AAD35D3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482BF998-763D-7043-B0A0-802D31CE15AD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ED088AC-258A-F69B-1227-19C9A3AF5A29}"/>
              </a:ext>
            </a:extLst>
          </p:cNvPr>
          <p:cNvGrpSpPr/>
          <p:nvPr/>
        </p:nvGrpSpPr>
        <p:grpSpPr>
          <a:xfrm>
            <a:off x="6267399" y="1988553"/>
            <a:ext cx="383438" cy="321492"/>
            <a:chOff x="2942118" y="3494858"/>
            <a:chExt cx="383438" cy="321492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C66912E7-B9C8-5753-8E2F-A683A3DEDBB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E8DA863-FA8F-D02E-90C0-433120187F63}"/>
                    </a:ext>
                  </a:extLst>
                </p:cNvPr>
                <p:cNvSpPr txBox="1"/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FB1635B-DEEF-1662-223D-5786168B55A3}"/>
              </a:ext>
            </a:extLst>
          </p:cNvPr>
          <p:cNvGrpSpPr/>
          <p:nvPr/>
        </p:nvGrpSpPr>
        <p:grpSpPr>
          <a:xfrm>
            <a:off x="7175335" y="1359373"/>
            <a:ext cx="509114" cy="317131"/>
            <a:chOff x="2864822" y="3499219"/>
            <a:chExt cx="560026" cy="31713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43989227-692F-035F-5FB2-9EE992EBB6E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A889F65-D905-13B5-5293-ED8B39845715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A889F65-D905-13B5-5293-ED8B398457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20F174C-2B54-DC23-CEFC-42A458DAE0C8}"/>
                  </a:ext>
                </a:extLst>
              </p:cNvPr>
              <p:cNvSpPr txBox="1"/>
              <p:nvPr/>
            </p:nvSpPr>
            <p:spPr>
              <a:xfrm>
                <a:off x="6614781" y="2022492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20F174C-2B54-DC23-CEFC-42A458DAE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781" y="2022492"/>
                <a:ext cx="34176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D2B23B7A-F6C5-45A8-9E8B-6B4B16701D57}"/>
              </a:ext>
            </a:extLst>
          </p:cNvPr>
          <p:cNvGrpSpPr/>
          <p:nvPr/>
        </p:nvGrpSpPr>
        <p:grpSpPr>
          <a:xfrm>
            <a:off x="7620278" y="1984055"/>
            <a:ext cx="361636" cy="317131"/>
            <a:chOff x="2936428" y="3499219"/>
            <a:chExt cx="397801" cy="317131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E9F90DCE-F867-A459-29C9-90FC8DBF483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412CA92-316F-14DB-C72A-AFB5CE1867C3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6E82A98-D7CB-A2D1-6699-B143510EF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253541D-C3AA-20B9-042E-3A3C4EC6D59C}"/>
              </a:ext>
            </a:extLst>
          </p:cNvPr>
          <p:cNvGrpSpPr/>
          <p:nvPr/>
        </p:nvGrpSpPr>
        <p:grpSpPr>
          <a:xfrm>
            <a:off x="6813498" y="1991094"/>
            <a:ext cx="509114" cy="317131"/>
            <a:chOff x="2864822" y="3499219"/>
            <a:chExt cx="560026" cy="317131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4804D495-C58A-290B-556E-078AF03697A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5327BEE-626D-85E5-EB8B-3204BA69B1F7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5327BEE-626D-85E5-EB8B-3204BA69B1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D4D0B9A9-8F29-FA4D-57D7-30C10AEDA1EB}"/>
              </a:ext>
            </a:extLst>
          </p:cNvPr>
          <p:cNvSpPr txBox="1"/>
          <p:nvPr/>
        </p:nvSpPr>
        <p:spPr>
          <a:xfrm>
            <a:off x="7594111" y="1714094"/>
            <a:ext cx="396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7734FF5-CAC4-CBF2-8B1B-206F5955CC03}"/>
                  </a:ext>
                </a:extLst>
              </p:cNvPr>
              <p:cNvSpPr txBox="1"/>
              <p:nvPr/>
            </p:nvSpPr>
            <p:spPr>
              <a:xfrm>
                <a:off x="6908069" y="1410216"/>
                <a:ext cx="41870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800" i="1">
                          <a:latin typeface="Cambria Math" panose="02040503050406030204" pitchFamily="18" charset="0"/>
                        </a:rPr>
                        <m:t>移除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7734FF5-CAC4-CBF2-8B1B-206F5955C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069" y="1410216"/>
                <a:ext cx="418704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DF6CC7D6-4BC8-B6A2-E13B-29550DD7517E}"/>
              </a:ext>
            </a:extLst>
          </p:cNvPr>
          <p:cNvSpPr/>
          <p:nvPr/>
        </p:nvSpPr>
        <p:spPr>
          <a:xfrm>
            <a:off x="5881842" y="1944476"/>
            <a:ext cx="1420658" cy="421957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FA289EB0-A010-8F8E-7B25-6ACBE9482B27}"/>
                  </a:ext>
                </a:extLst>
              </p:cNvPr>
              <p:cNvSpPr txBox="1"/>
              <p:nvPr/>
            </p:nvSpPr>
            <p:spPr>
              <a:xfrm>
                <a:off x="4152611" y="3128950"/>
                <a:ext cx="44416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FA289EB0-A010-8F8E-7B25-6ACBE9482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611" y="3128950"/>
                <a:ext cx="444161" cy="246221"/>
              </a:xfrm>
              <a:prstGeom prst="rect">
                <a:avLst/>
              </a:prstGeom>
              <a:blipFill>
                <a:blip r:embed="rId11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AA0087FA-9434-C4FD-D305-2E0F66DA2877}"/>
                  </a:ext>
                </a:extLst>
              </p:cNvPr>
              <p:cNvSpPr txBox="1"/>
              <p:nvPr/>
            </p:nvSpPr>
            <p:spPr>
              <a:xfrm>
                <a:off x="6389405" y="2395289"/>
                <a:ext cx="66781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AA0087FA-9434-C4FD-D305-2E0F66DA2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405" y="2395289"/>
                <a:ext cx="667812" cy="246221"/>
              </a:xfrm>
              <a:prstGeom prst="rect">
                <a:avLst/>
              </a:prstGeom>
              <a:blipFill>
                <a:blip r:embed="rId12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组合 60">
            <a:extLst>
              <a:ext uri="{FF2B5EF4-FFF2-40B4-BE49-F238E27FC236}">
                <a16:creationId xmlns:a16="http://schemas.microsoft.com/office/drawing/2014/main" id="{2D1F0448-128F-20EB-470D-43F563508976}"/>
              </a:ext>
            </a:extLst>
          </p:cNvPr>
          <p:cNvGrpSpPr/>
          <p:nvPr/>
        </p:nvGrpSpPr>
        <p:grpSpPr>
          <a:xfrm>
            <a:off x="5865561" y="3375171"/>
            <a:ext cx="379848" cy="317132"/>
            <a:chOff x="2958207" y="3499218"/>
            <a:chExt cx="379848" cy="317132"/>
          </a:xfrm>
        </p:grpSpPr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6B557084-D816-204A-D891-0CCD628B028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9AECBCE9-F025-F2A8-8D3C-79D7A2E811EC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76B17D9F-35DD-C8F4-2FBE-796C88B744E0}"/>
              </a:ext>
            </a:extLst>
          </p:cNvPr>
          <p:cNvGrpSpPr/>
          <p:nvPr/>
        </p:nvGrpSpPr>
        <p:grpSpPr>
          <a:xfrm>
            <a:off x="6211422" y="3372630"/>
            <a:ext cx="383438" cy="321492"/>
            <a:chOff x="2942118" y="3494858"/>
            <a:chExt cx="383438" cy="321492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DA24EAB9-C175-7191-0DDB-4A2FC5938A2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27843F9C-11A8-D2DA-7DA1-CCABB1E0F5CC}"/>
                    </a:ext>
                  </a:extLst>
                </p:cNvPr>
                <p:cNvSpPr txBox="1"/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DAC8A69F-EE6D-F58D-3A9F-66662955A109}"/>
              </a:ext>
            </a:extLst>
          </p:cNvPr>
          <p:cNvGrpSpPr/>
          <p:nvPr/>
        </p:nvGrpSpPr>
        <p:grpSpPr>
          <a:xfrm>
            <a:off x="7186917" y="3353693"/>
            <a:ext cx="509114" cy="317131"/>
            <a:chOff x="2864822" y="3499219"/>
            <a:chExt cx="560026" cy="317131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E1C8107B-7BA2-4E5C-C387-9659949721C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EB7D53FE-8F04-C932-498A-5A4E4370D1A2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EB7D53FE-8F04-C932-498A-5A4E4370D1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2EF11F8-DAF9-236C-AA52-E81D54CA0C18}"/>
                  </a:ext>
                </a:extLst>
              </p:cNvPr>
              <p:cNvSpPr txBox="1"/>
              <p:nvPr/>
            </p:nvSpPr>
            <p:spPr>
              <a:xfrm>
                <a:off x="6558804" y="3406569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2EF11F8-DAF9-236C-AA52-E81D54CA0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804" y="3406569"/>
                <a:ext cx="34176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组合 76">
            <a:extLst>
              <a:ext uri="{FF2B5EF4-FFF2-40B4-BE49-F238E27FC236}">
                <a16:creationId xmlns:a16="http://schemas.microsoft.com/office/drawing/2014/main" id="{593ECE47-CD5D-882C-79D2-099D1C995A29}"/>
              </a:ext>
            </a:extLst>
          </p:cNvPr>
          <p:cNvGrpSpPr/>
          <p:nvPr/>
        </p:nvGrpSpPr>
        <p:grpSpPr>
          <a:xfrm>
            <a:off x="6757521" y="3375171"/>
            <a:ext cx="509114" cy="317131"/>
            <a:chOff x="2864822" y="3499219"/>
            <a:chExt cx="560026" cy="317131"/>
          </a:xfrm>
        </p:grpSpPr>
        <p:sp>
          <p:nvSpPr>
            <p:cNvPr id="78" name="矩形: 圆角 77">
              <a:extLst>
                <a:ext uri="{FF2B5EF4-FFF2-40B4-BE49-F238E27FC236}">
                  <a16:creationId xmlns:a16="http://schemas.microsoft.com/office/drawing/2014/main" id="{EB2F79C6-1BCA-ED47-B3FA-FF50847BEA8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95BD811E-6FE4-073E-9D6D-FF90BAF413E5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95BD811E-6FE4-073E-9D6D-FF90BAF413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B9154DA9-428D-E6E7-C282-C49B99BBDB6C}"/>
                  </a:ext>
                </a:extLst>
              </p:cNvPr>
              <p:cNvSpPr txBox="1"/>
              <p:nvPr/>
            </p:nvSpPr>
            <p:spPr>
              <a:xfrm>
                <a:off x="6852092" y="2794293"/>
                <a:ext cx="41870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800" i="1">
                          <a:latin typeface="Cambria Math" panose="02040503050406030204" pitchFamily="18" charset="0"/>
                        </a:rPr>
                        <m:t>移除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B9154DA9-428D-E6E7-C282-C49B99BBD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092" y="2794293"/>
                <a:ext cx="418704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879F7E1A-1AF2-2984-9CC9-129881D5B8CE}"/>
              </a:ext>
            </a:extLst>
          </p:cNvPr>
          <p:cNvSpPr/>
          <p:nvPr/>
        </p:nvSpPr>
        <p:spPr>
          <a:xfrm>
            <a:off x="5822271" y="3309510"/>
            <a:ext cx="1823887" cy="421957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5B88DC42-FE3D-7C12-CCD1-74F3135B015E}"/>
                  </a:ext>
                </a:extLst>
              </p:cNvPr>
              <p:cNvSpPr txBox="1"/>
              <p:nvPr/>
            </p:nvSpPr>
            <p:spPr>
              <a:xfrm>
                <a:off x="6333428" y="3779366"/>
                <a:ext cx="66781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5B88DC42-FE3D-7C12-CCD1-74F3135B0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3428" y="3779366"/>
                <a:ext cx="667812" cy="246221"/>
              </a:xfrm>
              <a:prstGeom prst="rect">
                <a:avLst/>
              </a:prstGeom>
              <a:blipFill>
                <a:blip r:embed="rId15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2695A767-FFE1-50A4-A45E-BF019F570D21}"/>
                  </a:ext>
                </a:extLst>
              </p:cNvPr>
              <p:cNvSpPr txBox="1"/>
              <p:nvPr/>
            </p:nvSpPr>
            <p:spPr>
              <a:xfrm>
                <a:off x="7310974" y="2386045"/>
                <a:ext cx="31611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2695A767-FFE1-50A4-A45E-BF019F570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974" y="2386045"/>
                <a:ext cx="316112" cy="24622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F9D665A2-0796-66EE-94B3-5A81D325D52F}"/>
                  </a:ext>
                </a:extLst>
              </p:cNvPr>
              <p:cNvSpPr txBox="1"/>
              <p:nvPr/>
            </p:nvSpPr>
            <p:spPr>
              <a:xfrm>
                <a:off x="7641684" y="2383932"/>
                <a:ext cx="33265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F9D665A2-0796-66EE-94B3-5A81D325D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684" y="2383932"/>
                <a:ext cx="332655" cy="24622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组合 86">
            <a:extLst>
              <a:ext uri="{FF2B5EF4-FFF2-40B4-BE49-F238E27FC236}">
                <a16:creationId xmlns:a16="http://schemas.microsoft.com/office/drawing/2014/main" id="{4FFF0D0D-EBF5-8AFC-C482-8FB4DF956DB2}"/>
              </a:ext>
            </a:extLst>
          </p:cNvPr>
          <p:cNvGrpSpPr/>
          <p:nvPr/>
        </p:nvGrpSpPr>
        <p:grpSpPr>
          <a:xfrm>
            <a:off x="7858692" y="3094760"/>
            <a:ext cx="418704" cy="832737"/>
            <a:chOff x="7620278" y="3075009"/>
            <a:chExt cx="418704" cy="832737"/>
          </a:xfrm>
        </p:grpSpPr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5B08EB05-F044-AE1D-4AD6-845F5E605EB9}"/>
                </a:ext>
              </a:extLst>
            </p:cNvPr>
            <p:cNvGrpSpPr/>
            <p:nvPr/>
          </p:nvGrpSpPr>
          <p:grpSpPr>
            <a:xfrm>
              <a:off x="7646445" y="3344970"/>
              <a:ext cx="361636" cy="317131"/>
              <a:chOff x="2936428" y="3499219"/>
              <a:chExt cx="397801" cy="317131"/>
            </a:xfrm>
          </p:grpSpPr>
          <p:sp>
            <p:nvSpPr>
              <p:cNvPr id="75" name="矩形: 圆角 74">
                <a:extLst>
                  <a:ext uri="{FF2B5EF4-FFF2-40B4-BE49-F238E27FC236}">
                    <a16:creationId xmlns:a16="http://schemas.microsoft.com/office/drawing/2014/main" id="{44DA7D33-7EA2-1AB7-5375-BE6DE3CCC44F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D27EB1E2-87E9-8D76-B3EF-4F5401E84C97}"/>
                      </a:ext>
                    </a:extLst>
                  </p:cNvPr>
                  <p:cNvSpPr txBox="1"/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E6E82A98-D7CB-A2D1-6699-B143510EF1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4A73A70-600E-2A37-C2FC-3DF732F4958A}"/>
                </a:ext>
              </a:extLst>
            </p:cNvPr>
            <p:cNvSpPr txBox="1"/>
            <p:nvPr/>
          </p:nvSpPr>
          <p:spPr>
            <a:xfrm>
              <a:off x="7620278" y="3075009"/>
              <a:ext cx="3962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❌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016D5F25-D5E2-76AB-B9DE-B32215B84957}"/>
                    </a:ext>
                  </a:extLst>
                </p:cNvPr>
                <p:cNvSpPr txBox="1"/>
                <p:nvPr/>
              </p:nvSpPr>
              <p:spPr>
                <a:xfrm>
                  <a:off x="7620278" y="3692302"/>
                  <a:ext cx="418704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800" i="1">
                            <a:latin typeface="Cambria Math" panose="02040503050406030204" pitchFamily="18" charset="0"/>
                          </a:rPr>
                          <m:t>移除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016D5F25-D5E2-76AB-B9DE-B32215B849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278" y="3692302"/>
                  <a:ext cx="418704" cy="21544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BA4B141-5286-3BC2-546D-F9B3BC321EE6}"/>
                  </a:ext>
                </a:extLst>
              </p:cNvPr>
              <p:cNvSpPr txBox="1"/>
              <p:nvPr/>
            </p:nvSpPr>
            <p:spPr>
              <a:xfrm>
                <a:off x="4245661" y="4318248"/>
                <a:ext cx="267996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0" smtClean="0">
                          <a:latin typeface="Cambria Math" panose="02040503050406030204" pitchFamily="18" charset="0"/>
                        </a:rPr>
                        <m:t>𝐦𝐚𝐱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BA4B141-5286-3BC2-546D-F9B3BC321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661" y="4318248"/>
                <a:ext cx="2679964" cy="276999"/>
              </a:xfrm>
              <a:prstGeom prst="rect">
                <a:avLst/>
              </a:prstGeom>
              <a:blipFill>
                <a:blip r:embed="rId19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箭头: 下 12">
            <a:extLst>
              <a:ext uri="{FF2B5EF4-FFF2-40B4-BE49-F238E27FC236}">
                <a16:creationId xmlns:a16="http://schemas.microsoft.com/office/drawing/2014/main" id="{4C7DAFBC-D0A9-5837-6449-795B1208391F}"/>
              </a:ext>
            </a:extLst>
          </p:cNvPr>
          <p:cNvSpPr/>
          <p:nvPr/>
        </p:nvSpPr>
        <p:spPr>
          <a:xfrm>
            <a:off x="5541193" y="3984312"/>
            <a:ext cx="88900" cy="276999"/>
          </a:xfrm>
          <a:prstGeom prst="downArrow">
            <a:avLst/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537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FC7F-847D-6863-287C-7DF28C822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36C3D542-4B4B-5661-0B55-80B3CFDB4898}"/>
              </a:ext>
            </a:extLst>
          </p:cNvPr>
          <p:cNvGrpSpPr/>
          <p:nvPr/>
        </p:nvGrpSpPr>
        <p:grpSpPr>
          <a:xfrm>
            <a:off x="4456766" y="2200861"/>
            <a:ext cx="1495191" cy="1515018"/>
            <a:chOff x="4593291" y="2205359"/>
            <a:chExt cx="1495191" cy="151501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B329BCE6-9A18-5474-62C6-81883A2B2964}"/>
                </a:ext>
              </a:extLst>
            </p:cNvPr>
            <p:cNvGrpSpPr/>
            <p:nvPr/>
          </p:nvGrpSpPr>
          <p:grpSpPr>
            <a:xfrm>
              <a:off x="4593291" y="2221121"/>
              <a:ext cx="444930" cy="338554"/>
              <a:chOff x="2945466" y="3492179"/>
              <a:chExt cx="444930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23FEA8AF-364C-5DD6-85FC-44CCA871ED3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D16034-40B5-C804-AB46-CB6300FE13D5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14D3551-AB95-003C-9694-55A8407069B7}"/>
                </a:ext>
              </a:extLst>
            </p:cNvPr>
            <p:cNvGrpSpPr/>
            <p:nvPr/>
          </p:nvGrpSpPr>
          <p:grpSpPr>
            <a:xfrm>
              <a:off x="4931032" y="2205359"/>
              <a:ext cx="449674" cy="341752"/>
              <a:chOff x="2921257" y="3474598"/>
              <a:chExt cx="449674" cy="34175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2B106B89-F091-2F0F-CAB8-AB781BB388B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831996CB-4664-EEA3-58E5-3A7359F207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72908D1-95F2-B720-6F04-8B6622683EE1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41F1AC06-49BE-DF6B-4AAC-6226BE0A73A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F09B1C81-8673-F233-3585-DA551BA2E5FB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E6095DE-90BD-E7E6-8008-F31D44E0CDF8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FE03FEA-B9A7-19BE-E61F-14633832BD5A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08AE0B51-FDD2-6E7D-4DB8-43B4D12B99A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5A7B2C9-4AA2-7A93-5CC9-5D925043A064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D8754AF-55F4-4214-19B8-3BCBC5B26268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5E553461-D892-2F3A-9C14-8B054220302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8919459B-5951-6EDE-E405-A45F60439F0C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A138F48-DBDB-A31A-824F-E2DC6CCF698D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C75EDE08-D871-2D81-1D99-D0FB0BD474CE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C7985850-D412-8917-C107-C7A1C61C741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40F86C17-4856-6A8E-19B7-09E1265C3465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087942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BB635-457A-C797-9B74-08F79946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9491B91-C9D9-4487-18D2-B05D57B7A4EB}"/>
              </a:ext>
            </a:extLst>
          </p:cNvPr>
          <p:cNvGrpSpPr/>
          <p:nvPr/>
        </p:nvGrpSpPr>
        <p:grpSpPr>
          <a:xfrm>
            <a:off x="6020078" y="2221121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01DB60D-97F8-B23B-7A17-F0F2B47FDA1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F5DC5DA-FA24-8737-DE67-39733ED062C5}"/>
              </a:ext>
            </a:extLst>
          </p:cNvPr>
          <p:cNvGrpSpPr/>
          <p:nvPr/>
        </p:nvGrpSpPr>
        <p:grpSpPr>
          <a:xfrm>
            <a:off x="6020078" y="2716421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624961DA-698C-F34B-BEE7-49531E84C02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/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4E033417-01D0-A074-2412-EC2F3D8B7CC1}"/>
              </a:ext>
            </a:extLst>
          </p:cNvPr>
          <p:cNvGrpSpPr/>
          <p:nvPr/>
        </p:nvGrpSpPr>
        <p:grpSpPr>
          <a:xfrm>
            <a:off x="4456766" y="2200861"/>
            <a:ext cx="1495191" cy="1515018"/>
            <a:chOff x="4593291" y="2205359"/>
            <a:chExt cx="1495191" cy="151501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9FCFECE-BF69-8DD5-3C35-2A2B7732CB69}"/>
                </a:ext>
              </a:extLst>
            </p:cNvPr>
            <p:cNvGrpSpPr/>
            <p:nvPr/>
          </p:nvGrpSpPr>
          <p:grpSpPr>
            <a:xfrm>
              <a:off x="4593291" y="2221121"/>
              <a:ext cx="444930" cy="338554"/>
              <a:chOff x="2945466" y="3492179"/>
              <a:chExt cx="444930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5943E607-CF6C-30D3-F92B-0522B7758D8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3C7C9827-4B2B-3152-E90C-FF28243CB2DD}"/>
                </a:ext>
              </a:extLst>
            </p:cNvPr>
            <p:cNvGrpSpPr/>
            <p:nvPr/>
          </p:nvGrpSpPr>
          <p:grpSpPr>
            <a:xfrm>
              <a:off x="4931032" y="2205359"/>
              <a:ext cx="449674" cy="341752"/>
              <a:chOff x="2921257" y="3474598"/>
              <a:chExt cx="449674" cy="34175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76E48071-408E-DD84-3BEC-7870DCEFDD0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892B2296-8D7F-BEA9-1689-0586062C6B2C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609EDFCF-375B-7470-6F36-7CD64A30BBE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DD7D334-C3C7-D096-A283-74D5A075AFA5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A0842A9D-FBAB-E85A-E928-126E30EFD62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7E524B4-709C-B7B1-0881-B6B504B0EB24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3497FB07-BE48-08F7-59B1-26A8A23BAB33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2EC77ED-DBB3-5ECF-E615-27B068A89FBB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BE63858A-5BAF-7228-0E39-E6244E6F4CF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41D3E23-4C25-59EE-544C-BB8C4498D6B5}"/>
              </a:ext>
            </a:extLst>
          </p:cNvPr>
          <p:cNvGrpSpPr/>
          <p:nvPr/>
        </p:nvGrpSpPr>
        <p:grpSpPr>
          <a:xfrm>
            <a:off x="6020078" y="3398748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95D8D41B-3B84-7D77-88A3-95B09E44EFD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976EB69E-5E0A-21F1-B747-E5E2BF452CF6}"/>
              </a:ext>
            </a:extLst>
          </p:cNvPr>
          <p:cNvGrpSpPr/>
          <p:nvPr/>
        </p:nvGrpSpPr>
        <p:grpSpPr>
          <a:xfrm>
            <a:off x="6049552" y="3980340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95A9EF77-3C32-6010-5C1C-BE14DF80F79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D5A7D0B-310C-D92F-E660-E105AC8622E3}"/>
              </a:ext>
            </a:extLst>
          </p:cNvPr>
          <p:cNvCxnSpPr/>
          <p:nvPr/>
        </p:nvCxnSpPr>
        <p:spPr>
          <a:xfrm>
            <a:off x="4117319" y="3918164"/>
            <a:ext cx="251777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81FAC05-3D8A-8367-4900-4CE873EA6068}"/>
              </a:ext>
            </a:extLst>
          </p:cNvPr>
          <p:cNvSpPr/>
          <p:nvPr/>
        </p:nvSpPr>
        <p:spPr>
          <a:xfrm>
            <a:off x="4168775" y="2173830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/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为结尾的所有情况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blipFill>
                <a:blip r:embed="rId1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/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100" b="1" dirty="0"/>
                  <a:t>为结尾的情况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blipFill>
                <a:blip r:embed="rId1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/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blipFill>
                <a:blip r:embed="rId1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/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/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/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blipFill>
                <a:blip r:embed="rId1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箭头: 右 24">
            <a:extLst>
              <a:ext uri="{FF2B5EF4-FFF2-40B4-BE49-F238E27FC236}">
                <a16:creationId xmlns:a16="http://schemas.microsoft.com/office/drawing/2014/main" id="{C8AD637C-DFBF-FC1D-C37E-6F8369CC332C}"/>
              </a:ext>
            </a:extLst>
          </p:cNvPr>
          <p:cNvSpPr/>
          <p:nvPr/>
        </p:nvSpPr>
        <p:spPr>
          <a:xfrm>
            <a:off x="3659345" y="2934274"/>
            <a:ext cx="425450" cy="9667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/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326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E6CB9-4E63-B970-218A-42036AA4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59A91FA-F820-A4A7-31C5-0DBB0DAE2AF0}"/>
              </a:ext>
            </a:extLst>
          </p:cNvPr>
          <p:cNvGrpSpPr/>
          <p:nvPr/>
        </p:nvGrpSpPr>
        <p:grpSpPr>
          <a:xfrm>
            <a:off x="3746219" y="3597136"/>
            <a:ext cx="2131477" cy="1458188"/>
            <a:chOff x="5142448" y="1467575"/>
            <a:chExt cx="2131477" cy="1458188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35A1093-8311-5BE8-C717-6E1FA7040C57}"/>
                </a:ext>
              </a:extLst>
            </p:cNvPr>
            <p:cNvGrpSpPr/>
            <p:nvPr/>
          </p:nvGrpSpPr>
          <p:grpSpPr>
            <a:xfrm>
              <a:off x="5416803" y="2324331"/>
              <a:ext cx="329975" cy="338554"/>
              <a:chOff x="2968850" y="3487721"/>
              <a:chExt cx="329975" cy="338554"/>
            </a:xfrm>
          </p:grpSpPr>
          <p:sp>
            <p:nvSpPr>
              <p:cNvPr id="37" name="矩形: 圆角 36">
                <a:extLst>
                  <a:ext uri="{FF2B5EF4-FFF2-40B4-BE49-F238E27FC236}">
                    <a16:creationId xmlns:a16="http://schemas.microsoft.com/office/drawing/2014/main" id="{6C85BA8A-BDDE-0F34-D9B6-4F6A269738D6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D732F13D-5EBA-BDE3-FC80-54D2E63819C4}"/>
                      </a:ext>
                    </a:extLst>
                  </p:cNvPr>
                  <p:cNvSpPr txBox="1"/>
                  <p:nvPr/>
                </p:nvSpPr>
                <p:spPr>
                  <a:xfrm>
                    <a:off x="2982645" y="3487721"/>
                    <a:ext cx="270931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D732F13D-5EBA-BDE3-FC80-54D2E63819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2645" y="3487721"/>
                    <a:ext cx="270931" cy="33855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11E7623D-6156-B9F7-373D-C2D58A8A625D}"/>
                </a:ext>
              </a:extLst>
            </p:cNvPr>
            <p:cNvGrpSpPr/>
            <p:nvPr/>
          </p:nvGrpSpPr>
          <p:grpSpPr>
            <a:xfrm>
              <a:off x="5785896" y="2326224"/>
              <a:ext cx="329975" cy="338554"/>
              <a:chOff x="2968850" y="3487795"/>
              <a:chExt cx="329975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8135ACA3-CD59-2791-AAE0-6DFFBB34D5FB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EB6FB262-765A-B37C-4A28-CE4F2AFE23E9}"/>
                      </a:ext>
                    </a:extLst>
                  </p:cNvPr>
                  <p:cNvSpPr txBox="1"/>
                  <p:nvPr/>
                </p:nvSpPr>
                <p:spPr>
                  <a:xfrm>
                    <a:off x="2998630" y="3487795"/>
                    <a:ext cx="21659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EB6FB262-765A-B37C-4A28-CE4F2AFE23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98630" y="3487795"/>
                    <a:ext cx="216590" cy="3385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222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4AFB5B71-2BA7-5FD5-A05B-10266752A5BF}"/>
                </a:ext>
              </a:extLst>
            </p:cNvPr>
            <p:cNvGrpSpPr/>
            <p:nvPr/>
          </p:nvGrpSpPr>
          <p:grpSpPr>
            <a:xfrm>
              <a:off x="6160635" y="2326936"/>
              <a:ext cx="299976" cy="338554"/>
              <a:chOff x="2968850" y="3490808"/>
              <a:chExt cx="329975" cy="338554"/>
            </a:xfrm>
          </p:grpSpPr>
          <p:sp>
            <p:nvSpPr>
              <p:cNvPr id="33" name="矩形: 圆角 32">
                <a:extLst>
                  <a:ext uri="{FF2B5EF4-FFF2-40B4-BE49-F238E27FC236}">
                    <a16:creationId xmlns:a16="http://schemas.microsoft.com/office/drawing/2014/main" id="{5B249483-E81A-2859-4D71-70130D59415E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6425E5AE-EEE8-A318-75BC-F57AF8F096D5}"/>
                      </a:ext>
                    </a:extLst>
                  </p:cNvPr>
                  <p:cNvSpPr txBox="1"/>
                  <p:nvPr/>
                </p:nvSpPr>
                <p:spPr>
                  <a:xfrm>
                    <a:off x="2979540" y="3490808"/>
                    <a:ext cx="298025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6425E5AE-EEE8-A318-75BC-F57AF8F096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79540" y="3490808"/>
                    <a:ext cx="298025" cy="3385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16D2EBD5-A49F-3AFE-A505-555BB3D0BCA9}"/>
                </a:ext>
              </a:extLst>
            </p:cNvPr>
            <p:cNvGrpSpPr/>
            <p:nvPr/>
          </p:nvGrpSpPr>
          <p:grpSpPr>
            <a:xfrm>
              <a:off x="6487915" y="2334217"/>
              <a:ext cx="354584" cy="338554"/>
              <a:chOff x="2938816" y="3498089"/>
              <a:chExt cx="390044" cy="338554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49DBD594-1933-E103-E7E7-9CD875FCA78A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36D32876-94CD-4BE8-D4C6-2C5467C09272}"/>
                      </a:ext>
                    </a:extLst>
                  </p:cNvPr>
                  <p:cNvSpPr txBox="1"/>
                  <p:nvPr/>
                </p:nvSpPr>
                <p:spPr>
                  <a:xfrm>
                    <a:off x="2938816" y="3498089"/>
                    <a:ext cx="39004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36D32876-94CD-4BE8-D4C6-2C5467C092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8816" y="3498089"/>
                    <a:ext cx="390044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0315E045-65FF-2B84-4B31-605F46F8F373}"/>
                </a:ext>
              </a:extLst>
            </p:cNvPr>
            <p:cNvSpPr/>
            <p:nvPr/>
          </p:nvSpPr>
          <p:spPr>
            <a:xfrm>
              <a:off x="5307436" y="2251265"/>
              <a:ext cx="1180479" cy="608157"/>
            </a:xfrm>
            <a:prstGeom prst="roundRect">
              <a:avLst/>
            </a:prstGeom>
            <a:noFill/>
            <a:ln w="19050"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0F9D09CE-0024-FA86-5265-F3248DC1CC8D}"/>
                    </a:ext>
                  </a:extLst>
                </p:cNvPr>
                <p:cNvSpPr txBox="1"/>
                <p:nvPr/>
              </p:nvSpPr>
              <p:spPr>
                <a:xfrm>
                  <a:off x="5210687" y="1875668"/>
                  <a:ext cx="905184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𝑻𝒂𝒓𝒈𝒆𝒕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0F9D09CE-0024-FA86-5265-F3248DC1CC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0687" y="1875668"/>
                  <a:ext cx="905184" cy="246221"/>
                </a:xfrm>
                <a:prstGeom prst="rect">
                  <a:avLst/>
                </a:prstGeom>
                <a:blipFill>
                  <a:blip r:embed="rId6"/>
                  <a:stretch>
                    <a:fillRect b="-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86A5504B-26B6-FD3D-E656-A9E5976C96FB}"/>
                    </a:ext>
                  </a:extLst>
                </p:cNvPr>
                <p:cNvSpPr txBox="1"/>
                <p:nvPr/>
              </p:nvSpPr>
              <p:spPr>
                <a:xfrm>
                  <a:off x="5142448" y="1467575"/>
                  <a:ext cx="1150251" cy="2852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  <m:sSub>
                          <m:sSubPr>
                            <m:ctrlP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2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𝑻𝒓𝒖𝒆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86A5504B-26B6-FD3D-E656-A9E5976C96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2448" y="1467575"/>
                  <a:ext cx="1150251" cy="28520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C044D1AE-0758-2255-13A0-39B7F6A57EFD}"/>
                </a:ext>
              </a:extLst>
            </p:cNvPr>
            <p:cNvSpPr/>
            <p:nvPr/>
          </p:nvSpPr>
          <p:spPr>
            <a:xfrm>
              <a:off x="5142448" y="1810739"/>
              <a:ext cx="2131477" cy="1115024"/>
            </a:xfrm>
            <a:prstGeom prst="roundRect">
              <a:avLst/>
            </a:prstGeom>
            <a:noFill/>
            <a:ln w="19050">
              <a:solidFill>
                <a:schemeClr val="accent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AF8C9FA-172F-A29D-E11E-82BD92918F65}"/>
              </a:ext>
            </a:extLst>
          </p:cNvPr>
          <p:cNvGrpSpPr/>
          <p:nvPr/>
        </p:nvGrpSpPr>
        <p:grpSpPr>
          <a:xfrm>
            <a:off x="4009924" y="2824726"/>
            <a:ext cx="370673" cy="360023"/>
            <a:chOff x="2945466" y="3492179"/>
            <a:chExt cx="354584" cy="338554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A2FCFE9C-9BCF-D4C9-A84D-E31805A4FEF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81605BB-C0C3-7835-68EB-A04F986BB3F7}"/>
                    </a:ext>
                  </a:extLst>
                </p:cNvPr>
                <p:cNvSpPr txBox="1"/>
                <p:nvPr/>
              </p:nvSpPr>
              <p:spPr>
                <a:xfrm>
                  <a:off x="2945466" y="3492179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D732F13D-5EBA-BDE3-FC80-54D2E63819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5466" y="3492179"/>
                  <a:ext cx="35458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9824803-2CBD-BBB1-BE0A-6E0346E56FA5}"/>
              </a:ext>
            </a:extLst>
          </p:cNvPr>
          <p:cNvGrpSpPr/>
          <p:nvPr/>
        </p:nvGrpSpPr>
        <p:grpSpPr>
          <a:xfrm>
            <a:off x="4420207" y="2830373"/>
            <a:ext cx="344947" cy="341004"/>
            <a:chOff x="2968850" y="3495680"/>
            <a:chExt cx="329975" cy="320670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83F4FECF-CE03-86C2-AB33-2FDA4F11DBE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F918EE0-8731-7EB2-CCA7-26529665A0EB}"/>
                    </a:ext>
                  </a:extLst>
                </p:cNvPr>
                <p:cNvSpPr txBox="1"/>
                <p:nvPr/>
              </p:nvSpPr>
              <p:spPr>
                <a:xfrm>
                  <a:off x="2993933" y="3495680"/>
                  <a:ext cx="270289" cy="3183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F918EE0-8731-7EB2-CCA7-26529665A0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933" y="3495680"/>
                  <a:ext cx="270289" cy="31836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4AF93DA-E3FC-0C76-FB24-D67A04D80057}"/>
              </a:ext>
            </a:extLst>
          </p:cNvPr>
          <p:cNvGrpSpPr/>
          <p:nvPr/>
        </p:nvGrpSpPr>
        <p:grpSpPr>
          <a:xfrm>
            <a:off x="4811958" y="2830377"/>
            <a:ext cx="313588" cy="338554"/>
            <a:chOff x="2968850" y="3497984"/>
            <a:chExt cx="329975" cy="318366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AE2183B2-7355-62E2-60DE-6FEB0278FDA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8FC893E-0D3A-C4B0-E186-7027452F2C95}"/>
                    </a:ext>
                  </a:extLst>
                </p:cNvPr>
                <p:cNvSpPr txBox="1"/>
                <p:nvPr/>
              </p:nvSpPr>
              <p:spPr>
                <a:xfrm>
                  <a:off x="2983101" y="3497984"/>
                  <a:ext cx="270640" cy="3183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8FC893E-0D3A-C4B0-E186-7027452F2C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3101" y="3497984"/>
                  <a:ext cx="270640" cy="318366"/>
                </a:xfrm>
                <a:prstGeom prst="rect">
                  <a:avLst/>
                </a:prstGeom>
                <a:blipFill>
                  <a:blip r:embed="rId1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5AF1415F-324F-03C2-B404-8A119AE6D4C3}"/>
              </a:ext>
            </a:extLst>
          </p:cNvPr>
          <p:cNvGrpSpPr/>
          <p:nvPr/>
        </p:nvGrpSpPr>
        <p:grpSpPr>
          <a:xfrm>
            <a:off x="5182632" y="2831043"/>
            <a:ext cx="313588" cy="338555"/>
            <a:chOff x="2968850" y="3498600"/>
            <a:chExt cx="329975" cy="318366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B604DE5C-B187-DE36-35A0-D5172E3C0A3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68C9A231-E997-B6D6-1411-163A83F5C7EA}"/>
                    </a:ext>
                  </a:extLst>
                </p:cNvPr>
                <p:cNvSpPr txBox="1"/>
                <p:nvPr/>
              </p:nvSpPr>
              <p:spPr>
                <a:xfrm>
                  <a:off x="2979401" y="3498600"/>
                  <a:ext cx="308873" cy="3183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68C9A231-E997-B6D6-1411-163A83F5C7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01" y="3498600"/>
                  <a:ext cx="308873" cy="31836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293277F-FBA9-6EF8-77C6-538C2D791EDD}"/>
              </a:ext>
            </a:extLst>
          </p:cNvPr>
          <p:cNvSpPr/>
          <p:nvPr/>
        </p:nvSpPr>
        <p:spPr>
          <a:xfrm>
            <a:off x="3920039" y="2742286"/>
            <a:ext cx="1708178" cy="623214"/>
          </a:xfrm>
          <a:prstGeom prst="roundRect">
            <a:avLst/>
          </a:prstGeom>
          <a:noFill/>
          <a:ln w="19050"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4F9C970-5FDC-9CC4-17BC-88CFBAA2B153}"/>
                  </a:ext>
                </a:extLst>
              </p:cNvPr>
              <p:cNvSpPr txBox="1"/>
              <p:nvPr/>
            </p:nvSpPr>
            <p:spPr>
              <a:xfrm>
                <a:off x="3818900" y="2342871"/>
                <a:ext cx="946256" cy="2618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zh-CN" altLang="en-US" sz="1000" b="1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4F9C970-5FDC-9CC4-17BC-88CFBAA2B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900" y="2342871"/>
                <a:ext cx="946256" cy="26183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DC9F484-3025-4B91-A709-BE6A75CD409A}"/>
                  </a:ext>
                </a:extLst>
              </p:cNvPr>
              <p:cNvSpPr txBox="1"/>
              <p:nvPr/>
            </p:nvSpPr>
            <p:spPr>
              <a:xfrm>
                <a:off x="3747565" y="1908900"/>
                <a:ext cx="1150251" cy="2852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𝑻𝒓𝒖𝒆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DC9F484-3025-4B91-A709-BE6A75CD4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565" y="1908900"/>
                <a:ext cx="1150251" cy="28520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B86B4BE-68FD-83B2-8FDE-C526C0D61DCD}"/>
              </a:ext>
            </a:extLst>
          </p:cNvPr>
          <p:cNvSpPr/>
          <p:nvPr/>
        </p:nvSpPr>
        <p:spPr>
          <a:xfrm>
            <a:off x="3747565" y="2273825"/>
            <a:ext cx="2228193" cy="1185731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FF3ECFC-2220-8691-E57D-F988B0CA00D5}"/>
              </a:ext>
            </a:extLst>
          </p:cNvPr>
          <p:cNvGrpSpPr/>
          <p:nvPr/>
        </p:nvGrpSpPr>
        <p:grpSpPr>
          <a:xfrm>
            <a:off x="6420915" y="1908900"/>
            <a:ext cx="2228193" cy="1550656"/>
            <a:chOff x="5142448" y="1467575"/>
            <a:chExt cx="2131477" cy="1458188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F333672D-FE08-C7B6-3C5D-371F76971D15}"/>
                </a:ext>
              </a:extLst>
            </p:cNvPr>
            <p:cNvGrpSpPr/>
            <p:nvPr/>
          </p:nvGrpSpPr>
          <p:grpSpPr>
            <a:xfrm>
              <a:off x="5393419" y="2328789"/>
              <a:ext cx="354584" cy="338554"/>
              <a:chOff x="2945466" y="3492179"/>
              <a:chExt cx="354584" cy="338554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43BC2522-3697-6087-E2FD-C76F97775D7B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79F65EFC-49F2-A3F2-B767-A3CBA1DA64B5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35458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D732F13D-5EBA-BDE3-FC80-54D2E63819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354584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002A1BB9-0DC9-EF5D-1D73-05B0558F234D}"/>
                </a:ext>
              </a:extLst>
            </p:cNvPr>
            <p:cNvGrpSpPr/>
            <p:nvPr/>
          </p:nvGrpSpPr>
          <p:grpSpPr>
            <a:xfrm>
              <a:off x="5777039" y="2325117"/>
              <a:ext cx="354584" cy="338554"/>
              <a:chOff x="2959993" y="3486688"/>
              <a:chExt cx="354584" cy="338554"/>
            </a:xfrm>
          </p:grpSpPr>
          <p:sp>
            <p:nvSpPr>
              <p:cNvPr id="49" name="矩形: 圆角 48">
                <a:extLst>
                  <a:ext uri="{FF2B5EF4-FFF2-40B4-BE49-F238E27FC236}">
                    <a16:creationId xmlns:a16="http://schemas.microsoft.com/office/drawing/2014/main" id="{4B8BE10D-847F-C40A-9D32-43F06C4ACABA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文本框 49">
                    <a:extLst>
                      <a:ext uri="{FF2B5EF4-FFF2-40B4-BE49-F238E27FC236}">
                        <a16:creationId xmlns:a16="http://schemas.microsoft.com/office/drawing/2014/main" id="{228D3536-5FB2-8C61-9F95-B27B2FA8EF2C}"/>
                      </a:ext>
                    </a:extLst>
                  </p:cNvPr>
                  <p:cNvSpPr txBox="1"/>
                  <p:nvPr/>
                </p:nvSpPr>
                <p:spPr>
                  <a:xfrm>
                    <a:off x="2959993" y="3486688"/>
                    <a:ext cx="35458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EB6FB262-765A-B37C-4A28-CE4F2AFE23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9993" y="3486688"/>
                    <a:ext cx="354584" cy="33855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3137531C-0AE8-C410-4C8D-5FF592765C65}"/>
                </a:ext>
              </a:extLst>
            </p:cNvPr>
            <p:cNvGrpSpPr/>
            <p:nvPr/>
          </p:nvGrpSpPr>
          <p:grpSpPr>
            <a:xfrm>
              <a:off x="6133331" y="2334217"/>
              <a:ext cx="354584" cy="338554"/>
              <a:chOff x="2938816" y="3498089"/>
              <a:chExt cx="390044" cy="338554"/>
            </a:xfrm>
          </p:grpSpPr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063E7BF5-111C-5840-EDD0-3AC68B9BFB7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文本框 47">
                    <a:extLst>
                      <a:ext uri="{FF2B5EF4-FFF2-40B4-BE49-F238E27FC236}">
                        <a16:creationId xmlns:a16="http://schemas.microsoft.com/office/drawing/2014/main" id="{34497626-ED7F-BDE8-392F-86E8F90093A0}"/>
                      </a:ext>
                    </a:extLst>
                  </p:cNvPr>
                  <p:cNvSpPr txBox="1"/>
                  <p:nvPr/>
                </p:nvSpPr>
                <p:spPr>
                  <a:xfrm>
                    <a:off x="2938816" y="3498089"/>
                    <a:ext cx="39004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6425E5AE-EEE8-A318-75BC-F57AF8F096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8816" y="3498089"/>
                    <a:ext cx="390044" cy="33855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2FA7388-EA07-9A5A-F9CD-77C8E5ED7B19}"/>
                </a:ext>
              </a:extLst>
            </p:cNvPr>
            <p:cNvGrpSpPr/>
            <p:nvPr/>
          </p:nvGrpSpPr>
          <p:grpSpPr>
            <a:xfrm>
              <a:off x="6487915" y="2334217"/>
              <a:ext cx="354584" cy="338554"/>
              <a:chOff x="2938816" y="3498089"/>
              <a:chExt cx="390044" cy="338554"/>
            </a:xfrm>
          </p:grpSpPr>
          <p:sp>
            <p:nvSpPr>
              <p:cNvPr id="32" name="矩形: 圆角 31">
                <a:extLst>
                  <a:ext uri="{FF2B5EF4-FFF2-40B4-BE49-F238E27FC236}">
                    <a16:creationId xmlns:a16="http://schemas.microsoft.com/office/drawing/2014/main" id="{69EAEF92-A988-7313-2E40-28E82E151B5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6C885B98-B5A3-059D-EE14-C69DEDB8645B}"/>
                      </a:ext>
                    </a:extLst>
                  </p:cNvPr>
                  <p:cNvSpPr txBox="1"/>
                  <p:nvPr/>
                </p:nvSpPr>
                <p:spPr>
                  <a:xfrm>
                    <a:off x="2938816" y="3498089"/>
                    <a:ext cx="39004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36D32876-94CD-4BE8-D4C6-2C5467C092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8816" y="3498089"/>
                    <a:ext cx="390044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8096A331-32A5-323A-AA86-D7326EE31580}"/>
                </a:ext>
              </a:extLst>
            </p:cNvPr>
            <p:cNvSpPr/>
            <p:nvPr/>
          </p:nvSpPr>
          <p:spPr>
            <a:xfrm>
              <a:off x="5307436" y="2251265"/>
              <a:ext cx="1603661" cy="485293"/>
            </a:xfrm>
            <a:prstGeom prst="roundRect">
              <a:avLst/>
            </a:prstGeom>
            <a:noFill/>
            <a:ln w="19050"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E70B54A7-E8DD-39E2-65B3-A9567FC28163}"/>
                    </a:ext>
                  </a:extLst>
                </p:cNvPr>
                <p:cNvSpPr txBox="1"/>
                <p:nvPr/>
              </p:nvSpPr>
              <p:spPr>
                <a:xfrm>
                  <a:off x="5210687" y="1875668"/>
                  <a:ext cx="939498" cy="2315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𝑻𝒂𝒓𝒈𝒆𝒕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𝟏𝟔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E70B54A7-E8DD-39E2-65B3-A9567FC281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0687" y="1875668"/>
                  <a:ext cx="939498" cy="23153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450DDEDC-63BB-512A-F74A-FC975AFEEAC8}"/>
                    </a:ext>
                  </a:extLst>
                </p:cNvPr>
                <p:cNvSpPr txBox="1"/>
                <p:nvPr/>
              </p:nvSpPr>
              <p:spPr>
                <a:xfrm>
                  <a:off x="5142448" y="1467575"/>
                  <a:ext cx="1212263" cy="2681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  <m:sSub>
                          <m:sSubPr>
                            <m:ctrlP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𝟏𝟔</m:t>
                            </m:r>
                          </m:sub>
                        </m:s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𝑭𝒂𝒍𝒔𝒆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450DDEDC-63BB-512A-F74A-FC975AFEEA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2448" y="1467575"/>
                  <a:ext cx="1212263" cy="2681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46FE8462-4382-CF40-ECCF-846EC3BB3F1F}"/>
                </a:ext>
              </a:extLst>
            </p:cNvPr>
            <p:cNvSpPr/>
            <p:nvPr/>
          </p:nvSpPr>
          <p:spPr>
            <a:xfrm>
              <a:off x="5142448" y="1810739"/>
              <a:ext cx="2131477" cy="1115024"/>
            </a:xfrm>
            <a:prstGeom prst="roundRect">
              <a:avLst/>
            </a:prstGeom>
            <a:noFill/>
            <a:ln w="19050">
              <a:solidFill>
                <a:schemeClr val="accent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4" name="图形 53" descr="复选标记 纯色填充">
            <a:extLst>
              <a:ext uri="{FF2B5EF4-FFF2-40B4-BE49-F238E27FC236}">
                <a16:creationId xmlns:a16="http://schemas.microsoft.com/office/drawing/2014/main" id="{8A40B0E5-AE7B-F87E-932A-15709827EB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17883" y="3169666"/>
            <a:ext cx="139699" cy="162277"/>
          </a:xfrm>
          <a:prstGeom prst="rect">
            <a:avLst/>
          </a:prstGeom>
        </p:spPr>
      </p:pic>
      <p:pic>
        <p:nvPicPr>
          <p:cNvPr id="55" name="图形 54" descr="复选标记 纯色填充">
            <a:extLst>
              <a:ext uri="{FF2B5EF4-FFF2-40B4-BE49-F238E27FC236}">
                <a16:creationId xmlns:a16="http://schemas.microsoft.com/office/drawing/2014/main" id="{987E7958-0013-4B70-A15D-DE774A64E0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26215" y="3177214"/>
            <a:ext cx="139699" cy="162277"/>
          </a:xfrm>
          <a:prstGeom prst="rect">
            <a:avLst/>
          </a:prstGeom>
        </p:spPr>
      </p:pic>
      <p:pic>
        <p:nvPicPr>
          <p:cNvPr id="56" name="图形 55" descr="复选标记 纯色填充">
            <a:extLst>
              <a:ext uri="{FF2B5EF4-FFF2-40B4-BE49-F238E27FC236}">
                <a16:creationId xmlns:a16="http://schemas.microsoft.com/office/drawing/2014/main" id="{96283A25-54FC-5B9C-C8FD-D47676A13A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484804" y="4813635"/>
            <a:ext cx="139699" cy="162277"/>
          </a:xfrm>
          <a:prstGeom prst="rect">
            <a:avLst/>
          </a:prstGeom>
        </p:spPr>
      </p:pic>
      <p:pic>
        <p:nvPicPr>
          <p:cNvPr id="57" name="图形 56" descr="复选标记 纯色填充">
            <a:extLst>
              <a:ext uri="{FF2B5EF4-FFF2-40B4-BE49-F238E27FC236}">
                <a16:creationId xmlns:a16="http://schemas.microsoft.com/office/drawing/2014/main" id="{180AE2D9-DBE0-9ABD-A7D0-D0916D6C30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104632" y="4793231"/>
            <a:ext cx="139699" cy="162277"/>
          </a:xfrm>
          <a:prstGeom prst="rect">
            <a:avLst/>
          </a:prstGeom>
        </p:spPr>
      </p:pic>
      <p:grpSp>
        <p:nvGrpSpPr>
          <p:cNvPr id="58" name="组合 57">
            <a:extLst>
              <a:ext uri="{FF2B5EF4-FFF2-40B4-BE49-F238E27FC236}">
                <a16:creationId xmlns:a16="http://schemas.microsoft.com/office/drawing/2014/main" id="{EE3B4979-74EE-8FD5-7840-5070A91D04C9}"/>
              </a:ext>
            </a:extLst>
          </p:cNvPr>
          <p:cNvGrpSpPr/>
          <p:nvPr/>
        </p:nvGrpSpPr>
        <p:grpSpPr>
          <a:xfrm>
            <a:off x="6420915" y="3597136"/>
            <a:ext cx="2228193" cy="1491611"/>
            <a:chOff x="5142448" y="1523099"/>
            <a:chExt cx="2131477" cy="1402664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E091B2B6-0CFB-01B7-2E04-9E7AFE61B318}"/>
                </a:ext>
              </a:extLst>
            </p:cNvPr>
            <p:cNvGrpSpPr/>
            <p:nvPr/>
          </p:nvGrpSpPr>
          <p:grpSpPr>
            <a:xfrm>
              <a:off x="5393419" y="2328789"/>
              <a:ext cx="354584" cy="338554"/>
              <a:chOff x="2945466" y="3492179"/>
              <a:chExt cx="354584" cy="338554"/>
            </a:xfrm>
          </p:grpSpPr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EED4E5BB-0D9D-04BD-4331-85190197CB9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11247305-BECD-820A-0255-3A6AA33CF7D0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35458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D732F13D-5EBA-BDE3-FC80-54D2E63819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354584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492FEC23-EFD9-70D5-4BA6-420FBEE7D629}"/>
                </a:ext>
              </a:extLst>
            </p:cNvPr>
            <p:cNvGrpSpPr/>
            <p:nvPr/>
          </p:nvGrpSpPr>
          <p:grpSpPr>
            <a:xfrm>
              <a:off x="5777039" y="2325117"/>
              <a:ext cx="354584" cy="338554"/>
              <a:chOff x="2959993" y="3486688"/>
              <a:chExt cx="354584" cy="338554"/>
            </a:xfrm>
          </p:grpSpPr>
          <p:sp>
            <p:nvSpPr>
              <p:cNvPr id="71" name="矩形: 圆角 70">
                <a:extLst>
                  <a:ext uri="{FF2B5EF4-FFF2-40B4-BE49-F238E27FC236}">
                    <a16:creationId xmlns:a16="http://schemas.microsoft.com/office/drawing/2014/main" id="{B6A0D077-ABA4-7A93-4CAE-2BB66234AF5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文本框 71">
                    <a:extLst>
                      <a:ext uri="{FF2B5EF4-FFF2-40B4-BE49-F238E27FC236}">
                        <a16:creationId xmlns:a16="http://schemas.microsoft.com/office/drawing/2014/main" id="{0E49D626-8003-2DAF-52A5-FB6F4AC30F40}"/>
                      </a:ext>
                    </a:extLst>
                  </p:cNvPr>
                  <p:cNvSpPr txBox="1"/>
                  <p:nvPr/>
                </p:nvSpPr>
                <p:spPr>
                  <a:xfrm>
                    <a:off x="2959993" y="3486688"/>
                    <a:ext cx="35458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EB6FB262-765A-B37C-4A28-CE4F2AFE23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9993" y="3486688"/>
                    <a:ext cx="354584" cy="33855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5D8899CB-C6E4-6F7F-A066-60C9DB6791E5}"/>
                </a:ext>
              </a:extLst>
            </p:cNvPr>
            <p:cNvGrpSpPr/>
            <p:nvPr/>
          </p:nvGrpSpPr>
          <p:grpSpPr>
            <a:xfrm>
              <a:off x="6133331" y="2334217"/>
              <a:ext cx="354584" cy="338554"/>
              <a:chOff x="2938816" y="3498089"/>
              <a:chExt cx="390044" cy="338554"/>
            </a:xfrm>
          </p:grpSpPr>
          <p:sp>
            <p:nvSpPr>
              <p:cNvPr id="69" name="矩形: 圆角 68">
                <a:extLst>
                  <a:ext uri="{FF2B5EF4-FFF2-40B4-BE49-F238E27FC236}">
                    <a16:creationId xmlns:a16="http://schemas.microsoft.com/office/drawing/2014/main" id="{406EA779-C62D-795D-F177-D19D2525068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文本框 69">
                    <a:extLst>
                      <a:ext uri="{FF2B5EF4-FFF2-40B4-BE49-F238E27FC236}">
                        <a16:creationId xmlns:a16="http://schemas.microsoft.com/office/drawing/2014/main" id="{16896DEA-6929-837C-0B09-537EAD719DCF}"/>
                      </a:ext>
                    </a:extLst>
                  </p:cNvPr>
                  <p:cNvSpPr txBox="1"/>
                  <p:nvPr/>
                </p:nvSpPr>
                <p:spPr>
                  <a:xfrm>
                    <a:off x="2938816" y="3498089"/>
                    <a:ext cx="39004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6425E5AE-EEE8-A318-75BC-F57AF8F096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8816" y="3498089"/>
                    <a:ext cx="390044" cy="33855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824070DA-2937-F064-A23F-783A123136B5}"/>
                </a:ext>
              </a:extLst>
            </p:cNvPr>
            <p:cNvGrpSpPr/>
            <p:nvPr/>
          </p:nvGrpSpPr>
          <p:grpSpPr>
            <a:xfrm>
              <a:off x="6487915" y="2334217"/>
              <a:ext cx="354584" cy="338554"/>
              <a:chOff x="2938816" y="3498089"/>
              <a:chExt cx="390044" cy="338554"/>
            </a:xfrm>
          </p:grpSpPr>
          <p:sp>
            <p:nvSpPr>
              <p:cNvPr id="67" name="矩形: 圆角 66">
                <a:extLst>
                  <a:ext uri="{FF2B5EF4-FFF2-40B4-BE49-F238E27FC236}">
                    <a16:creationId xmlns:a16="http://schemas.microsoft.com/office/drawing/2014/main" id="{E833FE5A-4C71-B481-A630-0D0A4A47774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A8AFB48E-B1BD-9B65-F858-4FA3C5F59510}"/>
                      </a:ext>
                    </a:extLst>
                  </p:cNvPr>
                  <p:cNvSpPr txBox="1"/>
                  <p:nvPr/>
                </p:nvSpPr>
                <p:spPr>
                  <a:xfrm>
                    <a:off x="2938816" y="3498089"/>
                    <a:ext cx="39004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36D32876-94CD-4BE8-D4C6-2C5467C092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8816" y="3498089"/>
                    <a:ext cx="390044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0F5B55D7-0F58-9DA7-EDF6-E9641F48D9A8}"/>
                </a:ext>
              </a:extLst>
            </p:cNvPr>
            <p:cNvSpPr/>
            <p:nvPr/>
          </p:nvSpPr>
          <p:spPr>
            <a:xfrm>
              <a:off x="5307437" y="2251265"/>
              <a:ext cx="1180478" cy="485293"/>
            </a:xfrm>
            <a:prstGeom prst="roundRect">
              <a:avLst/>
            </a:prstGeom>
            <a:noFill/>
            <a:ln w="19050"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D046475D-5E8A-ED68-06D7-6EE4F3505294}"/>
                    </a:ext>
                  </a:extLst>
                </p:cNvPr>
                <p:cNvSpPr txBox="1"/>
                <p:nvPr/>
              </p:nvSpPr>
              <p:spPr>
                <a:xfrm>
                  <a:off x="5210687" y="1875668"/>
                  <a:ext cx="865894" cy="2315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𝑻𝒂𝒓𝒈𝒆𝒕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D046475D-5E8A-ED68-06D7-6EE4F35052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0687" y="1875668"/>
                  <a:ext cx="865894" cy="231538"/>
                </a:xfrm>
                <a:prstGeom prst="rect">
                  <a:avLst/>
                </a:prstGeom>
                <a:blipFill>
                  <a:blip r:embed="rId19"/>
                  <a:stretch>
                    <a:fillRect b="-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0BEB2C03-B4FD-CB53-AD25-467B3392ECE3}"/>
                    </a:ext>
                  </a:extLst>
                </p:cNvPr>
                <p:cNvSpPr txBox="1"/>
                <p:nvPr/>
              </p:nvSpPr>
              <p:spPr>
                <a:xfrm>
                  <a:off x="5142448" y="1523099"/>
                  <a:ext cx="1147860" cy="2681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  <m:sSub>
                          <m:sSubPr>
                            <m:ctrlP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𝑭𝒂𝒍𝒔𝒆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0BEB2C03-B4FD-CB53-AD25-467B3392E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2448" y="1523099"/>
                  <a:ext cx="1147860" cy="2681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DB5D41DA-4346-C705-DB78-0B45433DF581}"/>
                </a:ext>
              </a:extLst>
            </p:cNvPr>
            <p:cNvSpPr/>
            <p:nvPr/>
          </p:nvSpPr>
          <p:spPr>
            <a:xfrm>
              <a:off x="5142448" y="1810739"/>
              <a:ext cx="2131477" cy="1115024"/>
            </a:xfrm>
            <a:prstGeom prst="roundRect">
              <a:avLst/>
            </a:prstGeom>
            <a:noFill/>
            <a:ln w="19050">
              <a:solidFill>
                <a:schemeClr val="accent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乘号 2">
            <a:extLst>
              <a:ext uri="{FF2B5EF4-FFF2-40B4-BE49-F238E27FC236}">
                <a16:creationId xmlns:a16="http://schemas.microsoft.com/office/drawing/2014/main" id="{E7AAC5A9-0781-15F7-4736-2CF5C2CC4B27}"/>
              </a:ext>
            </a:extLst>
          </p:cNvPr>
          <p:cNvSpPr/>
          <p:nvPr/>
        </p:nvSpPr>
        <p:spPr>
          <a:xfrm>
            <a:off x="7895568" y="2460055"/>
            <a:ext cx="184150" cy="2381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乘号 52">
            <a:extLst>
              <a:ext uri="{FF2B5EF4-FFF2-40B4-BE49-F238E27FC236}">
                <a16:creationId xmlns:a16="http://schemas.microsoft.com/office/drawing/2014/main" id="{6CD06E0F-BC0D-5D3B-E2F8-441B5617AE7E}"/>
              </a:ext>
            </a:extLst>
          </p:cNvPr>
          <p:cNvSpPr/>
          <p:nvPr/>
        </p:nvSpPr>
        <p:spPr>
          <a:xfrm>
            <a:off x="7535298" y="4116907"/>
            <a:ext cx="184150" cy="2381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887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59B3D-9698-FF2C-66C0-4EB58D72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A5A8AF3-7A70-2549-C06A-14605FDE6E24}"/>
              </a:ext>
            </a:extLst>
          </p:cNvPr>
          <p:cNvGrpSpPr/>
          <p:nvPr/>
        </p:nvGrpSpPr>
        <p:grpSpPr>
          <a:xfrm>
            <a:off x="5084038" y="1335846"/>
            <a:ext cx="344947" cy="339075"/>
            <a:chOff x="2968850" y="3497494"/>
            <a:chExt cx="329975" cy="318856"/>
          </a:xfrm>
        </p:grpSpPr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13C0601F-62BD-3863-D8C4-D5C60914CDF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351CB12F-EEC1-A404-169B-6C844948A57B}"/>
                    </a:ext>
                  </a:extLst>
                </p:cNvPr>
                <p:cNvSpPr txBox="1"/>
                <p:nvPr/>
              </p:nvSpPr>
              <p:spPr>
                <a:xfrm>
                  <a:off x="2995357" y="3497494"/>
                  <a:ext cx="246991" cy="3183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351CB12F-EEC1-A404-169B-6C844948A5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5357" y="3497494"/>
                  <a:ext cx="246991" cy="318366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17131AA3-BF4A-A2FC-6B98-8C2F99F4A078}"/>
              </a:ext>
            </a:extLst>
          </p:cNvPr>
          <p:cNvGrpSpPr/>
          <p:nvPr/>
        </p:nvGrpSpPr>
        <p:grpSpPr>
          <a:xfrm>
            <a:off x="5469880" y="1335849"/>
            <a:ext cx="344947" cy="341005"/>
            <a:chOff x="2968850" y="3495680"/>
            <a:chExt cx="329975" cy="320671"/>
          </a:xfrm>
        </p:grpSpPr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EB197786-74FE-3432-3085-0CF1C3400DB5}"/>
                </a:ext>
              </a:extLst>
            </p:cNvPr>
            <p:cNvSpPr/>
            <p:nvPr/>
          </p:nvSpPr>
          <p:spPr>
            <a:xfrm>
              <a:off x="2968850" y="3499220"/>
              <a:ext cx="329975" cy="31713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D01A39E0-8F8D-174F-750B-95F150FCDACA}"/>
                    </a:ext>
                  </a:extLst>
                </p:cNvPr>
                <p:cNvSpPr txBox="1"/>
                <p:nvPr/>
              </p:nvSpPr>
              <p:spPr>
                <a:xfrm>
                  <a:off x="2993931" y="3495680"/>
                  <a:ext cx="270289" cy="3183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D01A39E0-8F8D-174F-750B-95F150FCDA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931" y="3495680"/>
                  <a:ext cx="270289" cy="31836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DC38C0E8-008C-8ADC-FFA8-263806BBA8E8}"/>
              </a:ext>
            </a:extLst>
          </p:cNvPr>
          <p:cNvGrpSpPr/>
          <p:nvPr/>
        </p:nvGrpSpPr>
        <p:grpSpPr>
          <a:xfrm>
            <a:off x="5861631" y="1335855"/>
            <a:ext cx="313588" cy="338554"/>
            <a:chOff x="2968850" y="3497984"/>
            <a:chExt cx="329975" cy="318366"/>
          </a:xfrm>
        </p:grpSpPr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E8454D3A-681A-B7E8-49FF-C2BF7032A55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C6FF8B00-8C9C-E6BF-7D86-1C40F481F661}"/>
                    </a:ext>
                  </a:extLst>
                </p:cNvPr>
                <p:cNvSpPr txBox="1"/>
                <p:nvPr/>
              </p:nvSpPr>
              <p:spPr>
                <a:xfrm>
                  <a:off x="2983101" y="3497984"/>
                  <a:ext cx="270640" cy="3183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C6FF8B00-8C9C-E6BF-7D86-1C40F481F6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3101" y="3497984"/>
                  <a:ext cx="270640" cy="318366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19CAAFB-28E6-364C-E367-12AB2996FAA7}"/>
              </a:ext>
            </a:extLst>
          </p:cNvPr>
          <p:cNvGrpSpPr/>
          <p:nvPr/>
        </p:nvGrpSpPr>
        <p:grpSpPr>
          <a:xfrm>
            <a:off x="6232305" y="1335843"/>
            <a:ext cx="313588" cy="338575"/>
            <a:chOff x="2968850" y="3497965"/>
            <a:chExt cx="329975" cy="318385"/>
          </a:xfrm>
        </p:grpSpPr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29E94A1E-A54E-E3C2-2BB3-811D8D89126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B891E70E-AC15-C194-82BF-E4B74495DB6A}"/>
                    </a:ext>
                  </a:extLst>
                </p:cNvPr>
                <p:cNvSpPr txBox="1"/>
                <p:nvPr/>
              </p:nvSpPr>
              <p:spPr>
                <a:xfrm>
                  <a:off x="2985970" y="3497965"/>
                  <a:ext cx="270640" cy="3183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B891E70E-AC15-C194-82BF-E4B74495DB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5970" y="3497965"/>
                  <a:ext cx="270640" cy="318365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99FC8266-2A11-3BAB-A545-49567809FCC0}"/>
              </a:ext>
            </a:extLst>
          </p:cNvPr>
          <p:cNvSpPr/>
          <p:nvPr/>
        </p:nvSpPr>
        <p:spPr>
          <a:xfrm>
            <a:off x="4969712" y="1247764"/>
            <a:ext cx="1708178" cy="540664"/>
          </a:xfrm>
          <a:prstGeom prst="roundRect">
            <a:avLst/>
          </a:prstGeom>
          <a:noFill/>
          <a:ln w="19050"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F7B08156-23F5-E83C-3133-A12DAC758BD8}"/>
                  </a:ext>
                </a:extLst>
              </p:cNvPr>
              <p:cNvSpPr txBox="1"/>
              <p:nvPr/>
            </p:nvSpPr>
            <p:spPr>
              <a:xfrm>
                <a:off x="4868573" y="848349"/>
                <a:ext cx="90518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zh-CN" altLang="en-US" sz="1000" b="1" dirty="0"/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F7B08156-23F5-E83C-3133-A12DAC758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573" y="848349"/>
                <a:ext cx="905184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60E62615-6BFC-F511-C3A7-2DCB4C67AAD6}"/>
                  </a:ext>
                </a:extLst>
              </p:cNvPr>
              <p:cNvSpPr txBox="1"/>
              <p:nvPr/>
            </p:nvSpPr>
            <p:spPr>
              <a:xfrm>
                <a:off x="4797238" y="414378"/>
                <a:ext cx="653769" cy="317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60E62615-6BFC-F511-C3A7-2DCB4C67A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238" y="414378"/>
                <a:ext cx="653769" cy="3172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A7186763-3B73-A781-735E-D3901C1A6377}"/>
              </a:ext>
            </a:extLst>
          </p:cNvPr>
          <p:cNvSpPr/>
          <p:nvPr/>
        </p:nvSpPr>
        <p:spPr>
          <a:xfrm>
            <a:off x="4797238" y="779303"/>
            <a:ext cx="2228193" cy="1185731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D2F32574-EE31-BF1B-AB3C-3432DB2D7A1D}"/>
              </a:ext>
            </a:extLst>
          </p:cNvPr>
          <p:cNvGrpSpPr/>
          <p:nvPr/>
        </p:nvGrpSpPr>
        <p:grpSpPr>
          <a:xfrm>
            <a:off x="3329222" y="3495554"/>
            <a:ext cx="370673" cy="360023"/>
            <a:chOff x="2945466" y="3492179"/>
            <a:chExt cx="354584" cy="338554"/>
          </a:xfrm>
        </p:grpSpPr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775FB361-09F4-8CF7-97BD-106FE97285D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6A1E612F-FF11-F700-363E-A84535880325}"/>
                    </a:ext>
                  </a:extLst>
                </p:cNvPr>
                <p:cNvSpPr txBox="1"/>
                <p:nvPr/>
              </p:nvSpPr>
              <p:spPr>
                <a:xfrm>
                  <a:off x="2945466" y="3492179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D732F13D-5EBA-BDE3-FC80-54D2E63819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5466" y="3492179"/>
                  <a:ext cx="35458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F23E3D80-823E-2A4E-A222-E3E04AA48C6B}"/>
              </a:ext>
            </a:extLst>
          </p:cNvPr>
          <p:cNvGrpSpPr/>
          <p:nvPr/>
        </p:nvGrpSpPr>
        <p:grpSpPr>
          <a:xfrm>
            <a:off x="3739505" y="3501201"/>
            <a:ext cx="344947" cy="341004"/>
            <a:chOff x="2968850" y="3495680"/>
            <a:chExt cx="329975" cy="320670"/>
          </a:xfrm>
        </p:grpSpPr>
        <p:sp>
          <p:nvSpPr>
            <p:cNvPr id="105" name="矩形: 圆角 104">
              <a:extLst>
                <a:ext uri="{FF2B5EF4-FFF2-40B4-BE49-F238E27FC236}">
                  <a16:creationId xmlns:a16="http://schemas.microsoft.com/office/drawing/2014/main" id="{7C78C274-7811-77E1-25FB-7081CB2CA30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EC7516E5-F1A8-4233-43E4-EFA57407311B}"/>
                    </a:ext>
                  </a:extLst>
                </p:cNvPr>
                <p:cNvSpPr txBox="1"/>
                <p:nvPr/>
              </p:nvSpPr>
              <p:spPr>
                <a:xfrm>
                  <a:off x="2993933" y="3495680"/>
                  <a:ext cx="270289" cy="3183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EC7516E5-F1A8-4233-43E4-EFA5740731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933" y="3495680"/>
                  <a:ext cx="270289" cy="31836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E49861AB-3B77-188C-BC07-DDE616F72203}"/>
              </a:ext>
            </a:extLst>
          </p:cNvPr>
          <p:cNvGrpSpPr/>
          <p:nvPr/>
        </p:nvGrpSpPr>
        <p:grpSpPr>
          <a:xfrm>
            <a:off x="4131256" y="3501205"/>
            <a:ext cx="313588" cy="338554"/>
            <a:chOff x="2968850" y="3497984"/>
            <a:chExt cx="329975" cy="318366"/>
          </a:xfrm>
        </p:grpSpPr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A536710F-5382-5A2B-32F1-7DF563D3296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158771BA-0C37-09AF-F565-A043EB624D3B}"/>
                    </a:ext>
                  </a:extLst>
                </p:cNvPr>
                <p:cNvSpPr txBox="1"/>
                <p:nvPr/>
              </p:nvSpPr>
              <p:spPr>
                <a:xfrm>
                  <a:off x="2983101" y="3497984"/>
                  <a:ext cx="270640" cy="3183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158771BA-0C37-09AF-F565-A043EB624D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3101" y="3497984"/>
                  <a:ext cx="270640" cy="318366"/>
                </a:xfrm>
                <a:prstGeom prst="rect">
                  <a:avLst/>
                </a:prstGeom>
                <a:blipFill>
                  <a:blip r:embed="rId1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9A7C0DF4-687E-B595-908F-E82810AB5BB2}"/>
              </a:ext>
            </a:extLst>
          </p:cNvPr>
          <p:cNvGrpSpPr/>
          <p:nvPr/>
        </p:nvGrpSpPr>
        <p:grpSpPr>
          <a:xfrm>
            <a:off x="4501930" y="3495549"/>
            <a:ext cx="313588" cy="344215"/>
            <a:chOff x="2968850" y="3492661"/>
            <a:chExt cx="329975" cy="323689"/>
          </a:xfrm>
        </p:grpSpPr>
        <p:sp>
          <p:nvSpPr>
            <p:cNvPr id="101" name="矩形: 圆角 100">
              <a:extLst>
                <a:ext uri="{FF2B5EF4-FFF2-40B4-BE49-F238E27FC236}">
                  <a16:creationId xmlns:a16="http://schemas.microsoft.com/office/drawing/2014/main" id="{376718D9-3514-D0D2-F9DC-E5570BC51B4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6A09F4BD-2D3A-A02F-6160-31928825667F}"/>
                    </a:ext>
                  </a:extLst>
                </p:cNvPr>
                <p:cNvSpPr txBox="1"/>
                <p:nvPr/>
              </p:nvSpPr>
              <p:spPr>
                <a:xfrm>
                  <a:off x="2983012" y="3492661"/>
                  <a:ext cx="265659" cy="3183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6A09F4BD-2D3A-A02F-6160-3192882566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3012" y="3492661"/>
                  <a:ext cx="265659" cy="318365"/>
                </a:xfrm>
                <a:prstGeom prst="rect">
                  <a:avLst/>
                </a:prstGeom>
                <a:blipFill>
                  <a:blip r:embed="rId11"/>
                  <a:stretch>
                    <a:fillRect r="-73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7CD7D90A-53B1-4B35-B024-3FB1B15A8A0F}"/>
              </a:ext>
            </a:extLst>
          </p:cNvPr>
          <p:cNvSpPr/>
          <p:nvPr/>
        </p:nvSpPr>
        <p:spPr>
          <a:xfrm>
            <a:off x="3239337" y="3413114"/>
            <a:ext cx="1229811" cy="540664"/>
          </a:xfrm>
          <a:prstGeom prst="roundRect">
            <a:avLst/>
          </a:prstGeom>
          <a:noFill/>
          <a:ln w="19050"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61B6CF9C-1006-ED43-60E3-B2684A4F0631}"/>
                  </a:ext>
                </a:extLst>
              </p:cNvPr>
              <p:cNvSpPr txBox="1"/>
              <p:nvPr/>
            </p:nvSpPr>
            <p:spPr>
              <a:xfrm>
                <a:off x="3138198" y="3013699"/>
                <a:ext cx="137967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000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61B6CF9C-1006-ED43-60E3-B2684A4F0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198" y="3013699"/>
                <a:ext cx="1379673" cy="2462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93686023-3436-AF8C-B6B5-78ECCA92C7C8}"/>
                  </a:ext>
                </a:extLst>
              </p:cNvPr>
              <p:cNvSpPr txBox="1"/>
              <p:nvPr/>
            </p:nvSpPr>
            <p:spPr>
              <a:xfrm>
                <a:off x="3066863" y="2615156"/>
                <a:ext cx="653769" cy="317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93686023-3436-AF8C-B6B5-78ECCA92C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6863" y="2615156"/>
                <a:ext cx="653769" cy="31720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D2D89788-D589-6890-9FFA-79DE391BAFC4}"/>
              </a:ext>
            </a:extLst>
          </p:cNvPr>
          <p:cNvSpPr/>
          <p:nvPr/>
        </p:nvSpPr>
        <p:spPr>
          <a:xfrm>
            <a:off x="3066863" y="2944653"/>
            <a:ext cx="2228193" cy="1185731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EBAE98BB-1538-186B-FD50-4D861C820782}"/>
              </a:ext>
            </a:extLst>
          </p:cNvPr>
          <p:cNvGrpSpPr/>
          <p:nvPr/>
        </p:nvGrpSpPr>
        <p:grpSpPr>
          <a:xfrm>
            <a:off x="6798225" y="3495554"/>
            <a:ext cx="370673" cy="360023"/>
            <a:chOff x="2945466" y="3492179"/>
            <a:chExt cx="354584" cy="338554"/>
          </a:xfrm>
        </p:grpSpPr>
        <p:sp>
          <p:nvSpPr>
            <p:cNvPr id="124" name="矩形: 圆角 123">
              <a:extLst>
                <a:ext uri="{FF2B5EF4-FFF2-40B4-BE49-F238E27FC236}">
                  <a16:creationId xmlns:a16="http://schemas.microsoft.com/office/drawing/2014/main" id="{D685F449-AA83-9FC3-4C2B-7F885D8AF36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0C44DE3E-19F8-19C9-5367-BED269AF1B9A}"/>
                    </a:ext>
                  </a:extLst>
                </p:cNvPr>
                <p:cNvSpPr txBox="1"/>
                <p:nvPr/>
              </p:nvSpPr>
              <p:spPr>
                <a:xfrm>
                  <a:off x="2945466" y="3492179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D732F13D-5EBA-BDE3-FC80-54D2E63819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5466" y="3492179"/>
                  <a:ext cx="35458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FD484992-A8AC-C8EE-4E3C-D02EAFB2DAD5}"/>
              </a:ext>
            </a:extLst>
          </p:cNvPr>
          <p:cNvGrpSpPr/>
          <p:nvPr/>
        </p:nvGrpSpPr>
        <p:grpSpPr>
          <a:xfrm>
            <a:off x="7208508" y="3501201"/>
            <a:ext cx="344947" cy="341004"/>
            <a:chOff x="2968850" y="3495680"/>
            <a:chExt cx="329975" cy="320670"/>
          </a:xfrm>
        </p:grpSpPr>
        <p:sp>
          <p:nvSpPr>
            <p:cNvPr id="122" name="矩形: 圆角 121">
              <a:extLst>
                <a:ext uri="{FF2B5EF4-FFF2-40B4-BE49-F238E27FC236}">
                  <a16:creationId xmlns:a16="http://schemas.microsoft.com/office/drawing/2014/main" id="{6FC3172F-E959-0536-707B-D9F207369C7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ACE7D101-1D58-FA89-AAC1-78E629B01BEC}"/>
                    </a:ext>
                  </a:extLst>
                </p:cNvPr>
                <p:cNvSpPr txBox="1"/>
                <p:nvPr/>
              </p:nvSpPr>
              <p:spPr>
                <a:xfrm>
                  <a:off x="2993933" y="3495680"/>
                  <a:ext cx="270289" cy="3183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ACE7D101-1D58-FA89-AAC1-78E629B01B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933" y="3495680"/>
                  <a:ext cx="270289" cy="318366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5786B2C0-0A25-B99E-FAFF-742321103038}"/>
              </a:ext>
            </a:extLst>
          </p:cNvPr>
          <p:cNvGrpSpPr/>
          <p:nvPr/>
        </p:nvGrpSpPr>
        <p:grpSpPr>
          <a:xfrm>
            <a:off x="7600259" y="3501205"/>
            <a:ext cx="313588" cy="338554"/>
            <a:chOff x="2968850" y="3497984"/>
            <a:chExt cx="329975" cy="318366"/>
          </a:xfrm>
        </p:grpSpPr>
        <p:sp>
          <p:nvSpPr>
            <p:cNvPr id="120" name="矩形: 圆角 119">
              <a:extLst>
                <a:ext uri="{FF2B5EF4-FFF2-40B4-BE49-F238E27FC236}">
                  <a16:creationId xmlns:a16="http://schemas.microsoft.com/office/drawing/2014/main" id="{40454633-04F0-D9DD-9004-69226C593F0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EE9F4C8E-7B16-36B4-ED48-AD91C9399A06}"/>
                    </a:ext>
                  </a:extLst>
                </p:cNvPr>
                <p:cNvSpPr txBox="1"/>
                <p:nvPr/>
              </p:nvSpPr>
              <p:spPr>
                <a:xfrm>
                  <a:off x="2983101" y="3497984"/>
                  <a:ext cx="270640" cy="3183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EE9F4C8E-7B16-36B4-ED48-AD91C9399A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3101" y="3497984"/>
                  <a:ext cx="270640" cy="318366"/>
                </a:xfrm>
                <a:prstGeom prst="rect">
                  <a:avLst/>
                </a:prstGeom>
                <a:blipFill>
                  <a:blip r:embed="rId15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2FF89822-BB79-3987-0C7C-0C9C0F26A580}"/>
              </a:ext>
            </a:extLst>
          </p:cNvPr>
          <p:cNvGrpSpPr/>
          <p:nvPr/>
        </p:nvGrpSpPr>
        <p:grpSpPr>
          <a:xfrm>
            <a:off x="7970933" y="3495549"/>
            <a:ext cx="313588" cy="344215"/>
            <a:chOff x="2968850" y="3492661"/>
            <a:chExt cx="329975" cy="323689"/>
          </a:xfrm>
        </p:grpSpPr>
        <p:sp>
          <p:nvSpPr>
            <p:cNvPr id="118" name="矩形: 圆角 117">
              <a:extLst>
                <a:ext uri="{FF2B5EF4-FFF2-40B4-BE49-F238E27FC236}">
                  <a16:creationId xmlns:a16="http://schemas.microsoft.com/office/drawing/2014/main" id="{98844C5C-7828-6F1F-DB63-3A927F7484D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97976C18-19D7-BDE6-1329-38EF3383B128}"/>
                    </a:ext>
                  </a:extLst>
                </p:cNvPr>
                <p:cNvSpPr txBox="1"/>
                <p:nvPr/>
              </p:nvSpPr>
              <p:spPr>
                <a:xfrm>
                  <a:off x="2983012" y="3492661"/>
                  <a:ext cx="265659" cy="3183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97976C18-19D7-BDE6-1329-38EF3383B1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3012" y="3492661"/>
                  <a:ext cx="265659" cy="318365"/>
                </a:xfrm>
                <a:prstGeom prst="rect">
                  <a:avLst/>
                </a:prstGeom>
                <a:blipFill>
                  <a:blip r:embed="rId16"/>
                  <a:stretch>
                    <a:fillRect r="-73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67BFDFA8-5718-684F-73AB-4193E0E89EA1}"/>
              </a:ext>
            </a:extLst>
          </p:cNvPr>
          <p:cNvSpPr/>
          <p:nvPr/>
        </p:nvSpPr>
        <p:spPr>
          <a:xfrm>
            <a:off x="6708340" y="3413114"/>
            <a:ext cx="1229811" cy="540664"/>
          </a:xfrm>
          <a:prstGeom prst="roundRect">
            <a:avLst/>
          </a:prstGeom>
          <a:noFill/>
          <a:ln w="19050"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C4BDA6B8-606D-CB1D-EF1E-A4721FB74094}"/>
                  </a:ext>
                </a:extLst>
              </p:cNvPr>
              <p:cNvSpPr txBox="1"/>
              <p:nvPr/>
            </p:nvSpPr>
            <p:spPr>
              <a:xfrm>
                <a:off x="6607201" y="3013699"/>
                <a:ext cx="90518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zh-CN" altLang="en-US" sz="1000" b="1" dirty="0"/>
              </a:p>
            </p:txBody>
          </p:sp>
        </mc:Choice>
        <mc:Fallback xmlns="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C4BDA6B8-606D-CB1D-EF1E-A4721FB74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7201" y="3013699"/>
                <a:ext cx="905184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0B0418DB-F09E-475F-BF23-55117AA31EB3}"/>
                  </a:ext>
                </a:extLst>
              </p:cNvPr>
              <p:cNvSpPr txBox="1"/>
              <p:nvPr/>
            </p:nvSpPr>
            <p:spPr>
              <a:xfrm>
                <a:off x="6545893" y="2607411"/>
                <a:ext cx="653769" cy="317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0B0418DB-F09E-475F-BF23-55117AA31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5893" y="2607411"/>
                <a:ext cx="653769" cy="31720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F7F2CBD9-AC2E-E21D-C9BB-AEACA602F9A8}"/>
              </a:ext>
            </a:extLst>
          </p:cNvPr>
          <p:cNvSpPr/>
          <p:nvPr/>
        </p:nvSpPr>
        <p:spPr>
          <a:xfrm>
            <a:off x="6535866" y="2944653"/>
            <a:ext cx="2228193" cy="1185731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F2ED1A31-840C-811A-7278-9E51962D4C82}"/>
              </a:ext>
            </a:extLst>
          </p:cNvPr>
          <p:cNvCxnSpPr>
            <a:stCxn id="88" idx="2"/>
            <a:endCxn id="100" idx="0"/>
          </p:cNvCxnSpPr>
          <p:nvPr/>
        </p:nvCxnSpPr>
        <p:spPr>
          <a:xfrm flipH="1">
            <a:off x="4180960" y="1965034"/>
            <a:ext cx="1730375" cy="9796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2BA52A75-6295-81D6-8B9D-59C60511EDD1}"/>
              </a:ext>
            </a:extLst>
          </p:cNvPr>
          <p:cNvGrpSpPr/>
          <p:nvPr/>
        </p:nvGrpSpPr>
        <p:grpSpPr>
          <a:xfrm>
            <a:off x="4611061" y="2140949"/>
            <a:ext cx="313588" cy="344215"/>
            <a:chOff x="5090557" y="4545571"/>
            <a:chExt cx="313588" cy="344215"/>
          </a:xfrm>
        </p:grpSpPr>
        <p:sp>
          <p:nvSpPr>
            <p:cNvPr id="127" name="矩形: 圆角 126">
              <a:extLst>
                <a:ext uri="{FF2B5EF4-FFF2-40B4-BE49-F238E27FC236}">
                  <a16:creationId xmlns:a16="http://schemas.microsoft.com/office/drawing/2014/main" id="{690866A5-E424-D458-E6E6-CB9348D694A2}"/>
                </a:ext>
              </a:extLst>
            </p:cNvPr>
            <p:cNvSpPr/>
            <p:nvPr/>
          </p:nvSpPr>
          <p:spPr>
            <a:xfrm>
              <a:off x="5090557" y="455254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6DC20CAC-1E83-476C-04FE-8A4EB66539EE}"/>
                    </a:ext>
                  </a:extLst>
                </p:cNvPr>
                <p:cNvSpPr txBox="1"/>
                <p:nvPr/>
              </p:nvSpPr>
              <p:spPr>
                <a:xfrm>
                  <a:off x="5104016" y="4545571"/>
                  <a:ext cx="252466" cy="3385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6DC20CAC-1E83-476C-04FE-8A4EB66539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4016" y="4545571"/>
                  <a:ext cx="252466" cy="338553"/>
                </a:xfrm>
                <a:prstGeom prst="rect">
                  <a:avLst/>
                </a:prstGeom>
                <a:blipFill>
                  <a:blip r:embed="rId18"/>
                  <a:stretch>
                    <a:fillRect r="-73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564CA8CA-147B-2AD2-E799-40327AABA2D5}"/>
                  </a:ext>
                </a:extLst>
              </p:cNvPr>
              <p:cNvSpPr txBox="1"/>
              <p:nvPr/>
            </p:nvSpPr>
            <p:spPr>
              <a:xfrm>
                <a:off x="4254728" y="2171725"/>
                <a:ext cx="3802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b="1" i="1" smtClean="0">
                          <a:latin typeface="Cambria Math" panose="02040503050406030204" pitchFamily="18" charset="0"/>
                        </a:rPr>
                        <m:t>选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564CA8CA-147B-2AD2-E799-40327AABA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728" y="2171725"/>
                <a:ext cx="380232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33D307C0-EA48-FA6F-9236-D77D17E89EB7}"/>
              </a:ext>
            </a:extLst>
          </p:cNvPr>
          <p:cNvCxnSpPr>
            <a:cxnSpLocks/>
            <a:stCxn id="88" idx="2"/>
            <a:endCxn id="117" idx="0"/>
          </p:cNvCxnSpPr>
          <p:nvPr/>
        </p:nvCxnSpPr>
        <p:spPr>
          <a:xfrm>
            <a:off x="5911335" y="1965034"/>
            <a:ext cx="1738628" cy="9796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0936BAAC-CAFD-E6E8-07FC-053232CEE10C}"/>
              </a:ext>
            </a:extLst>
          </p:cNvPr>
          <p:cNvGrpSpPr/>
          <p:nvPr/>
        </p:nvGrpSpPr>
        <p:grpSpPr>
          <a:xfrm>
            <a:off x="7081164" y="2110628"/>
            <a:ext cx="313588" cy="344215"/>
            <a:chOff x="5090557" y="4545571"/>
            <a:chExt cx="313588" cy="344215"/>
          </a:xfrm>
        </p:grpSpPr>
        <p:sp>
          <p:nvSpPr>
            <p:cNvPr id="140" name="矩形: 圆角 139">
              <a:extLst>
                <a:ext uri="{FF2B5EF4-FFF2-40B4-BE49-F238E27FC236}">
                  <a16:creationId xmlns:a16="http://schemas.microsoft.com/office/drawing/2014/main" id="{BA7C4F90-3208-06ED-45CE-DC7EAD107FA4}"/>
                </a:ext>
              </a:extLst>
            </p:cNvPr>
            <p:cNvSpPr/>
            <p:nvPr/>
          </p:nvSpPr>
          <p:spPr>
            <a:xfrm>
              <a:off x="5090557" y="455254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3193E5E8-4949-6C59-C833-EDB8F4520908}"/>
                    </a:ext>
                  </a:extLst>
                </p:cNvPr>
                <p:cNvSpPr txBox="1"/>
                <p:nvPr/>
              </p:nvSpPr>
              <p:spPr>
                <a:xfrm>
                  <a:off x="5104016" y="4545571"/>
                  <a:ext cx="252466" cy="3385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3193E5E8-4949-6C59-C833-EDB8F45209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4016" y="4545571"/>
                  <a:ext cx="252466" cy="338553"/>
                </a:xfrm>
                <a:prstGeom prst="rect">
                  <a:avLst/>
                </a:prstGeom>
                <a:blipFill>
                  <a:blip r:embed="rId20"/>
                  <a:stretch>
                    <a:fillRect r="-73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757EBAD6-1AC9-A6F2-1E5A-F4A5C22BF3B6}"/>
                  </a:ext>
                </a:extLst>
              </p:cNvPr>
              <p:cNvSpPr txBox="1"/>
              <p:nvPr/>
            </p:nvSpPr>
            <p:spPr>
              <a:xfrm>
                <a:off x="6647122" y="2139738"/>
                <a:ext cx="4924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/>
                  <a:t>不</a:t>
                </a:r>
                <a14:m>
                  <m:oMath xmlns:m="http://schemas.openxmlformats.org/officeDocument/2006/math">
                    <m:r>
                      <a:rPr lang="zh-CN" altLang="en-US" sz="1200" b="0" i="1" smtClean="0">
                        <a:latin typeface="Cambria Math" panose="02040503050406030204" pitchFamily="18" charset="0"/>
                      </a:rPr>
                      <m:t>选</m:t>
                    </m:r>
                  </m:oMath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757EBAD6-1AC9-A6F2-1E5A-F4A5C22BF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122" y="2139738"/>
                <a:ext cx="492443" cy="276999"/>
              </a:xfrm>
              <a:prstGeom prst="rect">
                <a:avLst/>
              </a:prstGeom>
              <a:blipFill>
                <a:blip r:embed="rId21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5830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E438-F658-F833-878A-77B389BC4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组合 91">
            <a:extLst>
              <a:ext uri="{FF2B5EF4-FFF2-40B4-BE49-F238E27FC236}">
                <a16:creationId xmlns:a16="http://schemas.microsoft.com/office/drawing/2014/main" id="{45B4CF07-83E2-FDE6-CFF6-82083E7B88F4}"/>
              </a:ext>
            </a:extLst>
          </p:cNvPr>
          <p:cNvGrpSpPr/>
          <p:nvPr/>
        </p:nvGrpSpPr>
        <p:grpSpPr>
          <a:xfrm>
            <a:off x="5518933" y="1229124"/>
            <a:ext cx="2234098" cy="1470937"/>
            <a:chOff x="3741660" y="1988619"/>
            <a:chExt cx="2234098" cy="1470937"/>
          </a:xfrm>
        </p:grpSpPr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D4720F8D-F67C-8806-3D51-FC73AB2BD965}"/>
                </a:ext>
              </a:extLst>
            </p:cNvPr>
            <p:cNvGrpSpPr/>
            <p:nvPr/>
          </p:nvGrpSpPr>
          <p:grpSpPr>
            <a:xfrm>
              <a:off x="4009924" y="2824726"/>
              <a:ext cx="370673" cy="360023"/>
              <a:chOff x="2945466" y="3492179"/>
              <a:chExt cx="354584" cy="338554"/>
            </a:xfrm>
          </p:grpSpPr>
          <p:sp>
            <p:nvSpPr>
              <p:cNvPr id="107" name="矩形: 圆角 106">
                <a:extLst>
                  <a:ext uri="{FF2B5EF4-FFF2-40B4-BE49-F238E27FC236}">
                    <a16:creationId xmlns:a16="http://schemas.microsoft.com/office/drawing/2014/main" id="{BB6B30A1-EE3A-FF62-7388-A3AEF5FFE91F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文本框 107">
                    <a:extLst>
                      <a:ext uri="{FF2B5EF4-FFF2-40B4-BE49-F238E27FC236}">
                        <a16:creationId xmlns:a16="http://schemas.microsoft.com/office/drawing/2014/main" id="{7FF276CB-AA9B-E8EB-CB00-8C9AD33D3031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35458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D732F13D-5EBA-BDE3-FC80-54D2E63819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354584" cy="33855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7946D352-5A0C-90D2-2CA7-3C6E080E88AD}"/>
                </a:ext>
              </a:extLst>
            </p:cNvPr>
            <p:cNvGrpSpPr/>
            <p:nvPr/>
          </p:nvGrpSpPr>
          <p:grpSpPr>
            <a:xfrm>
              <a:off x="4420207" y="2830373"/>
              <a:ext cx="344947" cy="341004"/>
              <a:chOff x="2968850" y="3495680"/>
              <a:chExt cx="329975" cy="320670"/>
            </a:xfrm>
          </p:grpSpPr>
          <p:sp>
            <p:nvSpPr>
              <p:cNvPr id="105" name="矩形: 圆角 104">
                <a:extLst>
                  <a:ext uri="{FF2B5EF4-FFF2-40B4-BE49-F238E27FC236}">
                    <a16:creationId xmlns:a16="http://schemas.microsoft.com/office/drawing/2014/main" id="{6D451596-4F8A-620D-D901-4E78B6980DEB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文本框 105">
                    <a:extLst>
                      <a:ext uri="{FF2B5EF4-FFF2-40B4-BE49-F238E27FC236}">
                        <a16:creationId xmlns:a16="http://schemas.microsoft.com/office/drawing/2014/main" id="{4C1F0E74-0195-13B2-16F8-F270DAB1C856}"/>
                      </a:ext>
                    </a:extLst>
                  </p:cNvPr>
                  <p:cNvSpPr txBox="1"/>
                  <p:nvPr/>
                </p:nvSpPr>
                <p:spPr>
                  <a:xfrm>
                    <a:off x="2993933" y="3495680"/>
                    <a:ext cx="270289" cy="3183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6" name="文本框 105">
                    <a:extLst>
                      <a:ext uri="{FF2B5EF4-FFF2-40B4-BE49-F238E27FC236}">
                        <a16:creationId xmlns:a16="http://schemas.microsoft.com/office/drawing/2014/main" id="{4C1F0E74-0195-13B2-16F8-F270DAB1C8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93933" y="3495680"/>
                    <a:ext cx="270289" cy="31836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0A354782-F2D4-DE9C-E65C-CB6E9C305567}"/>
                </a:ext>
              </a:extLst>
            </p:cNvPr>
            <p:cNvGrpSpPr/>
            <p:nvPr/>
          </p:nvGrpSpPr>
          <p:grpSpPr>
            <a:xfrm>
              <a:off x="4811958" y="2830377"/>
              <a:ext cx="313588" cy="338554"/>
              <a:chOff x="2968850" y="3497984"/>
              <a:chExt cx="329975" cy="318366"/>
            </a:xfrm>
          </p:grpSpPr>
          <p:sp>
            <p:nvSpPr>
              <p:cNvPr id="103" name="矩形: 圆角 102">
                <a:extLst>
                  <a:ext uri="{FF2B5EF4-FFF2-40B4-BE49-F238E27FC236}">
                    <a16:creationId xmlns:a16="http://schemas.microsoft.com/office/drawing/2014/main" id="{0D01FCE3-CE14-0513-6C3A-4D7AEE5B691B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文本框 103">
                    <a:extLst>
                      <a:ext uri="{FF2B5EF4-FFF2-40B4-BE49-F238E27FC236}">
                        <a16:creationId xmlns:a16="http://schemas.microsoft.com/office/drawing/2014/main" id="{D896D7D5-7515-1E13-F085-66246A1CC565}"/>
                      </a:ext>
                    </a:extLst>
                  </p:cNvPr>
                  <p:cNvSpPr txBox="1"/>
                  <p:nvPr/>
                </p:nvSpPr>
                <p:spPr>
                  <a:xfrm>
                    <a:off x="2983101" y="3497984"/>
                    <a:ext cx="270640" cy="3183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104" name="文本框 103">
                    <a:extLst>
                      <a:ext uri="{FF2B5EF4-FFF2-40B4-BE49-F238E27FC236}">
                        <a16:creationId xmlns:a16="http://schemas.microsoft.com/office/drawing/2014/main" id="{D896D7D5-7515-1E13-F085-66246A1CC5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3101" y="3497984"/>
                    <a:ext cx="270640" cy="31836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71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B2F3E511-1F09-FEA6-73CA-37E9902D2779}"/>
                </a:ext>
              </a:extLst>
            </p:cNvPr>
            <p:cNvGrpSpPr/>
            <p:nvPr/>
          </p:nvGrpSpPr>
          <p:grpSpPr>
            <a:xfrm>
              <a:off x="5182632" y="2824721"/>
              <a:ext cx="313588" cy="344215"/>
              <a:chOff x="2968850" y="3492661"/>
              <a:chExt cx="329975" cy="323689"/>
            </a:xfrm>
          </p:grpSpPr>
          <p:sp>
            <p:nvSpPr>
              <p:cNvPr id="101" name="矩形: 圆角 100">
                <a:extLst>
                  <a:ext uri="{FF2B5EF4-FFF2-40B4-BE49-F238E27FC236}">
                    <a16:creationId xmlns:a16="http://schemas.microsoft.com/office/drawing/2014/main" id="{CCC94AAD-5032-C0C5-C602-A9E07769765D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文本框 101">
                    <a:extLst>
                      <a:ext uri="{FF2B5EF4-FFF2-40B4-BE49-F238E27FC236}">
                        <a16:creationId xmlns:a16="http://schemas.microsoft.com/office/drawing/2014/main" id="{048BD84E-2324-8CF6-65E1-FF3F2F1B0C37}"/>
                      </a:ext>
                    </a:extLst>
                  </p:cNvPr>
                  <p:cNvSpPr txBox="1"/>
                  <p:nvPr/>
                </p:nvSpPr>
                <p:spPr>
                  <a:xfrm>
                    <a:off x="2983012" y="3492661"/>
                    <a:ext cx="265659" cy="3183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102" name="文本框 101">
                    <a:extLst>
                      <a:ext uri="{FF2B5EF4-FFF2-40B4-BE49-F238E27FC236}">
                        <a16:creationId xmlns:a16="http://schemas.microsoft.com/office/drawing/2014/main" id="{048BD84E-2324-8CF6-65E1-FF3F2F1B0C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3012" y="3492661"/>
                    <a:ext cx="265659" cy="3183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731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78E61466-0E41-4258-BCB0-285093795DD6}"/>
                </a:ext>
              </a:extLst>
            </p:cNvPr>
            <p:cNvSpPr/>
            <p:nvPr/>
          </p:nvSpPr>
          <p:spPr>
            <a:xfrm>
              <a:off x="3920039" y="2742286"/>
              <a:ext cx="1229811" cy="540664"/>
            </a:xfrm>
            <a:prstGeom prst="roundRect">
              <a:avLst/>
            </a:prstGeom>
            <a:noFill/>
            <a:ln w="19050"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CBF8DB88-C30B-8572-4F72-F1F12C15E5A0}"/>
                    </a:ext>
                  </a:extLst>
                </p:cNvPr>
                <p:cNvSpPr txBox="1"/>
                <p:nvPr/>
              </p:nvSpPr>
              <p:spPr>
                <a:xfrm>
                  <a:off x="3818900" y="2342871"/>
                  <a:ext cx="905184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𝑻𝒂𝒓𝒈𝒆𝒕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CBF8DB88-C30B-8572-4F72-F1F12C15E5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8900" y="2342871"/>
                  <a:ext cx="905184" cy="246221"/>
                </a:xfrm>
                <a:prstGeom prst="rect">
                  <a:avLst/>
                </a:prstGeom>
                <a:blipFill>
                  <a:blip r:embed="rId6"/>
                  <a:stretch>
                    <a:fillRect b="-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E7E42948-B632-55BE-467C-AA0C4F71A2A0}"/>
                    </a:ext>
                  </a:extLst>
                </p:cNvPr>
                <p:cNvSpPr txBox="1"/>
                <p:nvPr/>
              </p:nvSpPr>
              <p:spPr>
                <a:xfrm>
                  <a:off x="3741660" y="1988619"/>
                  <a:ext cx="585417" cy="2852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  <m:sSub>
                          <m:sSubPr>
                            <m:ctrlP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E7E42948-B632-55BE-467C-AA0C4F71A2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1660" y="1988619"/>
                  <a:ext cx="585417" cy="28520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0" name="矩形: 圆角 99">
              <a:extLst>
                <a:ext uri="{FF2B5EF4-FFF2-40B4-BE49-F238E27FC236}">
                  <a16:creationId xmlns:a16="http://schemas.microsoft.com/office/drawing/2014/main" id="{67D0D81D-1162-D799-76DD-B6DCBA06999C}"/>
                </a:ext>
              </a:extLst>
            </p:cNvPr>
            <p:cNvSpPr/>
            <p:nvPr/>
          </p:nvSpPr>
          <p:spPr>
            <a:xfrm>
              <a:off x="3747565" y="2273825"/>
              <a:ext cx="2228193" cy="1185731"/>
            </a:xfrm>
            <a:prstGeom prst="roundRect">
              <a:avLst/>
            </a:prstGeom>
            <a:noFill/>
            <a:ln w="19050">
              <a:solidFill>
                <a:schemeClr val="accent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ECE054CC-50CA-7338-E4A8-ACAF8BD1E7E9}"/>
              </a:ext>
            </a:extLst>
          </p:cNvPr>
          <p:cNvCxnSpPr>
            <a:cxnSpLocks/>
            <a:stCxn id="100" idx="2"/>
            <a:endCxn id="17" idx="0"/>
          </p:cNvCxnSpPr>
          <p:nvPr/>
        </p:nvCxnSpPr>
        <p:spPr>
          <a:xfrm flipH="1">
            <a:off x="5198298" y="2700061"/>
            <a:ext cx="1440637" cy="10761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27498CE6-77E7-CF5F-D708-8ED79E8526CA}"/>
              </a:ext>
            </a:extLst>
          </p:cNvPr>
          <p:cNvCxnSpPr>
            <a:cxnSpLocks/>
            <a:stCxn id="100" idx="2"/>
            <a:endCxn id="34" idx="0"/>
          </p:cNvCxnSpPr>
          <p:nvPr/>
        </p:nvCxnSpPr>
        <p:spPr>
          <a:xfrm>
            <a:off x="6638935" y="2700061"/>
            <a:ext cx="1463996" cy="10761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B84FB366-E74B-9C68-1F79-0AE1F9CEEE57}"/>
              </a:ext>
            </a:extLst>
          </p:cNvPr>
          <p:cNvGrpSpPr/>
          <p:nvPr/>
        </p:nvGrpSpPr>
        <p:grpSpPr>
          <a:xfrm>
            <a:off x="4084201" y="3483459"/>
            <a:ext cx="2228193" cy="1478488"/>
            <a:chOff x="3747565" y="1981068"/>
            <a:chExt cx="2228193" cy="1478488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16142B4C-AF77-D4B4-5493-449646730180}"/>
                </a:ext>
              </a:extLst>
            </p:cNvPr>
            <p:cNvGrpSpPr/>
            <p:nvPr/>
          </p:nvGrpSpPr>
          <p:grpSpPr>
            <a:xfrm>
              <a:off x="4009924" y="2824726"/>
              <a:ext cx="370673" cy="360023"/>
              <a:chOff x="2945466" y="3492179"/>
              <a:chExt cx="354584" cy="338554"/>
            </a:xfrm>
          </p:grpSpPr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EEAB5B0C-6B0B-DA85-A5F9-1934EA5ADD4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E6F994EF-26ED-0CB9-B140-E963D5744F8E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35458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D732F13D-5EBA-BDE3-FC80-54D2E63819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354584" cy="33855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789F601-EE0E-1C48-259B-A74EE2EA3D57}"/>
                </a:ext>
              </a:extLst>
            </p:cNvPr>
            <p:cNvGrpSpPr/>
            <p:nvPr/>
          </p:nvGrpSpPr>
          <p:grpSpPr>
            <a:xfrm>
              <a:off x="4420207" y="2830373"/>
              <a:ext cx="344947" cy="341004"/>
              <a:chOff x="2968850" y="3495680"/>
              <a:chExt cx="329975" cy="320670"/>
            </a:xfrm>
          </p:grpSpPr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E4696AD5-9707-AD11-8FCF-17A516FCADD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E434F0C2-16B0-2BEC-60D5-134F3E97C931}"/>
                      </a:ext>
                    </a:extLst>
                  </p:cNvPr>
                  <p:cNvSpPr txBox="1"/>
                  <p:nvPr/>
                </p:nvSpPr>
                <p:spPr>
                  <a:xfrm>
                    <a:off x="2993933" y="3495680"/>
                    <a:ext cx="270289" cy="3183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E434F0C2-16B0-2BEC-60D5-134F3E97C9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93933" y="3495680"/>
                    <a:ext cx="270289" cy="31836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95AD5939-5386-8B50-6A33-6D821E93C145}"/>
                </a:ext>
              </a:extLst>
            </p:cNvPr>
            <p:cNvGrpSpPr/>
            <p:nvPr/>
          </p:nvGrpSpPr>
          <p:grpSpPr>
            <a:xfrm>
              <a:off x="4862765" y="2831555"/>
              <a:ext cx="313589" cy="338554"/>
              <a:chOff x="3022301" y="3499092"/>
              <a:chExt cx="329975" cy="318366"/>
            </a:xfrm>
          </p:grpSpPr>
          <p:sp>
            <p:nvSpPr>
              <p:cNvPr id="20" name="矩形: 圆角 19">
                <a:extLst>
                  <a:ext uri="{FF2B5EF4-FFF2-40B4-BE49-F238E27FC236}">
                    <a16:creationId xmlns:a16="http://schemas.microsoft.com/office/drawing/2014/main" id="{54DCDFB5-15C4-5447-E24E-F190379CF141}"/>
                  </a:ext>
                </a:extLst>
              </p:cNvPr>
              <p:cNvSpPr/>
              <p:nvPr/>
            </p:nvSpPr>
            <p:spPr>
              <a:xfrm>
                <a:off x="3022301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F55FB059-A7EE-944F-E0E5-9AEC66415916}"/>
                      </a:ext>
                    </a:extLst>
                  </p:cNvPr>
                  <p:cNvSpPr txBox="1"/>
                  <p:nvPr/>
                </p:nvSpPr>
                <p:spPr>
                  <a:xfrm>
                    <a:off x="3028898" y="3499092"/>
                    <a:ext cx="270641" cy="3183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F55FB059-A7EE-944F-E0E5-9AEC664159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8898" y="3499092"/>
                    <a:ext cx="270641" cy="31836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465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98718985-9BD1-8B5B-AE48-C6572B9D54E5}"/>
                </a:ext>
              </a:extLst>
            </p:cNvPr>
            <p:cNvGrpSpPr/>
            <p:nvPr/>
          </p:nvGrpSpPr>
          <p:grpSpPr>
            <a:xfrm>
              <a:off x="5233430" y="2824721"/>
              <a:ext cx="313588" cy="344215"/>
              <a:chOff x="3022300" y="3492661"/>
              <a:chExt cx="329975" cy="323689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E278943E-BBC3-7DC1-CC6C-D7C28098C42D}"/>
                  </a:ext>
                </a:extLst>
              </p:cNvPr>
              <p:cNvSpPr/>
              <p:nvPr/>
            </p:nvSpPr>
            <p:spPr>
              <a:xfrm>
                <a:off x="302230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06B1AE93-5CA3-F5B9-D1BE-3D43DD4E0600}"/>
                      </a:ext>
                    </a:extLst>
                  </p:cNvPr>
                  <p:cNvSpPr txBox="1"/>
                  <p:nvPr/>
                </p:nvSpPr>
                <p:spPr>
                  <a:xfrm>
                    <a:off x="3036466" y="3492661"/>
                    <a:ext cx="265659" cy="3183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06B1AE93-5CA3-F5B9-D1BE-3D43DD4E06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36466" y="3492661"/>
                    <a:ext cx="265659" cy="3183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71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1CE69EE3-686A-EF2B-B60B-EDF1A6B85F38}"/>
                </a:ext>
              </a:extLst>
            </p:cNvPr>
            <p:cNvSpPr/>
            <p:nvPr/>
          </p:nvSpPr>
          <p:spPr>
            <a:xfrm>
              <a:off x="3920039" y="2742286"/>
              <a:ext cx="891919" cy="540664"/>
            </a:xfrm>
            <a:prstGeom prst="roundRect">
              <a:avLst/>
            </a:prstGeom>
            <a:noFill/>
            <a:ln w="19050"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C0D4F277-11B5-F1FD-F7EE-987B90853E5D}"/>
                    </a:ext>
                  </a:extLst>
                </p:cNvPr>
                <p:cNvSpPr txBox="1"/>
                <p:nvPr/>
              </p:nvSpPr>
              <p:spPr>
                <a:xfrm>
                  <a:off x="3818900" y="2342871"/>
                  <a:ext cx="137967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𝑻𝒂𝒓𝒈𝒆𝒕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C0D4F277-11B5-F1FD-F7EE-987B90853E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8900" y="2342871"/>
                  <a:ext cx="1379672" cy="246221"/>
                </a:xfrm>
                <a:prstGeom prst="rect">
                  <a:avLst/>
                </a:prstGeom>
                <a:blipFill>
                  <a:blip r:embed="rId11"/>
                  <a:stretch>
                    <a:fillRect b="-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82F68C6-5945-5DAD-E037-941E68CE49F1}"/>
                    </a:ext>
                  </a:extLst>
                </p:cNvPr>
                <p:cNvSpPr txBox="1"/>
                <p:nvPr/>
              </p:nvSpPr>
              <p:spPr>
                <a:xfrm>
                  <a:off x="3747565" y="1981068"/>
                  <a:ext cx="1150251" cy="2852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  <m:sSub>
                          <m:sSubPr>
                            <m:ctrlP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2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𝑻𝒓𝒖𝒆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82F68C6-5945-5DAD-E037-941E68CE49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7565" y="1981068"/>
                  <a:ext cx="1150251" cy="28520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4E975679-394D-933D-3955-6B6B08AD3B2F}"/>
                </a:ext>
              </a:extLst>
            </p:cNvPr>
            <p:cNvSpPr/>
            <p:nvPr/>
          </p:nvSpPr>
          <p:spPr>
            <a:xfrm>
              <a:off x="3747565" y="2273825"/>
              <a:ext cx="2228193" cy="1185731"/>
            </a:xfrm>
            <a:prstGeom prst="roundRect">
              <a:avLst/>
            </a:prstGeom>
            <a:noFill/>
            <a:ln w="19050">
              <a:solidFill>
                <a:schemeClr val="accent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FA6719C-2000-FD57-25BA-FBB6B34DE656}"/>
              </a:ext>
            </a:extLst>
          </p:cNvPr>
          <p:cNvGrpSpPr/>
          <p:nvPr/>
        </p:nvGrpSpPr>
        <p:grpSpPr>
          <a:xfrm>
            <a:off x="6988834" y="3483459"/>
            <a:ext cx="2228193" cy="1478488"/>
            <a:chOff x="3747565" y="1981068"/>
            <a:chExt cx="2228193" cy="1478488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54A2737-E131-E260-19AC-3F5D14FDF1FD}"/>
                </a:ext>
              </a:extLst>
            </p:cNvPr>
            <p:cNvGrpSpPr/>
            <p:nvPr/>
          </p:nvGrpSpPr>
          <p:grpSpPr>
            <a:xfrm>
              <a:off x="4009924" y="2824726"/>
              <a:ext cx="370673" cy="360023"/>
              <a:chOff x="2945466" y="3492179"/>
              <a:chExt cx="354584" cy="338554"/>
            </a:xfrm>
          </p:grpSpPr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C9961D2A-4D36-320E-CD78-CDB6F49D45E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43024417-9083-EEE9-49BD-AC5C2F467CDF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35458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D732F13D-5EBA-BDE3-FC80-54D2E63819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354584" cy="33855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6D5ABCB5-6AA6-A09C-B844-EE97E9AB7789}"/>
                </a:ext>
              </a:extLst>
            </p:cNvPr>
            <p:cNvGrpSpPr/>
            <p:nvPr/>
          </p:nvGrpSpPr>
          <p:grpSpPr>
            <a:xfrm>
              <a:off x="4420207" y="2830373"/>
              <a:ext cx="344947" cy="341004"/>
              <a:chOff x="2968850" y="3495680"/>
              <a:chExt cx="329975" cy="320670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6B32985E-EB4A-54B0-6B59-686267A7189B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730283DF-96E4-8852-8E06-D420BF561EF5}"/>
                      </a:ext>
                    </a:extLst>
                  </p:cNvPr>
                  <p:cNvSpPr txBox="1"/>
                  <p:nvPr/>
                </p:nvSpPr>
                <p:spPr>
                  <a:xfrm>
                    <a:off x="2993933" y="3495680"/>
                    <a:ext cx="270289" cy="3183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730283DF-96E4-8852-8E06-D420BF561E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93933" y="3495680"/>
                    <a:ext cx="270289" cy="31836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9370732E-D6F6-1C8A-786E-222E1B43CC9A}"/>
                </a:ext>
              </a:extLst>
            </p:cNvPr>
            <p:cNvGrpSpPr/>
            <p:nvPr/>
          </p:nvGrpSpPr>
          <p:grpSpPr>
            <a:xfrm>
              <a:off x="4862765" y="2831555"/>
              <a:ext cx="313589" cy="338554"/>
              <a:chOff x="3022301" y="3499092"/>
              <a:chExt cx="329975" cy="318366"/>
            </a:xfrm>
          </p:grpSpPr>
          <p:sp>
            <p:nvSpPr>
              <p:cNvPr id="37" name="矩形: 圆角 36">
                <a:extLst>
                  <a:ext uri="{FF2B5EF4-FFF2-40B4-BE49-F238E27FC236}">
                    <a16:creationId xmlns:a16="http://schemas.microsoft.com/office/drawing/2014/main" id="{B88EA276-B770-406C-3087-93C6831B0923}"/>
                  </a:ext>
                </a:extLst>
              </p:cNvPr>
              <p:cNvSpPr/>
              <p:nvPr/>
            </p:nvSpPr>
            <p:spPr>
              <a:xfrm>
                <a:off x="3022301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8790005D-D916-9C91-5CF4-EDF71729FC52}"/>
                      </a:ext>
                    </a:extLst>
                  </p:cNvPr>
                  <p:cNvSpPr txBox="1"/>
                  <p:nvPr/>
                </p:nvSpPr>
                <p:spPr>
                  <a:xfrm>
                    <a:off x="3028898" y="3499092"/>
                    <a:ext cx="270641" cy="3183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8790005D-D916-9C91-5CF4-EDF71729FC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8898" y="3499092"/>
                    <a:ext cx="270641" cy="318366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476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9D73D33C-6080-FAD2-4C61-BC73B328A42B}"/>
                </a:ext>
              </a:extLst>
            </p:cNvPr>
            <p:cNvGrpSpPr/>
            <p:nvPr/>
          </p:nvGrpSpPr>
          <p:grpSpPr>
            <a:xfrm>
              <a:off x="5233430" y="2824721"/>
              <a:ext cx="313588" cy="344215"/>
              <a:chOff x="3022300" y="3492661"/>
              <a:chExt cx="329975" cy="323689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91D5F1DC-FB69-491C-B5F4-DC230638A89A}"/>
                  </a:ext>
                </a:extLst>
              </p:cNvPr>
              <p:cNvSpPr/>
              <p:nvPr/>
            </p:nvSpPr>
            <p:spPr>
              <a:xfrm>
                <a:off x="302230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7B62409E-A473-B04C-D044-B87191DE3BF3}"/>
                      </a:ext>
                    </a:extLst>
                  </p:cNvPr>
                  <p:cNvSpPr txBox="1"/>
                  <p:nvPr/>
                </p:nvSpPr>
                <p:spPr>
                  <a:xfrm>
                    <a:off x="3036466" y="3492661"/>
                    <a:ext cx="265659" cy="3183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7B62409E-A473-B04C-D044-B87191DE3B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36466" y="3492661"/>
                    <a:ext cx="265659" cy="31836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731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00FB236B-1591-5B5E-F3B7-2C5BC09A88C8}"/>
                </a:ext>
              </a:extLst>
            </p:cNvPr>
            <p:cNvSpPr/>
            <p:nvPr/>
          </p:nvSpPr>
          <p:spPr>
            <a:xfrm>
              <a:off x="3920039" y="2742286"/>
              <a:ext cx="891919" cy="540664"/>
            </a:xfrm>
            <a:prstGeom prst="roundRect">
              <a:avLst/>
            </a:prstGeom>
            <a:noFill/>
            <a:ln w="19050"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A5287D7E-2227-DD2B-E6AD-F4424A1FFFE4}"/>
                    </a:ext>
                  </a:extLst>
                </p:cNvPr>
                <p:cNvSpPr txBox="1"/>
                <p:nvPr/>
              </p:nvSpPr>
              <p:spPr>
                <a:xfrm>
                  <a:off x="3818900" y="2342871"/>
                  <a:ext cx="905183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𝑻𝒂𝒓𝒈𝒆𝒕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A5287D7E-2227-DD2B-E6AD-F4424A1FFF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8900" y="2342871"/>
                  <a:ext cx="905183" cy="246221"/>
                </a:xfrm>
                <a:prstGeom prst="rect">
                  <a:avLst/>
                </a:prstGeom>
                <a:blipFill>
                  <a:blip r:embed="rId6"/>
                  <a:stretch>
                    <a:fillRect b="-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68DF683A-7EED-B5AB-CF18-FFEDD0707ADB}"/>
                    </a:ext>
                  </a:extLst>
                </p:cNvPr>
                <p:cNvSpPr txBox="1"/>
                <p:nvPr/>
              </p:nvSpPr>
              <p:spPr>
                <a:xfrm>
                  <a:off x="3747565" y="1981068"/>
                  <a:ext cx="585417" cy="2852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  <m:sSub>
                          <m:sSubPr>
                            <m:ctrlP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68DF683A-7EED-B5AB-CF18-FFEDD0707A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7565" y="1981068"/>
                  <a:ext cx="585417" cy="285206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18EE528F-1BA7-3AF7-3CC4-FA75A52E0F6D}"/>
                </a:ext>
              </a:extLst>
            </p:cNvPr>
            <p:cNvSpPr/>
            <p:nvPr/>
          </p:nvSpPr>
          <p:spPr>
            <a:xfrm>
              <a:off x="3747565" y="2273825"/>
              <a:ext cx="2228193" cy="1185731"/>
            </a:xfrm>
            <a:prstGeom prst="roundRect">
              <a:avLst/>
            </a:prstGeom>
            <a:noFill/>
            <a:ln w="19050">
              <a:solidFill>
                <a:schemeClr val="accent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77306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6241C-7F0F-3672-C7C4-BE9174768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87B38F63-408D-6A03-5F5C-7A929B405365}"/>
              </a:ext>
            </a:extLst>
          </p:cNvPr>
          <p:cNvGrpSpPr/>
          <p:nvPr/>
        </p:nvGrpSpPr>
        <p:grpSpPr>
          <a:xfrm>
            <a:off x="4575017" y="1164554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D656889E-0D71-A626-2B84-82C4E813F570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49DE1859-74F6-7614-42B7-85E8BDCE146D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49DE1859-74F6-7614-42B7-85E8BDCE14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4CF34B74-AE68-1400-01B2-D69E8328B007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CC5F733-A878-FBCB-8ED3-EFB0C6E4DE2D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CC5F733-A878-FBCB-8ED3-EFB0C6E4DE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8F954F34-30F6-4C9C-C90E-E2510D5C1883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4FF4B40F-8DC4-961E-221D-042202D75217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4FF4B40F-8DC4-961E-221D-042202D75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E3208D66-9B79-18C8-0E90-4049891E8691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96040A15-6724-26BD-C8C0-54BB7BC64CE7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96040A15-6724-26BD-C8C0-54BB7BC64C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49F1F521-4B18-C820-6005-24817218693C}"/>
                  </a:ext>
                </a:extLst>
              </p:cNvPr>
              <p:cNvSpPr txBox="1"/>
              <p:nvPr/>
            </p:nvSpPr>
            <p:spPr>
              <a:xfrm>
                <a:off x="4168979" y="1195331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49F1F521-4B18-C820-6005-248172186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979" y="1195331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C69C75B-FD94-5F47-05CB-58CE31FB2B0E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C69C75B-FD94-5F47-05CB-58CE31FB2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62EE19F6-87F8-76A6-DF03-8BE39CBAD37F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3BDBA3D0-BF58-D095-DFFD-CBB1CFF2A0CA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52A572EC-39E4-1D08-1533-AA02616AE59D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150F0E5E-42EC-9EF4-B5FF-B899AA72EC59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7490C110-2162-BCC4-7712-2B27522F8436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7490C110-2162-BCC4-7712-2B27522F8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8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AE649293-F253-3922-88BF-55B7EF3D8B91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AFBA9F22-ABF5-086F-904A-8E52C6F8ADDD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AFBA9F22-ABF5-086F-904A-8E52C6F8A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2AC2835C-A00D-6B5E-6D17-61B2662D2F78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2AC2835C-A00D-6B5E-6D17-61B2662D2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A71DDC45-8A9C-A759-D4AC-BEADB7460FDE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A71DDC45-8A9C-A759-D4AC-BEADB7460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0BD62C58-A3CF-7082-161C-7E2077710DC7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0BD62C58-A3CF-7082-161C-7E2077710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2E2826B3-57D3-9327-5134-B981E406C4E8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2E2826B3-57D3-9327-5134-B981E406C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5BE8F06B-7E97-EBB4-638F-4566D927CF15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5BE8F06B-7E97-EBB4-638F-4566D927C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D03A42F1-390C-7CB2-6270-DCF030B5AFE4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86C76286-6776-36A1-3545-9D0E284772F2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55618D44-1AA1-C598-43C2-65B3423C2C25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95C01EC5-AA73-267E-50EF-5DEB2DF88A9B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5C2AD09C-6671-A275-22F3-554A27D81B0B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C2FC5237-7D6D-FD07-E774-EFFE194BDC87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C2FC5237-7D6D-FD07-E774-EFFE194BD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1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A034F1D9-B6E8-51CC-4211-9D8FDE312030}"/>
              </a:ext>
            </a:extLst>
          </p:cNvPr>
          <p:cNvGrpSpPr/>
          <p:nvPr/>
        </p:nvGrpSpPr>
        <p:grpSpPr>
          <a:xfrm>
            <a:off x="3372412" y="3255951"/>
            <a:ext cx="2652052" cy="346097"/>
            <a:chOff x="3354018" y="3371166"/>
            <a:chExt cx="2652052" cy="346097"/>
          </a:xfrm>
        </p:grpSpPr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1DA94126-6E80-776D-626E-ACC03D6FE745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EE68BA37-819C-EE73-C915-6A4F80B7D877}"/>
                </a:ext>
              </a:extLst>
            </p:cNvPr>
            <p:cNvSpPr txBox="1"/>
            <p:nvPr/>
          </p:nvSpPr>
          <p:spPr>
            <a:xfrm>
              <a:off x="4178295" y="3376255"/>
              <a:ext cx="2581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8BCB4680-1839-35D7-852B-AEDE36651BF1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698809E-C99B-0EDE-6DD9-95A69AC469C8}"/>
                </a:ext>
              </a:extLst>
            </p:cNvPr>
            <p:cNvSpPr txBox="1"/>
            <p:nvPr/>
          </p:nvSpPr>
          <p:spPr>
            <a:xfrm>
              <a:off x="4562646" y="3376258"/>
              <a:ext cx="2825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09BC7091-2178-6E9D-54E9-A671857A8765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F8852704-B71B-F4C6-F014-3DA4F050BE5E}"/>
                </a:ext>
              </a:extLst>
            </p:cNvPr>
            <p:cNvSpPr txBox="1"/>
            <p:nvPr/>
          </p:nvSpPr>
          <p:spPr>
            <a:xfrm>
              <a:off x="4941721" y="3376264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9B52D011-D95C-6400-D89B-E667B1BCEC54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9A9BEE43-BFCF-56D1-DF3A-90C593C89ABF}"/>
                </a:ext>
              </a:extLst>
            </p:cNvPr>
            <p:cNvSpPr txBox="1"/>
            <p:nvPr/>
          </p:nvSpPr>
          <p:spPr>
            <a:xfrm>
              <a:off x="5315122" y="3376252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30FAB649-AFBE-C7C6-37B5-79ABBF389270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5EBD7BA6-5618-4B89-6EBD-A6A450AD96E1}"/>
                </a:ext>
              </a:extLst>
            </p:cNvPr>
            <p:cNvSpPr txBox="1"/>
            <p:nvPr/>
          </p:nvSpPr>
          <p:spPr>
            <a:xfrm>
              <a:off x="5708752" y="3376231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C330D360-DBDE-208A-22F0-FE70691CB16B}"/>
                    </a:ext>
                  </a:extLst>
                </p:cNvPr>
                <p:cNvSpPr txBox="1"/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C330D360-DBDE-208A-22F0-FE70691CB1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blipFill>
                  <a:blip r:embed="rId16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BFAC40DA-0294-69A7-3862-1AE5C5A0B31B}"/>
              </a:ext>
            </a:extLst>
          </p:cNvPr>
          <p:cNvGrpSpPr/>
          <p:nvPr/>
        </p:nvGrpSpPr>
        <p:grpSpPr>
          <a:xfrm>
            <a:off x="3237677" y="3691916"/>
            <a:ext cx="2792271" cy="341032"/>
            <a:chOff x="3213799" y="3376231"/>
            <a:chExt cx="2792271" cy="341032"/>
          </a:xfrm>
        </p:grpSpPr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D078F7F2-450A-870B-81B6-BFF7963E5DDC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C133AFDE-8945-DF46-6973-C34F532EC2C6}"/>
                </a:ext>
              </a:extLst>
            </p:cNvPr>
            <p:cNvSpPr txBox="1"/>
            <p:nvPr/>
          </p:nvSpPr>
          <p:spPr>
            <a:xfrm>
              <a:off x="4178295" y="3376255"/>
              <a:ext cx="2581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BA0511CA-2B54-0834-998D-D49CF317226C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3ABB2AB5-16ED-89EC-AA61-A487B7B59AA2}"/>
                </a:ext>
              </a:extLst>
            </p:cNvPr>
            <p:cNvSpPr txBox="1"/>
            <p:nvPr/>
          </p:nvSpPr>
          <p:spPr>
            <a:xfrm>
              <a:off x="4562646" y="3376258"/>
              <a:ext cx="2825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0EF17AC4-8594-3F81-6766-44D5FF0BB378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F9B1D608-4A46-5D18-30AD-EDD6338882E1}"/>
                </a:ext>
              </a:extLst>
            </p:cNvPr>
            <p:cNvSpPr txBox="1"/>
            <p:nvPr/>
          </p:nvSpPr>
          <p:spPr>
            <a:xfrm>
              <a:off x="4941721" y="3376264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B72D007A-7589-61FA-A78E-17B304B304A8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0691C26D-F1B6-D968-07FD-6EEC94C7A375}"/>
                </a:ext>
              </a:extLst>
            </p:cNvPr>
            <p:cNvSpPr txBox="1"/>
            <p:nvPr/>
          </p:nvSpPr>
          <p:spPr>
            <a:xfrm>
              <a:off x="5315122" y="3376252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3305D631-9DD8-1D9E-B332-1FDEFB19BA66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74D08996-290F-732C-49E6-AC82BA097375}"/>
                </a:ext>
              </a:extLst>
            </p:cNvPr>
            <p:cNvSpPr txBox="1"/>
            <p:nvPr/>
          </p:nvSpPr>
          <p:spPr>
            <a:xfrm>
              <a:off x="5708752" y="3376231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A108A017-8F44-AE8D-AABF-86B45BE62F82}"/>
                    </a:ext>
                  </a:extLst>
                </p:cNvPr>
                <p:cNvSpPr txBox="1"/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A108A017-8F44-AE8D-AABF-86B45BE62F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blipFill>
                  <a:blip r:embed="rId1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C30241F4-4525-C1A4-675C-BDDE0CF9D4FB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0A667B6A-3BF6-1C5C-E01E-5666A737C745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51A950F-729A-F454-0378-6765AFABE8FD}"/>
                </a:ext>
              </a:extLst>
            </p:cNvPr>
            <p:cNvSpPr txBox="1"/>
            <p:nvPr/>
          </p:nvSpPr>
          <p:spPr>
            <a:xfrm>
              <a:off x="4178295" y="3376255"/>
              <a:ext cx="2581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E8568B5F-B922-B79D-BDF2-9AA0630252A0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70" name="文本框 169">
              <a:extLst>
                <a:ext uri="{FF2B5EF4-FFF2-40B4-BE49-F238E27FC236}">
                  <a16:creationId xmlns:a16="http://schemas.microsoft.com/office/drawing/2014/main" id="{A81318D7-7D2F-785A-2494-CE32D8319CDC}"/>
                </a:ext>
              </a:extLst>
            </p:cNvPr>
            <p:cNvSpPr txBox="1"/>
            <p:nvPr/>
          </p:nvSpPr>
          <p:spPr>
            <a:xfrm>
              <a:off x="4562646" y="3376258"/>
              <a:ext cx="2825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E5B5A6A5-55CF-9776-035F-ACB80F832448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E3E90E62-7431-E198-62F4-86F0651644C9}"/>
                </a:ext>
              </a:extLst>
            </p:cNvPr>
            <p:cNvSpPr txBox="1"/>
            <p:nvPr/>
          </p:nvSpPr>
          <p:spPr>
            <a:xfrm>
              <a:off x="4941721" y="3376264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E204C11D-5B3E-AB03-4416-6AA6952960BE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75C996EC-AE9D-809D-88F1-4163A98852B2}"/>
                </a:ext>
              </a:extLst>
            </p:cNvPr>
            <p:cNvSpPr txBox="1"/>
            <p:nvPr/>
          </p:nvSpPr>
          <p:spPr>
            <a:xfrm>
              <a:off x="5315122" y="3376252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02A49F97-3A11-1953-434F-0B370B5BF6A7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91811AD9-C90E-96C4-E147-C053B4E7AA5E}"/>
                </a:ext>
              </a:extLst>
            </p:cNvPr>
            <p:cNvSpPr txBox="1"/>
            <p:nvPr/>
          </p:nvSpPr>
          <p:spPr>
            <a:xfrm>
              <a:off x="5708752" y="3376231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36AB28C7-C596-B3D2-EFD5-89D5818DC41B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36AB28C7-C596-B3D2-EFD5-89D5818DC4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18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8D09593E-4593-1080-1C01-7CF53B57C2DE}"/>
              </a:ext>
            </a:extLst>
          </p:cNvPr>
          <p:cNvCxnSpPr>
            <a:cxnSpLocks/>
          </p:cNvCxnSpPr>
          <p:nvPr/>
        </p:nvCxnSpPr>
        <p:spPr>
          <a:xfrm>
            <a:off x="4212410" y="2509678"/>
            <a:ext cx="1856860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86252D29-E4E1-4AA7-F0EF-CF81EC89ABE5}"/>
              </a:ext>
            </a:extLst>
          </p:cNvPr>
          <p:cNvCxnSpPr>
            <a:cxnSpLocks/>
          </p:cNvCxnSpPr>
          <p:nvPr/>
        </p:nvCxnSpPr>
        <p:spPr>
          <a:xfrm>
            <a:off x="4196689" y="2960528"/>
            <a:ext cx="1856860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>
            <a:extLst>
              <a:ext uri="{FF2B5EF4-FFF2-40B4-BE49-F238E27FC236}">
                <a16:creationId xmlns:a16="http://schemas.microsoft.com/office/drawing/2014/main" id="{8E605379-26D3-79B5-6FD3-DEBE3AD80127}"/>
              </a:ext>
            </a:extLst>
          </p:cNvPr>
          <p:cNvCxnSpPr>
            <a:cxnSpLocks/>
          </p:cNvCxnSpPr>
          <p:nvPr/>
        </p:nvCxnSpPr>
        <p:spPr>
          <a:xfrm>
            <a:off x="4176682" y="3459003"/>
            <a:ext cx="1856860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EDF7FB12-F603-51C8-7738-2D5DB67BB6AF}"/>
              </a:ext>
            </a:extLst>
          </p:cNvPr>
          <p:cNvCxnSpPr>
            <a:cxnSpLocks/>
            <a:endCxn id="160" idx="3"/>
          </p:cNvCxnSpPr>
          <p:nvPr/>
        </p:nvCxnSpPr>
        <p:spPr>
          <a:xfrm flipV="1">
            <a:off x="4212410" y="3861226"/>
            <a:ext cx="1010389" cy="7352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形 1" descr="复选标记 纯色填充">
            <a:extLst>
              <a:ext uri="{FF2B5EF4-FFF2-40B4-BE49-F238E27FC236}">
                <a16:creationId xmlns:a16="http://schemas.microsoft.com/office/drawing/2014/main" id="{6A12FF5E-BDE7-726C-2A4B-E939E7F682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424903" y="3287111"/>
            <a:ext cx="139699" cy="162277"/>
          </a:xfrm>
          <a:prstGeom prst="rect">
            <a:avLst/>
          </a:prstGeom>
        </p:spPr>
      </p:pic>
      <p:pic>
        <p:nvPicPr>
          <p:cNvPr id="4" name="图形 3" descr="复选标记 纯色填充">
            <a:extLst>
              <a:ext uri="{FF2B5EF4-FFF2-40B4-BE49-F238E27FC236}">
                <a16:creationId xmlns:a16="http://schemas.microsoft.com/office/drawing/2014/main" id="{82405421-AFAB-7211-9738-8ECEC5732E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682352" y="3285333"/>
            <a:ext cx="139699" cy="16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360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64E8E-E0A5-1627-D8F7-B25C76992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7F59475B-AA47-977D-0BC7-C31C93BA9B6A}"/>
              </a:ext>
            </a:extLst>
          </p:cNvPr>
          <p:cNvGrpSpPr/>
          <p:nvPr/>
        </p:nvGrpSpPr>
        <p:grpSpPr>
          <a:xfrm>
            <a:off x="4575017" y="1164554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EB80A901-0EE4-581C-05D3-3EC63DC10648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9F665BCD-010B-D270-A90B-1D4E6BE6D041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49DE1859-74F6-7614-42B7-85E8BDCE14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2A38B325-787A-6EF6-C96D-5E9E39123915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55FD4020-8FD7-2097-6E35-62F81C11F56F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CC5F733-A878-FBCB-8ED3-EFB0C6E4DE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BF240A5F-5EFD-20E7-E61C-0BB013A06B55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B100DD7B-440D-1940-B7C4-958E1E8A7B30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4FF4B40F-8DC4-961E-221D-042202D75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7CA438EA-9CBD-1D1D-CA3F-B9DD483483D7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4768004-6C01-1A54-C0BA-232988B820F2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96040A15-6724-26BD-C8C0-54BB7BC64C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9D19993-87A5-893A-780C-1C01A9B9B459}"/>
                  </a:ext>
                </a:extLst>
              </p:cNvPr>
              <p:cNvSpPr txBox="1"/>
              <p:nvPr/>
            </p:nvSpPr>
            <p:spPr>
              <a:xfrm>
                <a:off x="4168979" y="1195331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9D19993-87A5-893A-780C-1C01A9B9B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979" y="1195331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400ECB9-F498-E8CF-C3CD-2967EBCE31D2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C69C75B-FD94-5F47-05CB-58CE31FB2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7622CCBB-21B8-BA59-15A2-127CE3441532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F7981333-16F4-BA26-FA8E-3CE5C1B337B4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0BD54824-F1BF-0A81-417F-3FAE1DC5625F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6C54EB4E-E91D-62E0-1F7C-1D80A996F847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12EB77A3-ABAE-674C-F8C4-9D9F31FFA186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7490C110-2162-BCC4-7712-2B27522F8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8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52243671-9259-8C15-3CE4-EA49EF02A48B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5FAAB950-46DA-F915-56D0-86BE014A5803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AFBA9F22-ABF5-086F-904A-8E52C6F8A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11564EF3-4ED2-2991-65E6-5F1CEF34672E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2AC2835C-A00D-6B5E-6D17-61B2662D2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CF8AAA7F-B032-3EB5-00B3-A5A5299DDAA0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A71DDC45-8A9C-A759-D4AC-BEADB7460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10ADB1F1-65D7-FA5C-8C14-9BFB8FE22B42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0BD62C58-A3CF-7082-161C-7E2077710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6521D373-6B44-B9B9-300B-A4CD7BF3451E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2E2826B3-57D3-9327-5134-B981E406C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4B0175BC-8C54-81B5-83B3-50E3682158B9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5BE8F06B-7E97-EBB4-638F-4566D927C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0FDBE964-CE76-20B9-DF1B-DAED3AD6D4EB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D70EF007-F438-3B83-3C1F-49699A23D366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6EE38819-7908-15F8-B642-F22C28C398D2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C2983490-F502-7201-6872-6EE48E1128E2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7223519D-C56C-14C0-4A8C-7799A7DCB50C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6FA2F638-D215-7342-87EA-A870D5E43A9E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C2FC5237-7D6D-FD07-E774-EFFE194BD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1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1B6AB207-872F-CEE5-D8FB-FDF7C6CB6DDF}"/>
              </a:ext>
            </a:extLst>
          </p:cNvPr>
          <p:cNvGrpSpPr/>
          <p:nvPr/>
        </p:nvGrpSpPr>
        <p:grpSpPr>
          <a:xfrm>
            <a:off x="3372412" y="3255951"/>
            <a:ext cx="2652052" cy="346097"/>
            <a:chOff x="3354018" y="3371166"/>
            <a:chExt cx="2652052" cy="346097"/>
          </a:xfrm>
        </p:grpSpPr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478C9C0D-6B77-4EB5-45F8-435BB67486F5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F05E63AB-BF43-2869-8978-8A1166E3938A}"/>
                </a:ext>
              </a:extLst>
            </p:cNvPr>
            <p:cNvSpPr txBox="1"/>
            <p:nvPr/>
          </p:nvSpPr>
          <p:spPr>
            <a:xfrm>
              <a:off x="4178295" y="3376255"/>
              <a:ext cx="2581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EE070783-26B4-1B6F-5F98-0389BD50910D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EFF04527-D9EB-4A7A-C987-E4F226CD3EC3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6B28DACC-9517-D56C-CAAE-25C308D2FDB5}"/>
                </a:ext>
              </a:extLst>
            </p:cNvPr>
            <p:cNvSpPr txBox="1"/>
            <p:nvPr/>
          </p:nvSpPr>
          <p:spPr>
            <a:xfrm>
              <a:off x="4941721" y="3376264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EA367143-4FF4-29E6-A5E2-B23FDEAE9B66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A19B4D9B-6402-191E-7F1A-A84E42E7F5C6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73B832E5-5CFD-DFEF-CE87-7EA1080837D5}"/>
                </a:ext>
              </a:extLst>
            </p:cNvPr>
            <p:cNvSpPr txBox="1"/>
            <p:nvPr/>
          </p:nvSpPr>
          <p:spPr>
            <a:xfrm>
              <a:off x="5708752" y="3376231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84B7094E-5A43-13EB-D2CF-545D3B8A1A8B}"/>
                    </a:ext>
                  </a:extLst>
                </p:cNvPr>
                <p:cNvSpPr txBox="1"/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C330D360-DBDE-208A-22F0-FE70691CB1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blipFill>
                  <a:blip r:embed="rId16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6B2256D2-9E15-E0CA-CCCF-5C4D1717C586}"/>
              </a:ext>
            </a:extLst>
          </p:cNvPr>
          <p:cNvGrpSpPr/>
          <p:nvPr/>
        </p:nvGrpSpPr>
        <p:grpSpPr>
          <a:xfrm>
            <a:off x="3237677" y="3691916"/>
            <a:ext cx="2792271" cy="341032"/>
            <a:chOff x="3213799" y="3376231"/>
            <a:chExt cx="2792271" cy="341032"/>
          </a:xfrm>
        </p:grpSpPr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0243B9CB-5E4C-1FC7-D0A9-4CD001850C04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15982B7A-507D-4D97-7822-8A81704A9883}"/>
                </a:ext>
              </a:extLst>
            </p:cNvPr>
            <p:cNvSpPr txBox="1"/>
            <p:nvPr/>
          </p:nvSpPr>
          <p:spPr>
            <a:xfrm>
              <a:off x="4178295" y="3376255"/>
              <a:ext cx="2581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319E0A2F-63C0-52F3-7588-20D96F5A2798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A9C406E9-8B2E-6904-D5AC-15C16EA7DBFE}"/>
                </a:ext>
              </a:extLst>
            </p:cNvPr>
            <p:cNvSpPr txBox="1"/>
            <p:nvPr/>
          </p:nvSpPr>
          <p:spPr>
            <a:xfrm>
              <a:off x="4562646" y="3376258"/>
              <a:ext cx="2825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3AB4DCD6-1B08-F3CB-F5B1-7A7381D17282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E7981FFD-A450-B29C-63C1-F7640882E2A9}"/>
                </a:ext>
              </a:extLst>
            </p:cNvPr>
            <p:cNvSpPr txBox="1"/>
            <p:nvPr/>
          </p:nvSpPr>
          <p:spPr>
            <a:xfrm>
              <a:off x="4941721" y="3376264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3C2FE7E4-439A-986D-9EDD-925715A580D9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 w="19050"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1C5BF5C3-4307-313F-ED68-8A2F2845DF4F}"/>
                </a:ext>
              </a:extLst>
            </p:cNvPr>
            <p:cNvSpPr txBox="1"/>
            <p:nvPr/>
          </p:nvSpPr>
          <p:spPr>
            <a:xfrm>
              <a:off x="5315122" y="3376252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1012866A-54BB-639C-61E9-38F6945ACCAB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F9DEAF35-5070-0C56-D7B6-A24DBCE0304F}"/>
                </a:ext>
              </a:extLst>
            </p:cNvPr>
            <p:cNvSpPr txBox="1"/>
            <p:nvPr/>
          </p:nvSpPr>
          <p:spPr>
            <a:xfrm>
              <a:off x="5708752" y="3376231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7EE22287-802C-6476-3FDF-2075A620E923}"/>
                    </a:ext>
                  </a:extLst>
                </p:cNvPr>
                <p:cNvSpPr txBox="1"/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A108A017-8F44-AE8D-AABF-86B45BE62F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blipFill>
                  <a:blip r:embed="rId1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067D50B3-FC72-30BC-6CF8-4FE68666DE0B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A2A228F8-FA9F-23EF-A8EA-0BF370E78EBD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B2595F3B-7C2E-75D4-721E-5718BA4E5B42}"/>
                </a:ext>
              </a:extLst>
            </p:cNvPr>
            <p:cNvSpPr txBox="1"/>
            <p:nvPr/>
          </p:nvSpPr>
          <p:spPr>
            <a:xfrm>
              <a:off x="4178295" y="3376255"/>
              <a:ext cx="2581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00DF2D52-EE37-62A4-CB84-16FE6EB27553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70" name="文本框 169">
              <a:extLst>
                <a:ext uri="{FF2B5EF4-FFF2-40B4-BE49-F238E27FC236}">
                  <a16:creationId xmlns:a16="http://schemas.microsoft.com/office/drawing/2014/main" id="{55356EE3-411F-9A33-A268-F65280AD060C}"/>
                </a:ext>
              </a:extLst>
            </p:cNvPr>
            <p:cNvSpPr txBox="1"/>
            <p:nvPr/>
          </p:nvSpPr>
          <p:spPr>
            <a:xfrm>
              <a:off x="4562646" y="3376258"/>
              <a:ext cx="2825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3BD5B942-5F19-8D63-8691-C63E0A26088E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8036A29C-5907-2AAE-A28C-C4CB70096F5D}"/>
                </a:ext>
              </a:extLst>
            </p:cNvPr>
            <p:cNvSpPr txBox="1"/>
            <p:nvPr/>
          </p:nvSpPr>
          <p:spPr>
            <a:xfrm>
              <a:off x="4941721" y="3376264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71014276-F0A4-95DC-6542-3E8A2CF80BCB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3FC29772-23A2-08D2-7266-3486D8C03513}"/>
                </a:ext>
              </a:extLst>
            </p:cNvPr>
            <p:cNvSpPr txBox="1"/>
            <p:nvPr/>
          </p:nvSpPr>
          <p:spPr>
            <a:xfrm>
              <a:off x="5315122" y="3376252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EE4E0423-89D7-D529-5EF2-7E6910DDEA07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CE6235D5-0F70-A08D-DD5F-62AF8418D075}"/>
                </a:ext>
              </a:extLst>
            </p:cNvPr>
            <p:cNvSpPr txBox="1"/>
            <p:nvPr/>
          </p:nvSpPr>
          <p:spPr>
            <a:xfrm>
              <a:off x="5708752" y="3376231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44953F3D-5954-C609-F4B2-567908226120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36AB28C7-C596-B3D2-EFD5-89D5818DC4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18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B554B4D-FB10-08A4-E9B9-0C53B35A997B}"/>
              </a:ext>
            </a:extLst>
          </p:cNvPr>
          <p:cNvSpPr/>
          <p:nvPr/>
        </p:nvSpPr>
        <p:spPr>
          <a:xfrm>
            <a:off x="4016056" y="3201399"/>
            <a:ext cx="2174620" cy="458163"/>
          </a:xfrm>
          <a:prstGeom prst="roundRect">
            <a:avLst/>
          </a:prstGeom>
          <a:noFill/>
          <a:ln w="19050"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27B1CCC9-A028-C825-09D2-A25DFC1A05CC}"/>
              </a:ext>
            </a:extLst>
          </p:cNvPr>
          <p:cNvCxnSpPr>
            <a:cxnSpLocks/>
          </p:cNvCxnSpPr>
          <p:nvPr/>
        </p:nvCxnSpPr>
        <p:spPr>
          <a:xfrm>
            <a:off x="5483225" y="3457575"/>
            <a:ext cx="0" cy="4064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712ABAD-964E-EC94-22B3-AE8DFCAA1A8C}"/>
              </a:ext>
            </a:extLst>
          </p:cNvPr>
          <p:cNvCxnSpPr>
            <a:cxnSpLocks/>
          </p:cNvCxnSpPr>
          <p:nvPr/>
        </p:nvCxnSpPr>
        <p:spPr>
          <a:xfrm>
            <a:off x="4740275" y="3396370"/>
            <a:ext cx="717550" cy="4676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442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83F20-2204-F1CB-4FA5-B8C3D7F51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FDBEAAC4-660F-0833-47CE-B43543F24B52}"/>
              </a:ext>
            </a:extLst>
          </p:cNvPr>
          <p:cNvGrpSpPr/>
          <p:nvPr/>
        </p:nvGrpSpPr>
        <p:grpSpPr>
          <a:xfrm>
            <a:off x="4575017" y="1164554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7047E8C9-7EAC-92B8-1C1C-04E0FE562DE8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1E3A7159-AFBC-6913-6DED-B5F9259A654F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49DE1859-74F6-7614-42B7-85E8BDCE14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D537074A-C687-E9B7-C841-59E7D8EECE05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F1D897D7-5EBE-F239-31B4-4F163F09CE5F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CC5F733-A878-FBCB-8ED3-EFB0C6E4DE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E68D228-1C6D-EA2A-24F0-39E81C9CA0AD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BC18EA1D-B84F-8884-81A8-B1D96AEED984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4FF4B40F-8DC4-961E-221D-042202D75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9FA137BE-6B95-695B-7425-3DE87A6B9705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08B27133-EDE2-ECFD-A5F3-175D9309FE31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96040A15-6724-26BD-C8C0-54BB7BC64C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D0D15205-5E54-22FC-20E1-B2D5E11C659F}"/>
                  </a:ext>
                </a:extLst>
              </p:cNvPr>
              <p:cNvSpPr txBox="1"/>
              <p:nvPr/>
            </p:nvSpPr>
            <p:spPr>
              <a:xfrm>
                <a:off x="4168979" y="1195331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D0D15205-5E54-22FC-20E1-B2D5E11C6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979" y="1195331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17070948-4F3A-C674-C4C1-6752AF13E895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C69C75B-FD94-5F47-05CB-58CE31FB2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CC044F67-4B89-89C9-9AC8-00D5FF24142F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739156C5-210F-748C-C5D6-E86D7111F505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03ACC73D-601D-486D-E270-CDE34C4A8BAB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4933E7FB-0C3F-2DDF-B0D7-5F5ADA10057B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0B940FCE-A8F2-FF5A-3CC4-07A9229C14D9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7490C110-2162-BCC4-7712-2B27522F8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8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10A6D828-81A8-6A39-2788-F0236D705F78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06C02284-4472-1D47-3EE4-5CE2D9F7E7BB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AFBA9F22-ABF5-086F-904A-8E52C6F8A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26B38594-0F06-501B-295D-0A7520BF1F6B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2AC2835C-A00D-6B5E-6D17-61B2662D2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D938C84D-0129-B2FD-21DA-34EE741D33BD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A71DDC45-8A9C-A759-D4AC-BEADB7460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308D2ABF-5F87-06B0-0CAA-722852D919D5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0BD62C58-A3CF-7082-161C-7E2077710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22DC89BC-054D-966D-B89B-A1D888F07D27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2E2826B3-57D3-9327-5134-B981E406C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41B093E2-DF17-ECB9-C0AA-544819823EE4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5BE8F06B-7E97-EBB4-638F-4566D927C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021964C4-FCBE-168B-D42D-4ED6A5F6CF4B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45264DFC-B29B-03CF-C3F5-BDD4C5A96FA8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B594BF7C-EDC9-FBC3-5979-51EF69C2FE54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E975DC09-94A4-ECD1-8564-D4F88FA40EF7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6B5ACE3F-F600-7AD0-5EAE-E2E440434C50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8138C069-08D6-D4D7-2D58-231321950CB7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C2FC5237-7D6D-FD07-E774-EFFE194BD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1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B710F67D-2EA4-4C9B-7396-ACFA0EFE4D8B}"/>
              </a:ext>
            </a:extLst>
          </p:cNvPr>
          <p:cNvGrpSpPr/>
          <p:nvPr/>
        </p:nvGrpSpPr>
        <p:grpSpPr>
          <a:xfrm>
            <a:off x="3372412" y="3255951"/>
            <a:ext cx="2652052" cy="346097"/>
            <a:chOff x="3354018" y="3371166"/>
            <a:chExt cx="2652052" cy="346097"/>
          </a:xfrm>
        </p:grpSpPr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D84CF688-5E19-13AE-7A18-D4D9F2666E7D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92BF0D21-B8F8-236F-4A1B-8E84E81696AB}"/>
                </a:ext>
              </a:extLst>
            </p:cNvPr>
            <p:cNvSpPr txBox="1"/>
            <p:nvPr/>
          </p:nvSpPr>
          <p:spPr>
            <a:xfrm>
              <a:off x="4178295" y="3376255"/>
              <a:ext cx="2581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2D3ED811-31C5-FB0F-2626-86E70AA71C90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AE2BB8BD-D67A-44FE-5725-C6E06CEE2C9D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DE3CAB93-27DC-7BBF-B969-A698B53144AE}"/>
                </a:ext>
              </a:extLst>
            </p:cNvPr>
            <p:cNvSpPr txBox="1"/>
            <p:nvPr/>
          </p:nvSpPr>
          <p:spPr>
            <a:xfrm>
              <a:off x="4941721" y="3376264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1B10A6E2-87DB-0F9B-0DA2-C9CFF8652CF4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06A165E9-6839-442C-F148-44D9DA9B1F5D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0A726435-859C-F8E2-683D-00A77847BCCA}"/>
                </a:ext>
              </a:extLst>
            </p:cNvPr>
            <p:cNvSpPr txBox="1"/>
            <p:nvPr/>
          </p:nvSpPr>
          <p:spPr>
            <a:xfrm>
              <a:off x="5708752" y="3376231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008487AF-4014-669E-8A5C-B21647CCCAA3}"/>
                    </a:ext>
                  </a:extLst>
                </p:cNvPr>
                <p:cNvSpPr txBox="1"/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C330D360-DBDE-208A-22F0-FE70691CB1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blipFill>
                  <a:blip r:embed="rId16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929A34E8-9359-FB4E-96BD-E03740B9FC5E}"/>
              </a:ext>
            </a:extLst>
          </p:cNvPr>
          <p:cNvGrpSpPr/>
          <p:nvPr/>
        </p:nvGrpSpPr>
        <p:grpSpPr>
          <a:xfrm>
            <a:off x="3237677" y="3691916"/>
            <a:ext cx="2792271" cy="341032"/>
            <a:chOff x="3213799" y="3376231"/>
            <a:chExt cx="2792271" cy="341032"/>
          </a:xfrm>
        </p:grpSpPr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AB463FE0-9C19-7AFE-8F2C-91F59A6E255E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41EB0F26-7811-29AC-5865-103CCDF564A3}"/>
                </a:ext>
              </a:extLst>
            </p:cNvPr>
            <p:cNvSpPr txBox="1"/>
            <p:nvPr/>
          </p:nvSpPr>
          <p:spPr>
            <a:xfrm>
              <a:off x="4178295" y="3376255"/>
              <a:ext cx="2581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E8392D74-B447-E8CF-8932-49E69A7FAB0B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0D909EFA-29FC-3EF8-EB7B-6D22A2620A21}"/>
                </a:ext>
              </a:extLst>
            </p:cNvPr>
            <p:cNvSpPr txBox="1"/>
            <p:nvPr/>
          </p:nvSpPr>
          <p:spPr>
            <a:xfrm>
              <a:off x="4562646" y="3376258"/>
              <a:ext cx="2825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66C3A3A9-45E3-1285-1463-4BB65D2821EB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FC4ABC0D-BEAB-44DF-3869-70C06353906A}"/>
                </a:ext>
              </a:extLst>
            </p:cNvPr>
            <p:cNvSpPr txBox="1"/>
            <p:nvPr/>
          </p:nvSpPr>
          <p:spPr>
            <a:xfrm>
              <a:off x="4941721" y="3376264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7968C514-6941-5E85-4DAA-B01A0CF5079C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4F3B098B-ECFA-C272-7255-5606AB957C1C}"/>
                </a:ext>
              </a:extLst>
            </p:cNvPr>
            <p:cNvSpPr txBox="1"/>
            <p:nvPr/>
          </p:nvSpPr>
          <p:spPr>
            <a:xfrm>
              <a:off x="5315122" y="3376252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7D22C455-9CC5-BB20-9089-70FA23236FE6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3BA5B075-D021-3C30-12D5-3D21DC5D8181}"/>
                </a:ext>
              </a:extLst>
            </p:cNvPr>
            <p:cNvSpPr txBox="1"/>
            <p:nvPr/>
          </p:nvSpPr>
          <p:spPr>
            <a:xfrm>
              <a:off x="5708752" y="3376231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D3143679-5726-534D-82B5-D157E758B564}"/>
                    </a:ext>
                  </a:extLst>
                </p:cNvPr>
                <p:cNvSpPr txBox="1"/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A108A017-8F44-AE8D-AABF-86B45BE62F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blipFill>
                  <a:blip r:embed="rId1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6726C06D-8098-635A-ABF0-0C167E6249E3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DA254BA0-2B60-574C-F52F-7FC7077CD40F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ECA61FCA-7580-24FB-9424-C85BED912EEB}"/>
                </a:ext>
              </a:extLst>
            </p:cNvPr>
            <p:cNvSpPr txBox="1"/>
            <p:nvPr/>
          </p:nvSpPr>
          <p:spPr>
            <a:xfrm>
              <a:off x="4178295" y="3376255"/>
              <a:ext cx="2581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9B3A16DA-AB47-2C1E-EC6F-5A2406B6A69E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70" name="文本框 169">
              <a:extLst>
                <a:ext uri="{FF2B5EF4-FFF2-40B4-BE49-F238E27FC236}">
                  <a16:creationId xmlns:a16="http://schemas.microsoft.com/office/drawing/2014/main" id="{F69D6CE0-0F46-EAF0-B5F9-1A1F77669C5B}"/>
                </a:ext>
              </a:extLst>
            </p:cNvPr>
            <p:cNvSpPr txBox="1"/>
            <p:nvPr/>
          </p:nvSpPr>
          <p:spPr>
            <a:xfrm>
              <a:off x="4562646" y="3376258"/>
              <a:ext cx="2825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D950EA05-D427-B17A-A71D-F19BCA08DC01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17BE74DE-1EEA-F428-18C7-B67C6CDC95B6}"/>
                </a:ext>
              </a:extLst>
            </p:cNvPr>
            <p:cNvSpPr txBox="1"/>
            <p:nvPr/>
          </p:nvSpPr>
          <p:spPr>
            <a:xfrm>
              <a:off x="4941721" y="3376264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FC0A319E-89B1-A9AB-6E2A-E9B8CBC1200D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6C50E27E-54E6-D9C1-E6B5-C8981CF0ECC8}"/>
                </a:ext>
              </a:extLst>
            </p:cNvPr>
            <p:cNvSpPr txBox="1"/>
            <p:nvPr/>
          </p:nvSpPr>
          <p:spPr>
            <a:xfrm>
              <a:off x="5315122" y="3376252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1FEAC3D1-9345-8682-123B-B078357980C3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60A3D43E-EB96-9EE2-EC43-C1A3EE26C545}"/>
                </a:ext>
              </a:extLst>
            </p:cNvPr>
            <p:cNvSpPr txBox="1"/>
            <p:nvPr/>
          </p:nvSpPr>
          <p:spPr>
            <a:xfrm>
              <a:off x="5708752" y="3376231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1B851707-0946-F484-49FB-C6DF1701E2F6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36AB28C7-C596-B3D2-EFD5-89D5818DC4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18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4E74C68-A597-6802-67B6-C2DE0A973D5C}"/>
              </a:ext>
            </a:extLst>
          </p:cNvPr>
          <p:cNvSpPr/>
          <p:nvPr/>
        </p:nvSpPr>
        <p:spPr>
          <a:xfrm>
            <a:off x="3970316" y="2276603"/>
            <a:ext cx="2174620" cy="952523"/>
          </a:xfrm>
          <a:prstGeom prst="roundRect">
            <a:avLst/>
          </a:prstGeom>
          <a:noFill/>
          <a:ln w="19050"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1AECA0A-CD30-ED23-D425-FEDEEBBA862F}"/>
                  </a:ext>
                </a:extLst>
              </p:cNvPr>
              <p:cNvSpPr txBox="1"/>
              <p:nvPr/>
            </p:nvSpPr>
            <p:spPr>
              <a:xfrm>
                <a:off x="6493426" y="2345471"/>
                <a:ext cx="15947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前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200" b="1" dirty="0"/>
                  <a:t>行可以被抛弃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1AECA0A-CD30-ED23-D425-FEDEEBBA8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426" y="2345471"/>
                <a:ext cx="1594732" cy="276999"/>
              </a:xfrm>
              <a:prstGeom prst="rect">
                <a:avLst/>
              </a:prstGeom>
              <a:blipFill>
                <a:blip r:embed="rId19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0689066-2D09-8D27-7AE2-6F987701F8E4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6191075" y="2483970"/>
            <a:ext cx="302351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F9E7C7F-FDBF-1DC8-E58D-A067912391A5}"/>
                  </a:ext>
                </a:extLst>
              </p:cNvPr>
              <p:cNvSpPr txBox="1"/>
              <p:nvPr/>
            </p:nvSpPr>
            <p:spPr>
              <a:xfrm>
                <a:off x="6474829" y="3691916"/>
                <a:ext cx="27456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计算第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sz="1200" b="1" dirty="0"/>
                  <a:t>行时，只需要第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200" b="1" dirty="0"/>
                  <a:t>行的信息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F9E7C7F-FDBF-1DC8-E58D-A06791239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829" y="3691916"/>
                <a:ext cx="2745688" cy="276999"/>
              </a:xfrm>
              <a:prstGeom prst="rect">
                <a:avLst/>
              </a:prstGeom>
              <a:blipFill>
                <a:blip r:embed="rId20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D88A661-D747-AA96-2580-9986FE35F92F}"/>
              </a:ext>
            </a:extLst>
          </p:cNvPr>
          <p:cNvCxnSpPr>
            <a:stCxn id="13" idx="1"/>
          </p:cNvCxnSpPr>
          <p:nvPr/>
        </p:nvCxnSpPr>
        <p:spPr>
          <a:xfrm flipH="1" flipV="1">
            <a:off x="6172478" y="3830415"/>
            <a:ext cx="302351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3D704891-9445-13C3-D366-27AC43855D8E}"/>
              </a:ext>
            </a:extLst>
          </p:cNvPr>
          <p:cNvCxnSpPr>
            <a:stCxn id="13" idx="0"/>
          </p:cNvCxnSpPr>
          <p:nvPr/>
        </p:nvCxnSpPr>
        <p:spPr>
          <a:xfrm rot="16200000" flipV="1">
            <a:off x="6878618" y="2722860"/>
            <a:ext cx="262916" cy="1675195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665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739B4-37D0-BB41-8A32-9A59FD9F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B88FE74A-443B-485C-7A2C-1D0C60FCFE89}"/>
              </a:ext>
            </a:extLst>
          </p:cNvPr>
          <p:cNvGrpSpPr/>
          <p:nvPr/>
        </p:nvGrpSpPr>
        <p:grpSpPr>
          <a:xfrm>
            <a:off x="3372412" y="3255951"/>
            <a:ext cx="2652052" cy="346097"/>
            <a:chOff x="3354018" y="3371166"/>
            <a:chExt cx="2652052" cy="346097"/>
          </a:xfrm>
        </p:grpSpPr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49FC62A8-A259-204C-A29D-4B14B46D79E2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FDF710F8-CC09-7214-E678-47766D745750}"/>
                </a:ext>
              </a:extLst>
            </p:cNvPr>
            <p:cNvSpPr txBox="1"/>
            <p:nvPr/>
          </p:nvSpPr>
          <p:spPr>
            <a:xfrm>
              <a:off x="4178295" y="3376255"/>
              <a:ext cx="2581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F0C9674B-E667-778A-29FC-AD7E90733926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6FC4ADE8-3451-FC2C-717E-BE9B9F0EAFFA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844D46C-783D-1D14-5A4C-0F81D346BEAE}"/>
                </a:ext>
              </a:extLst>
            </p:cNvPr>
            <p:cNvSpPr txBox="1"/>
            <p:nvPr/>
          </p:nvSpPr>
          <p:spPr>
            <a:xfrm>
              <a:off x="4941721" y="3376264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2F236596-ADD2-1EA1-4034-64E89563E518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8E6E079A-30F0-1B87-C227-F0331BB1C863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85EC1BC9-078C-0812-BB44-615DE07C7FC9}"/>
                </a:ext>
              </a:extLst>
            </p:cNvPr>
            <p:cNvSpPr txBox="1"/>
            <p:nvPr/>
          </p:nvSpPr>
          <p:spPr>
            <a:xfrm>
              <a:off x="5708752" y="3376231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3FD5FF9E-980E-DCA0-055A-A5B2B1063F10}"/>
                    </a:ext>
                  </a:extLst>
                </p:cNvPr>
                <p:cNvSpPr txBox="1"/>
                <p:nvPr/>
              </p:nvSpPr>
              <p:spPr>
                <a:xfrm>
                  <a:off x="3354018" y="3371166"/>
                  <a:ext cx="61908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𝒅</m:t>
                        </m:r>
                        <m:sSub>
                          <m:sSubPr>
                            <m:ctrlPr>
                              <a:rPr lang="en-US" altLang="zh-CN" sz="1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dirty="0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1200" b="1" i="1" dirty="0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CN" sz="1200" b="1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2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3FD5FF9E-980E-DCA0-055A-A5B2B1063F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018" y="3371166"/>
                  <a:ext cx="619080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840A0044-6773-A323-0317-A5418E9F14E6}"/>
              </a:ext>
            </a:extLst>
          </p:cNvPr>
          <p:cNvGrpSpPr/>
          <p:nvPr/>
        </p:nvGrpSpPr>
        <p:grpSpPr>
          <a:xfrm>
            <a:off x="3406387" y="3691916"/>
            <a:ext cx="2623561" cy="341032"/>
            <a:chOff x="3382509" y="3376231"/>
            <a:chExt cx="2623561" cy="341032"/>
          </a:xfrm>
        </p:grpSpPr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50F6BD03-7C1D-E905-60EA-DCB8C86C4921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9C049BD0-6BAB-C49A-B4F8-457FBD3640B2}"/>
                </a:ext>
              </a:extLst>
            </p:cNvPr>
            <p:cNvSpPr txBox="1"/>
            <p:nvPr/>
          </p:nvSpPr>
          <p:spPr>
            <a:xfrm>
              <a:off x="4178295" y="3376255"/>
              <a:ext cx="2581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4481EF80-20D8-4DB8-4A23-0CAA877C40AA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E053637C-9CF0-02D1-7995-4A87696EE8F2}"/>
                </a:ext>
              </a:extLst>
            </p:cNvPr>
            <p:cNvSpPr txBox="1"/>
            <p:nvPr/>
          </p:nvSpPr>
          <p:spPr>
            <a:xfrm>
              <a:off x="4562646" y="3376258"/>
              <a:ext cx="2825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31C2E73A-6BF3-88F5-31E0-9126246FA5C0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87512770-7A1E-DFB1-4A4C-1554685C443B}"/>
                </a:ext>
              </a:extLst>
            </p:cNvPr>
            <p:cNvSpPr txBox="1"/>
            <p:nvPr/>
          </p:nvSpPr>
          <p:spPr>
            <a:xfrm>
              <a:off x="4941721" y="3376264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64CE96D3-8BD5-00EC-3087-8F2D6F4F04E9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AA0AC7E7-0A96-BC09-E709-8EA1357758E6}"/>
                </a:ext>
              </a:extLst>
            </p:cNvPr>
            <p:cNvSpPr txBox="1"/>
            <p:nvPr/>
          </p:nvSpPr>
          <p:spPr>
            <a:xfrm>
              <a:off x="5315122" y="3376252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A0CDB19B-1596-B8DF-6A0E-A92A272BE38F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C517287A-4D9B-DCE0-DD5F-54A80DF7845C}"/>
                </a:ext>
              </a:extLst>
            </p:cNvPr>
            <p:cNvSpPr txBox="1"/>
            <p:nvPr/>
          </p:nvSpPr>
          <p:spPr>
            <a:xfrm>
              <a:off x="5708752" y="3376231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81ABB608-B150-CAA2-9CEA-30165BE15EE7}"/>
                    </a:ext>
                  </a:extLst>
                </p:cNvPr>
                <p:cNvSpPr txBox="1"/>
                <p:nvPr/>
              </p:nvSpPr>
              <p:spPr>
                <a:xfrm>
                  <a:off x="3382509" y="3376231"/>
                  <a:ext cx="47000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  <m:sSub>
                          <m:sSubPr>
                            <m:ctrlP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81ABB608-B150-CAA2-9CEA-30165BE15E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2509" y="3376231"/>
                  <a:ext cx="470000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D7D6DB3-9E2B-8B18-4936-C29BCB5CA7D3}"/>
              </a:ext>
            </a:extLst>
          </p:cNvPr>
          <p:cNvCxnSpPr>
            <a:cxnSpLocks/>
          </p:cNvCxnSpPr>
          <p:nvPr/>
        </p:nvCxnSpPr>
        <p:spPr>
          <a:xfrm flipV="1">
            <a:off x="5485046" y="3435653"/>
            <a:ext cx="0" cy="4286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05D2706-60E1-4388-7A58-D7919361B0CF}"/>
              </a:ext>
            </a:extLst>
          </p:cNvPr>
          <p:cNvCxnSpPr>
            <a:cxnSpLocks/>
          </p:cNvCxnSpPr>
          <p:nvPr/>
        </p:nvCxnSpPr>
        <p:spPr>
          <a:xfrm flipH="1">
            <a:off x="4727294" y="3445418"/>
            <a:ext cx="7424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左大括号 20">
            <a:extLst>
              <a:ext uri="{FF2B5EF4-FFF2-40B4-BE49-F238E27FC236}">
                <a16:creationId xmlns:a16="http://schemas.microsoft.com/office/drawing/2014/main" id="{4FE38C1A-65F9-E9F5-DFA3-6EA88D4F121C}"/>
              </a:ext>
            </a:extLst>
          </p:cNvPr>
          <p:cNvSpPr/>
          <p:nvPr/>
        </p:nvSpPr>
        <p:spPr>
          <a:xfrm rot="5400000">
            <a:off x="5054394" y="2765173"/>
            <a:ext cx="136713" cy="724588"/>
          </a:xfrm>
          <a:prstGeom prst="leftBrace">
            <a:avLst>
              <a:gd name="adj1" fmla="val 58188"/>
              <a:gd name="adj2" fmla="val 5173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59D3C8C-E65C-7D66-2193-DA9D1D7FEAA3}"/>
                  </a:ext>
                </a:extLst>
              </p:cNvPr>
              <p:cNvSpPr txBox="1"/>
              <p:nvPr/>
            </p:nvSpPr>
            <p:spPr>
              <a:xfrm>
                <a:off x="4923543" y="2713128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dirty="0" err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59D3C8C-E65C-7D66-2193-DA9D1D7FE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543" y="2713128"/>
                <a:ext cx="370614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6435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C3AE6-B674-1FE4-6C1E-0908D78E6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97FA5053-0728-0F40-ED45-C3B698BAEDB4}"/>
              </a:ext>
            </a:extLst>
          </p:cNvPr>
          <p:cNvGrpSpPr/>
          <p:nvPr/>
        </p:nvGrpSpPr>
        <p:grpSpPr>
          <a:xfrm>
            <a:off x="998192" y="1204581"/>
            <a:ext cx="2452142" cy="341032"/>
            <a:chOff x="3553928" y="3376231"/>
            <a:chExt cx="2452142" cy="341032"/>
          </a:xfrm>
        </p:grpSpPr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73DF1E7C-5B2F-3A52-E594-13F33AF93E4C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08943BAF-FAE0-596C-B932-610B43C792B9}"/>
                </a:ext>
              </a:extLst>
            </p:cNvPr>
            <p:cNvSpPr txBox="1"/>
            <p:nvPr/>
          </p:nvSpPr>
          <p:spPr>
            <a:xfrm>
              <a:off x="4178295" y="3376255"/>
              <a:ext cx="2581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C452890A-F41B-E7DF-AE90-193F8B34AF95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50C4C347-76A3-BDE3-73E9-33596B0BDE31}"/>
                </a:ext>
              </a:extLst>
            </p:cNvPr>
            <p:cNvSpPr txBox="1"/>
            <p:nvPr/>
          </p:nvSpPr>
          <p:spPr>
            <a:xfrm>
              <a:off x="4562646" y="3376258"/>
              <a:ext cx="2825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BE5D0B92-4240-06FE-4BDC-7A39FDD74510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B8AB39CD-E903-7081-87FF-751113914ECB}"/>
                </a:ext>
              </a:extLst>
            </p:cNvPr>
            <p:cNvSpPr txBox="1"/>
            <p:nvPr/>
          </p:nvSpPr>
          <p:spPr>
            <a:xfrm>
              <a:off x="4941721" y="3376264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B62F6B81-A8E2-5E40-5D8E-2BD1780B2933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3429739F-4AA1-0515-ACC3-FC0965B02673}"/>
                </a:ext>
              </a:extLst>
            </p:cNvPr>
            <p:cNvSpPr txBox="1"/>
            <p:nvPr/>
          </p:nvSpPr>
          <p:spPr>
            <a:xfrm>
              <a:off x="5315122" y="3376252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C7848A25-1FC6-DC7A-95B4-EE178035A54B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5D3ADDE9-50FF-9277-36B2-74BC7EA82592}"/>
                </a:ext>
              </a:extLst>
            </p:cNvPr>
            <p:cNvSpPr txBox="1"/>
            <p:nvPr/>
          </p:nvSpPr>
          <p:spPr>
            <a:xfrm>
              <a:off x="5708752" y="3376231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EA55DA81-FF85-2B24-75CB-4B5BCCA816B9}"/>
                    </a:ext>
                  </a:extLst>
                </p:cNvPr>
                <p:cNvSpPr txBox="1"/>
                <p:nvPr/>
              </p:nvSpPr>
              <p:spPr>
                <a:xfrm>
                  <a:off x="3553928" y="3380615"/>
                  <a:ext cx="42191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EA55DA81-FF85-2B24-75CB-4B5BCCA816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3928" y="3380615"/>
                  <a:ext cx="421910" cy="276999"/>
                </a:xfrm>
                <a:prstGeom prst="rect">
                  <a:avLst/>
                </a:prstGeom>
                <a:blipFill>
                  <a:blip r:embed="rId2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6BDA8CC-8579-44A7-27F8-187392B5E640}"/>
                  </a:ext>
                </a:extLst>
              </p:cNvPr>
              <p:cNvSpPr txBox="1"/>
              <p:nvPr/>
            </p:nvSpPr>
            <p:spPr>
              <a:xfrm>
                <a:off x="866765" y="2018313"/>
                <a:ext cx="7280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6BDA8CC-8579-44A7-27F8-187392B5E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65" y="2018313"/>
                <a:ext cx="728084" cy="276999"/>
              </a:xfrm>
              <a:prstGeom prst="rect">
                <a:avLst/>
              </a:prstGeom>
              <a:blipFill>
                <a:blip r:embed="rId3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696470E4-426A-344D-567D-34617DCA2807}"/>
              </a:ext>
            </a:extLst>
          </p:cNvPr>
          <p:cNvCxnSpPr>
            <a:cxnSpLocks/>
          </p:cNvCxnSpPr>
          <p:nvPr/>
        </p:nvCxnSpPr>
        <p:spPr>
          <a:xfrm flipV="1">
            <a:off x="1145445" y="1627465"/>
            <a:ext cx="0" cy="3061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3A03D12-1227-1DEF-630B-D1DF4204A881}"/>
              </a:ext>
            </a:extLst>
          </p:cNvPr>
          <p:cNvCxnSpPr>
            <a:cxnSpLocks/>
          </p:cNvCxnSpPr>
          <p:nvPr/>
        </p:nvCxnSpPr>
        <p:spPr>
          <a:xfrm>
            <a:off x="1276873" y="1627465"/>
            <a:ext cx="0" cy="3061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D58008-C584-F978-7BDE-6328F4700A6B}"/>
                  </a:ext>
                </a:extLst>
              </p:cNvPr>
              <p:cNvSpPr txBox="1"/>
              <p:nvPr/>
            </p:nvSpPr>
            <p:spPr>
              <a:xfrm>
                <a:off x="968046" y="591472"/>
                <a:ext cx="14777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第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200" b="1" dirty="0"/>
                  <a:t>轮循环过后</a:t>
                </a:r>
                <a:r>
                  <a:rPr lang="en-US" altLang="zh-CN" sz="1200" b="1" dirty="0"/>
                  <a:t>:</a:t>
                </a:r>
                <a:endParaRPr lang="zh-CN" altLang="en-US" sz="1200" b="1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D58008-C584-F978-7BDE-6328F4700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046" y="591472"/>
                <a:ext cx="1477712" cy="276999"/>
              </a:xfrm>
              <a:prstGeom prst="rect">
                <a:avLst/>
              </a:prstGeom>
              <a:blipFill>
                <a:blip r:embed="rId4"/>
                <a:stretch>
                  <a:fillRect l="-413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3767FB4-213B-FFC6-DBB9-03BBB8DFFC0D}"/>
              </a:ext>
            </a:extLst>
          </p:cNvPr>
          <p:cNvSpPr/>
          <p:nvPr/>
        </p:nvSpPr>
        <p:spPr>
          <a:xfrm>
            <a:off x="664348" y="437625"/>
            <a:ext cx="3123282" cy="2074879"/>
          </a:xfrm>
          <a:prstGeom prst="roundRect">
            <a:avLst/>
          </a:prstGeom>
          <a:noFill/>
          <a:ln w="19050"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573FEB0-C149-8A03-71D3-DF7980CCC17C}"/>
              </a:ext>
            </a:extLst>
          </p:cNvPr>
          <p:cNvGrpSpPr/>
          <p:nvPr/>
        </p:nvGrpSpPr>
        <p:grpSpPr>
          <a:xfrm>
            <a:off x="5553414" y="1133274"/>
            <a:ext cx="2452142" cy="341032"/>
            <a:chOff x="3553928" y="3376231"/>
            <a:chExt cx="2452142" cy="341032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902AB85B-B7ED-E985-9182-7AA4280E177D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9BE5BAC-6B2A-58A4-5E7B-8E1E15AA03C9}"/>
                </a:ext>
              </a:extLst>
            </p:cNvPr>
            <p:cNvSpPr txBox="1"/>
            <p:nvPr/>
          </p:nvSpPr>
          <p:spPr>
            <a:xfrm>
              <a:off x="4178295" y="3376255"/>
              <a:ext cx="2581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0ACA9AEC-8B82-12DE-CA4A-B9FC0835BB2B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62971FB-CD29-70AD-5B08-942B8FE0A211}"/>
                </a:ext>
              </a:extLst>
            </p:cNvPr>
            <p:cNvSpPr txBox="1"/>
            <p:nvPr/>
          </p:nvSpPr>
          <p:spPr>
            <a:xfrm>
              <a:off x="4562646" y="3376258"/>
              <a:ext cx="2825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63995DD0-5B45-EF4E-5BC6-6CEB0CBD743C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D400D2D-0B67-4954-4867-9E29CD7D6824}"/>
                </a:ext>
              </a:extLst>
            </p:cNvPr>
            <p:cNvSpPr txBox="1"/>
            <p:nvPr/>
          </p:nvSpPr>
          <p:spPr>
            <a:xfrm>
              <a:off x="4941721" y="3376264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EFDA8FA6-EB95-C7C1-7C0E-969D3C3420F8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EB6E02F-2D28-9387-1635-ED4D6ABA373A}"/>
                </a:ext>
              </a:extLst>
            </p:cNvPr>
            <p:cNvSpPr txBox="1"/>
            <p:nvPr/>
          </p:nvSpPr>
          <p:spPr>
            <a:xfrm>
              <a:off x="5315122" y="3376252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EDF6214B-879E-459E-AFBF-9DF257F462AC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6F9BF39-2B0E-7DBA-77B8-648B31F3D0F4}"/>
                </a:ext>
              </a:extLst>
            </p:cNvPr>
            <p:cNvSpPr txBox="1"/>
            <p:nvPr/>
          </p:nvSpPr>
          <p:spPr>
            <a:xfrm>
              <a:off x="5708752" y="3376231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AE7D3554-37DA-9E48-F18E-981690183F01}"/>
                    </a:ext>
                  </a:extLst>
                </p:cNvPr>
                <p:cNvSpPr txBox="1"/>
                <p:nvPr/>
              </p:nvSpPr>
              <p:spPr>
                <a:xfrm>
                  <a:off x="3553928" y="3380615"/>
                  <a:ext cx="42191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AE7D3554-37DA-9E48-F18E-981690183F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3928" y="3380615"/>
                  <a:ext cx="421910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343CBE5-89AA-86C8-34DF-F4EC71F55013}"/>
              </a:ext>
            </a:extLst>
          </p:cNvPr>
          <p:cNvSpPr/>
          <p:nvPr/>
        </p:nvSpPr>
        <p:spPr>
          <a:xfrm>
            <a:off x="5219570" y="366318"/>
            <a:ext cx="3123282" cy="2074879"/>
          </a:xfrm>
          <a:prstGeom prst="roundRect">
            <a:avLst/>
          </a:prstGeom>
          <a:noFill/>
          <a:ln w="19050"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87C613A-1EF7-08EA-0B60-5C14ADC0C2B6}"/>
                  </a:ext>
                </a:extLst>
              </p:cNvPr>
              <p:cNvSpPr txBox="1"/>
              <p:nvPr/>
            </p:nvSpPr>
            <p:spPr>
              <a:xfrm>
                <a:off x="7586582" y="1953578"/>
                <a:ext cx="564578" cy="2852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87C613A-1EF7-08EA-0B60-5C14ADC0C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582" y="1953578"/>
                <a:ext cx="564578" cy="2852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连接符: 曲线 32">
            <a:extLst>
              <a:ext uri="{FF2B5EF4-FFF2-40B4-BE49-F238E27FC236}">
                <a16:creationId xmlns:a16="http://schemas.microsoft.com/office/drawing/2014/main" id="{D567EFC6-4385-23F1-DFBF-AD467598AC0E}"/>
              </a:ext>
            </a:extLst>
          </p:cNvPr>
          <p:cNvCxnSpPr>
            <a:cxnSpLocks/>
            <a:stCxn id="17" idx="0"/>
            <a:endCxn id="25" idx="0"/>
          </p:cNvCxnSpPr>
          <p:nvPr/>
        </p:nvCxnSpPr>
        <p:spPr>
          <a:xfrm rot="5400000" flipH="1" flipV="1">
            <a:off x="7270110" y="566574"/>
            <a:ext cx="27" cy="1133429"/>
          </a:xfrm>
          <a:prstGeom prst="curvedConnector3">
            <a:avLst>
              <a:gd name="adj1" fmla="val 185655185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左大括号 35">
            <a:extLst>
              <a:ext uri="{FF2B5EF4-FFF2-40B4-BE49-F238E27FC236}">
                <a16:creationId xmlns:a16="http://schemas.microsoft.com/office/drawing/2014/main" id="{325D1610-EE29-F5B5-1206-4949E27C0D4E}"/>
              </a:ext>
            </a:extLst>
          </p:cNvPr>
          <p:cNvSpPr/>
          <p:nvPr/>
        </p:nvSpPr>
        <p:spPr>
          <a:xfrm rot="5400000">
            <a:off x="7170238" y="551171"/>
            <a:ext cx="168939" cy="995227"/>
          </a:xfrm>
          <a:prstGeom prst="leftBrace">
            <a:avLst>
              <a:gd name="adj1" fmla="val 58188"/>
              <a:gd name="adj2" fmla="val 5173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8B1823A-D701-E82F-BC56-A3F92C520B1C}"/>
                  </a:ext>
                </a:extLst>
              </p:cNvPr>
              <p:cNvSpPr txBox="1"/>
              <p:nvPr/>
            </p:nvSpPr>
            <p:spPr>
              <a:xfrm>
                <a:off x="7055945" y="717113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8B1823A-D701-E82F-BC56-A3F92C520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945" y="717113"/>
                <a:ext cx="370614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AB504359-C66C-C174-7F7E-53D276DB165E}"/>
              </a:ext>
            </a:extLst>
          </p:cNvPr>
          <p:cNvSpPr txBox="1"/>
          <p:nvPr/>
        </p:nvSpPr>
        <p:spPr>
          <a:xfrm>
            <a:off x="5363146" y="462426"/>
            <a:ext cx="12987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第一次内层循环</a:t>
            </a:r>
            <a:r>
              <a:rPr lang="en-US" altLang="zh-CN" sz="1200" b="1" dirty="0"/>
              <a:t>:</a:t>
            </a:r>
            <a:endParaRPr lang="zh-CN" altLang="en-US" sz="1200" b="1" dirty="0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B3CA56C8-2EEE-EAC6-FAE5-9467D8866383}"/>
              </a:ext>
            </a:extLst>
          </p:cNvPr>
          <p:cNvCxnSpPr>
            <a:cxnSpLocks/>
          </p:cNvCxnSpPr>
          <p:nvPr/>
        </p:nvCxnSpPr>
        <p:spPr>
          <a:xfrm flipV="1">
            <a:off x="7868871" y="1640808"/>
            <a:ext cx="0" cy="3061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左大括号 44">
            <a:extLst>
              <a:ext uri="{FF2B5EF4-FFF2-40B4-BE49-F238E27FC236}">
                <a16:creationId xmlns:a16="http://schemas.microsoft.com/office/drawing/2014/main" id="{BA42CCB6-49ED-70B4-5384-3F52C774293B}"/>
              </a:ext>
            </a:extLst>
          </p:cNvPr>
          <p:cNvSpPr/>
          <p:nvPr/>
        </p:nvSpPr>
        <p:spPr>
          <a:xfrm rot="16200000">
            <a:off x="6784533" y="1136019"/>
            <a:ext cx="168939" cy="1133424"/>
          </a:xfrm>
          <a:prstGeom prst="leftBrace">
            <a:avLst>
              <a:gd name="adj1" fmla="val 58188"/>
              <a:gd name="adj2" fmla="val 5173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0E7DEBE-3E92-D5D0-DF5D-0FFA413E030F}"/>
                  </a:ext>
                </a:extLst>
              </p:cNvPr>
              <p:cNvSpPr txBox="1"/>
              <p:nvPr/>
            </p:nvSpPr>
            <p:spPr>
              <a:xfrm>
                <a:off x="6541812" y="1819182"/>
                <a:ext cx="684803" cy="294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0E7DEBE-3E92-D5D0-DF5D-0FFA413E0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812" y="1819182"/>
                <a:ext cx="684803" cy="2945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4D182AF0-A177-8E74-9AB3-3E05055AE775}"/>
              </a:ext>
            </a:extLst>
          </p:cNvPr>
          <p:cNvSpPr/>
          <p:nvPr/>
        </p:nvSpPr>
        <p:spPr>
          <a:xfrm>
            <a:off x="5396735" y="446976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13613AA-819A-A031-DF67-EEE3B4F0FA84}"/>
              </a:ext>
            </a:extLst>
          </p:cNvPr>
          <p:cNvSpPr txBox="1"/>
          <p:nvPr/>
        </p:nvSpPr>
        <p:spPr>
          <a:xfrm>
            <a:off x="5424445" y="4467926"/>
            <a:ext cx="2581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4D612B15-0958-3058-C2D1-5B6D29A59DBD}"/>
              </a:ext>
            </a:extLst>
          </p:cNvPr>
          <p:cNvSpPr/>
          <p:nvPr/>
        </p:nvSpPr>
        <p:spPr>
          <a:xfrm>
            <a:off x="5782577" y="447169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2E071B3-5EC7-F003-E503-ACFEEA5D5E2D}"/>
              </a:ext>
            </a:extLst>
          </p:cNvPr>
          <p:cNvSpPr txBox="1"/>
          <p:nvPr/>
        </p:nvSpPr>
        <p:spPr>
          <a:xfrm>
            <a:off x="5808796" y="4467929"/>
            <a:ext cx="282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C66B3CA9-60B5-5148-C146-2DBC469F3341}"/>
              </a:ext>
            </a:extLst>
          </p:cNvPr>
          <p:cNvSpPr/>
          <p:nvPr/>
        </p:nvSpPr>
        <p:spPr>
          <a:xfrm>
            <a:off x="6174328" y="446924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B5D4833-A305-721B-8F6D-C607D0424831}"/>
              </a:ext>
            </a:extLst>
          </p:cNvPr>
          <p:cNvSpPr txBox="1"/>
          <p:nvPr/>
        </p:nvSpPr>
        <p:spPr>
          <a:xfrm>
            <a:off x="6187871" y="4467935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9E2227B6-7785-CC0C-EEA4-E8BF87EAB5BB}"/>
              </a:ext>
            </a:extLst>
          </p:cNvPr>
          <p:cNvSpPr/>
          <p:nvPr/>
        </p:nvSpPr>
        <p:spPr>
          <a:xfrm>
            <a:off x="6545002" y="446925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A78E423-92D2-B4EC-FBCB-5A9F83B475CE}"/>
              </a:ext>
            </a:extLst>
          </p:cNvPr>
          <p:cNvSpPr txBox="1"/>
          <p:nvPr/>
        </p:nvSpPr>
        <p:spPr>
          <a:xfrm>
            <a:off x="6561272" y="4467923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B7EBCE5E-0F47-EB1D-14D5-336B9ED3B0D4}"/>
              </a:ext>
            </a:extLst>
          </p:cNvPr>
          <p:cNvSpPr/>
          <p:nvPr/>
        </p:nvSpPr>
        <p:spPr>
          <a:xfrm>
            <a:off x="7021927" y="4466995"/>
            <a:ext cx="313588" cy="337241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19B2311C-0E75-7E2B-3F9D-52F9F1DDFCAE}"/>
                  </a:ext>
                </a:extLst>
              </p:cNvPr>
              <p:cNvSpPr txBox="1"/>
              <p:nvPr/>
            </p:nvSpPr>
            <p:spPr>
              <a:xfrm>
                <a:off x="4800078" y="4472286"/>
                <a:ext cx="421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19B2311C-0E75-7E2B-3F9D-52F9F1DDF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078" y="4472286"/>
                <a:ext cx="421910" cy="276999"/>
              </a:xfrm>
              <a:prstGeom prst="rect">
                <a:avLst/>
              </a:prstGeom>
              <a:blipFill>
                <a:blip r:embed="rId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B7180262-4A1C-7DEE-9F94-124A51EA98D8}"/>
              </a:ext>
            </a:extLst>
          </p:cNvPr>
          <p:cNvSpPr/>
          <p:nvPr/>
        </p:nvSpPr>
        <p:spPr>
          <a:xfrm>
            <a:off x="4466233" y="3700946"/>
            <a:ext cx="4178621" cy="2074879"/>
          </a:xfrm>
          <a:prstGeom prst="roundRect">
            <a:avLst/>
          </a:prstGeom>
          <a:noFill/>
          <a:ln w="19050"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0BD43A3A-D657-9883-1C8C-2B5836AA02AD}"/>
              </a:ext>
            </a:extLst>
          </p:cNvPr>
          <p:cNvSpPr txBox="1"/>
          <p:nvPr/>
        </p:nvSpPr>
        <p:spPr>
          <a:xfrm>
            <a:off x="4609810" y="3797054"/>
            <a:ext cx="8370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内层循环</a:t>
            </a:r>
            <a:r>
              <a:rPr lang="en-US" altLang="zh-CN" sz="1200" b="1" dirty="0"/>
              <a:t>:</a:t>
            </a:r>
            <a:endParaRPr lang="zh-CN" altLang="en-US" sz="1200" b="1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3C0CD5E-C4E2-B1F3-2937-79388DA92671}"/>
              </a:ext>
            </a:extLst>
          </p:cNvPr>
          <p:cNvSpPr txBox="1"/>
          <p:nvPr/>
        </p:nvSpPr>
        <p:spPr>
          <a:xfrm>
            <a:off x="7038197" y="4465661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130" name="左大括号 129">
            <a:extLst>
              <a:ext uri="{FF2B5EF4-FFF2-40B4-BE49-F238E27FC236}">
                <a16:creationId xmlns:a16="http://schemas.microsoft.com/office/drawing/2014/main" id="{C58A5472-B3EF-D87B-5BA2-67ED37EA48AB}"/>
              </a:ext>
            </a:extLst>
          </p:cNvPr>
          <p:cNvSpPr/>
          <p:nvPr/>
        </p:nvSpPr>
        <p:spPr>
          <a:xfrm rot="16200000">
            <a:off x="6031197" y="4470647"/>
            <a:ext cx="168939" cy="1133424"/>
          </a:xfrm>
          <a:prstGeom prst="leftBrace">
            <a:avLst>
              <a:gd name="adj1" fmla="val 58188"/>
              <a:gd name="adj2" fmla="val 5173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793825E1-F6BD-FF3B-7416-DF2D5A64B438}"/>
                  </a:ext>
                </a:extLst>
              </p:cNvPr>
              <p:cNvSpPr txBox="1"/>
              <p:nvPr/>
            </p:nvSpPr>
            <p:spPr>
              <a:xfrm>
                <a:off x="5788476" y="5153810"/>
                <a:ext cx="641522" cy="2852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793825E1-F6BD-FF3B-7416-DF2D5A64B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8476" y="5153810"/>
                <a:ext cx="641522" cy="28520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69693EFD-C35E-8E3C-0EAC-FB5968B1BEE6}"/>
              </a:ext>
            </a:extLst>
          </p:cNvPr>
          <p:cNvSpPr/>
          <p:nvPr/>
        </p:nvSpPr>
        <p:spPr>
          <a:xfrm>
            <a:off x="7410628" y="4469237"/>
            <a:ext cx="313588" cy="337241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C905328D-C673-6B15-FA52-8A1C8C154230}"/>
              </a:ext>
            </a:extLst>
          </p:cNvPr>
          <p:cNvSpPr/>
          <p:nvPr/>
        </p:nvSpPr>
        <p:spPr>
          <a:xfrm>
            <a:off x="8093939" y="4469236"/>
            <a:ext cx="313588" cy="337241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5136BE4B-564F-3661-3EEC-A78A4A3BF7F3}"/>
                  </a:ext>
                </a:extLst>
              </p:cNvPr>
              <p:cNvSpPr txBox="1"/>
              <p:nvPr/>
            </p:nvSpPr>
            <p:spPr>
              <a:xfrm>
                <a:off x="7702716" y="4477624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5136BE4B-564F-3661-3EEC-A78A4A3BF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716" y="4477624"/>
                <a:ext cx="341760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CE2D7493-3A57-DA51-2BB8-91EB86531228}"/>
              </a:ext>
            </a:extLst>
          </p:cNvPr>
          <p:cNvCxnSpPr>
            <a:cxnSpLocks/>
          </p:cNvCxnSpPr>
          <p:nvPr/>
        </p:nvCxnSpPr>
        <p:spPr>
          <a:xfrm>
            <a:off x="6941207" y="3826044"/>
            <a:ext cx="0" cy="171907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D458F8B8-F319-7738-FBC5-F54C0FA79D0F}"/>
                  </a:ext>
                </a:extLst>
              </p:cNvPr>
              <p:cNvSpPr txBox="1"/>
              <p:nvPr/>
            </p:nvSpPr>
            <p:spPr>
              <a:xfrm>
                <a:off x="7035571" y="4144116"/>
                <a:ext cx="2856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D458F8B8-F319-7738-FBC5-F54C0FA79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571" y="4144116"/>
                <a:ext cx="285656" cy="276999"/>
              </a:xfrm>
              <a:prstGeom prst="rect">
                <a:avLst/>
              </a:prstGeom>
              <a:blipFill>
                <a:blip r:embed="rId1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左大括号 167">
            <a:extLst>
              <a:ext uri="{FF2B5EF4-FFF2-40B4-BE49-F238E27FC236}">
                <a16:creationId xmlns:a16="http://schemas.microsoft.com/office/drawing/2014/main" id="{28439190-D2A8-6FE2-58B2-FFCEA71467A2}"/>
              </a:ext>
            </a:extLst>
          </p:cNvPr>
          <p:cNvSpPr/>
          <p:nvPr/>
        </p:nvSpPr>
        <p:spPr>
          <a:xfrm rot="16200000">
            <a:off x="7647266" y="4395961"/>
            <a:ext cx="168939" cy="1351581"/>
          </a:xfrm>
          <a:prstGeom prst="leftBrace">
            <a:avLst>
              <a:gd name="adj1" fmla="val 58188"/>
              <a:gd name="adj2" fmla="val 5173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0CE2B30D-3E50-52DC-46FB-F177B3295EE3}"/>
                  </a:ext>
                </a:extLst>
              </p:cNvPr>
              <p:cNvSpPr txBox="1"/>
              <p:nvPr/>
            </p:nvSpPr>
            <p:spPr>
              <a:xfrm>
                <a:off x="7517241" y="5189023"/>
                <a:ext cx="4700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0CE2B30D-3E50-52DC-46FB-F177B3295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7241" y="5189023"/>
                <a:ext cx="470000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4A01AE6C-DC85-3719-39A7-918E5405A4F4}"/>
              </a:ext>
            </a:extLst>
          </p:cNvPr>
          <p:cNvCxnSpPr>
            <a:cxnSpLocks/>
          </p:cNvCxnSpPr>
          <p:nvPr/>
        </p:nvCxnSpPr>
        <p:spPr>
          <a:xfrm flipH="1">
            <a:off x="6403754" y="4317208"/>
            <a:ext cx="63181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467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28A43-88D6-947A-E85A-AFB26060D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C9560BF9-69F5-A73A-DEBF-7884A6DFFD1F}"/>
              </a:ext>
            </a:extLst>
          </p:cNvPr>
          <p:cNvGrpSpPr/>
          <p:nvPr/>
        </p:nvGrpSpPr>
        <p:grpSpPr>
          <a:xfrm>
            <a:off x="4534355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07B59337-2A6F-D727-AE0E-5E2047E46A8E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5328E88-3245-0572-DE3D-05466A886F0B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5328E88-3245-0572-DE3D-05466A886F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8AF6B205-4C8C-7571-6EA1-0D5A74B7F566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3D8BEE14-B66A-9497-1D06-83008C577FFF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3D8BEE14-B66A-9497-1D06-83008C577F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43AB2AAF-2FDB-2127-D6F7-6ED8195736B5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C1E505EC-1A5D-6F97-5896-A56EE4AB3095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C1E505EC-1A5D-6F97-5896-A56EE4AB30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D6BB6B6F-56B4-578D-69DC-A5AC33B75E9B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B6E9CFE2-6FF8-7175-860B-E111C82BF9DB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B6E9CFE2-6FF8-7175-860B-E111C82BF9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7A88205F-32CA-6D18-E3D2-973A3935EB21}"/>
                  </a:ext>
                </a:extLst>
              </p:cNvPr>
              <p:cNvSpPr txBox="1"/>
              <p:nvPr/>
            </p:nvSpPr>
            <p:spPr>
              <a:xfrm>
                <a:off x="4128317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7A88205F-32CA-6D18-E3D2-973A3935E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317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1D33C872-8578-D307-088F-E02418C6FBA1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1D33C872-8578-D307-088F-E02418C6F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599793D1-DE4F-F86E-E107-0BD9CCD919B4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4BD3FB59-3D0F-8438-848E-BDDDD9DC7195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D692ADAF-EE11-0E59-A22B-0BF3339C7A08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BBAF1172-256C-F37D-E141-C49288A3C482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CF656298-1983-18BC-A70F-94C1A100B82A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CF656298-1983-18BC-A70F-94C1A100B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8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E20A194B-7537-C610-B169-A7800D359782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4E66C78A-91F5-72A1-1A79-327181288D34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4E66C78A-91F5-72A1-1A79-327181288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0E2D7CB1-0D6A-4064-AD44-596A20D7829B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0E2D7CB1-0D6A-4064-AD44-596A20D78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1931420A-7D0A-7066-238D-1F4D17358955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1931420A-7D0A-7066-238D-1F4D17358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B2370CC8-9BA5-32DB-A796-3490E8BDECB7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B2370CC8-9BA5-32DB-A796-3490E8BDE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33AFBC8A-73AD-726E-A450-FD867CD4D139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33AFBC8A-73AD-726E-A450-FD867CD4D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F68EAB9F-6DF7-B6DB-F0DF-3AD9BFEA950E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F68EAB9F-6DF7-B6DB-F0DF-3AD9BFEA9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D9307BCB-7A30-F428-49E5-D7CD9ACA93A9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15A56485-860F-ECF1-CDEE-5ADE8ACED6E7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2B44FDF3-9963-5676-DB9B-38A21D9B3652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CE656F1D-570F-F663-A856-FFC9093556A9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33A9976E-9DEC-B9EF-2C0A-5346E8893561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310B5770-1766-D53E-576F-B314C222E4F4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310B5770-1766-D53E-576F-B314C222E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1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B8162A23-28E3-CB80-B28C-D9220CA0DF7D}"/>
              </a:ext>
            </a:extLst>
          </p:cNvPr>
          <p:cNvGrpSpPr/>
          <p:nvPr/>
        </p:nvGrpSpPr>
        <p:grpSpPr>
          <a:xfrm>
            <a:off x="3372412" y="3255951"/>
            <a:ext cx="2652052" cy="346097"/>
            <a:chOff x="3354018" y="3371166"/>
            <a:chExt cx="2652052" cy="346097"/>
          </a:xfrm>
        </p:grpSpPr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2C92154E-4742-2A92-130A-D4595A97F5BA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5D14E6F3-5ACC-D17C-E967-D30679F3AA44}"/>
                </a:ext>
              </a:extLst>
            </p:cNvPr>
            <p:cNvSpPr txBox="1"/>
            <p:nvPr/>
          </p:nvSpPr>
          <p:spPr>
            <a:xfrm>
              <a:off x="4178295" y="3376255"/>
              <a:ext cx="2581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6C7DC5A2-7E88-ADEE-40EA-4E33AAD6FF98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5713AD49-91E7-4B06-9AE2-EC087A9D4332}"/>
                </a:ext>
              </a:extLst>
            </p:cNvPr>
            <p:cNvSpPr txBox="1"/>
            <p:nvPr/>
          </p:nvSpPr>
          <p:spPr>
            <a:xfrm>
              <a:off x="4562646" y="3376258"/>
              <a:ext cx="2825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1A347E9B-AEF3-ECB4-7683-887D63F52602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8D21C90D-58E6-E853-D846-EE03EDFDBC38}"/>
                </a:ext>
              </a:extLst>
            </p:cNvPr>
            <p:cNvSpPr txBox="1"/>
            <p:nvPr/>
          </p:nvSpPr>
          <p:spPr>
            <a:xfrm>
              <a:off x="4941721" y="3376264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6CD1060A-47FE-6C76-188B-2E5D5E9FB2B6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B8A6857F-68ED-52C6-EC40-6A78A523F322}"/>
                </a:ext>
              </a:extLst>
            </p:cNvPr>
            <p:cNvSpPr txBox="1"/>
            <p:nvPr/>
          </p:nvSpPr>
          <p:spPr>
            <a:xfrm>
              <a:off x="5315122" y="3376252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2A9EBE60-F9FC-45F0-B94A-14ACDE75C9AF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A19DFBFC-372C-1C44-69A1-15ED32E2D2CD}"/>
                </a:ext>
              </a:extLst>
            </p:cNvPr>
            <p:cNvSpPr txBox="1"/>
            <p:nvPr/>
          </p:nvSpPr>
          <p:spPr>
            <a:xfrm>
              <a:off x="5708752" y="3376231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1691A855-E188-8070-07D8-DF695C918DC0}"/>
                    </a:ext>
                  </a:extLst>
                </p:cNvPr>
                <p:cNvSpPr txBox="1"/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1691A855-E188-8070-07D8-DF695C918D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blipFill>
                  <a:blip r:embed="rId16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A8E44CE9-E81C-2643-3C2A-3AEBDAD1B3B1}"/>
              </a:ext>
            </a:extLst>
          </p:cNvPr>
          <p:cNvGrpSpPr/>
          <p:nvPr/>
        </p:nvGrpSpPr>
        <p:grpSpPr>
          <a:xfrm>
            <a:off x="3237677" y="3691916"/>
            <a:ext cx="2792271" cy="341032"/>
            <a:chOff x="3213799" y="3376231"/>
            <a:chExt cx="2792271" cy="341032"/>
          </a:xfrm>
        </p:grpSpPr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27E10DC0-4E25-2B82-64F7-F58E98FE609C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02807C25-A8F4-3050-7D9A-EFD8BCA497F0}"/>
                </a:ext>
              </a:extLst>
            </p:cNvPr>
            <p:cNvSpPr txBox="1"/>
            <p:nvPr/>
          </p:nvSpPr>
          <p:spPr>
            <a:xfrm>
              <a:off x="4178295" y="3376255"/>
              <a:ext cx="2581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4BE49B53-8C70-50B3-0585-31A3BD2F93E0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67D6AA22-DEE3-8B52-B7FF-B5CB7D2DE13F}"/>
                </a:ext>
              </a:extLst>
            </p:cNvPr>
            <p:cNvSpPr txBox="1"/>
            <p:nvPr/>
          </p:nvSpPr>
          <p:spPr>
            <a:xfrm>
              <a:off x="4562646" y="3376258"/>
              <a:ext cx="2825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81DE4E71-AEF0-E881-6130-F4D6D21039ED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A60C1F0D-E1D2-F605-391E-1C686AAD6904}"/>
                </a:ext>
              </a:extLst>
            </p:cNvPr>
            <p:cNvSpPr txBox="1"/>
            <p:nvPr/>
          </p:nvSpPr>
          <p:spPr>
            <a:xfrm>
              <a:off x="4941721" y="3376264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22A78A28-E6C4-6881-6B4B-F5D7845A8EFC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7FCE26E8-D2A9-9036-4DE9-BD77CDFE69FA}"/>
                </a:ext>
              </a:extLst>
            </p:cNvPr>
            <p:cNvSpPr txBox="1"/>
            <p:nvPr/>
          </p:nvSpPr>
          <p:spPr>
            <a:xfrm>
              <a:off x="5315122" y="3376252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1CE8DD2C-DC6C-6185-0F66-73C640AE699E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7C715E34-5004-0AC6-197C-6D2C2E4BDB44}"/>
                </a:ext>
              </a:extLst>
            </p:cNvPr>
            <p:cNvSpPr txBox="1"/>
            <p:nvPr/>
          </p:nvSpPr>
          <p:spPr>
            <a:xfrm>
              <a:off x="5708752" y="3376231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0E1D115D-2FD0-914A-2E18-AFE703B5DDBC}"/>
                    </a:ext>
                  </a:extLst>
                </p:cNvPr>
                <p:cNvSpPr txBox="1"/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0E1D115D-2FD0-914A-2E18-AFE703B5DD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blipFill>
                  <a:blip r:embed="rId1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DC58DEDE-D74A-15F2-91FD-0C2D21835B0D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1767BDDB-8F08-1C44-E454-ACA49525AA91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5D349F09-E7C1-0234-5BC2-C892B498A665}"/>
                </a:ext>
              </a:extLst>
            </p:cNvPr>
            <p:cNvSpPr txBox="1"/>
            <p:nvPr/>
          </p:nvSpPr>
          <p:spPr>
            <a:xfrm>
              <a:off x="4178295" y="3376255"/>
              <a:ext cx="2581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6F6D6FD8-EAA1-C718-A181-B8E7871FFDAF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170" name="文本框 169">
              <a:extLst>
                <a:ext uri="{FF2B5EF4-FFF2-40B4-BE49-F238E27FC236}">
                  <a16:creationId xmlns:a16="http://schemas.microsoft.com/office/drawing/2014/main" id="{E6E4DF78-8C1A-26E6-0313-D702D2174878}"/>
                </a:ext>
              </a:extLst>
            </p:cNvPr>
            <p:cNvSpPr txBox="1"/>
            <p:nvPr/>
          </p:nvSpPr>
          <p:spPr>
            <a:xfrm>
              <a:off x="4562646" y="3376258"/>
              <a:ext cx="2825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54B9C344-34F6-3AB5-A8F6-D2FF92A9B7A0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198C1381-EB59-ED12-AFE5-DFF5BE61288E}"/>
                </a:ext>
              </a:extLst>
            </p:cNvPr>
            <p:cNvSpPr txBox="1"/>
            <p:nvPr/>
          </p:nvSpPr>
          <p:spPr>
            <a:xfrm>
              <a:off x="4941721" y="3376264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9DF8B274-9727-AA99-97B5-4CB6CE792358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790AD2C1-AA0A-FF37-8E2F-A0582DB987D8}"/>
                </a:ext>
              </a:extLst>
            </p:cNvPr>
            <p:cNvSpPr txBox="1"/>
            <p:nvPr/>
          </p:nvSpPr>
          <p:spPr>
            <a:xfrm>
              <a:off x="5315122" y="3376252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98B7A85A-B99C-E404-028A-DC85BEA2EDB0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3555CA20-1E05-3980-B69E-D2BF5497CE1C}"/>
                </a:ext>
              </a:extLst>
            </p:cNvPr>
            <p:cNvSpPr txBox="1"/>
            <p:nvPr/>
          </p:nvSpPr>
          <p:spPr>
            <a:xfrm>
              <a:off x="5708752" y="3376231"/>
              <a:ext cx="2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135A53BD-2142-2F35-FF38-5DCBDB3FB664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135A53BD-2142-2F35-FF38-5DCBDB3FB6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18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7815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0A92A-135E-95B1-DD5B-5D00D899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8E619420-F380-E39E-7A5B-823D9A353E8D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BDB67492-7CC1-D65A-2B7C-9E84BED34D9B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F300388A-98F6-4AFC-6784-B2AD4861A61F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F300388A-98F6-4AFC-6784-B2AD4861A6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B0BBA71-5FEB-0778-78FE-0948BB9C6A67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7F9C824-AEC7-AEC6-4B5A-EAC6EC80B946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7F9C824-AEC7-AEC6-4B5A-EAC6EC80B9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745ED97-262E-81B7-AB6E-E42EA835645A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79BEBF9C-E0D2-4215-1D1A-5904EF275A08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79BEBF9C-E0D2-4215-1D1A-5904EF275A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06C4AE48-AFE3-FA05-79C9-DBE61E008635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4B67CAD5-5D22-CB08-0C14-E5742A26C151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4B67CAD5-5D22-CB08-0C14-E5742A26C1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36CD0D68-A96D-A709-FFCD-DA94E1D6A408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36CD0D68-A96D-A709-FFCD-DA94E1D6A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BDFC047A-6E02-4224-C351-E07F022A5E91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BDFC047A-6E02-4224-C351-E07F022A5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6E3F489D-9F58-911F-AD4F-A92A7DED34D4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6BCC7780-378F-2F4B-E89E-F649DD9E305E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6BCC7780-378F-2F4B-E89E-F649DD9E3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A10F84E2-86FA-9386-7300-BEA606AA3413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A0975082-DBA9-FCFE-F007-2675980ADDA4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A0975082-DBA9-FCFE-F007-2675980AD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DBC5A479-5CBF-E1F0-9E73-6234E7F84691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A2287A6F-9221-D115-E47F-7D06E15627E6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A2287A6F-9221-D115-E47F-7D06E1562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38057B11-83B2-CE64-BDBA-E7CBBC41D165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3B5DD22A-EA67-2E1A-A1B3-1E5BA07B1C62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3B5DD22A-EA67-2E1A-A1B3-1E5BA07B1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FE99EFD9-6FD8-2BF8-546C-19A14CF1CE07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FE99EFD9-6FD8-2BF8-546C-19A14CF1C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D3C20C7D-DE1F-7B08-54B8-7F2D2A1BD24D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41AEC1DC-E510-7EC4-1DF8-BE2F7A78EE55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41AEC1DC-E510-7EC4-1DF8-BE2F7A78E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1B17396B-4594-67AC-C736-7027C36C16E7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1B17396B-4594-67AC-C736-7027C36C1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8D444B16-50C1-1383-259B-59DD4A5C0627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8D444B16-50C1-1383-259B-59DD4A5C0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09728BDB-8277-C869-EB77-E15B6FEF6398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09728BDB-8277-C869-EB77-E15B6FEF6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42AB800E-3031-F72D-E197-947C744EFE60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42AB800E-3031-F72D-E197-947C744EF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5FA4276B-C359-10EA-6BEB-42FF1C6CD822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5FA4276B-C359-10EA-6BEB-42FF1C6CD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E31225DC-F479-7BF9-C8FB-F8598ECB4DAB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E31225DC-F479-7BF9-C8FB-F8598ECB4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25960F37-79B6-91AD-9EB4-0606373C8ACE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8D4E1DAC-6156-336C-629A-91A2A1984ED1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8D4E1DAC-6156-336C-629A-91A2A1984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959369A8-C74A-A181-4F29-43AFD98C2322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DB301DE6-4316-A026-81D1-5ED736810C84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DB301DE6-4316-A026-81D1-5ED736810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55488868-6CE8-EA59-A8E1-46FCB4E59717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6E77271F-BF14-D4D8-DA25-CFE16876FA1B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6E77271F-BF14-D4D8-DA25-CFE16876F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A0DF17FE-3FBD-C44C-42B3-A07F5CDDC502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44AAA4B0-92D0-840D-614F-4CD143873877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44AAA4B0-92D0-840D-614F-4CD143873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587782D4-CFAE-BBB2-C830-F85A556693B5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6D5F3314-7C35-3310-19A9-759312C43351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6D5F3314-7C35-3310-19A9-759312C43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27BA2B45-2473-8182-E640-76C314278E55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27BA2B45-2473-8182-E640-76C314278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BBE7652D-BAB7-BEF2-A35F-3A59B0758D7B}"/>
              </a:ext>
            </a:extLst>
          </p:cNvPr>
          <p:cNvGrpSpPr/>
          <p:nvPr/>
        </p:nvGrpSpPr>
        <p:grpSpPr>
          <a:xfrm>
            <a:off x="3372412" y="3255951"/>
            <a:ext cx="2652052" cy="346097"/>
            <a:chOff x="3354018" y="3371166"/>
            <a:chExt cx="2652052" cy="346097"/>
          </a:xfrm>
        </p:grpSpPr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B446FAAE-1296-0260-D89C-9CF99C84724D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95262FF6-DD2D-95B9-8D1A-F657BEEF3960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95262FF6-DD2D-95B9-8D1A-F657BEEF39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26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B849B87B-D209-598B-43F1-E48F73340ABE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05D706A6-2269-1D01-70B7-7371D5A7D4AD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05D706A6-2269-1D01-70B7-7371D5A7D4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6BB3BA82-EC0C-1919-ED8D-B61A3B0DAEF4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28BD23EC-7BDA-F2C2-F805-A8CD7B49FEEF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28BD23EC-7BDA-F2C2-F805-A8CD7B49FE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28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24DAE06F-0E53-D2CA-E513-2065C68ACB37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DC2D8A91-DE41-C0DF-1018-CE94F135D083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DC2D8A91-DE41-C0DF-1018-CE94F135D0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2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52C69000-3BDF-EE02-4E96-B3DE45CEEB55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22A45CE4-623D-4164-6993-A05612DED9C1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22A45CE4-623D-4164-6993-A05612DED9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30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3BF2DE88-52DF-C2AB-4F70-723C97A82603}"/>
                    </a:ext>
                  </a:extLst>
                </p:cNvPr>
                <p:cNvSpPr txBox="1"/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3BF2DE88-52DF-C2AB-4F70-723C97A826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0711BA34-4672-1A5C-0C41-57C0571FF988}"/>
              </a:ext>
            </a:extLst>
          </p:cNvPr>
          <p:cNvGrpSpPr/>
          <p:nvPr/>
        </p:nvGrpSpPr>
        <p:grpSpPr>
          <a:xfrm>
            <a:off x="3237677" y="3691916"/>
            <a:ext cx="2792271" cy="341032"/>
            <a:chOff x="3213799" y="3376231"/>
            <a:chExt cx="2792271" cy="341032"/>
          </a:xfrm>
        </p:grpSpPr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2E95ACFC-F445-E2C3-D777-8970B5D4D9A6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1772AD4A-77DE-127D-3831-043165C83D34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1772AD4A-77DE-127D-3831-043165C83D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659DB42C-DF45-A8EE-AFC9-B624ECDEA808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591DECA9-1745-6D7B-37F5-E40AC15B1511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591DECA9-1745-6D7B-37F5-E40AC15B15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E21BE6F8-4AB2-288D-05D9-5DA6B573C877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EA1357D2-50ED-4C39-CF3A-EA5C8656BCA1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EA1357D2-50ED-4C39-CF3A-EA5C8656BC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3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AFECF4E5-BF45-EBDE-18DD-866D6A3202F9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E9A29F38-F66C-86FD-08D9-53FA7BE73A28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E9A29F38-F66C-86FD-08D9-53FA7BE73A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35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9AE6C45D-C2BA-797A-2174-0A3E98D8E659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E2EDF33E-EDAC-7DA5-16C0-ACEB18EA4124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E2EDF33E-EDAC-7DA5-16C0-ACEB18EA41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36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2533F16B-4F59-424A-BF0A-B667F45760B4}"/>
                    </a:ext>
                  </a:extLst>
                </p:cNvPr>
                <p:cNvSpPr txBox="1"/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2533F16B-4F59-424A-BF0A-B667F45760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blipFill>
                  <a:blip r:embed="rId3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DD3E5B77-E07B-24FC-398C-22A0F2B97C7D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B5648F2A-E462-FD0B-69CB-0924DEA03FE3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9997834F-08AB-7935-07EF-D520C8F7E1CF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9997834F-08AB-7935-07EF-D520C8F7E1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8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50BD8906-3DA2-7A10-D8BE-70C3D08E3FE0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27ECD7AB-7F20-793C-01C7-79D2EDE589FC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27ECD7AB-7F20-793C-01C7-79D2EDE589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290224FA-2CAA-BE58-BCD7-DC7263193C1D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E1B297C0-6EEB-1EA3-660A-8E507D4B6EE3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E1B297C0-6EEB-1EA3-660A-8E507D4B6E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4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9F0AA48E-A2AA-30D0-9897-8D8871381262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1EA36EDB-EA0C-7F7F-3DBA-2479EF82EA8E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1EA36EDB-EA0C-7F7F-3DBA-2479EF82EA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4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CE2B1569-D7BE-1AAC-02D2-3654F49B7C2E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31207CA5-E503-AB9F-EB91-3E77DF0BB43F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31207CA5-E503-AB9F-EB91-3E77DF0BB4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4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A6102FA3-BD6C-483D-173A-213F034EAD5F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A6102FA3-BD6C-483D-173A-213F034EA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90308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CBD7E-1E76-2F94-386A-0462559F7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5D0FFC72-1F69-6495-471E-EB9C84ACCFB7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5C432A1D-DC20-A50C-05BF-83726B1695AC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C99FA5C2-E368-7E9F-6578-A0C11AB7F430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C99FA5C2-E368-7E9F-6578-A0C11AB7F4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E3B2753C-D6D5-44D4-BD92-A7B13BA462CE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7238088-7202-1243-E774-F9C910C5B015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7238088-7202-1243-E774-F9C910C5B0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844D36FE-902A-D0FD-FDCA-6ED384590242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C5FC1CD-16D8-8B79-4024-E7CA87017C09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C5FC1CD-16D8-8B79-4024-E7CA87017C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B797BEDC-7D02-FE6A-977E-CE4ECD5AC9EC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BCBDD589-6B5E-2101-9851-F449D240E0E7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BCBDD589-6B5E-2101-9851-F449D240E0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70889C1C-36BE-BAFE-897B-3D36909E6915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70889C1C-36BE-BAFE-897B-3D36909E6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B5E4DE62-BA27-9A4C-1FF6-36FB49989E8F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B5E4DE62-BA27-9A4C-1FF6-36FB49989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3E17B106-8062-5236-A609-8F180732DF6D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F01D1342-8927-DEEE-5F05-3E71E73D4DDD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F01D1342-8927-DEEE-5F05-3E71E73D4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2F8127D6-ADD8-8022-41B3-67405471246E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8D15B8B-C55C-EC69-3AC0-982F4A062FFF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8D15B8B-C55C-EC69-3AC0-982F4A062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B6D41B1A-F8E0-FE66-23CD-9694DE25F7C5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93B0711E-14B0-1F36-34C8-6EFF88099CF9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93B0711E-14B0-1F36-34C8-6EFF88099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DB224B4A-B6D7-06B6-074D-29DFACBB8148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560DD654-8F82-182C-B6B1-1C78DEA58208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560DD654-8F82-182C-B6B1-1C78DEA58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863D4C18-2B70-578F-4703-9BFC79F87AC5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863D4C18-2B70-578F-4703-9BFC79F87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1DEF30FE-A095-96A2-FB82-DD5F5ECD24C5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62120545-1D64-93AF-3806-7C1EDDF589E4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62120545-1D64-93AF-3806-7C1EDDF58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3461D6DC-6A51-F600-DB52-0E6F99F9A9A2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3461D6DC-6A51-F600-DB52-0E6F99F9A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BB38CD01-688E-C3E7-AB53-54B1E6B480A9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BB38CD01-688E-C3E7-AB53-54B1E6B48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D3A68BF3-43D3-A45A-B7A1-C64F0ECC5FD1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D3A68BF3-43D3-A45A-B7A1-C64F0ECC5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1D7757DB-6C8C-4DB8-726F-90C8D42AEFB6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1D7757DB-6C8C-4DB8-726F-90C8D42AE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B603B9C5-35EF-E090-AD2D-DF233D41D139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B603B9C5-35EF-E090-AD2D-DF233D41D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E2806971-5C23-6D46-09D5-8BAE66316881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E2806971-5C23-6D46-09D5-8BAE66316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2DDCB616-9EC6-4E88-7431-355F6FE861B9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CE785D1D-37C8-B0AC-150C-4378D95F47A5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CE785D1D-37C8-B0AC-150C-4378D95F4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4BCE658E-FAD8-4598-FA1E-0C44CD363BD3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E96DF97-AB07-57B3-4B46-D4524E285131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E96DF97-AB07-57B3-4B46-D4524E285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C40E7EFF-23C6-42E7-B0F8-7B988A726C56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4377B0CE-CCC8-36E5-7A68-A5545892B70F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4377B0CE-CCC8-36E5-7A68-A5545892B7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E94AB3E6-0515-1095-282B-311EE7E34EF6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F0778531-F5F1-DDAE-92A4-552218A7B2EC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F0778531-F5F1-DDAE-92A4-552218A7B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37FD30C4-C5CA-2AD2-B88C-D36E3510F272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52F4C899-3E14-E0E4-A09B-86A07D2D6A44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52F4C899-3E14-E0E4-A09B-86A07D2D6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B143DB04-DDB5-971D-C6ED-6DD2B9DABEA5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B143DB04-DDB5-971D-C6ED-6DD2B9DAB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E57942AE-9833-91B4-D476-7821D00C2968}"/>
              </a:ext>
            </a:extLst>
          </p:cNvPr>
          <p:cNvGrpSpPr/>
          <p:nvPr/>
        </p:nvGrpSpPr>
        <p:grpSpPr>
          <a:xfrm>
            <a:off x="3372412" y="3255951"/>
            <a:ext cx="2652052" cy="346097"/>
            <a:chOff x="3354018" y="3371166"/>
            <a:chExt cx="2652052" cy="346097"/>
          </a:xfrm>
        </p:grpSpPr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D91A78B5-7F76-6A16-4AFA-B7BAE2DB9AB5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6F68845D-5FB2-F6AC-A2DA-45489FF440F8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6F68845D-5FB2-F6AC-A2DA-45489FF440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26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FB545211-5681-E05D-6FB4-728C5017C0E5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83C054BC-6030-425B-347D-FE485B35120D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83C054BC-6030-425B-347D-FE485B3512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B4062D99-9236-BA40-1072-1B4FAB953A3E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B9BCB083-2898-A940-D3C9-F20C1FA91602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B9BCB083-2898-A940-D3C9-F20C1FA916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28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A7A09848-9136-8567-2840-B01AFE7D1B76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BA0145F7-04F9-ED34-AFA3-CCCF6C34385D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BA0145F7-04F9-ED34-AFA3-CCCF6C3438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2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C77190CD-A4DF-CA40-22FA-030EF5F7D5C2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C5AE389D-6845-E88F-FF06-5CCD1E7F4284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C5AE389D-6845-E88F-FF06-5CCD1E7F42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30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0353CBD5-008C-C936-0BF8-A5E4F513F65D}"/>
                    </a:ext>
                  </a:extLst>
                </p:cNvPr>
                <p:cNvSpPr txBox="1"/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0353CBD5-008C-C936-0BF8-A5E4F513F6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1EEF3551-3E3D-240C-83B2-2D51C05EAE0A}"/>
              </a:ext>
            </a:extLst>
          </p:cNvPr>
          <p:cNvGrpSpPr/>
          <p:nvPr/>
        </p:nvGrpSpPr>
        <p:grpSpPr>
          <a:xfrm>
            <a:off x="3237677" y="3691916"/>
            <a:ext cx="2792271" cy="341032"/>
            <a:chOff x="3213799" y="3376231"/>
            <a:chExt cx="2792271" cy="341032"/>
          </a:xfrm>
        </p:grpSpPr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060E48B1-7FF0-B9F8-DB54-D84FE085C1EE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D37DBCFE-422F-19DD-9F8C-788FC3D55299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D37DBCFE-422F-19DD-9F8C-788FC3D552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C3D7F858-D1B8-6499-061F-2365742BFC5C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28699A49-1D1F-9DFE-C080-9FEEBA4334B0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28699A49-1D1F-9DFE-C080-9FEEBA4334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43C6832C-25AF-684D-4B13-29BE3E3CAF06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A23ABEE1-C41D-8BFA-D359-271FF1736CE5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A23ABEE1-C41D-8BFA-D359-271FF1736C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3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37452BC3-200E-401A-0F98-259558AEEC13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56D9BE9C-FFCD-A32A-E419-2B6062DA2195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56D9BE9C-FFCD-A32A-E419-2B6062DA21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35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91D66539-E138-8E95-7E7B-C5CD1B739889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33A71D62-4507-B5C7-CD9D-0BE0CBF13165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33A71D62-4507-B5C7-CD9D-0BE0CBF131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36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D428DBF1-DA9C-95C7-8E8B-D845D5916DB8}"/>
                    </a:ext>
                  </a:extLst>
                </p:cNvPr>
                <p:cNvSpPr txBox="1"/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D428DBF1-DA9C-95C7-8E8B-D845D5916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blipFill>
                  <a:blip r:embed="rId3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B5841015-4966-F08B-EC65-D6D0C6C49F05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9B428337-34D9-A718-88CC-A1C16C7AEEEA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589EAD6A-AF34-0075-3914-8AF074746C1B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589EAD6A-AF34-0075-3914-8AF074746C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8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188DF94C-F9FC-05AE-CD59-BA67FCF058CE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AC10189D-C61C-7E55-F0CA-B8289A69BCA2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AC10189D-C61C-7E55-F0CA-B8289A69BC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72BC0F04-89FC-B703-86D8-F586E47DB53B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40F67CD4-F16C-DB76-FF65-D91696575AA1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40F67CD4-F16C-DB76-FF65-D91696575A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4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00241430-B374-F25F-9E27-20EB60DA399D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1B3B357F-126D-6FFD-074B-7EA962FB5B70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1B3B357F-126D-6FFD-074B-7EA962FB5B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4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D567455B-CE76-9D06-08EF-0DB06AC823CE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84621ECF-F63F-E4AF-25EC-BEE497A46EBF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84621ECF-F63F-E4AF-25EC-BEE497A46E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4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8BEF8978-F5F5-8A3F-CBE5-6EA511BA020F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8BEF8978-F5F5-8A3F-CBE5-6EA511BA02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81353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8C85C-2EAC-7F9F-A432-8BD8A1680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796E368E-DD40-9CC5-A0B7-617CEBD443DE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0004281A-B0DB-9E1A-C4B4-1A590CCD99E1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D45BEB67-439E-D856-2CD5-8F077B4308CB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D45BEB67-439E-D856-2CD5-8F077B4308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BDDD43B8-D112-B969-5C98-57FBB59E85CC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BF92460B-5CEF-2B2E-1C98-35F1BF1382D5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BF92460B-5CEF-2B2E-1C98-35F1BF1382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F4454DF2-0769-D0BD-407A-47870264E916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4F015225-C6C5-BA59-8339-B7111E821968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4F015225-C6C5-BA59-8339-B7111E8219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245BE649-7D05-005A-FFD1-5A813B313885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2D68167B-4C76-0A52-58DA-78AD340998B6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2D68167B-4C76-0A52-58DA-78AD340998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EBA7048-DD84-77C2-C366-2C664804CABE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EBA7048-DD84-77C2-C366-2C664804C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32581FE2-3095-8841-26D2-2748B73B82A0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32581FE2-3095-8841-26D2-2748B73B8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C5781BFC-901D-BE95-86F0-FDB7952BEB2E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5FAD3988-A4A2-0B30-4EB6-629FE184DC0D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5FAD3988-A4A2-0B30-4EB6-629FE184D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2F205F10-8724-4D18-0C4C-D6826C2D404A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CAC9BC90-D6EB-CA6F-24A0-B6E2EB1FCDA7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CAC9BC90-D6EB-CA6F-24A0-B6E2EB1FC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1B47E11F-221C-DEEA-2A5B-4F4BE710874B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3E371429-4C5A-8BD4-7F75-029DE2CF271D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3E371429-4C5A-8BD4-7F75-029DE2CF2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6669F392-DA6F-3012-D918-5B61DF143EA9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E3482D57-AC36-CA60-BF7C-348C29A28458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E3482D57-AC36-CA60-BF7C-348C29A28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3CD7FCA0-5C14-C013-0EE6-5D15E3D00F2D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3CD7FCA0-5C14-C013-0EE6-5D15E3D00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BCABB0AB-9A36-0131-DF01-896D569C7479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B6757B93-68E2-2F3B-E54B-FB9585BD0800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B6757B93-68E2-2F3B-E54B-FB9585BD0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35E2DAFE-77F9-0F2E-BD9B-7209D1BEB2BE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35E2DAFE-77F9-0F2E-BD9B-7209D1BEB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07B8E35A-F3B1-28C0-D55A-7C75F6ACCCD4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07B8E35A-F3B1-28C0-D55A-7C75F6ACC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ED8448DA-DDC8-C750-98EF-7871F3CBC87F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ED8448DA-DDC8-C750-98EF-7871F3CBC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8B24F1AB-5492-BAC7-C1ED-EF18ADE11E07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8B24F1AB-5492-BAC7-C1ED-EF18ADE11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66C8FEA6-600C-D33A-CFE9-0D8AC61533E6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66C8FEA6-600C-D33A-CFE9-0D8AC6153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D2240DF1-77F0-C1B2-A0D0-561C7B64A0E8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D2240DF1-77F0-C1B2-A0D0-561C7B64A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2E8BB506-0440-DFDC-AF71-1B9A900B2E7C}"/>
              </a:ext>
            </a:extLst>
          </p:cNvPr>
          <p:cNvSpPr/>
          <p:nvPr/>
        </p:nvSpPr>
        <p:spPr>
          <a:xfrm>
            <a:off x="4168124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1F3449AB-B477-1DF0-0B24-9A9A2A7F8A33}"/>
                  </a:ext>
                </a:extLst>
              </p:cNvPr>
              <p:cNvSpPr txBox="1"/>
              <p:nvPr/>
            </p:nvSpPr>
            <p:spPr>
              <a:xfrm>
                <a:off x="4195834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1F3449AB-B477-1DF0-0B24-9A9A2A7F8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834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74C5BA06-3C59-A63E-00BC-966A3EED5C64}"/>
              </a:ext>
            </a:extLst>
          </p:cNvPr>
          <p:cNvSpPr/>
          <p:nvPr/>
        </p:nvSpPr>
        <p:spPr>
          <a:xfrm>
            <a:off x="4553966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085370BA-6A22-A81B-A073-55246ECEB1C6}"/>
                  </a:ext>
                </a:extLst>
              </p:cNvPr>
              <p:cNvSpPr txBox="1"/>
              <p:nvPr/>
            </p:nvSpPr>
            <p:spPr>
              <a:xfrm>
                <a:off x="4580185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085370BA-6A22-A81B-A073-55246ECEB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0185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8FE2925E-7F8A-B43C-DE04-6311366B9364}"/>
              </a:ext>
            </a:extLst>
          </p:cNvPr>
          <p:cNvSpPr/>
          <p:nvPr/>
        </p:nvSpPr>
        <p:spPr>
          <a:xfrm>
            <a:off x="4945717" y="2831464"/>
            <a:ext cx="313588" cy="337241"/>
          </a:xfrm>
          <a:prstGeom prst="roundRect">
            <a:avLst/>
          </a:prstGeom>
          <a:noFill/>
          <a:ln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83E1DCF9-9C0A-2108-F2DC-F4444AE5BB02}"/>
                  </a:ext>
                </a:extLst>
              </p:cNvPr>
              <p:cNvSpPr txBox="1"/>
              <p:nvPr/>
            </p:nvSpPr>
            <p:spPr>
              <a:xfrm>
                <a:off x="4959260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83E1DCF9-9C0A-2108-F2DC-F4444AE5B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260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7AFD93E8-4678-B5F9-61AA-95734B55070A}"/>
              </a:ext>
            </a:extLst>
          </p:cNvPr>
          <p:cNvSpPr/>
          <p:nvPr/>
        </p:nvSpPr>
        <p:spPr>
          <a:xfrm>
            <a:off x="5316391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F91D9300-54EF-53A7-B0BD-1B8C770A7CAB}"/>
                  </a:ext>
                </a:extLst>
              </p:cNvPr>
              <p:cNvSpPr txBox="1"/>
              <p:nvPr/>
            </p:nvSpPr>
            <p:spPr>
              <a:xfrm>
                <a:off x="5332661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F91D9300-54EF-53A7-B0BD-1B8C770A7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661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2F144F5E-E07F-95BF-3BFD-A8D1CFD70CDC}"/>
              </a:ext>
            </a:extLst>
          </p:cNvPr>
          <p:cNvSpPr/>
          <p:nvPr/>
        </p:nvSpPr>
        <p:spPr>
          <a:xfrm>
            <a:off x="5710021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730E7C62-5CE4-97F4-3F31-39A7B4D95FF7}"/>
                  </a:ext>
                </a:extLst>
              </p:cNvPr>
              <p:cNvSpPr txBox="1"/>
              <p:nvPr/>
            </p:nvSpPr>
            <p:spPr>
              <a:xfrm>
                <a:off x="5726291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730E7C62-5CE4-97F4-3F31-39A7B4D95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291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D67C9DB7-20E4-EAEB-A4B0-6D96725D0784}"/>
                  </a:ext>
                </a:extLst>
              </p:cNvPr>
              <p:cNvSpPr txBox="1"/>
              <p:nvPr/>
            </p:nvSpPr>
            <p:spPr>
              <a:xfrm>
                <a:off x="3507911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D67C9DB7-20E4-EAEB-A4B0-6D96725D0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911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EE5420DA-2FAA-51D7-7CFD-C447708B3E45}"/>
              </a:ext>
            </a:extLst>
          </p:cNvPr>
          <p:cNvGrpSpPr/>
          <p:nvPr/>
        </p:nvGrpSpPr>
        <p:grpSpPr>
          <a:xfrm>
            <a:off x="3372412" y="3255951"/>
            <a:ext cx="2652052" cy="346097"/>
            <a:chOff x="3354018" y="3371166"/>
            <a:chExt cx="2652052" cy="346097"/>
          </a:xfrm>
        </p:grpSpPr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0791790C-ABC1-43FF-B392-01C7C9A9815C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7D2BE94A-51F7-A403-EC3A-A09265FA4A72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7D2BE94A-51F7-A403-EC3A-A09265FA4A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26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920E3D6F-A074-99CB-C1B9-46275B1A32C1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A1DE4DBC-E4ED-0B33-D401-34817E234017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A1DE4DBC-E4ED-0B33-D401-34817E2340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57D19770-DB16-B69E-380E-6B864C71E8AA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03BF4EC5-10E2-6188-9E8F-98AD613B48D5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03BF4EC5-10E2-6188-9E8F-98AD613B48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28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CF3EA2CC-2B79-D00C-0C5D-C6D9FAB7BE5A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0FA295B9-0E8A-BD44-B48F-02CF5AC3C419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0FA295B9-0E8A-BD44-B48F-02CF5AC3C4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2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D61FF201-F726-6BA3-4C17-CDB8A0C060EB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76F1F5DB-3007-02C8-AC76-29AF8E4F7401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76F1F5DB-3007-02C8-AC76-29AF8E4F74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30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3846F00F-C4C4-4793-2080-750FCAFAE5CF}"/>
                    </a:ext>
                  </a:extLst>
                </p:cNvPr>
                <p:cNvSpPr txBox="1"/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3846F00F-C4C4-4793-2080-750FCAFAE5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C01B1AE7-C07D-C119-4546-5288D444CA7F}"/>
              </a:ext>
            </a:extLst>
          </p:cNvPr>
          <p:cNvGrpSpPr/>
          <p:nvPr/>
        </p:nvGrpSpPr>
        <p:grpSpPr>
          <a:xfrm>
            <a:off x="3237677" y="3691916"/>
            <a:ext cx="2792271" cy="341032"/>
            <a:chOff x="3213799" y="3376231"/>
            <a:chExt cx="2792271" cy="341032"/>
          </a:xfrm>
        </p:grpSpPr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7C8FC624-DF49-039A-49EF-041F7D90E228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E79DDA38-6AE0-8D42-3CE2-F89DA9F51129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E79DDA38-6AE0-8D42-3CE2-F89DA9F511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6AE4FD9A-72A9-E3A9-F9E2-DD33A8E12420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C4B229B6-8007-7EA1-27EB-DAC7F21E5E2F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C4B229B6-8007-7EA1-27EB-DAC7F21E5E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FA5A24B5-B64B-2A0E-2DEE-F345AEA41C55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E5DA4117-244A-E209-09D1-638485C725DE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E5DA4117-244A-E209-09D1-638485C725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3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FBC443C6-7968-0B1B-5027-37CED11EA49F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8615065E-E848-85BA-939B-7C5266AF1188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8615065E-E848-85BA-939B-7C5266AF11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35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7833EF8C-27B4-7359-189F-FA479AFA5D0E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702E8DEF-092E-FF8A-26C7-7D55F195A009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702E8DEF-092E-FF8A-26C7-7D55F195A0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36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ECC35AE0-9518-3468-A857-C34BF7C9F4C1}"/>
                    </a:ext>
                  </a:extLst>
                </p:cNvPr>
                <p:cNvSpPr txBox="1"/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ECC35AE0-9518-3468-A857-C34BF7C9F4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blipFill>
                  <a:blip r:embed="rId3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9ED99D66-C11F-C486-54F8-00C7CBFCE570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36EE0D18-6A95-3653-5363-19635ADA5864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2DF8FDB0-12FB-14AC-CCAE-F28520D371A1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2DF8FDB0-12FB-14AC-CCAE-F28520D371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8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F1FC2E55-F4F8-780F-E11E-E1BE4C5E23EB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9C443686-826A-2D90-DC42-DABC765A79A4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9C443686-826A-2D90-DC42-DABC765A79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886E1817-8416-5A84-1396-F443EB8B533B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F1939C31-616F-DB84-3F0A-6B5789B1F953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F1939C31-616F-DB84-3F0A-6B5789B1F9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4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5AFD10B1-73A8-BE4A-E74C-846479423AC9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C3B8C442-F32E-97FD-BB61-A8E81C4B6B61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C3B8C442-F32E-97FD-BB61-A8E81C4B6B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4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4DFA156E-7E92-B2BE-B723-13CE488F350D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CC114C03-5E3F-56AA-D9EB-70697D36AC44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CC114C03-5E3F-56AA-D9EB-70697D36AC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4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C4B42449-89E7-E88C-14CE-932E54DC10E9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C4B42449-89E7-E88C-14CE-932E54DC10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551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404F7-EF46-76CD-14B0-7DFC83A17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24F45D18-254E-20D0-A938-0BCDEF2FAB5B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F2AE05F8-1E75-F850-9F18-1CD76FEDECC2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F3310184-43DB-09D4-CC40-9DB07657471A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F3310184-43DB-09D4-CC40-9DB0765747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ABEF50C-AD00-5D67-A47C-A72E369D50A1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2634BE5-4691-0D68-05F4-0D85FD6F27EA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2634BE5-4691-0D68-05F4-0D85FD6F27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718184A3-6B78-C174-C9EF-39FA1F33B558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A66BE33A-CB0A-3B36-FEB4-F0DD4E3ABE8E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A66BE33A-CB0A-3B36-FEB4-F0DD4E3ABE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B1933381-2C95-2275-0681-2928D254DDB1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EA1D6A29-9DE0-B156-C7E7-5F292965274E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EA1D6A29-9DE0-B156-C7E7-5F29296527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816E37B-D455-FA74-D081-1F02B397D18F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816E37B-D455-FA74-D081-1F02B397D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F834CD90-36C5-BA9A-0FCA-EAC1E6B94BFA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F834CD90-36C5-BA9A-0FCA-EAC1E6B94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5482173C-05E9-E1EE-A0ED-2998A3F9671B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5AEA845D-05BE-E6F7-AD3B-7FD11858EACE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5AEA845D-05BE-E6F7-AD3B-7FD11858E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70287A38-84F1-6B17-EE0E-570475F57145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8A26A7A8-7D31-1B01-1907-9A0491890AD1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8A26A7A8-7D31-1B01-1907-9A0491890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49CE45A3-6C9A-8576-C795-27D14144EB5F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0500EE94-DBF7-4CEE-669F-24E1426715ED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0500EE94-DBF7-4CEE-669F-24E142671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D6801F00-9164-5EC2-8F1D-363DAAB8F4EC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7697E915-EDBA-724E-AA37-728A6AFD7FC9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7697E915-EDBA-724E-AA37-728A6AFD7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B4C30DF6-AE3C-AEF0-21CC-E7DEEBA5242E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B4C30DF6-AE3C-AEF0-21CC-E7DEEBA52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0C8977B9-DD32-64EC-72B5-B4CA17FA7F64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0790EC46-7A1A-636B-C663-B2DF0EB0E410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0790EC46-7A1A-636B-C663-B2DF0EB0E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54D5B03C-3A66-1681-F616-19E3FC224B6F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54D5B03C-3A66-1681-F616-19E3FC224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18F0EE43-EEF0-784E-E800-E48B34C0951D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18F0EE43-EEF0-784E-E800-E48B34C09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1A795772-2DD9-EBC0-9B2C-ACC439A14CDB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1A795772-2DD9-EBC0-9B2C-ACC439A14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09F4B73C-1C40-AE6D-DE01-F5AD6F3F7080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09F4B73C-1C40-AE6D-DE01-F5AD6F3F7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569AEAB3-C12B-E3FD-1EDB-AD6E8397A1F7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569AEAB3-C12B-E3FD-1EDB-AD6E8397A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3F977F82-5A3E-81CB-AC25-4ED38DE73FCB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3F977F82-5A3E-81CB-AC25-4ED38DE73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FDEFB432-4FF1-C27B-68F2-DD5701AA977D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5B5EC041-9A74-6430-0332-20E3E8D17E00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5B5EC041-9A74-6430-0332-20E3E8D17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ED3A3A62-3D23-5E23-C680-E5529F2248A8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39F61201-A8D6-7C38-D525-A2257F5832D9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39F61201-A8D6-7C38-D525-A2257F583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B93FC982-DD2F-8C1B-2DCA-504C346D3136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37CABDED-8EBA-4E74-42BA-F29ABFCDF8E1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37CABDED-8EBA-4E74-42BA-F29ABFCDF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DF9F868E-E7B5-6278-A0CE-8E060FC07038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EFF8B7A5-E013-071A-69B9-B7BAAAE6FF87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EFF8B7A5-E013-071A-69B9-B7BAAAE6F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AB4E0249-8828-196E-49F5-08D645FF48AB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C6910B2A-D5CB-CF77-BB11-FB9E77DBAB96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C6910B2A-D5CB-CF77-BB11-FB9E77DBA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8A3693FB-3EDE-D9B7-CA2C-856E183F4F61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8A3693FB-3EDE-D9B7-CA2C-856E183F4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416F636C-2E9C-751C-2F15-638B55E00052}"/>
              </a:ext>
            </a:extLst>
          </p:cNvPr>
          <p:cNvGrpSpPr/>
          <p:nvPr/>
        </p:nvGrpSpPr>
        <p:grpSpPr>
          <a:xfrm>
            <a:off x="3372412" y="3255951"/>
            <a:ext cx="2652052" cy="346097"/>
            <a:chOff x="3354018" y="3371166"/>
            <a:chExt cx="2652052" cy="346097"/>
          </a:xfrm>
        </p:grpSpPr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C0B58E1B-D562-0918-8BD2-CEF901645BA5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0EEEE0D1-C5CF-958A-512B-FC3DCFF9E8E8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0EEEE0D1-C5CF-958A-512B-FC3DCFF9E8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26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E7187044-CC45-5A7A-FFB0-E1FB638F788E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D887C767-4A54-FEBD-D0DC-3576EEA4432D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D887C767-4A54-FEBD-D0DC-3576EEA443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6A642862-B030-C89F-403A-7AA3E8C359BC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E6A749DA-294F-7432-6153-47A1F856D076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E6A749DA-294F-7432-6153-47A1F856D0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28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82CDE8DE-CAC4-95F7-353E-305F736B6ED6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A444F24A-1B83-8145-0C1B-CB8527D777C1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A444F24A-1B83-8145-0C1B-CB8527D77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2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59DBC13F-8CAA-B583-3E4F-9736E1E59ECF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BA19E6F1-4EF0-0E1E-B283-E54AE5E0BA85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BA19E6F1-4EF0-0E1E-B283-E54AE5E0BA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30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99044365-9BDA-46F3-C21B-54B72DCC8E8A}"/>
                    </a:ext>
                  </a:extLst>
                </p:cNvPr>
                <p:cNvSpPr txBox="1"/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99044365-9BDA-46F3-C21B-54B72DCC8E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B5B9700F-0B3D-59FE-7CE2-984C487E26C7}"/>
              </a:ext>
            </a:extLst>
          </p:cNvPr>
          <p:cNvGrpSpPr/>
          <p:nvPr/>
        </p:nvGrpSpPr>
        <p:grpSpPr>
          <a:xfrm>
            <a:off x="3237677" y="3691916"/>
            <a:ext cx="2792271" cy="341032"/>
            <a:chOff x="3213799" y="3376231"/>
            <a:chExt cx="2792271" cy="341032"/>
          </a:xfrm>
        </p:grpSpPr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8DFC74A5-4190-E780-DDAB-EC08088C7272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CCA9E8B0-1CDD-A6C5-72B7-B28DE1F5AAC4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CCA9E8B0-1CDD-A6C5-72B7-B28DE1F5AA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DEBE16CE-5E92-82C1-1C2A-356D67E380E4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13375722-C6E0-CF20-9746-7D8051115211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13375722-C6E0-CF20-9746-7D80511152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0AF7FBFF-2D39-7B26-72C0-94C93C3D242C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8B17E47B-72CC-D80D-19A6-3EE8CC21E0C4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8B17E47B-72CC-D80D-19A6-3EE8CC21E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3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7BE065E8-FDDC-1A8E-2754-C176E68D6A1A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99CC7A4C-0752-E95A-02E3-014B570A0BC9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99CC7A4C-0752-E95A-02E3-014B570A0B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35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280437B3-E649-BA03-08E0-FD3F1AE48542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6E306A1A-E460-A7C1-D538-8DBFE8DFE0EE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6E306A1A-E460-A7C1-D538-8DBFE8DFE0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36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EA762D05-40C5-0ECE-D2FF-AB75D414616C}"/>
                    </a:ext>
                  </a:extLst>
                </p:cNvPr>
                <p:cNvSpPr txBox="1"/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EA762D05-40C5-0ECE-D2FF-AB75D41461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blipFill>
                  <a:blip r:embed="rId3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936AFD31-F544-67ED-9D09-3BD62586D45F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5AB130ED-2693-40B4-2A72-C13888720FFB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2551C4B2-5A76-E2D2-0382-FBB71A33E968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2551C4B2-5A76-E2D2-0382-FBB71A33E9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8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6585D939-FAB8-4C29-FCFB-FB37B4727581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73FFDBCA-65FE-C0A0-0F0E-AC353240A64A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73FFDBCA-65FE-C0A0-0F0E-AC353240A6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0FA7B38D-1D7F-E317-A5D5-7A8EE2331554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F9983BB6-20B6-B232-DC62-116D43924346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F9983BB6-20B6-B232-DC62-116D439243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4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09A2BC4C-98CA-08A3-B8CC-0A3F091DAFAB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C0AF8104-6DB6-2235-A226-44E621376176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C0AF8104-6DB6-2235-A226-44E6213761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4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9BD39977-1C14-5AE4-4AEC-8124BD9F575B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945F2E3C-1CE0-3E48-110A-9FF0939605E8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945F2E3C-1CE0-3E48-110A-9FF093960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4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5514218B-91EB-4ADC-E5DD-DBFC9CBDBF99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5514218B-91EB-4ADC-E5DD-DBFC9CBDBF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05284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A3FE7-E62F-DB2C-4908-15D195C8E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A9EA7A31-C037-884F-4488-748A377A22D1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CB6029DA-C838-05C3-4834-986D46B6CC04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BBAF5CBB-D356-4200-79AB-13970759F3A9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BBAF5CBB-D356-4200-79AB-13970759F3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0E1B330E-FDF9-1FD9-614F-090802BC44D3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627E63B-C612-B323-56A5-8194A6E9CE3E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627E63B-C612-B323-56A5-8194A6E9CE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A2F6ABF0-1633-C599-BB44-55617E01D41A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67697408-73B3-F440-96A6-982BDCF28E72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67697408-73B3-F440-96A6-982BDCF28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637A5BB0-377C-274B-AEEA-BF2088573D12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4CFB1BCA-24D1-2DAF-C1CD-5E08532C4ACD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4CFB1BCA-24D1-2DAF-C1CD-5E08532C4A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D3B53C6-AD40-09BE-4296-0F0DB7FD4266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D3B53C6-AD40-09BE-4296-0F0DB7FD4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4373CCA-99CB-2DD0-DF0A-BECF1CCCF79F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4373CCA-99CB-2DD0-DF0A-BECF1CCCF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39AE4561-3B75-930E-F6D3-ADB39421696C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933FC727-5576-2871-631F-0E4EE3D02311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933FC727-5576-2871-631F-0E4EE3D02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BA2371AF-4EFE-9AAA-4C1C-AAD8B0C7E510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46025B79-8B65-858C-8775-AE14E8C26A51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46025B79-8B65-858C-8775-AE14E8C26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022A5F54-7F73-7EFF-AE52-B381473E8A86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6894F07B-2B93-9F1F-EEAD-8250F30A9F7E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6894F07B-2B93-9F1F-EEAD-8250F30A9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670E2E1E-EDB2-5B07-2948-60841E1E19AD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9C71C82D-C0BE-F3D7-10A5-A5D1093BB547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9C71C82D-C0BE-F3D7-10A5-A5D1093BB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8B7F411E-24E6-E34A-12E2-3649889E6850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8B7F411E-24E6-E34A-12E2-3649889E6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42267356-F018-9AAB-DC00-E3B78927F1E4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1939B421-AD3E-00C1-B2C3-81D687C7BA47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1939B421-AD3E-00C1-B2C3-81D687C7B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068B00D7-CBC7-E37B-6B89-8E97FD4F4E83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068B00D7-CBC7-E37B-6B89-8E97FD4F4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EAF27D51-5CED-5D9E-54D3-3EF874E5072B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EAF27D51-5CED-5D9E-54D3-3EF874E50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D05132F1-EF78-C688-2A23-77ECF1013456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D05132F1-EF78-C688-2A23-77ECF1013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D5DDE597-3C56-1207-79E4-1FDCB68A77EC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D5DDE597-3C56-1207-79E4-1FDCB68A7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3BE2AAAB-6B39-2529-47BC-D4CC6943EDCB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3BE2AAAB-6B39-2529-47BC-D4CC6943E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40899222-9CAA-B229-3F00-93A6359C3F96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40899222-9CAA-B229-3F00-93A6359C3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FF3AAB55-5CC3-17F2-B689-79451DB11201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AC9F4123-476A-D723-DCAE-2D86C3F5B6FB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AC9F4123-476A-D723-DCAE-2D86C3F5B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C515CA62-0ACA-97EE-2CC2-518F70991D01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82280BA9-E8BD-CE6D-D1E2-D27F100C9D13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82280BA9-E8BD-CE6D-D1E2-D27F100C9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595EB965-46AF-683E-2739-E8E43E5A92B7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11EF4F52-71B6-26A2-657B-6AC135E60169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11EF4F52-71B6-26A2-657B-6AC135E60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FC7382CB-F1A7-033D-9B78-FBB70E344942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8194C1F5-3265-A6A0-5A13-9FEEFC392742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8194C1F5-3265-A6A0-5A13-9FEEFC392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C27EC6B0-BA71-4FB4-CD09-270DD9D18569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312F9A5A-F8D4-E5C6-E8A8-8FE806D5D4F1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312F9A5A-F8D4-E5C6-E8A8-8FE806D5D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AE111AE1-F74C-8F89-C50C-9D76B055947A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AE111AE1-F74C-8F89-C50C-9D76B0559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A968026C-2705-70CC-427E-4AF4C74C4EB0}"/>
              </a:ext>
            </a:extLst>
          </p:cNvPr>
          <p:cNvGrpSpPr/>
          <p:nvPr/>
        </p:nvGrpSpPr>
        <p:grpSpPr>
          <a:xfrm>
            <a:off x="3372412" y="3255951"/>
            <a:ext cx="2652052" cy="346097"/>
            <a:chOff x="3354018" y="3371166"/>
            <a:chExt cx="2652052" cy="346097"/>
          </a:xfrm>
        </p:grpSpPr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9DA19592-0693-A528-1D9C-26F50C0938D9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6182D153-A5E9-E8B4-2B59-CBECF6F21F36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6182D153-A5E9-E8B4-2B59-CBECF6F21F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26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5926F245-8A96-C1CA-0AA5-8C9635290E43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51B6467D-704F-5AAB-5FBC-2A546CA1FF4F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51B6467D-704F-5AAB-5FBC-2A546CA1FF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1560C2FA-A462-D975-605C-D478EB606130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D8BA8D9F-406F-9489-FB0F-3DE0840B84E1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D8BA8D9F-406F-9489-FB0F-3DE0840B84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28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5BB57859-8191-907D-75DC-2858BE2853EE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F4D127AA-11D1-1DA2-D0E6-B7917C4F1138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F4D127AA-11D1-1DA2-D0E6-B7917C4F11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2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88D72FA2-A5D6-38A8-AB4F-D904424C7230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FAC73F76-C770-FE72-607C-FBC771902DAC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FAC73F76-C770-FE72-607C-FBC771902D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30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7D882DCC-0B82-6C11-13E6-28798A30FB56}"/>
                    </a:ext>
                  </a:extLst>
                </p:cNvPr>
                <p:cNvSpPr txBox="1"/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7D882DCC-0B82-6C11-13E6-28798A30F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9989B674-7271-EFC4-A448-5B51F3D44415}"/>
              </a:ext>
            </a:extLst>
          </p:cNvPr>
          <p:cNvGrpSpPr/>
          <p:nvPr/>
        </p:nvGrpSpPr>
        <p:grpSpPr>
          <a:xfrm>
            <a:off x="3237677" y="3691916"/>
            <a:ext cx="2792271" cy="341032"/>
            <a:chOff x="3213799" y="3376231"/>
            <a:chExt cx="2792271" cy="341032"/>
          </a:xfrm>
        </p:grpSpPr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91340E98-FAD9-4026-22AB-FF72DD537091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52244235-FE73-EE52-28C3-CDCA7119408E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52244235-FE73-EE52-28C3-CDCA711940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A56B90EA-58F5-8523-9729-71187B54D9D9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61B947D8-514C-DD2A-4F3F-CB3A6621C904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61B947D8-514C-DD2A-4F3F-CB3A6621C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BFB83072-73F4-720F-70E6-0778AAFBDCC1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A1D9BFB2-792E-B047-1AAE-A7620A7522D1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A1D9BFB2-792E-B047-1AAE-A7620A7522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3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C0EAA9B7-90D4-8500-790D-487327FAC6D5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BC6E97EE-2300-F4E4-E343-9154F5867E26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BC6E97EE-2300-F4E4-E343-9154F5867E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35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718F84A1-7D74-FFB5-BDAA-598DBCA4D914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673ED6EE-A334-DF30-57FE-403751A5BC82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673ED6EE-A334-DF30-57FE-403751A5BC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36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B1D732A5-380B-7C66-BC0F-5A49F5F4E0F8}"/>
                    </a:ext>
                  </a:extLst>
                </p:cNvPr>
                <p:cNvSpPr txBox="1"/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B1D732A5-380B-7C66-BC0F-5A49F5F4E0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blipFill>
                  <a:blip r:embed="rId3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84962327-D164-98A7-233D-7AB1A44FDEEB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A815046D-7722-48FF-A0F2-656270748311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CC5F97EC-AB99-337F-67A7-FD3389CD2816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CC5F97EC-AB99-337F-67A7-FD3389CD28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8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C9C14AA0-DCA3-3FFD-8297-B8187B339B84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1E8AF20D-15FA-67C0-C8B6-34EDE7E5B0FA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1E8AF20D-15FA-67C0-C8B6-34EDE7E5B0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2E87384A-188E-8601-0254-B685AA5E1372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6C549BB6-EA74-7B92-F5EB-C8B85B4BBF47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6C549BB6-EA74-7B92-F5EB-C8B85B4BBF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4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6F4E69D2-D287-6F0E-F9A3-971943DEE6CF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4379BBC7-461E-0AC7-0ED8-C29BBEA410F8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4379BBC7-461E-0AC7-0ED8-C29BBEA410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4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6D0D8D4B-7DEE-CF04-7F2B-D3E66C5C0DC3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9D916233-900A-06D8-3AD4-AB7F24991F53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9D916233-900A-06D8-3AD4-AB7F24991F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4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730A9433-29DB-A3C8-BC83-F9831C04DF5E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730A9433-29DB-A3C8-BC83-F9831C04DF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69461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FE8F1-60D0-8306-73A0-6F8C14059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3186E655-0FFA-BCF3-7C3A-4F91DCBAB8D8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229E2BBF-E784-BCCC-BD6D-5139E78F8BDA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4A3099DE-7E2C-E090-CC2D-6491104AB353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4A3099DE-7E2C-E090-CC2D-6491104AB3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44EA2DBC-8012-78BA-0E94-9FBB6124F027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C6D34C5-F593-FC42-7D55-96B4114FFA0B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C6D34C5-F593-FC42-7D55-96B4114FF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020125C-983F-10B6-51AE-6CC30A1B254D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72B995C1-78C3-A238-AC2B-7E45B2198FEC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72B995C1-78C3-A238-AC2B-7E45B2198F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C9996B6A-F8D8-2ABC-5A59-0BBCA48ED959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95D5DBBD-BAE9-10D8-AEC8-E164DB1DEFEE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95D5DBBD-BAE9-10D8-AEC8-E164DB1DE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53AF8530-65CD-7456-EAF8-78BA76FB5467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53AF8530-65CD-7456-EAF8-78BA76FB5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2620B17C-B348-BEAE-4CBC-C07E63CD50A2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2620B17C-B348-BEAE-4CBC-C07E63CD5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CAB89232-6CB2-E1BE-121B-79F899718224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CFCBFA27-9469-F2F7-2BF4-9A994A1FBC94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CFCBFA27-9469-F2F7-2BF4-9A994A1FB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B42A3207-EE19-1021-52CF-7130D3F6E082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096827A-94F6-FEBD-F455-E239D2A8EB17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096827A-94F6-FEBD-F455-E239D2A8E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3146AD93-EE0C-3420-4689-BB936CD8A974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F0FEE15C-B40E-BEB7-F206-DA2E2CF31A60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F0FEE15C-B40E-BEB7-F206-DA2E2CF31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A8693832-CA29-B1FF-6D95-1D027A54F1C2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C03F33D9-68F5-4717-CFBC-F1F1DE6367F3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C03F33D9-68F5-4717-CFBC-F1F1DE636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5F3787F2-1209-54FF-DF9B-25539C5B7638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5F3787F2-1209-54FF-DF9B-25539C5B7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83B739E7-E45B-ABAD-C3B2-80431A463769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D5327416-DBEA-4B37-4AB5-115CAAF3DEF9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D5327416-DBEA-4B37-4AB5-115CAAF3D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5C828E57-0D08-D4FD-7BFD-E5DE1E6F1E31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5C828E57-0D08-D4FD-7BFD-E5DE1E6F1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ADB8AC5A-254A-4B37-F78C-37DB945D8D61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ADB8AC5A-254A-4B37-F78C-37DB945D8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FC3753B8-F3B8-CCA5-259A-1DD6DB69A88D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FC3753B8-F3B8-CCA5-259A-1DD6DB69A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DE11A643-90B0-F102-5F34-14F23F3CB583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DE11A643-90B0-F102-5F34-14F23F3CB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CB03E943-FEE1-7B54-204C-C2EBD0DA21C0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CB03E943-FEE1-7B54-204C-C2EBD0DA2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CF0BD999-999F-F94B-83AD-E8AB9DE08840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CF0BD999-999F-F94B-83AD-E8AB9DE08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9523D91E-B2B2-25BE-411C-7FDD70F11664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521119C2-7D39-52E2-64D6-CD4B653722C6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521119C2-7D39-52E2-64D6-CD4B65372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8A7BF139-11B1-D751-04F3-025BDC4EFDC4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50262B74-F728-FFC1-F328-89D983359A63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50262B74-F728-FFC1-F328-89D983359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974079E3-ACE2-D053-D9A5-D15421D0C9C3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4CE9C7E4-E7E1-E1CE-3D9A-AFE110D1BB2F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4CE9C7E4-E7E1-E1CE-3D9A-AFE110D1B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8FFBFC44-DA3F-9DC0-DDFF-358F81E65EFE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948402DC-C6A4-DDDA-D354-99C66203BC14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948402DC-C6A4-DDDA-D354-99C66203B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1BC82821-0309-FAE9-8F2C-B6C9A0D2B9BC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BA1D19D7-53C7-BD30-E325-7053D632477F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BA1D19D7-53C7-BD30-E325-7053D6324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E4705379-64D4-CC43-08B9-31F75AC716B1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E4705379-64D4-CC43-08B9-31F75AC71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CA37C2E0-BE4B-FD38-CF53-EEA3EC1114B0}"/>
              </a:ext>
            </a:extLst>
          </p:cNvPr>
          <p:cNvGrpSpPr/>
          <p:nvPr/>
        </p:nvGrpSpPr>
        <p:grpSpPr>
          <a:xfrm>
            <a:off x="3372412" y="3255951"/>
            <a:ext cx="2652052" cy="346097"/>
            <a:chOff x="3354018" y="3371166"/>
            <a:chExt cx="2652052" cy="346097"/>
          </a:xfrm>
        </p:grpSpPr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B3CE42CC-CB90-2707-0B26-852E9DAF27A6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401B21A6-B3B6-37A8-F5DB-18F26C2950C0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401B21A6-B3B6-37A8-F5DB-18F26C2950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26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D1DEB01B-79E3-F276-2FE4-05E256BF29DC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65AE2BE7-DA16-2A5A-425D-381DD9B2ED11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65AE2BE7-DA16-2A5A-425D-381DD9B2ED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644A5B04-CF15-A2AF-D6CB-9E1919A90C91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45B1FECF-DCC6-F531-0AAD-0E152D38E06B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45B1FECF-DCC6-F531-0AAD-0E152D38E0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28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4EC3C858-2A8B-753B-1EF5-4F3611581C4F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778CDB54-127B-5E6B-33EB-B8FB29E95EA5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778CDB54-127B-5E6B-33EB-B8FB29E95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2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BAC28319-67BA-C789-CB87-F9C0A1105C58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8E4A6DB7-5C4B-1AAB-5E81-3285A0803CA1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8E4A6DB7-5C4B-1AAB-5E81-3285A0803C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30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C9A2D635-50E4-FBD1-539F-42FC206AEFBC}"/>
                    </a:ext>
                  </a:extLst>
                </p:cNvPr>
                <p:cNvSpPr txBox="1"/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C9A2D635-50E4-FBD1-539F-42FC206AEF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78E25EE4-9D3A-EB1B-168C-FB30D5C88A6E}"/>
              </a:ext>
            </a:extLst>
          </p:cNvPr>
          <p:cNvGrpSpPr/>
          <p:nvPr/>
        </p:nvGrpSpPr>
        <p:grpSpPr>
          <a:xfrm>
            <a:off x="3237677" y="3691916"/>
            <a:ext cx="2792271" cy="341032"/>
            <a:chOff x="3213799" y="3376231"/>
            <a:chExt cx="2792271" cy="341032"/>
          </a:xfrm>
        </p:grpSpPr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109650B6-0897-F629-6899-7656E6C2CF73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6D7BEF38-BB0A-C7D6-F918-ABAAF6428D44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6D7BEF38-BB0A-C7D6-F918-ABAAF6428D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13BF71DF-DAC8-2865-573B-6ECC90289394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8DAA661D-915D-4577-E59D-C0A2C1A44636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8DAA661D-915D-4577-E59D-C0A2C1A446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9B0E8566-D986-784C-6219-4D2C0B59C997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6A932640-A13D-2EDD-0355-A3EB0FFEA765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6A932640-A13D-2EDD-0355-A3EB0FFEA7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3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81D9B3BF-E355-6543-6525-9AB65D32BEF5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C4790040-5A12-65BC-88C1-6F64158CEBAA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C4790040-5A12-65BC-88C1-6F64158CEB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35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812CB681-0A6A-405C-E6C8-90FB88E8F351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695E4B44-DE57-68CC-C649-7A945DC4E825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695E4B44-DE57-68CC-C649-7A945DC4E8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36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F4E5FF85-1D68-E9ED-AAF7-4297E73D70AD}"/>
                    </a:ext>
                  </a:extLst>
                </p:cNvPr>
                <p:cNvSpPr txBox="1"/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F4E5FF85-1D68-E9ED-AAF7-4297E73D70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blipFill>
                  <a:blip r:embed="rId3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B9892579-D0DE-FCCD-0763-6CD252DCC9AB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17C23537-87E3-FE4F-5F32-DF459B37ED91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30292356-60CF-BA0C-A910-6EB125090E6E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30292356-60CF-BA0C-A910-6EB125090E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8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25C2932A-8212-A831-D7A8-383CEF24D79E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C88267E3-26D7-E25C-B8A6-0FA5590F4C7D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C88267E3-26D7-E25C-B8A6-0FA5590F4C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76B8BF5F-3191-7302-F071-6A63067534A6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3898B553-A315-5F75-0735-DFE5823841F5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3898B553-A315-5F75-0735-DFE5823841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4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ABC7B443-19A1-8CAC-9433-E89190FAD570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F3FA0941-4FDF-FF10-DDF1-291F3B4882BC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F3FA0941-4FDF-FF10-DDF1-291F3B4882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4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3BE0BBE1-60EB-C102-1ADB-047DD078C660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5704077C-0189-371F-E4F8-8DF1ED2020E5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5704077C-0189-371F-E4F8-8DF1ED2020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4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8911CDD3-40DA-6281-1C38-D7F4D2883517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8911CDD3-40DA-6281-1C38-D7F4D28835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82497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8A9A7-BD4B-AFE1-60BB-C77B9DBCF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93913E4A-9B31-CB01-1F27-147682E795CB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0E8621CE-F433-9D52-3F25-D97945622074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FFD1179-CE70-E9FA-3277-1D308B0F3BD2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FFD1179-CE70-E9FA-3277-1D308B0F3B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38D2A117-17EF-B51A-AED6-044B4EC4F3A0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8058B73-623E-2B43-50AB-12D906654EE2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8058B73-623E-2B43-50AB-12D906654E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89E4560-C17D-C31F-6A79-E0CA89568F8B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CADD80F3-C7D7-D00B-6E44-AA3DF4569328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CADD80F3-C7D7-D00B-6E44-AA3DF45693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BCBEF73D-FF31-A70A-A7BC-918C3BEC08BC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09890BAF-27E7-4FC0-1B35-A47710CFAA7C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09890BAF-27E7-4FC0-1B35-A47710CFAA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A4F9AA4-A7A2-A86B-BB99-D0FB4FE3CC16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A4F9AA4-A7A2-A86B-BB99-D0FB4FE3C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8866012B-BE76-A649-4EC1-5B581D8C0C1A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8866012B-BE76-A649-4EC1-5B581D8C0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92AB6AAE-0E86-94BA-07D9-EA02639AFC90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FF4A78FB-7972-5F82-BE84-2F34AA0A408B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FF4A78FB-7972-5F82-BE84-2F34AA0A4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BA20D923-9519-964C-30DE-0832CFF47CAC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2F6BD4A-33F7-57F0-7FD6-B1DB039D701A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2F6BD4A-33F7-57F0-7FD6-B1DB039D7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DFCD19BB-5C8A-8948-2B6E-A69645DDE064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F89440AE-4BE0-CB5D-60FB-C1DD15577C98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F89440AE-4BE0-CB5D-60FB-C1DD15577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CFEE82C7-EF8C-5AEC-1115-0C1A7BD7E4AF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E3A1540B-7489-FB26-8E85-4DAD051506FE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E3A1540B-7489-FB26-8E85-4DAD05150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9F7FE300-5C10-9344-CBED-B93C3F6B0690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9F7FE300-5C10-9344-CBED-B93C3F6B0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95F3D5A2-5A89-BE9C-A7A8-4F34F51D93DC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7AC0F733-3349-E9DE-B4A1-BF917080B797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7AC0F733-3349-E9DE-B4A1-BF917080B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BC3848B3-FEB6-66C3-0531-10DDFFBB4563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BC3848B3-FEB6-66C3-0531-10DDFFBB4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6176BEDA-81A8-672C-BD65-7DEB61B8EEDD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6176BEDA-81A8-672C-BD65-7DEB61B8E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FFDC9367-8157-6FB3-0C68-F9187A439447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FFDC9367-8157-6FB3-0C68-F9187A439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A04237F2-6DD5-DA19-20B2-A41C1674F669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A04237F2-6DD5-DA19-20B2-A41C1674F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3CEE85D9-61D4-078E-F049-4FF75DDAA869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3CEE85D9-61D4-078E-F049-4FF75DDAA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C5B8562E-1495-577F-5131-F583CABDF8BA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C5B8562E-1495-577F-5131-F583CABDF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C78DDEE8-AA67-9182-8730-9B2F3115715D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6E6CE7F2-723A-C6E6-9FDB-9762DE44FE06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6E6CE7F2-723A-C6E6-9FDB-9762DE44F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EB4E97A1-4DC8-0DEA-3C93-4029E81A2E16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56EB4852-B86C-CD83-85B8-A89C8E91758C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56EB4852-B86C-CD83-85B8-A89C8E917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2948AA5B-EFD0-423B-CFDC-773B1B0D5258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397F04B2-D5C1-3CE8-8B41-D3C1D85034C4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397F04B2-D5C1-3CE8-8B41-D3C1D8503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B99747DD-4743-9351-8A33-C9D6CF786A93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9A49C2BF-0EA3-2CD3-2454-F272F4A84262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9A49C2BF-0EA3-2CD3-2454-F272F4A84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98AFC0D3-9C15-1D7C-0E76-65609F91DCA8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3A6E7220-8A14-B5EA-B476-A6E30DA57CF5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3A6E7220-8A14-B5EA-B476-A6E30DA57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3EE37C8B-0CFC-0A83-AC3A-60197094F5A6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3EE37C8B-0CFC-0A83-AC3A-60197094F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3DB3E1BC-F5A1-B48D-A366-D6964BB143B0}"/>
              </a:ext>
            </a:extLst>
          </p:cNvPr>
          <p:cNvSpPr/>
          <p:nvPr/>
        </p:nvSpPr>
        <p:spPr>
          <a:xfrm>
            <a:off x="4168979" y="32628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6D89D005-3565-F02E-2112-CC385A425514}"/>
                  </a:ext>
                </a:extLst>
              </p:cNvPr>
              <p:cNvSpPr txBox="1"/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6D89D005-3565-F02E-2112-CC385A425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blipFill>
                <a:blip r:embed="rId2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416710FA-57CD-AFA0-AE2C-63F6D2B68059}"/>
              </a:ext>
            </a:extLst>
          </p:cNvPr>
          <p:cNvSpPr/>
          <p:nvPr/>
        </p:nvSpPr>
        <p:spPr>
          <a:xfrm>
            <a:off x="4554821" y="3264807"/>
            <a:ext cx="344947" cy="337241"/>
          </a:xfrm>
          <a:prstGeom prst="roundRect">
            <a:avLst/>
          </a:prstGeom>
          <a:noFill/>
          <a:ln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80FB46BB-9874-02B3-55E9-D8ECB699D347}"/>
                  </a:ext>
                </a:extLst>
              </p:cNvPr>
              <p:cNvSpPr txBox="1"/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80FB46BB-9874-02B3-55E9-D8ECB699D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157F63DF-DB78-FEE7-2A48-EA1B596F2F2B}"/>
              </a:ext>
            </a:extLst>
          </p:cNvPr>
          <p:cNvSpPr/>
          <p:nvPr/>
        </p:nvSpPr>
        <p:spPr>
          <a:xfrm>
            <a:off x="4946572" y="326236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B3A9A5E3-54C5-3047-6DAE-F36068946F30}"/>
                  </a:ext>
                </a:extLst>
              </p:cNvPr>
              <p:cNvSpPr txBox="1"/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B3A9A5E3-54C5-3047-6DAE-F36068946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blipFill>
                <a:blip r:embed="rId28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B6C0A0B4-4E29-4CDC-318D-BD5F2F24F98F}"/>
              </a:ext>
            </a:extLst>
          </p:cNvPr>
          <p:cNvSpPr/>
          <p:nvPr/>
        </p:nvSpPr>
        <p:spPr>
          <a:xfrm>
            <a:off x="5317246" y="32623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79E30908-818D-2693-30A4-5885449BEC97}"/>
                  </a:ext>
                </a:extLst>
              </p:cNvPr>
              <p:cNvSpPr txBox="1"/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79E30908-818D-2693-30A4-5885449BE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blipFill>
                <a:blip r:embed="rId29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85D9B579-CB8A-D84F-5B42-5BC66A525318}"/>
              </a:ext>
            </a:extLst>
          </p:cNvPr>
          <p:cNvSpPr/>
          <p:nvPr/>
        </p:nvSpPr>
        <p:spPr>
          <a:xfrm>
            <a:off x="5710876" y="32623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FED85AF9-9068-D598-7908-66820F9BE243}"/>
                  </a:ext>
                </a:extLst>
              </p:cNvPr>
              <p:cNvSpPr txBox="1"/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FED85AF9-9068-D598-7908-66820F9BE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blipFill>
                <a:blip r:embed="rId30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ED95F2A9-261A-155A-091F-2B8BFB14C302}"/>
                  </a:ext>
                </a:extLst>
              </p:cNvPr>
              <p:cNvSpPr txBox="1"/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ED95F2A9-261A-155A-091F-2B8BFB14C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blipFill>
                <a:blip r:embed="rId3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10C9432C-DB2F-A19E-325F-A0F8AFB0F02F}"/>
              </a:ext>
            </a:extLst>
          </p:cNvPr>
          <p:cNvGrpSpPr/>
          <p:nvPr/>
        </p:nvGrpSpPr>
        <p:grpSpPr>
          <a:xfrm>
            <a:off x="3237677" y="3691916"/>
            <a:ext cx="2792271" cy="341032"/>
            <a:chOff x="3213799" y="3376231"/>
            <a:chExt cx="2792271" cy="341032"/>
          </a:xfrm>
        </p:grpSpPr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D9C23A05-58F6-8D7C-3794-54319855F62C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9A2F2C7D-1873-DF4F-56A1-FE313222DB69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9A2F2C7D-1873-DF4F-56A1-FE313222DB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9F868529-4D51-9E23-084A-08D84F2C5F46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F491E3E6-362A-B9D1-0649-CEBAA48300AC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F491E3E6-362A-B9D1-0649-CEBAA48300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B34F718A-1312-0906-25F2-755805D62A6F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02F8C0C0-CA95-A8CB-8479-E586B4784B10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02F8C0C0-CA95-A8CB-8479-E586B4784B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3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5F764273-D2D2-AF16-E76B-4B3CAA9A27CA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904C91A4-4CCD-9EB2-0B40-CD26508CDCF0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904C91A4-4CCD-9EB2-0B40-CD26508CDC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35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8ED9C001-9790-328F-A015-BA237E4E9426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A959A97B-70AB-2871-6E68-8A5680D8119F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A959A97B-70AB-2871-6E68-8A5680D811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36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F2E98369-703F-7704-666D-522D91ADB18D}"/>
                    </a:ext>
                  </a:extLst>
                </p:cNvPr>
                <p:cNvSpPr txBox="1"/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F2E98369-703F-7704-666D-522D91ADB1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blipFill>
                  <a:blip r:embed="rId3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32A83D40-C221-55B5-1FF2-D0F680EB5C9F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EE9EE73D-2E44-9E74-3B66-6631BCD7C9FC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8C5BDBFD-02A9-C1A3-A30E-654EA27E7B09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8C5BDBFD-02A9-C1A3-A30E-654EA27E7B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8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F06BC5D1-9184-8B54-9800-7AD1EC5EDAEF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E523D143-675D-AE72-6AB5-BD91D3AFDA63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E523D143-675D-AE72-6AB5-BD91D3AFDA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C6ACC542-8ED8-0D63-9DDD-C3F981F96026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8BAE91D3-E83E-DB1C-682B-2AA812CD13E3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8BAE91D3-E83E-DB1C-682B-2AA812CD13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4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9A0EF75F-16B0-D1E2-4BB5-6EEA76959FAA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B1341BCA-C79F-4884-BADA-BE515CC864F5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B1341BCA-C79F-4884-BADA-BE515CC864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4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714F8083-339F-9FBD-2A1D-EBF94CFA4E80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5B8E7A86-5AD5-C55C-5880-AC35557E32EB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5B8E7A86-5AD5-C55C-5880-AC35557E32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4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CD38EDA7-72EF-8117-136A-5912326EE465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CD38EDA7-72EF-8117-136A-5912326EE4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64834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FA8AB-D6F7-80BB-2292-6AAC1F123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F2DA78DA-D187-0334-3BF2-04E63978C74D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877F059C-50FD-6A74-B0BA-CA3AA1F3E641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4A3D0A4C-126A-C92E-8305-FC337E5EE93E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4A3D0A4C-126A-C92E-8305-FC337E5EE9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4D5CA01-BC0C-4A3F-4CA1-CC46FB7BD5BF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30B904BE-174F-B182-F918-359A1524C71A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30B904BE-174F-B182-F918-359A1524C7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D58EF15-1522-1B13-73CB-D716356C6BE3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30FA9AD7-341B-0219-9F80-7CD1CB2B4809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30FA9AD7-341B-0219-9F80-7CD1CB2B48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E1F210EE-5BA8-41BC-098C-87EBEB2B3277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E0E70B48-C13D-F11F-E6CE-F8B1F3BD9EC3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E0E70B48-C13D-F11F-E6CE-F8B1F3BD9E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4BC53683-BD3D-6B4D-FA64-B1C2FC8C7250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4BC53683-BD3D-6B4D-FA64-B1C2FC8C7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D4D3A83A-2D19-BF05-B346-73A0C5F446D1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D4D3A83A-2D19-BF05-B346-73A0C5F44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14169781-DB48-0ECA-D880-F5815DFBC007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7F8F2853-FD5C-5BED-7D45-16A528CFC2B9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7F8F2853-FD5C-5BED-7D45-16A528CFC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559286EB-1A8C-3DFD-5E18-4C0AE6C155FE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B44DD1CC-F0FA-65E6-D20A-6CAECF5AEA25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B44DD1CC-F0FA-65E6-D20A-6CAECF5AE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514005ED-BE1B-6920-C364-F057A9D1F629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FECFB0A1-E506-8FFC-EA7F-D1886AF045DE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FECFB0A1-E506-8FFC-EA7F-D1886AF04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630B7592-7321-B708-13B1-3C4BB027B66E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204BE7B8-21DD-2D57-9106-1EE04FEF2FD6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204BE7B8-21DD-2D57-9106-1EE04FEF2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A57C1AEE-290E-0A38-1F7E-F3DE9BE3A4CE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A57C1AEE-290E-0A38-1F7E-F3DE9BE3A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3FD3B40E-2DCC-D152-BA3F-742506DECC82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273BC573-FC8C-B8A0-2BB6-B683B8706311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273BC573-FC8C-B8A0-2BB6-B683B8706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03EB40D4-3DF2-95D4-6A52-DD1F0AB388EC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03EB40D4-3DF2-95D4-6A52-DD1F0AB38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F3FD2461-8704-C50A-6638-F7C3BC8EDAE9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F3FD2461-8704-C50A-6638-F7C3BC8ED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EB16654E-C6DA-8AFC-35B0-34BC2C6FB8F3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EB16654E-C6DA-8AFC-35B0-34BC2C6FB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F67D2F24-569C-FFB5-E4F6-1014FBC69DEA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F67D2F24-569C-FFB5-E4F6-1014FBC69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1BE81AD7-DEB7-B1C7-9940-513E3F3169D9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1BE81AD7-DEB7-B1C7-9940-513E3F316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DBEE6FA2-605C-876B-EC51-E81BC22F0520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DBEE6FA2-605C-876B-EC51-E81BC22F0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8ADB661B-E1DA-3029-1C6C-56D2846F1242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5A491B57-DEAC-C622-4D18-ADCFC57ED2D7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5A491B57-DEAC-C622-4D18-ADCFC57ED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9E1A43F6-D63A-BEFF-50E6-E673963D614C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6F639ABA-D797-41C6-BE51-9652732A452B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6F639ABA-D797-41C6-BE51-9652732A4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F2023225-55F1-5E78-4F7C-4B1E45462E90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5DD96CFC-879A-C737-56F4-09231C403AA7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5DD96CFC-879A-C737-56F4-09231C403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1B62A934-8D2E-C35C-1072-02AEF314A098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D3DC9B93-8815-96D2-6FAC-3327D9CB56EA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D3DC9B93-8815-96D2-6FAC-3327D9CB5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4D18B2D3-272E-333A-CF6E-A2EABD9AD7A0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8DD2CB86-6E9E-DE4A-718A-F5BEC21BDD84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8DD2CB86-6E9E-DE4A-718A-F5BEC21BD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69FD31F9-4617-3600-5CB7-2FCB05218E45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69FD31F9-4617-3600-5CB7-2FCB05218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B546742C-85AA-56E7-958F-94BE5A2EA184}"/>
              </a:ext>
            </a:extLst>
          </p:cNvPr>
          <p:cNvSpPr/>
          <p:nvPr/>
        </p:nvSpPr>
        <p:spPr>
          <a:xfrm>
            <a:off x="4168979" y="32628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3D4D604D-00CE-4EC3-BE0B-DDD2881D36B6}"/>
                  </a:ext>
                </a:extLst>
              </p:cNvPr>
              <p:cNvSpPr txBox="1"/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3D4D604D-00CE-4EC3-BE0B-DDD2881D3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blipFill>
                <a:blip r:embed="rId2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FA9E8783-DFDC-ED85-C1A2-BB8EB00789D0}"/>
              </a:ext>
            </a:extLst>
          </p:cNvPr>
          <p:cNvSpPr/>
          <p:nvPr/>
        </p:nvSpPr>
        <p:spPr>
          <a:xfrm>
            <a:off x="4554821" y="32648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98181161-1CD2-C80B-5B38-C14215D614C8}"/>
                  </a:ext>
                </a:extLst>
              </p:cNvPr>
              <p:cNvSpPr txBox="1"/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98181161-1CD2-C80B-5B38-C14215D61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F0100D31-9FE4-FCA1-621D-F0E1D1039034}"/>
              </a:ext>
            </a:extLst>
          </p:cNvPr>
          <p:cNvSpPr/>
          <p:nvPr/>
        </p:nvSpPr>
        <p:spPr>
          <a:xfrm>
            <a:off x="4946572" y="3262362"/>
            <a:ext cx="313588" cy="337241"/>
          </a:xfrm>
          <a:prstGeom prst="roundRect">
            <a:avLst/>
          </a:prstGeom>
          <a:noFill/>
          <a:ln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C676776C-3126-B78A-497D-9F8B6B09B1CF}"/>
                  </a:ext>
                </a:extLst>
              </p:cNvPr>
              <p:cNvSpPr txBox="1"/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C676776C-3126-B78A-497D-9F8B6B09B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blipFill>
                <a:blip r:embed="rId28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6A659080-940D-AAB4-60FB-463082B7B9AB}"/>
              </a:ext>
            </a:extLst>
          </p:cNvPr>
          <p:cNvSpPr/>
          <p:nvPr/>
        </p:nvSpPr>
        <p:spPr>
          <a:xfrm>
            <a:off x="5317246" y="32623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D21AE6C7-73AB-A5A0-1DF3-6455D6246354}"/>
                  </a:ext>
                </a:extLst>
              </p:cNvPr>
              <p:cNvSpPr txBox="1"/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D21AE6C7-73AB-A5A0-1DF3-6455D6246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blipFill>
                <a:blip r:embed="rId29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1C0A83C8-2182-9508-95F4-EFCAB3222C69}"/>
              </a:ext>
            </a:extLst>
          </p:cNvPr>
          <p:cNvSpPr/>
          <p:nvPr/>
        </p:nvSpPr>
        <p:spPr>
          <a:xfrm>
            <a:off x="5710876" y="32623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0E2E29B4-7423-B971-44CC-555A89A650B3}"/>
                  </a:ext>
                </a:extLst>
              </p:cNvPr>
              <p:cNvSpPr txBox="1"/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0E2E29B4-7423-B971-44CC-555A89A65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blipFill>
                <a:blip r:embed="rId30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627D3C30-32B3-6030-3A85-3F77ABDF5BD1}"/>
                  </a:ext>
                </a:extLst>
              </p:cNvPr>
              <p:cNvSpPr txBox="1"/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627D3C30-32B3-6030-3A85-3F77ABDF5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blipFill>
                <a:blip r:embed="rId3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784AD083-D7F7-CB15-CAC6-737EF17311FB}"/>
              </a:ext>
            </a:extLst>
          </p:cNvPr>
          <p:cNvGrpSpPr/>
          <p:nvPr/>
        </p:nvGrpSpPr>
        <p:grpSpPr>
          <a:xfrm>
            <a:off x="3237677" y="3691916"/>
            <a:ext cx="2792271" cy="341032"/>
            <a:chOff x="3213799" y="3376231"/>
            <a:chExt cx="2792271" cy="341032"/>
          </a:xfrm>
        </p:grpSpPr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69C569FB-677C-2263-8827-48DB6C4B4682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547C0DD3-3355-EB5C-4419-1B10D923E096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547C0DD3-3355-EB5C-4419-1B10D923E0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04063DE1-A20C-3084-7921-D3AC2738FB5D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89650703-8C95-0F07-5268-97AE4C23D9C3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89650703-8C95-0F07-5268-97AE4C23D9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A2296A43-2526-1CCD-8C31-566F5E9141C2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46FDABBB-325D-07F1-F993-52800512986E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46FDABBB-325D-07F1-F993-5280051298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3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4793E877-6F18-1C7A-914F-0BA981C2BE15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D1128411-6AE7-882C-D87A-A029C2EAD415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D1128411-6AE7-882C-D87A-A029C2EAD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35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E98E1EEA-663D-DF44-8046-31E694F106E7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38DBC308-A28D-025A-C486-69F93DD93813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38DBC308-A28D-025A-C486-69F93DD938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36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AC793D01-B833-9B16-5E06-8179649C64D5}"/>
                    </a:ext>
                  </a:extLst>
                </p:cNvPr>
                <p:cNvSpPr txBox="1"/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AC793D01-B833-9B16-5E06-8179649C64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blipFill>
                  <a:blip r:embed="rId3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1540F6B7-06E6-A3DC-02AC-2D748AC83453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D2037539-AB68-E123-060E-F746C35FC81A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D6AF40A6-8777-763F-F466-6C948D943911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D6AF40A6-8777-763F-F466-6C948D9439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8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4A9B9682-4076-F405-DC5A-0E8E7059AD30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BC13A333-E2C8-C044-BF9C-2D94A4BB8093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BC13A333-E2C8-C044-BF9C-2D94A4BB80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138D216A-8738-9BF8-1FCB-89150A87AC72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E166A7FF-1037-74B2-4889-FCF4FA2B0736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E166A7FF-1037-74B2-4889-FCF4FA2B07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4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D73C6560-A646-2C5F-4232-40682F6D65D7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5DA6714B-29FA-90A6-7232-D4EBF3E8215E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5DA6714B-29FA-90A6-7232-D4EBF3E821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4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EF325941-9ACC-1ECA-8F14-D118FC07795A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34099FF5-65EA-65BA-245D-4D6E84C25114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34099FF5-65EA-65BA-245D-4D6E84C251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4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2A4B018C-6A04-7808-BEEE-BF71805C1199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2A4B018C-6A04-7808-BEEE-BF71805C11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44297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32D21-3CF2-D177-BA0E-5ED21A2C4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12079E04-C5A9-3D0D-AE84-17A7B561D0BB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C62BDA59-30B8-53E6-291E-38B4D32A98D1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CA7B7801-CC15-1402-DF76-B336223C3AE0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CA7B7801-CC15-1402-DF76-B336223C3A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98FA8368-09B5-52A5-89E3-33C1AB5A9D34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D428D2D3-7714-F6A8-4A23-8C7F5B1CBEFA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D428D2D3-7714-F6A8-4A23-8C7F5B1CBE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429E2BF0-149D-1E66-C3E5-E2357FDEA164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B0F24BB-DFE8-39EA-20A4-3168EA1A76C1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B0F24BB-DFE8-39EA-20A4-3168EA1A76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B097639D-A2AC-F349-4D96-F9241F28F0E9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0E5F74B0-4B16-9875-BA46-68E57126925C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0E5F74B0-4B16-9875-BA46-68E5712692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352E74E-B696-A0BC-7D03-2AF93E845392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352E74E-B696-A0BC-7D03-2AF93E845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1F09BD88-4600-AED3-6DF5-17116D3F4F4A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1F09BD88-4600-AED3-6DF5-17116D3F4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0476B14C-8A6A-F30A-91C5-205F035938BD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796E9AC-A411-6FEC-5CF4-54F0B727C023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796E9AC-A411-6FEC-5CF4-54F0B727C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A7CD0014-6ED9-41CD-B83E-47A178D1B9BD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32DC139-1E86-8C89-388F-6BF625C51DFE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32DC139-1E86-8C89-388F-6BF625C51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772488A4-6977-65B4-C5E3-B79127220281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F9EDD5C6-BCF9-F2B5-BD22-13818A9AB200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F9EDD5C6-BCF9-F2B5-BD22-13818A9AB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3C5F5461-0DA1-6E69-8731-80A04B4ADEAB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7807CCAB-34DC-C6AA-A1A7-DEBEA2AF5EB9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7807CCAB-34DC-C6AA-A1A7-DEBEA2AF5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44464DF4-28DC-0698-B4B3-83C0ECDE5A4A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44464DF4-28DC-0698-B4B3-83C0ECDE5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D39916A0-9EC9-1D6E-472C-A6BBB252F0AE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3F77EBB7-0DAA-CA22-D9AB-456DD758FC60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3F77EBB7-0DAA-CA22-D9AB-456DD758F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D673D415-A6F4-4565-0840-5A67C0DD7EC7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D673D415-A6F4-4565-0840-5A67C0DD7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5F768F7A-2DD0-AA9E-13F7-D67E3B12AE81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5F768F7A-2DD0-AA9E-13F7-D67E3B12A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48E2E258-A25D-4545-6E32-491B35EF1744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48E2E258-A25D-4545-6E32-491B35EF1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1111623C-F4B9-CDAA-E994-9991E51BFA91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1111623C-F4B9-CDAA-E994-9991E51BF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A577BBF9-3562-C4FB-9B00-481A1CAC1F40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A577BBF9-3562-C4FB-9B00-481A1CAC1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D8624430-73B5-7252-B5FE-2317EB940236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D8624430-73B5-7252-B5FE-2317EB940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478CF65B-1BE6-20CD-6906-77DE2FC4825F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35391170-7922-996E-1A7A-75AE907D7685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35391170-7922-996E-1A7A-75AE907D7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BA308B9A-1919-4C9E-F1D5-0A77363D0386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29062081-C5DD-BBF4-A2DC-B175CA1751A2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29062081-C5DD-BBF4-A2DC-B175CA175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3DFBC608-2E4D-0A57-4BA3-102D16D58FA8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7BC4AD6E-8383-74AD-54EA-96688EC7E1A3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7BC4AD6E-8383-74AD-54EA-96688EC7E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EE8D1A16-F25F-68A7-3902-38F7B1FB6B3E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6505092F-ABBA-9AB6-5290-BFFC6C651BCC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6505092F-ABBA-9AB6-5290-BFFC6C651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4329389B-8333-CF1E-C99B-9CD695DF4B8A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F1C0428A-15A3-2209-D888-C33A02525FD1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F1C0428A-15A3-2209-D888-C33A02525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D82114EB-0269-C445-F86C-3BCC1EA763BA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D82114EB-0269-C445-F86C-3BCC1EA76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520973E2-559D-8660-30CE-FE98991CF485}"/>
              </a:ext>
            </a:extLst>
          </p:cNvPr>
          <p:cNvSpPr/>
          <p:nvPr/>
        </p:nvSpPr>
        <p:spPr>
          <a:xfrm>
            <a:off x="4168979" y="32628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39713701-CBF5-4280-1C47-EE18AED0A410}"/>
                  </a:ext>
                </a:extLst>
              </p:cNvPr>
              <p:cNvSpPr txBox="1"/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39713701-CBF5-4280-1C47-EE18AED0A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blipFill>
                <a:blip r:embed="rId2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C465FD82-705C-483F-FE35-73FA526F9D42}"/>
              </a:ext>
            </a:extLst>
          </p:cNvPr>
          <p:cNvSpPr/>
          <p:nvPr/>
        </p:nvSpPr>
        <p:spPr>
          <a:xfrm>
            <a:off x="4554821" y="32648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3810CA36-6AF2-47B9-22A1-D82FF3666D5C}"/>
                  </a:ext>
                </a:extLst>
              </p:cNvPr>
              <p:cNvSpPr txBox="1"/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3810CA36-6AF2-47B9-22A1-D82FF3666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D844E8F7-83AD-3BF4-0D03-FE0FD6BC6E06}"/>
              </a:ext>
            </a:extLst>
          </p:cNvPr>
          <p:cNvSpPr/>
          <p:nvPr/>
        </p:nvSpPr>
        <p:spPr>
          <a:xfrm>
            <a:off x="4946572" y="3262362"/>
            <a:ext cx="313588" cy="337241"/>
          </a:xfrm>
          <a:prstGeom prst="roundRect">
            <a:avLst/>
          </a:prstGeom>
          <a:noFill/>
          <a:ln>
            <a:solidFill>
              <a:srgbClr val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DE242939-5D36-CEA6-89CF-0E180C5CD915}"/>
                  </a:ext>
                </a:extLst>
              </p:cNvPr>
              <p:cNvSpPr txBox="1"/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DE242939-5D36-CEA6-89CF-0E180C5CD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blipFill>
                <a:blip r:embed="rId28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36A3F358-0D66-6C8E-8792-1650F9B77FB6}"/>
              </a:ext>
            </a:extLst>
          </p:cNvPr>
          <p:cNvSpPr/>
          <p:nvPr/>
        </p:nvSpPr>
        <p:spPr>
          <a:xfrm>
            <a:off x="5317246" y="3262371"/>
            <a:ext cx="313588" cy="337241"/>
          </a:xfrm>
          <a:prstGeom prst="roundRect">
            <a:avLst/>
          </a:prstGeom>
          <a:noFill/>
          <a:ln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A680BDD6-239E-93E6-8D4B-34E01FEF263A}"/>
                  </a:ext>
                </a:extLst>
              </p:cNvPr>
              <p:cNvSpPr txBox="1"/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A680BDD6-239E-93E6-8D4B-34E01FEF2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blipFill>
                <a:blip r:embed="rId29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1A656B05-B257-14FC-5296-59A2C8CA2743}"/>
              </a:ext>
            </a:extLst>
          </p:cNvPr>
          <p:cNvSpPr/>
          <p:nvPr/>
        </p:nvSpPr>
        <p:spPr>
          <a:xfrm>
            <a:off x="5710876" y="32623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F1A90E34-40BA-637C-998B-ECB50ED35078}"/>
                  </a:ext>
                </a:extLst>
              </p:cNvPr>
              <p:cNvSpPr txBox="1"/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F1A90E34-40BA-637C-998B-ECB50ED35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blipFill>
                <a:blip r:embed="rId30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EDB4DC90-AF6F-93EA-6D37-15DECBDCF5CA}"/>
                  </a:ext>
                </a:extLst>
              </p:cNvPr>
              <p:cNvSpPr txBox="1"/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EDB4DC90-AF6F-93EA-6D37-15DECBDCF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blipFill>
                <a:blip r:embed="rId3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66408BC2-6003-D63D-A9D7-10CDA6795D9C}"/>
              </a:ext>
            </a:extLst>
          </p:cNvPr>
          <p:cNvGrpSpPr/>
          <p:nvPr/>
        </p:nvGrpSpPr>
        <p:grpSpPr>
          <a:xfrm>
            <a:off x="3237677" y="3691916"/>
            <a:ext cx="2792271" cy="341032"/>
            <a:chOff x="3213799" y="3376231"/>
            <a:chExt cx="2792271" cy="341032"/>
          </a:xfrm>
        </p:grpSpPr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4050F3D2-986A-A03F-3CCA-1A43B7375BE2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B314C44B-C39D-D287-7415-09AAF52D5F5E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B314C44B-C39D-D287-7415-09AAF52D5F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9305E04B-F5F7-6825-9D31-A9D94E6F6378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7E2327AE-9170-B7B8-5309-ABD70163CA46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7E2327AE-9170-B7B8-5309-ABD70163CA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0E0721D0-1521-D4C4-FD8C-126B59821941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6DC81041-C38E-24AE-ABA8-150E5BECCD7A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6DC81041-C38E-24AE-ABA8-150E5BECCD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3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689C95EF-0D1D-A386-D6D7-7FAB0119A9D1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27AFD695-EFD2-CFC5-1CF6-05DD62520D18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27AFD695-EFD2-CFC5-1CF6-05DD62520D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35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D8F8ED41-F9CE-00D2-4EAB-C47EC869E6A4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96025089-EDC5-C83A-8C69-511E2E08CE32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96025089-EDC5-C83A-8C69-511E2E08CE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36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80D22A67-370B-073A-9652-C408C4164DF7}"/>
                    </a:ext>
                  </a:extLst>
                </p:cNvPr>
                <p:cNvSpPr txBox="1"/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80D22A67-370B-073A-9652-C408C4164D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blipFill>
                  <a:blip r:embed="rId3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BB372DBA-65C3-983E-391E-1F20E384676C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19FC90A3-9B5D-BA5D-1E53-1CC0D913E1CD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76229A72-3348-CD8C-A7BB-EBA14E99E447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76229A72-3348-CD8C-A7BB-EBA14E99E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8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B51CF0C1-9C7D-8705-D957-C072EC0E79F0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E7929C01-0F46-FF19-30DD-ACC822DB1FBC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E7929C01-0F46-FF19-30DD-ACC822DB1F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38C73562-75A2-F122-A3BB-883FFE9FB8B1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668D3ABD-C09A-D2B1-1932-BD023BBF7FED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668D3ABD-C09A-D2B1-1932-BD023BBF7F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4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D6DDC38D-E355-02D5-593C-5DC4057397EA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A2E964EB-BCAB-D93A-E22F-2B7C4A263835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A2E964EB-BCAB-D93A-E22F-2B7C4A2638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4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7CBEDC4D-A13D-CBF7-3BE8-EF6374C582C9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7BEF2BD9-7AA1-6579-3677-4D59CBE41EEC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7BEF2BD9-7AA1-6579-3677-4D59CBE41E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4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49E5AB98-A758-D02E-8D87-540CC3033B64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49E5AB98-A758-D02E-8D87-540CC3033B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14390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69B8E-AF5C-6E0D-1F29-FADECC0C3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CBD71668-6E1F-D277-A7D6-A2EBE164A53C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AFD2B4BB-D00F-6843-59B0-912AA2A6A117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126D1CDC-F862-E8A7-BFB0-C71BB6127145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126D1CDC-F862-E8A7-BFB0-C71BB61271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53D4935F-3413-EB4C-8323-6211852926DC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321D45E-B389-C5FD-E796-F287DE83F407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321D45E-B389-C5FD-E796-F287DE83F4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95EC695-CAA9-A854-7BEA-562620B21D83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22AA9A80-8514-12B5-800F-8FFE40F8737B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22AA9A80-8514-12B5-800F-8FFE40F873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14D5E4D5-C7B7-5BC1-4535-E91D63E3D209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5602F638-D147-19A6-3592-2CD72FE447F3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5602F638-D147-19A6-3592-2CD72FE447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D4A070C2-34E2-CB1C-8ADE-DB3BCA6F2592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D4A070C2-34E2-CB1C-8ADE-DB3BCA6F2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C6F2938F-3E2F-D968-20AE-601CB3913BE6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C6F2938F-3E2F-D968-20AE-601CB3913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946C0826-B933-C830-105E-806D3D8FF515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D05FED1B-1767-D447-0E95-575E26188B71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D05FED1B-1767-D447-0E95-575E26188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C521E655-F8C8-F41F-B490-4CEF70DA94DD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03289A1F-1041-0F03-B945-CED78F35C7C9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03289A1F-1041-0F03-B945-CED78F35C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AADD512C-D6AD-A1E3-DCBD-3156702E1872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A0DC70A9-D5F5-490A-6603-D48797B8E886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A0DC70A9-D5F5-490A-6603-D48797B8E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6D2D5320-CB4C-BECF-7F31-935FF43C9D55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6A768ADA-B305-757D-B8F8-875494944CAF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6A768ADA-B305-757D-B8F8-875494944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CB2A03E4-37BC-825F-5777-8341843CEF3F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CB2A03E4-37BC-825F-5777-8341843CE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5011C953-6943-F899-4434-73D6E5026AB9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D8D6B149-5699-3E9F-A5BD-2EA14AFD9C14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D8D6B149-5699-3E9F-A5BD-2EA14AFD9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E1BF0EFE-0488-4A30-B2A0-CBF61A6F2473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E1BF0EFE-0488-4A30-B2A0-CBF61A6F2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7677CE2B-2F56-1750-225A-0FF72866CF51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7677CE2B-2F56-1750-225A-0FF72866C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FF923B1D-897A-C48F-1F18-85C5FE92A8A0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FF923B1D-897A-C48F-1F18-85C5FE92A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E210182C-C477-C106-AF6D-F8215B424071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E210182C-C477-C106-AF6D-F8215B424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AFBCF71D-F3A8-C096-1D31-B1C6D927F102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AFBCF71D-F3A8-C096-1D31-B1C6D927F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42E957CA-806C-F0E3-588C-BE99CBFEFD7C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42E957CA-806C-F0E3-588C-BE99CBFEF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23C8A5B0-BDC3-1D03-AA1E-828C1885ED51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2C074723-A9C6-739F-2565-A8EF92773A65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2C074723-A9C6-739F-2565-A8EF92773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08F88AB9-7F8E-3D6D-4438-489B5B0996C4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C0E85975-47A3-77FA-6320-FC6426B68FCA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C0E85975-47A3-77FA-6320-FC6426B68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65A8E576-75DA-C1B3-C175-B4972A11B4C7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4B85A4A3-1590-BDEE-941F-249950EF67D5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4B85A4A3-1590-BDEE-941F-249950EF6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AC5487C7-33CC-31CC-5C24-0DBE790918C0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BD0A8B05-BEE1-6520-8372-59A0C084706B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BD0A8B05-BEE1-6520-8372-59A0C0847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5B68E513-32E3-F95D-E96B-6798DE02A186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29E981C8-CF74-3EF8-58DE-AC667D346E40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29E981C8-CF74-3EF8-58DE-AC667D346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4D4FF2F6-3D3F-2DD2-5332-B3C4A21C2C29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4D4FF2F6-3D3F-2DD2-5332-B3C4A21C2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289BDA81-50F5-CD86-7B6B-13BBD9C69F61}"/>
              </a:ext>
            </a:extLst>
          </p:cNvPr>
          <p:cNvSpPr/>
          <p:nvPr/>
        </p:nvSpPr>
        <p:spPr>
          <a:xfrm>
            <a:off x="4168979" y="32628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AFD8FD8B-F013-4A36-367B-189E0D11C0E0}"/>
                  </a:ext>
                </a:extLst>
              </p:cNvPr>
              <p:cNvSpPr txBox="1"/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AFD8FD8B-F013-4A36-367B-189E0D11C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blipFill>
                <a:blip r:embed="rId2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06079E93-565E-C8C5-70E9-678596240FA5}"/>
              </a:ext>
            </a:extLst>
          </p:cNvPr>
          <p:cNvSpPr/>
          <p:nvPr/>
        </p:nvSpPr>
        <p:spPr>
          <a:xfrm>
            <a:off x="4554821" y="32648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F261FF53-C6CF-CF6D-131C-0489E9F2D2D6}"/>
                  </a:ext>
                </a:extLst>
              </p:cNvPr>
              <p:cNvSpPr txBox="1"/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F261FF53-C6CF-CF6D-131C-0489E9F2D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0EBD0DA7-40EA-1BF3-F565-D57B6007747F}"/>
              </a:ext>
            </a:extLst>
          </p:cNvPr>
          <p:cNvSpPr/>
          <p:nvPr/>
        </p:nvSpPr>
        <p:spPr>
          <a:xfrm>
            <a:off x="4946572" y="3262362"/>
            <a:ext cx="313588" cy="337241"/>
          </a:xfrm>
          <a:prstGeom prst="roundRect">
            <a:avLst/>
          </a:prstGeom>
          <a:noFill/>
          <a:ln>
            <a:solidFill>
              <a:srgbClr val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EDC42E73-D837-9604-6D1B-BB70E921DC89}"/>
                  </a:ext>
                </a:extLst>
              </p:cNvPr>
              <p:cNvSpPr txBox="1"/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EDC42E73-D837-9604-6D1B-BB70E921D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blipFill>
                <a:blip r:embed="rId28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F71C6F26-F1FF-CF5D-C0B7-4527F02DBE0B}"/>
              </a:ext>
            </a:extLst>
          </p:cNvPr>
          <p:cNvSpPr/>
          <p:nvPr/>
        </p:nvSpPr>
        <p:spPr>
          <a:xfrm>
            <a:off x="5317246" y="3262371"/>
            <a:ext cx="313588" cy="337241"/>
          </a:xfrm>
          <a:prstGeom prst="roundRect">
            <a:avLst/>
          </a:prstGeom>
          <a:noFill/>
          <a:ln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553F92F2-B201-423E-A9EF-F3A59301CF0B}"/>
                  </a:ext>
                </a:extLst>
              </p:cNvPr>
              <p:cNvSpPr txBox="1"/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553F92F2-B201-423E-A9EF-F3A59301C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blipFill>
                <a:blip r:embed="rId29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4BBB1632-5BAD-8B8E-00D5-4C541802ADC6}"/>
              </a:ext>
            </a:extLst>
          </p:cNvPr>
          <p:cNvSpPr/>
          <p:nvPr/>
        </p:nvSpPr>
        <p:spPr>
          <a:xfrm>
            <a:off x="5710876" y="32623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F26D02BE-1B6E-7DA4-9164-187CE2349AA1}"/>
                  </a:ext>
                </a:extLst>
              </p:cNvPr>
              <p:cNvSpPr txBox="1"/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F26D02BE-1B6E-7DA4-9164-187CE2349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blipFill>
                <a:blip r:embed="rId30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135913C4-1E5D-F766-EFE9-2DA0EC5E983E}"/>
                  </a:ext>
                </a:extLst>
              </p:cNvPr>
              <p:cNvSpPr txBox="1"/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135913C4-1E5D-F766-EFE9-2DA0EC5E9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blipFill>
                <a:blip r:embed="rId3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096243A2-0F09-1679-4A72-67B543E23CE2}"/>
              </a:ext>
            </a:extLst>
          </p:cNvPr>
          <p:cNvGrpSpPr/>
          <p:nvPr/>
        </p:nvGrpSpPr>
        <p:grpSpPr>
          <a:xfrm>
            <a:off x="3237677" y="3691916"/>
            <a:ext cx="2792271" cy="341032"/>
            <a:chOff x="3213799" y="3376231"/>
            <a:chExt cx="2792271" cy="341032"/>
          </a:xfrm>
        </p:grpSpPr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241FAF3C-60CB-270F-D690-108FE58E44F8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E499554D-F8B3-0196-5BCB-6322C13A685A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E499554D-F8B3-0196-5BCB-6322C13A68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FFD6A57D-8879-DCDA-569A-F3F519307342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EFEBC97F-0A19-EB59-EFBD-2B34A3F6570A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EFEBC97F-0A19-EB59-EFBD-2B34A3F657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10E838D0-3271-FF98-B9BA-07544465980E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4958C874-6431-D922-9AFB-6B83EABB9D97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4958C874-6431-D922-9AFB-6B83EABB9D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3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C092F956-4BA2-989E-7F2C-4F7F599B95E3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7BBAFA01-84FD-4D04-0AFD-980FCBB6AEB8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7BBAFA01-84FD-4D04-0AFD-980FCBB6AE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35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05800E1D-EAE2-BC93-7605-86D47FD67609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BC6745EE-7113-666D-011F-B3F23EC113C1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BC6745EE-7113-666D-011F-B3F23EC113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36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28910815-C89B-0FC8-DBA7-08AF24A3914F}"/>
                    </a:ext>
                  </a:extLst>
                </p:cNvPr>
                <p:cNvSpPr txBox="1"/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28910815-C89B-0FC8-DBA7-08AF24A391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799" y="3376231"/>
                  <a:ext cx="724878" cy="276999"/>
                </a:xfrm>
                <a:prstGeom prst="rect">
                  <a:avLst/>
                </a:prstGeom>
                <a:blipFill>
                  <a:blip r:embed="rId3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1C33E318-77EA-FDAB-730E-214E71A72D29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C5ED3801-C32A-EDF9-7DD1-7ED3F0B414D3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5AEC1C40-52D7-30EC-A349-A1DC596A8BA7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5AEC1C40-52D7-30EC-A349-A1DC596A8B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8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8026D7DD-B47E-0599-87F7-F20ECA0ED782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7767E926-6235-8260-3921-95FD01A827BD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7767E926-6235-8260-3921-95FD01A82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391A81D1-787E-5EB0-DFBA-7694A76091A7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7F82AFF8-1FDB-5E84-59D0-0140E752791B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7F82AFF8-1FDB-5E84-59D0-0140E75279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4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875095C5-5D44-B70F-E403-C7CCFFDE79E8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FE996756-99C4-F6EC-BF32-75A7BD7D6593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FE996756-99C4-F6EC-BF32-75A7BD7D65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4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59297FB0-FF86-C51F-975D-DC77E830BD36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4DD37D9F-AB3B-F118-6F8B-292189DD53C2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4DD37D9F-AB3B-F118-6F8B-292189DD5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4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26C1895C-3140-46CF-D0DE-C519618A4807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26C1895C-3140-46CF-D0DE-C519618A48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3608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95D5-3D5E-FF83-6CEF-ADE584240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4CE4E372-5312-8501-08E7-EB3655E20204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C7A3F278-3C1A-DF0F-ACEA-B9A9BD017731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F6E9BB3-BD82-B250-2E1D-1D2001268536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F6E9BB3-BD82-B250-2E1D-1D20012685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B510089A-623A-01D2-84EB-9E9733BB2FA1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3FA07F9-AA34-1A83-02D9-75576119904D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3FA07F9-AA34-1A83-02D9-7557611990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3E6B5DE-FEFE-0F79-CB5A-432E31687876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44930B98-551F-55B3-7B36-A0541F41372D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44930B98-551F-55B3-7B36-A0541F4137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182AA01A-8740-458B-1195-7F49EF9E0D1D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20FF3756-577F-0A6D-BB88-E84FF2859341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20FF3756-577F-0A6D-BB88-E84FF28593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08CDD42-256D-2C26-175C-7FA31D3CE7B1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08CDD42-256D-2C26-175C-7FA31D3CE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5127FB9E-C406-0D75-5DCF-883FFDDCCDA5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5127FB9E-C406-0D75-5DCF-883FFDDCC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E4010DA0-02C6-A92C-39CE-D908E1611888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93A2ECC7-F1E4-7570-DDF3-0A941EF2F868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93A2ECC7-F1E4-7570-DDF3-0A941EF2F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4D0DC5F1-3ABB-64C0-26B6-30E0EE8720F6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BECE8726-C96D-4EA8-761A-46BEDED7F0EB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BECE8726-C96D-4EA8-761A-46BEDED7F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0731F3DB-11F5-7CD7-320D-E937E4310D9C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B442E0A1-8EA2-29D3-7A5D-878970661C46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B442E0A1-8EA2-29D3-7A5D-878970661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2845C2A4-B8A6-4C62-CD5A-31330319CBFB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14DCBD03-8C5A-6B77-4A84-E740E62B39E0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14DCBD03-8C5A-6B77-4A84-E740E62B3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40112F0B-9DB3-E5A8-4852-2CBB884D51A9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40112F0B-9DB3-E5A8-4852-2CBB884D5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EC86A5F3-5AD8-196C-1380-557F7A467C9C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84C8FEB6-E344-38DB-FE37-21AD4D13D423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84C8FEB6-E344-38DB-FE37-21AD4D13D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93B779C6-117A-4AC5-5A18-ED2B7696D4A7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93B779C6-117A-4AC5-5A18-ED2B7696D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358A81D0-6EE8-0AF9-A444-9878092AE226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358A81D0-6EE8-0AF9-A444-9878092AE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3D96D8CF-CE45-1D3B-E02D-A781F5F53827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3D96D8CF-CE45-1D3B-E02D-A781F5F53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21000FB0-8A7F-8E52-C800-3239EF078D0B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21000FB0-8A7F-8E52-C800-3239EF078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25E181D3-6132-524B-EFFF-81D2FA7A985A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25E181D3-6132-524B-EFFF-81D2FA7A9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07E3336C-3E62-C3A8-C176-B903D7F15F8A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07E3336C-3E62-C3A8-C176-B903D7F15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FCCB735E-5609-FEF6-91DD-076FC7B2D755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F2558DB9-7168-8664-BD6F-6AEDE6B5CEE8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F2558DB9-7168-8664-BD6F-6AEDE6B5C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3B79E82C-38C0-56C1-2B48-B55B58AE549D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0F43FD3C-E8DC-F450-2E01-8DFB7C351E53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0F43FD3C-E8DC-F450-2E01-8DFB7C351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639C0D69-13CD-1820-135F-57BD12083F4E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D600C1C7-4117-B73A-F15E-3037EF3DA746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D600C1C7-4117-B73A-F15E-3037EF3DA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74D64804-560E-358C-BCA7-1C2BF9F0AFAF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54F6AE25-6B09-2CB3-5412-353C8EC67B3B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54F6AE25-6B09-2CB3-5412-353C8EC67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39EB1DC8-BCDE-6E6C-241D-7CCEFF55BC33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2BB87C1C-41AB-27F0-8892-EFEA32AAAAAC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2BB87C1C-41AB-27F0-8892-EFEA32AAA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FC55A837-EF24-3FDC-521D-A4711B7F6D10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FC55A837-EF24-3FDC-521D-A4711B7F6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28C226BD-5B3A-164D-FA94-05ED950AAEC0}"/>
              </a:ext>
            </a:extLst>
          </p:cNvPr>
          <p:cNvSpPr/>
          <p:nvPr/>
        </p:nvSpPr>
        <p:spPr>
          <a:xfrm>
            <a:off x="4168979" y="32628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E1F49C86-ED70-EEA8-0400-77FCA5C3EA85}"/>
                  </a:ext>
                </a:extLst>
              </p:cNvPr>
              <p:cNvSpPr txBox="1"/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E1F49C86-ED70-EEA8-0400-77FCA5C3E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blipFill>
                <a:blip r:embed="rId2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45563A1F-0B98-A00F-1838-B79426C70F3F}"/>
              </a:ext>
            </a:extLst>
          </p:cNvPr>
          <p:cNvSpPr/>
          <p:nvPr/>
        </p:nvSpPr>
        <p:spPr>
          <a:xfrm>
            <a:off x="4554821" y="32648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01AF509E-98F1-7162-6FF9-1A0FE16F16FF}"/>
                  </a:ext>
                </a:extLst>
              </p:cNvPr>
              <p:cNvSpPr txBox="1"/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01AF509E-98F1-7162-6FF9-1A0FE16F1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02774F55-52F0-361C-B68A-648A901DA59F}"/>
              </a:ext>
            </a:extLst>
          </p:cNvPr>
          <p:cNvSpPr/>
          <p:nvPr/>
        </p:nvSpPr>
        <p:spPr>
          <a:xfrm>
            <a:off x="4946572" y="3262362"/>
            <a:ext cx="313588" cy="337241"/>
          </a:xfrm>
          <a:prstGeom prst="roundRect">
            <a:avLst/>
          </a:prstGeom>
          <a:noFill/>
          <a:ln>
            <a:solidFill>
              <a:srgbClr val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11E84724-0CCB-DC26-089A-D238ACC156A0}"/>
                  </a:ext>
                </a:extLst>
              </p:cNvPr>
              <p:cNvSpPr txBox="1"/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11E84724-0CCB-DC26-089A-D238ACC15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blipFill>
                <a:blip r:embed="rId28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A1C47526-77D0-A0CF-46FE-8AA611529A0E}"/>
              </a:ext>
            </a:extLst>
          </p:cNvPr>
          <p:cNvSpPr/>
          <p:nvPr/>
        </p:nvSpPr>
        <p:spPr>
          <a:xfrm>
            <a:off x="5317246" y="32623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B8C2DB58-7A58-027E-483F-5A6C7E5255D4}"/>
                  </a:ext>
                </a:extLst>
              </p:cNvPr>
              <p:cNvSpPr txBox="1"/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B8C2DB58-7A58-027E-483F-5A6C7E525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blipFill>
                <a:blip r:embed="rId29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F1ADDCEE-2D7F-A7A8-8EEF-B6B2EF967293}"/>
              </a:ext>
            </a:extLst>
          </p:cNvPr>
          <p:cNvSpPr/>
          <p:nvPr/>
        </p:nvSpPr>
        <p:spPr>
          <a:xfrm>
            <a:off x="5710876" y="3262350"/>
            <a:ext cx="313588" cy="337241"/>
          </a:xfrm>
          <a:prstGeom prst="roundRect">
            <a:avLst/>
          </a:prstGeom>
          <a:noFill/>
          <a:ln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53FD12B0-77C7-DB65-A34B-0C5096C4D708}"/>
                  </a:ext>
                </a:extLst>
              </p:cNvPr>
              <p:cNvSpPr txBox="1"/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53FD12B0-77C7-DB65-A34B-0C5096C4D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blipFill>
                <a:blip r:embed="rId30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8C348BAD-9CEA-ED02-8547-AE0FF1E832F5}"/>
                  </a:ext>
                </a:extLst>
              </p:cNvPr>
              <p:cNvSpPr txBox="1"/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8C348BAD-9CEA-ED02-8547-AE0FF1E83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blipFill>
                <a:blip r:embed="rId3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EFEE9C44-610A-8B6D-E9F1-33CABE1066AA}"/>
              </a:ext>
            </a:extLst>
          </p:cNvPr>
          <p:cNvSpPr/>
          <p:nvPr/>
        </p:nvSpPr>
        <p:spPr>
          <a:xfrm>
            <a:off x="4174463" y="36937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3C65CFE5-7E63-70E0-D4E6-5473F346B8E6}"/>
                  </a:ext>
                </a:extLst>
              </p:cNvPr>
              <p:cNvSpPr txBox="1"/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3C65CFE5-7E63-70E0-D4E6-5473F346B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blipFill>
                <a:blip r:embed="rId3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4214434A-54F3-F24E-67D3-42B805099B38}"/>
              </a:ext>
            </a:extLst>
          </p:cNvPr>
          <p:cNvSpPr/>
          <p:nvPr/>
        </p:nvSpPr>
        <p:spPr>
          <a:xfrm>
            <a:off x="4560305" y="36957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4679F0A3-148D-42F4-5C68-3F20EE370028}"/>
                  </a:ext>
                </a:extLst>
              </p:cNvPr>
              <p:cNvSpPr txBox="1"/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4679F0A3-148D-42F4-5C68-3F20EE370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608299A7-A800-CF30-CA4A-6D92DE6D93FB}"/>
              </a:ext>
            </a:extLst>
          </p:cNvPr>
          <p:cNvSpPr/>
          <p:nvPr/>
        </p:nvSpPr>
        <p:spPr>
          <a:xfrm>
            <a:off x="4952056" y="369326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88520027-9BD4-9F10-1B15-201071669457}"/>
                  </a:ext>
                </a:extLst>
              </p:cNvPr>
              <p:cNvSpPr txBox="1"/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88520027-9BD4-9F10-1B15-201071669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blipFill>
                <a:blip r:embed="rId3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38262560-6A33-9BA3-031E-FD95E0126ED8}"/>
              </a:ext>
            </a:extLst>
          </p:cNvPr>
          <p:cNvSpPr/>
          <p:nvPr/>
        </p:nvSpPr>
        <p:spPr>
          <a:xfrm>
            <a:off x="5322730" y="36932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38C36B37-23E6-9A23-1DAB-345F1CB13E71}"/>
                  </a:ext>
                </a:extLst>
              </p:cNvPr>
              <p:cNvSpPr txBox="1"/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38C36B37-23E6-9A23-1DAB-345F1CB13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blipFill>
                <a:blip r:embed="rId35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0E565B5C-B390-CB42-F271-CBB4160C7F60}"/>
              </a:ext>
            </a:extLst>
          </p:cNvPr>
          <p:cNvSpPr/>
          <p:nvPr/>
        </p:nvSpPr>
        <p:spPr>
          <a:xfrm>
            <a:off x="5716360" y="36932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D25129BF-3368-E0F5-2DBE-12CB67245825}"/>
                  </a:ext>
                </a:extLst>
              </p:cNvPr>
              <p:cNvSpPr txBox="1"/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D25129BF-3368-E0F5-2DBE-12CB67245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blipFill>
                <a:blip r:embed="rId3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DBB53156-D1A5-C41E-99E6-9C07CC373411}"/>
                  </a:ext>
                </a:extLst>
              </p:cNvPr>
              <p:cNvSpPr txBox="1"/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DBB53156-D1A5-C41E-99E6-9C07CC373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blipFill>
                <a:blip r:embed="rId3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0D17CFF8-7DC2-ACCD-0003-8B8479031983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6D9DB3E7-2AAF-65A4-4D0C-F09EDE5A13A2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079AFF9C-5E76-2DCE-9F58-2FCD54B66E83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079AFF9C-5E76-2DCE-9F58-2FCD54B66E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8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68F39963-BB28-03B8-5365-A734480249CE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9FB01036-0654-1EC6-F645-71C28C07E7E6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9FB01036-0654-1EC6-F645-71C28C07E7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CE836542-B953-A344-5E99-9E940D0C2530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146234E3-E9C8-3D69-DBAE-E1CB778FB3E3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146234E3-E9C8-3D69-DBAE-E1CB778FB3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4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B9CFF9B2-6F9C-0419-F044-B9739527A965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255467D1-E680-62E6-F4C5-804847AE1BA9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255467D1-E680-62E6-F4C5-804847AE1B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4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74E1145B-5F6E-5166-0A6B-01759741EB47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0F7048C0-B4E4-3570-689D-0004298564F8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0F7048C0-B4E4-3570-689D-0004298564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4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34F5640B-9185-CF5B-B70B-451A633A9735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34F5640B-9185-CF5B-B70B-451A633A97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07726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3113B-B96A-95D6-24CF-72B21D2C1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BC7ECF75-1228-D7D5-5935-B3FA02154CD3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C9ABE80A-F0B3-A70E-7DA5-C312B661312B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A524D42B-BB8F-4889-26E3-46CE01A3667A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A524D42B-BB8F-4889-26E3-46CE01A366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25CA4201-785D-BD56-3B28-5EA96BFB7427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88B6C57A-5B71-DA72-4FDD-BF3CBE3487B0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88B6C57A-5B71-DA72-4FDD-BF3CBE3487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BE90BCDB-6EFF-1B83-1E07-E7E88ECAF10B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9B45FB1E-1796-4B8B-4AF3-8877E1BCBC3F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9B45FB1E-1796-4B8B-4AF3-8877E1BCBC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7B684C0A-0E42-6228-4C2D-3E2496EAA6EE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CED7B30-AFD1-0447-B40A-7AE60F6CBF24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CED7B30-AFD1-0447-B40A-7AE60F6CBF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6BF28364-6385-A2CF-8C2D-CEB3F2601D4F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6BF28364-6385-A2CF-8C2D-CEB3F2601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C4BA0CAC-27E4-D29C-4A76-8A207B9B071A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C4BA0CAC-27E4-D29C-4A76-8A207B9B0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7710A346-C797-5C20-2761-2C390FD49C6D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13A2FA42-64F2-2E47-FD9B-DC1369629CEC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13A2FA42-64F2-2E47-FD9B-DC1369629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EF4119BB-7D13-E2FC-C25F-E33FBF7FE1EA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B572ECBD-4C17-73C4-C789-CA31BA610318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B572ECBD-4C17-73C4-C789-CA31BA610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FBEFC6FD-166D-2BEA-0B30-580CF16EAF23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3DB9FEFA-FF4D-E0CB-728F-32E092DE3F7C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3DB9FEFA-FF4D-E0CB-728F-32E092DE3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EC5FB156-A4EE-FA44-AAE9-C46429B7CF6C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C8876DE0-20FA-50BA-42C1-A96BE66044CF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C8876DE0-20FA-50BA-42C1-A96BE6604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B045FA65-4C6F-48B8-B8E0-6693C4E8CFB9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B045FA65-4C6F-48B8-B8E0-6693C4E8C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7AE05BF2-8E55-AA2E-A3FB-A6F32C9B49F3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3553E48C-2FB7-2AA1-5E4B-460D8586D762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3553E48C-2FB7-2AA1-5E4B-460D8586D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ADD1AE6D-84C4-4C2C-A8A1-72F5DF90617A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ADD1AE6D-84C4-4C2C-A8A1-72F5DF906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8429D6A1-C910-8284-534F-C4A372523605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8429D6A1-C910-8284-534F-C4A372523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646C3649-DD8D-7DF3-923E-1CFC17973994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646C3649-DD8D-7DF3-923E-1CFC17973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ECBAE693-000B-1E57-8B1E-AD04C77F0EFB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ECBAE693-000B-1E57-8B1E-AD04C77F0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1092F5A3-95C5-2F93-2470-F85B3C44518B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1092F5A3-95C5-2F93-2470-F85B3C445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8E57C00A-D4B5-4B09-E244-7A56B9554C15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8E57C00A-D4B5-4B09-E244-7A56B9554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1EB476B9-B37D-D319-092F-3BE249D1D093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7933EC94-046A-E8FC-17A5-8580DE4FCE99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7933EC94-046A-E8FC-17A5-8580DE4FC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CF08C622-AE68-CBEF-B66C-385AED99330E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A773E5EE-61AF-EFFB-627B-CDB2DE012139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A773E5EE-61AF-EFFB-627B-CDB2DE012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CD8A7D77-84EA-3828-B001-5884C520CBC2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A3852DEF-36D1-586D-5CB5-9895A6D3F1B7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A3852DEF-36D1-586D-5CB5-9895A6D3F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A1572824-487F-88D6-0E77-F9ABC924344B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D4C95CB2-BDB6-2D51-EA13-2D6B6F7A32D5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D4C95CB2-BDB6-2D51-EA13-2D6B6F7A3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DD7D83F2-76CF-C7A2-C8F5-3EE19367D5A0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23989F83-3ED0-7682-182F-754482F77337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23989F83-3ED0-7682-182F-754482F77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C3E8AD8D-B5EA-A6D2-8EE0-740CAB6F7B24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C3E8AD8D-B5EA-A6D2-8EE0-740CAB6F7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3858EF9B-CA52-7F65-1086-01A7ACB85EF3}"/>
              </a:ext>
            </a:extLst>
          </p:cNvPr>
          <p:cNvSpPr/>
          <p:nvPr/>
        </p:nvSpPr>
        <p:spPr>
          <a:xfrm>
            <a:off x="4168979" y="32628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0FED4288-A651-3C0A-0918-0AB2C1287872}"/>
                  </a:ext>
                </a:extLst>
              </p:cNvPr>
              <p:cNvSpPr txBox="1"/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0FED4288-A651-3C0A-0918-0AB2C1287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blipFill>
                <a:blip r:embed="rId2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B7770074-3CCA-CF21-CC73-8933A1655C25}"/>
              </a:ext>
            </a:extLst>
          </p:cNvPr>
          <p:cNvSpPr/>
          <p:nvPr/>
        </p:nvSpPr>
        <p:spPr>
          <a:xfrm>
            <a:off x="4554821" y="32648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95BF0B09-4ECB-9B79-0629-6C870F9554FB}"/>
                  </a:ext>
                </a:extLst>
              </p:cNvPr>
              <p:cNvSpPr txBox="1"/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95BF0B09-4ECB-9B79-0629-6C870F955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83EAC8FF-31D1-5A1B-4CFA-AB95B091C479}"/>
              </a:ext>
            </a:extLst>
          </p:cNvPr>
          <p:cNvSpPr/>
          <p:nvPr/>
        </p:nvSpPr>
        <p:spPr>
          <a:xfrm>
            <a:off x="4946572" y="3262362"/>
            <a:ext cx="313588" cy="337241"/>
          </a:xfrm>
          <a:prstGeom prst="roundRect">
            <a:avLst/>
          </a:prstGeom>
          <a:noFill/>
          <a:ln>
            <a:solidFill>
              <a:srgbClr val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31B1E245-4F18-670E-FF4C-E618312CD1E3}"/>
                  </a:ext>
                </a:extLst>
              </p:cNvPr>
              <p:cNvSpPr txBox="1"/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31B1E245-4F18-670E-FF4C-E618312CD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blipFill>
                <a:blip r:embed="rId28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07A6C381-162F-1BEF-450C-0275FEE48741}"/>
              </a:ext>
            </a:extLst>
          </p:cNvPr>
          <p:cNvSpPr/>
          <p:nvPr/>
        </p:nvSpPr>
        <p:spPr>
          <a:xfrm>
            <a:off x="5317246" y="32623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1671CC68-9904-D1FD-AB67-6206F3536426}"/>
                  </a:ext>
                </a:extLst>
              </p:cNvPr>
              <p:cNvSpPr txBox="1"/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1671CC68-9904-D1FD-AB67-6206F3536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blipFill>
                <a:blip r:embed="rId29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E663A965-A2F5-7F7F-1F5A-687F0C59A23F}"/>
              </a:ext>
            </a:extLst>
          </p:cNvPr>
          <p:cNvSpPr/>
          <p:nvPr/>
        </p:nvSpPr>
        <p:spPr>
          <a:xfrm>
            <a:off x="5710876" y="3262350"/>
            <a:ext cx="313588" cy="337241"/>
          </a:xfrm>
          <a:prstGeom prst="roundRect">
            <a:avLst/>
          </a:prstGeom>
          <a:noFill/>
          <a:ln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45677886-E59E-45B3-DB46-31052504F04C}"/>
                  </a:ext>
                </a:extLst>
              </p:cNvPr>
              <p:cNvSpPr txBox="1"/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45677886-E59E-45B3-DB46-31052504F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blipFill>
                <a:blip r:embed="rId30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4555832E-4D0E-FD17-171C-CEFA2B652D76}"/>
                  </a:ext>
                </a:extLst>
              </p:cNvPr>
              <p:cNvSpPr txBox="1"/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4555832E-4D0E-FD17-171C-CEFA2B652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blipFill>
                <a:blip r:embed="rId3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117170BB-7E42-7F25-1F16-2E0AA5C22C7C}"/>
              </a:ext>
            </a:extLst>
          </p:cNvPr>
          <p:cNvSpPr/>
          <p:nvPr/>
        </p:nvSpPr>
        <p:spPr>
          <a:xfrm>
            <a:off x="4174463" y="36937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12F67A4B-CB63-2BFA-598F-D85D1B1784DC}"/>
                  </a:ext>
                </a:extLst>
              </p:cNvPr>
              <p:cNvSpPr txBox="1"/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12F67A4B-CB63-2BFA-598F-D85D1B178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blipFill>
                <a:blip r:embed="rId3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B4B4038F-9EF4-1F45-994B-5D6D1466BAA0}"/>
              </a:ext>
            </a:extLst>
          </p:cNvPr>
          <p:cNvSpPr/>
          <p:nvPr/>
        </p:nvSpPr>
        <p:spPr>
          <a:xfrm>
            <a:off x="4560305" y="36957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B6A5D7DC-7A69-505C-DE1C-A5B027057728}"/>
                  </a:ext>
                </a:extLst>
              </p:cNvPr>
              <p:cNvSpPr txBox="1"/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B6A5D7DC-7A69-505C-DE1C-A5B027057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22716FE2-E347-9F49-24E5-963195393D01}"/>
              </a:ext>
            </a:extLst>
          </p:cNvPr>
          <p:cNvSpPr/>
          <p:nvPr/>
        </p:nvSpPr>
        <p:spPr>
          <a:xfrm>
            <a:off x="4952056" y="369326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A62E351F-7962-A0A2-BB68-B8DE8A8BC2CE}"/>
                  </a:ext>
                </a:extLst>
              </p:cNvPr>
              <p:cNvSpPr txBox="1"/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A62E351F-7962-A0A2-BB68-B8DE8A8BC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blipFill>
                <a:blip r:embed="rId3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B9E8CF7A-0943-073F-7A71-D2E9F6F84846}"/>
              </a:ext>
            </a:extLst>
          </p:cNvPr>
          <p:cNvSpPr/>
          <p:nvPr/>
        </p:nvSpPr>
        <p:spPr>
          <a:xfrm>
            <a:off x="5322730" y="36932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921652EE-77EB-545E-7128-423439925F2A}"/>
                  </a:ext>
                </a:extLst>
              </p:cNvPr>
              <p:cNvSpPr txBox="1"/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921652EE-77EB-545E-7128-423439925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blipFill>
                <a:blip r:embed="rId35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F22A849F-079D-D07E-E6CE-F69936210B98}"/>
              </a:ext>
            </a:extLst>
          </p:cNvPr>
          <p:cNvSpPr/>
          <p:nvPr/>
        </p:nvSpPr>
        <p:spPr>
          <a:xfrm>
            <a:off x="5716360" y="36932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6E7530DA-4DB5-A9D8-77B5-508C0AF07C06}"/>
                  </a:ext>
                </a:extLst>
              </p:cNvPr>
              <p:cNvSpPr txBox="1"/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6E7530DA-4DB5-A9D8-77B5-508C0AF07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blipFill>
                <a:blip r:embed="rId3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05208C12-D167-A557-E796-222F709417DD}"/>
                  </a:ext>
                </a:extLst>
              </p:cNvPr>
              <p:cNvSpPr txBox="1"/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05208C12-D167-A557-E796-222F70941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blipFill>
                <a:blip r:embed="rId3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B9E14B06-156F-0E9F-458B-8AC7A4E5FA67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16FBE4B6-226A-0954-A36C-04CB68E7BD67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C16781E2-B925-2A67-D98A-D45D449D4058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C16781E2-B925-2A67-D98A-D45D449D40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8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84BEE7E3-09F5-8FCE-5843-E0BA11FF5DB0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C9567301-5029-2082-CD9B-8E664E1C1651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C9567301-5029-2082-CD9B-8E664E1C16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68A095DC-8121-C7C8-55E0-CF3086C97359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09E126CD-632C-7E22-9D2B-9CBCACB3BAA7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09E126CD-632C-7E22-9D2B-9CBCACB3B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4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42E1D4DC-5152-D87B-C910-06D5BA4A3F44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43686173-0342-2EAA-3DCC-2E97C0968213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43686173-0342-2EAA-3DCC-2E97C09682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4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618C0493-429E-AAE9-5AFA-B072E3BD0944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5A20E7E1-BE86-C1C2-319C-6D828E63B089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5A20E7E1-BE86-C1C2-319C-6D828E63B0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4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0CC023BF-7966-4FFF-EEBA-9D92D730C27E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0CC023BF-7966-4FFF-EEBA-9D92D730C2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72784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5912D-A57A-9D08-4176-95B614A1F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1DF1F984-2AFA-576D-F03B-7CDB249AD414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DAB92375-0436-AA95-D302-DA2AC3FE36E7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7F175A1-4E2C-F870-C9BC-D64C671E30EF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7F175A1-4E2C-F870-C9BC-D64C671E30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08531C5-BB59-3D74-7404-DA36CC3E4073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9748C150-00A3-2346-B347-562609E0F5CC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9748C150-00A3-2346-B347-562609E0F5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441B1E49-A78F-A9B8-2168-E9FECED165D7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B53CEE6-AD92-49AB-1DCD-FF0FD8CF55A2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B53CEE6-AD92-49AB-1DCD-FF0FD8CF55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E717A7F1-661A-CEB1-2145-2FF67E15BF77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26F4409-4ED6-3160-C557-692B5DA725ED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26F4409-4ED6-3160-C557-692B5DA725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4FA2FFE9-D3AE-34EA-C66A-2B43635AA002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4FA2FFE9-D3AE-34EA-C66A-2B43635AA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BB697801-C779-4D39-A603-FD13089D7848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BB697801-C779-4D39-A603-FD13089D7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476B164F-B7CA-84B3-1825-25ECFA036A62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D6D282C-60EB-44B4-34DA-839CD87344C6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D6D282C-60EB-44B4-34DA-839CD8734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77A630AD-E3BC-8098-3792-DF28AA4258F8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B5AF7E99-A32E-CD4A-3F26-B4DD8A991972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B5AF7E99-A32E-CD4A-3F26-B4DD8A991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C52E70B3-622F-DDDF-EE1C-55FDCB94CEB7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24C6370D-013B-D831-9FC5-82BBADEFECAF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24C6370D-013B-D831-9FC5-82BBADEFE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F8008927-245D-3616-1824-4A772D4FB211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784A4574-7400-0142-9039-803644313FBD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784A4574-7400-0142-9039-803644313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2B52EB9A-9BF4-8794-8A6F-E2E4FBD369D1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2B52EB9A-9BF4-8794-8A6F-E2E4FBD36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9AA0A4E0-F44E-8140-0494-C00872B9FEF2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6B8E9499-CF14-7595-4B10-76135AD8A5DF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6B8E9499-CF14-7595-4B10-76135AD8A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B0182C31-0394-1748-C386-A0F3A6BB57D9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B0182C31-0394-1748-C386-A0F3A6BB5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427EF391-D3B7-EAE1-4D9F-2CC6217DB613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427EF391-D3B7-EAE1-4D9F-2CC6217DB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A846F585-6555-56BE-C590-173746430C40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A846F585-6555-56BE-C590-173746430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FE25BC25-E73C-181E-4437-56A76D9A5851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FE25BC25-E73C-181E-4437-56A76D9A5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3291D87B-51BE-1C99-F929-C44A0F815720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3291D87B-51BE-1C99-F929-C44A0F815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EB820102-E775-2C54-76C6-BD8E7E8AEE96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EB820102-E775-2C54-76C6-BD8E7E8AE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76F9523D-2744-F3F2-03D8-B16B385D0A31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4D5C12BA-DFE9-6DF9-4658-E4E9D6BF5B2C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4D5C12BA-DFE9-6DF9-4658-E4E9D6BF5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123704A2-2160-4713-A3A2-102508AA15E9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11ADDD65-C295-16E5-4FE1-8F54CE807DDC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11ADDD65-C295-16E5-4FE1-8F54CE807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205491FC-D45E-FA25-DB92-4C6150D24A65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7E21E239-A66F-4411-6F9A-C9E95DB36F6C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7E21E239-A66F-4411-6F9A-C9E95DB36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F4C1A804-13A4-EB16-04E1-71ADE5CB42BE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735CE5CC-BD4F-F92B-6665-B8B67F2660E1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735CE5CC-BD4F-F92B-6665-B8B67F266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98384109-850F-D2B4-35C6-BD7E952825E1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39544BFA-D88D-0313-34C6-B8780C2A942B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39544BFA-D88D-0313-34C6-B8780C2A9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C0924E0C-3746-80DE-9101-4E8B23DA3C16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C0924E0C-3746-80DE-9101-4E8B23DA3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51A51D8C-D010-A2B4-8069-CFA106A374B0}"/>
              </a:ext>
            </a:extLst>
          </p:cNvPr>
          <p:cNvGrpSpPr/>
          <p:nvPr/>
        </p:nvGrpSpPr>
        <p:grpSpPr>
          <a:xfrm>
            <a:off x="3372412" y="3255951"/>
            <a:ext cx="2652052" cy="346097"/>
            <a:chOff x="3354018" y="3371166"/>
            <a:chExt cx="2652052" cy="346097"/>
          </a:xfrm>
        </p:grpSpPr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B9D34CF0-F3B0-1F44-2572-BB21196BE6DC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36E07BA0-2477-A05B-16F1-5F870CEB5298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36E07BA0-2477-A05B-16F1-5F870CEB52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26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CDF253F8-78D8-3977-1FB4-5CDDA10B24E1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6DAF7B3F-364C-5DDF-9C92-CA46ED4C2B1D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6DAF7B3F-364C-5DDF-9C92-CA46ED4C2B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B49316A7-312F-2481-AACC-B6C94C6545EB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rgbClr val="00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567A2C99-3F7B-5797-F1DD-B85B0B71115E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567A2C99-3F7B-5797-F1DD-B85B0B7111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28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E5CAD642-F1DC-B0D3-33F2-B9D61219736C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0947430C-DA8A-D282-7C34-068836DFB3D3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0947430C-DA8A-D282-7C34-068836DFB3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2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5717B101-A6E7-CDA2-A1DB-B5988E69BC9D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10A10497-B3B0-3C48-3F4D-3F7C800A4144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10A10497-B3B0-3C48-3F4D-3F7C800A41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30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AEEE2970-9EDB-72EE-88B2-B6301964AF80}"/>
                    </a:ext>
                  </a:extLst>
                </p:cNvPr>
                <p:cNvSpPr txBox="1"/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AEEE2970-9EDB-72EE-88B2-B6301964AF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77D4EA4A-C896-2261-3363-3044736009C0}"/>
              </a:ext>
            </a:extLst>
          </p:cNvPr>
          <p:cNvSpPr/>
          <p:nvPr/>
        </p:nvSpPr>
        <p:spPr>
          <a:xfrm>
            <a:off x="4174463" y="36937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98DADF6-3554-8B30-C29A-431E6B40838B}"/>
                  </a:ext>
                </a:extLst>
              </p:cNvPr>
              <p:cNvSpPr txBox="1"/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98DADF6-3554-8B30-C29A-431E6B408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blipFill>
                <a:blip r:embed="rId3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F495D3BA-E713-CE72-6860-E6C3276DF6F2}"/>
              </a:ext>
            </a:extLst>
          </p:cNvPr>
          <p:cNvSpPr/>
          <p:nvPr/>
        </p:nvSpPr>
        <p:spPr>
          <a:xfrm>
            <a:off x="4560305" y="3695707"/>
            <a:ext cx="344947" cy="337241"/>
          </a:xfrm>
          <a:prstGeom prst="roundRect">
            <a:avLst/>
          </a:prstGeom>
          <a:noFill/>
          <a:ln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066FA494-4554-3097-2156-B2EDA76F3657}"/>
                  </a:ext>
                </a:extLst>
              </p:cNvPr>
              <p:cNvSpPr txBox="1"/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066FA494-4554-3097-2156-B2EDA76F3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A02B0AC3-44DD-C0EB-6A14-A3EA22C4B61B}"/>
              </a:ext>
            </a:extLst>
          </p:cNvPr>
          <p:cNvSpPr/>
          <p:nvPr/>
        </p:nvSpPr>
        <p:spPr>
          <a:xfrm>
            <a:off x="4952056" y="369326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ED4BC678-BCD9-891C-5139-8CCD879C0A2A}"/>
                  </a:ext>
                </a:extLst>
              </p:cNvPr>
              <p:cNvSpPr txBox="1"/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ED4BC678-BCD9-891C-5139-8CCD879C0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blipFill>
                <a:blip r:embed="rId3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AE402096-84BC-3E59-E80D-6E28845798E1}"/>
              </a:ext>
            </a:extLst>
          </p:cNvPr>
          <p:cNvSpPr/>
          <p:nvPr/>
        </p:nvSpPr>
        <p:spPr>
          <a:xfrm>
            <a:off x="5322730" y="36932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4443F50C-A548-458A-D9A1-0B5B5FC485BA}"/>
                  </a:ext>
                </a:extLst>
              </p:cNvPr>
              <p:cNvSpPr txBox="1"/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4443F50C-A548-458A-D9A1-0B5B5FC48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blipFill>
                <a:blip r:embed="rId35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706C7605-9EE7-7AF2-E07B-4100D5104FC0}"/>
              </a:ext>
            </a:extLst>
          </p:cNvPr>
          <p:cNvSpPr/>
          <p:nvPr/>
        </p:nvSpPr>
        <p:spPr>
          <a:xfrm>
            <a:off x="5716360" y="36932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3FFC4EED-4D0B-DD9A-1B07-2541B612B8C0}"/>
                  </a:ext>
                </a:extLst>
              </p:cNvPr>
              <p:cNvSpPr txBox="1"/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3FFC4EED-4D0B-DD9A-1B07-2541B612B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blipFill>
                <a:blip r:embed="rId3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608B3319-0131-946E-177E-3F2FA7F8DC13}"/>
                  </a:ext>
                </a:extLst>
              </p:cNvPr>
              <p:cNvSpPr txBox="1"/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608B3319-0131-946E-177E-3F2FA7F8D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blipFill>
                <a:blip r:embed="rId3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E1E5D5BB-20A4-15EA-725F-547B4E5E0A57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A0129924-ECB5-BD24-7AFB-01E958FBDFEC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CDD253B1-56FF-D08E-ADB6-B122CD18DF9C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CDD253B1-56FF-D08E-ADB6-B122CD18DF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8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818344A8-C944-911A-5EA2-CB296C8994D1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655FB112-69D6-EF89-E68E-6DA0D331FC09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655FB112-69D6-EF89-E68E-6DA0D331FC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9C76CCFE-A942-14EE-C03C-A2B74A08C7F9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90EFAAAA-ACCE-684D-424E-B5E951A1B9D9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90EFAAAA-ACCE-684D-424E-B5E951A1B9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4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0B8D8ED9-A160-3518-C51A-1DA07B58DE5E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3DAC239C-2549-4F43-6331-F7E418A844FB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3DAC239C-2549-4F43-6331-F7E418A844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4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C63D8914-2A50-C201-D586-DCAAE620A608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A5C95814-272A-CD09-45CE-32138115EFFE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A5C95814-272A-CD09-45CE-32138115EF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4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A4517991-4B05-A6D6-432F-604D2B59BD98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A4517991-4B05-A6D6-432F-604D2B59BD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69862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696C6-4427-D64C-D768-624995BF2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9BB71688-D36C-521B-E188-6EC53646F416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DC9AE5F0-0E37-1916-2671-D31948C27416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28906DB7-7810-4D33-7090-ED4BB91686D0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28906DB7-7810-4D33-7090-ED4BB91686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5E76653-25A8-0609-C9DE-A840F9FD737A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D0B3A6D8-5132-0D5C-F0F7-23C88FA1E64C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D0B3A6D8-5132-0D5C-F0F7-23C88FA1E6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D61DB95F-0BD0-11F8-E155-2323D38E31B4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D6092E3-1CCA-FF7D-E60F-A072111ED5F0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D6092E3-1CCA-FF7D-E60F-A072111ED5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00D69ED4-BAA3-89EE-0D64-0D001E274169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F8D5FF5A-33F9-C745-2B33-80BC5F2010DF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F8D5FF5A-33F9-C745-2B33-80BC5F2010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69B2453-5BFE-25CA-9766-A9010FBEDBE2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69B2453-5BFE-25CA-9766-A9010FBED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4159AE25-21D9-DB50-CEF3-AA2775B445A5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4159AE25-21D9-DB50-CEF3-AA2775B44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92013F7F-61D1-10EF-491B-A986430E8D62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2341E952-0DB0-6FF5-6944-86410D1A8135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2341E952-0DB0-6FF5-6944-86410D1A8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272536CB-CE1F-C26D-1F07-9CB947C3980E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293774AD-E06C-6AC8-6799-D15EB40C53FB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293774AD-E06C-6AC8-6799-D15EB40C5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A3A22B1E-481F-2E49-B03C-DA6018A439B5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B2B16C1C-208A-A3D3-8372-8513E589CB09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B2B16C1C-208A-A3D3-8372-8513E589C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7BB767C3-B93F-781E-9E6E-EE6929281849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29FE7162-CB88-A070-085B-04518E4BE17D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29FE7162-CB88-A070-085B-04518E4BE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DBA1CCFC-D6EB-46A4-C303-7FC209D5FBC7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DBA1CCFC-D6EB-46A4-C303-7FC209D5F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41DF15B0-1ED0-890E-D64C-51D00E58C7F3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61CC32BC-2555-FFBD-9EE0-2A5BFC6C932E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61CC32BC-2555-FFBD-9EE0-2A5BFC6C9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B92D1293-8C6B-C99D-E5DD-1C60E28B53CB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B92D1293-8C6B-C99D-E5DD-1C60E28B5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73A31746-E21D-74C4-F63F-FA24A3BAAFB8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73A31746-E21D-74C4-F63F-FA24A3BAA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6E93D04D-A1DF-AEBF-3077-38636E0660E5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6E93D04D-A1DF-AEBF-3077-38636E066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1C3E4677-2CEC-1AE1-6A68-28ACEC2BEBFB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1C3E4677-2CEC-1AE1-6A68-28ACEC2BE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6B69FFAC-B15E-3D88-CFCB-74B924503D3E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6B69FFAC-B15E-3D88-CFCB-74B924503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6834310B-A257-5D45-F5A7-08520ECC407B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6834310B-A257-5D45-F5A7-08520ECC4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1B321F92-1AC7-E0D2-FB77-235BE5D68EBE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9069A91E-82CB-290D-A39A-EB049B9FDD86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9069A91E-82CB-290D-A39A-EB049B9FD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C7D3822E-EB84-6760-EE4B-768C2D6B7860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62F6A3-BD03-1799-E7FC-4E5AC7CD17D8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62F6A3-BD03-1799-E7FC-4E5AC7CD1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F66CEBA4-14DD-EAF7-7153-EBD2FA94A0D5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6F7052D4-AAE1-F279-99F7-459C558120C2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6F7052D4-AAE1-F279-99F7-459C55812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E90DA936-9B0A-8EB6-009F-EFA7684F65F4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CE4BFF1D-568D-ECD2-8F68-17E5EF7EFB4D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CE4BFF1D-568D-ECD2-8F68-17E5EF7EF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00CA424D-ABA4-8DAD-84B2-B8F199F8253E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5C252714-736C-9CFE-903F-EC6ADCECC1DC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5C252714-736C-9CFE-903F-EC6ADCECC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68781F0B-5309-0217-E309-27E2E3F7A881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68781F0B-5309-0217-E309-27E2E3F7A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829C6773-A726-22D0-2F14-53DFA7574B3B}"/>
              </a:ext>
            </a:extLst>
          </p:cNvPr>
          <p:cNvGrpSpPr/>
          <p:nvPr/>
        </p:nvGrpSpPr>
        <p:grpSpPr>
          <a:xfrm>
            <a:off x="3372412" y="3255951"/>
            <a:ext cx="2652052" cy="346097"/>
            <a:chOff x="3354018" y="3371166"/>
            <a:chExt cx="2652052" cy="346097"/>
          </a:xfrm>
        </p:grpSpPr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127058F1-D49F-7DBF-7681-67112500F5DA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5C283CB7-2905-CB3C-BBCB-C639A1594135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5C283CB7-2905-CB3C-BBCB-C639A15941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26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69FE93D5-E2DD-BE7F-5666-E17E325AF190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0A24349C-34F4-06CF-E693-2497E17BFEDF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0A24349C-34F4-06CF-E693-2497E17BFE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32672CD9-5DF3-10A6-9D64-F6295137AC60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rgbClr val="00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B1C1B721-48FD-B2F9-BA59-E8B7BFFBA829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B1C1B721-48FD-B2F9-BA59-E8B7BFFBA8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28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BBC12BB8-BD7D-E8F9-749D-0C330700575D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2265BEA9-DF9C-A24F-4BA1-E6384526E044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2265BEA9-DF9C-A24F-4BA1-E6384526E0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2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5D6103A1-B6A6-F2A2-3F37-9E600EA7BD5C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3863E22E-5C77-14ED-690D-83562822F797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3863E22E-5C77-14ED-690D-83562822F7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30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4C7F1C9E-65E4-B870-E1BC-36388A71FA96}"/>
                    </a:ext>
                  </a:extLst>
                </p:cNvPr>
                <p:cNvSpPr txBox="1"/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4C7F1C9E-65E4-B870-E1BC-36388A71FA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018" y="3371166"/>
                  <a:ext cx="575799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5F917A40-0499-FEC7-8FE7-64D09DB8D1A0}"/>
              </a:ext>
            </a:extLst>
          </p:cNvPr>
          <p:cNvSpPr/>
          <p:nvPr/>
        </p:nvSpPr>
        <p:spPr>
          <a:xfrm>
            <a:off x="4174463" y="36937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3D8B64A5-200A-9CBE-ED58-16C7CA3734C4}"/>
                  </a:ext>
                </a:extLst>
              </p:cNvPr>
              <p:cNvSpPr txBox="1"/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3D8B64A5-200A-9CBE-ED58-16C7CA373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blipFill>
                <a:blip r:embed="rId3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D3CD0172-5739-5B78-0C73-079FAF3B8EC1}"/>
              </a:ext>
            </a:extLst>
          </p:cNvPr>
          <p:cNvSpPr/>
          <p:nvPr/>
        </p:nvSpPr>
        <p:spPr>
          <a:xfrm>
            <a:off x="4560305" y="36957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7C70B697-E875-FA5E-E142-82B04072F716}"/>
                  </a:ext>
                </a:extLst>
              </p:cNvPr>
              <p:cNvSpPr txBox="1"/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7C70B697-E875-FA5E-E142-82B04072F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5337A35C-B7CF-F871-403C-A4E2385BF71E}"/>
              </a:ext>
            </a:extLst>
          </p:cNvPr>
          <p:cNvSpPr/>
          <p:nvPr/>
        </p:nvSpPr>
        <p:spPr>
          <a:xfrm>
            <a:off x="4952056" y="3693262"/>
            <a:ext cx="313588" cy="337241"/>
          </a:xfrm>
          <a:prstGeom prst="roundRect">
            <a:avLst/>
          </a:prstGeom>
          <a:noFill/>
          <a:ln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E55FC004-E30F-1426-DDD3-07E1665651E5}"/>
                  </a:ext>
                </a:extLst>
              </p:cNvPr>
              <p:cNvSpPr txBox="1"/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E55FC004-E30F-1426-DDD3-07E166565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blipFill>
                <a:blip r:embed="rId3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D031FA2E-9792-F371-FD05-318F1AA62FA3}"/>
              </a:ext>
            </a:extLst>
          </p:cNvPr>
          <p:cNvSpPr/>
          <p:nvPr/>
        </p:nvSpPr>
        <p:spPr>
          <a:xfrm>
            <a:off x="5322730" y="36932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F2F42A6E-4953-B31E-626A-884FAFAD54DE}"/>
                  </a:ext>
                </a:extLst>
              </p:cNvPr>
              <p:cNvSpPr txBox="1"/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F2F42A6E-4953-B31E-626A-884FAFAD5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blipFill>
                <a:blip r:embed="rId35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611D1A94-3833-2EFD-D3FD-0DBEDC33E4C4}"/>
              </a:ext>
            </a:extLst>
          </p:cNvPr>
          <p:cNvSpPr/>
          <p:nvPr/>
        </p:nvSpPr>
        <p:spPr>
          <a:xfrm>
            <a:off x="5716360" y="36932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9EB986B7-181B-1350-11AE-C0159B58440F}"/>
                  </a:ext>
                </a:extLst>
              </p:cNvPr>
              <p:cNvSpPr txBox="1"/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9EB986B7-181B-1350-11AE-C0159B584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blipFill>
                <a:blip r:embed="rId3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987CF918-7EE1-FDC5-777B-48B1B46973BD}"/>
                  </a:ext>
                </a:extLst>
              </p:cNvPr>
              <p:cNvSpPr txBox="1"/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987CF918-7EE1-FDC5-777B-48B1B4697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blipFill>
                <a:blip r:embed="rId3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E4D750C9-1E80-B1B9-6C34-EDA44A098CD3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6A79DAA7-482D-BBED-7F70-90270FBBCCE1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A032CCA5-E92F-C403-FA1D-7B8F9343DCB2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A032CCA5-E92F-C403-FA1D-7B8F9343DC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8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D5792757-80A9-1BC7-DBE3-97D6D126CE6A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37B85F95-392A-FD3B-85D2-52603353CC62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37B85F95-392A-FD3B-85D2-52603353CC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3C22C34B-7E43-DFA1-605C-9D2C466C161D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9943BAAC-04C4-A2BA-5AB6-1A2BD3E125F8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9943BAAC-04C4-A2BA-5AB6-1A2BD3E125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4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659F6775-0F24-6160-D562-C29E9A86014D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7D71543E-55CA-472C-BFAA-6705CC6A3EDA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7D71543E-55CA-472C-BFAA-6705CC6A3E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4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0A811D2B-5E40-EDA8-D8DF-C32BAF007C7E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067B26C2-A0AA-47CC-98DA-55D145A67D60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067B26C2-A0AA-47CC-98DA-55D145A67D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4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3E40854A-2504-6926-591E-F6ECE4403769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3E40854A-2504-6926-591E-F6ECE44037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80850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414AB-8B4F-DE44-76CE-870CB1210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CE468B82-3AF8-201E-618F-8DB156F7D89E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C066E521-7704-7DB4-1C3A-8123F80EF7DE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49FBD1B2-D7AE-4CE7-5D7B-5F46F8A98D52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49FBD1B2-D7AE-4CE7-5D7B-5F46F8A98D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4DE3D2D7-DD04-C13D-F52B-01F2A49D8461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8E9D2D71-BE88-61C7-D2B6-8FABEDFD390E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8E9D2D71-BE88-61C7-D2B6-8FABEDFD39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B01646B3-15D8-9FF8-6EA9-229896941B74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AE74CBD-9D29-CD23-2B76-A510FAE447BD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AE74CBD-9D29-CD23-2B76-A510FAE44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10BA2C83-1E9F-1689-98CC-BB2C4FA8A4DA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B4511505-C571-975F-6641-905056216578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B4511505-C571-975F-6641-9050562165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A7221A00-6ABC-E87A-2EFD-C39FD7ADD8BB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A7221A00-6ABC-E87A-2EFD-C39FD7ADD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A4834E5A-65B7-A1D5-DF27-16858095835A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A4834E5A-65B7-A1D5-DF27-168580958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3760C0F9-5CA6-52E0-BBD8-6E57D6AE4FE2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71CEA3C5-66EC-0F7A-B0ED-829E024BD0B9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71CEA3C5-66EC-0F7A-B0ED-829E024BD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1827410E-E743-2279-BF05-98B5F840DF4A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C6C1E1F3-46C1-63ED-4AEE-FEF43EE67680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C6C1E1F3-46C1-63ED-4AEE-FEF43EE67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A745A94E-99FF-A0C9-9B92-17F94D7800FD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109F3979-CB62-8892-C0E8-8118829A63DB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109F3979-CB62-8892-C0E8-8118829A6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1A435DBF-F89B-7AEB-BE59-DE712AF2697D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D7D26DB8-30D6-A6CA-D0C9-84C95BBE7510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D7D26DB8-30D6-A6CA-D0C9-84C95BBE7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17053EC9-44C9-51B5-9285-8BED19010DB4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17053EC9-44C9-51B5-9285-8BED19010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F011917B-6BEC-A162-003E-F5E24A928F23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EEE180E9-65C1-56B4-BD21-B13BD3864737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EEE180E9-65C1-56B4-BD21-B13BD3864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71348976-CD2F-2861-23CC-D207622D0D08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71348976-CD2F-2861-23CC-D207622D0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5A8C5359-2C5A-FAD2-92C9-BE51A5925951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5A8C5359-2C5A-FAD2-92C9-BE51A5925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AE99B90A-7409-3A8E-0623-8BA63D78E04B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AE99B90A-7409-3A8E-0623-8BA63D78E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4C8266FE-9DEB-468D-699F-74FE4604F327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4C8266FE-9DEB-468D-699F-74FE4604F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565AA180-E8EE-1577-9109-47114A170BFF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565AA180-E8EE-1577-9109-47114A170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447CAA5F-E136-8357-45CF-F9A8DD1FDC88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447CAA5F-E136-8357-45CF-F9A8DD1FD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E4DDE25F-EE27-5BB1-2946-0B16BE4C98E0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BD8B860A-B7DD-6D41-2EC5-AA06D268FDF2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BD8B860A-B7DD-6D41-2EC5-AA06D268F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7654F1A3-7DD2-052F-43FB-1D2597DEEC37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13A732C3-0C63-F48A-1CA5-CED5DB4B5638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13A732C3-0C63-F48A-1CA5-CED5DB4B5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1C7F407B-C7D7-B254-764A-EB19F47F6FE6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0F961612-B803-0201-E9DE-E51B806E4936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0F961612-B803-0201-E9DE-E51B806E4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9E95B4A6-FB82-E513-6AD3-F4B103ED5CE6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28903557-64D4-C843-1B00-C6CE8353F6B4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28903557-64D4-C843-1B00-C6CE8353F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210A2D3F-A685-7B50-7DDA-B06191F03A0E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CD3B995B-7D74-8CD3-C85E-6B7DD96A699C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CD3B995B-7D74-8CD3-C85E-6B7DD96A6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7AD5CDB7-A473-3011-13B1-5ECC3ABAE1D4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7AD5CDB7-A473-3011-13B1-5ECC3ABAE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1EAC2BB5-3D89-48F5-EEE7-ABE5983E7DBE}"/>
              </a:ext>
            </a:extLst>
          </p:cNvPr>
          <p:cNvSpPr/>
          <p:nvPr/>
        </p:nvSpPr>
        <p:spPr>
          <a:xfrm>
            <a:off x="4168979" y="32628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CCEB9295-EF9E-9FB4-85CB-0B1FD451D8DD}"/>
                  </a:ext>
                </a:extLst>
              </p:cNvPr>
              <p:cNvSpPr txBox="1"/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CCEB9295-EF9E-9FB4-85CB-0B1FD451D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blipFill>
                <a:blip r:embed="rId2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77B83176-DCF9-6527-89C9-2014BB6E5C18}"/>
              </a:ext>
            </a:extLst>
          </p:cNvPr>
          <p:cNvSpPr/>
          <p:nvPr/>
        </p:nvSpPr>
        <p:spPr>
          <a:xfrm>
            <a:off x="4554821" y="32648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4CDC27D3-3E86-2102-E81E-D1360F4E68AB}"/>
                  </a:ext>
                </a:extLst>
              </p:cNvPr>
              <p:cNvSpPr txBox="1"/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4CDC27D3-3E86-2102-E81E-D1360F4E6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D7B5637D-2334-DCE3-9E74-0CB5CCA443B8}"/>
              </a:ext>
            </a:extLst>
          </p:cNvPr>
          <p:cNvSpPr/>
          <p:nvPr/>
        </p:nvSpPr>
        <p:spPr>
          <a:xfrm>
            <a:off x="4946572" y="3262362"/>
            <a:ext cx="313588" cy="337241"/>
          </a:xfrm>
          <a:prstGeom prst="roundRect">
            <a:avLst/>
          </a:prstGeom>
          <a:noFill/>
          <a:ln>
            <a:solidFill>
              <a:srgbClr val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EEA86A87-1539-0690-7C21-F2B5545A1F1C}"/>
                  </a:ext>
                </a:extLst>
              </p:cNvPr>
              <p:cNvSpPr txBox="1"/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EEA86A87-1539-0690-7C21-F2B5545A1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blipFill>
                <a:blip r:embed="rId28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5539A3C0-751D-0508-FFF5-84ACB5DA9999}"/>
              </a:ext>
            </a:extLst>
          </p:cNvPr>
          <p:cNvSpPr/>
          <p:nvPr/>
        </p:nvSpPr>
        <p:spPr>
          <a:xfrm>
            <a:off x="5317246" y="32623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D455C0E3-51D7-CC2D-9CBE-DBB5F1BD8D5A}"/>
                  </a:ext>
                </a:extLst>
              </p:cNvPr>
              <p:cNvSpPr txBox="1"/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D455C0E3-51D7-CC2D-9CBE-DBB5F1BD8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blipFill>
                <a:blip r:embed="rId29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E2340B50-B672-ACCC-89B1-63F5C9994DE2}"/>
              </a:ext>
            </a:extLst>
          </p:cNvPr>
          <p:cNvSpPr/>
          <p:nvPr/>
        </p:nvSpPr>
        <p:spPr>
          <a:xfrm>
            <a:off x="5710876" y="32623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3EF2620E-7FC1-0AB0-06BF-B9711ECF3D09}"/>
                  </a:ext>
                </a:extLst>
              </p:cNvPr>
              <p:cNvSpPr txBox="1"/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3EF2620E-7FC1-0AB0-06BF-B9711ECF3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blipFill>
                <a:blip r:embed="rId30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035524A6-1A84-384D-8449-320D9CDE0C6D}"/>
                  </a:ext>
                </a:extLst>
              </p:cNvPr>
              <p:cNvSpPr txBox="1"/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035524A6-1A84-384D-8449-320D9CDE0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blipFill>
                <a:blip r:embed="rId3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F407139E-1EDE-AE4C-DDA7-4872314C4DD9}"/>
              </a:ext>
            </a:extLst>
          </p:cNvPr>
          <p:cNvSpPr/>
          <p:nvPr/>
        </p:nvSpPr>
        <p:spPr>
          <a:xfrm>
            <a:off x="4174463" y="36937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5F14E0EC-5133-F270-6CE6-1C98BAC85CEF}"/>
                  </a:ext>
                </a:extLst>
              </p:cNvPr>
              <p:cNvSpPr txBox="1"/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5F14E0EC-5133-F270-6CE6-1C98BAC85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blipFill>
                <a:blip r:embed="rId3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4D52D301-277D-2196-2A6C-644A884F1A99}"/>
              </a:ext>
            </a:extLst>
          </p:cNvPr>
          <p:cNvSpPr/>
          <p:nvPr/>
        </p:nvSpPr>
        <p:spPr>
          <a:xfrm>
            <a:off x="4560305" y="36957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16E81255-CCAC-A2BC-0294-11FF112A2530}"/>
                  </a:ext>
                </a:extLst>
              </p:cNvPr>
              <p:cNvSpPr txBox="1"/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16E81255-CCAC-A2BC-0294-11FF112A2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2B6CE3B8-9D9F-F735-EF0D-ADD4BF40E560}"/>
              </a:ext>
            </a:extLst>
          </p:cNvPr>
          <p:cNvSpPr/>
          <p:nvPr/>
        </p:nvSpPr>
        <p:spPr>
          <a:xfrm>
            <a:off x="4952056" y="3693262"/>
            <a:ext cx="313588" cy="337241"/>
          </a:xfrm>
          <a:prstGeom prst="roundRect">
            <a:avLst/>
          </a:prstGeom>
          <a:noFill/>
          <a:ln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891C9544-4E2B-758C-18D8-8B50F167BB95}"/>
                  </a:ext>
                </a:extLst>
              </p:cNvPr>
              <p:cNvSpPr txBox="1"/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891C9544-4E2B-758C-18D8-8B50F167B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blipFill>
                <a:blip r:embed="rId3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E5AB9D76-6699-A5E3-2684-7CB00946F6E6}"/>
              </a:ext>
            </a:extLst>
          </p:cNvPr>
          <p:cNvSpPr/>
          <p:nvPr/>
        </p:nvSpPr>
        <p:spPr>
          <a:xfrm>
            <a:off x="5322730" y="36932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04E8CD7F-6416-D3CA-8E5B-4A046FBC7A31}"/>
                  </a:ext>
                </a:extLst>
              </p:cNvPr>
              <p:cNvSpPr txBox="1"/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04E8CD7F-6416-D3CA-8E5B-4A046FBC7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blipFill>
                <a:blip r:embed="rId35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BA2A3789-CBAA-777B-8ADC-DE7FA4288210}"/>
              </a:ext>
            </a:extLst>
          </p:cNvPr>
          <p:cNvSpPr/>
          <p:nvPr/>
        </p:nvSpPr>
        <p:spPr>
          <a:xfrm>
            <a:off x="5716360" y="36932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849A212A-0188-DAE1-F1A4-F176EE594348}"/>
                  </a:ext>
                </a:extLst>
              </p:cNvPr>
              <p:cNvSpPr txBox="1"/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849A212A-0188-DAE1-F1A4-F176EE594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blipFill>
                <a:blip r:embed="rId3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7A5C3BC7-6351-8F2D-1656-6C555FD70845}"/>
                  </a:ext>
                </a:extLst>
              </p:cNvPr>
              <p:cNvSpPr txBox="1"/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7A5C3BC7-6351-8F2D-1656-6C555FD70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blipFill>
                <a:blip r:embed="rId3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9B492B13-EF87-217C-7E68-83B1D75A87C9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B7476A55-60F9-49A9-FCE0-32CA5E7792CC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8957ACC9-61EB-4668-23D5-98631550F0B3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8957ACC9-61EB-4668-23D5-98631550F0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8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72F7D975-27D1-C223-2E61-05E85C980F4A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67BB5FDD-B2D7-D597-2521-44D69E95AB05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67BB5FDD-B2D7-D597-2521-44D69E95AB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E105CD11-CB9F-81F1-DF4B-DAAED71F5B22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4B388D4E-D28D-F1F3-65C2-361A81626891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4B388D4E-D28D-F1F3-65C2-361A816268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4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5EEB9354-718F-53DF-CDD3-0B2B52416B4D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CC691A19-E559-2346-6A64-A28C8FC7822E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CC691A19-E559-2346-6A64-A28C8FC782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4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96F63995-EA74-2766-F118-283D51797026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B1B93CD2-D621-8C35-5663-B7519CB86931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B1B93CD2-D621-8C35-5663-B7519CB869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4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55470909-7E89-B213-699C-CEEBDC563DAF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55470909-7E89-B213-699C-CEEBDC563D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28516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57C44-DA36-8067-2F11-E911D531E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14E2271F-B7C1-AF23-4D02-ACCA45C5DFFA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5623646F-C4A9-593C-3335-A0E699394E67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81E7EE1D-DC3E-9436-C7B3-79502D62F723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81E7EE1D-DC3E-9436-C7B3-79502D62F7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DE5B16C0-EE8B-C008-055C-EA0C0BEC9672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F8190307-C932-2FFD-1AAE-0A5CABB66EBD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F8190307-C932-2FFD-1AAE-0A5CABB66E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7A4158A8-4DA3-0C9F-F6EE-C500A471B83B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B0ED36DD-EFF4-7D56-3396-371829C76B7E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B0ED36DD-EFF4-7D56-3396-371829C76B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66DFA39C-F031-5FBD-2AC0-B33E3AC7F551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27A6DABC-D411-ED02-8C75-AE85F9CB5F19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27A6DABC-D411-ED02-8C75-AE85F9CB5F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78F4F8BF-0135-D198-291A-482117060770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78F4F8BF-0135-D198-291A-482117060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4BDA63B2-02B2-4FBD-66E2-D8C96C98D453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4BDA63B2-02B2-4FBD-66E2-D8C96C98D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28CDEEFF-5DC6-0905-EDBA-A673DA52C004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2FA8BAEF-7B90-1EA1-04D3-4BA512844A05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2FA8BAEF-7B90-1EA1-04D3-4BA512844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49E6A0FF-B074-F0EE-5650-5A44CB42D8A9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C81CF021-D6E7-4EFF-1229-646901165497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C81CF021-D6E7-4EFF-1229-646901165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909B5F32-A86F-E837-8CD1-C342E91E2585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C9661F80-CB40-0915-91C1-2130BCC01E05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C9661F80-CB40-0915-91C1-2130BCC01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DD56A861-356E-95AB-92E5-AB145F2922BD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47258776-EF08-73AB-15F3-BB44CA034899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47258776-EF08-73AB-15F3-BB44CA034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BF77294F-16F8-1271-357C-BC4790F81244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BF77294F-16F8-1271-357C-BC4790F81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D1D87F88-0167-FDE6-6C92-266977B90A61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29F2C1C0-7DF5-B8E8-FBA7-66B5F594D872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29F2C1C0-7DF5-B8E8-FBA7-66B5F594D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3D207F28-8505-CCE6-3AAB-29E4F6D00BB9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3D207F28-8505-CCE6-3AAB-29E4F6D00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4B6EEBFB-6EB4-76D0-AE8D-7453BF5CBE36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4B6EEBFB-6EB4-76D0-AE8D-7453BF5CB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1455E1E2-87FD-A543-BED9-EED7E9CE1027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1455E1E2-87FD-A543-BED9-EED7E9CE1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5DDFBA9C-F2F4-E964-7A60-E652BA4CF758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5DDFBA9C-F2F4-E964-7A60-E652BA4C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44B535AB-E35A-73D0-19B5-16C6EA2AE46F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44B535AB-E35A-73D0-19B5-16C6EA2AE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4E9FDC31-0130-EE9E-042F-672A563FC7BD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4E9FDC31-0130-EE9E-042F-672A563FC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87FE4B33-02E6-62B1-5290-0D8AE548F969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935BE4BF-0CE6-DE52-C62D-B606CCA03981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935BE4BF-0CE6-DE52-C62D-B606CCA03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8448FE3D-2519-2EBF-99D4-B5DB67C5F5F2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7C8EF631-0E8D-C0E3-67E1-6CEF9B8E5712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7C8EF631-0E8D-C0E3-67E1-6CEF9B8E5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F40D4E1C-917B-B46C-B0DD-98DA4BC41EC1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ACEE3EA6-997E-2220-9A31-E3D8ADF32B7E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ACEE3EA6-997E-2220-9A31-E3D8ADF32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30B01DCE-B197-790A-06DC-D042C1B518D2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1A3590FD-CCFD-D9BE-93E1-34D754A0AF29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1A3590FD-CCFD-D9BE-93E1-34D754A0A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553DB74E-7340-A82B-5F4D-15F763AAFA88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DAA9048B-F699-7BEC-8DD4-6FD2D228D75E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DAA9048B-F699-7BEC-8DD4-6FD2D228D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E298C330-6B91-B1AC-E65F-11B3E2F16F77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E298C330-6B91-B1AC-E65F-11B3E2F16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D72AF79B-25B6-E8AA-4B46-802E7342E375}"/>
              </a:ext>
            </a:extLst>
          </p:cNvPr>
          <p:cNvSpPr/>
          <p:nvPr/>
        </p:nvSpPr>
        <p:spPr>
          <a:xfrm>
            <a:off x="4168979" y="32628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C60281F4-DEDB-BA15-7DBC-1EBE4F3B82DE}"/>
                  </a:ext>
                </a:extLst>
              </p:cNvPr>
              <p:cNvSpPr txBox="1"/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C60281F4-DEDB-BA15-7DBC-1EBE4F3B8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blipFill>
                <a:blip r:embed="rId2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424FDB75-DAEF-D63B-EFAC-52F2B95D557B}"/>
              </a:ext>
            </a:extLst>
          </p:cNvPr>
          <p:cNvSpPr/>
          <p:nvPr/>
        </p:nvSpPr>
        <p:spPr>
          <a:xfrm>
            <a:off x="4554821" y="32648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D184267F-7F70-B9B1-EA00-57E781A3DD2B}"/>
                  </a:ext>
                </a:extLst>
              </p:cNvPr>
              <p:cNvSpPr txBox="1"/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D184267F-7F70-B9B1-EA00-57E781A3D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6701211B-1CCB-2CFB-FBF4-025BBE366DB9}"/>
              </a:ext>
            </a:extLst>
          </p:cNvPr>
          <p:cNvSpPr/>
          <p:nvPr/>
        </p:nvSpPr>
        <p:spPr>
          <a:xfrm>
            <a:off x="4946572" y="3262362"/>
            <a:ext cx="313588" cy="337241"/>
          </a:xfrm>
          <a:prstGeom prst="roundRect">
            <a:avLst/>
          </a:prstGeom>
          <a:noFill/>
          <a:ln>
            <a:solidFill>
              <a:srgbClr val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89ABC9F5-DE51-6991-FB8C-6582BC42A66C}"/>
                  </a:ext>
                </a:extLst>
              </p:cNvPr>
              <p:cNvSpPr txBox="1"/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89ABC9F5-DE51-6991-FB8C-6582BC42A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blipFill>
                <a:blip r:embed="rId28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BD8ED7AF-3812-2E19-A93B-67FC5BA96FC7}"/>
              </a:ext>
            </a:extLst>
          </p:cNvPr>
          <p:cNvSpPr/>
          <p:nvPr/>
        </p:nvSpPr>
        <p:spPr>
          <a:xfrm>
            <a:off x="5317246" y="32623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46CA2D5F-94AD-D467-09BC-EA455A130FA5}"/>
                  </a:ext>
                </a:extLst>
              </p:cNvPr>
              <p:cNvSpPr txBox="1"/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46CA2D5F-94AD-D467-09BC-EA455A130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blipFill>
                <a:blip r:embed="rId29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7B61C90E-A428-60AB-0988-31A7B4CE9E7B}"/>
              </a:ext>
            </a:extLst>
          </p:cNvPr>
          <p:cNvSpPr/>
          <p:nvPr/>
        </p:nvSpPr>
        <p:spPr>
          <a:xfrm>
            <a:off x="5710876" y="32623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7A5193BD-68F0-1032-606B-9473A4A00012}"/>
                  </a:ext>
                </a:extLst>
              </p:cNvPr>
              <p:cNvSpPr txBox="1"/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7A5193BD-68F0-1032-606B-9473A4A00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blipFill>
                <a:blip r:embed="rId30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4B74698A-46AB-A431-A0A4-698153ECAF1C}"/>
                  </a:ext>
                </a:extLst>
              </p:cNvPr>
              <p:cNvSpPr txBox="1"/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4B74698A-46AB-A431-A0A4-698153ECA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blipFill>
                <a:blip r:embed="rId3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7A3D213B-7D32-23AE-0DB7-E5B4144EF66C}"/>
              </a:ext>
            </a:extLst>
          </p:cNvPr>
          <p:cNvSpPr/>
          <p:nvPr/>
        </p:nvSpPr>
        <p:spPr>
          <a:xfrm>
            <a:off x="4174463" y="36937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1C4140B4-FC65-B807-774C-CB5703E003E8}"/>
                  </a:ext>
                </a:extLst>
              </p:cNvPr>
              <p:cNvSpPr txBox="1"/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1C4140B4-FC65-B807-774C-CB5703E00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blipFill>
                <a:blip r:embed="rId3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5C09B599-8207-8211-A81D-D67DDFD0F666}"/>
              </a:ext>
            </a:extLst>
          </p:cNvPr>
          <p:cNvSpPr/>
          <p:nvPr/>
        </p:nvSpPr>
        <p:spPr>
          <a:xfrm>
            <a:off x="4560305" y="36957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029AFEE5-8105-096D-7C4C-CEA3B6D5EF90}"/>
                  </a:ext>
                </a:extLst>
              </p:cNvPr>
              <p:cNvSpPr txBox="1"/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029AFEE5-8105-096D-7C4C-CEA3B6D5E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1FE70706-0E10-9F7A-1494-2E2F24A1EE1D}"/>
              </a:ext>
            </a:extLst>
          </p:cNvPr>
          <p:cNvSpPr/>
          <p:nvPr/>
        </p:nvSpPr>
        <p:spPr>
          <a:xfrm>
            <a:off x="4952056" y="3693262"/>
            <a:ext cx="313588" cy="337241"/>
          </a:xfrm>
          <a:prstGeom prst="roundRect">
            <a:avLst/>
          </a:prstGeom>
          <a:noFill/>
          <a:ln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41B80A27-8506-7EA3-2052-EA4D693F25D4}"/>
                  </a:ext>
                </a:extLst>
              </p:cNvPr>
              <p:cNvSpPr txBox="1"/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41B80A27-8506-7EA3-2052-EA4D693F2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blipFill>
                <a:blip r:embed="rId3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8DAE5997-C4A0-1A5F-3175-184AAADA3575}"/>
              </a:ext>
            </a:extLst>
          </p:cNvPr>
          <p:cNvSpPr/>
          <p:nvPr/>
        </p:nvSpPr>
        <p:spPr>
          <a:xfrm>
            <a:off x="5322730" y="36932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B736CE8E-814C-6044-01AA-7B135B8B7776}"/>
                  </a:ext>
                </a:extLst>
              </p:cNvPr>
              <p:cNvSpPr txBox="1"/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B736CE8E-814C-6044-01AA-7B135B8B7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blipFill>
                <a:blip r:embed="rId35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567F7E6A-FF7B-610A-BD7B-3CA8A8ED2EBA}"/>
              </a:ext>
            </a:extLst>
          </p:cNvPr>
          <p:cNvSpPr/>
          <p:nvPr/>
        </p:nvSpPr>
        <p:spPr>
          <a:xfrm>
            <a:off x="5716360" y="36932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034B7DFD-4AC6-18AC-2895-32F8FDDF9547}"/>
                  </a:ext>
                </a:extLst>
              </p:cNvPr>
              <p:cNvSpPr txBox="1"/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034B7DFD-4AC6-18AC-2895-32F8FDDF9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blipFill>
                <a:blip r:embed="rId3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DDD4D5D6-DF74-1655-CCA6-EEC7F0935CB5}"/>
                  </a:ext>
                </a:extLst>
              </p:cNvPr>
              <p:cNvSpPr txBox="1"/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DDD4D5D6-DF74-1655-CCA6-EEC7F0935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blipFill>
                <a:blip r:embed="rId3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95272F4B-0E6E-C814-08E1-9216D14BF70C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B41BD7C8-8916-7AC7-AAFB-A46D277DAAB5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ACEC60C5-1E65-F673-74AD-B36D5759C1EA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ACEC60C5-1E65-F673-74AD-B36D5759C1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8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A9FAF8DE-2F33-F9AB-46F4-FD13FB273228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132D2779-7EDE-997E-0D94-820516762D99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132D2779-7EDE-997E-0D94-820516762D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E5EC5A0F-1955-6803-DDE9-4564B50B9C2F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7BC0027A-44B4-3D44-F467-0E4FA1137D60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7BC0027A-44B4-3D44-F467-0E4FA1137D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4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285898B0-C8F8-2D9E-CC37-E74F99C06E5F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88B555D0-B889-BF36-911F-3C893C7C0788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88B555D0-B889-BF36-911F-3C893C7C07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4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288B9C09-B456-5D48-FA86-0F1A0E2DB784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EE1C8427-05CE-B7F5-8DB8-43985AB3126B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EE1C8427-05CE-B7F5-8DB8-43985AB312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4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5EC77ADB-26A9-E022-425E-57D25627028D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5EC77ADB-26A9-E022-425E-57D2562702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95761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B0145-E39E-3C9F-F018-390B1190E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9F6DF1BF-A768-B056-A031-FCFAACAE61B3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4FC83408-0EA5-B0E3-EA86-B22B60211016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656FAAB5-93BE-7E23-9CD9-548CCFF3D034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656FAAB5-93BE-7E23-9CD9-548CCFF3D0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BC2E3BA-D1A1-4CD9-14DF-8712E9BC3299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E9815EF-DB4B-754B-F609-7661906E4986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E9815EF-DB4B-754B-F609-7661906E49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B5A007B-CC6F-5522-2024-20CB48FA4898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60094394-45C7-9807-C222-04D396084C0E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60094394-45C7-9807-C222-04D396084C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57DFA486-D416-7181-EE0A-4982A76F70E8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DCB14655-3071-3D9E-3E6B-A3D2CFB953B0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DCB14655-3071-3D9E-3E6B-A3D2CFB953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9AA03C4D-7085-2575-C75B-83DC5B792607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9AA03C4D-7085-2575-C75B-83DC5B792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88FF5C6C-24AB-EE94-74BB-FF5688112E43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88FF5C6C-24AB-EE94-74BB-FF5688112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EEE5CD45-6A10-4C75-E425-225F5010A140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269A778A-FED5-49B9-9294-A571B7501F57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269A778A-FED5-49B9-9294-A571B7501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FBE49AE7-4508-E9A0-E993-67758400B676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C82BBEC-4075-9F64-F113-533C516E496E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C82BBEC-4075-9F64-F113-533C516E4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2328B4FB-CCFF-E426-5ABB-84D0C6E33E73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3C06B602-470F-1810-1D54-2E2281CBB068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3C06B602-470F-1810-1D54-2E2281CBB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DD846E94-26E4-A294-A77A-EA26561A8743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EE2B5C86-E84F-0C34-41A3-EF3F8F2FCF92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EE2B5C86-E84F-0C34-41A3-EF3F8F2FC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54069BCE-B956-E424-ABB2-5C58FDE486F0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54069BCE-B956-E424-ABB2-5C58FDE48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4BC73D91-1AC7-4C5C-38CD-030BFF5363CF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F1AE0E09-1A95-EBAF-F480-3793DFC58361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F1AE0E09-1A95-EBAF-F480-3793DFC58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BB00231B-CEBB-827A-0790-BA2048328FCC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BB00231B-CEBB-827A-0790-BA2048328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410D1C73-3C8D-664B-2CCE-686F39EBBAE4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410D1C73-3C8D-664B-2CCE-686F39EBB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2BA86E51-CA7A-F893-7895-8934512F1917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2BA86E51-CA7A-F893-7895-8934512F1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AF35DAB2-BD82-8B9A-8396-5BB333FE7858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AF35DAB2-BD82-8B9A-8396-5BB333FE7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19F3FF8F-43C8-427E-E822-C9C115D336A5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19F3FF8F-43C8-427E-E822-C9C115D33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B1A6BE54-5562-23CC-5C1B-042C7CB23C09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B1A6BE54-5562-23CC-5C1B-042C7CB23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5F7790F7-1ED3-D161-C4CA-3477ADB82B24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39B3D465-6991-6FB7-17B2-EE7D8771DDE9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39B3D465-6991-6FB7-17B2-EE7D8771D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397704C8-6825-FBF9-DE5A-43CCA43617AE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A74FD86-0C39-2BD5-9C8B-EA303179AE51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A74FD86-0C39-2BD5-9C8B-EA303179A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A6CBA38E-1899-8B6D-58B4-9DCF3A71A8AD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30AD528D-3DE0-6DEC-F7DA-86DFAAE38DB1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30AD528D-3DE0-6DEC-F7DA-86DFAAE38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990C4227-7A85-5AE1-45FA-D6EE9CA52420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FCC9BA72-23E9-EF87-9381-571127C145A7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FCC9BA72-23E9-EF87-9381-571127C14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7E4BF3B6-6C42-054A-0CCF-821FBC952027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77EF2FD2-AED9-EE47-852D-1390CDB5B1FA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77EF2FD2-AED9-EE47-852D-1390CDB5B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0295F4AC-AF42-5F63-D84C-AB841E796F3C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0295F4AC-AF42-5F63-D84C-AB841E796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1E952406-045A-39DD-77A7-D9E43CAC1E54}"/>
              </a:ext>
            </a:extLst>
          </p:cNvPr>
          <p:cNvSpPr/>
          <p:nvPr/>
        </p:nvSpPr>
        <p:spPr>
          <a:xfrm>
            <a:off x="4168979" y="32628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3D893208-3ADD-34FC-5354-91D767BEB7C2}"/>
                  </a:ext>
                </a:extLst>
              </p:cNvPr>
              <p:cNvSpPr txBox="1"/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3D893208-3ADD-34FC-5354-91D767BEB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blipFill>
                <a:blip r:embed="rId2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1E61B660-4D32-BFEC-23D2-66A2D4DDCF8E}"/>
              </a:ext>
            </a:extLst>
          </p:cNvPr>
          <p:cNvSpPr/>
          <p:nvPr/>
        </p:nvSpPr>
        <p:spPr>
          <a:xfrm>
            <a:off x="4554821" y="32648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5FB7054B-5DF7-0C14-3654-08CFABE0F6D8}"/>
                  </a:ext>
                </a:extLst>
              </p:cNvPr>
              <p:cNvSpPr txBox="1"/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5FB7054B-5DF7-0C14-3654-08CFABE0F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526AE164-FF4E-6911-79E0-61B16E16FAEC}"/>
              </a:ext>
            </a:extLst>
          </p:cNvPr>
          <p:cNvSpPr/>
          <p:nvPr/>
        </p:nvSpPr>
        <p:spPr>
          <a:xfrm>
            <a:off x="4946572" y="3262362"/>
            <a:ext cx="313588" cy="337241"/>
          </a:xfrm>
          <a:prstGeom prst="roundRect">
            <a:avLst/>
          </a:prstGeom>
          <a:noFill/>
          <a:ln>
            <a:solidFill>
              <a:srgbClr val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8FCC8DD7-B3B1-3167-AF60-F924095A5460}"/>
                  </a:ext>
                </a:extLst>
              </p:cNvPr>
              <p:cNvSpPr txBox="1"/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8FCC8DD7-B3B1-3167-AF60-F924095A5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blipFill>
                <a:blip r:embed="rId28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6A2FE05D-C095-F879-4F3C-05CB6DA112B2}"/>
              </a:ext>
            </a:extLst>
          </p:cNvPr>
          <p:cNvSpPr/>
          <p:nvPr/>
        </p:nvSpPr>
        <p:spPr>
          <a:xfrm>
            <a:off x="5317246" y="32623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5E5DE6FF-33A8-99F9-816E-7B6E94DE8892}"/>
                  </a:ext>
                </a:extLst>
              </p:cNvPr>
              <p:cNvSpPr txBox="1"/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5E5DE6FF-33A8-99F9-816E-7B6E94DE8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blipFill>
                <a:blip r:embed="rId29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3A1255E3-AB34-BF7E-B598-6538F0A8702D}"/>
              </a:ext>
            </a:extLst>
          </p:cNvPr>
          <p:cNvSpPr/>
          <p:nvPr/>
        </p:nvSpPr>
        <p:spPr>
          <a:xfrm>
            <a:off x="5710876" y="32623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AEBF1125-BEE8-C66B-2FEE-2BA719C80B6A}"/>
                  </a:ext>
                </a:extLst>
              </p:cNvPr>
              <p:cNvSpPr txBox="1"/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AEBF1125-BEE8-C66B-2FEE-2BA719C80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blipFill>
                <a:blip r:embed="rId30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3869273B-36CE-53E4-EC8B-9B6A0542E7BB}"/>
                  </a:ext>
                </a:extLst>
              </p:cNvPr>
              <p:cNvSpPr txBox="1"/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3869273B-36CE-53E4-EC8B-9B6A0542E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blipFill>
                <a:blip r:embed="rId3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E1D6D9DD-CB84-E86D-EEFD-F8933B0DBE39}"/>
              </a:ext>
            </a:extLst>
          </p:cNvPr>
          <p:cNvSpPr/>
          <p:nvPr/>
        </p:nvSpPr>
        <p:spPr>
          <a:xfrm>
            <a:off x="4174463" y="36937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A6C02AE6-8EE0-F0B2-7C77-1D81E2703466}"/>
                  </a:ext>
                </a:extLst>
              </p:cNvPr>
              <p:cNvSpPr txBox="1"/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A6C02AE6-8EE0-F0B2-7C77-1D81E2703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blipFill>
                <a:blip r:embed="rId3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DB01DFC7-8419-C492-6CB0-1B94A216FAAA}"/>
              </a:ext>
            </a:extLst>
          </p:cNvPr>
          <p:cNvSpPr/>
          <p:nvPr/>
        </p:nvSpPr>
        <p:spPr>
          <a:xfrm>
            <a:off x="4560305" y="36957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8678B1B9-47B2-C3EB-F966-608FF2AA45BE}"/>
                  </a:ext>
                </a:extLst>
              </p:cNvPr>
              <p:cNvSpPr txBox="1"/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8678B1B9-47B2-C3EB-F966-608FF2AA4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0B43714C-BB6C-C75E-587F-7B115FA39D05}"/>
              </a:ext>
            </a:extLst>
          </p:cNvPr>
          <p:cNvSpPr/>
          <p:nvPr/>
        </p:nvSpPr>
        <p:spPr>
          <a:xfrm>
            <a:off x="4952056" y="369326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01DEE369-A999-7661-CBFE-EEA000C983D5}"/>
                  </a:ext>
                </a:extLst>
              </p:cNvPr>
              <p:cNvSpPr txBox="1"/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01DEE369-A999-7661-CBFE-EEA000C98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blipFill>
                <a:blip r:embed="rId3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188502A6-9A4E-B85E-BC80-B8CA9A29D7A4}"/>
              </a:ext>
            </a:extLst>
          </p:cNvPr>
          <p:cNvSpPr/>
          <p:nvPr/>
        </p:nvSpPr>
        <p:spPr>
          <a:xfrm>
            <a:off x="5322730" y="3693271"/>
            <a:ext cx="313588" cy="337241"/>
          </a:xfrm>
          <a:prstGeom prst="roundRect">
            <a:avLst/>
          </a:prstGeom>
          <a:noFill/>
          <a:ln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4E096DD4-B600-8CAD-7D03-4F9B50B861D7}"/>
                  </a:ext>
                </a:extLst>
              </p:cNvPr>
              <p:cNvSpPr txBox="1"/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4E096DD4-B600-8CAD-7D03-4F9B50B86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blipFill>
                <a:blip r:embed="rId35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26B2449D-F8FE-8379-249C-51B781932F30}"/>
              </a:ext>
            </a:extLst>
          </p:cNvPr>
          <p:cNvSpPr/>
          <p:nvPr/>
        </p:nvSpPr>
        <p:spPr>
          <a:xfrm>
            <a:off x="5716360" y="36932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9329FA97-CE19-4D1F-E762-54E52C944F37}"/>
                  </a:ext>
                </a:extLst>
              </p:cNvPr>
              <p:cNvSpPr txBox="1"/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9329FA97-CE19-4D1F-E762-54E52C944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blipFill>
                <a:blip r:embed="rId3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64A2B933-BF27-7801-1C18-19199066968A}"/>
                  </a:ext>
                </a:extLst>
              </p:cNvPr>
              <p:cNvSpPr txBox="1"/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64A2B933-BF27-7801-1C18-191990669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blipFill>
                <a:blip r:embed="rId3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93A86785-4D9F-E578-5B74-08A40337C5F0}"/>
              </a:ext>
            </a:extLst>
          </p:cNvPr>
          <p:cNvGrpSpPr/>
          <p:nvPr/>
        </p:nvGrpSpPr>
        <p:grpSpPr>
          <a:xfrm>
            <a:off x="3113993" y="4115609"/>
            <a:ext cx="2910471" cy="341032"/>
            <a:chOff x="3095599" y="3376231"/>
            <a:chExt cx="2910471" cy="341032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D606FBBB-5664-27FC-E76C-B7A9190F59E4}"/>
                </a:ext>
              </a:extLst>
            </p:cNvPr>
            <p:cNvSpPr/>
            <p:nvPr/>
          </p:nvSpPr>
          <p:spPr>
            <a:xfrm>
              <a:off x="4150585" y="3378089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FD703518-11E0-9433-B942-9949F029F668}"/>
                    </a:ext>
                  </a:extLst>
                </p:cNvPr>
                <p:cNvSpPr txBox="1"/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FD703518-11E0-9433-B942-9949F029F6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95" y="3376255"/>
                  <a:ext cx="258198" cy="338554"/>
                </a:xfrm>
                <a:prstGeom prst="rect">
                  <a:avLst/>
                </a:prstGeom>
                <a:blipFill>
                  <a:blip r:embed="rId38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D0AF08F3-C3A3-C427-6EAB-9328C3540497}"/>
                </a:ext>
              </a:extLst>
            </p:cNvPr>
            <p:cNvSpPr/>
            <p:nvPr/>
          </p:nvSpPr>
          <p:spPr>
            <a:xfrm>
              <a:off x="4536427" y="3380022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22B62E41-FA11-C030-B6A2-E1AE4BFB1AF4}"/>
                    </a:ext>
                  </a:extLst>
                </p:cNvPr>
                <p:cNvSpPr txBox="1"/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22B62E41-FA11-C030-B6A2-E1AE4BFB1A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646" y="3376258"/>
                  <a:ext cx="282553" cy="33855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99672A59-CE30-A789-E645-2DC600A1CE2F}"/>
                </a:ext>
              </a:extLst>
            </p:cNvPr>
            <p:cNvSpPr/>
            <p:nvPr/>
          </p:nvSpPr>
          <p:spPr>
            <a:xfrm>
              <a:off x="4928178" y="337757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622F5DAF-983D-E40C-93CA-276945CD1122}"/>
                    </a:ext>
                  </a:extLst>
                </p:cNvPr>
                <p:cNvSpPr txBox="1"/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622F5DAF-983D-E40C-93CA-276945CD11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1721" y="3376264"/>
                  <a:ext cx="257200" cy="338554"/>
                </a:xfrm>
                <a:prstGeom prst="rect">
                  <a:avLst/>
                </a:prstGeom>
                <a:blipFill>
                  <a:blip r:embed="rId4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1EEB3834-A4B7-C538-30CD-D6EB26F7FEB7}"/>
                </a:ext>
              </a:extLst>
            </p:cNvPr>
            <p:cNvSpPr/>
            <p:nvPr/>
          </p:nvSpPr>
          <p:spPr>
            <a:xfrm>
              <a:off x="5298852" y="3377586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28BA877D-1162-4F83-32AA-744C74DD6569}"/>
                    </a:ext>
                  </a:extLst>
                </p:cNvPr>
                <p:cNvSpPr txBox="1"/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28BA877D-1162-4F83-32AA-744C74DD65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22" y="3376252"/>
                  <a:ext cx="257200" cy="338554"/>
                </a:xfrm>
                <a:prstGeom prst="rect">
                  <a:avLst/>
                </a:prstGeom>
                <a:blipFill>
                  <a:blip r:embed="rId4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5DF592FF-6BE4-31D3-2591-9B1A978EC9EF}"/>
                </a:ext>
              </a:extLst>
            </p:cNvPr>
            <p:cNvSpPr/>
            <p:nvPr/>
          </p:nvSpPr>
          <p:spPr>
            <a:xfrm>
              <a:off x="5692482" y="3377565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01B42A0C-C237-0914-B0B7-783B35AD54AD}"/>
                    </a:ext>
                  </a:extLst>
                </p:cNvPr>
                <p:cNvSpPr txBox="1"/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01B42A0C-C237-0914-B0B7-783B35AD54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752" y="3376231"/>
                  <a:ext cx="257200" cy="338554"/>
                </a:xfrm>
                <a:prstGeom prst="rect">
                  <a:avLst/>
                </a:prstGeom>
                <a:blipFill>
                  <a:blip r:embed="rId42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C6C21444-0A01-4764-E635-59A59736C557}"/>
                    </a:ext>
                  </a:extLst>
                </p:cNvPr>
                <p:cNvSpPr txBox="1"/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C6C21444-0A01-4764-E635-59A59736C5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599" y="3376231"/>
                  <a:ext cx="873957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94141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55567-2312-DBCE-9250-887D9724B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9F6EF848-5F32-3BB6-59DC-0ACCA7A6491D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FC06422D-CE89-2149-345B-9495359A5BE1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DDB8CC08-0E83-EEAA-BE37-1FF5926AB7FC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DDB8CC08-0E83-EEAA-BE37-1FF5926AB7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FD5F8B6-AA38-E365-408B-212C46FB25D3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D62AEB9E-85C4-8E7C-8894-D89E75396FA1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D62AEB9E-85C4-8E7C-8894-D89E75396F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B81AF4F-6029-D2F5-B5F1-BD8EAF1DA0F0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1CC9B45D-6741-8F2E-1F7B-B84E5C0D22F4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1CC9B45D-6741-8F2E-1F7B-B84E5C0D22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31E84456-AFBE-A2A6-6CA0-3C83DC8EA5AB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E9B01940-B333-0DFD-2FEF-E70FC429F1F2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E9B01940-B333-0DFD-2FEF-E70FC429F1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3609475-4518-2829-D9DF-15D12DB23743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3609475-4518-2829-D9DF-15D12DB23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E68CFDC-826F-29C4-6844-CD88F3B189A3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E68CFDC-826F-29C4-6844-CD88F3B18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53B43B8A-43AE-4F26-648A-BDD864ED5D33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AB5733D1-3089-F119-A9CA-FDE4D057CBCA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AB5733D1-3089-F119-A9CA-FDE4D057C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F962871C-AFFC-5CD8-79F9-38566C9C59BE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690684C6-32E4-1508-551A-7F4385F40A8C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690684C6-32E4-1508-551A-7F4385F40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3C140636-4DEF-BA87-D515-2885F30A05BD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55E55EBE-94EB-12FE-85F1-B3BC4ADA7B14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55E55EBE-94EB-12FE-85F1-B3BC4ADA7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DBDED854-AA74-1D2B-7F8A-B4243D19BAF4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5F3825AB-AA8F-6731-EA8A-E9533CC6AD05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5F3825AB-AA8F-6731-EA8A-E9533CC6A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47FAFA2B-FF6F-606F-0E34-7FAB95CA0B6E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47FAFA2B-FF6F-606F-0E34-7FAB95CA0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43D751F1-0633-AD9C-2A9C-A221B62228E2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942BFFC5-E21B-36D9-9C17-F30208862476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942BFFC5-E21B-36D9-9C17-F30208862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2A5F9DB3-FCD3-D02B-F888-551212CCF100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2A5F9DB3-FCD3-D02B-F888-551212CCF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99C237B3-E9B2-F40B-9D56-31505D6FC6DB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99C237B3-E9B2-F40B-9D56-31505D6FC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F240E1BA-20B1-EDDD-C74D-765EAB88939B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F240E1BA-20B1-EDDD-C74D-765EAB889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72B33219-69C4-1541-24C1-F731AB5B2EEB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72B33219-69C4-1541-24C1-F731AB5B2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14FDE0E2-25C7-9606-B99C-1F5500FE49DD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14FDE0E2-25C7-9606-B99C-1F5500FE4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5E46EC0F-1950-0C30-C741-80202C1D8C8A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5E46EC0F-1950-0C30-C741-80202C1D8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CE374505-8765-B869-0A41-B7436AF0552A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217F865-D2C6-D8CE-DFFF-C3E95B4F0987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217F865-D2C6-D8CE-DFFF-C3E95B4F0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09B41A14-5E6E-F49A-1CCD-E98A190299A2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14CC0B41-51F6-1DFC-CD0A-0D317CF72B67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14CC0B41-51F6-1DFC-CD0A-0D317CF72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BD85B149-C929-F5D2-79DC-FC4469B9F4B9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42871EF9-684F-4954-2551-672903B57DD5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42871EF9-684F-4954-2551-672903B57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56A0896B-1F98-4B65-96C4-15767AD37C36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F3E499DD-7A8B-C94D-1920-D94F68CEE0E1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F3E499DD-7A8B-C94D-1920-D94F68CEE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8BD288BA-5443-8966-0CD1-4546A2E0F13E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CC741BFC-83E6-6D3A-5DBD-28310C46ED38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CC741BFC-83E6-6D3A-5DBD-28310C46E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A8C8E896-7307-2156-047A-87A1A8D2727F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A8C8E896-7307-2156-047A-87A1A8D27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9A72F52E-F31A-7085-09F1-E1F378283771}"/>
              </a:ext>
            </a:extLst>
          </p:cNvPr>
          <p:cNvSpPr/>
          <p:nvPr/>
        </p:nvSpPr>
        <p:spPr>
          <a:xfrm>
            <a:off x="4168979" y="32628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32BC8B0D-C31F-64EC-30C4-8644A9CFA41C}"/>
                  </a:ext>
                </a:extLst>
              </p:cNvPr>
              <p:cNvSpPr txBox="1"/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32BC8B0D-C31F-64EC-30C4-8644A9CFA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blipFill>
                <a:blip r:embed="rId2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689EAAA2-E046-D428-969C-168EEA05B395}"/>
              </a:ext>
            </a:extLst>
          </p:cNvPr>
          <p:cNvSpPr/>
          <p:nvPr/>
        </p:nvSpPr>
        <p:spPr>
          <a:xfrm>
            <a:off x="4554821" y="32648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28BE874A-0063-1FC5-F418-7A0BD0C3CB61}"/>
                  </a:ext>
                </a:extLst>
              </p:cNvPr>
              <p:cNvSpPr txBox="1"/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28BE874A-0063-1FC5-F418-7A0BD0C3C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2DA40CB5-0BE6-5704-55E5-2A19310459A9}"/>
              </a:ext>
            </a:extLst>
          </p:cNvPr>
          <p:cNvSpPr/>
          <p:nvPr/>
        </p:nvSpPr>
        <p:spPr>
          <a:xfrm>
            <a:off x="4946572" y="3262362"/>
            <a:ext cx="313588" cy="337241"/>
          </a:xfrm>
          <a:prstGeom prst="roundRect">
            <a:avLst/>
          </a:prstGeom>
          <a:noFill/>
          <a:ln>
            <a:solidFill>
              <a:srgbClr val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D58FC255-FEF0-D532-0FA0-AC4D115119B5}"/>
                  </a:ext>
                </a:extLst>
              </p:cNvPr>
              <p:cNvSpPr txBox="1"/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D58FC255-FEF0-D532-0FA0-AC4D11511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blipFill>
                <a:blip r:embed="rId28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145FD8DD-9DDD-ACFA-7C86-A0D118EA61BE}"/>
              </a:ext>
            </a:extLst>
          </p:cNvPr>
          <p:cNvSpPr/>
          <p:nvPr/>
        </p:nvSpPr>
        <p:spPr>
          <a:xfrm>
            <a:off x="5317246" y="32623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DB4AC2AC-FA36-5E8E-9F88-ED019CA0754E}"/>
                  </a:ext>
                </a:extLst>
              </p:cNvPr>
              <p:cNvSpPr txBox="1"/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DB4AC2AC-FA36-5E8E-9F88-ED019CA07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blipFill>
                <a:blip r:embed="rId29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7C37F237-1708-F958-93CA-971918F7D0D2}"/>
              </a:ext>
            </a:extLst>
          </p:cNvPr>
          <p:cNvSpPr/>
          <p:nvPr/>
        </p:nvSpPr>
        <p:spPr>
          <a:xfrm>
            <a:off x="5710876" y="32623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B53D5B39-6B72-63DA-B01E-19F049D79B47}"/>
                  </a:ext>
                </a:extLst>
              </p:cNvPr>
              <p:cNvSpPr txBox="1"/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B53D5B39-6B72-63DA-B01E-19F049D79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blipFill>
                <a:blip r:embed="rId30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FC583C22-8D71-803A-F863-92D74D58A2F7}"/>
                  </a:ext>
                </a:extLst>
              </p:cNvPr>
              <p:cNvSpPr txBox="1"/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FC583C22-8D71-803A-F863-92D74D58A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blipFill>
                <a:blip r:embed="rId3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3CA88110-A43B-C542-FC5F-2D0507DA6015}"/>
              </a:ext>
            </a:extLst>
          </p:cNvPr>
          <p:cNvSpPr/>
          <p:nvPr/>
        </p:nvSpPr>
        <p:spPr>
          <a:xfrm>
            <a:off x="4174463" y="36937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DB3715DF-47D3-3BCA-8D47-4CA6D38EB6F0}"/>
                  </a:ext>
                </a:extLst>
              </p:cNvPr>
              <p:cNvSpPr txBox="1"/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DB3715DF-47D3-3BCA-8D47-4CA6D38EB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blipFill>
                <a:blip r:embed="rId3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E20B0E44-0FA8-8ED3-7B7B-763CF21B04B1}"/>
              </a:ext>
            </a:extLst>
          </p:cNvPr>
          <p:cNvSpPr/>
          <p:nvPr/>
        </p:nvSpPr>
        <p:spPr>
          <a:xfrm>
            <a:off x="4560305" y="36957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16141417-9A76-E3F7-3B72-4A419683E1DD}"/>
                  </a:ext>
                </a:extLst>
              </p:cNvPr>
              <p:cNvSpPr txBox="1"/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16141417-9A76-E3F7-3B72-4A419683E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F0206FB0-6A2E-3373-56C7-5A57970AD7FD}"/>
              </a:ext>
            </a:extLst>
          </p:cNvPr>
          <p:cNvSpPr/>
          <p:nvPr/>
        </p:nvSpPr>
        <p:spPr>
          <a:xfrm>
            <a:off x="4952056" y="369326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5384905E-E217-A8A2-918A-F4B05327E09F}"/>
                  </a:ext>
                </a:extLst>
              </p:cNvPr>
              <p:cNvSpPr txBox="1"/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5384905E-E217-A8A2-918A-F4B05327E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blipFill>
                <a:blip r:embed="rId3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71EF995B-1B1B-8117-27E8-522E41AFAFA8}"/>
              </a:ext>
            </a:extLst>
          </p:cNvPr>
          <p:cNvSpPr/>
          <p:nvPr/>
        </p:nvSpPr>
        <p:spPr>
          <a:xfrm>
            <a:off x="5322730" y="3693271"/>
            <a:ext cx="313588" cy="337241"/>
          </a:xfrm>
          <a:prstGeom prst="roundRect">
            <a:avLst/>
          </a:prstGeom>
          <a:noFill/>
          <a:ln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7CA83CC4-B505-72AF-ADEC-098B730FFFBC}"/>
                  </a:ext>
                </a:extLst>
              </p:cNvPr>
              <p:cNvSpPr txBox="1"/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7CA83CC4-B505-72AF-ADEC-098B730FF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blipFill>
                <a:blip r:embed="rId35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3F618F45-8E94-F1C4-1D3D-D48BCA91A93E}"/>
              </a:ext>
            </a:extLst>
          </p:cNvPr>
          <p:cNvSpPr/>
          <p:nvPr/>
        </p:nvSpPr>
        <p:spPr>
          <a:xfrm>
            <a:off x="5716360" y="36932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5975930B-ED05-0AFB-46B5-1C5BF0CBCC81}"/>
                  </a:ext>
                </a:extLst>
              </p:cNvPr>
              <p:cNvSpPr txBox="1"/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5975930B-ED05-0AFB-46B5-1C5BF0CBC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blipFill>
                <a:blip r:embed="rId3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E1BD17B1-5473-64F5-C90E-E71C66B745BC}"/>
                  </a:ext>
                </a:extLst>
              </p:cNvPr>
              <p:cNvSpPr txBox="1"/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E1BD17B1-5473-64F5-C90E-E71C66B74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blipFill>
                <a:blip r:embed="rId3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23F3BFBE-C90D-94BA-C76D-59DFF7B54B54}"/>
              </a:ext>
            </a:extLst>
          </p:cNvPr>
          <p:cNvSpPr/>
          <p:nvPr/>
        </p:nvSpPr>
        <p:spPr>
          <a:xfrm>
            <a:off x="4168979" y="4117467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90B900CD-52D5-7713-DB05-1705B3ACC170}"/>
                  </a:ext>
                </a:extLst>
              </p:cNvPr>
              <p:cNvSpPr txBox="1"/>
              <p:nvPr/>
            </p:nvSpPr>
            <p:spPr>
              <a:xfrm>
                <a:off x="4196689" y="4115633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90B900CD-52D5-7713-DB05-1705B3ACC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4115633"/>
                <a:ext cx="258198" cy="338554"/>
              </a:xfrm>
              <a:prstGeom prst="rect">
                <a:avLst/>
              </a:prstGeom>
              <a:blipFill>
                <a:blip r:embed="rId3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1D866554-9975-263F-F303-433E42BF1B13}"/>
              </a:ext>
            </a:extLst>
          </p:cNvPr>
          <p:cNvSpPr/>
          <p:nvPr/>
        </p:nvSpPr>
        <p:spPr>
          <a:xfrm>
            <a:off x="4554821" y="4119400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85657A58-5B67-7FA5-1B79-3D4977D4AF79}"/>
                  </a:ext>
                </a:extLst>
              </p:cNvPr>
              <p:cNvSpPr txBox="1"/>
              <p:nvPr/>
            </p:nvSpPr>
            <p:spPr>
              <a:xfrm>
                <a:off x="4581040" y="4115636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85657A58-5B67-7FA5-1B79-3D4977D4A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4115636"/>
                <a:ext cx="282553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AD7BF0A7-E464-A9D5-AE02-EBEFCB73EDA5}"/>
              </a:ext>
            </a:extLst>
          </p:cNvPr>
          <p:cNvSpPr/>
          <p:nvPr/>
        </p:nvSpPr>
        <p:spPr>
          <a:xfrm>
            <a:off x="4946572" y="4116955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6237F3E1-7A1E-E247-24D2-803254CB63B5}"/>
                  </a:ext>
                </a:extLst>
              </p:cNvPr>
              <p:cNvSpPr txBox="1"/>
              <p:nvPr/>
            </p:nvSpPr>
            <p:spPr>
              <a:xfrm>
                <a:off x="4960115" y="411564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6237F3E1-7A1E-E247-24D2-803254CB6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4115642"/>
                <a:ext cx="257200" cy="338554"/>
              </a:xfrm>
              <a:prstGeom prst="rect">
                <a:avLst/>
              </a:prstGeom>
              <a:blipFill>
                <a:blip r:embed="rId4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14461B3B-828E-554B-CD17-B35C51A8A91C}"/>
              </a:ext>
            </a:extLst>
          </p:cNvPr>
          <p:cNvSpPr/>
          <p:nvPr/>
        </p:nvSpPr>
        <p:spPr>
          <a:xfrm>
            <a:off x="5317246" y="41169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ED8CE564-DD71-9784-B3CA-5ADDF29D567E}"/>
                  </a:ext>
                </a:extLst>
              </p:cNvPr>
              <p:cNvSpPr txBox="1"/>
              <p:nvPr/>
            </p:nvSpPr>
            <p:spPr>
              <a:xfrm>
                <a:off x="5333516" y="4115630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ED8CE564-DD71-9784-B3CA-5ADDF29D5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4115630"/>
                <a:ext cx="257200" cy="338554"/>
              </a:xfrm>
              <a:prstGeom prst="rect">
                <a:avLst/>
              </a:prstGeom>
              <a:blipFill>
                <a:blip r:embed="rId4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A5FE03AE-C54C-5186-A7C9-F2AFB95A67A8}"/>
              </a:ext>
            </a:extLst>
          </p:cNvPr>
          <p:cNvSpPr/>
          <p:nvPr/>
        </p:nvSpPr>
        <p:spPr>
          <a:xfrm>
            <a:off x="5710876" y="411694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B4490558-204E-0D7A-CA73-8F40E42CF19A}"/>
                  </a:ext>
                </a:extLst>
              </p:cNvPr>
              <p:cNvSpPr txBox="1"/>
              <p:nvPr/>
            </p:nvSpPr>
            <p:spPr>
              <a:xfrm>
                <a:off x="5727146" y="411560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B4490558-204E-0D7A-CA73-8F40E42CF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4115609"/>
                <a:ext cx="257200" cy="338554"/>
              </a:xfrm>
              <a:prstGeom prst="rect">
                <a:avLst/>
              </a:prstGeom>
              <a:blipFill>
                <a:blip r:embed="rId4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D2FA956A-4755-A640-602C-289F02F8F31E}"/>
                  </a:ext>
                </a:extLst>
              </p:cNvPr>
              <p:cNvSpPr txBox="1"/>
              <p:nvPr/>
            </p:nvSpPr>
            <p:spPr>
              <a:xfrm>
                <a:off x="3113993" y="4115609"/>
                <a:ext cx="87395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D2FA956A-4755-A640-602C-289F02F8F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993" y="4115609"/>
                <a:ext cx="873957" cy="276999"/>
              </a:xfrm>
              <a:prstGeom prst="rect">
                <a:avLst/>
              </a:prstGeom>
              <a:blipFill>
                <a:blip r:embed="rId43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3779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0562E-EEC2-3116-B1D8-EEB7D6F56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6F4AB809-BF00-B806-D23C-0BC174E4AA57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2A56081E-CAC8-FF7D-C3E2-BE4A2B999987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6856639F-5939-87F4-E9A1-B24445CB6532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6856639F-5939-87F4-E9A1-B24445CB6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D4A8BFE4-9A49-1D42-96C0-286C81B90783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85DEF000-1865-0E4B-8512-12C08F005880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85DEF000-1865-0E4B-8512-12C08F0058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430EC9B9-0769-C7EC-CBDA-E75226D9E230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1670095B-E036-F771-FFB2-784ED4D60F90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1670095B-E036-F771-FFB2-784ED4D60F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3A8E7E50-95F2-3621-5C92-D4EE86B94CAF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798A11B-6ED2-004F-61D0-1469E4A9FD5A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798A11B-6ED2-004F-61D0-1469E4A9F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7735495-65B7-AE4E-3DBE-F4745B3C373B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7735495-65B7-AE4E-3DBE-F4745B3C3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2F1D966-8DD6-D9EB-B98D-8D7255D3CEDA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2F1D966-8DD6-D9EB-B98D-8D7255D3C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BCF00485-4106-831E-C6EE-650E9C2E1545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81ACA7F-6CF6-5BE7-E8BC-6479146B0156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81ACA7F-6CF6-5BE7-E8BC-6479146B0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094F090E-5D8E-7352-6B94-875762110ED2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824A9BAD-6480-714A-F4FC-026458710F62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824A9BAD-6480-714A-F4FC-026458710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1E964282-E0B4-6060-E669-83C0BC12F4EF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074AB07B-39FF-264B-C7B5-3A699C0320FB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074AB07B-39FF-264B-C7B5-3A699C032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DE527772-3E4D-C7C7-E20D-6CA1C2E30113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9BDEC50D-D9C7-45D7-AC88-75AA9EB85C96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9BDEC50D-D9C7-45D7-AC88-75AA9EB85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D137F1EA-382A-9E20-B647-DFF875F6AAC4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D137F1EA-382A-9E20-B647-DFF875F6A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76C5D0F5-19DF-52D8-767C-B95803D3546B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DC907A9B-0C7C-D95C-528D-7F52E72D56CD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DC907A9B-0C7C-D95C-528D-7F52E72D5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CC95C67C-4612-7085-AD24-C7758B3009FE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CC95C67C-4612-7085-AD24-C7758B300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97215E48-4BB5-C93D-522C-1645665D7B90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97215E48-4BB5-C93D-522C-1645665D7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E4E98014-6432-CE4B-C589-51EFDC3499A0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E4E98014-6432-CE4B-C589-51EFDC349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1112F4A8-4921-499E-280C-441B545C8D00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1112F4A8-4921-499E-280C-441B545C8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79EAEFF6-697E-444D-CCF3-A9082F08E31F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79EAEFF6-697E-444D-CCF3-A9082F08E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BD1C26D3-3168-B20D-954C-D81AD75C561B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BD1C26D3-3168-B20D-954C-D81AD75C5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2C840704-8295-9E85-EA8B-51B916E078C0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0AE52A6D-C591-3610-6CBC-5C2956D0E38F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0AE52A6D-C591-3610-6CBC-5C2956D0E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0DC4840B-CAB9-0CAA-446D-8802392AB424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9DE19186-3CD8-3E72-E33E-E104642238E4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9DE19186-3CD8-3E72-E33E-E10464223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1CED0788-A804-1AB5-5C09-9ADE496BB998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B287C972-69A9-36B5-6692-15E3A5A53C2C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B287C972-69A9-36B5-6692-15E3A5A53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958D0987-D2EB-EE12-F286-7C5CD6C1B1A4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FFDE7D60-F1AA-B697-B719-4D90D63444E0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FFDE7D60-F1AA-B697-B719-4D90D6344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B02AB675-A8D5-C588-4A85-95ADE42DDAEC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764D0E97-7C76-4657-E8B6-0F2344745E61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764D0E97-7C76-4657-E8B6-0F2344745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B9392507-823C-18B8-2833-E8EDB0D409DB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B9392507-823C-18B8-2833-E8EDB0D40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566C61E4-8C99-979B-25CB-15D2C912922C}"/>
              </a:ext>
            </a:extLst>
          </p:cNvPr>
          <p:cNvSpPr/>
          <p:nvPr/>
        </p:nvSpPr>
        <p:spPr>
          <a:xfrm>
            <a:off x="4168979" y="32628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CBC21AFD-A763-20B1-7BFB-E6E058ED741C}"/>
                  </a:ext>
                </a:extLst>
              </p:cNvPr>
              <p:cNvSpPr txBox="1"/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CBC21AFD-A763-20B1-7BFB-E6E058ED7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blipFill>
                <a:blip r:embed="rId2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88ABAAA3-E6B7-1767-A2EB-A924DCA172C4}"/>
              </a:ext>
            </a:extLst>
          </p:cNvPr>
          <p:cNvSpPr/>
          <p:nvPr/>
        </p:nvSpPr>
        <p:spPr>
          <a:xfrm>
            <a:off x="4554821" y="32648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3159BE89-EEF3-985D-0DD2-C4693C7D117F}"/>
                  </a:ext>
                </a:extLst>
              </p:cNvPr>
              <p:cNvSpPr txBox="1"/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3159BE89-EEF3-985D-0DD2-C4693C7D1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7113F40B-5BFC-A6A9-72E4-1F86474D5B77}"/>
              </a:ext>
            </a:extLst>
          </p:cNvPr>
          <p:cNvSpPr/>
          <p:nvPr/>
        </p:nvSpPr>
        <p:spPr>
          <a:xfrm>
            <a:off x="4946572" y="3262362"/>
            <a:ext cx="313588" cy="337241"/>
          </a:xfrm>
          <a:prstGeom prst="roundRect">
            <a:avLst/>
          </a:prstGeom>
          <a:noFill/>
          <a:ln>
            <a:solidFill>
              <a:srgbClr val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C4566F72-41DB-6CF7-6371-737430417CD2}"/>
                  </a:ext>
                </a:extLst>
              </p:cNvPr>
              <p:cNvSpPr txBox="1"/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C4566F72-41DB-6CF7-6371-737430417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blipFill>
                <a:blip r:embed="rId28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5210B04D-8E67-677A-C8E4-B633E33F2D04}"/>
              </a:ext>
            </a:extLst>
          </p:cNvPr>
          <p:cNvSpPr/>
          <p:nvPr/>
        </p:nvSpPr>
        <p:spPr>
          <a:xfrm>
            <a:off x="5317246" y="32623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78FC83B0-17E5-A56B-AA2C-F18C55BD6179}"/>
                  </a:ext>
                </a:extLst>
              </p:cNvPr>
              <p:cNvSpPr txBox="1"/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78FC83B0-17E5-A56B-AA2C-F18C55BD6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blipFill>
                <a:blip r:embed="rId29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8FAC805F-F8CD-44E1-B60E-8FF1410964E6}"/>
              </a:ext>
            </a:extLst>
          </p:cNvPr>
          <p:cNvSpPr/>
          <p:nvPr/>
        </p:nvSpPr>
        <p:spPr>
          <a:xfrm>
            <a:off x="5710876" y="32623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CDFDF467-047B-2B7A-1720-28E6663805AB}"/>
                  </a:ext>
                </a:extLst>
              </p:cNvPr>
              <p:cNvSpPr txBox="1"/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CDFDF467-047B-2B7A-1720-28E666380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blipFill>
                <a:blip r:embed="rId30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B491FBA4-F796-B555-F5D0-66424A1B8EF6}"/>
                  </a:ext>
                </a:extLst>
              </p:cNvPr>
              <p:cNvSpPr txBox="1"/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B491FBA4-F796-B555-F5D0-66424A1B8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blipFill>
                <a:blip r:embed="rId3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519592A2-2276-A0D2-5CDA-EBEC44F90413}"/>
              </a:ext>
            </a:extLst>
          </p:cNvPr>
          <p:cNvSpPr/>
          <p:nvPr/>
        </p:nvSpPr>
        <p:spPr>
          <a:xfrm>
            <a:off x="4174463" y="36937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7B2139F-2FC0-B57A-D759-070DC7585AF1}"/>
                  </a:ext>
                </a:extLst>
              </p:cNvPr>
              <p:cNvSpPr txBox="1"/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7B2139F-2FC0-B57A-D759-070DC7585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blipFill>
                <a:blip r:embed="rId3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BBF88D19-4D22-C6AD-DF92-D25431197D4B}"/>
              </a:ext>
            </a:extLst>
          </p:cNvPr>
          <p:cNvSpPr/>
          <p:nvPr/>
        </p:nvSpPr>
        <p:spPr>
          <a:xfrm>
            <a:off x="4560305" y="36957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1FC56D72-8B05-B393-43BE-766B80AFFB38}"/>
                  </a:ext>
                </a:extLst>
              </p:cNvPr>
              <p:cNvSpPr txBox="1"/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1FC56D72-8B05-B393-43BE-766B80AFF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243AE211-4454-FA04-C30D-26032D7834FD}"/>
              </a:ext>
            </a:extLst>
          </p:cNvPr>
          <p:cNvSpPr/>
          <p:nvPr/>
        </p:nvSpPr>
        <p:spPr>
          <a:xfrm>
            <a:off x="4952056" y="369326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6CD919C7-EFEB-812F-BCB8-BEA43B023D6F}"/>
                  </a:ext>
                </a:extLst>
              </p:cNvPr>
              <p:cNvSpPr txBox="1"/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6CD919C7-EFEB-812F-BCB8-BEA43B023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blipFill>
                <a:blip r:embed="rId3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0FD5CF61-AA02-0C8A-C695-D87240FA5B4C}"/>
              </a:ext>
            </a:extLst>
          </p:cNvPr>
          <p:cNvSpPr/>
          <p:nvPr/>
        </p:nvSpPr>
        <p:spPr>
          <a:xfrm>
            <a:off x="5322730" y="36932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6AF69059-CBA0-96D4-351A-0EFA7C396050}"/>
                  </a:ext>
                </a:extLst>
              </p:cNvPr>
              <p:cNvSpPr txBox="1"/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6AF69059-CBA0-96D4-351A-0EFA7C396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blipFill>
                <a:blip r:embed="rId35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BFF1F611-EEA9-ADB8-0C9D-A1B64F621376}"/>
              </a:ext>
            </a:extLst>
          </p:cNvPr>
          <p:cNvSpPr/>
          <p:nvPr/>
        </p:nvSpPr>
        <p:spPr>
          <a:xfrm>
            <a:off x="5716360" y="3693250"/>
            <a:ext cx="313588" cy="337241"/>
          </a:xfrm>
          <a:prstGeom prst="roundRect">
            <a:avLst/>
          </a:prstGeom>
          <a:noFill/>
          <a:ln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67F66649-0905-BA94-0E56-B8C76E42A51A}"/>
                  </a:ext>
                </a:extLst>
              </p:cNvPr>
              <p:cNvSpPr txBox="1"/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67F66649-0905-BA94-0E56-B8C76E42A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blipFill>
                <a:blip r:embed="rId3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39EEEFD0-2931-807E-EB21-6F0362D85980}"/>
                  </a:ext>
                </a:extLst>
              </p:cNvPr>
              <p:cNvSpPr txBox="1"/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39EEEFD0-2931-807E-EB21-6F0362D85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blipFill>
                <a:blip r:embed="rId3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1358EDD8-CE6F-C2A0-B172-CE3C5A20073F}"/>
              </a:ext>
            </a:extLst>
          </p:cNvPr>
          <p:cNvSpPr/>
          <p:nvPr/>
        </p:nvSpPr>
        <p:spPr>
          <a:xfrm>
            <a:off x="4168979" y="4117467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71050002-F74D-584A-B192-B010AD2A2982}"/>
                  </a:ext>
                </a:extLst>
              </p:cNvPr>
              <p:cNvSpPr txBox="1"/>
              <p:nvPr/>
            </p:nvSpPr>
            <p:spPr>
              <a:xfrm>
                <a:off x="4196689" y="4115633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71050002-F74D-584A-B192-B010AD2A2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4115633"/>
                <a:ext cx="258198" cy="338554"/>
              </a:xfrm>
              <a:prstGeom prst="rect">
                <a:avLst/>
              </a:prstGeom>
              <a:blipFill>
                <a:blip r:embed="rId3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36C32FD4-DDA4-5E44-77EF-FF73C1B6741A}"/>
              </a:ext>
            </a:extLst>
          </p:cNvPr>
          <p:cNvSpPr/>
          <p:nvPr/>
        </p:nvSpPr>
        <p:spPr>
          <a:xfrm>
            <a:off x="4554821" y="4119400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CFA373D3-3421-710C-EE52-0B59F7F0A9B4}"/>
                  </a:ext>
                </a:extLst>
              </p:cNvPr>
              <p:cNvSpPr txBox="1"/>
              <p:nvPr/>
            </p:nvSpPr>
            <p:spPr>
              <a:xfrm>
                <a:off x="4581040" y="4115636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CFA373D3-3421-710C-EE52-0B59F7F0A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4115636"/>
                <a:ext cx="282553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9E6511F1-78F0-11DD-F997-1FD6664A59BD}"/>
              </a:ext>
            </a:extLst>
          </p:cNvPr>
          <p:cNvSpPr/>
          <p:nvPr/>
        </p:nvSpPr>
        <p:spPr>
          <a:xfrm>
            <a:off x="4946572" y="4116955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F496B5F2-A542-FB99-7911-9509062B5F27}"/>
                  </a:ext>
                </a:extLst>
              </p:cNvPr>
              <p:cNvSpPr txBox="1"/>
              <p:nvPr/>
            </p:nvSpPr>
            <p:spPr>
              <a:xfrm>
                <a:off x="4960115" y="411564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F496B5F2-A542-FB99-7911-9509062B5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4115642"/>
                <a:ext cx="257200" cy="338554"/>
              </a:xfrm>
              <a:prstGeom prst="rect">
                <a:avLst/>
              </a:prstGeom>
              <a:blipFill>
                <a:blip r:embed="rId4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47D909F1-E819-D783-719D-400DC52AE4AD}"/>
              </a:ext>
            </a:extLst>
          </p:cNvPr>
          <p:cNvSpPr/>
          <p:nvPr/>
        </p:nvSpPr>
        <p:spPr>
          <a:xfrm>
            <a:off x="5317246" y="41169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98833AEC-0150-476C-977C-4CF7F27CFA70}"/>
                  </a:ext>
                </a:extLst>
              </p:cNvPr>
              <p:cNvSpPr txBox="1"/>
              <p:nvPr/>
            </p:nvSpPr>
            <p:spPr>
              <a:xfrm>
                <a:off x="5333516" y="4115630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98833AEC-0150-476C-977C-4CF7F27CF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4115630"/>
                <a:ext cx="257200" cy="338554"/>
              </a:xfrm>
              <a:prstGeom prst="rect">
                <a:avLst/>
              </a:prstGeom>
              <a:blipFill>
                <a:blip r:embed="rId4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F39CFF0B-A877-AB4D-76A8-004B870114DC}"/>
              </a:ext>
            </a:extLst>
          </p:cNvPr>
          <p:cNvSpPr/>
          <p:nvPr/>
        </p:nvSpPr>
        <p:spPr>
          <a:xfrm>
            <a:off x="5710876" y="411694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9BEAF8D2-5910-4CA1-37A3-9F81504E2164}"/>
                  </a:ext>
                </a:extLst>
              </p:cNvPr>
              <p:cNvSpPr txBox="1"/>
              <p:nvPr/>
            </p:nvSpPr>
            <p:spPr>
              <a:xfrm>
                <a:off x="5727146" y="411560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9BEAF8D2-5910-4CA1-37A3-9F81504E2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4115609"/>
                <a:ext cx="257200" cy="338554"/>
              </a:xfrm>
              <a:prstGeom prst="rect">
                <a:avLst/>
              </a:prstGeom>
              <a:blipFill>
                <a:blip r:embed="rId4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D151EFA6-C964-818E-892F-E245C4748A8E}"/>
                  </a:ext>
                </a:extLst>
              </p:cNvPr>
              <p:cNvSpPr txBox="1"/>
              <p:nvPr/>
            </p:nvSpPr>
            <p:spPr>
              <a:xfrm>
                <a:off x="3113993" y="4115609"/>
                <a:ext cx="87395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D151EFA6-C964-818E-892F-E245C4748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993" y="4115609"/>
                <a:ext cx="873957" cy="276999"/>
              </a:xfrm>
              <a:prstGeom prst="rect">
                <a:avLst/>
              </a:prstGeom>
              <a:blipFill>
                <a:blip r:embed="rId43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7420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482B7-26DF-099E-D050-93E93A5F9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CD6420BA-FF21-7B96-24FC-15B4A54DA874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EC43A5A8-3582-2892-B4E1-A310D1C6606B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8DBE8628-E151-3A8F-E6A2-601F654CC2D5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8DBE8628-E151-3A8F-E6A2-601F654CC2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4DEA5820-CC4E-E684-1514-E9F352536D30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360F302E-041C-AB8A-9D9B-B9A6283DB320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360F302E-041C-AB8A-9D9B-B9A6283DB3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AA910BBC-F2AB-BB65-5A3D-EA6822B68774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67F5A25-9421-6F7F-E3CD-70FE601C8ECA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67F5A25-9421-6F7F-E3CD-70FE601C8E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47D6093B-5F08-45F1-0D32-7FBA4C7589BE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6BEAE66-E1FE-17E4-31DE-4FBDB4FEEA8B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6BEAE66-E1FE-17E4-31DE-4FBDB4FEEA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5A0A789A-6BB1-F7C7-1BEA-4E934F1B8D8E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5A0A789A-6BB1-F7C7-1BEA-4E934F1B8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1AFB106-2109-94C1-FAF2-74F5C33306A7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1AFB106-2109-94C1-FAF2-74F5C3330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724B9B4E-1BB1-8D18-5FC2-49A264A25B28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1F5D6F1E-B6F4-8EC2-88A3-C1C0C6D20D78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1F5D6F1E-B6F4-8EC2-88A3-C1C0C6D20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BAA8DF1E-063F-1B9A-9260-8BB45CC2659B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6A6DFFA9-B1E7-F77C-397A-A5CBF829EF66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6A6DFFA9-B1E7-F77C-397A-A5CBF829E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FE54B77B-BF56-B36D-9B04-A7F86DA6CFDD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44C8B9A3-B45D-6B1E-4193-43E29560690B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44C8B9A3-B45D-6B1E-4193-43E295606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539C051C-5953-4B73-7E60-26493E504105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2A80D3E9-28C1-74BD-9738-A77D4225E971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2A80D3E9-28C1-74BD-9738-A77D4225E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01887190-6FAA-630E-283E-205491E45DC6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01887190-6FAA-630E-283E-205491E45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C8395F88-C5D8-9F5A-D193-9E1B94AE91C4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4500407C-462A-6A31-31F6-05AB4278E19E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4500407C-462A-6A31-31F6-05AB4278E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488F489C-9824-E3B2-A37C-8A752D65134E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488F489C-9824-E3B2-A37C-8A752D651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1C4071B3-4857-06BF-E09A-F2A917D37252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1C4071B3-4857-06BF-E09A-F2A917D37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63BA9AD6-0FA2-9D52-729E-DC960E9D1D96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63BA9AD6-0FA2-9D52-729E-DC960E9D1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0A4E7CD7-766A-7011-EA39-D613085D8BD5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0A4E7CD7-766A-7011-EA39-D613085D8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D81B3020-260E-F648-D0F7-E9B8BB09C794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D81B3020-260E-F648-D0F7-E9B8BB09C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57F164A3-7C5C-764B-D82F-15AF8FBF08D3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57F164A3-7C5C-764B-D82F-15AF8FBF0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DBB41F71-C2A8-DE20-0F1B-2C311D96F9FB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FB7A891C-0112-628C-3338-3B7C111C0C09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FB7A891C-0112-628C-3338-3B7C111C0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68F718F2-5123-AD42-1D74-31FF0155475D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A9FC5599-5298-92C0-CA4E-5C75C5CEE4AB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A9FC5599-5298-92C0-CA4E-5C75C5CEE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6B876E1F-3224-BCBF-F63B-72C4874B5B6B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16E648F3-9332-BC5A-E563-E80E72F83146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16E648F3-9332-BC5A-E563-E80E72F83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555E23DB-6DE5-377A-216A-581CBCE0773B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5D413523-4871-ABA2-314A-199C2FE6D288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5D413523-4871-ABA2-314A-199C2FE6D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C439B132-9A0E-761D-4098-25BE3F93C508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22FD1791-523D-99CD-2852-ED4366368759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22FD1791-523D-99CD-2852-ED4366368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153027D0-A6F9-A64F-8C23-2704092E0D72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153027D0-A6F9-A64F-8C23-2704092E0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001292D9-5D82-BB8B-09DF-3DB990AA4E6C}"/>
              </a:ext>
            </a:extLst>
          </p:cNvPr>
          <p:cNvSpPr/>
          <p:nvPr/>
        </p:nvSpPr>
        <p:spPr>
          <a:xfrm>
            <a:off x="4168979" y="32628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61B624D2-FB21-D926-C396-4BD7FAF4CE76}"/>
                  </a:ext>
                </a:extLst>
              </p:cNvPr>
              <p:cNvSpPr txBox="1"/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61B624D2-FB21-D926-C396-4BD7FAF4C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blipFill>
                <a:blip r:embed="rId2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4BB95F9C-5352-B759-14C1-009276EA2B46}"/>
              </a:ext>
            </a:extLst>
          </p:cNvPr>
          <p:cNvSpPr/>
          <p:nvPr/>
        </p:nvSpPr>
        <p:spPr>
          <a:xfrm>
            <a:off x="4554821" y="32648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948621B6-896E-10BC-16BB-7E448E2E6B08}"/>
                  </a:ext>
                </a:extLst>
              </p:cNvPr>
              <p:cNvSpPr txBox="1"/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948621B6-896E-10BC-16BB-7E448E2E6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F69728E2-3EF9-3DEF-B81C-B1BAE2187D40}"/>
              </a:ext>
            </a:extLst>
          </p:cNvPr>
          <p:cNvSpPr/>
          <p:nvPr/>
        </p:nvSpPr>
        <p:spPr>
          <a:xfrm>
            <a:off x="4946572" y="3262362"/>
            <a:ext cx="313588" cy="337241"/>
          </a:xfrm>
          <a:prstGeom prst="roundRect">
            <a:avLst/>
          </a:prstGeom>
          <a:noFill/>
          <a:ln>
            <a:solidFill>
              <a:srgbClr val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FD2F08DD-D147-6E24-127B-FE4B3590B81A}"/>
                  </a:ext>
                </a:extLst>
              </p:cNvPr>
              <p:cNvSpPr txBox="1"/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FD2F08DD-D147-6E24-127B-FE4B3590B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blipFill>
                <a:blip r:embed="rId28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4C62A0A6-4996-70B2-119E-31B6DFCC2FC4}"/>
              </a:ext>
            </a:extLst>
          </p:cNvPr>
          <p:cNvSpPr/>
          <p:nvPr/>
        </p:nvSpPr>
        <p:spPr>
          <a:xfrm>
            <a:off x="5317246" y="32623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FB89DB8B-2878-4428-5248-11E03BCA4DF0}"/>
                  </a:ext>
                </a:extLst>
              </p:cNvPr>
              <p:cNvSpPr txBox="1"/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FB89DB8B-2878-4428-5248-11E03BCA4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blipFill>
                <a:blip r:embed="rId29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4B8A6B54-E5F2-E09E-E524-C7652BB967FF}"/>
              </a:ext>
            </a:extLst>
          </p:cNvPr>
          <p:cNvSpPr/>
          <p:nvPr/>
        </p:nvSpPr>
        <p:spPr>
          <a:xfrm>
            <a:off x="5710876" y="32623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C9EE35D6-E3E8-867E-FFF9-E4B13B31E86B}"/>
                  </a:ext>
                </a:extLst>
              </p:cNvPr>
              <p:cNvSpPr txBox="1"/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C9EE35D6-E3E8-867E-FFF9-E4B13B31E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blipFill>
                <a:blip r:embed="rId30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4BBCADF9-C726-CBEE-0996-2ECECA3BE465}"/>
                  </a:ext>
                </a:extLst>
              </p:cNvPr>
              <p:cNvSpPr txBox="1"/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4BBCADF9-C726-CBEE-0996-2ECECA3BE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blipFill>
                <a:blip r:embed="rId3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271FC777-DD5A-EF9B-54BC-B12F419FEC4F}"/>
              </a:ext>
            </a:extLst>
          </p:cNvPr>
          <p:cNvSpPr/>
          <p:nvPr/>
        </p:nvSpPr>
        <p:spPr>
          <a:xfrm>
            <a:off x="4174463" y="36937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4C0904B9-6B2B-3172-6651-4D832C1F7F6E}"/>
                  </a:ext>
                </a:extLst>
              </p:cNvPr>
              <p:cNvSpPr txBox="1"/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4C0904B9-6B2B-3172-6651-4D832C1F7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blipFill>
                <a:blip r:embed="rId3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9290A141-FEB4-99B2-C72D-9F0C99254EBB}"/>
              </a:ext>
            </a:extLst>
          </p:cNvPr>
          <p:cNvSpPr/>
          <p:nvPr/>
        </p:nvSpPr>
        <p:spPr>
          <a:xfrm>
            <a:off x="4560305" y="36957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4FBBA5B1-F363-ADF5-C6FA-3362A5EA226A}"/>
                  </a:ext>
                </a:extLst>
              </p:cNvPr>
              <p:cNvSpPr txBox="1"/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4FBBA5B1-F363-ADF5-C6FA-3362A5EA2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4DBFDEC7-0A1A-AB39-A0C4-251BED1A4709}"/>
              </a:ext>
            </a:extLst>
          </p:cNvPr>
          <p:cNvSpPr/>
          <p:nvPr/>
        </p:nvSpPr>
        <p:spPr>
          <a:xfrm>
            <a:off x="4952056" y="369326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43B15E58-2DE5-B885-C14F-36B640C1D3CB}"/>
                  </a:ext>
                </a:extLst>
              </p:cNvPr>
              <p:cNvSpPr txBox="1"/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43B15E58-2DE5-B885-C14F-36B640C1D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blipFill>
                <a:blip r:embed="rId3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86E3287D-C8C1-B00E-0F0E-AA9E5A6A7A6A}"/>
              </a:ext>
            </a:extLst>
          </p:cNvPr>
          <p:cNvSpPr/>
          <p:nvPr/>
        </p:nvSpPr>
        <p:spPr>
          <a:xfrm>
            <a:off x="5322730" y="36932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89AD34D5-788F-A953-1F91-AF309B5F1484}"/>
                  </a:ext>
                </a:extLst>
              </p:cNvPr>
              <p:cNvSpPr txBox="1"/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89AD34D5-788F-A953-1F91-AF309B5F1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blipFill>
                <a:blip r:embed="rId35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EA389165-970F-78DE-4A67-2604BF574E9E}"/>
              </a:ext>
            </a:extLst>
          </p:cNvPr>
          <p:cNvSpPr/>
          <p:nvPr/>
        </p:nvSpPr>
        <p:spPr>
          <a:xfrm>
            <a:off x="5716360" y="3693250"/>
            <a:ext cx="313588" cy="337241"/>
          </a:xfrm>
          <a:prstGeom prst="roundRect">
            <a:avLst/>
          </a:prstGeom>
          <a:noFill/>
          <a:ln>
            <a:solidFill>
              <a:schemeClr val="accent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59BEFC4F-42E2-7A64-E329-7DABAE3AA9F6}"/>
                  </a:ext>
                </a:extLst>
              </p:cNvPr>
              <p:cNvSpPr txBox="1"/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59BEFC4F-42E2-7A64-E329-7DABAE3AA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blipFill>
                <a:blip r:embed="rId3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35F67992-7A37-DF60-68EA-C9E4CFFBCC26}"/>
                  </a:ext>
                </a:extLst>
              </p:cNvPr>
              <p:cNvSpPr txBox="1"/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35F67992-7A37-DF60-68EA-C9E4CFFBC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blipFill>
                <a:blip r:embed="rId3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F82FC748-37DB-7E9C-80A9-A60ED0840696}"/>
              </a:ext>
            </a:extLst>
          </p:cNvPr>
          <p:cNvSpPr/>
          <p:nvPr/>
        </p:nvSpPr>
        <p:spPr>
          <a:xfrm>
            <a:off x="4168979" y="4117467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DBF65240-3DBC-943E-FF3C-697E5CBA5A36}"/>
                  </a:ext>
                </a:extLst>
              </p:cNvPr>
              <p:cNvSpPr txBox="1"/>
              <p:nvPr/>
            </p:nvSpPr>
            <p:spPr>
              <a:xfrm>
                <a:off x="4196689" y="4115633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DBF65240-3DBC-943E-FF3C-697E5CBA5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4115633"/>
                <a:ext cx="258198" cy="338554"/>
              </a:xfrm>
              <a:prstGeom prst="rect">
                <a:avLst/>
              </a:prstGeom>
              <a:blipFill>
                <a:blip r:embed="rId3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0E0A10A4-4FFE-4B94-5FC2-44E2C07A5178}"/>
              </a:ext>
            </a:extLst>
          </p:cNvPr>
          <p:cNvSpPr/>
          <p:nvPr/>
        </p:nvSpPr>
        <p:spPr>
          <a:xfrm>
            <a:off x="4554821" y="4119400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36DD7F55-B5A5-A761-8C97-AC5DF3329F60}"/>
                  </a:ext>
                </a:extLst>
              </p:cNvPr>
              <p:cNvSpPr txBox="1"/>
              <p:nvPr/>
            </p:nvSpPr>
            <p:spPr>
              <a:xfrm>
                <a:off x="4581040" y="4115636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36DD7F55-B5A5-A761-8C97-AC5DF3329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4115636"/>
                <a:ext cx="282553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D83FDB00-4602-482B-4AD7-EF3791626486}"/>
              </a:ext>
            </a:extLst>
          </p:cNvPr>
          <p:cNvSpPr/>
          <p:nvPr/>
        </p:nvSpPr>
        <p:spPr>
          <a:xfrm>
            <a:off x="4946572" y="4116955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C984A643-494E-83FF-D71C-4E8E93CCCA94}"/>
                  </a:ext>
                </a:extLst>
              </p:cNvPr>
              <p:cNvSpPr txBox="1"/>
              <p:nvPr/>
            </p:nvSpPr>
            <p:spPr>
              <a:xfrm>
                <a:off x="4960115" y="411564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C984A643-494E-83FF-D71C-4E8E93CCC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4115642"/>
                <a:ext cx="257200" cy="338554"/>
              </a:xfrm>
              <a:prstGeom prst="rect">
                <a:avLst/>
              </a:prstGeom>
              <a:blipFill>
                <a:blip r:embed="rId4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851703ED-D963-AE29-D3A1-96C585620C7B}"/>
              </a:ext>
            </a:extLst>
          </p:cNvPr>
          <p:cNvSpPr/>
          <p:nvPr/>
        </p:nvSpPr>
        <p:spPr>
          <a:xfrm>
            <a:off x="5317246" y="41169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929724CB-4111-D81F-A64F-5205481ED646}"/>
                  </a:ext>
                </a:extLst>
              </p:cNvPr>
              <p:cNvSpPr txBox="1"/>
              <p:nvPr/>
            </p:nvSpPr>
            <p:spPr>
              <a:xfrm>
                <a:off x="5333516" y="4115630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929724CB-4111-D81F-A64F-5205481ED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4115630"/>
                <a:ext cx="257200" cy="338554"/>
              </a:xfrm>
              <a:prstGeom prst="rect">
                <a:avLst/>
              </a:prstGeom>
              <a:blipFill>
                <a:blip r:embed="rId4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0CA76DF7-E855-1E98-B24C-1957F9C2D209}"/>
              </a:ext>
            </a:extLst>
          </p:cNvPr>
          <p:cNvSpPr/>
          <p:nvPr/>
        </p:nvSpPr>
        <p:spPr>
          <a:xfrm>
            <a:off x="5710876" y="411694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C0049C75-EF84-D6BF-E807-8B3E0C515EAE}"/>
                  </a:ext>
                </a:extLst>
              </p:cNvPr>
              <p:cNvSpPr txBox="1"/>
              <p:nvPr/>
            </p:nvSpPr>
            <p:spPr>
              <a:xfrm>
                <a:off x="5727146" y="411560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C0049C75-EF84-D6BF-E807-8B3E0C515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4115609"/>
                <a:ext cx="257200" cy="338554"/>
              </a:xfrm>
              <a:prstGeom prst="rect">
                <a:avLst/>
              </a:prstGeom>
              <a:blipFill>
                <a:blip r:embed="rId4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C9BD05F2-9CDC-5FB5-4691-477411B99E9B}"/>
                  </a:ext>
                </a:extLst>
              </p:cNvPr>
              <p:cNvSpPr txBox="1"/>
              <p:nvPr/>
            </p:nvSpPr>
            <p:spPr>
              <a:xfrm>
                <a:off x="3113993" y="4115609"/>
                <a:ext cx="87395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C9BD05F2-9CDC-5FB5-4691-477411B99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993" y="4115609"/>
                <a:ext cx="873957" cy="276999"/>
              </a:xfrm>
              <a:prstGeom prst="rect">
                <a:avLst/>
              </a:prstGeom>
              <a:blipFill>
                <a:blip r:embed="rId43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2760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B8B18-2320-70A3-7A29-931C6E19A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6CDF37BC-8BB5-F49E-F797-4A4AEC3EEF15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7B879F4-101B-0BF4-0BD8-CF440B97433A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F4FBD146-8549-6717-0EF5-DA95A6468D15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F4FBD146-8549-6717-0EF5-DA95A6468D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B8C97E98-2F7F-4F0A-C2F1-3A59567316DE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CE25ED1-F733-BCAF-1F3C-B9E149CC1688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CE25ED1-F733-BCAF-1F3C-B9E149CC16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73CFFD79-7A17-7B00-5044-281E256AC439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228B8A0A-EE91-D029-CCC6-25BB6697724E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228B8A0A-EE91-D029-CCC6-25BB669772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5D360FA4-3A8A-864F-3ABC-A2958EECC033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DF187EE-4D9E-9A5B-3813-2F3277D7D58E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DF187EE-4D9E-9A5B-3813-2F3277D7D5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C1D389D0-DC7F-FA02-2366-0D111FC26F5D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C1D389D0-DC7F-FA02-2366-0D111FC26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BCE7381C-580E-D7D5-BF95-065788524EAC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BCE7381C-580E-D7D5-BF95-065788524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31F7739D-5976-63EB-0E64-47AC2FA2574E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3224794-F31A-940C-9C72-BB4E4149B274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3224794-F31A-940C-9C72-BB4E4149B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29788E35-7055-8759-E385-1C91FC741996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F84A39E-F657-B657-FA06-BBDA55FC94FF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F84A39E-F657-B657-FA06-BBDA55FC9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B90FE896-52E0-E460-CA86-E53A7855068B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3E6D98B0-F209-58CF-5407-9008BB4AD720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3E6D98B0-F209-58CF-5407-9008BB4AD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38813D75-AAEC-2D00-F239-2ED96038DC75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ABD22125-6BBF-B8A4-91F8-3F050C43E6DB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ABD22125-6BBF-B8A4-91F8-3F050C43E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3C8BB687-E388-DFF2-17CF-36AD44EFC170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3C8BB687-E388-DFF2-17CF-36AD44EFC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6953F1B4-BC00-ABDD-C911-176ECC0258C5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B3E763AF-83D9-C654-3E8F-FB707F4AB2FB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B3E763AF-83D9-C654-3E8F-FB707F4AB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4B2CA53E-C6DA-A6C2-31C5-09619A79D713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4B2CA53E-C6DA-A6C2-31C5-09619A79D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4A6775FB-3A4E-D8A8-E88A-988F096BB51E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4A6775FB-3A4E-D8A8-E88A-988F096BB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9F18A887-4335-C541-6CE2-50AAB362F7C0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9F18A887-4335-C541-6CE2-50AAB362F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8D6140EB-4C2E-285F-224B-2A8A7B0275B7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8D6140EB-4C2E-285F-224B-2A8A7B027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6CCE5258-BB50-6331-054D-0B15522C634C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6CCE5258-BB50-6331-054D-0B15522C6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4A271678-8C48-9C9C-0980-60FA03AF143D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4A271678-8C48-9C9C-0980-60FA03AF1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90EA3875-94AC-D048-4C85-F4B6D9AB843A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B8951BA8-54FB-140C-9D58-DBE293AFF23F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B8951BA8-54FB-140C-9D58-DBE293AFF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C603A5AA-4F13-A6BE-6FDC-0C7DE016F00D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6184C4EF-4404-E472-A6F1-003D129062C6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6184C4EF-4404-E472-A6F1-003D12906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661977A8-BF86-C9C1-70D4-3841EF54097A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B9EBD17E-8988-FDCE-48CA-71BF8189FC3C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B9EBD17E-8988-FDCE-48CA-71BF8189F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FBA80057-B4A4-A277-404C-3F622F9F2231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27E1B5D7-3D79-17F2-C986-39A0EB40536B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27E1B5D7-3D79-17F2-C986-39A0EB405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6A708BEF-B37F-BF45-4858-9A2A20C4B7B6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A14F5572-2571-BD99-4419-9C55769C29FB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A14F5572-2571-BD99-4419-9C55769C2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AC742206-A662-69E7-AB21-606DBC057AB5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AC742206-A662-69E7-AB21-606DBC057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47002A20-6BA3-B5D8-3FB2-15C7076CE6E6}"/>
              </a:ext>
            </a:extLst>
          </p:cNvPr>
          <p:cNvSpPr/>
          <p:nvPr/>
        </p:nvSpPr>
        <p:spPr>
          <a:xfrm>
            <a:off x="4168979" y="32628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B74704B8-D0AA-0CF9-D621-03538A890A05}"/>
                  </a:ext>
                </a:extLst>
              </p:cNvPr>
              <p:cNvSpPr txBox="1"/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B74704B8-D0AA-0CF9-D621-03538A890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blipFill>
                <a:blip r:embed="rId2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66835895-7229-133B-8D49-847CE2DDD7AC}"/>
              </a:ext>
            </a:extLst>
          </p:cNvPr>
          <p:cNvSpPr/>
          <p:nvPr/>
        </p:nvSpPr>
        <p:spPr>
          <a:xfrm>
            <a:off x="4554821" y="32648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1FAC357E-4131-72B4-FF98-EB6AB58FB3F0}"/>
                  </a:ext>
                </a:extLst>
              </p:cNvPr>
              <p:cNvSpPr txBox="1"/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1FAC357E-4131-72B4-FF98-EB6AB58FB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6A9BA1B5-C6E9-13DD-F3B3-40E812B7605C}"/>
              </a:ext>
            </a:extLst>
          </p:cNvPr>
          <p:cNvSpPr/>
          <p:nvPr/>
        </p:nvSpPr>
        <p:spPr>
          <a:xfrm>
            <a:off x="4946572" y="3262362"/>
            <a:ext cx="313588" cy="337241"/>
          </a:xfrm>
          <a:prstGeom prst="roundRect">
            <a:avLst/>
          </a:prstGeom>
          <a:noFill/>
          <a:ln>
            <a:solidFill>
              <a:srgbClr val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B5072B03-6DC9-CF2A-8C4E-D27E19C767E1}"/>
                  </a:ext>
                </a:extLst>
              </p:cNvPr>
              <p:cNvSpPr txBox="1"/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B5072B03-6DC9-CF2A-8C4E-D27E19C76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blipFill>
                <a:blip r:embed="rId28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98C7BD73-459E-23EB-F048-F4ACE76C9740}"/>
              </a:ext>
            </a:extLst>
          </p:cNvPr>
          <p:cNvSpPr/>
          <p:nvPr/>
        </p:nvSpPr>
        <p:spPr>
          <a:xfrm>
            <a:off x="5317246" y="32623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C9DB0831-C9B5-A206-18EC-23119480475F}"/>
                  </a:ext>
                </a:extLst>
              </p:cNvPr>
              <p:cNvSpPr txBox="1"/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C9DB0831-C9B5-A206-18EC-231194804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blipFill>
                <a:blip r:embed="rId29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D3737E57-EFB7-E7E6-E61F-E69BBD3620FD}"/>
              </a:ext>
            </a:extLst>
          </p:cNvPr>
          <p:cNvSpPr/>
          <p:nvPr/>
        </p:nvSpPr>
        <p:spPr>
          <a:xfrm>
            <a:off x="5710876" y="32623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D14F994C-015E-7809-7A00-88593EA44EB9}"/>
                  </a:ext>
                </a:extLst>
              </p:cNvPr>
              <p:cNvSpPr txBox="1"/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D14F994C-015E-7809-7A00-88593EA44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blipFill>
                <a:blip r:embed="rId30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62C60510-C479-B246-7696-A831B33A0CC9}"/>
                  </a:ext>
                </a:extLst>
              </p:cNvPr>
              <p:cNvSpPr txBox="1"/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62C60510-C479-B246-7696-A831B33A0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blipFill>
                <a:blip r:embed="rId3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C52C9AA0-681E-9C55-DDD0-5FD2DDA07E9C}"/>
              </a:ext>
            </a:extLst>
          </p:cNvPr>
          <p:cNvSpPr/>
          <p:nvPr/>
        </p:nvSpPr>
        <p:spPr>
          <a:xfrm>
            <a:off x="4174463" y="36937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AA957667-E4F9-09C5-48A3-BBBCBF7A5740}"/>
                  </a:ext>
                </a:extLst>
              </p:cNvPr>
              <p:cNvSpPr txBox="1"/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AA957667-E4F9-09C5-48A3-BBBCBF7A5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blipFill>
                <a:blip r:embed="rId3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0ADF7172-32F2-5890-75DC-F82018F3B10B}"/>
              </a:ext>
            </a:extLst>
          </p:cNvPr>
          <p:cNvSpPr/>
          <p:nvPr/>
        </p:nvSpPr>
        <p:spPr>
          <a:xfrm>
            <a:off x="4560305" y="36957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C693457C-589D-22A6-AF54-F12C939D591B}"/>
                  </a:ext>
                </a:extLst>
              </p:cNvPr>
              <p:cNvSpPr txBox="1"/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C693457C-589D-22A6-AF54-F12C939D5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F30EAC64-2B29-08F1-1EA4-8DC8B48EF7BF}"/>
              </a:ext>
            </a:extLst>
          </p:cNvPr>
          <p:cNvSpPr/>
          <p:nvPr/>
        </p:nvSpPr>
        <p:spPr>
          <a:xfrm>
            <a:off x="4952056" y="369326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F75CE552-F71B-0B60-87E1-2A77DC274500}"/>
                  </a:ext>
                </a:extLst>
              </p:cNvPr>
              <p:cNvSpPr txBox="1"/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F75CE552-F71B-0B60-87E1-2A77DC274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blipFill>
                <a:blip r:embed="rId3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5555F77E-8169-F9AC-567F-442B8BB7D265}"/>
              </a:ext>
            </a:extLst>
          </p:cNvPr>
          <p:cNvSpPr/>
          <p:nvPr/>
        </p:nvSpPr>
        <p:spPr>
          <a:xfrm>
            <a:off x="5322730" y="36932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6248B552-CABA-86D4-E4A1-133B9887FD02}"/>
                  </a:ext>
                </a:extLst>
              </p:cNvPr>
              <p:cNvSpPr txBox="1"/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6248B552-CABA-86D4-E4A1-133B9887F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blipFill>
                <a:blip r:embed="rId35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75D6C643-F0FF-2932-7587-27319FCEF559}"/>
              </a:ext>
            </a:extLst>
          </p:cNvPr>
          <p:cNvSpPr/>
          <p:nvPr/>
        </p:nvSpPr>
        <p:spPr>
          <a:xfrm>
            <a:off x="5716360" y="36932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BAAE70FB-FD85-A38F-7E01-99E8232DA763}"/>
                  </a:ext>
                </a:extLst>
              </p:cNvPr>
              <p:cNvSpPr txBox="1"/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BAAE70FB-FD85-A38F-7E01-99E8232DA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blipFill>
                <a:blip r:embed="rId3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EEB520C5-9BEF-3AB5-C633-DE2B6DE1EEEC}"/>
                  </a:ext>
                </a:extLst>
              </p:cNvPr>
              <p:cNvSpPr txBox="1"/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EEB520C5-9BEF-3AB5-C633-DE2B6DE1E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blipFill>
                <a:blip r:embed="rId3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3466E6F8-6DDB-B14F-E626-32BA3998ED34}"/>
              </a:ext>
            </a:extLst>
          </p:cNvPr>
          <p:cNvSpPr/>
          <p:nvPr/>
        </p:nvSpPr>
        <p:spPr>
          <a:xfrm>
            <a:off x="4168979" y="4117467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EF5524D9-C86B-B3EF-E9EA-F5F3E5E49F57}"/>
                  </a:ext>
                </a:extLst>
              </p:cNvPr>
              <p:cNvSpPr txBox="1"/>
              <p:nvPr/>
            </p:nvSpPr>
            <p:spPr>
              <a:xfrm>
                <a:off x="4196689" y="4115633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EF5524D9-C86B-B3EF-E9EA-F5F3E5E49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4115633"/>
                <a:ext cx="258198" cy="338554"/>
              </a:xfrm>
              <a:prstGeom prst="rect">
                <a:avLst/>
              </a:prstGeom>
              <a:blipFill>
                <a:blip r:embed="rId3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1F3FA9C1-8A91-14ED-FDFB-E9A859E30213}"/>
              </a:ext>
            </a:extLst>
          </p:cNvPr>
          <p:cNvSpPr/>
          <p:nvPr/>
        </p:nvSpPr>
        <p:spPr>
          <a:xfrm>
            <a:off x="4554821" y="4119400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00F0E1E2-2409-6893-C8F6-12919AC43B3E}"/>
                  </a:ext>
                </a:extLst>
              </p:cNvPr>
              <p:cNvSpPr txBox="1"/>
              <p:nvPr/>
            </p:nvSpPr>
            <p:spPr>
              <a:xfrm>
                <a:off x="4581040" y="4115636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00F0E1E2-2409-6893-C8F6-12919AC43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4115636"/>
                <a:ext cx="282553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637FE823-E2B5-9A77-2BA8-71C7DE3E1581}"/>
              </a:ext>
            </a:extLst>
          </p:cNvPr>
          <p:cNvSpPr/>
          <p:nvPr/>
        </p:nvSpPr>
        <p:spPr>
          <a:xfrm>
            <a:off x="4946572" y="4116955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37685D7B-4C9B-5CBC-945B-A0FD23847AD8}"/>
                  </a:ext>
                </a:extLst>
              </p:cNvPr>
              <p:cNvSpPr txBox="1"/>
              <p:nvPr/>
            </p:nvSpPr>
            <p:spPr>
              <a:xfrm>
                <a:off x="4960115" y="411564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37685D7B-4C9B-5CBC-945B-A0FD23847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4115642"/>
                <a:ext cx="257200" cy="338554"/>
              </a:xfrm>
              <a:prstGeom prst="rect">
                <a:avLst/>
              </a:prstGeom>
              <a:blipFill>
                <a:blip r:embed="rId4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75D873C4-8DBB-A76F-49EB-DA312BB78EB4}"/>
              </a:ext>
            </a:extLst>
          </p:cNvPr>
          <p:cNvSpPr/>
          <p:nvPr/>
        </p:nvSpPr>
        <p:spPr>
          <a:xfrm>
            <a:off x="5317246" y="41169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EC4AAB37-BEAE-D25E-0E8A-DE997355FF28}"/>
                  </a:ext>
                </a:extLst>
              </p:cNvPr>
              <p:cNvSpPr txBox="1"/>
              <p:nvPr/>
            </p:nvSpPr>
            <p:spPr>
              <a:xfrm>
                <a:off x="5333516" y="4115630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EC4AAB37-BEAE-D25E-0E8A-DE997355F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4115630"/>
                <a:ext cx="257200" cy="338554"/>
              </a:xfrm>
              <a:prstGeom prst="rect">
                <a:avLst/>
              </a:prstGeom>
              <a:blipFill>
                <a:blip r:embed="rId4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51C0DD55-84A4-3B2B-6C89-30985A9DD3BC}"/>
              </a:ext>
            </a:extLst>
          </p:cNvPr>
          <p:cNvSpPr/>
          <p:nvPr/>
        </p:nvSpPr>
        <p:spPr>
          <a:xfrm>
            <a:off x="5710876" y="411694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F5F8B943-B446-3F15-E638-A56B031585F7}"/>
                  </a:ext>
                </a:extLst>
              </p:cNvPr>
              <p:cNvSpPr txBox="1"/>
              <p:nvPr/>
            </p:nvSpPr>
            <p:spPr>
              <a:xfrm>
                <a:off x="5727146" y="411560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F5F8B943-B446-3F15-E638-A56B03158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4115609"/>
                <a:ext cx="257200" cy="338554"/>
              </a:xfrm>
              <a:prstGeom prst="rect">
                <a:avLst/>
              </a:prstGeom>
              <a:blipFill>
                <a:blip r:embed="rId4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6DF6D2C3-CCAA-904E-D900-A838DA3FCAAB}"/>
                  </a:ext>
                </a:extLst>
              </p:cNvPr>
              <p:cNvSpPr txBox="1"/>
              <p:nvPr/>
            </p:nvSpPr>
            <p:spPr>
              <a:xfrm>
                <a:off x="3113993" y="4115609"/>
                <a:ext cx="87395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6DF6D2C3-CCAA-904E-D900-A838DA3FC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993" y="4115609"/>
                <a:ext cx="873957" cy="276999"/>
              </a:xfrm>
              <a:prstGeom prst="rect">
                <a:avLst/>
              </a:prstGeom>
              <a:blipFill>
                <a:blip r:embed="rId43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0526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B4076-48CD-8D00-2706-1D11A2C6B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990B3F64-9998-281C-2660-134358AF961C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6C7D9157-D524-F3B1-6C5A-7586F7B3ABB0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BBA0872E-8EE1-EEA6-CB73-7843426755FB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BBA0872E-8EE1-EEA6-CB73-7843426755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41908E31-747F-BE72-2532-EAFE51B39303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0B093BD-D4A5-CB43-C090-E97BE36F02D6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0B093BD-D4A5-CB43-C090-E97BE36F02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73449A27-3A26-86D1-8411-6FFD4659F89C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831A177F-8AF6-ABF8-4F31-7ED72F8F984C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831A177F-8AF6-ABF8-4F31-7ED72F8F98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490FC148-5753-7B2F-6C47-DA9C667DEA84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F6AFDFAD-E673-E876-8926-88335E717BA9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F6AFDFAD-E673-E876-8926-88335E717B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6F5A8B67-77D5-A4DB-312C-1059BD6395C4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6F5A8B67-77D5-A4DB-312C-1059BD639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4F200DA0-6DA2-33C2-0BD6-5D068B034D07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4F200DA0-6DA2-33C2-0BD6-5D068B034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D77F7F2B-DD0D-ADCC-159F-42BB23FF8468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8CCCC90-14CD-9C59-1671-3E4430D1A4DD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8CCCC90-14CD-9C59-1671-3E4430D1A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9E69BF84-9999-A0F5-508C-E5F358EF6A9B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A99C406-6673-FCE3-6F1F-1A0E541D2AB8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A99C406-6673-FCE3-6F1F-1A0E541D2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24673A45-6FD1-2D93-7CAD-5F54EBBC1A0C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94D32C7C-D7FC-FDDE-C47B-2CE804E9299F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94D32C7C-D7FC-FDDE-C47B-2CE804E92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D9363E0F-062D-AD35-782D-507E2B64DBC3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EB958836-6131-D25D-4727-A2B26D4A952F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EB958836-6131-D25D-4727-A2B26D4A9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1C6854BF-C3D0-CA73-A1DF-99D95D403E6F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1C6854BF-C3D0-CA73-A1DF-99D95D403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A5F4376D-AF29-AFCA-7C95-1545FCFF4234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407BA88A-567F-3E8A-464D-2211AFBB6C9F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407BA88A-567F-3E8A-464D-2211AFBB6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FA6B4FBF-C5A6-7DE5-4D48-B6B4C520AD42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FA6B4FBF-C5A6-7DE5-4D48-B6B4C520A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B1D40A5F-BE6D-8125-6F7A-A4B04396B84C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B1D40A5F-BE6D-8125-6F7A-A4B04396B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400EF69B-0DF2-D6A6-A62F-AF9790648C79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400EF69B-0DF2-D6A6-A62F-AF9790648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E6856A5D-EF23-59AB-F601-9690D26883EF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E6856A5D-EF23-59AB-F601-9690D2688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C31E0D3E-B6B7-0F48-556B-4AFC0504FAF9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C31E0D3E-B6B7-0F48-556B-4AFC0504F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D2481F4F-59F0-D4B7-2915-1EBB539E7487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D2481F4F-59F0-D4B7-2915-1EBB539E7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9DEE4C13-7128-F274-8209-781CB5AD25A1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77030245-6C94-A452-44FC-4B1BE32FFEE1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77030245-6C94-A452-44FC-4B1BE32FF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F8130BFB-791F-4D0D-0587-BC24821D86E8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B9D8F1F7-2733-ECD9-9B67-37960F4B2AE8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B9D8F1F7-2733-ECD9-9B67-37960F4B2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9E3C3EF3-3AE9-F3DC-4408-8C3C59B855E2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98D07A19-6594-2C77-0180-1497502B529C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98D07A19-6594-2C77-0180-1497502B5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1F1311D7-55BC-11C6-9B07-B8CF72512039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9E21122D-3855-EF4D-055A-3883680984AC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9E21122D-3855-EF4D-055A-388368098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8350EDDE-A44A-5583-CB08-557E808CDD21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D06BC35E-95B9-E375-FC13-E7BCFE20D510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D06BC35E-95B9-E375-FC13-E7BCFE20D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8939A00C-4B0F-E2D7-4841-0613E12874E4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8939A00C-4B0F-E2D7-4841-0613E1287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229F6A22-B36D-BDFC-CE30-B9C88FD97B46}"/>
              </a:ext>
            </a:extLst>
          </p:cNvPr>
          <p:cNvSpPr/>
          <p:nvPr/>
        </p:nvSpPr>
        <p:spPr>
          <a:xfrm>
            <a:off x="4168979" y="32628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F58EF565-39E7-3156-0709-C52B5A01DFD6}"/>
                  </a:ext>
                </a:extLst>
              </p:cNvPr>
              <p:cNvSpPr txBox="1"/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F58EF565-39E7-3156-0709-C52B5A01D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blipFill>
                <a:blip r:embed="rId2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AC23F3EF-3C74-BA6B-6B44-6ED607F43EA4}"/>
              </a:ext>
            </a:extLst>
          </p:cNvPr>
          <p:cNvSpPr/>
          <p:nvPr/>
        </p:nvSpPr>
        <p:spPr>
          <a:xfrm>
            <a:off x="4554821" y="32648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8D626BE0-E1C2-3EA6-D443-CBA4C8408732}"/>
                  </a:ext>
                </a:extLst>
              </p:cNvPr>
              <p:cNvSpPr txBox="1"/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8D626BE0-E1C2-3EA6-D443-CBA4C8408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1F00CB83-62F4-BD0B-85B4-95370EAE9625}"/>
              </a:ext>
            </a:extLst>
          </p:cNvPr>
          <p:cNvSpPr/>
          <p:nvPr/>
        </p:nvSpPr>
        <p:spPr>
          <a:xfrm>
            <a:off x="4946572" y="3262362"/>
            <a:ext cx="313588" cy="337241"/>
          </a:xfrm>
          <a:prstGeom prst="roundRect">
            <a:avLst/>
          </a:prstGeom>
          <a:noFill/>
          <a:ln>
            <a:solidFill>
              <a:srgbClr val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98FB409F-0F80-C7EF-B26C-F8D0B98417A0}"/>
                  </a:ext>
                </a:extLst>
              </p:cNvPr>
              <p:cNvSpPr txBox="1"/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98FB409F-0F80-C7EF-B26C-F8D0B9841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blipFill>
                <a:blip r:embed="rId28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5C24BB59-D062-7377-FB82-F4409E2FD2DF}"/>
              </a:ext>
            </a:extLst>
          </p:cNvPr>
          <p:cNvSpPr/>
          <p:nvPr/>
        </p:nvSpPr>
        <p:spPr>
          <a:xfrm>
            <a:off x="5317246" y="32623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63D7F981-735A-C1DD-A6BF-391130D7CE04}"/>
                  </a:ext>
                </a:extLst>
              </p:cNvPr>
              <p:cNvSpPr txBox="1"/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63D7F981-735A-C1DD-A6BF-391130D7C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blipFill>
                <a:blip r:embed="rId29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4106FD0C-7C2E-489B-80AF-8D8AFD33BC5D}"/>
              </a:ext>
            </a:extLst>
          </p:cNvPr>
          <p:cNvSpPr/>
          <p:nvPr/>
        </p:nvSpPr>
        <p:spPr>
          <a:xfrm>
            <a:off x="5710876" y="32623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A7FC477B-1F91-A1A3-3D72-7AE785D8F4B1}"/>
                  </a:ext>
                </a:extLst>
              </p:cNvPr>
              <p:cNvSpPr txBox="1"/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A7FC477B-1F91-A1A3-3D72-7AE785D8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blipFill>
                <a:blip r:embed="rId30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A237EAAF-66EE-E096-A3FB-8323DE22392D}"/>
                  </a:ext>
                </a:extLst>
              </p:cNvPr>
              <p:cNvSpPr txBox="1"/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A237EAAF-66EE-E096-A3FB-8323DE223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blipFill>
                <a:blip r:embed="rId3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E104D363-41EA-82EA-7EC1-CF981FB154AA}"/>
              </a:ext>
            </a:extLst>
          </p:cNvPr>
          <p:cNvSpPr/>
          <p:nvPr/>
        </p:nvSpPr>
        <p:spPr>
          <a:xfrm>
            <a:off x="4174463" y="36937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3A2602CE-2616-8300-5ED4-5F8E423E7E42}"/>
                  </a:ext>
                </a:extLst>
              </p:cNvPr>
              <p:cNvSpPr txBox="1"/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3A2602CE-2616-8300-5ED4-5F8E423E7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blipFill>
                <a:blip r:embed="rId3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69604573-8A75-0098-40FE-B0DBE396AE57}"/>
              </a:ext>
            </a:extLst>
          </p:cNvPr>
          <p:cNvSpPr/>
          <p:nvPr/>
        </p:nvSpPr>
        <p:spPr>
          <a:xfrm>
            <a:off x="4560305" y="36957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CF291893-2E2D-0323-C13C-6730F2DDC67C}"/>
                  </a:ext>
                </a:extLst>
              </p:cNvPr>
              <p:cNvSpPr txBox="1"/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CF291893-2E2D-0323-C13C-6730F2DDC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98705B48-E272-7C85-272B-FBA5D94F6C03}"/>
              </a:ext>
            </a:extLst>
          </p:cNvPr>
          <p:cNvSpPr/>
          <p:nvPr/>
        </p:nvSpPr>
        <p:spPr>
          <a:xfrm>
            <a:off x="4952056" y="369326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02CB874C-187B-411E-1EC8-86A9513E5C2B}"/>
                  </a:ext>
                </a:extLst>
              </p:cNvPr>
              <p:cNvSpPr txBox="1"/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02CB874C-187B-411E-1EC8-86A9513E5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blipFill>
                <a:blip r:embed="rId3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A2E12A80-D784-3343-99C7-31E393470C45}"/>
              </a:ext>
            </a:extLst>
          </p:cNvPr>
          <p:cNvSpPr/>
          <p:nvPr/>
        </p:nvSpPr>
        <p:spPr>
          <a:xfrm>
            <a:off x="5322730" y="36932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577EE860-5D2D-C150-40A8-73CEBD90845F}"/>
                  </a:ext>
                </a:extLst>
              </p:cNvPr>
              <p:cNvSpPr txBox="1"/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577EE860-5D2D-C150-40A8-73CEBD908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blipFill>
                <a:blip r:embed="rId35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87FBDD96-59E4-FE7F-A477-13682E3D3162}"/>
              </a:ext>
            </a:extLst>
          </p:cNvPr>
          <p:cNvSpPr/>
          <p:nvPr/>
        </p:nvSpPr>
        <p:spPr>
          <a:xfrm>
            <a:off x="5716360" y="36932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CD747DC1-984B-BAD0-DEA6-8FCE97B1C093}"/>
                  </a:ext>
                </a:extLst>
              </p:cNvPr>
              <p:cNvSpPr txBox="1"/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CD747DC1-984B-BAD0-DEA6-8FCE97B1C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blipFill>
                <a:blip r:embed="rId3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520FCC85-E1C7-0A2E-C2E8-E2C72D33EA16}"/>
                  </a:ext>
                </a:extLst>
              </p:cNvPr>
              <p:cNvSpPr txBox="1"/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520FCC85-E1C7-0A2E-C2E8-E2C72D33E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blipFill>
                <a:blip r:embed="rId3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2B419126-547A-F9CD-4CD9-12DA942A1F71}"/>
              </a:ext>
            </a:extLst>
          </p:cNvPr>
          <p:cNvSpPr/>
          <p:nvPr/>
        </p:nvSpPr>
        <p:spPr>
          <a:xfrm>
            <a:off x="4168979" y="4117467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E4491325-C59C-79DC-6F03-2185C923DFDB}"/>
                  </a:ext>
                </a:extLst>
              </p:cNvPr>
              <p:cNvSpPr txBox="1"/>
              <p:nvPr/>
            </p:nvSpPr>
            <p:spPr>
              <a:xfrm>
                <a:off x="4196689" y="4115633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E4491325-C59C-79DC-6F03-2185C923D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4115633"/>
                <a:ext cx="258198" cy="338554"/>
              </a:xfrm>
              <a:prstGeom prst="rect">
                <a:avLst/>
              </a:prstGeom>
              <a:blipFill>
                <a:blip r:embed="rId3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8E188E08-BD6D-B2AB-835D-4EB3FDD4322C}"/>
              </a:ext>
            </a:extLst>
          </p:cNvPr>
          <p:cNvSpPr/>
          <p:nvPr/>
        </p:nvSpPr>
        <p:spPr>
          <a:xfrm>
            <a:off x="4554821" y="4119400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D889813D-6D38-3ECB-1412-755A08AF554F}"/>
                  </a:ext>
                </a:extLst>
              </p:cNvPr>
              <p:cNvSpPr txBox="1"/>
              <p:nvPr/>
            </p:nvSpPr>
            <p:spPr>
              <a:xfrm>
                <a:off x="4581040" y="4115636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D889813D-6D38-3ECB-1412-755A08AF5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4115636"/>
                <a:ext cx="282553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B39250E7-E796-9B3F-F0EA-11F5335428E3}"/>
              </a:ext>
            </a:extLst>
          </p:cNvPr>
          <p:cNvSpPr/>
          <p:nvPr/>
        </p:nvSpPr>
        <p:spPr>
          <a:xfrm>
            <a:off x="4946572" y="4116955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71D19EC0-933C-FCB6-5010-B7D32C7EB930}"/>
                  </a:ext>
                </a:extLst>
              </p:cNvPr>
              <p:cNvSpPr txBox="1"/>
              <p:nvPr/>
            </p:nvSpPr>
            <p:spPr>
              <a:xfrm>
                <a:off x="4960115" y="411564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71D19EC0-933C-FCB6-5010-B7D32C7EB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4115642"/>
                <a:ext cx="257200" cy="338554"/>
              </a:xfrm>
              <a:prstGeom prst="rect">
                <a:avLst/>
              </a:prstGeom>
              <a:blipFill>
                <a:blip r:embed="rId4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D502B0BB-5E6A-CB1E-820D-46F91A294377}"/>
              </a:ext>
            </a:extLst>
          </p:cNvPr>
          <p:cNvSpPr/>
          <p:nvPr/>
        </p:nvSpPr>
        <p:spPr>
          <a:xfrm>
            <a:off x="5317246" y="41169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4DFBBDDA-4B0F-4C33-8A9E-B3D7BF6F7713}"/>
                  </a:ext>
                </a:extLst>
              </p:cNvPr>
              <p:cNvSpPr txBox="1"/>
              <p:nvPr/>
            </p:nvSpPr>
            <p:spPr>
              <a:xfrm>
                <a:off x="5333516" y="4115630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4DFBBDDA-4B0F-4C33-8A9E-B3D7BF6F7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4115630"/>
                <a:ext cx="257200" cy="338554"/>
              </a:xfrm>
              <a:prstGeom prst="rect">
                <a:avLst/>
              </a:prstGeom>
              <a:blipFill>
                <a:blip r:embed="rId4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D2404848-1252-9624-1AB1-37121E191E2C}"/>
              </a:ext>
            </a:extLst>
          </p:cNvPr>
          <p:cNvSpPr/>
          <p:nvPr/>
        </p:nvSpPr>
        <p:spPr>
          <a:xfrm>
            <a:off x="5710876" y="411694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818E6940-A020-9804-604E-0B4B98F541F3}"/>
                  </a:ext>
                </a:extLst>
              </p:cNvPr>
              <p:cNvSpPr txBox="1"/>
              <p:nvPr/>
            </p:nvSpPr>
            <p:spPr>
              <a:xfrm>
                <a:off x="5727146" y="411560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818E6940-A020-9804-604E-0B4B98F54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4115609"/>
                <a:ext cx="257200" cy="338554"/>
              </a:xfrm>
              <a:prstGeom prst="rect">
                <a:avLst/>
              </a:prstGeom>
              <a:blipFill>
                <a:blip r:embed="rId4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50AE4911-4EF3-C29A-5D99-D9FB37B85112}"/>
                  </a:ext>
                </a:extLst>
              </p:cNvPr>
              <p:cNvSpPr txBox="1"/>
              <p:nvPr/>
            </p:nvSpPr>
            <p:spPr>
              <a:xfrm>
                <a:off x="3113993" y="4115609"/>
                <a:ext cx="87395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50AE4911-4EF3-C29A-5D99-D9FB37B85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993" y="4115609"/>
                <a:ext cx="873957" cy="276999"/>
              </a:xfrm>
              <a:prstGeom prst="rect">
                <a:avLst/>
              </a:prstGeom>
              <a:blipFill>
                <a:blip r:embed="rId43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8657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38309-3D8F-036D-B94E-04406E2CC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B1B97AF1-E46C-4629-B568-3461C0B2FDDF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464DF2E-FDD6-CF3C-82CA-C595A6BE7894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B3F06347-BBBF-FA97-9A98-D26C835CBF9F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B3F06347-BBBF-FA97-9A98-D26C835CBF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7923386-A13B-7009-F393-DA148E31BBD8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DB36AE3F-18E9-2AAE-A7D5-7811353EDB88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DB36AE3F-18E9-2AAE-A7D5-7811353EDB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3698FD54-A3A9-52F8-F0D8-F9C99C190141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02F92B7-4551-215A-D371-86E9FE48F69D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02F92B7-4551-215A-D371-86E9FE48F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6551630E-D540-9365-C336-BB924F21B073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122356B6-B789-BFA2-E49A-E1B2BA777B4E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122356B6-B789-BFA2-E49A-E1B2BA777B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E94AFF0-FF3D-B6F7-C0B2-1C978A2299DA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E94AFF0-FF3D-B6F7-C0B2-1C978A229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DF82CF00-D755-FBB3-885E-115E7401A69F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DF82CF00-D755-FBB3-885E-115E7401A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4CD30CCE-52A6-07A5-9B3F-51A340FD0C75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5C5AF595-CB8C-B0CA-8FC3-6286451A8942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5C5AF595-CB8C-B0CA-8FC3-6286451A8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D5ED90F1-4ACD-D046-99D4-4C32A0C6F497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14B8E2A-B258-00B5-6473-599708E590A5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14B8E2A-B258-00B5-6473-599708E59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5076522D-4EBD-AD2F-B74F-60AAA6E95819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595781A7-B40E-813E-CC63-F0D228C9FC5F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595781A7-B40E-813E-CC63-F0D228C9F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517F9332-2A71-6AD1-7AC4-D8B534672C33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9ECE9957-2F78-43A0-04DA-C73840AE5BB8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9ECE9957-2F78-43A0-04DA-C73840AE5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90A1501B-E3E0-361C-B428-043865E0F5FD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90A1501B-E3E0-361C-B428-043865E0F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5BC8C525-1887-930E-7EE1-AD42D7843E38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F71ED4C1-46DD-F057-12AB-5B7A762C9AC9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F71ED4C1-46DD-F057-12AB-5B7A762C9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CEA8F68F-A9B9-7C0B-4C8E-353E2BE2E1D1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CEA8F68F-A9B9-7C0B-4C8E-353E2BE2E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7B3AA920-7042-B026-A7A2-F281F3D33BAF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7B3AA920-7042-B026-A7A2-F281F3D33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98A3C781-1ABC-92F7-0CC4-6B08BBD5BBE0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98A3C781-1ABC-92F7-0CC4-6B08BBD5B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A4D1E6A5-51D6-D86D-8694-9EE1FBD608D4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A4D1E6A5-51D6-D86D-8694-9EE1FBD6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F90C5263-CA55-3FE7-AF4E-5F599165D515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F90C5263-CA55-3FE7-AF4E-5F599165D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0B359FF8-6625-EA30-1568-22E51219478B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0B359FF8-6625-EA30-1568-22E512194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3922F292-7F85-F9E6-ED74-9EFAE7FF5BB4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C701F687-3B8C-4A12-F2D8-45BABF0C3A4C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C701F687-3B8C-4A12-F2D8-45BABF0C3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FB6C9B24-17DC-7CFF-6A4B-628D241B7145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2467C4AC-3FA1-5FCA-354A-BC54999B3C47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2467C4AC-3FA1-5FCA-354A-BC54999B3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17DFC4DE-C7CA-D232-6515-46631393361D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CCA27763-C3BF-0B98-161F-C9A7F559ACEB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CCA27763-C3BF-0B98-161F-C9A7F559A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367C1AB9-200C-FE47-44CB-A68CF2352BF0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5E8040CB-78EF-C01C-C387-F745E6669304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5E8040CB-78EF-C01C-C387-F745E6669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DC3CC757-E49B-A7F9-468F-46730B354F26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E73B9556-C45A-8663-8FC7-841B52C44FF9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E73B9556-C45A-8663-8FC7-841B52C44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E82F5CC5-A6A3-5182-5BDA-B1A7526CFD11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E82F5CC5-A6A3-5182-5BDA-B1A7526CF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FEEFA97A-B02A-5654-8BDF-024545462947}"/>
              </a:ext>
            </a:extLst>
          </p:cNvPr>
          <p:cNvSpPr/>
          <p:nvPr/>
        </p:nvSpPr>
        <p:spPr>
          <a:xfrm>
            <a:off x="4168979" y="32628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BE211E8C-80FA-CA60-72DD-793640E41DA2}"/>
                  </a:ext>
                </a:extLst>
              </p:cNvPr>
              <p:cNvSpPr txBox="1"/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BE211E8C-80FA-CA60-72DD-793640E41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blipFill>
                <a:blip r:embed="rId2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61F132BA-A2B6-76DF-CD7D-2C7AA9E7A777}"/>
              </a:ext>
            </a:extLst>
          </p:cNvPr>
          <p:cNvSpPr/>
          <p:nvPr/>
        </p:nvSpPr>
        <p:spPr>
          <a:xfrm>
            <a:off x="4554821" y="32648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FE51D048-C722-94D0-0DC7-666EA9CE358B}"/>
                  </a:ext>
                </a:extLst>
              </p:cNvPr>
              <p:cNvSpPr txBox="1"/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FE51D048-C722-94D0-0DC7-666EA9CE3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5BD4F74E-A229-EE50-59FE-0B16946450DA}"/>
              </a:ext>
            </a:extLst>
          </p:cNvPr>
          <p:cNvSpPr/>
          <p:nvPr/>
        </p:nvSpPr>
        <p:spPr>
          <a:xfrm>
            <a:off x="4946572" y="3262362"/>
            <a:ext cx="313588" cy="337241"/>
          </a:xfrm>
          <a:prstGeom prst="roundRect">
            <a:avLst/>
          </a:prstGeom>
          <a:noFill/>
          <a:ln>
            <a:solidFill>
              <a:srgbClr val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BE96959A-D3C4-D868-1709-88CDC3CDC39A}"/>
                  </a:ext>
                </a:extLst>
              </p:cNvPr>
              <p:cNvSpPr txBox="1"/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BE96959A-D3C4-D868-1709-88CDC3CDC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blipFill>
                <a:blip r:embed="rId28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B6A98B1F-2282-4334-E0D1-F579C78AAE62}"/>
              </a:ext>
            </a:extLst>
          </p:cNvPr>
          <p:cNvSpPr/>
          <p:nvPr/>
        </p:nvSpPr>
        <p:spPr>
          <a:xfrm>
            <a:off x="5317246" y="32623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A3988F20-24B7-6512-063E-C459F9219675}"/>
                  </a:ext>
                </a:extLst>
              </p:cNvPr>
              <p:cNvSpPr txBox="1"/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A3988F20-24B7-6512-063E-C459F9219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blipFill>
                <a:blip r:embed="rId29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DE0285FD-BDF1-19CE-FA50-7CB255A9D3AC}"/>
              </a:ext>
            </a:extLst>
          </p:cNvPr>
          <p:cNvSpPr/>
          <p:nvPr/>
        </p:nvSpPr>
        <p:spPr>
          <a:xfrm>
            <a:off x="5710876" y="32623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4C174FD7-B52C-724B-4F97-CABA0730D441}"/>
                  </a:ext>
                </a:extLst>
              </p:cNvPr>
              <p:cNvSpPr txBox="1"/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4C174FD7-B52C-724B-4F97-CABA0730D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blipFill>
                <a:blip r:embed="rId30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3A149F95-E482-0D9B-197E-C2D0DCF5D0CA}"/>
                  </a:ext>
                </a:extLst>
              </p:cNvPr>
              <p:cNvSpPr txBox="1"/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3A149F95-E482-0D9B-197E-C2D0DCF5D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blipFill>
                <a:blip r:embed="rId3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0CF7C2F5-9CC7-9243-11E6-4D5FE36890CB}"/>
              </a:ext>
            </a:extLst>
          </p:cNvPr>
          <p:cNvSpPr/>
          <p:nvPr/>
        </p:nvSpPr>
        <p:spPr>
          <a:xfrm>
            <a:off x="4174463" y="36937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1B6572E-5CAC-FC84-0C40-F9D99CC6B48A}"/>
                  </a:ext>
                </a:extLst>
              </p:cNvPr>
              <p:cNvSpPr txBox="1"/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1B6572E-5CAC-FC84-0C40-F9D99CC6B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blipFill>
                <a:blip r:embed="rId3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EA29E9B2-E5D8-4589-1787-6D714D99BA17}"/>
              </a:ext>
            </a:extLst>
          </p:cNvPr>
          <p:cNvSpPr/>
          <p:nvPr/>
        </p:nvSpPr>
        <p:spPr>
          <a:xfrm>
            <a:off x="4560305" y="36957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F9D0D348-3C45-AA48-38EE-642434273ECC}"/>
                  </a:ext>
                </a:extLst>
              </p:cNvPr>
              <p:cNvSpPr txBox="1"/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F9D0D348-3C45-AA48-38EE-642434273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BAC75AEC-96BC-2646-1812-075E26FE9E25}"/>
              </a:ext>
            </a:extLst>
          </p:cNvPr>
          <p:cNvSpPr/>
          <p:nvPr/>
        </p:nvSpPr>
        <p:spPr>
          <a:xfrm>
            <a:off x="4952056" y="369326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8FF4820B-CB73-4FD4-6CA1-7655D0F5F198}"/>
                  </a:ext>
                </a:extLst>
              </p:cNvPr>
              <p:cNvSpPr txBox="1"/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8FF4820B-CB73-4FD4-6CA1-7655D0F5F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blipFill>
                <a:blip r:embed="rId3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851CEA63-244B-4F11-4DBD-57B539670146}"/>
              </a:ext>
            </a:extLst>
          </p:cNvPr>
          <p:cNvSpPr/>
          <p:nvPr/>
        </p:nvSpPr>
        <p:spPr>
          <a:xfrm>
            <a:off x="5322730" y="36932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752BC159-49E8-4D94-98CB-43DDFBFCDA55}"/>
                  </a:ext>
                </a:extLst>
              </p:cNvPr>
              <p:cNvSpPr txBox="1"/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752BC159-49E8-4D94-98CB-43DDFBFCD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blipFill>
                <a:blip r:embed="rId35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1DBC75DC-3F30-82FE-B229-0D5A2389316C}"/>
              </a:ext>
            </a:extLst>
          </p:cNvPr>
          <p:cNvSpPr/>
          <p:nvPr/>
        </p:nvSpPr>
        <p:spPr>
          <a:xfrm>
            <a:off x="5716360" y="36932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53B4EB4B-1DB1-5B64-F554-2B607EB61F23}"/>
                  </a:ext>
                </a:extLst>
              </p:cNvPr>
              <p:cNvSpPr txBox="1"/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53B4EB4B-1DB1-5B64-F554-2B607EB61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blipFill>
                <a:blip r:embed="rId3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EA5B295D-A681-DC5C-F49B-565E424D672C}"/>
                  </a:ext>
                </a:extLst>
              </p:cNvPr>
              <p:cNvSpPr txBox="1"/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EA5B295D-A681-DC5C-F49B-565E424D6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blipFill>
                <a:blip r:embed="rId3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EF6730B9-B689-A5EF-DEA1-26FD94EAA047}"/>
              </a:ext>
            </a:extLst>
          </p:cNvPr>
          <p:cNvSpPr/>
          <p:nvPr/>
        </p:nvSpPr>
        <p:spPr>
          <a:xfrm>
            <a:off x="4168979" y="4117467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15A59F35-69C8-5B59-86ED-3A90E2F22FAF}"/>
                  </a:ext>
                </a:extLst>
              </p:cNvPr>
              <p:cNvSpPr txBox="1"/>
              <p:nvPr/>
            </p:nvSpPr>
            <p:spPr>
              <a:xfrm>
                <a:off x="4196689" y="4115633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15A59F35-69C8-5B59-86ED-3A90E2F22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4115633"/>
                <a:ext cx="258198" cy="338554"/>
              </a:xfrm>
              <a:prstGeom prst="rect">
                <a:avLst/>
              </a:prstGeom>
              <a:blipFill>
                <a:blip r:embed="rId3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285ABD38-6890-87E5-2CCB-415C003621D3}"/>
              </a:ext>
            </a:extLst>
          </p:cNvPr>
          <p:cNvSpPr/>
          <p:nvPr/>
        </p:nvSpPr>
        <p:spPr>
          <a:xfrm>
            <a:off x="4554821" y="4119400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30B81746-813D-FF6A-0E6E-9A5414CAF6BD}"/>
                  </a:ext>
                </a:extLst>
              </p:cNvPr>
              <p:cNvSpPr txBox="1"/>
              <p:nvPr/>
            </p:nvSpPr>
            <p:spPr>
              <a:xfrm>
                <a:off x="4581040" y="4115636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30B81746-813D-FF6A-0E6E-9A5414CAF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4115636"/>
                <a:ext cx="282553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0C9CE4F2-9C1C-7233-6665-396F6FAD48ED}"/>
              </a:ext>
            </a:extLst>
          </p:cNvPr>
          <p:cNvSpPr/>
          <p:nvPr/>
        </p:nvSpPr>
        <p:spPr>
          <a:xfrm>
            <a:off x="4946572" y="4116955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EDB1B277-4DFF-C9B8-9C58-15E31E4C716D}"/>
                  </a:ext>
                </a:extLst>
              </p:cNvPr>
              <p:cNvSpPr txBox="1"/>
              <p:nvPr/>
            </p:nvSpPr>
            <p:spPr>
              <a:xfrm>
                <a:off x="4960115" y="411564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EDB1B277-4DFF-C9B8-9C58-15E31E4C7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4115642"/>
                <a:ext cx="257200" cy="338554"/>
              </a:xfrm>
              <a:prstGeom prst="rect">
                <a:avLst/>
              </a:prstGeom>
              <a:blipFill>
                <a:blip r:embed="rId4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1F090A99-5B62-48FD-8373-ACE161216E77}"/>
              </a:ext>
            </a:extLst>
          </p:cNvPr>
          <p:cNvSpPr/>
          <p:nvPr/>
        </p:nvSpPr>
        <p:spPr>
          <a:xfrm>
            <a:off x="5317246" y="41169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E6F96D84-13D9-B697-9D76-1E6F80D92523}"/>
                  </a:ext>
                </a:extLst>
              </p:cNvPr>
              <p:cNvSpPr txBox="1"/>
              <p:nvPr/>
            </p:nvSpPr>
            <p:spPr>
              <a:xfrm>
                <a:off x="5333516" y="4115630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E6F96D84-13D9-B697-9D76-1E6F80D92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4115630"/>
                <a:ext cx="257200" cy="338554"/>
              </a:xfrm>
              <a:prstGeom prst="rect">
                <a:avLst/>
              </a:prstGeom>
              <a:blipFill>
                <a:blip r:embed="rId4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43EA5424-A5CB-3C7F-062D-151808C48754}"/>
              </a:ext>
            </a:extLst>
          </p:cNvPr>
          <p:cNvSpPr/>
          <p:nvPr/>
        </p:nvSpPr>
        <p:spPr>
          <a:xfrm>
            <a:off x="5710876" y="411694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5C2D7C13-923E-E601-F6CD-FF7CE1642A91}"/>
                  </a:ext>
                </a:extLst>
              </p:cNvPr>
              <p:cNvSpPr txBox="1"/>
              <p:nvPr/>
            </p:nvSpPr>
            <p:spPr>
              <a:xfrm>
                <a:off x="5727146" y="411560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5C2D7C13-923E-E601-F6CD-FF7CE1642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4115609"/>
                <a:ext cx="257200" cy="338554"/>
              </a:xfrm>
              <a:prstGeom prst="rect">
                <a:avLst/>
              </a:prstGeom>
              <a:blipFill>
                <a:blip r:embed="rId4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2903FB99-888F-3B2C-2593-2426B11B2C76}"/>
                  </a:ext>
                </a:extLst>
              </p:cNvPr>
              <p:cNvSpPr txBox="1"/>
              <p:nvPr/>
            </p:nvSpPr>
            <p:spPr>
              <a:xfrm>
                <a:off x="3113993" y="4115609"/>
                <a:ext cx="87395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2903FB99-888F-3B2C-2593-2426B11B2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993" y="4115609"/>
                <a:ext cx="873957" cy="276999"/>
              </a:xfrm>
              <a:prstGeom prst="rect">
                <a:avLst/>
              </a:prstGeom>
              <a:blipFill>
                <a:blip r:embed="rId43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235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1BCAD-29AE-875F-FE9D-9CFE84B89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DCA5A1F6-359D-3791-DD05-E4B98C04D320}"/>
              </a:ext>
            </a:extLst>
          </p:cNvPr>
          <p:cNvGrpSpPr/>
          <p:nvPr/>
        </p:nvGrpSpPr>
        <p:grpSpPr>
          <a:xfrm>
            <a:off x="4536427" y="1252725"/>
            <a:ext cx="1461855" cy="341011"/>
            <a:chOff x="3617188" y="1151693"/>
            <a:chExt cx="1461855" cy="34101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B1AE46B2-51D1-D919-66DE-8569541D200F}"/>
                </a:ext>
              </a:extLst>
            </p:cNvPr>
            <p:cNvSpPr/>
            <p:nvPr/>
          </p:nvSpPr>
          <p:spPr>
            <a:xfrm>
              <a:off x="3617188" y="1153530"/>
              <a:ext cx="344947" cy="33724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D3B458A6-17F9-C98E-CE85-9E6044501D7D}"/>
                    </a:ext>
                  </a:extLst>
                </p:cNvPr>
                <p:cNvSpPr txBox="1"/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D3B458A6-17F9-C98E-CE85-9E6044501D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898" y="1151696"/>
                  <a:ext cx="258198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68B60FC1-6DCC-0889-5182-59B0794890F3}"/>
                </a:ext>
              </a:extLst>
            </p:cNvPr>
            <p:cNvSpPr/>
            <p:nvPr/>
          </p:nvSpPr>
          <p:spPr>
            <a:xfrm>
              <a:off x="4003030" y="1155463"/>
              <a:ext cx="344947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7A8C315-9856-B7F8-54EA-B82E88AFA869}"/>
                    </a:ext>
                  </a:extLst>
                </p:cNvPr>
                <p:cNvSpPr txBox="1"/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7A8C315-9856-B7F8-54EA-B82E88AFA8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249" y="1151699"/>
                  <a:ext cx="28255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845EF529-6B4C-B8CC-6FF1-37402A7863D2}"/>
                </a:ext>
              </a:extLst>
            </p:cNvPr>
            <p:cNvSpPr/>
            <p:nvPr/>
          </p:nvSpPr>
          <p:spPr>
            <a:xfrm>
              <a:off x="4394781" y="1153018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23E36BC9-8A23-1DB4-92F1-CE688150C525}"/>
                    </a:ext>
                  </a:extLst>
                </p:cNvPr>
                <p:cNvSpPr txBox="1"/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23E36BC9-8A23-1DB4-92F1-CE688150C5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24" y="1151705"/>
                  <a:ext cx="257200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6475BFF4-E6E8-E29D-26EE-3F2A019A1B7F}"/>
                </a:ext>
              </a:extLst>
            </p:cNvPr>
            <p:cNvSpPr/>
            <p:nvPr/>
          </p:nvSpPr>
          <p:spPr>
            <a:xfrm>
              <a:off x="4765455" y="1153027"/>
              <a:ext cx="313588" cy="3372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B97343D6-3F09-8B8D-516C-6E12ADC98558}"/>
                    </a:ext>
                  </a:extLst>
                </p:cNvPr>
                <p:cNvSpPr txBox="1"/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B97343D6-3F09-8B8D-516C-6E12ADC985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5" y="1151693"/>
                  <a:ext cx="257200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9B99D20E-A723-DE90-71A2-CAF2AD2E47B9}"/>
                  </a:ext>
                </a:extLst>
              </p:cNvPr>
              <p:cNvSpPr txBox="1"/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9B99D20E-A723-DE90-71A2-CAF2AD2E4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9" y="1283502"/>
                <a:ext cx="3225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1150D637-9153-DFD6-1E3A-D15548D31DBC}"/>
                  </a:ext>
                </a:extLst>
              </p:cNvPr>
              <p:cNvSpPr txBox="1"/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1150D637-9153-DFD6-1E3A-D15548D31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97" y="1745940"/>
                <a:ext cx="673582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B8B4E200-166F-5E15-04A2-2666B01B1D74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546700B9-7608-7B10-C65D-3E44696D283C}"/>
                  </a:ext>
                </a:extLst>
              </p:cNvPr>
              <p:cNvSpPr txBox="1"/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546700B9-7608-7B10-C65D-3E44696D2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95" y="2345496"/>
                <a:ext cx="258198" cy="338554"/>
              </a:xfrm>
              <a:prstGeom prst="rect">
                <a:avLst/>
              </a:prstGeom>
              <a:blipFill>
                <a:blip r:embed="rId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04D49CD7-AFFA-6F25-55A2-5897023FA99E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6AC2E88E-6FC9-4D62-A312-7A9DA282CB4C}"/>
                  </a:ext>
                </a:extLst>
              </p:cNvPr>
              <p:cNvSpPr txBox="1"/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6AC2E88E-6FC9-4D62-A312-7A9DA282C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46" y="2345499"/>
                <a:ext cx="28255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60CDA38E-BA02-00EC-B6F1-9643F9534C68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C8323B74-F645-1DC6-690A-C3F0C081DEDD}"/>
                  </a:ext>
                </a:extLst>
              </p:cNvPr>
              <p:cNvSpPr txBox="1"/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C8323B74-F645-1DC6-690A-C3F0C081D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21" y="2345505"/>
                <a:ext cx="257200" cy="33855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AD89749B-CF9F-AE9A-8DE4-D21441C7346B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02552928-5B42-C58A-4246-70A8D74D27FB}"/>
                  </a:ext>
                </a:extLst>
              </p:cNvPr>
              <p:cNvSpPr txBox="1"/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02552928-5B42-C58A-4246-70A8D74D2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22" y="2345493"/>
                <a:ext cx="257200" cy="338554"/>
              </a:xfrm>
              <a:prstGeom prst="rect">
                <a:avLst/>
              </a:prstGeom>
              <a:blipFill>
                <a:blip r:embed="rId1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F8578DDA-DF48-FB2E-7BDA-B401222250F0}"/>
                  </a:ext>
                </a:extLst>
              </p:cNvPr>
              <p:cNvSpPr txBox="1"/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𝑻𝒂𝒓𝒈𝒆𝒕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F8578DDA-DF48-FB2E-7BDA-B40122225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50" y="2026525"/>
                <a:ext cx="913520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37F20BCE-EBDF-49A1-B5A5-4B58CEC01F2A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1CF5975C-FCBA-8772-462A-0CE69B0DF4FA}"/>
                  </a:ext>
                </a:extLst>
              </p:cNvPr>
              <p:cNvSpPr txBox="1"/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1CF5975C-FCBA-8772-462A-0CE69B0DF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52" y="2345472"/>
                <a:ext cx="257200" cy="338554"/>
              </a:xfrm>
              <a:prstGeom prst="rect">
                <a:avLst/>
              </a:prstGeom>
              <a:blipFill>
                <a:blip r:embed="rId1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3471618C-84AB-1220-D51F-6D5E8DC6475D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3471618C-84AB-1220-D51F-6D5E8DC64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705A051F-CC48-B6E3-7A0A-6C0F1AC6256E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705A051F-CC48-B6E3-7A0A-6C0F1AC62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0142964C-B7ED-F937-9834-59448C5D7ED3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0142964C-B7ED-F937-9834-59448C5D7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D4823FFD-1881-FAB4-22DF-D68FD4231D08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D4823FFD-1881-FAB4-22DF-D68FD4231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BABC9431-8F42-03A3-3813-E27BEBE5E7C9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BABC9431-8F42-03A3-3813-E27BEBE5E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212232EF-F45B-78D3-5DCC-29CCA32F3C1C}"/>
                  </a:ext>
                </a:extLst>
              </p:cNvPr>
              <p:cNvSpPr txBox="1"/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212232EF-F45B-78D3-5DCC-29CCA32F3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98" y="2345472"/>
                <a:ext cx="335348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B2AAE603-3FEC-FFB0-9BB6-B68CEAE3B7DE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2E025339-D8AA-2F46-550F-B7F55BC5430D}"/>
                  </a:ext>
                </a:extLst>
              </p:cNvPr>
              <p:cNvSpPr txBox="1"/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2E025339-D8AA-2F46-550F-B7F55BC54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59" y="2830142"/>
                <a:ext cx="258198" cy="338554"/>
              </a:xfrm>
              <a:prstGeom prst="rect">
                <a:avLst/>
              </a:prstGeom>
              <a:blipFill>
                <a:blip r:embed="rId2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0E8AA1DA-1FCD-5228-9E1E-27B5CE0A7EF4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B68081ED-52E2-1008-A0D7-213AD99FD0AF}"/>
                  </a:ext>
                </a:extLst>
              </p:cNvPr>
              <p:cNvSpPr txBox="1"/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B68081ED-52E2-1008-A0D7-213AD99FD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10" y="2830145"/>
                <a:ext cx="28255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CA140051-2727-3199-FEE3-129246B4ECDC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A3B7056B-ADCC-8CC7-78AA-3116DE8243E1}"/>
                  </a:ext>
                </a:extLst>
              </p:cNvPr>
              <p:cNvSpPr txBox="1"/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A3B7056B-ADCC-8CC7-78AA-3116DE824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385" y="2830151"/>
                <a:ext cx="257200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2D6AA1A3-2E6F-5CFE-B3A4-E3745AC20555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2FD3AF7B-3DD0-3F68-1696-B1B8EAFEDEB8}"/>
                  </a:ext>
                </a:extLst>
              </p:cNvPr>
              <p:cNvSpPr txBox="1"/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2FD3AF7B-3DD0-3F68-1696-B1B8EAFED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86" y="2830139"/>
                <a:ext cx="257200" cy="338554"/>
              </a:xfrm>
              <a:prstGeom prst="rect">
                <a:avLst/>
              </a:prstGeom>
              <a:blipFill>
                <a:blip r:embed="rId2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AE3445BA-E850-EC9E-DA18-96DD504B0A29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EB8541EB-B6E9-2F46-1DC2-94EAE881C65C}"/>
                  </a:ext>
                </a:extLst>
              </p:cNvPr>
              <p:cNvSpPr txBox="1"/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EB8541EB-B6E9-2F46-1DC2-94EAE881C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416" y="2830118"/>
                <a:ext cx="257200" cy="338554"/>
              </a:xfrm>
              <a:prstGeom prst="rect">
                <a:avLst/>
              </a:prstGeom>
              <a:blipFill>
                <a:blip r:embed="rId2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5D6D7625-BA24-8F25-C6FA-9D0167ED767C}"/>
                  </a:ext>
                </a:extLst>
              </p:cNvPr>
              <p:cNvSpPr txBox="1"/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5D6D7625-BA24-8F25-C6FA-9D0167ED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36" y="2837345"/>
                <a:ext cx="426720" cy="276999"/>
              </a:xfrm>
              <a:prstGeom prst="rect">
                <a:avLst/>
              </a:prstGeom>
              <a:blipFill>
                <a:blip r:embed="rId2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4C2A5ED5-8422-BA80-BBEE-E49E032A81DE}"/>
              </a:ext>
            </a:extLst>
          </p:cNvPr>
          <p:cNvSpPr/>
          <p:nvPr/>
        </p:nvSpPr>
        <p:spPr>
          <a:xfrm>
            <a:off x="4168979" y="32628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8BB1DC75-577C-64A5-2051-A5133049B308}"/>
                  </a:ext>
                </a:extLst>
              </p:cNvPr>
              <p:cNvSpPr txBox="1"/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8BB1DC75-577C-64A5-2051-A5133049B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3261040"/>
                <a:ext cx="258198" cy="338554"/>
              </a:xfrm>
              <a:prstGeom prst="rect">
                <a:avLst/>
              </a:prstGeom>
              <a:blipFill>
                <a:blip r:embed="rId2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56A29313-EEE3-BADB-5879-016838DD9A69}"/>
              </a:ext>
            </a:extLst>
          </p:cNvPr>
          <p:cNvSpPr/>
          <p:nvPr/>
        </p:nvSpPr>
        <p:spPr>
          <a:xfrm>
            <a:off x="4554821" y="32648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B4DACD0D-CA3A-ABBB-2F84-E21EEB7E28B3}"/>
                  </a:ext>
                </a:extLst>
              </p:cNvPr>
              <p:cNvSpPr txBox="1"/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B4DACD0D-CA3A-ABBB-2F84-E21EEB7E2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3261043"/>
                <a:ext cx="282553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C8C20D86-3975-A937-52A9-60A03797B96F}"/>
              </a:ext>
            </a:extLst>
          </p:cNvPr>
          <p:cNvSpPr/>
          <p:nvPr/>
        </p:nvSpPr>
        <p:spPr>
          <a:xfrm>
            <a:off x="4946572" y="3262362"/>
            <a:ext cx="313588" cy="337241"/>
          </a:xfrm>
          <a:prstGeom prst="roundRect">
            <a:avLst/>
          </a:prstGeom>
          <a:noFill/>
          <a:ln>
            <a:solidFill>
              <a:srgbClr val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7698100F-985A-5906-A11A-5E2F92827C0E}"/>
                  </a:ext>
                </a:extLst>
              </p:cNvPr>
              <p:cNvSpPr txBox="1"/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7698100F-985A-5906-A11A-5E2F92827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3261049"/>
                <a:ext cx="257200" cy="338554"/>
              </a:xfrm>
              <a:prstGeom prst="rect">
                <a:avLst/>
              </a:prstGeom>
              <a:blipFill>
                <a:blip r:embed="rId28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34504D7F-E5B4-AA07-FCD3-BD93A38ECE2D}"/>
              </a:ext>
            </a:extLst>
          </p:cNvPr>
          <p:cNvSpPr/>
          <p:nvPr/>
        </p:nvSpPr>
        <p:spPr>
          <a:xfrm>
            <a:off x="5317246" y="32623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15F9CA23-1F1D-299B-E65F-C09AEC0C4184}"/>
                  </a:ext>
                </a:extLst>
              </p:cNvPr>
              <p:cNvSpPr txBox="1"/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15F9CA23-1F1D-299B-E65F-C09AEC0C4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3261037"/>
                <a:ext cx="257200" cy="338554"/>
              </a:xfrm>
              <a:prstGeom prst="rect">
                <a:avLst/>
              </a:prstGeom>
              <a:blipFill>
                <a:blip r:embed="rId29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F2069625-6A5A-EA05-C7A2-B695641CEB88}"/>
              </a:ext>
            </a:extLst>
          </p:cNvPr>
          <p:cNvSpPr/>
          <p:nvPr/>
        </p:nvSpPr>
        <p:spPr>
          <a:xfrm>
            <a:off x="5710876" y="32623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C68BDFD1-E5E4-E882-61A3-E1BC13E15FF0}"/>
                  </a:ext>
                </a:extLst>
              </p:cNvPr>
              <p:cNvSpPr txBox="1"/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C68BDFD1-E5E4-E882-61A3-E1BC13E15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3261016"/>
                <a:ext cx="257200" cy="338554"/>
              </a:xfrm>
              <a:prstGeom prst="rect">
                <a:avLst/>
              </a:prstGeom>
              <a:blipFill>
                <a:blip r:embed="rId30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901DC606-4859-31D6-FA9D-A3F2FEBB89A8}"/>
                  </a:ext>
                </a:extLst>
              </p:cNvPr>
              <p:cNvSpPr txBox="1"/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901DC606-4859-31D6-FA9D-A3F2FEBB8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12" y="3255951"/>
                <a:ext cx="575799" cy="276999"/>
              </a:xfrm>
              <a:prstGeom prst="rect">
                <a:avLst/>
              </a:prstGeom>
              <a:blipFill>
                <a:blip r:embed="rId3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EB7954FF-DADD-C99A-CEEC-94D9B04136B2}"/>
              </a:ext>
            </a:extLst>
          </p:cNvPr>
          <p:cNvSpPr/>
          <p:nvPr/>
        </p:nvSpPr>
        <p:spPr>
          <a:xfrm>
            <a:off x="4174463" y="36937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D9BE5608-8226-38EE-953A-5864AC646C6B}"/>
                  </a:ext>
                </a:extLst>
              </p:cNvPr>
              <p:cNvSpPr txBox="1"/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D9BE5608-8226-38EE-953A-5864AC646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173" y="3691940"/>
                <a:ext cx="258198" cy="338554"/>
              </a:xfrm>
              <a:prstGeom prst="rect">
                <a:avLst/>
              </a:prstGeom>
              <a:blipFill>
                <a:blip r:embed="rId3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A6572EB5-E1D3-2FF5-162C-3470BBACBD09}"/>
              </a:ext>
            </a:extLst>
          </p:cNvPr>
          <p:cNvSpPr/>
          <p:nvPr/>
        </p:nvSpPr>
        <p:spPr>
          <a:xfrm>
            <a:off x="4560305" y="36957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67329C2C-8474-0CD5-2D46-831527F110A8}"/>
                  </a:ext>
                </a:extLst>
              </p:cNvPr>
              <p:cNvSpPr txBox="1"/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67329C2C-8474-0CD5-2D46-831527F11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524" y="3691943"/>
                <a:ext cx="282553" cy="33855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F17F57F8-AD5E-D99A-F6C6-C1192D0C94D9}"/>
              </a:ext>
            </a:extLst>
          </p:cNvPr>
          <p:cNvSpPr/>
          <p:nvPr/>
        </p:nvSpPr>
        <p:spPr>
          <a:xfrm>
            <a:off x="4952056" y="369326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E8BF9FFC-B41F-B5E3-BC23-2B5DB7F30317}"/>
                  </a:ext>
                </a:extLst>
              </p:cNvPr>
              <p:cNvSpPr txBox="1"/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E8BF9FFC-B41F-B5E3-BC23-2B5DB7F30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599" y="3691949"/>
                <a:ext cx="257200" cy="338554"/>
              </a:xfrm>
              <a:prstGeom prst="rect">
                <a:avLst/>
              </a:prstGeom>
              <a:blipFill>
                <a:blip r:embed="rId34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BB6B0DC2-8178-8001-6CDA-C18CAFC0C65A}"/>
              </a:ext>
            </a:extLst>
          </p:cNvPr>
          <p:cNvSpPr/>
          <p:nvPr/>
        </p:nvSpPr>
        <p:spPr>
          <a:xfrm>
            <a:off x="5322730" y="3693271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C3E53F39-30A0-79EB-1799-E09A7EE3FF44}"/>
                  </a:ext>
                </a:extLst>
              </p:cNvPr>
              <p:cNvSpPr txBox="1"/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C3E53F39-30A0-79EB-1799-E09A7EE3F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000" y="3691937"/>
                <a:ext cx="257200" cy="338554"/>
              </a:xfrm>
              <a:prstGeom prst="rect">
                <a:avLst/>
              </a:prstGeom>
              <a:blipFill>
                <a:blip r:embed="rId35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1390CCB0-9387-A040-9B0D-8763F12BDED3}"/>
              </a:ext>
            </a:extLst>
          </p:cNvPr>
          <p:cNvSpPr/>
          <p:nvPr/>
        </p:nvSpPr>
        <p:spPr>
          <a:xfrm>
            <a:off x="5716360" y="36932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3CD5E300-A605-87E4-D908-496A3F07BF4C}"/>
                  </a:ext>
                </a:extLst>
              </p:cNvPr>
              <p:cNvSpPr txBox="1"/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3CD5E300-A605-87E4-D908-496A3F07B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630" y="3691916"/>
                <a:ext cx="257200" cy="338554"/>
              </a:xfrm>
              <a:prstGeom prst="rect">
                <a:avLst/>
              </a:prstGeom>
              <a:blipFill>
                <a:blip r:embed="rId36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66B188E0-A85E-4691-BCF1-29E5480F8A1B}"/>
                  </a:ext>
                </a:extLst>
              </p:cNvPr>
              <p:cNvSpPr txBox="1"/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66B188E0-A85E-4691-BCF1-29E5480F8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677" y="3691916"/>
                <a:ext cx="724878" cy="276999"/>
              </a:xfrm>
              <a:prstGeom prst="rect">
                <a:avLst/>
              </a:prstGeom>
              <a:blipFill>
                <a:blip r:embed="rId3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A7FDDAD9-BD6D-541E-7E3C-C481F946A3D0}"/>
              </a:ext>
            </a:extLst>
          </p:cNvPr>
          <p:cNvSpPr/>
          <p:nvPr/>
        </p:nvSpPr>
        <p:spPr>
          <a:xfrm>
            <a:off x="4168979" y="4117467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1EEC6E0E-C601-BF29-25F9-DC5C2A75031B}"/>
                  </a:ext>
                </a:extLst>
              </p:cNvPr>
              <p:cNvSpPr txBox="1"/>
              <p:nvPr/>
            </p:nvSpPr>
            <p:spPr>
              <a:xfrm>
                <a:off x="4196689" y="4115633"/>
                <a:ext cx="2581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1EEC6E0E-C601-BF29-25F9-DC5C2A750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89" y="4115633"/>
                <a:ext cx="258198" cy="338554"/>
              </a:xfrm>
              <a:prstGeom prst="rect">
                <a:avLst/>
              </a:prstGeom>
              <a:blipFill>
                <a:blip r:embed="rId38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1C0BA94D-6062-AAF7-5746-97E0F6143B35}"/>
              </a:ext>
            </a:extLst>
          </p:cNvPr>
          <p:cNvSpPr/>
          <p:nvPr/>
        </p:nvSpPr>
        <p:spPr>
          <a:xfrm>
            <a:off x="4554821" y="4119400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CC1A6E9F-66BA-57AE-B450-A8B6CBF9C192}"/>
                  </a:ext>
                </a:extLst>
              </p:cNvPr>
              <p:cNvSpPr txBox="1"/>
              <p:nvPr/>
            </p:nvSpPr>
            <p:spPr>
              <a:xfrm>
                <a:off x="4581040" y="4115636"/>
                <a:ext cx="282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CC1A6E9F-66BA-57AE-B450-A8B6CBF9C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4115636"/>
                <a:ext cx="282553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993F4F85-67B9-410C-176C-A53C755672F2}"/>
              </a:ext>
            </a:extLst>
          </p:cNvPr>
          <p:cNvSpPr/>
          <p:nvPr/>
        </p:nvSpPr>
        <p:spPr>
          <a:xfrm>
            <a:off x="4946572" y="4116955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02B3B1A5-8C18-71B4-F578-2B4CCBA0F1D5}"/>
                  </a:ext>
                </a:extLst>
              </p:cNvPr>
              <p:cNvSpPr txBox="1"/>
              <p:nvPr/>
            </p:nvSpPr>
            <p:spPr>
              <a:xfrm>
                <a:off x="4960115" y="4115642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02B3B1A5-8C18-71B4-F578-2B4CCBA0F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15" y="4115642"/>
                <a:ext cx="257200" cy="338554"/>
              </a:xfrm>
              <a:prstGeom prst="rect">
                <a:avLst/>
              </a:prstGeom>
              <a:blipFill>
                <a:blip r:embed="rId4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7CB83422-F261-A32F-06E1-CCCBDCDDCA0A}"/>
              </a:ext>
            </a:extLst>
          </p:cNvPr>
          <p:cNvSpPr/>
          <p:nvPr/>
        </p:nvSpPr>
        <p:spPr>
          <a:xfrm>
            <a:off x="5317246" y="41169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623F87DC-5B2F-E7FC-F701-336577020EB6}"/>
                  </a:ext>
                </a:extLst>
              </p:cNvPr>
              <p:cNvSpPr txBox="1"/>
              <p:nvPr/>
            </p:nvSpPr>
            <p:spPr>
              <a:xfrm>
                <a:off x="5333516" y="4115630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623F87DC-5B2F-E7FC-F701-336577020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16" y="4115630"/>
                <a:ext cx="257200" cy="338554"/>
              </a:xfrm>
              <a:prstGeom prst="rect">
                <a:avLst/>
              </a:prstGeom>
              <a:blipFill>
                <a:blip r:embed="rId41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A8DBC6A9-5451-B4C6-527D-99CE71DDCE14}"/>
              </a:ext>
            </a:extLst>
          </p:cNvPr>
          <p:cNvSpPr/>
          <p:nvPr/>
        </p:nvSpPr>
        <p:spPr>
          <a:xfrm>
            <a:off x="5710876" y="411694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6E5E6344-6E98-FB2E-A37A-B70D8CF69D47}"/>
                  </a:ext>
                </a:extLst>
              </p:cNvPr>
              <p:cNvSpPr txBox="1"/>
              <p:nvPr/>
            </p:nvSpPr>
            <p:spPr>
              <a:xfrm>
                <a:off x="5727146" y="4115609"/>
                <a:ext cx="25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6E5E6344-6E98-FB2E-A37A-B70D8CF69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146" y="4115609"/>
                <a:ext cx="257200" cy="338554"/>
              </a:xfrm>
              <a:prstGeom prst="rect">
                <a:avLst/>
              </a:prstGeom>
              <a:blipFill>
                <a:blip r:embed="rId42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27ED7B90-3FC4-632C-F89E-D97ED380F4A6}"/>
                  </a:ext>
                </a:extLst>
              </p:cNvPr>
              <p:cNvSpPr txBox="1"/>
              <p:nvPr/>
            </p:nvSpPr>
            <p:spPr>
              <a:xfrm>
                <a:off x="3113993" y="4115609"/>
                <a:ext cx="87395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27ED7B90-3FC4-632C-F89E-D97ED380F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993" y="4115609"/>
                <a:ext cx="873957" cy="276999"/>
              </a:xfrm>
              <a:prstGeom prst="rect">
                <a:avLst/>
              </a:prstGeom>
              <a:blipFill>
                <a:blip r:embed="rId43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7281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84476-A95F-242C-F70B-C8B3DA0EF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5CC2A9EA-0061-8F69-AA96-EA7075A2F2FA}"/>
              </a:ext>
            </a:extLst>
          </p:cNvPr>
          <p:cNvSpPr/>
          <p:nvPr/>
        </p:nvSpPr>
        <p:spPr>
          <a:xfrm>
            <a:off x="3175000" y="1311275"/>
            <a:ext cx="1374775" cy="55562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303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FF1F5-19ED-FFEF-A044-14E149FE8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78336700-4861-EC18-D975-C4DC5D08FED6}"/>
              </a:ext>
            </a:extLst>
          </p:cNvPr>
          <p:cNvSpPr/>
          <p:nvPr/>
        </p:nvSpPr>
        <p:spPr>
          <a:xfrm>
            <a:off x="2552700" y="1298575"/>
            <a:ext cx="3095625" cy="55562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D78686A-EA86-7A44-A3AE-FD587C389647}"/>
              </a:ext>
            </a:extLst>
          </p:cNvPr>
          <p:cNvSpPr/>
          <p:nvPr/>
        </p:nvSpPr>
        <p:spPr>
          <a:xfrm>
            <a:off x="3457575" y="2663825"/>
            <a:ext cx="1374775" cy="55562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074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1715</TotalTime>
  <Words>2004</Words>
  <Application>Microsoft Office PowerPoint</Application>
  <PresentationFormat>宽屏</PresentationFormat>
  <Paragraphs>1216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4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2026-04-18T04:37:57Z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