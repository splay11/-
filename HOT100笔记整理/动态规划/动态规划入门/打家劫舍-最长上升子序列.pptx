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6" r:id="rId2"/>
    <p:sldId id="299" r:id="rId3"/>
    <p:sldId id="298" r:id="rId4"/>
    <p:sldId id="29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AE2B7-64EE-461A-A9E9-6C17C3228FD2}" v="58" dt="2026-04-08T02:24:55.633"/>
    <p1510:client id="{4560C672-FBBA-49B9-B7A8-62E27AFA16BC}" v="67" dt="2026-04-08T02:55:56.888"/>
    <p1510:client id="{63DAAF1B-9D18-4F70-BD60-E9177DB29F72}" v="405" dt="2026-04-07T05:23:22.212"/>
    <p1510:client id="{B2FD2B43-BE27-4E43-A62C-1B1FF64B419D}" v="273" dt="2026-04-08T02:15:21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68" y="-8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8T02:55:56.887" v="6877" actId="20577"/>
      <pc:docMkLst>
        <pc:docMk/>
      </pc:docMkLst>
      <pc:sldChg chg="addSp delSp modSp add del mod addAnim delAnim modAnim">
        <pc:chgData name="昕 许" userId="a2975fcd840abfc3" providerId="LiveId" clId="{49CCD4F9-177C-4270-9A14-60236FF377E8}" dt="2026-04-07T08:26:40.681" v="6077" actId="47"/>
        <pc:sldMkLst>
          <pc:docMk/>
          <pc:sldMk cId="889727352" sldId="292"/>
        </pc:sldMkLst>
        <pc:spChg chg="mod topLvl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4" creationId="{9E18F700-5D80-D003-54D9-42BD28F4A060}"/>
          </ac:spMkLst>
        </pc:spChg>
        <pc:spChg chg="del mod topLvl">
          <ac:chgData name="昕 许" userId="a2975fcd840abfc3" providerId="LiveId" clId="{49CCD4F9-177C-4270-9A14-60236FF377E8}" dt="2026-04-07T02:27:37.654" v="5139" actId="478"/>
          <ac:spMkLst>
            <pc:docMk/>
            <pc:sldMk cId="889727352" sldId="292"/>
            <ac:spMk id="5" creationId="{6EF30FA0-123C-A850-A280-5F6E95D70B20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6" creationId="{EA05BAC8-FE1D-FADD-9F17-FEDED3AEF9C5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8" creationId="{436CBB37-38D7-0DAF-60C2-97D00E476D23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9" creationId="{F1067A78-2ACC-BC37-A2B5-2163DBD61432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10" creationId="{0E2065B4-B875-A279-74C2-6856B5DE0A06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40" creationId="{0632BC48-DF66-B34A-890B-B128191D82F5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1" creationId="{A2EBD77C-181A-F197-591B-9C694B81C033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2" creationId="{08B7C9BB-9990-1685-BE5E-ED6CE6CE878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4" creationId="{7551D861-E4AD-CCCB-4962-764CEAD7506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6" creationId="{F9DAE47C-A18A-B2FB-BD19-1B90F06223E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56" creationId="{47703361-FFFA-91F8-58F7-03E56189DAB4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0" creationId="{25765680-C9B7-C80C-E8C4-7CB5156F8578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1" creationId="{C9ACF9A3-8B7B-5827-0617-3F9B730DDBE2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2" creationId="{02AA1A0A-D53B-CAB5-D760-2824475E84AA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3" creationId="{2F73D60D-47AE-027C-FE2A-5BBCA0DF6D93}"/>
          </ac:spMkLst>
        </pc:spChg>
        <pc:spChg chg="mod">
          <ac:chgData name="昕 许" userId="a2975fcd840abfc3" providerId="LiveId" clId="{49CCD4F9-177C-4270-9A14-60236FF377E8}" dt="2026-04-07T02:43:24.976" v="5252" actId="1076"/>
          <ac:spMkLst>
            <pc:docMk/>
            <pc:sldMk cId="889727352" sldId="292"/>
            <ac:spMk id="73" creationId="{DF1C2884-95FF-7568-17D9-BE8428BDBFC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7" creationId="{A41BB46E-B602-E601-1A69-FCBC546120EB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8" creationId="{66B83CEA-01FC-CF13-3683-89E6EBC4AB12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9" creationId="{4656F12C-B627-49FE-1761-B8F2148FF28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80" creationId="{81AEE7A7-BB9D-43DA-99D6-55C3D10AB766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91" creationId="{EBAC33BB-A976-C9C7-CBF3-6E93110AD377}"/>
          </ac:spMkLst>
        </pc:spChg>
        <pc:spChg chg="mod">
          <ac:chgData name="昕 许" userId="a2975fcd840abfc3" providerId="LiveId" clId="{49CCD4F9-177C-4270-9A14-60236FF377E8}" dt="2026-04-07T02:44:16.192" v="5265" actId="1076"/>
          <ac:spMkLst>
            <pc:docMk/>
            <pc:sldMk cId="889727352" sldId="292"/>
            <ac:spMk id="93" creationId="{179C9142-BF42-8651-5F39-0CEDFB49BAAB}"/>
          </ac:spMkLst>
        </pc:spChg>
        <pc:spChg chg="add mod">
          <ac:chgData name="昕 许" userId="a2975fcd840abfc3" providerId="LiveId" clId="{49CCD4F9-177C-4270-9A14-60236FF377E8}" dt="2026-04-07T02:44:19.470" v="5266"/>
          <ac:spMkLst>
            <pc:docMk/>
            <pc:sldMk cId="889727352" sldId="292"/>
            <ac:spMk id="96" creationId="{5443370F-2327-DE9D-A6EA-4BB5253D9E4F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8" creationId="{D0C75979-67CF-10C7-BCFA-01F80A317AB6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9" creationId="{AB5E3777-86C6-96A4-0F16-F5C02EF0DA44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0" creationId="{80D899A4-9D1D-4C30-2DB8-9A10B508C170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1" creationId="{15181D03-6355-6B65-4470-6A97859F381B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4" creationId="{E810C7E9-B2BF-5FDE-2F39-B4365041F803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8" creationId="{8025606A-F945-C8D0-622E-3134A6A1FB62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12" creationId="{E9301268-2BE1-705D-ACAC-FE9FA7540360}"/>
          </ac:spMkLst>
        </pc:spChg>
        <pc:spChg chg="mod">
          <ac:chgData name="昕 许" userId="a2975fcd840abfc3" providerId="LiveId" clId="{49CCD4F9-177C-4270-9A14-60236FF377E8}" dt="2026-04-07T02:45:56.085" v="5275" actId="1076"/>
          <ac:spMkLst>
            <pc:docMk/>
            <pc:sldMk cId="889727352" sldId="292"/>
            <ac:spMk id="122" creationId="{68EDB2D1-8C67-CE2B-AEAB-AADB8364AB41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6" creationId="{D24A2CE2-5A3F-C5CC-473F-EC84951B8A71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27" creationId="{FE6A4B7E-0F24-88FC-32EB-7DF08D815BBB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8" creationId="{2F02A48D-1C06-33E4-8BED-8529E51A95FC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9" creationId="{8448B318-7C1A-7ED2-A1C5-72CC64EC5BCD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0" creationId="{4F01A684-5A99-83CC-2B41-DFCB6C59FBD8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8" creationId="{2F3BD2E1-275F-5A72-A8D4-BCA54BC6D003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0" creationId="{57E8B740-8FEE-27DB-5CDD-08A4A52FBBA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1" creationId="{09A2BCAC-5D0C-11DD-B5AA-630FAD71A69E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2" creationId="{07BC8AF7-BB4B-9291-DE73-A1686157EDF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3" creationId="{2EB184D1-F36D-B9D3-2925-9B88364AEC17}"/>
          </ac:spMkLst>
        </pc:spChg>
        <pc:spChg chg="mod">
          <ac:chgData name="昕 许" userId="a2975fcd840abfc3" providerId="LiveId" clId="{49CCD4F9-177C-4270-9A14-60236FF377E8}" dt="2026-04-07T02:48:44.723" v="5298" actId="1076"/>
          <ac:spMkLst>
            <pc:docMk/>
            <pc:sldMk cId="889727352" sldId="292"/>
            <ac:spMk id="153" creationId="{41A93083-D2F2-E353-2A5B-FF530163A3E4}"/>
          </ac:spMkLst>
        </pc:spChg>
        <pc:spChg chg="add mod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158" creationId="{8A09D8E6-93ED-2E79-1174-08C7E3B974CB}"/>
          </ac:spMkLst>
        </pc:spChg>
        <pc:grpChg chg="add del mod">
          <ac:chgData name="昕 许" userId="a2975fcd840abfc3" providerId="LiveId" clId="{49CCD4F9-177C-4270-9A14-60236FF377E8}" dt="2026-04-07T02:27:37.654" v="5139" actId="478"/>
          <ac:grpSpMkLst>
            <pc:docMk/>
            <pc:sldMk cId="889727352" sldId="292"/>
            <ac:grpSpMk id="2" creationId="{F1824F6F-888C-76F3-DFA4-0CF4DBBCA890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27" creationId="{5008A3FF-FDCC-0944-B324-EC5A6D5E568D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39" creationId="{AF5BC809-7C3C-8B32-98B4-286562337B66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7" creationId="{54B68697-A500-FA53-B456-C9984359AD9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9" creationId="{31778912-B7FA-64EA-E2C8-9A142B1638B5}"/>
          </ac:grpSpMkLst>
        </pc:grpChg>
        <pc:grpChg chg="add 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76" creationId="{5B5DE685-9DFD-6A6F-3D5C-9149C6D80D6C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90" creationId="{74706359-61E3-3611-3337-228FCB7AB6BD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97" creationId="{F68DE1B6-935C-34E7-0BC8-BEC4EEC4022A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5" creationId="{51C2755B-F71D-F799-33C9-9E6314027BA1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9" creationId="{53E49CDF-7485-DE13-5BE4-4ACA6D8CD749}"/>
          </ac:grpSpMkLst>
        </pc:grpChg>
        <pc:grpChg chg="add mod">
          <ac:chgData name="昕 许" userId="a2975fcd840abfc3" providerId="LiveId" clId="{49CCD4F9-177C-4270-9A14-60236FF377E8}" dt="2026-04-07T02:46:38.088" v="5276"/>
          <ac:grpSpMkLst>
            <pc:docMk/>
            <pc:sldMk cId="889727352" sldId="292"/>
            <ac:grpSpMk id="125" creationId="{2775217B-99CB-189C-A00F-7B51027DEE1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139" creationId="{D0361035-7D37-80B6-CCEC-6A304CA9F1B8}"/>
          </ac:grpSpMkLst>
        </pc:grp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2" creationId="{D59C73A2-B297-7397-9BA7-83C06DFCC076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5" creationId="{AFDA51BD-9F88-BE70-F365-F97962D523F9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6" creationId="{8FDE8E27-7F7D-7C15-7901-99661AC396A5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7" creationId="{DCC54EDC-45D1-9511-45B0-166F99BCDE34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8" creationId="{BDBDC38B-12F4-405C-B990-6FA16391F735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7" creationId="{A0B196B4-C46B-8D34-61D0-CAF8DA9C6BF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8" creationId="{58EB8D49-EB5D-EA3F-DB77-C2A475697064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9" creationId="{DD070197-53C3-A8F4-9220-ECDFF50C7D4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0" creationId="{2A82CAB7-7BA8-0339-C783-CD12AEA1B811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1" creationId="{0039C0FF-FC31-7FAC-FB54-30C2F88AE9A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4" creationId="{AB030DEE-D194-2D9F-4FD2-04FD0645612F}"/>
          </ac:picMkLst>
        </pc:picChg>
        <pc:picChg chg="del mod">
          <ac:chgData name="昕 许" userId="a2975fcd840abfc3" providerId="LiveId" clId="{49CCD4F9-177C-4270-9A14-60236FF377E8}" dt="2026-04-07T02:43:27.902" v="5253" actId="478"/>
          <ac:picMkLst>
            <pc:docMk/>
            <pc:sldMk cId="889727352" sldId="292"/>
            <ac:picMk id="65" creationId="{736625B1-95EE-F6D4-9CBC-017DC1CAD4E3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6" creationId="{FD7A5C8D-FDCB-1887-698A-F130D284DB3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7" creationId="{35F7E270-4FD8-84FE-1F40-62DBE0A9415B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8" creationId="{79FDDFE3-9AA6-75EA-05B1-EA19312FFAD7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1" creationId="{28EDC238-3566-1EC2-2EA9-59C72644DC35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2" creationId="{67D01629-AC4E-3DD4-8021-B35CD461028E}"/>
          </ac:picMkLst>
        </pc:picChg>
        <pc:picChg chg="del mod">
          <ac:chgData name="昕 许" userId="a2975fcd840abfc3" providerId="LiveId" clId="{49CCD4F9-177C-4270-9A14-60236FF377E8}" dt="2026-04-07T02:43:57.403" v="5259" actId="478"/>
          <ac:picMkLst>
            <pc:docMk/>
            <pc:sldMk cId="889727352" sldId="292"/>
            <ac:picMk id="83" creationId="{9663090B-110F-B2A8-F10C-D82FAE28792E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4" creationId="{A3863FBC-96BE-EC76-AA13-13AB1DF699B8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3" creationId="{5A96FA66-E019-FF9F-1DC5-81569E43E691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4" creationId="{32BC448D-CC01-6BC3-A59B-ED5B0B6A6595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5" creationId="{99C6CA98-8A8D-6291-F773-3C8AAC65D326}"/>
          </ac:picMkLst>
        </pc:picChg>
        <pc:picChg chg="del mod">
          <ac:chgData name="昕 许" userId="a2975fcd840abfc3" providerId="LiveId" clId="{49CCD4F9-177C-4270-9A14-60236FF377E8}" dt="2026-04-07T02:45:35.059" v="5270" actId="478"/>
          <ac:picMkLst>
            <pc:docMk/>
            <pc:sldMk cId="889727352" sldId="292"/>
            <ac:picMk id="116" creationId="{4CB596F8-4473-D886-ADE3-4C218EE24224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7" creationId="{9C3BC218-DD46-C4E3-EFB7-B0BC4B380280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1" creationId="{60669EE0-64F9-5800-F719-7FE8538EAA6B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2" creationId="{E3088C30-1DEB-8769-422D-2AE6CE41AC12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3" creationId="{BCC9719B-BDAB-0F9B-40E3-A0CF5E98017A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4" creationId="{88E8C7A0-76A2-9803-F446-74C3763D317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4" creationId="{B68A9495-F052-7ACD-686B-9A22553A091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5" creationId="{9849CAB1-7A5C-E0F6-848D-89E50F9CBCF0}"/>
          </ac:picMkLst>
        </pc:picChg>
        <pc:picChg chg="del mod">
          <ac:chgData name="昕 许" userId="a2975fcd840abfc3" providerId="LiveId" clId="{49CCD4F9-177C-4270-9A14-60236FF377E8}" dt="2026-04-07T02:48:22.182" v="5288" actId="478"/>
          <ac:picMkLst>
            <pc:docMk/>
            <pc:sldMk cId="889727352" sldId="292"/>
            <ac:picMk id="146" creationId="{E30A054C-17AB-D5BD-FB4D-EF09572DB24F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7" creationId="{CD789F7A-F9E0-25CF-A807-BD35F66C89BD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8" creationId="{940870F1-DBC7-6145-66B3-AAE8227AB50A}"/>
          </ac:picMkLst>
        </pc:picChg>
        <pc:cxnChg chg="add del mod">
          <ac:chgData name="昕 许" userId="a2975fcd840abfc3" providerId="LiveId" clId="{49CCD4F9-177C-4270-9A14-60236FF377E8}" dt="2026-04-07T02:36:50.739" v="5174" actId="478"/>
          <ac:cxnSpMkLst>
            <pc:docMk/>
            <pc:sldMk cId="889727352" sldId="292"/>
            <ac:cxnSpMk id="14" creationId="{0A8C7BD7-E5B6-9C27-6E01-D6CE6F91C5F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0" creationId="{1BB333A7-9A52-7EC7-6C6B-D58FE11313F2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4" creationId="{49E407E1-D7C0-B2EA-BBFA-10CAD3B28B0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8" creationId="{6F372100-FAFA-0BD7-4F69-E0559AFC4087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35" creationId="{1682166B-F737-5D7F-A78D-B12997AD1F56}"/>
          </ac:cxnSpMkLst>
        </pc:cxnChg>
        <pc:cxnChg chg="del mod">
          <ac:chgData name="昕 许" userId="a2975fcd840abfc3" providerId="LiveId" clId="{49CCD4F9-177C-4270-9A14-60236FF377E8}" dt="2026-04-07T02:43:29.436" v="5254" actId="478"/>
          <ac:cxnSpMkLst>
            <pc:docMk/>
            <pc:sldMk cId="889727352" sldId="292"/>
            <ac:cxnSpMk id="69" creationId="{8A604EE1-3C18-CE58-5DBD-91413187C903}"/>
          </ac:cxnSpMkLst>
        </pc:cxnChg>
        <pc:cxnChg chg="mod">
          <ac:chgData name="昕 许" userId="a2975fcd840abfc3" providerId="LiveId" clId="{49CCD4F9-177C-4270-9A14-60236FF377E8}" dt="2026-04-07T03:17:32.139" v="5579" actId="1582"/>
          <ac:cxnSpMkLst>
            <pc:docMk/>
            <pc:sldMk cId="889727352" sldId="292"/>
            <ac:cxnSpMk id="70" creationId="{C6DB2933-18BA-7252-DF57-8D01BE566D1B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1" creationId="{3F2310E1-2B78-6595-B090-F4DAEAED2A26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2" creationId="{D54A857E-4CEB-7C15-8F62-173690944FFE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5" creationId="{0C1E0BBB-42EA-D19D-B8DC-3E42D0543A4E}"/>
          </ac:cxnSpMkLst>
        </pc:cxnChg>
        <pc:cxnChg chg="del mod">
          <ac:chgData name="昕 许" userId="a2975fcd840abfc3" providerId="LiveId" clId="{49CCD4F9-177C-4270-9A14-60236FF377E8}" dt="2026-04-07T02:43:59.963" v="5260" actId="478"/>
          <ac:cxnSpMkLst>
            <pc:docMk/>
            <pc:sldMk cId="889727352" sldId="292"/>
            <ac:cxnSpMk id="86" creationId="{E405FA2F-2C5F-EBEF-B537-2FF694396E9A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8" creationId="{A3D2A915-F689-1F3A-45E5-9023E4AD2245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8" creationId="{723DC292-71CC-5AD1-6B1C-F5032F94FBA7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9" creationId="{A1365560-9FFA-AF70-7651-6127B6C5788B}"/>
          </ac:cxnSpMkLst>
        </pc:cxnChg>
        <pc:cxnChg chg="del mod">
          <ac:chgData name="昕 许" userId="a2975fcd840abfc3" providerId="LiveId" clId="{49CCD4F9-177C-4270-9A14-60236FF377E8}" dt="2026-04-07T02:45:18.722" v="5269" actId="478"/>
          <ac:cxnSpMkLst>
            <pc:docMk/>
            <pc:sldMk cId="889727352" sldId="292"/>
            <ac:cxnSpMk id="120" creationId="{BE30E9B7-2F7F-C5B5-987C-01DC95018EAA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21" creationId="{A0F9C268-7001-8D06-B720-8652DDED3F08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49" creationId="{44E5AA58-1D4F-D3E7-F23D-9974C4D0AE16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0" creationId="{604F0CAC-E960-3039-ACD6-10E340663C47}"/>
          </ac:cxnSpMkLst>
        </pc:cxnChg>
        <pc:cxnChg chg="del mod">
          <ac:chgData name="昕 许" userId="a2975fcd840abfc3" providerId="LiveId" clId="{49CCD4F9-177C-4270-9A14-60236FF377E8}" dt="2026-04-07T02:48:24.115" v="5289" actId="478"/>
          <ac:cxnSpMkLst>
            <pc:docMk/>
            <pc:sldMk cId="889727352" sldId="292"/>
            <ac:cxnSpMk id="151" creationId="{1FBBEADF-9D5A-648D-5B20-8CE40DAF2CE0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2" creationId="{E6904334-E12A-EF31-26FF-7514F4077D70}"/>
          </ac:cxnSpMkLst>
        </pc:cxnChg>
      </pc:sldChg>
      <pc:sldChg chg="addSp delSp modSp add del mod">
        <pc:chgData name="昕 许" userId="a2975fcd840abfc3" providerId="LiveId" clId="{49CCD4F9-177C-4270-9A14-60236FF377E8}" dt="2026-04-07T08:26:40.889" v="6078" actId="47"/>
        <pc:sldMkLst>
          <pc:docMk/>
          <pc:sldMk cId="166030626" sldId="293"/>
        </pc:sldMkLst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4" creationId="{1294D433-D466-71CD-514E-9B42AADB2CA0}"/>
          </ac:spMkLst>
        </pc:spChg>
        <pc:spChg chg="add del mod">
          <ac:chgData name="昕 许" userId="a2975fcd840abfc3" providerId="LiveId" clId="{49CCD4F9-177C-4270-9A14-60236FF377E8}" dt="2026-04-07T02:52:56.234" v="5402" actId="478"/>
          <ac:spMkLst>
            <pc:docMk/>
            <pc:sldMk cId="166030626" sldId="293"/>
            <ac:spMk id="5" creationId="{E9C78F63-3FB3-4402-E43E-DD04923ED53C}"/>
          </ac:spMkLst>
        </pc:spChg>
        <pc:spChg chg="add del mod">
          <ac:chgData name="昕 许" userId="a2975fcd840abfc3" providerId="LiveId" clId="{49CCD4F9-177C-4270-9A14-60236FF377E8}" dt="2026-04-07T02:54:23.633" v="5437" actId="478"/>
          <ac:spMkLst>
            <pc:docMk/>
            <pc:sldMk cId="166030626" sldId="293"/>
            <ac:spMk id="7" creationId="{33F5260F-5857-3604-1285-D4BA236E64DA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9" creationId="{3B898E4E-35CF-ACB2-78F3-C6D54E2E9EA8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1" creationId="{2B757F93-CF5D-180A-D740-DD67982861E9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" creationId="{74AFA31C-214D-E266-85EB-A23C412BFEF0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19" creationId="{AFFBE284-1BBD-F1F6-5BDE-EB5432797462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21" creationId="{1D8E402A-5D3A-84D4-0107-2328443EADB2}"/>
          </ac:spMkLst>
        </pc:spChg>
        <pc:spChg chg="del mod">
          <ac:chgData name="昕 许" userId="a2975fcd840abfc3" providerId="LiveId" clId="{49CCD4F9-177C-4270-9A14-60236FF377E8}" dt="2026-04-07T02:53:42.327" v="5423" actId="478"/>
          <ac:spMkLst>
            <pc:docMk/>
            <pc:sldMk cId="166030626" sldId="293"/>
            <ac:spMk id="22" creationId="{1C8E44F5-BE8A-1964-139A-6F506F9FB237}"/>
          </ac:spMkLst>
        </pc:spChg>
        <pc:spChg chg="mod">
          <ac:chgData name="昕 许" userId="a2975fcd840abfc3" providerId="LiveId" clId="{49CCD4F9-177C-4270-9A14-60236FF377E8}" dt="2026-04-07T05:05:36.878" v="5924" actId="207"/>
          <ac:spMkLst>
            <pc:docMk/>
            <pc:sldMk cId="166030626" sldId="293"/>
            <ac:spMk id="34" creationId="{3C7B0A32-8A5D-15D0-72CA-F8BE0D776ECC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7" creationId="{2867D529-8829-38B7-D695-E9B79A0C598B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8" creationId="{48A20A12-3476-4CBF-74F2-21D907EAB01B}"/>
          </ac:spMkLst>
        </pc:spChg>
        <pc:spChg chg="mod">
          <ac:chgData name="昕 许" userId="a2975fcd840abfc3" providerId="LiveId" clId="{49CCD4F9-177C-4270-9A14-60236FF377E8}" dt="2026-04-07T02:53:29.068" v="5414" actId="20577"/>
          <ac:spMkLst>
            <pc:docMk/>
            <pc:sldMk cId="166030626" sldId="293"/>
            <ac:spMk id="39" creationId="{EB45A7E1-72B0-2423-0857-BD32A5987873}"/>
          </ac:spMkLst>
        </pc:spChg>
        <pc:spChg chg="mod">
          <ac:chgData name="昕 许" userId="a2975fcd840abfc3" providerId="LiveId" clId="{49CCD4F9-177C-4270-9A14-60236FF377E8}" dt="2026-04-07T05:05:14.610" v="5914" actId="113"/>
          <ac:spMkLst>
            <pc:docMk/>
            <pc:sldMk cId="166030626" sldId="293"/>
            <ac:spMk id="40" creationId="{596B37C3-F26C-8251-A3E9-A9752C3D7317}"/>
          </ac:spMkLst>
        </pc:spChg>
        <pc:spChg chg="del mod">
          <ac:chgData name="昕 许" userId="a2975fcd840abfc3" providerId="LiveId" clId="{49CCD4F9-177C-4270-9A14-60236FF377E8}" dt="2026-04-07T02:53:24.465" v="5410" actId="478"/>
          <ac:spMkLst>
            <pc:docMk/>
            <pc:sldMk cId="166030626" sldId="293"/>
            <ac:spMk id="41" creationId="{B4D53788-5597-4C2F-5749-1FAE8DF2C650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49" creationId="{C554CF56-A2BC-9502-8D35-7AC2C434BD9A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1" creationId="{F5B02B14-AFF1-9C2A-1B11-84CB56F729A8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2" creationId="{C3196CAE-59D5-13F4-A14C-7C113BAA31A5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0" creationId="{018C6C62-6D85-19D0-D69A-67DB99F47255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62" creationId="{64CEF617-79BA-A1A6-087C-23A868076456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3" creationId="{97A55821-E391-8AA2-536C-456563C2E51F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73" creationId="{F143F031-49B8-614F-17F3-32B5E330A36F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74" creationId="{71DD593A-776D-3CAA-AF47-EC43CF58FBED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78" creationId="{58FA948E-7565-4126-C32F-AC0DB01D1C9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79" creationId="{CA144198-9A40-D073-F0A0-EB1AD8AE4C20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80" creationId="{5F9475C2-D6C1-7B4B-B6B5-12A369C5D197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87" creationId="{9AEA3B27-5D0D-F059-391D-293FF333562D}"/>
          </ac:spMkLst>
        </pc:spChg>
        <pc:spChg chg="mod">
          <ac:chgData name="昕 许" userId="a2975fcd840abfc3" providerId="LiveId" clId="{49CCD4F9-177C-4270-9A14-60236FF377E8}" dt="2026-04-07T05:05:26.899" v="5921" actId="207"/>
          <ac:spMkLst>
            <pc:docMk/>
            <pc:sldMk cId="166030626" sldId="293"/>
            <ac:spMk id="93" creationId="{E9A41B71-E9C0-11E7-403D-6292A800BE62}"/>
          </ac:spMkLst>
        </pc:spChg>
        <pc:spChg chg="mod">
          <ac:chgData name="昕 许" userId="a2975fcd840abfc3" providerId="LiveId" clId="{49CCD4F9-177C-4270-9A14-60236FF377E8}" dt="2026-04-07T05:05:18.992" v="5917" actId="207"/>
          <ac:spMkLst>
            <pc:docMk/>
            <pc:sldMk cId="166030626" sldId="293"/>
            <ac:spMk id="98" creationId="{E31BF9CB-AFA1-9A94-F795-4418EE703FDF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99" creationId="{146424A5-B7DC-AA43-B133-5D332B91968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01" creationId="{F89282D5-1B28-F5F7-2310-A1F34DEF784F}"/>
          </ac:spMkLst>
        </pc:spChg>
        <pc:spChg chg="mod">
          <ac:chgData name="昕 许" userId="a2975fcd840abfc3" providerId="LiveId" clId="{49CCD4F9-177C-4270-9A14-60236FF377E8}" dt="2026-04-07T02:52:06.328" v="5388"/>
          <ac:spMkLst>
            <pc:docMk/>
            <pc:sldMk cId="166030626" sldId="293"/>
            <ac:spMk id="103" creationId="{E086BA3C-2141-36DE-41CB-57D7DB800827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5" creationId="{EFDC8C95-99C7-956B-0C27-49C0ADB24D0F}"/>
          </ac:spMkLst>
        </pc:spChg>
        <pc:spChg chg="mod">
          <ac:chgData name="昕 许" userId="a2975fcd840abfc3" providerId="LiveId" clId="{49CCD4F9-177C-4270-9A14-60236FF377E8}" dt="2026-04-07T02:53:38.187" v="5420" actId="20577"/>
          <ac:spMkLst>
            <pc:docMk/>
            <pc:sldMk cId="166030626" sldId="293"/>
            <ac:spMk id="106" creationId="{1972B35A-15B1-CDB9-BB1C-477BE5683973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7" creationId="{40098A5C-9197-F9BA-CCCE-22F856711AFD}"/>
          </ac:spMkLst>
        </pc:spChg>
        <pc:spChg chg="del">
          <ac:chgData name="昕 许" userId="a2975fcd840abfc3" providerId="LiveId" clId="{49CCD4F9-177C-4270-9A14-60236FF377E8}" dt="2026-04-07T02:53:33.158" v="5416" actId="478"/>
          <ac:spMkLst>
            <pc:docMk/>
            <pc:sldMk cId="166030626" sldId="293"/>
            <ac:spMk id="108" creationId="{3CEE1DAB-C8AF-6E46-76D9-60F02AACEC00}"/>
          </ac:spMkLst>
        </pc:spChg>
        <pc:spChg chg="mod">
          <ac:chgData name="昕 许" userId="a2975fcd840abfc3" providerId="LiveId" clId="{49CCD4F9-177C-4270-9A14-60236FF377E8}" dt="2026-04-07T05:05:29.167" v="5922" actId="207"/>
          <ac:spMkLst>
            <pc:docMk/>
            <pc:sldMk cId="166030626" sldId="293"/>
            <ac:spMk id="122" creationId="{1E192D51-7123-985C-A707-660CABC36E36}"/>
          </ac:spMkLst>
        </pc:spChg>
        <pc:spChg chg="mod">
          <ac:chgData name="昕 许" userId="a2975fcd840abfc3" providerId="LiveId" clId="{49CCD4F9-177C-4270-9A14-60236FF377E8}" dt="2026-04-07T05:05:42.108" v="5928" actId="207"/>
          <ac:spMkLst>
            <pc:docMk/>
            <pc:sldMk cId="166030626" sldId="293"/>
            <ac:spMk id="124" creationId="{A334E0F2-8E4C-3006-C61B-29252DB379E9}"/>
          </ac:spMkLst>
        </pc:spChg>
        <pc:spChg chg="add 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26" creationId="{C8E8DA9C-CDF7-5A3B-D45D-A1A857460334}"/>
          </ac:spMkLst>
        </pc:spChg>
        <pc:spChg chg="add del mod">
          <ac:chgData name="昕 许" userId="a2975fcd840abfc3" providerId="LiveId" clId="{49CCD4F9-177C-4270-9A14-60236FF377E8}" dt="2026-04-07T02:52:45.227" v="5400" actId="478"/>
          <ac:spMkLst>
            <pc:docMk/>
            <pc:sldMk cId="166030626" sldId="293"/>
            <ac:spMk id="127" creationId="{07DA6EB1-7FA9-8DC6-5219-3D47AC34DAFC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31" creationId="{3787A823-01A6-42A9-95C9-99A343FE17B1}"/>
          </ac:spMkLst>
        </pc:spChg>
        <pc:spChg chg="del mod topLvl">
          <ac:chgData name="昕 许" userId="a2975fcd840abfc3" providerId="LiveId" clId="{49CCD4F9-177C-4270-9A14-60236FF377E8}" dt="2026-04-07T03:07:20.658" v="5461" actId="478"/>
          <ac:spMkLst>
            <pc:docMk/>
            <pc:sldMk cId="166030626" sldId="293"/>
            <ac:spMk id="137" creationId="{6307A042-F477-FB8F-5DE2-B6EFBA08EFA4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0" creationId="{8DBE8A4F-9448-7411-6FE1-C5297B0CE0F1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41" creationId="{E8A86FDD-6472-3B3C-0245-1939F9CC7CE7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142" creationId="{D8A22107-130F-B1E7-CF70-1A64774BC45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3" creationId="{4DF3F7C8-0D0E-3355-4E3F-702FB524DF79}"/>
          </ac:spMkLst>
        </pc:spChg>
        <pc:spChg chg="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6" creationId="{7094AD91-D074-823E-BF1E-A1E35D53F9AC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1" creationId="{0AE7E181-EB56-D3D0-4B5B-944340FDD1FB}"/>
          </ac:spMkLst>
        </pc:spChg>
        <pc:spChg chg="mod">
          <ac:chgData name="昕 许" userId="a2975fcd840abfc3" providerId="LiveId" clId="{49CCD4F9-177C-4270-9A14-60236FF377E8}" dt="2026-04-07T05:05:12.935" v="5913" actId="113"/>
          <ac:spMkLst>
            <pc:docMk/>
            <pc:sldMk cId="166030626" sldId="293"/>
            <ac:spMk id="153" creationId="{B3FC707E-80EC-6645-7A21-A750D7073E83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6" creationId="{ADA959C9-285A-5E70-EA6F-7B91B9358F22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58" creationId="{81D6ECA8-A48D-B9FC-A363-04F11A100A09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65" creationId="{D3C9DA89-123A-25D7-B929-1CD912182DF5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6" creationId="{ED040236-7EC0-5A61-42D9-11841625E52E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7" creationId="{0CC83D05-D58F-C52E-DA92-F6007BFF9EB5}"/>
          </ac:spMkLst>
        </pc:spChg>
        <pc:spChg chg="del mod">
          <ac:chgData name="昕 许" userId="a2975fcd840abfc3" providerId="LiveId" clId="{49CCD4F9-177C-4270-9A14-60236FF377E8}" dt="2026-04-07T03:07:06.088" v="5455" actId="478"/>
          <ac:spMkLst>
            <pc:docMk/>
            <pc:sldMk cId="166030626" sldId="293"/>
            <ac:spMk id="168" creationId="{130CF437-2E6F-ADEE-0A4A-760A2A5ECDF1}"/>
          </ac:spMkLst>
        </pc:spChg>
        <pc:spChg chg="del">
          <ac:chgData name="昕 许" userId="a2975fcd840abfc3" providerId="LiveId" clId="{49CCD4F9-177C-4270-9A14-60236FF377E8}" dt="2026-04-07T03:07:00.111" v="5452" actId="478"/>
          <ac:spMkLst>
            <pc:docMk/>
            <pc:sldMk cId="166030626" sldId="293"/>
            <ac:spMk id="169" creationId="{84104782-5467-27CB-939A-A3E860937EA2}"/>
          </ac:spMkLst>
        </pc:spChg>
        <pc:spChg chg="mod">
          <ac:chgData name="昕 许" userId="a2975fcd840abfc3" providerId="LiveId" clId="{49CCD4F9-177C-4270-9A14-60236FF377E8}" dt="2026-04-07T05:06:00.282" v="5935" actId="113"/>
          <ac:spMkLst>
            <pc:docMk/>
            <pc:sldMk cId="166030626" sldId="293"/>
            <ac:spMk id="177" creationId="{8B1B017F-0AF6-F33C-3A4E-8B404F4732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8" creationId="{5B10972B-A932-253C-1C1E-218DC0153C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9" creationId="{73A23404-8ED2-F3D9-D739-E11191A0EDEB}"/>
          </ac:spMkLst>
        </pc:spChg>
        <pc:spChg chg="del">
          <ac:chgData name="昕 许" userId="a2975fcd840abfc3" providerId="LiveId" clId="{49CCD4F9-177C-4270-9A14-60236FF377E8}" dt="2026-04-07T03:06:56.529" v="5449" actId="478"/>
          <ac:spMkLst>
            <pc:docMk/>
            <pc:sldMk cId="166030626" sldId="293"/>
            <ac:spMk id="180" creationId="{90B4CECC-AA5A-EAB7-CD0F-483D8478508F}"/>
          </ac:spMkLst>
        </pc:spChg>
        <pc:spChg chg="del">
          <ac:chgData name="昕 许" userId="a2975fcd840abfc3" providerId="LiveId" clId="{49CCD4F9-177C-4270-9A14-60236FF377E8}" dt="2026-04-07T03:06:51.539" v="5446" actId="478"/>
          <ac:spMkLst>
            <pc:docMk/>
            <pc:sldMk cId="166030626" sldId="293"/>
            <ac:spMk id="181" creationId="{AF7DB861-5D11-6654-A916-C0AB1B0B7EB8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87" creationId="{310FF623-B501-0CBB-E3DC-C026D2B21E6F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90" creationId="{122D102F-CA24-AF0B-45DD-A3586DD955C3}"/>
          </ac:spMkLst>
        </pc:spChg>
        <pc:spChg chg="del">
          <ac:chgData name="昕 许" userId="a2975fcd840abfc3" providerId="LiveId" clId="{49CCD4F9-177C-4270-9A14-60236FF377E8}" dt="2026-04-07T02:54:44.641" v="5443" actId="478"/>
          <ac:spMkLst>
            <pc:docMk/>
            <pc:sldMk cId="166030626" sldId="293"/>
            <ac:spMk id="203" creationId="{3EB4465C-00C2-DD1E-D0D2-7CEFB0ADA52E}"/>
          </ac:spMkLst>
        </pc:s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" creationId="{72D57646-E0F9-ED55-E733-B59ED4590BFE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36" creationId="{57993075-E879-6FD2-B1B7-54A41186172C}"/>
          </ac:grpSpMkLst>
        </pc:grpChg>
        <pc:grpChg chg="del mod">
          <ac:chgData name="昕 许" userId="a2975fcd840abfc3" providerId="LiveId" clId="{49CCD4F9-177C-4270-9A14-60236FF377E8}" dt="2026-04-07T02:52:40.874" v="5397" actId="478"/>
          <ac:grpSpMkLst>
            <pc:docMk/>
            <pc:sldMk cId="166030626" sldId="293"/>
            <ac:grpSpMk id="50" creationId="{FCE537B2-3AF4-48E1-4C9D-B98BABEE65D5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7" creationId="{8598D121-4BB4-CECB-E36B-27D97989EAC7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9" creationId="{CE99824A-C99E-90AD-7C85-5B0425ACEF9C}"/>
          </ac:grpSpMkLst>
        </pc:grpChg>
        <pc:grpChg chg="del mod">
          <ac:chgData name="昕 许" userId="a2975fcd840abfc3" providerId="LiveId" clId="{49CCD4F9-177C-4270-9A14-60236FF377E8}" dt="2026-04-07T02:52:43.026" v="5399" actId="478"/>
          <ac:grpSpMkLst>
            <pc:docMk/>
            <pc:sldMk cId="166030626" sldId="293"/>
            <ac:grpSpMk id="75" creationId="{E4200B76-F0A8-3835-6D4C-E34F9B7DB926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76" creationId="{1BE01956-A607-DE13-7AF5-1119FFD0DFF3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97" creationId="{275677B8-DC12-1EB3-8809-FD36E26ACA43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04" creationId="{37036E21-05CB-6B2E-16B0-2F648C31785C}"/>
          </ac:grpSpMkLst>
        </pc:grpChg>
        <pc:grpChg chg="add mod">
          <ac:chgData name="昕 许" userId="a2975fcd840abfc3" providerId="LiveId" clId="{49CCD4F9-177C-4270-9A14-60236FF377E8}" dt="2026-04-07T02:52:22.600" v="5394" actId="1076"/>
          <ac:grpSpMkLst>
            <pc:docMk/>
            <pc:sldMk cId="166030626" sldId="293"/>
            <ac:grpSpMk id="128" creationId="{52DA441F-6657-0CAB-1E70-2A0CE51669E2}"/>
          </ac:grpSpMkLst>
        </pc:grpChg>
        <pc:grpChg chg="add mod">
          <ac:chgData name="昕 许" userId="a2975fcd840abfc3" providerId="LiveId" clId="{49CCD4F9-177C-4270-9A14-60236FF377E8}" dt="2026-04-07T02:53:13.538" v="5407" actId="14100"/>
          <ac:grpSpMkLst>
            <pc:docMk/>
            <pc:sldMk cId="166030626" sldId="293"/>
            <ac:grpSpMk id="129" creationId="{FD98C711-EFBE-34D6-B63D-FC0558CA78AC}"/>
          </ac:grpSpMkLst>
        </pc:grpChg>
        <pc:grpChg chg="mod">
          <ac:chgData name="昕 许" userId="a2975fcd840abfc3" providerId="LiveId" clId="{49CCD4F9-177C-4270-9A14-60236FF377E8}" dt="2026-04-07T02:54:18.731" v="5436" actId="1076"/>
          <ac:grpSpMkLst>
            <pc:docMk/>
            <pc:sldMk cId="166030626" sldId="293"/>
            <ac:grpSpMk id="130" creationId="{4D8D79EE-E24D-1456-1A2B-79C0A7A9C1BA}"/>
          </ac:grpSpMkLst>
        </pc:grpChg>
        <pc:grpChg chg="del">
          <ac:chgData name="昕 许" userId="a2975fcd840abfc3" providerId="LiveId" clId="{49CCD4F9-177C-4270-9A14-60236FF377E8}" dt="2026-04-07T02:54:46.663" v="5444" actId="478"/>
          <ac:grpSpMkLst>
            <pc:docMk/>
            <pc:sldMk cId="166030626" sldId="293"/>
            <ac:grpSpMk id="132" creationId="{151ADE52-D5E3-5D5B-1574-4097938F0F39}"/>
          </ac:grpSpMkLst>
        </pc:grpChg>
        <pc:grpChg chg="del">
          <ac:chgData name="昕 许" userId="a2975fcd840abfc3" providerId="LiveId" clId="{49CCD4F9-177C-4270-9A14-60236FF377E8}" dt="2026-04-07T02:54:42.502" v="5441" actId="478"/>
          <ac:grpSpMkLst>
            <pc:docMk/>
            <pc:sldMk cId="166030626" sldId="293"/>
            <ac:grpSpMk id="133" creationId="{9E707F93-044E-3094-8C21-C515BEEF373B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4" creationId="{9722407B-AC80-C45B-EE0C-B8AC26AFA744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5" creationId="{A2DA03BC-B39E-D865-2340-252C436D1011}"/>
          </ac:grpSpMkLst>
        </pc:grpChg>
        <pc:grpChg chg="del">
          <ac:chgData name="昕 许" userId="a2975fcd840abfc3" providerId="LiveId" clId="{49CCD4F9-177C-4270-9A14-60236FF377E8}" dt="2026-04-07T02:54:47.935" v="5445" actId="478"/>
          <ac:grpSpMkLst>
            <pc:docMk/>
            <pc:sldMk cId="166030626" sldId="293"/>
            <ac:grpSpMk id="136" creationId="{55153B1F-C878-71FA-6135-DCDB66054D70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139" creationId="{DB4CDE62-ECC4-C5B5-5078-5692E8B40408}"/>
          </ac:grpSpMkLst>
        </pc:grpChg>
        <pc:grpChg chg="add 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217" creationId="{6671C295-E461-1D84-9BE8-C31378AA804F}"/>
          </ac:grpSpMkLst>
        </pc:grp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7" creationId="{7409A9A4-A607-85B2-EF6D-A07058FC7C19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3" creationId="{8A8D5242-6A5A-A3A8-9B81-8ACAF3EC105D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5" creationId="{3E235858-0118-9256-1485-F6B6488D21C2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6" creationId="{E35542E5-643A-EC60-26A3-0EA4882345BA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7" creationId="{44B121BB-C609-4B5A-31FF-80EE93DD92AF}"/>
          </ac:picMkLst>
        </pc:picChg>
        <pc:picChg chg="del mod">
          <ac:chgData name="昕 许" userId="a2975fcd840abfc3" providerId="LiveId" clId="{49CCD4F9-177C-4270-9A14-60236FF377E8}" dt="2026-04-07T02:53:43.640" v="5424" actId="478"/>
          <ac:picMkLst>
            <pc:docMk/>
            <pc:sldMk cId="166030626" sldId="293"/>
            <ac:picMk id="29" creationId="{BB8360F3-B344-A109-6FBD-10A88CE456BF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2" creationId="{C9437445-E967-7023-5EED-64DB052DA4DA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3" creationId="{83F4B6D1-DDC8-4607-803D-F2073BD966F6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4" creationId="{025EA63E-281A-0F6B-AA90-D7DA5D9884E4}"/>
          </ac:picMkLst>
        </pc:picChg>
        <pc:picChg chg="del">
          <ac:chgData name="昕 许" userId="a2975fcd840abfc3" providerId="LiveId" clId="{49CCD4F9-177C-4270-9A14-60236FF377E8}" dt="2026-04-07T02:53:25.631" v="5411" actId="478"/>
          <ac:picMkLst>
            <pc:docMk/>
            <pc:sldMk cId="166030626" sldId="293"/>
            <ac:picMk id="45" creationId="{81C07411-16EA-F1CD-09D9-45F71EF9EA89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67" creationId="{8506D812-7993-DB69-EBFD-1C215FF02B41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82" creationId="{367433AF-0AD7-A420-9307-7F507E6B27B3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09" creationId="{FFB347D1-EEB8-6A26-891C-CD9EB3A27BA7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0" creationId="{6E9C5284-189D-D0F5-7765-4CC646A6A656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1" creationId="{EFD6ED4F-A513-7AF4-968B-EC0B66EFBACF}"/>
          </ac:picMkLst>
        </pc:picChg>
        <pc:picChg chg="del">
          <ac:chgData name="昕 许" userId="a2975fcd840abfc3" providerId="LiveId" clId="{49CCD4F9-177C-4270-9A14-60236FF377E8}" dt="2026-04-07T02:53:34.100" v="5417" actId="478"/>
          <ac:picMkLst>
            <pc:docMk/>
            <pc:sldMk cId="166030626" sldId="293"/>
            <ac:picMk id="112" creationId="{652E346B-F9E9-C4FF-430B-33153C0A0B8D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115" creationId="{4BB4E3EB-864E-6AFD-4EF0-733B1D093BC0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47" creationId="{9ABDD0B9-6E11-2199-AFD3-0D5EE57F97E7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0" creationId="{A5F35014-323B-7F90-D156-EC54B861D400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1" creationId="{653078C1-F41B-6164-F4B3-DE4660F6BB91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2" creationId="{C962280C-F9ED-AC9F-EB3E-50BFE404943E}"/>
          </ac:picMkLst>
        </pc:picChg>
        <pc:picChg chg="del">
          <ac:chgData name="昕 许" userId="a2975fcd840abfc3" providerId="LiveId" clId="{49CCD4F9-177C-4270-9A14-60236FF377E8}" dt="2026-04-07T03:07:01.011" v="5453" actId="478"/>
          <ac:picMkLst>
            <pc:docMk/>
            <pc:sldMk cId="166030626" sldId="293"/>
            <ac:picMk id="173" creationId="{9D716AF0-0699-41A1-CAB3-C516665A6C03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2" creationId="{AA22FEFB-C8F6-9AFB-A3DB-1F4D06508B2F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3" creationId="{154CAA10-7B10-BD26-1A85-B82BB945A492}"/>
          </ac:picMkLst>
        </pc:picChg>
        <pc:picChg chg="del">
          <ac:chgData name="昕 许" userId="a2975fcd840abfc3" providerId="LiveId" clId="{49CCD4F9-177C-4270-9A14-60236FF377E8}" dt="2026-04-07T03:06:53.141" v="5447" actId="478"/>
          <ac:picMkLst>
            <pc:docMk/>
            <pc:sldMk cId="166030626" sldId="293"/>
            <ac:picMk id="184" creationId="{3CEC1018-F782-F252-3737-0D4CE9226851}"/>
          </ac:picMkLst>
        </pc:picChg>
        <pc:cxnChg chg="add mod">
          <ac:chgData name="昕 许" userId="a2975fcd840abfc3" providerId="LiveId" clId="{49CCD4F9-177C-4270-9A14-60236FF377E8}" dt="2026-04-07T02:53:02.987" v="5404" actId="164"/>
          <ac:cxnSpMkLst>
            <pc:docMk/>
            <pc:sldMk cId="166030626" sldId="293"/>
            <ac:cxnSpMk id="3" creationId="{F7C97EB0-42E5-DCFD-B5FD-944BC9C10FB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4" creationId="{63B4029B-D454-6C87-024A-5FE862960161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8" creationId="{AC881087-9DB1-52D5-0282-32813C8B54DC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0" creationId="{EEC4828A-A783-CF46-5ED5-DA3BFE51F97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1" creationId="{78029618-DF0D-6969-5F9E-5DE5E2DC04F5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2" creationId="{1629E2A4-3C36-98FB-8C21-95A946762CAF}"/>
          </ac:cxnSpMkLst>
        </pc:cxnChg>
        <pc:cxnChg chg="del mod">
          <ac:chgData name="昕 许" userId="a2975fcd840abfc3" providerId="LiveId" clId="{49CCD4F9-177C-4270-9A14-60236FF377E8}" dt="2026-04-07T02:53:44.848" v="5425" actId="478"/>
          <ac:cxnSpMkLst>
            <pc:docMk/>
            <pc:sldMk cId="166030626" sldId="293"/>
            <ac:cxnSpMk id="33" creationId="{279C5EB5-6DA7-11CA-79EF-993C9B7494D2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35" creationId="{2F951C30-4EDE-DAE0-C70D-29DF6463018B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6" creationId="{45213568-CBA5-61FF-C496-D0FF08F89D29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7" creationId="{738FBC63-7594-7430-24C3-9321225B0F66}"/>
          </ac:cxnSpMkLst>
        </pc:cxnChg>
        <pc:cxnChg chg="del mod">
          <ac:chgData name="昕 许" userId="a2975fcd840abfc3" providerId="LiveId" clId="{49CCD4F9-177C-4270-9A14-60236FF377E8}" dt="2026-04-07T02:53:27.265" v="5412" actId="478"/>
          <ac:cxnSpMkLst>
            <pc:docMk/>
            <pc:sldMk cId="166030626" sldId="293"/>
            <ac:cxnSpMk id="48" creationId="{4144F9AD-60D0-E27A-749C-0213CD31731B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5" creationId="{C95F087F-1F79-8961-CF79-9107BCA125A9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9" creationId="{535EC612-0D66-252C-0BA4-634480B2F93E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71" creationId="{61D9D7A3-55B0-A60D-A1E5-0BDC23ACB5DB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72" creationId="{9413DCD2-B3C7-237A-BA18-491F5464C8E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85" creationId="{2E2CB422-6C61-3936-0636-8CE0D33FB5D8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88" creationId="{9C51F809-59C1-9207-D057-20E099C60E09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5" creationId="{898B2BED-2312-3855-04EA-21BBC822A562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6" creationId="{8E466A84-D88E-3E00-8461-49F6FAA6AA85}"/>
          </ac:cxnSpMkLst>
        </pc:cxnChg>
        <pc:cxnChg chg="del mod">
          <ac:chgData name="昕 许" userId="a2975fcd840abfc3" providerId="LiveId" clId="{49CCD4F9-177C-4270-9A14-60236FF377E8}" dt="2026-04-07T02:52:41.916" v="5398" actId="478"/>
          <ac:cxnSpMkLst>
            <pc:docMk/>
            <pc:sldMk cId="166030626" sldId="293"/>
            <ac:cxnSpMk id="102" creationId="{E0426B44-806F-73A4-6121-03ADC501C32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16" creationId="{08710958-A449-97B2-38CD-0727D305909B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8" creationId="{75AA77E6-2E93-4DAD-0531-01034D4F2773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9" creationId="{B004EE1C-A116-2B6B-1BA4-4C1782CCEB01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20" creationId="{CEBA079A-B86B-0474-A2C8-435C58BE076D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21" creationId="{673AAA2F-490C-DC9F-FEAE-E89295ED382D}"/>
          </ac:cxnSpMkLst>
        </pc:cxnChg>
        <pc:cxnChg chg="del mod">
          <ac:chgData name="昕 许" userId="a2975fcd840abfc3" providerId="LiveId" clId="{49CCD4F9-177C-4270-9A14-60236FF377E8}" dt="2026-04-07T02:53:35.692" v="5418" actId="478"/>
          <ac:cxnSpMkLst>
            <pc:docMk/>
            <pc:sldMk cId="166030626" sldId="293"/>
            <ac:cxnSpMk id="123" creationId="{73069721-EF6A-C35B-DCE3-FE07196E0AD0}"/>
          </ac:cxnSpMkLst>
        </pc:cxnChg>
        <pc:cxnChg chg="del mod">
          <ac:chgData name="昕 许" userId="a2975fcd840abfc3" providerId="LiveId" clId="{49CCD4F9-177C-4270-9A14-60236FF377E8}" dt="2026-04-07T02:52:25.283" v="5395" actId="478"/>
          <ac:cxnSpMkLst>
            <pc:docMk/>
            <pc:sldMk cId="166030626" sldId="293"/>
            <ac:cxnSpMk id="125" creationId="{10DF0B7F-2FCC-2825-48E7-3E58CAD3A66A}"/>
          </ac:cxnSpMkLst>
        </pc:cxnChg>
        <pc:cxnChg chg="del">
          <ac:chgData name="昕 许" userId="a2975fcd840abfc3" providerId="LiveId" clId="{49CCD4F9-177C-4270-9A14-60236FF377E8}" dt="2026-04-07T02:54:43.417" v="5442" actId="478"/>
          <ac:cxnSpMkLst>
            <pc:docMk/>
            <pc:sldMk cId="166030626" sldId="293"/>
            <ac:cxnSpMk id="138" creationId="{12CBE46F-D2E9-5A17-46F8-F208F2FE105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49" creationId="{467FA1C5-88B7-5F27-9CBE-81DDFBA58427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50" creationId="{B56AE125-B5A4-ABC6-9AF6-B3A13ED2F3D1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52" creationId="{5A1DB1EF-2848-5BC2-B37E-C2E4C4AAFAF1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2" creationId="{2CE73D7E-BD8B-F0E6-2C12-4A03473B7BF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3" creationId="{21464D9A-BE53-28CC-54C2-80AAC98E523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4" creationId="{691C7921-6161-3C58-C64F-2C83073C407F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4" creationId="{1AA61599-49E5-44EC-FE56-67E6623B330E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5" creationId="{3535E4CA-FC9A-3919-965D-B24B90F16B5C}"/>
          </ac:cxnSpMkLst>
        </pc:cxnChg>
        <pc:cxnChg chg="del mod">
          <ac:chgData name="昕 许" userId="a2975fcd840abfc3" providerId="LiveId" clId="{49CCD4F9-177C-4270-9A14-60236FF377E8}" dt="2026-04-07T03:07:04.867" v="5454" actId="478"/>
          <ac:cxnSpMkLst>
            <pc:docMk/>
            <pc:sldMk cId="166030626" sldId="293"/>
            <ac:cxnSpMk id="176" creationId="{3B6BE1BC-3754-2A3C-D8EB-9BE230700B73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85" creationId="{F83B3DDB-7C88-A709-3830-C0681E4D3806}"/>
          </ac:cxnSpMkLst>
        </pc:cxnChg>
        <pc:cxnChg chg="del mod">
          <ac:chgData name="昕 许" userId="a2975fcd840abfc3" providerId="LiveId" clId="{49CCD4F9-177C-4270-9A14-60236FF377E8}" dt="2026-04-07T03:06:55.196" v="5448" actId="478"/>
          <ac:cxnSpMkLst>
            <pc:docMk/>
            <pc:sldMk cId="166030626" sldId="293"/>
            <ac:cxnSpMk id="186" creationId="{B41478FE-8A47-0DDD-AEF9-4256A79A22F4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6" creationId="{2190EE8D-5751-2CD7-2F74-873577EFE81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7" creationId="{A08CE798-1945-E764-1E1A-59EF0C96A64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8" creationId="{62BE99D6-2F9D-2742-38F6-DDE91B2D8964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09" creationId="{E6B6B971-A76E-10BE-79B8-F30531D6185A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0" creationId="{E241C2DD-5CB8-B429-FE86-94DC9D95B428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1" creationId="{CF7F7301-8CA4-409A-9AC9-3B4A6D1FE829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2" creationId="{7C81ED02-2661-E4C7-687E-1491D05CEB25}"/>
          </ac:cxnSpMkLst>
        </pc:cxnChg>
        <pc:cxnChg chg="add mod">
          <ac:chgData name="昕 许" userId="a2975fcd840abfc3" providerId="LiveId" clId="{49CCD4F9-177C-4270-9A14-60236FF377E8}" dt="2026-04-07T03:08:12.758" v="5470" actId="208"/>
          <ac:cxnSpMkLst>
            <pc:docMk/>
            <pc:sldMk cId="166030626" sldId="293"/>
            <ac:cxnSpMk id="215" creationId="{7F2B51E8-4373-B03C-0BB8-130FAC82DDD5}"/>
          </ac:cxnSpMkLst>
        </pc:cxnChg>
        <pc:cxnChg chg="add mod">
          <ac:chgData name="昕 许" userId="a2975fcd840abfc3" providerId="LiveId" clId="{49CCD4F9-177C-4270-9A14-60236FF377E8}" dt="2026-04-07T03:08:18.828" v="5472" actId="1076"/>
          <ac:cxnSpMkLst>
            <pc:docMk/>
            <pc:sldMk cId="166030626" sldId="293"/>
            <ac:cxnSpMk id="216" creationId="{8867424F-4046-DC7B-05CD-6D9410EFA967}"/>
          </ac:cxnSpMkLst>
        </pc:cxnChg>
      </pc:sldChg>
      <pc:sldChg chg="add del">
        <pc:chgData name="昕 许" userId="a2975fcd840abfc3" providerId="LiveId" clId="{49CCD4F9-177C-4270-9A14-60236FF377E8}" dt="2026-04-07T02:49:34.865" v="5363"/>
        <pc:sldMkLst>
          <pc:docMk/>
          <pc:sldMk cId="2797118931" sldId="293"/>
        </pc:sldMkLst>
      </pc:sldChg>
      <pc:sldChg chg="addSp delSp modSp add del mod">
        <pc:chgData name="昕 许" userId="a2975fcd840abfc3" providerId="LiveId" clId="{49CCD4F9-177C-4270-9A14-60236FF377E8}" dt="2026-04-07T08:26:41.074" v="6079" actId="47"/>
        <pc:sldMkLst>
          <pc:docMk/>
          <pc:sldMk cId="2370704999" sldId="294"/>
        </pc:sldMkLst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" creationId="{E7FE4429-D2B1-B9EA-B5C8-22A8B44A677D}"/>
          </ac:spMkLst>
        </pc:spChg>
        <pc:spChg chg="del">
          <ac:chgData name="昕 许" userId="a2975fcd840abfc3" providerId="LiveId" clId="{49CCD4F9-177C-4270-9A14-60236FF377E8}" dt="2026-04-07T03:10:08.678" v="5480" actId="478"/>
          <ac:spMkLst>
            <pc:docMk/>
            <pc:sldMk cId="2370704999" sldId="294"/>
            <ac:spMk id="4" creationId="{B31EBB7F-774E-1066-5490-1928BEBB6EA5}"/>
          </ac:spMkLst>
        </pc:spChg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5" creationId="{854768F5-10A9-3998-822F-31AC0FBDD13D}"/>
          </ac:spMkLst>
        </pc:spChg>
        <pc:spChg chg="add mod">
          <ac:chgData name="昕 许" userId="a2975fcd840abfc3" providerId="LiveId" clId="{49CCD4F9-177C-4270-9A14-60236FF377E8}" dt="2026-04-07T03:20:19.926" v="5590" actId="1582"/>
          <ac:spMkLst>
            <pc:docMk/>
            <pc:sldMk cId="2370704999" sldId="294"/>
            <ac:spMk id="7" creationId="{3BBD9262-390D-C27E-28A3-E4E106C57FDC}"/>
          </ac:spMkLst>
        </pc:spChg>
        <pc:spChg chg="del">
          <ac:chgData name="昕 许" userId="a2975fcd840abfc3" providerId="LiveId" clId="{49CCD4F9-177C-4270-9A14-60236FF377E8}" dt="2026-04-07T03:10:11.862" v="5482" actId="478"/>
          <ac:spMkLst>
            <pc:docMk/>
            <pc:sldMk cId="2370704999" sldId="294"/>
            <ac:spMk id="11" creationId="{31E49A51-B66E-85B6-FA21-D27BC7DC71D5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4" creationId="{06BB675B-6D4F-B380-B430-28799590E8A7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9" creationId="{521514F9-8B7F-C751-C96E-ADFC10131BD6}"/>
          </ac:spMkLst>
        </pc:spChg>
        <pc:spChg chg="add del 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1" creationId="{4588A021-B213-AA1F-C428-0A082B859A48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2" creationId="{19E442B0-206E-A764-79EF-4D68D43852FB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9" creationId="{6E185041-B493-C956-1BC4-754C9D46A7A3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33" creationId="{A8F13C8E-1B2D-3CFF-CB82-E6975B9F2E8B}"/>
          </ac:spMkLst>
        </pc:spChg>
        <pc:spChg chg="del mod topLvl">
          <ac:chgData name="昕 许" userId="a2975fcd840abfc3" providerId="LiveId" clId="{49CCD4F9-177C-4270-9A14-60236FF377E8}" dt="2026-04-07T03:11:34.230" v="5518" actId="478"/>
          <ac:spMkLst>
            <pc:docMk/>
            <pc:sldMk cId="2370704999" sldId="294"/>
            <ac:spMk id="34" creationId="{9521C29F-CCB2-5445-18BB-875F4C94FE41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5" creationId="{E9090BC2-15B0-38CC-036A-049695471ADE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8" creationId="{66C927BB-D23F-2F9B-4AA9-D085278F0267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50" creationId="{62C75EAB-F0E4-81A7-6690-7379E35832DA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1" creationId="{605E2E7D-EE6F-73DD-3240-8CA83FA64013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2" creationId="{0D2FD39F-4D0D-AFAF-591C-F9BBDFC6889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4" creationId="{FE07ACA3-7594-90C6-BFE9-C46BF6B8406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6" creationId="{5D4F6CBE-9377-4DCC-7130-A27C7D0EEC7E}"/>
          </ac:spMkLst>
        </pc:spChg>
        <pc:spChg chg="mod">
          <ac:chgData name="昕 许" userId="a2975fcd840abfc3" providerId="LiveId" clId="{49CCD4F9-177C-4270-9A14-60236FF377E8}" dt="2026-04-07T03:20:43.773" v="5597" actId="1076"/>
          <ac:spMkLst>
            <pc:docMk/>
            <pc:sldMk cId="2370704999" sldId="294"/>
            <ac:spMk id="102" creationId="{B1C0D3B8-C0CB-6A1B-929E-97E25F7C2F27}"/>
          </ac:spMkLst>
        </pc:spChg>
        <pc:spChg chg="mod">
          <ac:chgData name="昕 许" userId="a2975fcd840abfc3" providerId="LiveId" clId="{49CCD4F9-177C-4270-9A14-60236FF377E8}" dt="2026-04-07T03:20:52.280" v="5602" actId="1076"/>
          <ac:spMkLst>
            <pc:docMk/>
            <pc:sldMk cId="2370704999" sldId="294"/>
            <ac:spMk id="103" creationId="{D8302F7C-5581-747C-5878-84BB26F6B1F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23" creationId="{72F16F49-9C37-D31F-D83E-A1BC8E704F8C}"/>
          </ac:spMkLst>
        </pc:spChg>
        <pc:spChg chg="del">
          <ac:chgData name="昕 许" userId="a2975fcd840abfc3" providerId="LiveId" clId="{49CCD4F9-177C-4270-9A14-60236FF377E8}" dt="2026-04-07T03:10:14.926" v="5485" actId="478"/>
          <ac:spMkLst>
            <pc:docMk/>
            <pc:sldMk cId="2370704999" sldId="294"/>
            <ac:spMk id="126" creationId="{F4EC9ACC-9F3A-F360-1A1A-A56C47BA4A05}"/>
          </ac:spMkLst>
        </pc:spChg>
        <pc:spChg chg="add mod">
          <ac:chgData name="昕 许" userId="a2975fcd840abfc3" providerId="LiveId" clId="{49CCD4F9-177C-4270-9A14-60236FF377E8}" dt="2026-04-07T03:22:15.789" v="5644" actId="14100"/>
          <ac:spMkLst>
            <pc:docMk/>
            <pc:sldMk cId="2370704999" sldId="294"/>
            <ac:spMk id="130" creationId="{3CFBDFAF-2F55-AD61-03E2-EF3BBB927BF2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31" creationId="{FA40000C-DCD5-CECE-7064-189F179BA67D}"/>
          </ac:spMkLst>
        </pc:spChg>
        <pc:spChg chg="add mod">
          <ac:chgData name="昕 许" userId="a2975fcd840abfc3" providerId="LiveId" clId="{49CCD4F9-177C-4270-9A14-60236FF377E8}" dt="2026-04-07T03:22:08.409" v="5640" actId="1076"/>
          <ac:spMkLst>
            <pc:docMk/>
            <pc:sldMk cId="2370704999" sldId="294"/>
            <ac:spMk id="132" creationId="{284C63EC-08E1-672D-5131-89DCA26702B5}"/>
          </ac:spMkLst>
        </pc:spChg>
        <pc:spChg chg="add mod">
          <ac:chgData name="昕 许" userId="a2975fcd840abfc3" providerId="LiveId" clId="{49CCD4F9-177C-4270-9A14-60236FF377E8}" dt="2026-04-07T03:22:24.316" v="5648" actId="1076"/>
          <ac:spMkLst>
            <pc:docMk/>
            <pc:sldMk cId="2370704999" sldId="294"/>
            <ac:spMk id="133" creationId="{4D74107B-0150-E768-7C12-98A8B80C48C1}"/>
          </ac:spMkLst>
        </pc:spChg>
        <pc:spChg chg="add mod">
          <ac:chgData name="昕 许" userId="a2975fcd840abfc3" providerId="LiveId" clId="{49CCD4F9-177C-4270-9A14-60236FF377E8}" dt="2026-04-07T03:22:32.932" v="5652" actId="1076"/>
          <ac:spMkLst>
            <pc:docMk/>
            <pc:sldMk cId="2370704999" sldId="294"/>
            <ac:spMk id="136" creationId="{ABDB549B-5B37-826A-8EC2-31DA34A0E224}"/>
          </ac:spMkLst>
        </pc:spChg>
        <pc:spChg chg="add mod">
          <ac:chgData name="昕 许" userId="a2975fcd840abfc3" providerId="LiveId" clId="{49CCD4F9-177C-4270-9A14-60236FF377E8}" dt="2026-04-07T03:22:48.878" v="5670" actId="1076"/>
          <ac:spMkLst>
            <pc:docMk/>
            <pc:sldMk cId="2370704999" sldId="294"/>
            <ac:spMk id="137" creationId="{F087CB79-CF73-CF3E-E71E-B3AF3FCE9105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38" creationId="{09098DE3-EBBE-A067-E1F8-C42782CDDEA0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46" creationId="{B2D7FC2F-FD38-DA86-5341-0B29058BB52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1" creationId="{F2BF482F-E23B-24F0-420A-70DC9A13B11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4" creationId="{C24BF053-A917-C4BF-266B-03D9BC253C9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5" creationId="{255EB88C-CD67-1925-3306-A87C1266024C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6" creationId="{0AA5BA0D-B607-549E-F496-D37847D49DD6}"/>
          </ac:spMkLst>
        </pc:spChg>
        <pc:spChg chg="add mod">
          <ac:chgData name="昕 许" userId="a2975fcd840abfc3" providerId="LiveId" clId="{49CCD4F9-177C-4270-9A14-60236FF377E8}" dt="2026-04-07T03:23:23.669" v="5684" actId="1076"/>
          <ac:spMkLst>
            <pc:docMk/>
            <pc:sldMk cId="2370704999" sldId="294"/>
            <ac:spMk id="157" creationId="{CEA2D042-09E6-8262-5249-EED4FDC0A51B}"/>
          </ac:spMkLst>
        </pc:spChg>
        <pc:spChg chg="add mod">
          <ac:chgData name="昕 许" userId="a2975fcd840abfc3" providerId="LiveId" clId="{49CCD4F9-177C-4270-9A14-60236FF377E8}" dt="2026-04-07T03:23:56.994" v="5723" actId="1076"/>
          <ac:spMkLst>
            <pc:docMk/>
            <pc:sldMk cId="2370704999" sldId="294"/>
            <ac:spMk id="160" creationId="{1CAABC35-3416-C504-F446-7AFB1817CDBB}"/>
          </ac:spMkLst>
        </pc:spChg>
        <pc:grpChg chg="del mod">
          <ac:chgData name="昕 许" userId="a2975fcd840abfc3" providerId="LiveId" clId="{49CCD4F9-177C-4270-9A14-60236FF377E8}" dt="2026-04-07T03:10:34.930" v="5491" actId="165"/>
          <ac:grpSpMkLst>
            <pc:docMk/>
            <pc:sldMk cId="2370704999" sldId="294"/>
            <ac:grpSpMk id="13" creationId="{E45DDDBF-C0B0-01C5-2074-734134748806}"/>
          </ac:grpSpMkLst>
        </pc:grpChg>
        <pc:grpChg chg="del">
          <ac:chgData name="昕 许" userId="a2975fcd840abfc3" providerId="LiveId" clId="{49CCD4F9-177C-4270-9A14-60236FF377E8}" dt="2026-04-07T03:10:16.037" v="5486" actId="478"/>
          <ac:grpSpMkLst>
            <pc:docMk/>
            <pc:sldMk cId="2370704999" sldId="294"/>
            <ac:grpSpMk id="36" creationId="{3FC057A0-26DC-A614-F8CC-55D1A733A3AC}"/>
          </ac:grpSpMkLst>
        </pc:grpChg>
        <pc:grpChg chg="add mod">
          <ac:chgData name="昕 许" userId="a2975fcd840abfc3" providerId="LiveId" clId="{49CCD4F9-177C-4270-9A14-60236FF377E8}" dt="2026-04-07T03:20:26.624" v="5592" actId="164"/>
          <ac:grpSpMkLst>
            <pc:docMk/>
            <pc:sldMk cId="2370704999" sldId="294"/>
            <ac:grpSpMk id="87" creationId="{2A29063C-36BC-CA9C-765C-2EE79E8E1EB0}"/>
          </ac:grpSpMkLst>
        </pc:grpChg>
        <pc:grpChg chg="add mod">
          <ac:chgData name="昕 许" userId="a2975fcd840abfc3" providerId="LiveId" clId="{49CCD4F9-177C-4270-9A14-60236FF377E8}" dt="2026-04-07T03:20:38.195" v="5596" actId="1076"/>
          <ac:grpSpMkLst>
            <pc:docMk/>
            <pc:sldMk cId="2370704999" sldId="294"/>
            <ac:grpSpMk id="89" creationId="{4CD51073-EBE7-E9F0-A9E0-1314C88EA36A}"/>
          </ac:grpSpMkLst>
        </pc:grpChg>
        <pc:grpChg chg="add mod">
          <ac:chgData name="昕 许" userId="a2975fcd840abfc3" providerId="LiveId" clId="{49CCD4F9-177C-4270-9A14-60236FF377E8}" dt="2026-04-07T03:23:28.656" v="5685" actId="164"/>
          <ac:grpSpMkLst>
            <pc:docMk/>
            <pc:sldMk cId="2370704999" sldId="294"/>
            <ac:grpSpMk id="90" creationId="{1718CC8B-39FC-C886-7647-00519AF3B008}"/>
          </ac:grpSpMkLst>
        </pc:grpChg>
        <pc:grpChg chg="del">
          <ac:chgData name="昕 许" userId="a2975fcd840abfc3" providerId="LiveId" clId="{49CCD4F9-177C-4270-9A14-60236FF377E8}" dt="2026-04-07T03:10:17.272" v="5487" actId="478"/>
          <ac:grpSpMkLst>
            <pc:docMk/>
            <pc:sldMk cId="2370704999" sldId="294"/>
            <ac:grpSpMk id="104" creationId="{4BF0FDE4-1FC8-F5FC-931D-D9B0FB90FEBA}"/>
          </ac:grpSpMkLst>
        </pc:grpChg>
        <pc:grpChg chg="del">
          <ac:chgData name="昕 许" userId="a2975fcd840abfc3" providerId="LiveId" clId="{49CCD4F9-177C-4270-9A14-60236FF377E8}" dt="2026-04-07T03:10:10.436" v="5481" actId="478"/>
          <ac:grpSpMkLst>
            <pc:docMk/>
            <pc:sldMk cId="2370704999" sldId="294"/>
            <ac:grpSpMk id="129" creationId="{2A347485-717D-42C0-76FC-3197EEDD246E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4" creationId="{8CF81EFA-F340-93A7-662A-3EBC74107B7D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5" creationId="{DBD174C4-D6B8-E5A6-F9D4-B8239479F196}"/>
          </ac:grpSpMkLst>
        </pc:grpChg>
        <pc:grpChg chg="add mod">
          <ac:chgData name="昕 许" userId="a2975fcd840abfc3" providerId="LiveId" clId="{49CCD4F9-177C-4270-9A14-60236FF377E8}" dt="2026-04-07T03:23:31.911" v="5686" actId="1076"/>
          <ac:grpSpMkLst>
            <pc:docMk/>
            <pc:sldMk cId="2370704999" sldId="294"/>
            <ac:grpSpMk id="159" creationId="{53DDEDBA-181D-0D3B-AD6E-4ECB5075403F}"/>
          </ac:grpSpMkLst>
        </pc:grpChg>
        <pc:picChg chg="mod topLvl">
          <ac:chgData name="昕 许" userId="a2975fcd840abfc3" providerId="LiveId" clId="{49CCD4F9-177C-4270-9A14-60236FF377E8}" dt="2026-04-07T03:11:39.535" v="5520" actId="1076"/>
          <ac:picMkLst>
            <pc:docMk/>
            <pc:sldMk cId="2370704999" sldId="294"/>
            <ac:picMk id="23" creationId="{02A882F0-2C2C-3B1D-27EC-5D865AB0E44B}"/>
          </ac:picMkLst>
        </pc:picChg>
        <pc:picChg chg="del mod topLvl">
          <ac:chgData name="昕 许" userId="a2975fcd840abfc3" providerId="LiveId" clId="{49CCD4F9-177C-4270-9A14-60236FF377E8}" dt="2026-04-07T03:11:12.571" v="5516" actId="478"/>
          <ac:picMkLst>
            <pc:docMk/>
            <pc:sldMk cId="2370704999" sldId="294"/>
            <ac:picMk id="25" creationId="{9D146208-AD92-8841-5ED3-091758855C7A}"/>
          </ac:picMkLst>
        </pc:picChg>
        <pc:picChg chg="del mod topLvl">
          <ac:chgData name="昕 许" userId="a2975fcd840abfc3" providerId="LiveId" clId="{49CCD4F9-177C-4270-9A14-60236FF377E8}" dt="2026-04-07T03:11:10.814" v="5515" actId="478"/>
          <ac:picMkLst>
            <pc:docMk/>
            <pc:sldMk cId="2370704999" sldId="294"/>
            <ac:picMk id="26" creationId="{5E459BFA-8A84-A370-7AA5-69A29C9ECDE8}"/>
          </ac:picMkLst>
        </pc:picChg>
        <pc:picChg chg="add del mod topLvl">
          <ac:chgData name="昕 许" userId="a2975fcd840abfc3" providerId="LiveId" clId="{49CCD4F9-177C-4270-9A14-60236FF377E8}" dt="2026-04-07T03:11:09.846" v="5514" actId="478"/>
          <ac:picMkLst>
            <pc:docMk/>
            <pc:sldMk cId="2370704999" sldId="294"/>
            <ac:picMk id="27" creationId="{10CB6665-16C1-1CFC-98E9-DB270A133915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41" creationId="{03C6CEE2-56B1-ED0E-93A4-0078F2A8DE13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69" creationId="{62DC15CD-FF38-133D-6298-D7561978A899}"/>
          </ac:picMkLst>
        </pc:picChg>
        <pc:picChg chg="mod">
          <ac:chgData name="昕 许" userId="a2975fcd840abfc3" providerId="LiveId" clId="{49CCD4F9-177C-4270-9A14-60236FF377E8}" dt="2026-04-07T03:20:29.352" v="5594"/>
          <ac:picMkLst>
            <pc:docMk/>
            <pc:sldMk cId="2370704999" sldId="294"/>
            <ac:picMk id="95" creationId="{E544C949-274C-74C0-E02F-0DA14478C57C}"/>
          </ac:picMkLst>
        </pc:picChg>
        <pc:picChg chg="mod">
          <ac:chgData name="昕 许" userId="a2975fcd840abfc3" providerId="LiveId" clId="{49CCD4F9-177C-4270-9A14-60236FF377E8}" dt="2026-04-07T03:20:57.824" v="5605" actId="1076"/>
          <ac:picMkLst>
            <pc:docMk/>
            <pc:sldMk cId="2370704999" sldId="294"/>
            <ac:picMk id="108" creationId="{53B13BD4-99B0-5744-EBFF-2BCF191A442C}"/>
          </ac:picMkLst>
        </pc:pic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0" creationId="{F2566A50-A140-7158-FE53-D5995F7CCADA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8" creationId="{56E3C754-DF82-30DA-AC26-56DAB41741EF}"/>
          </ac:cxnSpMkLst>
        </pc:cxnChg>
        <pc:cxnChg chg="del mod">
          <ac:chgData name="昕 许" userId="a2975fcd840abfc3" providerId="LiveId" clId="{49CCD4F9-177C-4270-9A14-60236FF377E8}" dt="2026-04-07T03:10:43.704" v="5497" actId="478"/>
          <ac:cxnSpMkLst>
            <pc:docMk/>
            <pc:sldMk cId="2370704999" sldId="294"/>
            <ac:cxnSpMk id="30" creationId="{17FC1D79-6887-C790-6129-0B9ABCEC0FD8}"/>
          </ac:cxnSpMkLst>
        </pc:cxnChg>
        <pc:cxnChg chg="del mod topLvl">
          <ac:chgData name="昕 许" userId="a2975fcd840abfc3" providerId="LiveId" clId="{49CCD4F9-177C-4270-9A14-60236FF377E8}" dt="2026-04-07T03:10:37.416" v="5493" actId="478"/>
          <ac:cxnSpMkLst>
            <pc:docMk/>
            <pc:sldMk cId="2370704999" sldId="294"/>
            <ac:cxnSpMk id="31" creationId="{444DA886-F4D6-1391-A36C-270F821E1DBD}"/>
          </ac:cxnSpMkLst>
        </pc:cxnChg>
        <pc:cxnChg chg="del mod">
          <ac:chgData name="昕 许" userId="a2975fcd840abfc3" providerId="LiveId" clId="{49CCD4F9-177C-4270-9A14-60236FF377E8}" dt="2026-04-07T03:10:36.904" v="5492" actId="478"/>
          <ac:cxnSpMkLst>
            <pc:docMk/>
            <pc:sldMk cId="2370704999" sldId="294"/>
            <ac:cxnSpMk id="32" creationId="{EFA38062-B9DF-ED02-C5BC-0DD3759739B9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35" creationId="{834E0764-3675-E822-D09D-5C7C261DFB82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6" creationId="{A7383B96-D539-75D0-F7EB-7C73E209A0C8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7" creationId="{571AA071-6AC1-90C4-F0A5-C138C611424C}"/>
          </ac:cxnSpMkLst>
        </pc:cxnChg>
        <pc:cxnChg chg="add del mod">
          <ac:chgData name="昕 许" userId="a2975fcd840abfc3" providerId="LiveId" clId="{49CCD4F9-177C-4270-9A14-60236FF377E8}" dt="2026-04-07T03:13:39.871" v="5558" actId="478"/>
          <ac:cxnSpMkLst>
            <pc:docMk/>
            <pc:sldMk cId="2370704999" sldId="294"/>
            <ac:cxnSpMk id="51" creationId="{BADB1113-BCAD-D64C-416E-80B675C7A76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70" creationId="{EDB597E9-4BCC-DB42-B021-2539678BE5E6}"/>
          </ac:cxnSpMkLst>
        </pc:cxnChg>
        <pc:cxnChg chg="add mod">
          <ac:chgData name="昕 许" userId="a2975fcd840abfc3" providerId="LiveId" clId="{49CCD4F9-177C-4270-9A14-60236FF377E8}" dt="2026-04-07T03:20:27.785" v="5593" actId="164"/>
          <ac:cxnSpMkLst>
            <pc:docMk/>
            <pc:sldMk cId="2370704999" sldId="294"/>
            <ac:cxnSpMk id="74" creationId="{85666188-7E4F-4C74-551A-085E34028B71}"/>
          </ac:cxnSpMkLst>
        </pc:cxnChg>
        <pc:cxnChg chg="mod">
          <ac:chgData name="昕 许" userId="a2975fcd840abfc3" providerId="LiveId" clId="{49CCD4F9-177C-4270-9A14-60236FF377E8}" dt="2026-04-07T03:21:17.221" v="5608" actId="14100"/>
          <ac:cxnSpMkLst>
            <pc:docMk/>
            <pc:sldMk cId="2370704999" sldId="294"/>
            <ac:cxnSpMk id="112" creationId="{808691A4-50A2-27EE-A9BD-983EC1A3156E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16" creationId="{688EEEE4-BD5F-5928-78ED-3B72C70E7BEC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8" creationId="{4307F473-904A-B499-AB2B-D0A89A87C2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9" creationId="{C395C02A-E1A5-9D58-30B9-40A8B7324B34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20" creationId="{762C8683-C4D4-20C4-DBF4-244135641BB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21" creationId="{AE251E35-6EF9-0B4C-5876-C44C7244A2D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49" creationId="{C769EA91-4D7A-32ED-C71E-BAC96A6AE9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50" creationId="{B259499F-C3AB-4D18-7F3A-33114DC72F48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4" creationId="{D943EA9A-61E6-1859-DED7-F75484C8DA1A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5" creationId="{FBABAA27-D16A-38FE-AA76-77217B6B10AE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85" creationId="{4B7531F6-D388-1346-2B35-69AF9DCD166F}"/>
          </ac:cxnSpMkLst>
        </pc:cxnChg>
        <pc:cxnChg chg="del">
          <ac:chgData name="昕 许" userId="a2975fcd840abfc3" providerId="LiveId" clId="{49CCD4F9-177C-4270-9A14-60236FF377E8}" dt="2026-04-07T03:10:12.982" v="5483" actId="478"/>
          <ac:cxnSpMkLst>
            <pc:docMk/>
            <pc:sldMk cId="2370704999" sldId="294"/>
            <ac:cxnSpMk id="215" creationId="{E1A9BC92-C19D-EDE9-6E4B-8829AED9F9C4}"/>
          </ac:cxnSpMkLst>
        </pc:cxnChg>
        <pc:cxnChg chg="del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216" creationId="{153610C4-46FF-2F99-2933-E8EFBD7F76E9}"/>
          </ac:cxnSpMkLst>
        </pc:cxnChg>
      </pc:sldChg>
      <pc:sldChg chg="modSp add del mod">
        <pc:chgData name="昕 许" userId="a2975fcd840abfc3" providerId="LiveId" clId="{49CCD4F9-177C-4270-9A14-60236FF377E8}" dt="2026-04-07T08:26:42.452" v="6080" actId="47"/>
        <pc:sldMkLst>
          <pc:docMk/>
          <pc:sldMk cId="2283999438" sldId="295"/>
        </pc:sldMkLst>
        <pc:spChg chg="mod">
          <ac:chgData name="昕 许" userId="a2975fcd840abfc3" providerId="LiveId" clId="{49CCD4F9-177C-4270-9A14-60236FF377E8}" dt="2026-04-07T05:03:42.406" v="5910" actId="14100"/>
          <ac:spMkLst>
            <pc:docMk/>
            <pc:sldMk cId="2283999438" sldId="295"/>
            <ac:spMk id="103" creationId="{9DE9EFEA-38C1-9178-B4FE-DE6114AB938E}"/>
          </ac:spMkLst>
        </pc:spChg>
      </pc:sldChg>
      <pc:sldChg chg="addSp delSp modSp add mod">
        <pc:chgData name="昕 许" userId="a2975fcd840abfc3" providerId="LiveId" clId="{49CCD4F9-177C-4270-9A14-60236FF377E8}" dt="2026-04-08T02:55:56.887" v="6877" actId="20577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2" creationId="{93ED3568-C3BD-02E3-0BBC-A0097D40D9A6}"/>
          </ac:spMkLst>
        </pc:spChg>
        <pc:spChg chg="add del mod">
          <ac:chgData name="昕 许" userId="a2975fcd840abfc3" providerId="LiveId" clId="{49CCD4F9-177C-4270-9A14-60236FF377E8}" dt="2026-04-07T04:40:41.385" v="5729" actId="478"/>
          <ac:spMkLst>
            <pc:docMk/>
            <pc:sldMk cId="3949537576" sldId="296"/>
            <ac:spMk id="3" creationId="{90ED7BA0-D04C-4132-D756-0E99F9E128FA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4" creationId="{9D7CD454-0571-97E9-B34E-9FA748CC1A94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5" creationId="{F3A7A3B9-B7AB-128E-E1B6-0791C8BE9194}"/>
          </ac:spMkLst>
        </pc:spChg>
        <pc:spChg chg="mod">
          <ac:chgData name="昕 许" userId="a2975fcd840abfc3" providerId="LiveId" clId="{49CCD4F9-177C-4270-9A14-60236FF377E8}" dt="2026-04-08T02:54:50.533" v="6841" actId="208"/>
          <ac:spMkLst>
            <pc:docMk/>
            <pc:sldMk cId="3949537576" sldId="296"/>
            <ac:spMk id="5" creationId="{FEBA7257-CA89-3D26-2266-434DE6DD1EE1}"/>
          </ac:spMkLst>
        </pc:spChg>
        <pc:spChg chg="add mod">
          <ac:chgData name="昕 许" userId="a2975fcd840abfc3" providerId="LiveId" clId="{49CCD4F9-177C-4270-9A14-60236FF377E8}" dt="2026-04-07T04:42:12.111" v="5766" actId="164"/>
          <ac:spMkLst>
            <pc:docMk/>
            <pc:sldMk cId="3949537576" sldId="296"/>
            <ac:spMk id="6" creationId="{11B40423-7C07-7440-175D-A6B4BA3FD35B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7" creationId="{B89FF5D7-1521-DD35-987B-8DF43F472F35}"/>
          </ac:spMkLst>
        </pc:spChg>
        <pc:spChg chg="mod">
          <ac:chgData name="昕 许" userId="a2975fcd840abfc3" providerId="LiveId" clId="{49CCD4F9-177C-4270-9A14-60236FF377E8}" dt="2026-04-08T02:54:02.554" v="6831" actId="208"/>
          <ac:spMkLst>
            <pc:docMk/>
            <pc:sldMk cId="3949537576" sldId="296"/>
            <ac:spMk id="7" creationId="{E6E82A98-D7CB-A2D1-6699-B143510EF1F9}"/>
          </ac:spMkLst>
        </pc:spChg>
        <pc:spChg chg="add del mod">
          <ac:chgData name="昕 许" userId="a2975fcd840abfc3" providerId="LiveId" clId="{49CCD4F9-177C-4270-9A14-60236FF377E8}" dt="2026-04-07T04:41:51.445" v="5753" actId="478"/>
          <ac:spMkLst>
            <pc:docMk/>
            <pc:sldMk cId="3949537576" sldId="296"/>
            <ac:spMk id="8" creationId="{1E686679-E08B-3EA5-0B94-496190256BC6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add del mod">
          <ac:chgData name="昕 许" userId="a2975fcd840abfc3" providerId="LiveId" clId="{49CCD4F9-177C-4270-9A14-60236FF377E8}" dt="2026-04-08T02:47:56.077" v="6643" actId="478"/>
          <ac:spMkLst>
            <pc:docMk/>
            <pc:sldMk cId="3949537576" sldId="296"/>
            <ac:spMk id="9" creationId="{7CA01102-9AB2-770B-364A-4F3B17D7DA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9" creationId="{81A7C0E4-DEBE-7EF6-3572-39292477AEB0}"/>
          </ac:spMkLst>
        </pc:spChg>
        <pc:spChg chg="add del mod">
          <ac:chgData name="昕 许" userId="a2975fcd840abfc3" providerId="LiveId" clId="{49CCD4F9-177C-4270-9A14-60236FF377E8}" dt="2026-04-07T04:41:50.217" v="5752" actId="478"/>
          <ac:spMkLst>
            <pc:docMk/>
            <pc:sldMk cId="3949537576" sldId="296"/>
            <ac:spMk id="9" creationId="{DF8BDD87-9538-5170-E956-23685461D4CC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" creationId="{07ADA6D9-08D6-41D0-4DCA-25C1D8DED7E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11" creationId="{181F4DC3-CA8B-D75B-89C0-C2AB34FEA5A0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1" creationId="{6EDFE7F7-DACD-12D6-71DA-A49B8E1282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1" creationId="{B08C2C63-CB46-247E-D6A2-CC89AAD35D37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2" creationId="{57E2B845-DB83-0664-411B-E00AF542177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13" creationId="{094EF49B-E44B-A715-9C32-A030A58A3483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3" creationId="{2D7C66E5-F9F1-E5C3-B925-867D59952A4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3" creationId="{533352CE-9226-E856-0153-F8EF9B4BCC3D}"/>
          </ac:spMkLst>
        </pc:spChg>
        <pc:spChg chg="mod">
          <ac:chgData name="昕 许" userId="a2975fcd840abfc3" providerId="LiveId" clId="{49CCD4F9-177C-4270-9A14-60236FF377E8}" dt="2026-04-07T09:17:05.134" v="6370" actId="1076"/>
          <ac:spMkLst>
            <pc:docMk/>
            <pc:sldMk cId="3949537576" sldId="296"/>
            <ac:spMk id="14" creationId="{4764F953-3B9A-0C9F-C011-91A382B56103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4" creationId="{88E3DE39-CC2A-6441-AF6A-072D4F3C5F87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4" creationId="{8D318123-3BA4-30CA-B3D1-02CCDE75CB24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17" creationId="{B85655C2-C502-260F-3075-F13E86C4F3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7" creationId="{C66912E7-B9C8-5753-8E2F-A683A3DEDBB1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8" creationId="{3E8DA863-FA8F-D02E-90C0-433120187F6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8" creationId="{B6A26524-ED86-499A-D5CC-FB459A80CF3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9" creationId="{B7F37D13-98CC-3984-3EE0-6630C472B4DF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20" creationId="{8066C639-24AC-1D72-7F9A-E0070DB90651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1" creationId="{54CDCD59-5CBD-2B98-8A6B-1EF3DC1D8EC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1" creationId="{5E1995DE-AE17-8F5B-E2DD-EBC7A112689A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2" creationId="{43FF6DF0-EBED-9EB5-2967-FAC4F53CBB51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2" creationId="{FD3DD90D-52AB-0095-9EFE-2F389F2A4DB2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23" creationId="{9DCC7F70-7855-DA58-CBB7-CF538E07BF52}"/>
          </ac:spMkLst>
        </pc:spChg>
        <pc:spChg chg="add del 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4" creationId="{43989227-692F-035F-5FB2-9EE992EBB6E6}"/>
          </ac:spMkLst>
        </pc:spChg>
        <pc:spChg chg="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5" creationId="{9A889F65-D905-13B5-5293-ED8B39845715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5" creationId="{DE904EDB-ED68-FA6D-0F3E-28E5417B6217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26" creationId="{920F174C-2B54-DC23-CEFC-42A458DAE0C8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6" creationId="{A7C8A79F-2960-F56F-3DF0-5C278076BA42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7" creationId="{38CE9B14-7D0C-D5C1-A0D7-C2E0B1980BE9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28" creationId="{E9F90DCE-F867-A459-29C9-90FC8DBF483D}"/>
          </ac:spMkLst>
        </pc:spChg>
        <pc:spChg chg="mod">
          <ac:chgData name="昕 许" userId="a2975fcd840abfc3" providerId="LiveId" clId="{49CCD4F9-177C-4270-9A14-60236FF377E8}" dt="2026-04-08T02:53:28.663" v="6823" actId="208"/>
          <ac:spMkLst>
            <pc:docMk/>
            <pc:sldMk cId="3949537576" sldId="296"/>
            <ac:spMk id="29" creationId="{133524D4-2FDB-57FE-82DE-01EED342BF48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0" creationId="{0412CA92-316F-14DB-C72A-AFB5CE1867C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0" creationId="{3C0AE246-5CDC-A557-E496-5A812F37914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1" creationId="{DC92DA5B-B5A6-C2DB-D30D-910126D47A9F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2" creationId="{4804D495-C58A-290B-556E-078AF03697A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2" creationId="{AED6D0B4-C0E5-699D-2D60-737098BD3853}"/>
          </ac:spMkLst>
        </pc:spChg>
        <pc:spChg chg="mod">
          <ac:chgData name="昕 许" userId="a2975fcd840abfc3" providerId="LiveId" clId="{49CCD4F9-177C-4270-9A14-60236FF377E8}" dt="2026-04-08T02:53:17.240" v="6822" actId="208"/>
          <ac:spMkLst>
            <pc:docMk/>
            <pc:sldMk cId="3949537576" sldId="296"/>
            <ac:spMk id="33" creationId="{CBD04CEB-D3FD-130B-3C65-51660CCA181C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3" creationId="{CD74A7B1-DA03-E4E5-C2DF-E6282417D00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37" creationId="{29080CF5-BEB3-5D2E-04B8-A008A6AA6C29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7" creationId="{3FE1EFD1-F4DD-6009-9DBB-A779FFFE66E9}"/>
          </ac:spMkLst>
        </pc:spChg>
        <pc:spChg chg="del mod">
          <ac:chgData name="昕 许" userId="a2975fcd840abfc3" providerId="LiveId" clId="{49CCD4F9-177C-4270-9A14-60236FF377E8}" dt="2026-04-07T04:43:35.718" v="5825" actId="478"/>
          <ac:spMkLst>
            <pc:docMk/>
            <pc:sldMk cId="3949537576" sldId="296"/>
            <ac:spMk id="37" creationId="{5F234DE8-C3E1-6184-B848-3A2F45D4B8A6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41" creationId="{3CF9824A-A4E0-18FD-2811-B1320D730E71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2" creationId="{2FCC8BA2-7E4F-CC56-08D4-ACBC26D831F7}"/>
          </ac:spMkLst>
        </pc:spChg>
        <pc:spChg chg="add del mod">
          <ac:chgData name="昕 许" userId="a2975fcd840abfc3" providerId="LiveId" clId="{49CCD4F9-177C-4270-9A14-60236FF377E8}" dt="2026-04-07T04:43:33.877" v="5824" actId="478"/>
          <ac:spMkLst>
            <pc:docMk/>
            <pc:sldMk cId="3949537576" sldId="296"/>
            <ac:spMk id="42" creationId="{71B33293-4A7F-2A21-161E-0328F8B3D392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43" creationId="{E5327BEE-626D-85E5-EB8B-3204BA69B1F7}"/>
          </ac:spMkLst>
        </pc:spChg>
        <pc:spChg chg="mod">
          <ac:chgData name="昕 许" userId="a2975fcd840abfc3" providerId="LiveId" clId="{49CCD4F9-177C-4270-9A14-60236FF377E8}" dt="2026-04-07T08:27:19.050" v="6119" actId="20577"/>
          <ac:spMkLst>
            <pc:docMk/>
            <pc:sldMk cId="3949537576" sldId="296"/>
            <ac:spMk id="44" creationId="{475A6039-8726-D371-DB80-C5AF8B915F4B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4" creationId="{A9329CDC-419D-EB68-006C-2876CB4D0282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5" creationId="{0817B157-9C0A-17D0-4C2D-53475D527872}"/>
          </ac:spMkLst>
        </pc:spChg>
        <pc:spChg chg="add mod">
          <ac:chgData name="昕 许" userId="a2975fcd840abfc3" providerId="LiveId" clId="{49CCD4F9-177C-4270-9A14-60236FF377E8}" dt="2026-04-08T02:49:35.219" v="6676" actId="1076"/>
          <ac:spMkLst>
            <pc:docMk/>
            <pc:sldMk cId="3949537576" sldId="296"/>
            <ac:spMk id="45" creationId="{7382A03F-8C4E-0946-C22C-FBC4230B073F}"/>
          </ac:spMkLst>
        </pc:spChg>
        <pc:spChg chg="add del mod">
          <ac:chgData name="昕 许" userId="a2975fcd840abfc3" providerId="LiveId" clId="{49CCD4F9-177C-4270-9A14-60236FF377E8}" dt="2026-04-08T02:48:47.596" v="6656" actId="478"/>
          <ac:spMkLst>
            <pc:docMk/>
            <pc:sldMk cId="3949537576" sldId="296"/>
            <ac:spMk id="46" creationId="{396B032F-C835-BBFD-D680-B930B6A3AEC4}"/>
          </ac:spMkLst>
        </pc:spChg>
        <pc:spChg chg="mod">
          <ac:chgData name="昕 许" userId="a2975fcd840abfc3" providerId="LiveId" clId="{49CCD4F9-177C-4270-9A14-60236FF377E8}" dt="2026-04-07T08:27:21.631" v="6120" actId="1076"/>
          <ac:spMkLst>
            <pc:docMk/>
            <pc:sldMk cId="3949537576" sldId="296"/>
            <ac:spMk id="46" creationId="{F68F9340-899D-2775-5204-FEFA5730A3D8}"/>
          </ac:spMkLst>
        </pc:spChg>
        <pc:spChg chg="del mod">
          <ac:chgData name="昕 许" userId="a2975fcd840abfc3" providerId="LiveId" clId="{49CCD4F9-177C-4270-9A14-60236FF377E8}" dt="2026-04-07T04:43:26.845" v="5821" actId="478"/>
          <ac:spMkLst>
            <pc:docMk/>
            <pc:sldMk cId="3949537576" sldId="296"/>
            <ac:spMk id="47" creationId="{79D47AAD-F3B2-A9B4-2A0A-C236B6EB71EA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47" creationId="{B2A5B0D9-FA9B-7BB2-0EA1-0374C713DA1B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7" creationId="{CA2C148A-659F-FE51-DB46-5E86EE5203B8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0" creationId="{F684D262-A854-5573-0C69-BFEAC60947A6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del mod">
          <ac:chgData name="昕 许" userId="a2975fcd840abfc3" providerId="LiveId" clId="{49CCD4F9-177C-4270-9A14-60236FF377E8}" dt="2026-04-07T04:43:21.392" v="5820" actId="478"/>
          <ac:spMkLst>
            <pc:docMk/>
            <pc:sldMk cId="3949537576" sldId="296"/>
            <ac:spMk id="53" creationId="{97B98356-2E23-0258-483F-EBEFA6FF6445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3" creationId="{D25FE7CE-7057-7E36-B5CB-138FEB763806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54" creationId="{D4D0B9A9-8F29-FA4D-57D7-30C10AEDA1E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5" creationId="{2ED34459-558C-C080-556D-1FB58388C14B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55" creationId="{97734FF5-CAC4-CBF2-8B1B-206F5955CC03}"/>
          </ac:spMkLst>
        </pc:spChg>
        <pc:spChg chg="add mod">
          <ac:chgData name="昕 许" userId="a2975fcd840abfc3" providerId="LiveId" clId="{49CCD4F9-177C-4270-9A14-60236FF377E8}" dt="2026-04-08T02:22:28.464" v="6585"/>
          <ac:spMkLst>
            <pc:docMk/>
            <pc:sldMk cId="3949537576" sldId="296"/>
            <ac:spMk id="56" creationId="{2D879D26-4C6F-8F0A-7A42-D841D2A9D2C0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6" creationId="{68FB84BB-DD43-F3C0-DA9A-31A817E0B0E6}"/>
          </ac:spMkLst>
        </pc:spChg>
        <pc:spChg chg="add mod">
          <ac:chgData name="昕 许" userId="a2975fcd840abfc3" providerId="LiveId" clId="{49CCD4F9-177C-4270-9A14-60236FF377E8}" dt="2026-04-08T02:22:33.937" v="6587"/>
          <ac:spMkLst>
            <pc:docMk/>
            <pc:sldMk cId="3949537576" sldId="296"/>
            <ac:spMk id="57" creationId="{43989227-692F-035F-5FB2-9EE992EBB6E6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8" creationId="{03F10B0F-1FA4-2C49-FB77-26DCB0638FAB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58" creationId="{DF6CC7D6-4BC8-B6A2-E13B-29550DD7517E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9" creationId="{6B5F41F4-A6EB-32C7-FD77-4F41258699FE}"/>
          </ac:spMkLst>
        </pc:spChg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59" creationId="{FA289EB0-A010-8F8E-7B25-6ACBE9482B27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60" creationId="{AA0087FA-9434-C4FD-D305-2E0F66DA2877}"/>
          </ac:spMkLst>
        </pc:spChg>
        <pc:spChg chg="mod">
          <ac:chgData name="昕 许" userId="a2975fcd840abfc3" providerId="LiveId" clId="{49CCD4F9-177C-4270-9A14-60236FF377E8}" dt="2026-04-07T04:43:53.045" v="5833" actId="20577"/>
          <ac:spMkLst>
            <pc:docMk/>
            <pc:sldMk cId="3949537576" sldId="296"/>
            <ac:spMk id="61" creationId="{879A5550-F8CE-ADB8-25C3-9E852D4062AB}"/>
          </ac:spMkLst>
        </pc:spChg>
        <pc:spChg chg="mod">
          <ac:chgData name="昕 许" userId="a2975fcd840abfc3" providerId="LiveId" clId="{49CCD4F9-177C-4270-9A14-60236FF377E8}" dt="2026-04-07T04:47:27.727" v="5890" actId="207"/>
          <ac:spMkLst>
            <pc:docMk/>
            <pc:sldMk cId="3949537576" sldId="296"/>
            <ac:spMk id="62" creationId="{437E7D10-06B7-69D2-4574-84B5305330A5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3" creationId="{9AECBCE9-F025-F2A8-8D3C-79D7A2E811EC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4" creationId="{989335B0-5F05-1363-3D2E-23F528E345CC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5" creationId="{DA24EAB9-C175-7191-0DDB-4A2FC5938A22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5" creationId="{F5049734-E382-AB29-EB14-A35F3F3A744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66" creationId="{A17CF7A1-7AF1-B87C-5AE3-13FF257304BF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7" creationId="{DE88167D-19FB-8F23-F278-9A8E7A49F265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8" creationId="{1AABFE8D-E966-4FF2-E0F4-D411F93459AB}"/>
          </ac:spMkLst>
        </pc:spChg>
        <pc:spChg chg="mod">
          <ac:chgData name="昕 许" userId="a2975fcd840abfc3" providerId="LiveId" clId="{49CCD4F9-177C-4270-9A14-60236FF377E8}" dt="2026-04-08T02:49:39.354" v="6677" actId="1076"/>
          <ac:spMkLst>
            <pc:docMk/>
            <pc:sldMk cId="3949537576" sldId="296"/>
            <ac:spMk id="68" creationId="{C54C63D5-02C7-472B-9AD3-55635F5EBC2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9" creationId="{27843F9C-11A8-D2DA-7DA1-CCABB1E0F5CC}"/>
          </ac:spMkLst>
        </pc:spChg>
        <pc:spChg chg="mod">
          <ac:chgData name="昕 许" userId="a2975fcd840abfc3" providerId="LiveId" clId="{49CCD4F9-177C-4270-9A14-60236FF377E8}" dt="2026-04-08T02:24:10.314" v="6625" actId="693"/>
          <ac:spMkLst>
            <pc:docMk/>
            <pc:sldMk cId="3949537576" sldId="296"/>
            <ac:spMk id="71" creationId="{E1C8107B-7BA2-4E5C-C387-9659949721C2}"/>
          </ac:spMkLst>
        </pc:spChg>
        <pc:spChg chg="mod">
          <ac:chgData name="昕 许" userId="a2975fcd840abfc3" providerId="LiveId" clId="{49CCD4F9-177C-4270-9A14-60236FF377E8}" dt="2026-04-08T02:24:03.456" v="6624" actId="693"/>
          <ac:spMkLst>
            <pc:docMk/>
            <pc:sldMk cId="3949537576" sldId="296"/>
            <ac:spMk id="72" creationId="{EB7D53FE-8F04-C932-498A-5A4E4370D1A2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73" creationId="{F2EF11F8-DAF9-236C-AA52-E81D54CA0C18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5" creationId="{44DA7D33-7EA2-1AB7-5375-BE6DE3CCC44F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6" creationId="{D27EB1E2-87E9-8D76-B3EF-4F5401E84C9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9" creationId="{95BD811E-6FE4-073E-9D6D-FF90BAF413E5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0" creationId="{729FD5DE-9EBE-E169-9B17-F794FACDCB5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0" creationId="{E4A73A70-600E-2A37-C2FC-3DF732F4958A}"/>
          </ac:spMkLst>
        </pc:spChg>
        <pc:spChg chg="mod">
          <ac:chgData name="昕 许" userId="a2975fcd840abfc3" providerId="LiveId" clId="{49CCD4F9-177C-4270-9A14-60236FF377E8}" dt="2026-04-07T04:45:27.647" v="5855" actId="20577"/>
          <ac:spMkLst>
            <pc:docMk/>
            <pc:sldMk cId="3949537576" sldId="296"/>
            <ac:spMk id="81" creationId="{95F8646F-550C-0F6D-3656-803827C142F6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1" creationId="{B9154DA9-428D-E6E7-C282-C49B99BBDB6C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2" creationId="{879F7E1A-1AF2-2984-9CC9-129881D5B8C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2" creationId="{BF94FFA9-F4C3-F8E7-1981-A6D807432364}"/>
          </ac:spMkLst>
        </pc:spChg>
        <pc:spChg chg="add mod">
          <ac:chgData name="昕 许" userId="a2975fcd840abfc3" providerId="LiveId" clId="{49CCD4F9-177C-4270-9A14-60236FF377E8}" dt="2026-04-07T04:45:42.822" v="5856"/>
          <ac:spMkLst>
            <pc:docMk/>
            <pc:sldMk cId="3949537576" sldId="296"/>
            <ac:spMk id="83" creationId="{10F589E0-936E-461E-42D5-68817D009E64}"/>
          </ac:spMkLst>
        </pc:spChg>
        <pc:spChg chg="add del mod">
          <ac:chgData name="昕 许" userId="a2975fcd840abfc3" providerId="LiveId" clId="{49CCD4F9-177C-4270-9A14-60236FF377E8}" dt="2026-04-08T02:45:53.495" v="6641" actId="478"/>
          <ac:spMkLst>
            <pc:docMk/>
            <pc:sldMk cId="3949537576" sldId="296"/>
            <ac:spMk id="83" creationId="{5B88DC42-FE3D-7C12-CCD1-74F3135B015E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4" creationId="{2695A767-FFE1-50A4-A45E-BF019F570D21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5" creationId="{601EE696-75A5-73C2-E5E0-3F38D25BFF16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5" creationId="{F9D665A2-0796-66EE-94B3-5A81D325D52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6" creationId="{016D5F25-D5E2-76AB-B9DE-B32215B84957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6" creationId="{842C3103-B616-B8BB-7831-607DEDA266C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88" creationId="{9750A8C0-4ED4-D197-8187-4AB3FE0404D9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88" creationId="{CA3397EC-CCAA-9DD1-B866-64DE52D10BF1}"/>
          </ac:spMkLst>
        </pc:spChg>
        <pc:spChg chg="mod">
          <ac:chgData name="昕 许" userId="a2975fcd840abfc3" providerId="LiveId" clId="{49CCD4F9-177C-4270-9A14-60236FF377E8}" dt="2026-04-08T02:53:33.043" v="6824" actId="208"/>
          <ac:spMkLst>
            <pc:docMk/>
            <pc:sldMk cId="3949537576" sldId="296"/>
            <ac:spMk id="89" creationId="{BDEA76F5-2049-3DD5-E413-3D6401B6B020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0" creationId="{2AE56B4E-C9C6-5358-1663-5888423D9886}"/>
          </ac:spMkLst>
        </pc:spChg>
        <pc:spChg chg="del mod">
          <ac:chgData name="昕 许" userId="a2975fcd840abfc3" providerId="LiveId" clId="{49CCD4F9-177C-4270-9A14-60236FF377E8}" dt="2026-04-08T02:49:14.170" v="6668" actId="478"/>
          <ac:spMkLst>
            <pc:docMk/>
            <pc:sldMk cId="3949537576" sldId="296"/>
            <ac:spMk id="91" creationId="{8E29AD5B-1563-4338-B01D-EA21FD9466E3}"/>
          </ac:spMkLst>
        </pc:spChg>
        <pc:spChg chg="del mod">
          <ac:chgData name="昕 许" userId="a2975fcd840abfc3" providerId="LiveId" clId="{49CCD4F9-177C-4270-9A14-60236FF377E8}" dt="2026-04-08T02:49:12.055" v="6667" actId="478"/>
          <ac:spMkLst>
            <pc:docMk/>
            <pc:sldMk cId="3949537576" sldId="296"/>
            <ac:spMk id="92" creationId="{48605A65-082C-1F05-3D13-3D12E3E5698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93" creationId="{55F342BA-4D44-0637-87D6-3FC23258AA26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3" creationId="{F4A1E632-70BB-7431-CBC3-15FCC775455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4" creationId="{8D786F36-68E1-AB33-B4BB-C0D30DA00CC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5" creationId="{D6D921EA-CECC-9BA9-F901-9404B66398F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6" creationId="{46BF372E-26EF-193A-88B1-6C0FAD97D589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98" creationId="{5347FD49-9032-F309-9B62-D83E357388C4}"/>
          </ac:spMkLst>
        </pc:spChg>
        <pc:spChg chg="mod">
          <ac:chgData name="昕 许" userId="a2975fcd840abfc3" providerId="LiveId" clId="{49CCD4F9-177C-4270-9A14-60236FF377E8}" dt="2026-04-07T04:47:41.203" v="5897" actId="207"/>
          <ac:spMkLst>
            <pc:docMk/>
            <pc:sldMk cId="3949537576" sldId="296"/>
            <ac:spMk id="99" creationId="{51ABDF3E-0796-D54D-1962-035B77BDBA02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0" creationId="{7BF1CA29-BD9A-B2D3-B433-376AFB7FA6A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0" creationId="{F102EE2B-0C5A-D71B-CE11-0A3CE9E861C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2" creationId="{A853FD31-5031-737C-E51B-953B3E98BE3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3" creationId="{18330FD2-7BC4-EF3F-68E0-2FA3FCE089F5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4" creationId="{8BEBDBA1-DBDE-4676-2CFF-EC149CFCA5C2}"/>
          </ac:spMkLst>
        </pc:spChg>
        <pc:spChg chg="mod">
          <ac:chgData name="昕 许" userId="a2975fcd840abfc3" providerId="LiveId" clId="{49CCD4F9-177C-4270-9A14-60236FF377E8}" dt="2026-04-08T02:53:38.702" v="6825" actId="208"/>
          <ac:spMkLst>
            <pc:docMk/>
            <pc:sldMk cId="3949537576" sldId="296"/>
            <ac:spMk id="104" creationId="{F4ABC4DE-BCDF-83D9-4261-BCC9ED1F0965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5" creationId="{23EA8E59-3547-3EBF-1ADD-D08D6026B70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5" creationId="{4440DD44-D77C-F96B-8512-E2219A6B060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6" creationId="{F62A44F4-F222-20D3-D7CF-375496568021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7" creationId="{0C309CB1-D5AF-E093-FC1B-A9CDD0CC4569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7" creationId="{D257A9DA-7546-E65F-F0AA-8A83EFB2ECD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8" creationId="{BD52418A-1401-8658-2EA0-03104E9A07BD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9" creationId="{33FED4DE-0F45-66DF-3665-7F4D4223AF23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9" creationId="{B4AC64B4-036B-46D4-06D3-2C2EC6E70D15}"/>
          </ac:spMkLst>
        </pc:spChg>
        <pc:spChg chg="add mod">
          <ac:chgData name="昕 许" userId="a2975fcd840abfc3" providerId="LiveId" clId="{49CCD4F9-177C-4270-9A14-60236FF377E8}" dt="2026-04-08T02:51:22.717" v="6774" actId="1076"/>
          <ac:spMkLst>
            <pc:docMk/>
            <pc:sldMk cId="3949537576" sldId="296"/>
            <ac:spMk id="110" creationId="{7900DBBF-6CCF-7A82-7367-A86914F33896}"/>
          </ac:spMkLst>
        </pc:spChg>
        <pc:spChg chg="del mod">
          <ac:chgData name="昕 许" userId="a2975fcd840abfc3" providerId="LiveId" clId="{49CCD4F9-177C-4270-9A14-60236FF377E8}" dt="2026-04-08T02:50:22.290" v="6698" actId="478"/>
          <ac:spMkLst>
            <pc:docMk/>
            <pc:sldMk cId="3949537576" sldId="296"/>
            <ac:spMk id="114" creationId="{E7383CED-0B77-339E-F7D6-DE7D4DDB1CAB}"/>
          </ac:spMkLst>
        </pc:spChg>
        <pc:spChg chg="mod topLvl">
          <ac:chgData name="昕 许" userId="a2975fcd840abfc3" providerId="LiveId" clId="{49CCD4F9-177C-4270-9A14-60236FF377E8}" dt="2026-04-08T02:51:27.818" v="6783" actId="20577"/>
          <ac:spMkLst>
            <pc:docMk/>
            <pc:sldMk cId="3949537576" sldId="296"/>
            <ac:spMk id="116" creationId="{6E089FCD-C0DD-28D5-7DF6-37EA23C504A9}"/>
          </ac:spMkLst>
        </pc:spChg>
        <pc:spChg chg="mod topLvl">
          <ac:chgData name="昕 许" userId="a2975fcd840abfc3" providerId="LiveId" clId="{49CCD4F9-177C-4270-9A14-60236FF377E8}" dt="2026-04-08T02:50:48.191" v="6709" actId="164"/>
          <ac:spMkLst>
            <pc:docMk/>
            <pc:sldMk cId="3949537576" sldId="296"/>
            <ac:spMk id="117" creationId="{9F1BB99A-DD0F-8B42-B668-F01B482A3FB4}"/>
          </ac:spMkLst>
        </pc:spChg>
        <pc:spChg chg="del mod">
          <ac:chgData name="昕 许" userId="a2975fcd840abfc3" providerId="LiveId" clId="{49CCD4F9-177C-4270-9A14-60236FF377E8}" dt="2026-04-08T02:50:20.684" v="6697" actId="478"/>
          <ac:spMkLst>
            <pc:docMk/>
            <pc:sldMk cId="3949537576" sldId="296"/>
            <ac:spMk id="118" creationId="{3EF3FD09-5828-8437-D8EC-4F06BD0EAE93}"/>
          </ac:spMkLst>
        </pc:spChg>
        <pc:spChg chg="del mod">
          <ac:chgData name="昕 许" userId="a2975fcd840abfc3" providerId="LiveId" clId="{49CCD4F9-177C-4270-9A14-60236FF377E8}" dt="2026-04-08T02:50:19.149" v="6696" actId="478"/>
          <ac:spMkLst>
            <pc:docMk/>
            <pc:sldMk cId="3949537576" sldId="296"/>
            <ac:spMk id="119" creationId="{75CAC39E-C233-562D-ED9E-75BB2991E007}"/>
          </ac:spMkLst>
        </pc:spChg>
        <pc:spChg chg="mod">
          <ac:chgData name="昕 许" userId="a2975fcd840abfc3" providerId="LiveId" clId="{49CCD4F9-177C-4270-9A14-60236FF377E8}" dt="2026-04-08T02:53:44.752" v="6826" actId="208"/>
          <ac:spMkLst>
            <pc:docMk/>
            <pc:sldMk cId="3949537576" sldId="296"/>
            <ac:spMk id="120" creationId="{49F8F5AA-6F88-BDDA-97B6-F59BD6F200F2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0" creationId="{5D045D60-3068-EE8A-FC09-2E17004F02C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1" creationId="{B55525D1-DD99-410C-4CB7-7CAAD7999F35}"/>
          </ac:spMkLst>
        </pc:spChg>
        <pc:spChg chg="add del mod">
          <ac:chgData name="昕 许" userId="a2975fcd840abfc3" providerId="LiveId" clId="{49CCD4F9-177C-4270-9A14-60236FF377E8}" dt="2026-04-08T02:52:10.619" v="6799" actId="1076"/>
          <ac:spMkLst>
            <pc:docMk/>
            <pc:sldMk cId="3949537576" sldId="296"/>
            <ac:spMk id="121" creationId="{E0707791-6A4E-128D-0B20-2C234B2A2557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2" creationId="{28725E1F-7A5F-41FB-6019-50A76AFBBAA9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2" creationId="{E9ED999B-CB18-C0DC-EE58-9A47AEBCE922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3" creationId="{F1D40F7F-3F2F-B93C-28EB-2A4AACCF836A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4" creationId="{CDAF3D21-FBF4-1808-61D5-72F7F74268FC}"/>
          </ac:spMkLst>
        </pc:spChg>
        <pc:spChg chg="mod">
          <ac:chgData name="昕 许" userId="a2975fcd840abfc3" providerId="LiveId" clId="{49CCD4F9-177C-4270-9A14-60236FF377E8}" dt="2026-04-07T04:47:29.933" v="5891" actId="207"/>
          <ac:spMkLst>
            <pc:docMk/>
            <pc:sldMk cId="3949537576" sldId="296"/>
            <ac:spMk id="125" creationId="{6D1FD02F-0C70-A916-DAB3-54856680833F}"/>
          </ac:spMkLst>
        </pc:spChg>
        <pc:spChg chg="add mod">
          <ac:chgData name="昕 许" userId="a2975fcd840abfc3" providerId="LiveId" clId="{49CCD4F9-177C-4270-9A14-60236FF377E8}" dt="2026-04-08T02:51:30.161" v="6787" actId="20577"/>
          <ac:spMkLst>
            <pc:docMk/>
            <pc:sldMk cId="3949537576" sldId="296"/>
            <ac:spMk id="125" creationId="{7A8DCD33-184C-BB44-E7FD-0669F7D805E4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6" creationId="{F6FE5439-C12E-70F7-4E3E-9B8C879C9C7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7" creationId="{84AB2A20-26E9-978C-083F-F03A2A40561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8" creationId="{9B1979B2-A025-73B4-C8D9-4DCA43735095}"/>
          </ac:spMkLst>
        </pc:spChg>
        <pc:spChg chg="mod topLvl">
          <ac:chgData name="昕 许" userId="a2975fcd840abfc3" providerId="LiveId" clId="{49CCD4F9-177C-4270-9A14-60236FF377E8}" dt="2026-04-08T02:51:54.481" v="6794" actId="1076"/>
          <ac:spMkLst>
            <pc:docMk/>
            <pc:sldMk cId="3949537576" sldId="296"/>
            <ac:spMk id="129" creationId="{D091E5A9-DF64-9498-EC68-55A941BC970C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9" creationId="{E69BC6A8-861F-7550-4C44-D46F78A80D21}"/>
          </ac:spMkLst>
        </pc:spChg>
        <pc:spChg chg="del mod">
          <ac:chgData name="昕 许" userId="a2975fcd840abfc3" providerId="LiveId" clId="{49CCD4F9-177C-4270-9A14-60236FF377E8}" dt="2026-04-08T02:51:34.232" v="6789" actId="478"/>
          <ac:spMkLst>
            <pc:docMk/>
            <pc:sldMk cId="3949537576" sldId="296"/>
            <ac:spMk id="130" creationId="{E09953B7-1BB7-6420-77DF-B7C71764D1A6}"/>
          </ac:spMkLst>
        </pc:spChg>
        <pc:spChg chg="del mod">
          <ac:chgData name="昕 许" userId="a2975fcd840abfc3" providerId="LiveId" clId="{49CCD4F9-177C-4270-9A14-60236FF377E8}" dt="2026-04-08T02:51:31.707" v="6788" actId="478"/>
          <ac:spMkLst>
            <pc:docMk/>
            <pc:sldMk cId="3949537576" sldId="296"/>
            <ac:spMk id="131" creationId="{469B94AF-3653-CBA0-74C6-1B481A077A3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1" creationId="{73E1A154-C5C8-CAA7-1B90-6415E86F175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2" creationId="{747AC63D-CAF7-3084-594E-6EEDD430AE51}"/>
          </ac:spMkLst>
        </pc:spChg>
        <pc:spChg chg="mod">
          <ac:chgData name="昕 许" userId="a2975fcd840abfc3" providerId="LiveId" clId="{49CCD4F9-177C-4270-9A14-60236FF377E8}" dt="2026-04-08T02:53:55.479" v="6829" actId="208"/>
          <ac:spMkLst>
            <pc:docMk/>
            <pc:sldMk cId="3949537576" sldId="296"/>
            <ac:spMk id="132" creationId="{A97D06B2-49A4-5602-681C-39964945855C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3" creationId="{B771E5BF-44A5-9286-4C44-5CF947EB24EE}"/>
          </ac:spMkLst>
        </pc:spChg>
        <pc:spChg chg="mod">
          <ac:chgData name="昕 许" userId="a2975fcd840abfc3" providerId="LiveId" clId="{49CCD4F9-177C-4270-9A14-60236FF377E8}" dt="2026-04-08T02:53:51.783" v="6828" actId="208"/>
          <ac:spMkLst>
            <pc:docMk/>
            <pc:sldMk cId="3949537576" sldId="296"/>
            <ac:spMk id="133" creationId="{BC0E0DBB-DADD-FAA2-9E33-984F96ED3AFA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4" creationId="{FE231C76-7A98-FE01-283E-A92C0B04ED6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6" creationId="{F26E2E8B-AF78-5F09-9096-14E2B81AC7E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7" creationId="{98E3909A-34D2-9FEF-1289-EFCBE980C17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7" creationId="{EA437FF9-79FA-21F3-0504-05CE0266508B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8" creationId="{6B777687-BCE2-1B0E-6364-4FC87CDBEDAA}"/>
          </ac:spMkLst>
        </pc:spChg>
        <pc:spChg chg="add mod">
          <ac:chgData name="昕 许" userId="a2975fcd840abfc3" providerId="LiveId" clId="{49CCD4F9-177C-4270-9A14-60236FF377E8}" dt="2026-04-08T02:54:30.545" v="6835"/>
          <ac:spMkLst>
            <pc:docMk/>
            <pc:sldMk cId="3949537576" sldId="296"/>
            <ac:spMk id="149" creationId="{28F01C1C-18D6-F873-1DEA-49A255868006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9" creationId="{F315C405-88EA-A164-D7DA-1B912476817B}"/>
          </ac:spMkLst>
        </pc:spChg>
        <pc:spChg chg="mod">
          <ac:chgData name="昕 许" userId="a2975fcd840abfc3" providerId="LiveId" clId="{49CCD4F9-177C-4270-9A14-60236FF377E8}" dt="2026-04-07T04:47:36.913" v="5894" actId="207"/>
          <ac:spMkLst>
            <pc:docMk/>
            <pc:sldMk cId="3949537576" sldId="296"/>
            <ac:spMk id="150" creationId="{98DBFD94-9653-3775-7C80-356274A449C2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0" creationId="{D76D4234-5907-C081-FC1F-618B0E71059E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1" creationId="{85C99217-B663-FE69-2CAF-50B0527629CF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2" creationId="{A8ECB190-6E5A-5F1F-B7B6-1EB218F9329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3" creationId="{D0A0F8F1-96E9-542B-344A-19792570CC1F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4" creationId="{93AB0140-84C6-AB5D-B8EF-C358D878FBE1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5" creationId="{D5B14998-7B36-4F20-9FDB-CB77B85A3BE5}"/>
          </ac:spMkLst>
        </pc:spChg>
        <pc:spChg chg="add mod">
          <ac:chgData name="昕 许" userId="a2975fcd840abfc3" providerId="LiveId" clId="{49CCD4F9-177C-4270-9A14-60236FF377E8}" dt="2026-04-08T02:55:31.257" v="6852" actId="1076"/>
          <ac:spMkLst>
            <pc:docMk/>
            <pc:sldMk cId="3949537576" sldId="296"/>
            <ac:spMk id="156" creationId="{782B4E1A-873C-A5C5-2AEA-223F608B1E1B}"/>
          </ac:spMkLst>
        </pc:spChg>
        <pc:spChg chg="add mod">
          <ac:chgData name="昕 许" userId="a2975fcd840abfc3" providerId="LiveId" clId="{49CCD4F9-177C-4270-9A14-60236FF377E8}" dt="2026-04-08T02:55:41.948" v="6869" actId="1076"/>
          <ac:spMkLst>
            <pc:docMk/>
            <pc:sldMk cId="3949537576" sldId="296"/>
            <ac:spMk id="157" creationId="{F30B9282-1CF5-EEA2-3009-74B9E8F50F8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57" creationId="{F890E61E-6BA5-20EC-21D9-5543DCB84996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60" creationId="{D6FA67E5-6AFD-3E41-74DD-09770B699A68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1" creationId="{F88812AB-5D2D-6F04-BF63-3A08F5F51954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2" creationId="{12975226-75E6-7A5E-E933-DD8CAEC7B88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3" creationId="{48C349B1-ED78-499F-B4B2-C788C5F829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4" creationId="{BE4B643B-227C-772F-528C-E4BA7D311466}"/>
          </ac:spMkLst>
        </pc:spChg>
        <pc:spChg chg="add mod">
          <ac:chgData name="昕 许" userId="a2975fcd840abfc3" providerId="LiveId" clId="{49CCD4F9-177C-4270-9A14-60236FF377E8}" dt="2026-04-07T05:23:22.211" v="6075" actId="164"/>
          <ac:spMkLst>
            <pc:docMk/>
            <pc:sldMk cId="3949537576" sldId="296"/>
            <ac:spMk id="172" creationId="{7269813A-146C-C052-2D2F-1DA4D141203B}"/>
          </ac:spMkLst>
        </pc:s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" creationId="{DEAFE296-E131-148C-B469-63A6379D4190}"/>
          </ac:grpSpMkLst>
        </pc:grpChg>
        <pc:grpChg chg="del mod">
          <ac:chgData name="昕 许" userId="a2975fcd840abfc3" providerId="LiveId" clId="{49CCD4F9-177C-4270-9A14-60236FF377E8}" dt="2026-04-07T08:28:48.632" v="6159" actId="478"/>
          <ac:grpSpMkLst>
            <pc:docMk/>
            <pc:sldMk cId="3949537576" sldId="296"/>
            <ac:grpSpMk id="8" creationId="{9A76833C-A319-36B8-D0E2-928CB59B10D4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0" creationId="{F47C2E10-894B-6E2F-6C59-0EF2033B6617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2" creationId="{09698812-F054-D186-11BF-68637B976417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2" creationId="{AF68540B-D49F-B24C-15F0-680BCED0C495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5" creationId="{7AC07205-E5E0-2BC1-AF1D-C29BA31BC458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6" creationId="{6ED088AC-258A-F69B-1227-19C9A3AF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6" creationId="{C11190D3-802B-A8F1-A790-CF2F35817C34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9" creationId="{4E014172-DBF6-E62C-E33F-353D00267260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9" creationId="{9D1B4BA3-3F93-2C71-669C-756333F9BE7D}"/>
          </ac:grpSpMkLst>
        </pc:grpChg>
        <pc:grpChg chg="add del mod">
          <ac:chgData name="昕 许" userId="a2975fcd840abfc3" providerId="LiveId" clId="{49CCD4F9-177C-4270-9A14-60236FF377E8}" dt="2026-04-08T02:22:35.959" v="6588" actId="21"/>
          <ac:grpSpMkLst>
            <pc:docMk/>
            <pc:sldMk cId="3949537576" sldId="296"/>
            <ac:grpSpMk id="20" creationId="{5FB1635B-DEEF-1662-223D-5786168B55A3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23" creationId="{26D2D033-26CF-7F71-E0D4-54793AA22FCF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4" creationId="{9DA02EB6-D63C-FAF1-C2D4-9220334F4216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27" creationId="{D2B23B7A-F6C5-45A8-9E8B-6B4B16701D57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8" creationId="{3D8A0CF6-B5E8-014C-1136-237666FDA852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29" creationId="{D82DC340-B235-A1B6-598F-4C8D10B27629}"/>
          </ac:grpSpMkLst>
        </pc:grpChg>
        <pc:grpChg chg="mod">
          <ac:chgData name="昕 许" userId="a2975fcd840abfc3" providerId="LiveId" clId="{49CCD4F9-177C-4270-9A14-60236FF377E8}" dt="2026-04-08T02:22:07.960" v="6573" actId="1076"/>
          <ac:grpSpMkLst>
            <pc:docMk/>
            <pc:sldMk cId="3949537576" sldId="296"/>
            <ac:grpSpMk id="31" creationId="{7253541D-C3AA-20B9-042E-3A3C4EC6D59C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1" creationId="{B47C8EE2-DF07-81DF-C993-A25A95BB8B30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2" creationId="{DEA9995D-36C2-99B9-B1FC-EB7CEE02FDBB}"/>
          </ac:grpSpMkLst>
        </pc:grpChg>
        <pc:grpChg chg="del mod">
          <ac:chgData name="昕 许" userId="a2975fcd840abfc3" providerId="LiveId" clId="{49CCD4F9-177C-4270-9A14-60236FF377E8}" dt="2026-04-07T08:27:26.571" v="6122" actId="478"/>
          <ac:grpSpMkLst>
            <pc:docMk/>
            <pc:sldMk cId="3949537576" sldId="296"/>
            <ac:grpSpMk id="43" creationId="{383CBAF5-5CE8-9F09-8B88-77308EC0B60E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8" creationId="{2B0871AB-C6BF-58F9-1FFD-A9161FB603B2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8" creationId="{5F940ED2-95DE-BF7E-7A61-CA0CE075B255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51:06.751" v="6736" actId="1035"/>
          <ac:grpSpMkLst>
            <pc:docMk/>
            <pc:sldMk cId="3949537576" sldId="296"/>
            <ac:grpSpMk id="50" creationId="{A38C6DDE-E299-4108-55B9-93201B0ED14A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4" creationId="{515E3C68-E065-DD53-329D-276F24D40DB2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7" creationId="{63FE7C62-4796-B046-4C56-B44A2636676D}"/>
          </ac:grpSpMkLst>
        </pc:grpChg>
        <pc:grpChg chg="del">
          <ac:chgData name="昕 许" userId="a2975fcd840abfc3" providerId="LiveId" clId="{49CCD4F9-177C-4270-9A14-60236FF377E8}" dt="2026-04-08T02:49:12.055" v="6667" actId="478"/>
          <ac:grpSpMkLst>
            <pc:docMk/>
            <pc:sldMk cId="3949537576" sldId="296"/>
            <ac:grpSpMk id="57" creationId="{FFDC13C7-D1E8-DEAA-8BBB-14EF0E79CC71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0" creationId="{8DA0F4B7-9FB3-26D8-182A-6BC09B9A29EB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1" creationId="{2D1F0448-128F-20EB-470D-43F563508976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3" creationId="{47DA85F0-5D0F-97D8-8CB1-DAC80FE2A29E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4" creationId="{76B17D9F-35DD-C8F4-2FBE-796C88B744E0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66" creationId="{B7474745-8CE1-0CFE-D715-B413360AAEF2}"/>
          </ac:grpSpMkLst>
        </pc:grpChg>
        <pc:grpChg chg="mod">
          <ac:chgData name="昕 许" userId="a2975fcd840abfc3" providerId="LiveId" clId="{49CCD4F9-177C-4270-9A14-60236FF377E8}" dt="2026-04-08T02:24:20.387" v="6629" actId="1076"/>
          <ac:grpSpMkLst>
            <pc:docMk/>
            <pc:sldMk cId="3949537576" sldId="296"/>
            <ac:grpSpMk id="70" creationId="{DAC8A69F-EE6D-F58D-3A9F-66662955A109}"/>
          </ac:grpSpMkLst>
        </pc:grpChg>
        <pc:grpChg chg="mod">
          <ac:chgData name="昕 许" userId="a2975fcd840abfc3" providerId="LiveId" clId="{49CCD4F9-177C-4270-9A14-60236FF377E8}" dt="2026-04-08T02:24:41.715" v="6635" actId="164"/>
          <ac:grpSpMkLst>
            <pc:docMk/>
            <pc:sldMk cId="3949537576" sldId="296"/>
            <ac:grpSpMk id="74" creationId="{5B08EB05-F044-AE1D-4AD6-845F5E605EB9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77" creationId="{593ECE47-CD5D-882C-79D2-099D1C99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79" creationId="{7487EDF7-A62D-49AE-71CD-29F2662C4572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84" creationId="{AB222F94-2D55-ABBD-7AD0-46506394F9D7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87" creationId="{3F1EA18D-4BC2-56D7-72CE-DD03C113F1E6}"/>
          </ac:grpSpMkLst>
        </pc:grpChg>
        <pc:grpChg chg="add mod">
          <ac:chgData name="昕 许" userId="a2975fcd840abfc3" providerId="LiveId" clId="{49CCD4F9-177C-4270-9A14-60236FF377E8}" dt="2026-04-08T02:24:44.988" v="6636" actId="1076"/>
          <ac:grpSpMkLst>
            <pc:docMk/>
            <pc:sldMk cId="3949537576" sldId="296"/>
            <ac:grpSpMk id="87" creationId="{4FFF0D0D-EBF5-8AFC-C482-8FB4DF956DB2}"/>
          </ac:grpSpMkLst>
        </pc:grpChg>
        <pc:grpChg chg="add mod">
          <ac:chgData name="昕 许" userId="a2975fcd840abfc3" providerId="LiveId" clId="{49CCD4F9-177C-4270-9A14-60236FF377E8}" dt="2026-04-08T02:51:16.680" v="6762" actId="1035"/>
          <ac:grpSpMkLst>
            <pc:docMk/>
            <pc:sldMk cId="3949537576" sldId="296"/>
            <ac:grpSpMk id="97" creationId="{2A211E87-9E6C-1E63-8A06-63615723139C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97" creationId="{76703BCB-E596-86CD-B895-3313B2AC0F2B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101" creationId="{C73B67DA-6DFE-4D89-16A1-0C066BCC30BE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106" creationId="{734ADE5D-42E9-1A22-339A-54C480F952CB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0" creationId="{EEB556CC-3F3F-E9B5-64D6-2208B9200131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1" creationId="{08EC49EC-CA4A-F09F-1BB7-0755AC9F0989}"/>
          </ac:grpSpMkLst>
        </pc:grpChg>
        <pc:grpChg chg="add del mod">
          <ac:chgData name="昕 许" userId="a2975fcd840abfc3" providerId="LiveId" clId="{49CCD4F9-177C-4270-9A14-60236FF377E8}" dt="2026-04-08T02:50:46" v="6708" actId="165"/>
          <ac:grpSpMkLst>
            <pc:docMk/>
            <pc:sldMk cId="3949537576" sldId="296"/>
            <ac:grpSpMk id="111" creationId="{2406C4C3-360C-3E5A-E020-00E4AABF677C}"/>
          </ac:grpSpMkLst>
        </pc:grpChg>
        <pc:grpChg chg="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2" creationId="{BBD153AC-F00D-B49A-FEFD-18162817E201}"/>
          </ac:grpSpMkLst>
        </pc:grpChg>
        <pc:grpChg chg="add del 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3" creationId="{7A993EB4-D5F3-DEC1-05EC-17461FB623D7}"/>
          </ac:grpSpMkLst>
        </pc:grpChg>
        <pc:grpChg chg="del">
          <ac:chgData name="昕 许" userId="a2975fcd840abfc3" providerId="LiveId" clId="{49CCD4F9-177C-4270-9A14-60236FF377E8}" dt="2026-04-08T02:50:19.149" v="6696" actId="478"/>
          <ac:grpSpMkLst>
            <pc:docMk/>
            <pc:sldMk cId="3949537576" sldId="296"/>
            <ac:grpSpMk id="115" creationId="{16F44D2E-1A29-0DA7-128F-008ABB8A895C}"/>
          </ac:grpSpMkLst>
        </pc:grpChg>
        <pc:grpChg chg="add mod">
          <ac:chgData name="昕 许" userId="a2975fcd840abfc3" providerId="LiveId" clId="{49CCD4F9-177C-4270-9A14-60236FF377E8}" dt="2026-04-08T02:51:24.699" v="6779" actId="1035"/>
          <ac:grpSpMkLst>
            <pc:docMk/>
            <pc:sldMk cId="3949537576" sldId="296"/>
            <ac:grpSpMk id="124" creationId="{7EF76028-ABA6-FAFF-357A-C4DD91F90F8C}"/>
          </ac:grpSpMkLst>
        </pc:grpChg>
        <pc:grpChg chg="add del mod">
          <ac:chgData name="昕 许" userId="a2975fcd840abfc3" providerId="LiveId" clId="{49CCD4F9-177C-4270-9A14-60236FF377E8}" dt="2026-04-08T02:51:40.061" v="6792" actId="165"/>
          <ac:grpSpMkLst>
            <pc:docMk/>
            <pc:sldMk cId="3949537576" sldId="296"/>
            <ac:grpSpMk id="126" creationId="{4F51B154-A504-3426-0A87-627B87CF82E3}"/>
          </ac:grpSpMkLst>
        </pc:grpChg>
        <pc:grpChg chg="mod topLvl">
          <ac:chgData name="昕 许" userId="a2975fcd840abfc3" providerId="LiveId" clId="{49CCD4F9-177C-4270-9A14-60236FF377E8}" dt="2026-04-08T02:51:54.481" v="6794" actId="1076"/>
          <ac:grpSpMkLst>
            <pc:docMk/>
            <pc:sldMk cId="3949537576" sldId="296"/>
            <ac:grpSpMk id="127" creationId="{A15259C5-A17D-5DBC-9678-13DFDA0F1949}"/>
          </ac:grpSpMkLst>
        </pc:grpChg>
        <pc:grpChg chg="del mod">
          <ac:chgData name="昕 许" userId="a2975fcd840abfc3" providerId="LiveId" clId="{49CCD4F9-177C-4270-9A14-60236FF377E8}" dt="2026-04-08T02:51:31.707" v="6788" actId="478"/>
          <ac:grpSpMkLst>
            <pc:docMk/>
            <pc:sldMk cId="3949537576" sldId="296"/>
            <ac:grpSpMk id="128" creationId="{8259644D-F97C-0F2F-3680-A8B772698C02}"/>
          </ac:grpSpMkLst>
        </pc:grpChg>
        <pc:grpChg chg="add mod">
          <ac:chgData name="昕 许" userId="a2975fcd840abfc3" providerId="LiveId" clId="{49CCD4F9-177C-4270-9A14-60236FF377E8}" dt="2026-04-08T02:52:02.965" v="6797" actId="1076"/>
          <ac:grpSpMkLst>
            <pc:docMk/>
            <pc:sldMk cId="3949537576" sldId="296"/>
            <ac:grpSpMk id="134" creationId="{7E65DD75-4EDC-6D99-A01F-CB8FFD8F3FEB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40" creationId="{FE416C43-08AF-A7DD-275F-3D30DD3CA036}"/>
          </ac:grpSpMkLst>
        </pc:grpChg>
        <pc:grpChg chg="add mod">
          <ac:chgData name="昕 许" userId="a2975fcd840abfc3" providerId="LiveId" clId="{49CCD4F9-177C-4270-9A14-60236FF377E8}" dt="2026-04-08T02:55:47.760" v="6871" actId="20577"/>
          <ac:grpSpMkLst>
            <pc:docMk/>
            <pc:sldMk cId="3949537576" sldId="296"/>
            <ac:grpSpMk id="152" creationId="{EDFF5D89-AF73-D372-CBB2-3BAC004DC621}"/>
          </ac:grpSpMkLst>
        </pc:grpChg>
        <pc:grpChg chg="add mod">
          <ac:chgData name="昕 许" userId="a2975fcd840abfc3" providerId="LiveId" clId="{49CCD4F9-177C-4270-9A14-60236FF377E8}" dt="2026-04-08T02:55:56.887" v="6877" actId="20577"/>
          <ac:grpSpMkLst>
            <pc:docMk/>
            <pc:sldMk cId="3949537576" sldId="296"/>
            <ac:grpSpMk id="153" creationId="{F58C131C-87EB-FC13-EA71-BC6CD391837B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75" creationId="{C96A7C4E-59A7-7DBE-94A9-88C215125A08}"/>
          </ac:grpSpMkLst>
        </pc:grpChg>
        <pc:picChg chg="add del mod">
          <ac:chgData name="昕 许" userId="a2975fcd840abfc3" providerId="LiveId" clId="{49CCD4F9-177C-4270-9A14-60236FF377E8}" dt="2026-04-08T02:22:52.545" v="6593" actId="478"/>
          <ac:picMkLst>
            <pc:docMk/>
            <pc:sldMk cId="3949537576" sldId="296"/>
            <ac:picMk id="46" creationId="{8D959FEB-B4CF-E62B-042F-B5CE0900695E}"/>
          </ac:picMkLst>
        </pc:picChg>
        <pc:cxnChg chg="add del mod">
          <ac:chgData name="昕 许" userId="a2975fcd840abfc3" providerId="LiveId" clId="{49CCD4F9-177C-4270-9A14-60236FF377E8}" dt="2026-04-07T04:44:02.564" v="5836" actId="11529"/>
          <ac:cxnSpMkLst>
            <pc:docMk/>
            <pc:sldMk cId="3949537576" sldId="296"/>
            <ac:cxnSpMk id="67" creationId="{887D450A-0367-C53E-3F67-40CC9CA69D2C}"/>
          </ac:cxnSpMkLst>
        </pc:cxnChg>
        <pc:cxnChg chg="add del mod">
          <ac:chgData name="昕 许" userId="a2975fcd840abfc3" providerId="LiveId" clId="{49CCD4F9-177C-4270-9A14-60236FF377E8}" dt="2026-04-07T08:26:46.095" v="6082" actId="478"/>
          <ac:cxnSpMkLst>
            <pc:docMk/>
            <pc:sldMk cId="3949537576" sldId="296"/>
            <ac:cxnSpMk id="70" creationId="{CD28F398-0335-4BEA-EBA3-C08370442A7A}"/>
          </ac:cxnSpMkLst>
        </pc:cxnChg>
        <pc:cxnChg chg="add del mod">
          <ac:chgData name="昕 许" userId="a2975fcd840abfc3" providerId="LiveId" clId="{49CCD4F9-177C-4270-9A14-60236FF377E8}" dt="2026-04-07T08:26:45.122" v="6081" actId="478"/>
          <ac:cxnSpMkLst>
            <pc:docMk/>
            <pc:sldMk cId="3949537576" sldId="296"/>
            <ac:cxnSpMk id="71" creationId="{6D406E55-F78E-DBB7-5429-AC6D8D3C9932}"/>
          </ac:cxnSpMkLst>
        </pc:cxnChg>
        <pc:cxnChg chg="add del mod">
          <ac:chgData name="昕 许" userId="a2975fcd840abfc3" providerId="LiveId" clId="{49CCD4F9-177C-4270-9A14-60236FF377E8}" dt="2026-04-07T04:46:31.127" v="5872" actId="478"/>
          <ac:cxnSpMkLst>
            <pc:docMk/>
            <pc:sldMk cId="3949537576" sldId="296"/>
            <ac:cxnSpMk id="73" creationId="{4A2C2467-F5BC-A15D-D049-135C7E478C30}"/>
          </ac:cxnSpMkLst>
        </pc:cxnChg>
        <pc:cxnChg chg="add del mod">
          <ac:chgData name="昕 许" userId="a2975fcd840abfc3" providerId="LiveId" clId="{49CCD4F9-177C-4270-9A14-60236FF377E8}" dt="2026-04-07T04:46:30.147" v="5871" actId="478"/>
          <ac:cxnSpMkLst>
            <pc:docMk/>
            <pc:sldMk cId="3949537576" sldId="296"/>
            <ac:cxnSpMk id="76" creationId="{FCC4370F-BEED-12C5-0B8D-5EA15EEC54BA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5" creationId="{A064CE53-6C4E-E261-485A-C22515BAA480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6" creationId="{9E7B66AE-C991-B337-7E74-0EB92E54817C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7" creationId="{364D2A02-E640-9ED5-1AA6-58856DD21395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9" creationId="{D3EBDC8C-6E8B-5F9D-105C-D90BB054223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0" creationId="{92EF0427-FA05-FCA5-EC49-7064049FB7E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3" creationId="{8C456521-40AE-5192-C3AA-2B36F4593E24}"/>
          </ac:cxnSpMkLst>
        </pc:cxnChg>
        <pc:cxnChg chg="add mod">
          <ac:chgData name="昕 许" userId="a2975fcd840abfc3" providerId="LiveId" clId="{49CCD4F9-177C-4270-9A14-60236FF377E8}" dt="2026-04-08T02:54:19.363" v="6834" actId="208"/>
          <ac:cxnSpMkLst>
            <pc:docMk/>
            <pc:sldMk cId="3949537576" sldId="296"/>
            <ac:cxnSpMk id="146" creationId="{5A191705-37A4-6D26-8D45-20738179B4B2}"/>
          </ac:cxnSpMkLst>
        </pc:cxnChg>
        <pc:cxnChg chg="del mod">
          <ac:chgData name="昕 许" userId="a2975fcd840abfc3" providerId="LiveId" clId="{49CCD4F9-177C-4270-9A14-60236FF377E8}" dt="2026-04-07T04:47:08.262" v="5885" actId="478"/>
          <ac:cxnSpMkLst>
            <pc:docMk/>
            <pc:sldMk cId="3949537576" sldId="296"/>
            <ac:cxnSpMk id="166" creationId="{BA5FA8CE-6657-26A4-6118-A697F7F8CF6A}"/>
          </ac:cxnSpMkLst>
        </pc:cxnChg>
        <pc:cxnChg chg="del mod">
          <ac:chgData name="昕 许" userId="a2975fcd840abfc3" providerId="LiveId" clId="{49CCD4F9-177C-4270-9A14-60236FF377E8}" dt="2026-04-07T04:47:06.887" v="5884" actId="478"/>
          <ac:cxnSpMkLst>
            <pc:docMk/>
            <pc:sldMk cId="3949537576" sldId="296"/>
            <ac:cxnSpMk id="167" creationId="{847CBE17-B802-4C0D-0DDE-7C102EA1CBA3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8" creationId="{8B984C80-C574-A153-D03D-98B127AE249E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9" creationId="{E8E2B4C0-2445-D5B4-BE8C-8BD29CB2C225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3" creationId="{52B2B75E-AD90-2056-40F9-1E41385955DF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4" creationId="{E074A7CC-3FCC-A1DA-5362-3DAF4D0782AC}"/>
          </ac:cxnSpMkLst>
        </pc:cxnChg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3" creationId="{A67D9297-FF8C-2EB9-EA6E-D973ECD2C15C}"/>
          </ac:spMkLst>
        </pc:spChg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5" creationId="{7601BA38-E9D7-EF3C-DEAE-65CDCC6A5456}"/>
          </ac:spMkLst>
        </pc:spChg>
        <pc:spChg chg="add del mod">
          <ac:chgData name="昕 许" userId="a2975fcd840abfc3" providerId="LiveId" clId="{49CCD4F9-177C-4270-9A14-60236FF377E8}" dt="2026-04-07T08:51:44.543" v="6359" actId="478"/>
          <ac:spMkLst>
            <pc:docMk/>
            <pc:sldMk cId="3112887342" sldId="297"/>
            <ac:spMk id="7" creationId="{E59191E5-4618-7A86-4403-2A0E47FEE1E8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8" creationId="{581B92D9-6280-0686-6609-96117D5A45C4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1" creationId="{40A39F7F-8E24-0780-0033-3AF3F28272D3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2" creationId="{5F2E47E2-89C2-F459-27CE-98D0380C7F26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4" creationId="{6652079B-191D-8483-0736-070F2C91862C}"/>
          </ac:spMkLst>
        </pc:spChg>
        <pc:spChg chg="mod">
          <ac:chgData name="昕 许" userId="a2975fcd840abfc3" providerId="LiveId" clId="{49CCD4F9-177C-4270-9A14-60236FF377E8}" dt="2026-04-07T05:12:04.376" v="6066" actId="207"/>
          <ac:spMkLst>
            <pc:docMk/>
            <pc:sldMk cId="3112887342" sldId="297"/>
            <ac:spMk id="19" creationId="{200CD7C7-BBD3-97EC-CC11-8E720094A580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2" creationId="{C5A97258-BCBD-EC87-00FA-AB16E1899A51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3" creationId="{17385E3E-41A3-3FA9-90D4-FF17C6A82600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29" creationId="{463DEE1B-C51A-5548-F2B1-EE086F06115F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33" creationId="{923F2894-BDD7-D8C0-45F4-ADD4A845E9C2}"/>
          </ac:spMkLst>
        </pc:spChg>
        <pc:spChg chg="mod">
          <ac:chgData name="昕 许" userId="a2975fcd840abfc3" providerId="LiveId" clId="{49CCD4F9-177C-4270-9A14-60236FF377E8}" dt="2026-04-07T05:12:06.983" v="6067" actId="207"/>
          <ac:spMkLst>
            <pc:docMk/>
            <pc:sldMk cId="3112887342" sldId="297"/>
            <ac:spMk id="40" creationId="{54D23A0B-93B7-D3CE-7463-B6F6546AD4A4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spChg chg="del">
          <ac:chgData name="昕 许" userId="a2975fcd840abfc3" providerId="LiveId" clId="{49CCD4F9-177C-4270-9A14-60236FF377E8}" dt="2026-04-07T05:09:52.578" v="5937" actId="478"/>
          <ac:spMkLst>
            <pc:docMk/>
            <pc:sldMk cId="3112887342" sldId="297"/>
            <ac:spMk id="172" creationId="{C647EB7A-183C-296C-17C6-5BEFF578A14F}"/>
          </ac:spMkLst>
        </pc:spChg>
        <pc:grpChg chg="add 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2" creationId="{E5C31251-19FB-FA60-A46C-E606231AA39D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9" creationId="{BBF50116-C4E9-4A8B-2D35-0B067CAA5D5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13" creationId="{27530746-3669-1173-7AAE-DAC00770917E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5" creationId="{EE729A4B-D888-3B7A-E697-D7E84F708375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6" creationId="{CBBFCD44-178D-5239-FF84-AD62431DB1B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21" creationId="{856A5321-EC81-0B62-C132-02AB9863264F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4" creationId="{4B198DD0-E449-AAB7-3CF8-80666B32B50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8" creationId="{A5B200AC-893A-7283-6578-EB8D194B050E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4" creationId="{587531EC-4D80-E2FB-8C6C-97C79519E5E9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8" creationId="{795263B6-DCEB-7E2C-5330-417D265250A8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3" creationId="{1ADEBE83-D98C-85BD-0CED-527DC996FA7A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9" creationId="{39561128-1B5B-9E1C-308C-0DBE55A276D1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79" creationId="{C7031EAA-F1C1-568D-DB0D-E57F07DC183D}"/>
          </ac:grpSpMkLst>
        </pc:gr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97" creationId="{DD32C0F9-A76A-7925-022E-27792E9CC4B2}"/>
          </ac:grpSpMkLst>
        </pc:grpChg>
        <pc:grpChg chg="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101" creationId="{CB5D541B-BC9B-0252-C142-E5763C7FF8EC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0" creationId="{BBF01C53-6DF4-468F-08AB-B0A11FC8652A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1" creationId="{68D70901-9862-765C-0602-782C949098D3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40" creationId="{B36074A4-4E32-033C-CEAD-E87D15E2EC48}"/>
          </ac:grpSpMkLst>
        </pc:grpChg>
        <pc:cxnChg chg="del">
          <ac:chgData name="昕 许" userId="a2975fcd840abfc3" providerId="LiveId" clId="{49CCD4F9-177C-4270-9A14-60236FF377E8}" dt="2026-04-07T05:09:56.678" v="5938" actId="478"/>
          <ac:cxnSpMkLst>
            <pc:docMk/>
            <pc:sldMk cId="3112887342" sldId="297"/>
            <ac:cxnSpMk id="71" creationId="{0BE2B15D-5B72-4E22-0B85-5FA87F4D5E08}"/>
          </ac:cxnSpMkLst>
        </pc:cxn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">
          <ac:chgData name="昕 许" userId="a2975fcd840abfc3" providerId="LiveId" clId="{49CCD4F9-177C-4270-9A14-60236FF377E8}" dt="2026-04-07T08:45:57.386" v="6175" actId="11529"/>
          <ac:spMkLst>
            <pc:docMk/>
            <pc:sldMk cId="592326987" sldId="298"/>
            <ac:spMk id="8" creationId="{00319BC1-595E-3C0A-92E3-4DB5DBE61F62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0" creationId="{88B24D16-3ED4-CF44-39C0-39877C36E86C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6" creationId="{FB05F845-C150-0B1F-A9D4-5C4F7DB2A5B7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del">
          <ac:chgData name="昕 许" userId="a2975fcd840abfc3" providerId="LiveId" clId="{49CCD4F9-177C-4270-9A14-60236FF377E8}" dt="2026-04-08T02:11:25.981" v="6388" actId="478"/>
          <ac:spMkLst>
            <pc:docMk/>
            <pc:sldMk cId="2087942255" sldId="299"/>
            <ac:spMk id="10" creationId="{A4FA7D0A-F0CC-FEAE-7DC0-23CA9D312AF9}"/>
          </ac:spMkLst>
        </pc:spChg>
        <pc:spChg chg="del">
          <ac:chgData name="昕 许" userId="a2975fcd840abfc3" providerId="LiveId" clId="{49CCD4F9-177C-4270-9A14-60236FF377E8}" dt="2026-04-08T02:11:32.202" v="6393" actId="478"/>
          <ac:spMkLst>
            <pc:docMk/>
            <pc:sldMk cId="2087942255" sldId="299"/>
            <ac:spMk id="11" creationId="{2F6FCFD8-9039-4576-7FF4-E4D0004A50B3}"/>
          </ac:spMkLst>
        </pc:spChg>
        <pc:spChg chg="del">
          <ac:chgData name="昕 许" userId="a2975fcd840abfc3" providerId="LiveId" clId="{49CCD4F9-177C-4270-9A14-60236FF377E8}" dt="2026-04-08T02:11:33.053" v="6394" actId="478"/>
          <ac:spMkLst>
            <pc:docMk/>
            <pc:sldMk cId="2087942255" sldId="299"/>
            <ac:spMk id="15" creationId="{B53FD777-0B80-9BD5-29EB-545988FDEB02}"/>
          </ac:spMkLst>
        </pc:spChg>
        <pc:spChg chg="del">
          <ac:chgData name="昕 许" userId="a2975fcd840abfc3" providerId="LiveId" clId="{49CCD4F9-177C-4270-9A14-60236FF377E8}" dt="2026-04-08T02:11:28.539" v="6390" actId="478"/>
          <ac:spMkLst>
            <pc:docMk/>
            <pc:sldMk cId="2087942255" sldId="299"/>
            <ac:spMk id="16" creationId="{92D91E60-B285-ABCA-20D8-597408129F61}"/>
          </ac:spMkLst>
        </pc:spChg>
        <pc:spChg chg="del">
          <ac:chgData name="昕 许" userId="a2975fcd840abfc3" providerId="LiveId" clId="{49CCD4F9-177C-4270-9A14-60236FF377E8}" dt="2026-04-08T02:11:29.449" v="6391" actId="478"/>
          <ac:spMkLst>
            <pc:docMk/>
            <pc:sldMk cId="2087942255" sldId="299"/>
            <ac:spMk id="17" creationId="{4099D0B0-10E8-D5C0-2340-9273B8F5476D}"/>
          </ac:spMkLst>
        </pc:spChg>
        <pc:spChg chg="del">
          <ac:chgData name="昕 许" userId="a2975fcd840abfc3" providerId="LiveId" clId="{49CCD4F9-177C-4270-9A14-60236FF377E8}" dt="2026-04-08T02:11:27.399" v="6389" actId="478"/>
          <ac:spMkLst>
            <pc:docMk/>
            <pc:sldMk cId="2087942255" sldId="299"/>
            <ac:spMk id="18" creationId="{49239926-4FC5-D699-5C6C-3EF3B80A32F7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4" creationId="{5AA77752-2BAA-C844-E862-97749C1D7DBD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5" creationId="{2CE52CA8-69EA-C40E-2E77-8F8C500F5D30}"/>
          </ac:spMkLst>
        </pc:spChg>
        <pc:spChg chg="del mod">
          <ac:chgData name="昕 许" userId="a2975fcd840abfc3" providerId="LiveId" clId="{49CCD4F9-177C-4270-9A14-60236FF377E8}" dt="2026-04-08T02:11:35.893" v="6397" actId="478"/>
          <ac:spMkLst>
            <pc:docMk/>
            <pc:sldMk cId="2087942255" sldId="299"/>
            <ac:spMk id="27" creationId="{432F8DA2-EC00-C19E-3D55-F39D25C615CD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del">
          <ac:chgData name="昕 许" userId="a2975fcd840abfc3" providerId="LiveId" clId="{49CCD4F9-177C-4270-9A14-60236FF377E8}" dt="2026-04-08T02:11:33.753" v="6395" actId="478"/>
          <ac:cxnSpMkLst>
            <pc:docMk/>
            <pc:sldMk cId="2087942255" sldId="299"/>
            <ac:cxnSpMk id="6" creationId="{AF47768D-F4A5-9ADB-FA3D-848836C88B52}"/>
          </ac:cxnSpMkLst>
        </pc:cxn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91.png"/><Relationship Id="rId7" Type="http://schemas.openxmlformats.org/officeDocument/2006/relationships/image" Target="../media/image110.png"/><Relationship Id="rId12" Type="http://schemas.openxmlformats.org/officeDocument/2006/relationships/image" Target="../media/image1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30.png"/><Relationship Id="rId14" Type="http://schemas.openxmlformats.org/officeDocument/2006/relationships/image" Target="../media/image18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0.png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7E65DD75-4EDC-6D99-A01F-CB8FFD8F3FEB}"/>
              </a:ext>
            </a:extLst>
          </p:cNvPr>
          <p:cNvGrpSpPr/>
          <p:nvPr/>
        </p:nvGrpSpPr>
        <p:grpSpPr>
          <a:xfrm>
            <a:off x="6995239" y="3005200"/>
            <a:ext cx="2047125" cy="671450"/>
            <a:chOff x="6668214" y="2986150"/>
            <a:chExt cx="2047125" cy="67145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D2C8253-070C-2815-1438-1CAB507650EB}"/>
                </a:ext>
              </a:extLst>
            </p:cNvPr>
            <p:cNvGrpSpPr/>
            <p:nvPr/>
          </p:nvGrpSpPr>
          <p:grpSpPr>
            <a:xfrm>
              <a:off x="6668214" y="3004024"/>
              <a:ext cx="379848" cy="317132"/>
              <a:chOff x="2958207" y="3499218"/>
              <a:chExt cx="379848" cy="31713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6620095-9602-67AB-12CE-9265CA6A4E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25C1743-596D-8BC8-7B42-18E523AC8D95}"/>
                </a:ext>
              </a:extLst>
            </p:cNvPr>
            <p:cNvGrpSpPr/>
            <p:nvPr/>
          </p:nvGrpSpPr>
          <p:grpSpPr>
            <a:xfrm>
              <a:off x="7014075" y="3001483"/>
              <a:ext cx="383438" cy="321492"/>
              <a:chOff x="2942118" y="3494858"/>
              <a:chExt cx="383438" cy="32149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A703EA2-4E82-80CE-E613-ACDAED2DC04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53A073-C87C-44C9-EAE1-1F789FB72C15}"/>
                </a:ext>
              </a:extLst>
            </p:cNvPr>
            <p:cNvGrpSpPr/>
            <p:nvPr/>
          </p:nvGrpSpPr>
          <p:grpSpPr>
            <a:xfrm>
              <a:off x="7912993" y="2990648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74CD813C-3C0D-41B5-E2F1-80FA2BE7686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/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906A4FB-56A2-4777-ECC8-46BDEBC2E27D}"/>
                </a:ext>
              </a:extLst>
            </p:cNvPr>
            <p:cNvGrpSpPr/>
            <p:nvPr/>
          </p:nvGrpSpPr>
          <p:grpSpPr>
            <a:xfrm>
              <a:off x="8353703" y="2986150"/>
              <a:ext cx="361636" cy="317131"/>
              <a:chOff x="2936428" y="3499219"/>
              <a:chExt cx="397801" cy="31713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EBA7257-CA89-3D26-2266-434DE6DD1E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EAFE296-E131-148C-B469-63A6379D4190}"/>
                </a:ext>
              </a:extLst>
            </p:cNvPr>
            <p:cNvGrpSpPr/>
            <p:nvPr/>
          </p:nvGrpSpPr>
          <p:grpSpPr>
            <a:xfrm>
              <a:off x="7546923" y="2993189"/>
              <a:ext cx="509114" cy="317131"/>
              <a:chOff x="2864822" y="3499219"/>
              <a:chExt cx="560026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246D1873-7A33-5BCD-5971-75A8B65F965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/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0871AB-C6BF-58F9-1FFD-A9161FB603B2}"/>
              </a:ext>
            </a:extLst>
          </p:cNvPr>
          <p:cNvGrpSpPr/>
          <p:nvPr/>
        </p:nvGrpSpPr>
        <p:grpSpPr>
          <a:xfrm>
            <a:off x="2713659" y="1816204"/>
            <a:ext cx="2558314" cy="507018"/>
            <a:chOff x="2713659" y="1816204"/>
            <a:chExt cx="2558314" cy="5070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F68540B-D49F-B24C-15F0-680BCED0C495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33352CE-9226-E856-0153-F8EF9B4BCC3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88E3DE39-CC2A-6441-AF6A-072D4F3C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D1B4BA3-3F93-2C71-669C-756333F9BE7D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4CDCD59-5CBD-2B98-8A6B-1EF3DC1D8EC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3FF6DF0-EBED-9EB5-2967-FAC4F53CBB5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6D2D033-26CF-7F71-E0D4-54793AA22FCF}"/>
                </a:ext>
              </a:extLst>
            </p:cNvPr>
            <p:cNvGrpSpPr/>
            <p:nvPr/>
          </p:nvGrpSpPr>
          <p:grpSpPr>
            <a:xfrm>
              <a:off x="4118868" y="1911148"/>
              <a:ext cx="509114" cy="317131"/>
              <a:chOff x="2864822" y="3499219"/>
              <a:chExt cx="560026" cy="317131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33524D4-2FDB-57FE-82DE-01EED342BF4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47C8EE2-DF07-81DF-C993-A25A95BB8B30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FCC8BA2-7E4F-CC56-08D4-ACBC26D831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A9329CDC-419D-EB68-006C-2876CB4D0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/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2A5B0D9-FA9B-7BB2-0EA1-0374C713DA1B}"/>
                </a:ext>
              </a:extLst>
            </p:cNvPr>
            <p:cNvSpPr/>
            <p:nvPr/>
          </p:nvSpPr>
          <p:spPr>
            <a:xfrm>
              <a:off x="2713659" y="1816204"/>
              <a:ext cx="1914323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8C6DDE-E299-4108-55B9-93201B0ED14A}"/>
              </a:ext>
            </a:extLst>
          </p:cNvPr>
          <p:cNvGrpSpPr/>
          <p:nvPr/>
        </p:nvGrpSpPr>
        <p:grpSpPr>
          <a:xfrm>
            <a:off x="3050762" y="2451246"/>
            <a:ext cx="2175672" cy="507018"/>
            <a:chOff x="2713659" y="1816204"/>
            <a:chExt cx="2175672" cy="50701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BAFAC97-F408-9C4E-5285-6AC7659C3B57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D6D921EA-CECC-9BA9-F901-9404B66398F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46BF372E-26EF-193A-88B1-6C0FAD97D589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7B5824C-BADD-E639-0C43-C5E1B33E5AEA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F4A1E632-70BB-7431-CBC3-15FCC77545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8D786F36-68E1-AB33-B4BB-C0D30DA00C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F05DAA3-18F6-871F-3B89-6CA5DC35FEA4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BDEA76F5-2049-3DD5-E413-3D6401B6B0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2AE56B4E-C9C6-5358-1663-5888423D9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CA3397EC-CCAA-9DD1-B866-64DE52D10BF1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A211E87-9E6C-1E63-8A06-63615723139C}"/>
              </a:ext>
            </a:extLst>
          </p:cNvPr>
          <p:cNvGrpSpPr/>
          <p:nvPr/>
        </p:nvGrpSpPr>
        <p:grpSpPr>
          <a:xfrm>
            <a:off x="3050762" y="3098224"/>
            <a:ext cx="2175672" cy="507018"/>
            <a:chOff x="2713659" y="1816204"/>
            <a:chExt cx="2175672" cy="50701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03B23B8-0E62-57DA-AD6C-05501E6B770D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D52418A-1401-8658-2EA0-03104E9A07B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33FED4DE-0F45-66DF-3665-7F4D4223AF23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629DAE9B-0F41-F778-969A-19303FD25667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F62A44F4-F222-20D3-D7CF-37549656802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257A9DA-7546-E65F-F0AA-8A83EFB2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C7A320B8-89DC-17CD-698C-3CED255C399F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F4ABC4DE-BCDF-83D9-4261-BCC9ED1F096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8330FD2-7BC4-EF3F-68E0-2FA3FCE089F5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/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/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blipFill>
                <a:blip r:embed="rId1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EF76028-ABA6-FAFF-357A-C4DD91F90F8C}"/>
              </a:ext>
            </a:extLst>
          </p:cNvPr>
          <p:cNvGrpSpPr/>
          <p:nvPr/>
        </p:nvGrpSpPr>
        <p:grpSpPr>
          <a:xfrm>
            <a:off x="3609472" y="3840903"/>
            <a:ext cx="960857" cy="507018"/>
            <a:chOff x="3036468" y="4046521"/>
            <a:chExt cx="960857" cy="507018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BD153AC-F00D-B49A-FEFD-18162817E201}"/>
                </a:ext>
              </a:extLst>
            </p:cNvPr>
            <p:cNvGrpSpPr/>
            <p:nvPr/>
          </p:nvGrpSpPr>
          <p:grpSpPr>
            <a:xfrm>
              <a:off x="3183647" y="4144006"/>
              <a:ext cx="379848" cy="317132"/>
              <a:chOff x="2958207" y="3499218"/>
              <a:chExt cx="379848" cy="317132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28725E1F-7A5F-41FB-6019-50A76AFBBAA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F1D40F7F-3F2F-B93C-28EB-2A4AACCF836A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7A993EB4-D5F3-DEC1-05EC-17461FB623D7}"/>
                </a:ext>
              </a:extLst>
            </p:cNvPr>
            <p:cNvGrpSpPr/>
            <p:nvPr/>
          </p:nvGrpSpPr>
          <p:grpSpPr>
            <a:xfrm>
              <a:off x="3529508" y="4141465"/>
              <a:ext cx="383438" cy="321492"/>
              <a:chOff x="2942118" y="3494858"/>
              <a:chExt cx="383438" cy="321492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9F8F5AA-6F88-BDDA-97B6-F59BD6F200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F1BB99A-DD0F-8B42-B668-F01B482A3FB4}"/>
                </a:ext>
              </a:extLst>
            </p:cNvPr>
            <p:cNvSpPr/>
            <p:nvPr/>
          </p:nvSpPr>
          <p:spPr>
            <a:xfrm>
              <a:off x="3036468" y="4046521"/>
              <a:ext cx="9608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/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blipFill>
                <a:blip r:embed="rId1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5259C5-A17D-5DBC-9678-13DFDA0F1949}"/>
              </a:ext>
            </a:extLst>
          </p:cNvPr>
          <p:cNvGrpSpPr/>
          <p:nvPr/>
        </p:nvGrpSpPr>
        <p:grpSpPr>
          <a:xfrm>
            <a:off x="4082328" y="4645543"/>
            <a:ext cx="379848" cy="317132"/>
            <a:chOff x="2958207" y="3499218"/>
            <a:chExt cx="379848" cy="317132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97D06B2-49A4-5602-681C-3996494585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D091E5A9-DF64-9498-EC68-55A941BC970C}"/>
              </a:ext>
            </a:extLst>
          </p:cNvPr>
          <p:cNvSpPr/>
          <p:nvPr/>
        </p:nvSpPr>
        <p:spPr>
          <a:xfrm>
            <a:off x="3935150" y="4548058"/>
            <a:ext cx="623472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E7B66AE-C991-B337-7E74-0EB92E54817C}"/>
              </a:ext>
            </a:extLst>
          </p:cNvPr>
          <p:cNvCxnSpPr>
            <a:stCxn id="45" idx="3"/>
            <a:endCxn id="36" idx="1"/>
          </p:cNvCxnSpPr>
          <p:nvPr/>
        </p:nvCxnSpPr>
        <p:spPr>
          <a:xfrm>
            <a:off x="5271973" y="2065037"/>
            <a:ext cx="1723266" cy="10965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64D2A02-E640-9ED5-1AA6-58856DD21395}"/>
              </a:ext>
            </a:extLst>
          </p:cNvPr>
          <p:cNvCxnSpPr>
            <a:cxnSpLocks/>
            <a:stCxn id="68" idx="3"/>
            <a:endCxn id="36" idx="1"/>
          </p:cNvCxnSpPr>
          <p:nvPr/>
        </p:nvCxnSpPr>
        <p:spPr>
          <a:xfrm>
            <a:off x="5226434" y="2703240"/>
            <a:ext cx="1768805" cy="45833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2EF0427-FA05-FCA5-EC49-7064049FB7E8}"/>
              </a:ext>
            </a:extLst>
          </p:cNvPr>
          <p:cNvCxnSpPr>
            <a:cxnSpLocks/>
            <a:stCxn id="102" idx="3"/>
            <a:endCxn id="36" idx="1"/>
          </p:cNvCxnSpPr>
          <p:nvPr/>
        </p:nvCxnSpPr>
        <p:spPr>
          <a:xfrm flipV="1">
            <a:off x="5226434" y="3161574"/>
            <a:ext cx="1768805" cy="1886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C456521-40AE-5192-C3AA-2B36F4593E24}"/>
              </a:ext>
            </a:extLst>
          </p:cNvPr>
          <p:cNvCxnSpPr>
            <a:cxnSpLocks/>
            <a:stCxn id="116" idx="3"/>
            <a:endCxn id="36" idx="1"/>
          </p:cNvCxnSpPr>
          <p:nvPr/>
        </p:nvCxnSpPr>
        <p:spPr>
          <a:xfrm flipV="1">
            <a:off x="5014906" y="3161574"/>
            <a:ext cx="1980333" cy="9019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A191705-37A4-6D26-8D45-20738179B4B2}"/>
              </a:ext>
            </a:extLst>
          </p:cNvPr>
          <p:cNvCxnSpPr>
            <a:cxnSpLocks/>
            <a:stCxn id="125" idx="3"/>
            <a:endCxn id="36" idx="1"/>
          </p:cNvCxnSpPr>
          <p:nvPr/>
        </p:nvCxnSpPr>
        <p:spPr>
          <a:xfrm flipV="1">
            <a:off x="5014906" y="3161574"/>
            <a:ext cx="1980333" cy="16238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DFF5D89-AF73-D372-CBB2-3BAC004DC621}"/>
              </a:ext>
            </a:extLst>
          </p:cNvPr>
          <p:cNvGrpSpPr/>
          <p:nvPr/>
        </p:nvGrpSpPr>
        <p:grpSpPr>
          <a:xfrm>
            <a:off x="6717172" y="4398789"/>
            <a:ext cx="361637" cy="317131"/>
            <a:chOff x="7411130" y="4183407"/>
            <a:chExt cx="361637" cy="317131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76D4234-5907-C081-FC1F-618B0E71059E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58C131C-87EB-FC13-EA71-BC6CD391837B}"/>
              </a:ext>
            </a:extLst>
          </p:cNvPr>
          <p:cNvGrpSpPr/>
          <p:nvPr/>
        </p:nvGrpSpPr>
        <p:grpSpPr>
          <a:xfrm>
            <a:off x="6005142" y="4404760"/>
            <a:ext cx="388311" cy="317131"/>
            <a:chOff x="7411130" y="4183407"/>
            <a:chExt cx="388311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93AB0140-84C6-AB5D-B8EF-C358D878FBE1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/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/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当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blipFill>
                <a:blip r:embed="rId22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128</Words>
  <Application>Microsoft Office PowerPoint</Application>
  <PresentationFormat>宽屏</PresentationFormat>
  <Paragraphs>70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2026-04-08T02:56:07Z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