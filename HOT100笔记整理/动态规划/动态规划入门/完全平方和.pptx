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8"/>
  </p:notesMasterIdLst>
  <p:sldIdLst>
    <p:sldId id="296" r:id="rId2"/>
    <p:sldId id="299" r:id="rId3"/>
    <p:sldId id="298" r:id="rId4"/>
    <p:sldId id="297" r:id="rId5"/>
    <p:sldId id="300" r:id="rId6"/>
    <p:sldId id="301" r:id="rId7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000000"/>
    <a:srgbClr val="E0180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A5AE2B7-64EE-461A-A9E9-6C17C3228FD2}" v="58" dt="2026-04-08T02:24:55.633"/>
    <p1510:client id="{4560C672-FBBA-49B9-B7A8-62E27AFA16BC}" v="67" dt="2026-04-08T02:55:56.888"/>
    <p1510:client id="{B2FD2B43-BE27-4E43-A62C-1B1FF64B419D}" v="273" dt="2026-04-08T02:15:21.843"/>
    <p1510:client id="{F8586463-14EC-4072-8996-47D9FB34C54B}" v="235" dt="2026-04-08T09:25:12.82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150" d="100"/>
          <a:sy n="150" d="100"/>
        </p:scale>
        <p:origin x="472" y="132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Relationship Id="rId14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昕 许" userId="a2975fcd840abfc3" providerId="LiveId" clId="{49CCD4F9-177C-4270-9A14-60236FF377E8}"/>
    <pc:docChg chg="undo redo custSel addSld delSld modSld">
      <pc:chgData name="昕 许" userId="a2975fcd840abfc3" providerId="LiveId" clId="{49CCD4F9-177C-4270-9A14-60236FF377E8}" dt="2026-04-08T09:25:16.430" v="7360" actId="1076"/>
      <pc:docMkLst>
        <pc:docMk/>
      </pc:docMkLst>
      <pc:sldChg chg="addSp delSp modSp add del mod addAnim delAnim modAnim">
        <pc:chgData name="昕 许" userId="a2975fcd840abfc3" providerId="LiveId" clId="{49CCD4F9-177C-4270-9A14-60236FF377E8}" dt="2026-04-07T08:26:40.681" v="6077" actId="47"/>
        <pc:sldMkLst>
          <pc:docMk/>
          <pc:sldMk cId="889727352" sldId="292"/>
        </pc:sldMkLst>
        <pc:spChg chg="mod topLvl modVis">
          <ac:chgData name="昕 许" userId="a2975fcd840abfc3" providerId="LiveId" clId="{49CCD4F9-177C-4270-9A14-60236FF377E8}" dt="2026-04-07T03:16:23.999" v="5569" actId="33935"/>
          <ac:spMkLst>
            <pc:docMk/>
            <pc:sldMk cId="889727352" sldId="292"/>
            <ac:spMk id="4" creationId="{9E18F700-5D80-D003-54D9-42BD28F4A060}"/>
          </ac:spMkLst>
        </pc:spChg>
        <pc:spChg chg="del mod topLvl">
          <ac:chgData name="昕 许" userId="a2975fcd840abfc3" providerId="LiveId" clId="{49CCD4F9-177C-4270-9A14-60236FF377E8}" dt="2026-04-07T02:27:37.654" v="5139" actId="478"/>
          <ac:spMkLst>
            <pc:docMk/>
            <pc:sldMk cId="889727352" sldId="292"/>
            <ac:spMk id="5" creationId="{6EF30FA0-123C-A850-A280-5F6E95D70B20}"/>
          </ac:spMkLst>
        </pc:spChg>
        <pc:spChg chg="add mod">
          <ac:chgData name="昕 许" userId="a2975fcd840abfc3" providerId="LiveId" clId="{49CCD4F9-177C-4270-9A14-60236FF377E8}" dt="2026-04-07T02:40:50.834" v="5245" actId="164"/>
          <ac:spMkLst>
            <pc:docMk/>
            <pc:sldMk cId="889727352" sldId="292"/>
            <ac:spMk id="6" creationId="{EA05BAC8-FE1D-FADD-9F17-FEDED3AEF9C5}"/>
          </ac:spMkLst>
        </pc:spChg>
        <pc:spChg chg="add mod">
          <ac:chgData name="昕 许" userId="a2975fcd840abfc3" providerId="LiveId" clId="{49CCD4F9-177C-4270-9A14-60236FF377E8}" dt="2026-04-07T02:40:50.834" v="5245" actId="164"/>
          <ac:spMkLst>
            <pc:docMk/>
            <pc:sldMk cId="889727352" sldId="292"/>
            <ac:spMk id="8" creationId="{436CBB37-38D7-0DAF-60C2-97D00E476D23}"/>
          </ac:spMkLst>
        </pc:spChg>
        <pc:spChg chg="add mod">
          <ac:chgData name="昕 许" userId="a2975fcd840abfc3" providerId="LiveId" clId="{49CCD4F9-177C-4270-9A14-60236FF377E8}" dt="2026-04-07T02:40:50.834" v="5245" actId="164"/>
          <ac:spMkLst>
            <pc:docMk/>
            <pc:sldMk cId="889727352" sldId="292"/>
            <ac:spMk id="9" creationId="{F1067A78-2ACC-BC37-A2B5-2163DBD61432}"/>
          </ac:spMkLst>
        </pc:spChg>
        <pc:spChg chg="add mod">
          <ac:chgData name="昕 许" userId="a2975fcd840abfc3" providerId="LiveId" clId="{49CCD4F9-177C-4270-9A14-60236FF377E8}" dt="2026-04-07T02:40:50.834" v="5245" actId="164"/>
          <ac:spMkLst>
            <pc:docMk/>
            <pc:sldMk cId="889727352" sldId="292"/>
            <ac:spMk id="10" creationId="{0E2065B4-B875-A279-74C2-6856B5DE0A06}"/>
          </ac:spMkLst>
        </pc:spChg>
        <pc:spChg chg="add mod">
          <ac:chgData name="昕 许" userId="a2975fcd840abfc3" providerId="LiveId" clId="{49CCD4F9-177C-4270-9A14-60236FF377E8}" dt="2026-04-07T02:40:50.834" v="5245" actId="164"/>
          <ac:spMkLst>
            <pc:docMk/>
            <pc:sldMk cId="889727352" sldId="292"/>
            <ac:spMk id="40" creationId="{0632BC48-DF66-B34A-890B-B128191D82F5}"/>
          </ac:spMkLst>
        </pc:spChg>
        <pc:spChg chg="add mod">
          <ac:chgData name="昕 许" userId="a2975fcd840abfc3" providerId="LiveId" clId="{49CCD4F9-177C-4270-9A14-60236FF377E8}" dt="2026-04-07T02:40:46.410" v="5244"/>
          <ac:spMkLst>
            <pc:docMk/>
            <pc:sldMk cId="889727352" sldId="292"/>
            <ac:spMk id="41" creationId="{A2EBD77C-181A-F197-591B-9C694B81C033}"/>
          </ac:spMkLst>
        </pc:spChg>
        <pc:spChg chg="add mod">
          <ac:chgData name="昕 许" userId="a2975fcd840abfc3" providerId="LiveId" clId="{49CCD4F9-177C-4270-9A14-60236FF377E8}" dt="2026-04-07T02:40:46.410" v="5244"/>
          <ac:spMkLst>
            <pc:docMk/>
            <pc:sldMk cId="889727352" sldId="292"/>
            <ac:spMk id="42" creationId="{08B7C9BB-9990-1685-BE5E-ED6CE6CE8781}"/>
          </ac:spMkLst>
        </pc:spChg>
        <pc:spChg chg="add mod">
          <ac:chgData name="昕 许" userId="a2975fcd840abfc3" providerId="LiveId" clId="{49CCD4F9-177C-4270-9A14-60236FF377E8}" dt="2026-04-07T02:40:46.410" v="5244"/>
          <ac:spMkLst>
            <pc:docMk/>
            <pc:sldMk cId="889727352" sldId="292"/>
            <ac:spMk id="44" creationId="{7551D861-E4AD-CCCB-4962-764CEAD75061}"/>
          </ac:spMkLst>
        </pc:spChg>
        <pc:spChg chg="add mod">
          <ac:chgData name="昕 许" userId="a2975fcd840abfc3" providerId="LiveId" clId="{49CCD4F9-177C-4270-9A14-60236FF377E8}" dt="2026-04-07T02:40:46.410" v="5244"/>
          <ac:spMkLst>
            <pc:docMk/>
            <pc:sldMk cId="889727352" sldId="292"/>
            <ac:spMk id="46" creationId="{F9DAE47C-A18A-B2FB-BD19-1B90F06223E1}"/>
          </ac:spMkLst>
        </pc:spChg>
        <pc:spChg chg="add mod">
          <ac:chgData name="昕 许" userId="a2975fcd840abfc3" providerId="LiveId" clId="{49CCD4F9-177C-4270-9A14-60236FF377E8}" dt="2026-04-07T02:40:46.410" v="5244"/>
          <ac:spMkLst>
            <pc:docMk/>
            <pc:sldMk cId="889727352" sldId="292"/>
            <ac:spMk id="56" creationId="{47703361-FFFA-91F8-58F7-03E56189DAB4}"/>
          </ac:spMkLst>
        </pc:spChg>
        <pc:spChg chg="mod">
          <ac:chgData name="昕 许" userId="a2975fcd840abfc3" providerId="LiveId" clId="{49CCD4F9-177C-4270-9A14-60236FF377E8}" dt="2026-04-07T02:43:17.753" v="5250" actId="20577"/>
          <ac:spMkLst>
            <pc:docMk/>
            <pc:sldMk cId="889727352" sldId="292"/>
            <ac:spMk id="60" creationId="{25765680-C9B7-C80C-E8C4-7CB5156F8578}"/>
          </ac:spMkLst>
        </pc:spChg>
        <pc:spChg chg="mod">
          <ac:chgData name="昕 许" userId="a2975fcd840abfc3" providerId="LiveId" clId="{49CCD4F9-177C-4270-9A14-60236FF377E8}" dt="2026-04-07T02:43:17.753" v="5250" actId="20577"/>
          <ac:spMkLst>
            <pc:docMk/>
            <pc:sldMk cId="889727352" sldId="292"/>
            <ac:spMk id="61" creationId="{C9ACF9A3-8B7B-5827-0617-3F9B730DDBE2}"/>
          </ac:spMkLst>
        </pc:spChg>
        <pc:spChg chg="mod">
          <ac:chgData name="昕 许" userId="a2975fcd840abfc3" providerId="LiveId" clId="{49CCD4F9-177C-4270-9A14-60236FF377E8}" dt="2026-04-07T02:43:17.753" v="5250" actId="20577"/>
          <ac:spMkLst>
            <pc:docMk/>
            <pc:sldMk cId="889727352" sldId="292"/>
            <ac:spMk id="62" creationId="{02AA1A0A-D53B-CAB5-D760-2824475E84AA}"/>
          </ac:spMkLst>
        </pc:spChg>
        <pc:spChg chg="mod">
          <ac:chgData name="昕 许" userId="a2975fcd840abfc3" providerId="LiveId" clId="{49CCD4F9-177C-4270-9A14-60236FF377E8}" dt="2026-04-07T02:43:17.753" v="5250" actId="20577"/>
          <ac:spMkLst>
            <pc:docMk/>
            <pc:sldMk cId="889727352" sldId="292"/>
            <ac:spMk id="63" creationId="{2F73D60D-47AE-027C-FE2A-5BBCA0DF6D93}"/>
          </ac:spMkLst>
        </pc:spChg>
        <pc:spChg chg="mod">
          <ac:chgData name="昕 许" userId="a2975fcd840abfc3" providerId="LiveId" clId="{49CCD4F9-177C-4270-9A14-60236FF377E8}" dt="2026-04-07T02:43:24.976" v="5252" actId="1076"/>
          <ac:spMkLst>
            <pc:docMk/>
            <pc:sldMk cId="889727352" sldId="292"/>
            <ac:spMk id="73" creationId="{DF1C2884-95FF-7568-17D9-BE8428BDBFCE}"/>
          </ac:spMkLst>
        </pc:spChg>
        <pc:spChg chg="mod">
          <ac:chgData name="昕 许" userId="a2975fcd840abfc3" providerId="LiveId" clId="{49CCD4F9-177C-4270-9A14-60236FF377E8}" dt="2026-04-07T02:44:12.865" v="5264" actId="20577"/>
          <ac:spMkLst>
            <pc:docMk/>
            <pc:sldMk cId="889727352" sldId="292"/>
            <ac:spMk id="77" creationId="{A41BB46E-B602-E601-1A69-FCBC546120EB}"/>
          </ac:spMkLst>
        </pc:spChg>
        <pc:spChg chg="mod">
          <ac:chgData name="昕 许" userId="a2975fcd840abfc3" providerId="LiveId" clId="{49CCD4F9-177C-4270-9A14-60236FF377E8}" dt="2026-04-07T02:44:12.865" v="5264" actId="20577"/>
          <ac:spMkLst>
            <pc:docMk/>
            <pc:sldMk cId="889727352" sldId="292"/>
            <ac:spMk id="78" creationId="{66B83CEA-01FC-CF13-3683-89E6EBC4AB12}"/>
          </ac:spMkLst>
        </pc:spChg>
        <pc:spChg chg="mod">
          <ac:chgData name="昕 许" userId="a2975fcd840abfc3" providerId="LiveId" clId="{49CCD4F9-177C-4270-9A14-60236FF377E8}" dt="2026-04-07T02:44:12.865" v="5264" actId="20577"/>
          <ac:spMkLst>
            <pc:docMk/>
            <pc:sldMk cId="889727352" sldId="292"/>
            <ac:spMk id="79" creationId="{4656F12C-B627-49FE-1761-B8F2148FF28E}"/>
          </ac:spMkLst>
        </pc:spChg>
        <pc:spChg chg="mod">
          <ac:chgData name="昕 许" userId="a2975fcd840abfc3" providerId="LiveId" clId="{49CCD4F9-177C-4270-9A14-60236FF377E8}" dt="2026-04-07T02:44:12.865" v="5264" actId="20577"/>
          <ac:spMkLst>
            <pc:docMk/>
            <pc:sldMk cId="889727352" sldId="292"/>
            <ac:spMk id="80" creationId="{81AEE7A7-BB9D-43DA-99D6-55C3D10AB766}"/>
          </ac:spMkLst>
        </pc:spChg>
        <pc:spChg chg="add del mod">
          <ac:chgData name="昕 许" userId="a2975fcd840abfc3" providerId="LiveId" clId="{49CCD4F9-177C-4270-9A14-60236FF377E8}" dt="2026-04-07T02:27:03.606" v="5130" actId="478"/>
          <ac:spMkLst>
            <pc:docMk/>
            <pc:sldMk cId="889727352" sldId="292"/>
            <ac:spMk id="91" creationId="{EBAC33BB-A976-C9C7-CBF3-6E93110AD377}"/>
          </ac:spMkLst>
        </pc:spChg>
        <pc:spChg chg="mod">
          <ac:chgData name="昕 许" userId="a2975fcd840abfc3" providerId="LiveId" clId="{49CCD4F9-177C-4270-9A14-60236FF377E8}" dt="2026-04-07T02:44:16.192" v="5265" actId="1076"/>
          <ac:spMkLst>
            <pc:docMk/>
            <pc:sldMk cId="889727352" sldId="292"/>
            <ac:spMk id="93" creationId="{179C9142-BF42-8651-5F39-0CEDFB49BAAB}"/>
          </ac:spMkLst>
        </pc:spChg>
        <pc:spChg chg="add mod">
          <ac:chgData name="昕 许" userId="a2975fcd840abfc3" providerId="LiveId" clId="{49CCD4F9-177C-4270-9A14-60236FF377E8}" dt="2026-04-07T02:44:19.470" v="5266"/>
          <ac:spMkLst>
            <pc:docMk/>
            <pc:sldMk cId="889727352" sldId="292"/>
            <ac:spMk id="96" creationId="{5443370F-2327-DE9D-A6EA-4BB5253D9E4F}"/>
          </ac:spMkLst>
        </pc:spChg>
        <pc:spChg chg="mod">
          <ac:chgData name="昕 许" userId="a2975fcd840abfc3" providerId="LiveId" clId="{49CCD4F9-177C-4270-9A14-60236FF377E8}" dt="2026-04-07T02:45:52.467" v="5274" actId="20577"/>
          <ac:spMkLst>
            <pc:docMk/>
            <pc:sldMk cId="889727352" sldId="292"/>
            <ac:spMk id="98" creationId="{D0C75979-67CF-10C7-BCFA-01F80A317AB6}"/>
          </ac:spMkLst>
        </pc:spChg>
        <pc:spChg chg="mod">
          <ac:chgData name="昕 许" userId="a2975fcd840abfc3" providerId="LiveId" clId="{49CCD4F9-177C-4270-9A14-60236FF377E8}" dt="2026-04-07T02:45:52.467" v="5274" actId="20577"/>
          <ac:spMkLst>
            <pc:docMk/>
            <pc:sldMk cId="889727352" sldId="292"/>
            <ac:spMk id="99" creationId="{AB5E3777-86C6-96A4-0F16-F5C02EF0DA44}"/>
          </ac:spMkLst>
        </pc:spChg>
        <pc:spChg chg="mod">
          <ac:chgData name="昕 许" userId="a2975fcd840abfc3" providerId="LiveId" clId="{49CCD4F9-177C-4270-9A14-60236FF377E8}" dt="2026-04-07T02:45:52.467" v="5274" actId="20577"/>
          <ac:spMkLst>
            <pc:docMk/>
            <pc:sldMk cId="889727352" sldId="292"/>
            <ac:spMk id="100" creationId="{80D899A4-9D1D-4C30-2DB8-9A10B508C170}"/>
          </ac:spMkLst>
        </pc:spChg>
        <pc:spChg chg="mod">
          <ac:chgData name="昕 许" userId="a2975fcd840abfc3" providerId="LiveId" clId="{49CCD4F9-177C-4270-9A14-60236FF377E8}" dt="2026-04-07T02:45:52.467" v="5274" actId="20577"/>
          <ac:spMkLst>
            <pc:docMk/>
            <pc:sldMk cId="889727352" sldId="292"/>
            <ac:spMk id="101" creationId="{15181D03-6355-6B65-4470-6A97859F381B}"/>
          </ac:spMkLst>
        </pc:spChg>
        <pc:spChg chg="add del mod">
          <ac:chgData name="昕 许" userId="a2975fcd840abfc3" providerId="LiveId" clId="{49CCD4F9-177C-4270-9A14-60236FF377E8}" dt="2026-04-07T02:27:03.606" v="5130" actId="478"/>
          <ac:spMkLst>
            <pc:docMk/>
            <pc:sldMk cId="889727352" sldId="292"/>
            <ac:spMk id="104" creationId="{E810C7E9-B2BF-5FDE-2F39-B4365041F803}"/>
          </ac:spMkLst>
        </pc:spChg>
        <pc:spChg chg="add del mod">
          <ac:chgData name="昕 许" userId="a2975fcd840abfc3" providerId="LiveId" clId="{49CCD4F9-177C-4270-9A14-60236FF377E8}" dt="2026-04-07T02:27:03.606" v="5130" actId="478"/>
          <ac:spMkLst>
            <pc:docMk/>
            <pc:sldMk cId="889727352" sldId="292"/>
            <ac:spMk id="108" creationId="{8025606A-F945-C8D0-622E-3134A6A1FB62}"/>
          </ac:spMkLst>
        </pc:spChg>
        <pc:spChg chg="add del mod">
          <ac:chgData name="昕 许" userId="a2975fcd840abfc3" providerId="LiveId" clId="{49CCD4F9-177C-4270-9A14-60236FF377E8}" dt="2026-04-07T02:27:03.606" v="5130" actId="478"/>
          <ac:spMkLst>
            <pc:docMk/>
            <pc:sldMk cId="889727352" sldId="292"/>
            <ac:spMk id="112" creationId="{E9301268-2BE1-705D-ACAC-FE9FA7540360}"/>
          </ac:spMkLst>
        </pc:spChg>
        <pc:spChg chg="mod">
          <ac:chgData name="昕 许" userId="a2975fcd840abfc3" providerId="LiveId" clId="{49CCD4F9-177C-4270-9A14-60236FF377E8}" dt="2026-04-07T02:45:56.085" v="5275" actId="1076"/>
          <ac:spMkLst>
            <pc:docMk/>
            <pc:sldMk cId="889727352" sldId="292"/>
            <ac:spMk id="122" creationId="{68EDB2D1-8C67-CE2B-AEAB-AADB8364AB41}"/>
          </ac:spMkLst>
        </pc:spChg>
        <pc:spChg chg="mod">
          <ac:chgData name="昕 许" userId="a2975fcd840abfc3" providerId="LiveId" clId="{49CCD4F9-177C-4270-9A14-60236FF377E8}" dt="2026-04-07T02:46:38.088" v="5276"/>
          <ac:spMkLst>
            <pc:docMk/>
            <pc:sldMk cId="889727352" sldId="292"/>
            <ac:spMk id="126" creationId="{D24A2CE2-5A3F-C5CC-473F-EC84951B8A71}"/>
          </ac:spMkLst>
        </pc:spChg>
        <pc:spChg chg="add del mod">
          <ac:chgData name="昕 许" userId="a2975fcd840abfc3" providerId="LiveId" clId="{49CCD4F9-177C-4270-9A14-60236FF377E8}" dt="2026-04-07T02:27:03.606" v="5130" actId="478"/>
          <ac:spMkLst>
            <pc:docMk/>
            <pc:sldMk cId="889727352" sldId="292"/>
            <ac:spMk id="127" creationId="{FE6A4B7E-0F24-88FC-32EB-7DF08D815BBB}"/>
          </ac:spMkLst>
        </pc:spChg>
        <pc:spChg chg="mod">
          <ac:chgData name="昕 许" userId="a2975fcd840abfc3" providerId="LiveId" clId="{49CCD4F9-177C-4270-9A14-60236FF377E8}" dt="2026-04-07T02:46:38.088" v="5276"/>
          <ac:spMkLst>
            <pc:docMk/>
            <pc:sldMk cId="889727352" sldId="292"/>
            <ac:spMk id="128" creationId="{2F02A48D-1C06-33E4-8BED-8529E51A95FC}"/>
          </ac:spMkLst>
        </pc:spChg>
        <pc:spChg chg="mod">
          <ac:chgData name="昕 许" userId="a2975fcd840abfc3" providerId="LiveId" clId="{49CCD4F9-177C-4270-9A14-60236FF377E8}" dt="2026-04-07T02:46:38.088" v="5276"/>
          <ac:spMkLst>
            <pc:docMk/>
            <pc:sldMk cId="889727352" sldId="292"/>
            <ac:spMk id="129" creationId="{8448B318-7C1A-7ED2-A1C5-72CC64EC5BCD}"/>
          </ac:spMkLst>
        </pc:spChg>
        <pc:spChg chg="mod">
          <ac:chgData name="昕 许" userId="a2975fcd840abfc3" providerId="LiveId" clId="{49CCD4F9-177C-4270-9A14-60236FF377E8}" dt="2026-04-07T02:46:38.088" v="5276"/>
          <ac:spMkLst>
            <pc:docMk/>
            <pc:sldMk cId="889727352" sldId="292"/>
            <ac:spMk id="130" creationId="{4F01A684-5A99-83CC-2B41-DFCB6C59FBD8}"/>
          </ac:spMkLst>
        </pc:spChg>
        <pc:spChg chg="mod">
          <ac:chgData name="昕 许" userId="a2975fcd840abfc3" providerId="LiveId" clId="{49CCD4F9-177C-4270-9A14-60236FF377E8}" dt="2026-04-07T02:46:38.088" v="5276"/>
          <ac:spMkLst>
            <pc:docMk/>
            <pc:sldMk cId="889727352" sldId="292"/>
            <ac:spMk id="138" creationId="{2F3BD2E1-275F-5A72-A8D4-BCA54BC6D003}"/>
          </ac:spMkLst>
        </pc:spChg>
        <pc:spChg chg="mod">
          <ac:chgData name="昕 许" userId="a2975fcd840abfc3" providerId="LiveId" clId="{49CCD4F9-177C-4270-9A14-60236FF377E8}" dt="2026-04-07T02:48:41.856" v="5297" actId="20577"/>
          <ac:spMkLst>
            <pc:docMk/>
            <pc:sldMk cId="889727352" sldId="292"/>
            <ac:spMk id="140" creationId="{57E8B740-8FEE-27DB-5CDD-08A4A52FBBA0}"/>
          </ac:spMkLst>
        </pc:spChg>
        <pc:spChg chg="mod">
          <ac:chgData name="昕 许" userId="a2975fcd840abfc3" providerId="LiveId" clId="{49CCD4F9-177C-4270-9A14-60236FF377E8}" dt="2026-04-07T02:48:41.856" v="5297" actId="20577"/>
          <ac:spMkLst>
            <pc:docMk/>
            <pc:sldMk cId="889727352" sldId="292"/>
            <ac:spMk id="141" creationId="{09A2BCAC-5D0C-11DD-B5AA-630FAD71A69E}"/>
          </ac:spMkLst>
        </pc:spChg>
        <pc:spChg chg="mod">
          <ac:chgData name="昕 许" userId="a2975fcd840abfc3" providerId="LiveId" clId="{49CCD4F9-177C-4270-9A14-60236FF377E8}" dt="2026-04-07T02:48:41.856" v="5297" actId="20577"/>
          <ac:spMkLst>
            <pc:docMk/>
            <pc:sldMk cId="889727352" sldId="292"/>
            <ac:spMk id="142" creationId="{07BC8AF7-BB4B-9291-DE73-A1686157EDF0}"/>
          </ac:spMkLst>
        </pc:spChg>
        <pc:spChg chg="mod">
          <ac:chgData name="昕 许" userId="a2975fcd840abfc3" providerId="LiveId" clId="{49CCD4F9-177C-4270-9A14-60236FF377E8}" dt="2026-04-07T02:48:41.856" v="5297" actId="20577"/>
          <ac:spMkLst>
            <pc:docMk/>
            <pc:sldMk cId="889727352" sldId="292"/>
            <ac:spMk id="143" creationId="{2EB184D1-F36D-B9D3-2925-9B88364AEC17}"/>
          </ac:spMkLst>
        </pc:spChg>
        <pc:spChg chg="mod">
          <ac:chgData name="昕 许" userId="a2975fcd840abfc3" providerId="LiveId" clId="{49CCD4F9-177C-4270-9A14-60236FF377E8}" dt="2026-04-07T02:48:44.723" v="5298" actId="1076"/>
          <ac:spMkLst>
            <pc:docMk/>
            <pc:sldMk cId="889727352" sldId="292"/>
            <ac:spMk id="153" creationId="{41A93083-D2F2-E353-2A5B-FF530163A3E4}"/>
          </ac:spMkLst>
        </pc:spChg>
        <pc:spChg chg="add mod modVis">
          <ac:chgData name="昕 许" userId="a2975fcd840abfc3" providerId="LiveId" clId="{49CCD4F9-177C-4270-9A14-60236FF377E8}" dt="2026-04-07T03:16:23.999" v="5569" actId="33935"/>
          <ac:spMkLst>
            <pc:docMk/>
            <pc:sldMk cId="889727352" sldId="292"/>
            <ac:spMk id="158" creationId="{8A09D8E6-93ED-2E79-1174-08C7E3B974CB}"/>
          </ac:spMkLst>
        </pc:spChg>
        <pc:grpChg chg="add del mod">
          <ac:chgData name="昕 许" userId="a2975fcd840abfc3" providerId="LiveId" clId="{49CCD4F9-177C-4270-9A14-60236FF377E8}" dt="2026-04-07T02:27:37.654" v="5139" actId="478"/>
          <ac:grpSpMkLst>
            <pc:docMk/>
            <pc:sldMk cId="889727352" sldId="292"/>
            <ac:grpSpMk id="2" creationId="{F1824F6F-888C-76F3-DFA4-0CF4DBBCA890}"/>
          </ac:grpSpMkLst>
        </pc:grpChg>
        <pc:grpChg chg="add del mod">
          <ac:chgData name="昕 许" userId="a2975fcd840abfc3" providerId="LiveId" clId="{49CCD4F9-177C-4270-9A14-60236FF377E8}" dt="2026-04-07T02:27:03.606" v="5130" actId="478"/>
          <ac:grpSpMkLst>
            <pc:docMk/>
            <pc:sldMk cId="889727352" sldId="292"/>
            <ac:grpSpMk id="27" creationId="{5008A3FF-FDCC-0944-B324-EC5A6D5E568D}"/>
          </ac:grpSpMkLst>
        </pc:grpChg>
        <pc:grpChg chg="add del mod">
          <ac:chgData name="昕 许" userId="a2975fcd840abfc3" providerId="LiveId" clId="{49CCD4F9-177C-4270-9A14-60236FF377E8}" dt="2026-04-07T02:27:03.606" v="5130" actId="478"/>
          <ac:grpSpMkLst>
            <pc:docMk/>
            <pc:sldMk cId="889727352" sldId="292"/>
            <ac:grpSpMk id="39" creationId="{AF5BC809-7C3C-8B32-98B4-286562337B66}"/>
          </ac:grpSpMkLst>
        </pc:grpChg>
        <pc:grpChg chg="mod modVis">
          <ac:chgData name="昕 许" userId="a2975fcd840abfc3" providerId="LiveId" clId="{49CCD4F9-177C-4270-9A14-60236FF377E8}" dt="2026-04-07T03:16:23.999" v="5569" actId="33935"/>
          <ac:grpSpMkLst>
            <pc:docMk/>
            <pc:sldMk cId="889727352" sldId="292"/>
            <ac:grpSpMk id="57" creationId="{54B68697-A500-FA53-B456-C9984359AD91}"/>
          </ac:grpSpMkLst>
        </pc:grpChg>
        <pc:grpChg chg="mod modVis">
          <ac:chgData name="昕 许" userId="a2975fcd840abfc3" providerId="LiveId" clId="{49CCD4F9-177C-4270-9A14-60236FF377E8}" dt="2026-04-07T03:16:23.999" v="5569" actId="33935"/>
          <ac:grpSpMkLst>
            <pc:docMk/>
            <pc:sldMk cId="889727352" sldId="292"/>
            <ac:grpSpMk id="59" creationId="{31778912-B7FA-64EA-E2C8-9A142B1638B5}"/>
          </ac:grpSpMkLst>
        </pc:grpChg>
        <pc:grpChg chg="add mod modVis">
          <ac:chgData name="昕 许" userId="a2975fcd840abfc3" providerId="LiveId" clId="{49CCD4F9-177C-4270-9A14-60236FF377E8}" dt="2026-04-07T03:16:23.999" v="5569" actId="33935"/>
          <ac:grpSpMkLst>
            <pc:docMk/>
            <pc:sldMk cId="889727352" sldId="292"/>
            <ac:grpSpMk id="76" creationId="{5B5DE685-9DFD-6A6F-3D5C-9149C6D80D6C}"/>
          </ac:grpSpMkLst>
        </pc:grpChg>
        <pc:grpChg chg="add del mod">
          <ac:chgData name="昕 许" userId="a2975fcd840abfc3" providerId="LiveId" clId="{49CCD4F9-177C-4270-9A14-60236FF377E8}" dt="2026-04-07T02:27:03.606" v="5130" actId="478"/>
          <ac:grpSpMkLst>
            <pc:docMk/>
            <pc:sldMk cId="889727352" sldId="292"/>
            <ac:grpSpMk id="90" creationId="{74706359-61E3-3611-3337-228FCB7AB6BD}"/>
          </ac:grpSpMkLst>
        </pc:grpChg>
        <pc:grpChg chg="mod modVis">
          <ac:chgData name="昕 许" userId="a2975fcd840abfc3" providerId="LiveId" clId="{49CCD4F9-177C-4270-9A14-60236FF377E8}" dt="2026-04-07T03:16:23.999" v="5569" actId="33935"/>
          <ac:grpSpMkLst>
            <pc:docMk/>
            <pc:sldMk cId="889727352" sldId="292"/>
            <ac:grpSpMk id="97" creationId="{F68DE1B6-935C-34E7-0BC8-BEC4EEC4022A}"/>
          </ac:grpSpMkLst>
        </pc:grpChg>
        <pc:grpChg chg="add del mod">
          <ac:chgData name="昕 许" userId="a2975fcd840abfc3" providerId="LiveId" clId="{49CCD4F9-177C-4270-9A14-60236FF377E8}" dt="2026-04-07T02:27:03.606" v="5130" actId="478"/>
          <ac:grpSpMkLst>
            <pc:docMk/>
            <pc:sldMk cId="889727352" sldId="292"/>
            <ac:grpSpMk id="105" creationId="{51C2755B-F71D-F799-33C9-9E6314027BA1}"/>
          </ac:grpSpMkLst>
        </pc:grpChg>
        <pc:grpChg chg="add del mod">
          <ac:chgData name="昕 许" userId="a2975fcd840abfc3" providerId="LiveId" clId="{49CCD4F9-177C-4270-9A14-60236FF377E8}" dt="2026-04-07T02:27:03.606" v="5130" actId="478"/>
          <ac:grpSpMkLst>
            <pc:docMk/>
            <pc:sldMk cId="889727352" sldId="292"/>
            <ac:grpSpMk id="109" creationId="{53E49CDF-7485-DE13-5BE4-4ACA6D8CD749}"/>
          </ac:grpSpMkLst>
        </pc:grpChg>
        <pc:grpChg chg="add mod">
          <ac:chgData name="昕 许" userId="a2975fcd840abfc3" providerId="LiveId" clId="{49CCD4F9-177C-4270-9A14-60236FF377E8}" dt="2026-04-07T02:46:38.088" v="5276"/>
          <ac:grpSpMkLst>
            <pc:docMk/>
            <pc:sldMk cId="889727352" sldId="292"/>
            <ac:grpSpMk id="125" creationId="{2775217B-99CB-189C-A00F-7B51027DEE11}"/>
          </ac:grpSpMkLst>
        </pc:grpChg>
        <pc:grpChg chg="mod modVis">
          <ac:chgData name="昕 许" userId="a2975fcd840abfc3" providerId="LiveId" clId="{49CCD4F9-177C-4270-9A14-60236FF377E8}" dt="2026-04-07T03:16:23.999" v="5569" actId="33935"/>
          <ac:grpSpMkLst>
            <pc:docMk/>
            <pc:sldMk cId="889727352" sldId="292"/>
            <ac:grpSpMk id="139" creationId="{D0361035-7D37-80B6-CCEC-6A304CA9F1B8}"/>
          </ac:grpSpMkLst>
        </pc:grpChg>
        <pc:picChg chg="add mod">
          <ac:chgData name="昕 许" userId="a2975fcd840abfc3" providerId="LiveId" clId="{49CCD4F9-177C-4270-9A14-60236FF377E8}" dt="2026-04-07T02:40:50.834" v="5245" actId="164"/>
          <ac:picMkLst>
            <pc:docMk/>
            <pc:sldMk cId="889727352" sldId="292"/>
            <ac:picMk id="12" creationId="{D59C73A2-B297-7397-9BA7-83C06DFCC076}"/>
          </ac:picMkLst>
        </pc:picChg>
        <pc:picChg chg="add mod">
          <ac:chgData name="昕 许" userId="a2975fcd840abfc3" providerId="LiveId" clId="{49CCD4F9-177C-4270-9A14-60236FF377E8}" dt="2026-04-07T02:40:50.834" v="5245" actId="164"/>
          <ac:picMkLst>
            <pc:docMk/>
            <pc:sldMk cId="889727352" sldId="292"/>
            <ac:picMk id="15" creationId="{AFDA51BD-9F88-BE70-F365-F97962D523F9}"/>
          </ac:picMkLst>
        </pc:picChg>
        <pc:picChg chg="add mod">
          <ac:chgData name="昕 许" userId="a2975fcd840abfc3" providerId="LiveId" clId="{49CCD4F9-177C-4270-9A14-60236FF377E8}" dt="2026-04-07T02:40:50.834" v="5245" actId="164"/>
          <ac:picMkLst>
            <pc:docMk/>
            <pc:sldMk cId="889727352" sldId="292"/>
            <ac:picMk id="16" creationId="{8FDE8E27-7F7D-7C15-7901-99661AC396A5}"/>
          </ac:picMkLst>
        </pc:picChg>
        <pc:picChg chg="add mod">
          <ac:chgData name="昕 许" userId="a2975fcd840abfc3" providerId="LiveId" clId="{49CCD4F9-177C-4270-9A14-60236FF377E8}" dt="2026-04-07T02:40:50.834" v="5245" actId="164"/>
          <ac:picMkLst>
            <pc:docMk/>
            <pc:sldMk cId="889727352" sldId="292"/>
            <ac:picMk id="17" creationId="{DCC54EDC-45D1-9511-45B0-166F99BCDE34}"/>
          </ac:picMkLst>
        </pc:picChg>
        <pc:picChg chg="add mod">
          <ac:chgData name="昕 许" userId="a2975fcd840abfc3" providerId="LiveId" clId="{49CCD4F9-177C-4270-9A14-60236FF377E8}" dt="2026-04-07T02:40:50.834" v="5245" actId="164"/>
          <ac:picMkLst>
            <pc:docMk/>
            <pc:sldMk cId="889727352" sldId="292"/>
            <ac:picMk id="18" creationId="{BDBDC38B-12F4-405C-B990-6FA16391F735}"/>
          </ac:picMkLst>
        </pc:picChg>
        <pc:picChg chg="add mod">
          <ac:chgData name="昕 许" userId="a2975fcd840abfc3" providerId="LiveId" clId="{49CCD4F9-177C-4270-9A14-60236FF377E8}" dt="2026-04-07T02:40:46.410" v="5244"/>
          <ac:picMkLst>
            <pc:docMk/>
            <pc:sldMk cId="889727352" sldId="292"/>
            <ac:picMk id="47" creationId="{A0B196B4-C46B-8D34-61D0-CAF8DA9C6BFC}"/>
          </ac:picMkLst>
        </pc:picChg>
        <pc:picChg chg="add mod">
          <ac:chgData name="昕 许" userId="a2975fcd840abfc3" providerId="LiveId" clId="{49CCD4F9-177C-4270-9A14-60236FF377E8}" dt="2026-04-07T02:40:46.410" v="5244"/>
          <ac:picMkLst>
            <pc:docMk/>
            <pc:sldMk cId="889727352" sldId="292"/>
            <ac:picMk id="48" creationId="{58EB8D49-EB5D-EA3F-DB77-C2A475697064}"/>
          </ac:picMkLst>
        </pc:picChg>
        <pc:picChg chg="add mod">
          <ac:chgData name="昕 许" userId="a2975fcd840abfc3" providerId="LiveId" clId="{49CCD4F9-177C-4270-9A14-60236FF377E8}" dt="2026-04-07T02:40:46.410" v="5244"/>
          <ac:picMkLst>
            <pc:docMk/>
            <pc:sldMk cId="889727352" sldId="292"/>
            <ac:picMk id="49" creationId="{DD070197-53C3-A8F4-9220-ECDFF50C7D4C}"/>
          </ac:picMkLst>
        </pc:picChg>
        <pc:picChg chg="add mod">
          <ac:chgData name="昕 许" userId="a2975fcd840abfc3" providerId="LiveId" clId="{49CCD4F9-177C-4270-9A14-60236FF377E8}" dt="2026-04-07T02:40:46.410" v="5244"/>
          <ac:picMkLst>
            <pc:docMk/>
            <pc:sldMk cId="889727352" sldId="292"/>
            <ac:picMk id="50" creationId="{2A82CAB7-7BA8-0339-C783-CD12AEA1B811}"/>
          </ac:picMkLst>
        </pc:picChg>
        <pc:picChg chg="add mod">
          <ac:chgData name="昕 许" userId="a2975fcd840abfc3" providerId="LiveId" clId="{49CCD4F9-177C-4270-9A14-60236FF377E8}" dt="2026-04-07T02:40:46.410" v="5244"/>
          <ac:picMkLst>
            <pc:docMk/>
            <pc:sldMk cId="889727352" sldId="292"/>
            <ac:picMk id="51" creationId="{0039C0FF-FC31-7FAC-FB54-30C2F88AE9A8}"/>
          </ac:picMkLst>
        </pc:picChg>
        <pc:picChg chg="mod">
          <ac:chgData name="昕 许" userId="a2975fcd840abfc3" providerId="LiveId" clId="{49CCD4F9-177C-4270-9A14-60236FF377E8}" dt="2026-04-07T02:43:17.753" v="5250" actId="20577"/>
          <ac:picMkLst>
            <pc:docMk/>
            <pc:sldMk cId="889727352" sldId="292"/>
            <ac:picMk id="64" creationId="{AB030DEE-D194-2D9F-4FD2-04FD0645612F}"/>
          </ac:picMkLst>
        </pc:picChg>
        <pc:picChg chg="del mod">
          <ac:chgData name="昕 许" userId="a2975fcd840abfc3" providerId="LiveId" clId="{49CCD4F9-177C-4270-9A14-60236FF377E8}" dt="2026-04-07T02:43:27.902" v="5253" actId="478"/>
          <ac:picMkLst>
            <pc:docMk/>
            <pc:sldMk cId="889727352" sldId="292"/>
            <ac:picMk id="65" creationId="{736625B1-95EE-F6D4-9CBC-017DC1CAD4E3}"/>
          </ac:picMkLst>
        </pc:picChg>
        <pc:picChg chg="mod">
          <ac:chgData name="昕 许" userId="a2975fcd840abfc3" providerId="LiveId" clId="{49CCD4F9-177C-4270-9A14-60236FF377E8}" dt="2026-04-07T02:43:17.753" v="5250" actId="20577"/>
          <ac:picMkLst>
            <pc:docMk/>
            <pc:sldMk cId="889727352" sldId="292"/>
            <ac:picMk id="66" creationId="{FD7A5C8D-FDCB-1887-698A-F130D284DB38}"/>
          </ac:picMkLst>
        </pc:picChg>
        <pc:picChg chg="mod">
          <ac:chgData name="昕 许" userId="a2975fcd840abfc3" providerId="LiveId" clId="{49CCD4F9-177C-4270-9A14-60236FF377E8}" dt="2026-04-07T02:43:17.753" v="5250" actId="20577"/>
          <ac:picMkLst>
            <pc:docMk/>
            <pc:sldMk cId="889727352" sldId="292"/>
            <ac:picMk id="67" creationId="{35F7E270-4FD8-84FE-1F40-62DBE0A9415B}"/>
          </ac:picMkLst>
        </pc:picChg>
        <pc:picChg chg="mod">
          <ac:chgData name="昕 许" userId="a2975fcd840abfc3" providerId="LiveId" clId="{49CCD4F9-177C-4270-9A14-60236FF377E8}" dt="2026-04-07T02:43:17.753" v="5250" actId="20577"/>
          <ac:picMkLst>
            <pc:docMk/>
            <pc:sldMk cId="889727352" sldId="292"/>
            <ac:picMk id="68" creationId="{79FDDFE3-9AA6-75EA-05B1-EA19312FFAD7}"/>
          </ac:picMkLst>
        </pc:picChg>
        <pc:picChg chg="mod">
          <ac:chgData name="昕 许" userId="a2975fcd840abfc3" providerId="LiveId" clId="{49CCD4F9-177C-4270-9A14-60236FF377E8}" dt="2026-04-07T02:44:12.865" v="5264" actId="20577"/>
          <ac:picMkLst>
            <pc:docMk/>
            <pc:sldMk cId="889727352" sldId="292"/>
            <ac:picMk id="81" creationId="{28EDC238-3566-1EC2-2EA9-59C72644DC35}"/>
          </ac:picMkLst>
        </pc:picChg>
        <pc:picChg chg="mod">
          <ac:chgData name="昕 许" userId="a2975fcd840abfc3" providerId="LiveId" clId="{49CCD4F9-177C-4270-9A14-60236FF377E8}" dt="2026-04-07T02:44:12.865" v="5264" actId="20577"/>
          <ac:picMkLst>
            <pc:docMk/>
            <pc:sldMk cId="889727352" sldId="292"/>
            <ac:picMk id="82" creationId="{67D01629-AC4E-3DD4-8021-B35CD461028E}"/>
          </ac:picMkLst>
        </pc:picChg>
        <pc:picChg chg="del mod">
          <ac:chgData name="昕 许" userId="a2975fcd840abfc3" providerId="LiveId" clId="{49CCD4F9-177C-4270-9A14-60236FF377E8}" dt="2026-04-07T02:43:57.403" v="5259" actId="478"/>
          <ac:picMkLst>
            <pc:docMk/>
            <pc:sldMk cId="889727352" sldId="292"/>
            <ac:picMk id="83" creationId="{9663090B-110F-B2A8-F10C-D82FAE28792E}"/>
          </ac:picMkLst>
        </pc:picChg>
        <pc:picChg chg="mod">
          <ac:chgData name="昕 许" userId="a2975fcd840abfc3" providerId="LiveId" clId="{49CCD4F9-177C-4270-9A14-60236FF377E8}" dt="2026-04-07T02:44:12.865" v="5264" actId="20577"/>
          <ac:picMkLst>
            <pc:docMk/>
            <pc:sldMk cId="889727352" sldId="292"/>
            <ac:picMk id="84" creationId="{A3863FBC-96BE-EC76-AA13-13AB1DF699B8}"/>
          </ac:picMkLst>
        </pc:picChg>
        <pc:picChg chg="mod">
          <ac:chgData name="昕 许" userId="a2975fcd840abfc3" providerId="LiveId" clId="{49CCD4F9-177C-4270-9A14-60236FF377E8}" dt="2026-04-07T02:45:52.467" v="5274" actId="20577"/>
          <ac:picMkLst>
            <pc:docMk/>
            <pc:sldMk cId="889727352" sldId="292"/>
            <ac:picMk id="113" creationId="{5A96FA66-E019-FF9F-1DC5-81569E43E691}"/>
          </ac:picMkLst>
        </pc:picChg>
        <pc:picChg chg="mod">
          <ac:chgData name="昕 许" userId="a2975fcd840abfc3" providerId="LiveId" clId="{49CCD4F9-177C-4270-9A14-60236FF377E8}" dt="2026-04-07T02:45:52.467" v="5274" actId="20577"/>
          <ac:picMkLst>
            <pc:docMk/>
            <pc:sldMk cId="889727352" sldId="292"/>
            <ac:picMk id="114" creationId="{32BC448D-CC01-6BC3-A59B-ED5B0B6A6595}"/>
          </ac:picMkLst>
        </pc:picChg>
        <pc:picChg chg="mod">
          <ac:chgData name="昕 许" userId="a2975fcd840abfc3" providerId="LiveId" clId="{49CCD4F9-177C-4270-9A14-60236FF377E8}" dt="2026-04-07T02:45:52.467" v="5274" actId="20577"/>
          <ac:picMkLst>
            <pc:docMk/>
            <pc:sldMk cId="889727352" sldId="292"/>
            <ac:picMk id="115" creationId="{99C6CA98-8A8D-6291-F773-3C8AAC65D326}"/>
          </ac:picMkLst>
        </pc:picChg>
        <pc:picChg chg="del mod">
          <ac:chgData name="昕 许" userId="a2975fcd840abfc3" providerId="LiveId" clId="{49CCD4F9-177C-4270-9A14-60236FF377E8}" dt="2026-04-07T02:45:35.059" v="5270" actId="478"/>
          <ac:picMkLst>
            <pc:docMk/>
            <pc:sldMk cId="889727352" sldId="292"/>
            <ac:picMk id="116" creationId="{4CB596F8-4473-D886-ADE3-4C218EE24224}"/>
          </ac:picMkLst>
        </pc:picChg>
        <pc:picChg chg="mod">
          <ac:chgData name="昕 许" userId="a2975fcd840abfc3" providerId="LiveId" clId="{49CCD4F9-177C-4270-9A14-60236FF377E8}" dt="2026-04-07T02:45:52.467" v="5274" actId="20577"/>
          <ac:picMkLst>
            <pc:docMk/>
            <pc:sldMk cId="889727352" sldId="292"/>
            <ac:picMk id="117" creationId="{9C3BC218-DD46-C4E3-EFB7-B0BC4B380280}"/>
          </ac:picMkLst>
        </pc:picChg>
        <pc:picChg chg="mod">
          <ac:chgData name="昕 许" userId="a2975fcd840abfc3" providerId="LiveId" clId="{49CCD4F9-177C-4270-9A14-60236FF377E8}" dt="2026-04-07T02:46:38.088" v="5276"/>
          <ac:picMkLst>
            <pc:docMk/>
            <pc:sldMk cId="889727352" sldId="292"/>
            <ac:picMk id="131" creationId="{60669EE0-64F9-5800-F719-7FE8538EAA6B}"/>
          </ac:picMkLst>
        </pc:picChg>
        <pc:picChg chg="mod">
          <ac:chgData name="昕 许" userId="a2975fcd840abfc3" providerId="LiveId" clId="{49CCD4F9-177C-4270-9A14-60236FF377E8}" dt="2026-04-07T02:46:38.088" v="5276"/>
          <ac:picMkLst>
            <pc:docMk/>
            <pc:sldMk cId="889727352" sldId="292"/>
            <ac:picMk id="132" creationId="{E3088C30-1DEB-8769-422D-2AE6CE41AC12}"/>
          </ac:picMkLst>
        </pc:picChg>
        <pc:picChg chg="mod">
          <ac:chgData name="昕 许" userId="a2975fcd840abfc3" providerId="LiveId" clId="{49CCD4F9-177C-4270-9A14-60236FF377E8}" dt="2026-04-07T02:46:38.088" v="5276"/>
          <ac:picMkLst>
            <pc:docMk/>
            <pc:sldMk cId="889727352" sldId="292"/>
            <ac:picMk id="133" creationId="{BCC9719B-BDAB-0F9B-40E3-A0CF5E98017A}"/>
          </ac:picMkLst>
        </pc:picChg>
        <pc:picChg chg="mod">
          <ac:chgData name="昕 许" userId="a2975fcd840abfc3" providerId="LiveId" clId="{49CCD4F9-177C-4270-9A14-60236FF377E8}" dt="2026-04-07T02:46:38.088" v="5276"/>
          <ac:picMkLst>
            <pc:docMk/>
            <pc:sldMk cId="889727352" sldId="292"/>
            <ac:picMk id="134" creationId="{88E8C7A0-76A2-9803-F446-74C3763D3174}"/>
          </ac:picMkLst>
        </pc:picChg>
        <pc:picChg chg="mod">
          <ac:chgData name="昕 许" userId="a2975fcd840abfc3" providerId="LiveId" clId="{49CCD4F9-177C-4270-9A14-60236FF377E8}" dt="2026-04-07T02:48:41.856" v="5297" actId="20577"/>
          <ac:picMkLst>
            <pc:docMk/>
            <pc:sldMk cId="889727352" sldId="292"/>
            <ac:picMk id="144" creationId="{B68A9495-F052-7ACD-686B-9A22553A0914}"/>
          </ac:picMkLst>
        </pc:picChg>
        <pc:picChg chg="mod">
          <ac:chgData name="昕 许" userId="a2975fcd840abfc3" providerId="LiveId" clId="{49CCD4F9-177C-4270-9A14-60236FF377E8}" dt="2026-04-07T02:48:41.856" v="5297" actId="20577"/>
          <ac:picMkLst>
            <pc:docMk/>
            <pc:sldMk cId="889727352" sldId="292"/>
            <ac:picMk id="145" creationId="{9849CAB1-7A5C-E0F6-848D-89E50F9CBCF0}"/>
          </ac:picMkLst>
        </pc:picChg>
        <pc:picChg chg="del mod">
          <ac:chgData name="昕 许" userId="a2975fcd840abfc3" providerId="LiveId" clId="{49CCD4F9-177C-4270-9A14-60236FF377E8}" dt="2026-04-07T02:48:22.182" v="5288" actId="478"/>
          <ac:picMkLst>
            <pc:docMk/>
            <pc:sldMk cId="889727352" sldId="292"/>
            <ac:picMk id="146" creationId="{E30A054C-17AB-D5BD-FB4D-EF09572DB24F}"/>
          </ac:picMkLst>
        </pc:picChg>
        <pc:picChg chg="mod">
          <ac:chgData name="昕 许" userId="a2975fcd840abfc3" providerId="LiveId" clId="{49CCD4F9-177C-4270-9A14-60236FF377E8}" dt="2026-04-07T02:48:41.856" v="5297" actId="20577"/>
          <ac:picMkLst>
            <pc:docMk/>
            <pc:sldMk cId="889727352" sldId="292"/>
            <ac:picMk id="147" creationId="{CD789F7A-F9E0-25CF-A807-BD35F66C89BD}"/>
          </ac:picMkLst>
        </pc:picChg>
        <pc:picChg chg="mod">
          <ac:chgData name="昕 许" userId="a2975fcd840abfc3" providerId="LiveId" clId="{49CCD4F9-177C-4270-9A14-60236FF377E8}" dt="2026-04-07T02:48:41.856" v="5297" actId="20577"/>
          <ac:picMkLst>
            <pc:docMk/>
            <pc:sldMk cId="889727352" sldId="292"/>
            <ac:picMk id="148" creationId="{940870F1-DBC7-6145-66B3-AAE8227AB50A}"/>
          </ac:picMkLst>
        </pc:picChg>
        <pc:cxnChg chg="add del mod">
          <ac:chgData name="昕 许" userId="a2975fcd840abfc3" providerId="LiveId" clId="{49CCD4F9-177C-4270-9A14-60236FF377E8}" dt="2026-04-07T02:36:50.739" v="5174" actId="478"/>
          <ac:cxnSpMkLst>
            <pc:docMk/>
            <pc:sldMk cId="889727352" sldId="292"/>
            <ac:cxnSpMk id="14" creationId="{0A8C7BD7-E5B6-9C27-6E01-D6CE6F91C5FF}"/>
          </ac:cxnSpMkLst>
        </pc:cxnChg>
        <pc:cxnChg chg="add mod">
          <ac:chgData name="昕 许" userId="a2975fcd840abfc3" providerId="LiveId" clId="{49CCD4F9-177C-4270-9A14-60236FF377E8}" dt="2026-04-07T03:17:50.048" v="5583" actId="1582"/>
          <ac:cxnSpMkLst>
            <pc:docMk/>
            <pc:sldMk cId="889727352" sldId="292"/>
            <ac:cxnSpMk id="20" creationId="{1BB333A7-9A52-7EC7-6C6B-D58FE11313F2}"/>
          </ac:cxnSpMkLst>
        </pc:cxnChg>
        <pc:cxnChg chg="add mod">
          <ac:chgData name="昕 许" userId="a2975fcd840abfc3" providerId="LiveId" clId="{49CCD4F9-177C-4270-9A14-60236FF377E8}" dt="2026-04-07T03:17:50.048" v="5583" actId="1582"/>
          <ac:cxnSpMkLst>
            <pc:docMk/>
            <pc:sldMk cId="889727352" sldId="292"/>
            <ac:cxnSpMk id="24" creationId="{49E407E1-D7C0-B2EA-BBFA-10CAD3B28B0F}"/>
          </ac:cxnSpMkLst>
        </pc:cxnChg>
        <pc:cxnChg chg="add mod">
          <ac:chgData name="昕 许" userId="a2975fcd840abfc3" providerId="LiveId" clId="{49CCD4F9-177C-4270-9A14-60236FF377E8}" dt="2026-04-07T03:17:50.048" v="5583" actId="1582"/>
          <ac:cxnSpMkLst>
            <pc:docMk/>
            <pc:sldMk cId="889727352" sldId="292"/>
            <ac:cxnSpMk id="28" creationId="{6F372100-FAFA-0BD7-4F69-E0559AFC4087}"/>
          </ac:cxnSpMkLst>
        </pc:cxnChg>
        <pc:cxnChg chg="add mod">
          <ac:chgData name="昕 许" userId="a2975fcd840abfc3" providerId="LiveId" clId="{49CCD4F9-177C-4270-9A14-60236FF377E8}" dt="2026-04-07T03:17:50.048" v="5583" actId="1582"/>
          <ac:cxnSpMkLst>
            <pc:docMk/>
            <pc:sldMk cId="889727352" sldId="292"/>
            <ac:cxnSpMk id="35" creationId="{1682166B-F737-5D7F-A78D-B12997AD1F56}"/>
          </ac:cxnSpMkLst>
        </pc:cxnChg>
        <pc:cxnChg chg="del mod">
          <ac:chgData name="昕 许" userId="a2975fcd840abfc3" providerId="LiveId" clId="{49CCD4F9-177C-4270-9A14-60236FF377E8}" dt="2026-04-07T02:43:29.436" v="5254" actId="478"/>
          <ac:cxnSpMkLst>
            <pc:docMk/>
            <pc:sldMk cId="889727352" sldId="292"/>
            <ac:cxnSpMk id="69" creationId="{8A604EE1-3C18-CE58-5DBD-91413187C903}"/>
          </ac:cxnSpMkLst>
        </pc:cxnChg>
        <pc:cxnChg chg="mod">
          <ac:chgData name="昕 许" userId="a2975fcd840abfc3" providerId="LiveId" clId="{49CCD4F9-177C-4270-9A14-60236FF377E8}" dt="2026-04-07T03:17:32.139" v="5579" actId="1582"/>
          <ac:cxnSpMkLst>
            <pc:docMk/>
            <pc:sldMk cId="889727352" sldId="292"/>
            <ac:cxnSpMk id="70" creationId="{C6DB2933-18BA-7252-DF57-8D01BE566D1B}"/>
          </ac:cxnSpMkLst>
        </pc:cxnChg>
        <pc:cxnChg chg="mod">
          <ac:chgData name="昕 许" userId="a2975fcd840abfc3" providerId="LiveId" clId="{49CCD4F9-177C-4270-9A14-60236FF377E8}" dt="2026-04-07T03:17:24.469" v="5577" actId="208"/>
          <ac:cxnSpMkLst>
            <pc:docMk/>
            <pc:sldMk cId="889727352" sldId="292"/>
            <ac:cxnSpMk id="71" creationId="{3F2310E1-2B78-6595-B090-F4DAEAED2A26}"/>
          </ac:cxnSpMkLst>
        </pc:cxnChg>
        <pc:cxnChg chg="mod">
          <ac:chgData name="昕 许" userId="a2975fcd840abfc3" providerId="LiveId" clId="{49CCD4F9-177C-4270-9A14-60236FF377E8}" dt="2026-04-07T03:17:24.469" v="5577" actId="208"/>
          <ac:cxnSpMkLst>
            <pc:docMk/>
            <pc:sldMk cId="889727352" sldId="292"/>
            <ac:cxnSpMk id="72" creationId="{D54A857E-4CEB-7C15-8F62-173690944FFE}"/>
          </ac:cxnSpMkLst>
        </pc:cxnChg>
        <pc:cxnChg chg="mod">
          <ac:chgData name="昕 许" userId="a2975fcd840abfc3" providerId="LiveId" clId="{49CCD4F9-177C-4270-9A14-60236FF377E8}" dt="2026-04-07T03:17:15.464" v="5575" actId="208"/>
          <ac:cxnSpMkLst>
            <pc:docMk/>
            <pc:sldMk cId="889727352" sldId="292"/>
            <ac:cxnSpMk id="85" creationId="{0C1E0BBB-42EA-D19D-B8DC-3E42D0543A4E}"/>
          </ac:cxnSpMkLst>
        </pc:cxnChg>
        <pc:cxnChg chg="del mod">
          <ac:chgData name="昕 许" userId="a2975fcd840abfc3" providerId="LiveId" clId="{49CCD4F9-177C-4270-9A14-60236FF377E8}" dt="2026-04-07T02:43:59.963" v="5260" actId="478"/>
          <ac:cxnSpMkLst>
            <pc:docMk/>
            <pc:sldMk cId="889727352" sldId="292"/>
            <ac:cxnSpMk id="86" creationId="{E405FA2F-2C5F-EBEF-B537-2FF694396E9A}"/>
          </ac:cxnSpMkLst>
        </pc:cxnChg>
        <pc:cxnChg chg="mod">
          <ac:chgData name="昕 许" userId="a2975fcd840abfc3" providerId="LiveId" clId="{49CCD4F9-177C-4270-9A14-60236FF377E8}" dt="2026-04-07T03:17:15.464" v="5575" actId="208"/>
          <ac:cxnSpMkLst>
            <pc:docMk/>
            <pc:sldMk cId="889727352" sldId="292"/>
            <ac:cxnSpMk id="88" creationId="{A3D2A915-F689-1F3A-45E5-9023E4AD2245}"/>
          </ac:cxnSpMkLst>
        </pc:cxnChg>
        <pc:cxnChg chg="mod">
          <ac:chgData name="昕 许" userId="a2975fcd840abfc3" providerId="LiveId" clId="{49CCD4F9-177C-4270-9A14-60236FF377E8}" dt="2026-04-07T03:17:02.541" v="5573" actId="208"/>
          <ac:cxnSpMkLst>
            <pc:docMk/>
            <pc:sldMk cId="889727352" sldId="292"/>
            <ac:cxnSpMk id="118" creationId="{723DC292-71CC-5AD1-6B1C-F5032F94FBA7}"/>
          </ac:cxnSpMkLst>
        </pc:cxnChg>
        <pc:cxnChg chg="mod">
          <ac:chgData name="昕 许" userId="a2975fcd840abfc3" providerId="LiveId" clId="{49CCD4F9-177C-4270-9A14-60236FF377E8}" dt="2026-04-07T03:17:02.541" v="5573" actId="208"/>
          <ac:cxnSpMkLst>
            <pc:docMk/>
            <pc:sldMk cId="889727352" sldId="292"/>
            <ac:cxnSpMk id="119" creationId="{A1365560-9FFA-AF70-7651-6127B6C5788B}"/>
          </ac:cxnSpMkLst>
        </pc:cxnChg>
        <pc:cxnChg chg="del mod">
          <ac:chgData name="昕 许" userId="a2975fcd840abfc3" providerId="LiveId" clId="{49CCD4F9-177C-4270-9A14-60236FF377E8}" dt="2026-04-07T02:45:18.722" v="5269" actId="478"/>
          <ac:cxnSpMkLst>
            <pc:docMk/>
            <pc:sldMk cId="889727352" sldId="292"/>
            <ac:cxnSpMk id="120" creationId="{BE30E9B7-2F7F-C5B5-987C-01DC95018EAA}"/>
          </ac:cxnSpMkLst>
        </pc:cxnChg>
        <pc:cxnChg chg="mod">
          <ac:chgData name="昕 许" userId="a2975fcd840abfc3" providerId="LiveId" clId="{49CCD4F9-177C-4270-9A14-60236FF377E8}" dt="2026-04-07T03:17:02.541" v="5573" actId="208"/>
          <ac:cxnSpMkLst>
            <pc:docMk/>
            <pc:sldMk cId="889727352" sldId="292"/>
            <ac:cxnSpMk id="121" creationId="{A0F9C268-7001-8D06-B720-8652DDED3F08}"/>
          </ac:cxnSpMkLst>
        </pc:cxnChg>
        <pc:cxnChg chg="mod">
          <ac:chgData name="昕 许" userId="a2975fcd840abfc3" providerId="LiveId" clId="{49CCD4F9-177C-4270-9A14-60236FF377E8}" dt="2026-04-07T03:16:44.573" v="5571" actId="1582"/>
          <ac:cxnSpMkLst>
            <pc:docMk/>
            <pc:sldMk cId="889727352" sldId="292"/>
            <ac:cxnSpMk id="149" creationId="{44E5AA58-1D4F-D3E7-F23D-9974C4D0AE16}"/>
          </ac:cxnSpMkLst>
        </pc:cxnChg>
        <pc:cxnChg chg="mod">
          <ac:chgData name="昕 许" userId="a2975fcd840abfc3" providerId="LiveId" clId="{49CCD4F9-177C-4270-9A14-60236FF377E8}" dt="2026-04-07T03:16:44.573" v="5571" actId="1582"/>
          <ac:cxnSpMkLst>
            <pc:docMk/>
            <pc:sldMk cId="889727352" sldId="292"/>
            <ac:cxnSpMk id="150" creationId="{604F0CAC-E960-3039-ACD6-10E340663C47}"/>
          </ac:cxnSpMkLst>
        </pc:cxnChg>
        <pc:cxnChg chg="del mod">
          <ac:chgData name="昕 许" userId="a2975fcd840abfc3" providerId="LiveId" clId="{49CCD4F9-177C-4270-9A14-60236FF377E8}" dt="2026-04-07T02:48:24.115" v="5289" actId="478"/>
          <ac:cxnSpMkLst>
            <pc:docMk/>
            <pc:sldMk cId="889727352" sldId="292"/>
            <ac:cxnSpMk id="151" creationId="{1FBBEADF-9D5A-648D-5B20-8CE40DAF2CE0}"/>
          </ac:cxnSpMkLst>
        </pc:cxnChg>
        <pc:cxnChg chg="mod">
          <ac:chgData name="昕 许" userId="a2975fcd840abfc3" providerId="LiveId" clId="{49CCD4F9-177C-4270-9A14-60236FF377E8}" dt="2026-04-07T03:16:44.573" v="5571" actId="1582"/>
          <ac:cxnSpMkLst>
            <pc:docMk/>
            <pc:sldMk cId="889727352" sldId="292"/>
            <ac:cxnSpMk id="152" creationId="{E6904334-E12A-EF31-26FF-7514F4077D70}"/>
          </ac:cxnSpMkLst>
        </pc:cxnChg>
      </pc:sldChg>
      <pc:sldChg chg="addSp delSp modSp add del mod">
        <pc:chgData name="昕 许" userId="a2975fcd840abfc3" providerId="LiveId" clId="{49CCD4F9-177C-4270-9A14-60236FF377E8}" dt="2026-04-07T08:26:40.889" v="6078" actId="47"/>
        <pc:sldMkLst>
          <pc:docMk/>
          <pc:sldMk cId="166030626" sldId="293"/>
        </pc:sldMkLst>
        <pc:spChg chg="mod">
          <ac:chgData name="昕 许" userId="a2975fcd840abfc3" providerId="LiveId" clId="{49CCD4F9-177C-4270-9A14-60236FF377E8}" dt="2026-04-07T05:05:16.589" v="5915" actId="207"/>
          <ac:spMkLst>
            <pc:docMk/>
            <pc:sldMk cId="166030626" sldId="293"/>
            <ac:spMk id="4" creationId="{1294D433-D466-71CD-514E-9B42AADB2CA0}"/>
          </ac:spMkLst>
        </pc:spChg>
        <pc:spChg chg="add del mod">
          <ac:chgData name="昕 许" userId="a2975fcd840abfc3" providerId="LiveId" clId="{49CCD4F9-177C-4270-9A14-60236FF377E8}" dt="2026-04-07T02:52:56.234" v="5402" actId="478"/>
          <ac:spMkLst>
            <pc:docMk/>
            <pc:sldMk cId="166030626" sldId="293"/>
            <ac:spMk id="5" creationId="{E9C78F63-3FB3-4402-E43E-DD04923ED53C}"/>
          </ac:spMkLst>
        </pc:spChg>
        <pc:spChg chg="add del mod">
          <ac:chgData name="昕 许" userId="a2975fcd840abfc3" providerId="LiveId" clId="{49CCD4F9-177C-4270-9A14-60236FF377E8}" dt="2026-04-07T02:54:23.633" v="5437" actId="478"/>
          <ac:spMkLst>
            <pc:docMk/>
            <pc:sldMk cId="166030626" sldId="293"/>
            <ac:spMk id="7" creationId="{33F5260F-5857-3604-1285-D4BA236E64DA}"/>
          </ac:spMkLst>
        </pc:spChg>
        <pc:spChg chg="mod">
          <ac:chgData name="昕 许" userId="a2975fcd840abfc3" providerId="LiveId" clId="{49CCD4F9-177C-4270-9A14-60236FF377E8}" dt="2026-04-07T05:20:41.364" v="6069" actId="207"/>
          <ac:spMkLst>
            <pc:docMk/>
            <pc:sldMk cId="166030626" sldId="293"/>
            <ac:spMk id="9" creationId="{3B898E4E-35CF-ACB2-78F3-C6D54E2E9EA8}"/>
          </ac:spMkLst>
        </pc:spChg>
        <pc:spChg chg="mod">
          <ac:chgData name="昕 许" userId="a2975fcd840abfc3" providerId="LiveId" clId="{49CCD4F9-177C-4270-9A14-60236FF377E8}" dt="2026-04-07T03:18:38.890" v="5586" actId="164"/>
          <ac:spMkLst>
            <pc:docMk/>
            <pc:sldMk cId="166030626" sldId="293"/>
            <ac:spMk id="11" creationId="{2B757F93-CF5D-180A-D740-DD67982861E9}"/>
          </ac:spMkLst>
        </pc:spChg>
        <pc:spChg chg="mod">
          <ac:chgData name="昕 许" userId="a2975fcd840abfc3" providerId="LiveId" clId="{49CCD4F9-177C-4270-9A14-60236FF377E8}" dt="2026-04-07T05:05:57.737" v="5933" actId="113"/>
          <ac:spMkLst>
            <pc:docMk/>
            <pc:sldMk cId="166030626" sldId="293"/>
            <ac:spMk id="14" creationId="{74AFA31C-214D-E266-85EB-A23C412BFEF0}"/>
          </ac:spMkLst>
        </pc:spChg>
        <pc:spChg chg="mod">
          <ac:chgData name="昕 许" userId="a2975fcd840abfc3" providerId="LiveId" clId="{49CCD4F9-177C-4270-9A14-60236FF377E8}" dt="2026-04-07T02:53:40.632" v="5422" actId="20577"/>
          <ac:spMkLst>
            <pc:docMk/>
            <pc:sldMk cId="166030626" sldId="293"/>
            <ac:spMk id="19" creationId="{AFFBE284-1BBD-F1F6-5BDE-EB5432797462}"/>
          </ac:spMkLst>
        </pc:spChg>
        <pc:spChg chg="mod">
          <ac:chgData name="昕 许" userId="a2975fcd840abfc3" providerId="LiveId" clId="{49CCD4F9-177C-4270-9A14-60236FF377E8}" dt="2026-04-07T02:53:40.632" v="5422" actId="20577"/>
          <ac:spMkLst>
            <pc:docMk/>
            <pc:sldMk cId="166030626" sldId="293"/>
            <ac:spMk id="21" creationId="{1D8E402A-5D3A-84D4-0107-2328443EADB2}"/>
          </ac:spMkLst>
        </pc:spChg>
        <pc:spChg chg="del mod">
          <ac:chgData name="昕 许" userId="a2975fcd840abfc3" providerId="LiveId" clId="{49CCD4F9-177C-4270-9A14-60236FF377E8}" dt="2026-04-07T02:53:42.327" v="5423" actId="478"/>
          <ac:spMkLst>
            <pc:docMk/>
            <pc:sldMk cId="166030626" sldId="293"/>
            <ac:spMk id="22" creationId="{1C8E44F5-BE8A-1964-139A-6F506F9FB237}"/>
          </ac:spMkLst>
        </pc:spChg>
        <pc:spChg chg="mod">
          <ac:chgData name="昕 许" userId="a2975fcd840abfc3" providerId="LiveId" clId="{49CCD4F9-177C-4270-9A14-60236FF377E8}" dt="2026-04-07T05:05:36.878" v="5924" actId="207"/>
          <ac:spMkLst>
            <pc:docMk/>
            <pc:sldMk cId="166030626" sldId="293"/>
            <ac:spMk id="34" creationId="{3C7B0A32-8A5D-15D0-72CA-F8BE0D776ECC}"/>
          </ac:spMkLst>
        </pc:spChg>
        <pc:spChg chg="mod">
          <ac:chgData name="昕 许" userId="a2975fcd840abfc3" providerId="LiveId" clId="{49CCD4F9-177C-4270-9A14-60236FF377E8}" dt="2026-04-07T05:05:57.737" v="5933" actId="113"/>
          <ac:spMkLst>
            <pc:docMk/>
            <pc:sldMk cId="166030626" sldId="293"/>
            <ac:spMk id="37" creationId="{2867D529-8829-38B7-D695-E9B79A0C598B}"/>
          </ac:spMkLst>
        </pc:spChg>
        <pc:spChg chg="mod">
          <ac:chgData name="昕 许" userId="a2975fcd840abfc3" providerId="LiveId" clId="{49CCD4F9-177C-4270-9A14-60236FF377E8}" dt="2026-04-07T05:05:57.737" v="5933" actId="113"/>
          <ac:spMkLst>
            <pc:docMk/>
            <pc:sldMk cId="166030626" sldId="293"/>
            <ac:spMk id="38" creationId="{48A20A12-3476-4CBF-74F2-21D907EAB01B}"/>
          </ac:spMkLst>
        </pc:spChg>
        <pc:spChg chg="mod">
          <ac:chgData name="昕 许" userId="a2975fcd840abfc3" providerId="LiveId" clId="{49CCD4F9-177C-4270-9A14-60236FF377E8}" dt="2026-04-07T02:53:29.068" v="5414" actId="20577"/>
          <ac:spMkLst>
            <pc:docMk/>
            <pc:sldMk cId="166030626" sldId="293"/>
            <ac:spMk id="39" creationId="{EB45A7E1-72B0-2423-0857-BD32A5987873}"/>
          </ac:spMkLst>
        </pc:spChg>
        <pc:spChg chg="mod">
          <ac:chgData name="昕 许" userId="a2975fcd840abfc3" providerId="LiveId" clId="{49CCD4F9-177C-4270-9A14-60236FF377E8}" dt="2026-04-07T05:05:14.610" v="5914" actId="113"/>
          <ac:spMkLst>
            <pc:docMk/>
            <pc:sldMk cId="166030626" sldId="293"/>
            <ac:spMk id="40" creationId="{596B37C3-F26C-8251-A3E9-A9752C3D7317}"/>
          </ac:spMkLst>
        </pc:spChg>
        <pc:spChg chg="del mod">
          <ac:chgData name="昕 许" userId="a2975fcd840abfc3" providerId="LiveId" clId="{49CCD4F9-177C-4270-9A14-60236FF377E8}" dt="2026-04-07T02:53:24.465" v="5410" actId="478"/>
          <ac:spMkLst>
            <pc:docMk/>
            <pc:sldMk cId="166030626" sldId="293"/>
            <ac:spMk id="41" creationId="{B4D53788-5597-4C2F-5749-1FAE8DF2C650}"/>
          </ac:spMkLst>
        </pc:spChg>
        <pc:spChg chg="mod">
          <ac:chgData name="昕 许" userId="a2975fcd840abfc3" providerId="LiveId" clId="{49CCD4F9-177C-4270-9A14-60236FF377E8}" dt="2026-04-07T05:05:57.737" v="5933" actId="113"/>
          <ac:spMkLst>
            <pc:docMk/>
            <pc:sldMk cId="166030626" sldId="293"/>
            <ac:spMk id="49" creationId="{C554CF56-A2BC-9502-8D35-7AC2C434BD9A}"/>
          </ac:spMkLst>
        </pc:spChg>
        <pc:spChg chg="mod">
          <ac:chgData name="昕 许" userId="a2975fcd840abfc3" providerId="LiveId" clId="{49CCD4F9-177C-4270-9A14-60236FF377E8}" dt="2026-04-07T02:52:38.621" v="5396" actId="165"/>
          <ac:spMkLst>
            <pc:docMk/>
            <pc:sldMk cId="166030626" sldId="293"/>
            <ac:spMk id="51" creationId="{F5B02B14-AFF1-9C2A-1B11-84CB56F729A8}"/>
          </ac:spMkLst>
        </pc:spChg>
        <pc:spChg chg="mod">
          <ac:chgData name="昕 许" userId="a2975fcd840abfc3" providerId="LiveId" clId="{49CCD4F9-177C-4270-9A14-60236FF377E8}" dt="2026-04-07T02:52:38.621" v="5396" actId="165"/>
          <ac:spMkLst>
            <pc:docMk/>
            <pc:sldMk cId="166030626" sldId="293"/>
            <ac:spMk id="52" creationId="{C3196CAE-59D5-13F4-A14C-7C113BAA31A5}"/>
          </ac:spMkLst>
        </pc:spChg>
        <pc:spChg chg="mod">
          <ac:chgData name="昕 许" userId="a2975fcd840abfc3" providerId="LiveId" clId="{49CCD4F9-177C-4270-9A14-60236FF377E8}" dt="2026-04-07T05:05:21.246" v="5919" actId="207"/>
          <ac:spMkLst>
            <pc:docMk/>
            <pc:sldMk cId="166030626" sldId="293"/>
            <ac:spMk id="60" creationId="{018C6C62-6D85-19D0-D69A-67DB99F47255}"/>
          </ac:spMkLst>
        </pc:spChg>
        <pc:spChg chg="mod">
          <ac:chgData name="昕 许" userId="a2975fcd840abfc3" providerId="LiveId" clId="{49CCD4F9-177C-4270-9A14-60236FF377E8}" dt="2026-04-07T05:20:41.364" v="6069" actId="207"/>
          <ac:spMkLst>
            <pc:docMk/>
            <pc:sldMk cId="166030626" sldId="293"/>
            <ac:spMk id="62" creationId="{64CEF617-79BA-A1A6-087C-23A868076456}"/>
          </ac:spMkLst>
        </pc:spChg>
        <pc:spChg chg="mod">
          <ac:chgData name="昕 许" userId="a2975fcd840abfc3" providerId="LiveId" clId="{49CCD4F9-177C-4270-9A14-60236FF377E8}" dt="2026-04-07T05:05:21.246" v="5919" actId="207"/>
          <ac:spMkLst>
            <pc:docMk/>
            <pc:sldMk cId="166030626" sldId="293"/>
            <ac:spMk id="63" creationId="{97A55821-E391-8AA2-536C-456563C2E51F}"/>
          </ac:spMkLst>
        </pc:spChg>
        <pc:spChg chg="mod">
          <ac:chgData name="昕 许" userId="a2975fcd840abfc3" providerId="LiveId" clId="{49CCD4F9-177C-4270-9A14-60236FF377E8}" dt="2026-04-07T05:05:21.246" v="5919" actId="207"/>
          <ac:spMkLst>
            <pc:docMk/>
            <pc:sldMk cId="166030626" sldId="293"/>
            <ac:spMk id="73" creationId="{F143F031-49B8-614F-17F3-32B5E330A36F}"/>
          </ac:spMkLst>
        </pc:spChg>
        <pc:spChg chg="mod">
          <ac:chgData name="昕 许" userId="a2975fcd840abfc3" providerId="LiveId" clId="{49CCD4F9-177C-4270-9A14-60236FF377E8}" dt="2026-04-07T02:52:38.621" v="5396" actId="165"/>
          <ac:spMkLst>
            <pc:docMk/>
            <pc:sldMk cId="166030626" sldId="293"/>
            <ac:spMk id="74" creationId="{71DD593A-776D-3CAA-AF47-EC43CF58FBED}"/>
          </ac:spMkLst>
        </pc:spChg>
        <pc:spChg chg="mod">
          <ac:chgData name="昕 许" userId="a2975fcd840abfc3" providerId="LiveId" clId="{49CCD4F9-177C-4270-9A14-60236FF377E8}" dt="2026-04-07T05:20:52.124" v="6070" actId="207"/>
          <ac:spMkLst>
            <pc:docMk/>
            <pc:sldMk cId="166030626" sldId="293"/>
            <ac:spMk id="78" creationId="{58FA948E-7565-4126-C32F-AC0DB01D1C95}"/>
          </ac:spMkLst>
        </pc:spChg>
        <pc:spChg chg="mod">
          <ac:chgData name="昕 许" userId="a2975fcd840abfc3" providerId="LiveId" clId="{49CCD4F9-177C-4270-9A14-60236FF377E8}" dt="2026-04-07T05:05:16.589" v="5915" actId="207"/>
          <ac:spMkLst>
            <pc:docMk/>
            <pc:sldMk cId="166030626" sldId="293"/>
            <ac:spMk id="79" creationId="{CA144198-9A40-D073-F0A0-EB1AD8AE4C20}"/>
          </ac:spMkLst>
        </pc:spChg>
        <pc:spChg chg="mod">
          <ac:chgData name="昕 许" userId="a2975fcd840abfc3" providerId="LiveId" clId="{49CCD4F9-177C-4270-9A14-60236FF377E8}" dt="2026-04-07T05:05:16.589" v="5915" actId="207"/>
          <ac:spMkLst>
            <pc:docMk/>
            <pc:sldMk cId="166030626" sldId="293"/>
            <ac:spMk id="80" creationId="{5F9475C2-D6C1-7B4B-B6B5-12A369C5D197}"/>
          </ac:spMkLst>
        </pc:spChg>
        <pc:spChg chg="mod">
          <ac:chgData name="昕 许" userId="a2975fcd840abfc3" providerId="LiveId" clId="{49CCD4F9-177C-4270-9A14-60236FF377E8}" dt="2026-04-07T02:52:38.621" v="5396" actId="165"/>
          <ac:spMkLst>
            <pc:docMk/>
            <pc:sldMk cId="166030626" sldId="293"/>
            <ac:spMk id="87" creationId="{9AEA3B27-5D0D-F059-391D-293FF333562D}"/>
          </ac:spMkLst>
        </pc:spChg>
        <pc:spChg chg="mod">
          <ac:chgData name="昕 许" userId="a2975fcd840abfc3" providerId="LiveId" clId="{49CCD4F9-177C-4270-9A14-60236FF377E8}" dt="2026-04-07T05:05:26.899" v="5921" actId="207"/>
          <ac:spMkLst>
            <pc:docMk/>
            <pc:sldMk cId="166030626" sldId="293"/>
            <ac:spMk id="93" creationId="{E9A41B71-E9C0-11E7-403D-6292A800BE62}"/>
          </ac:spMkLst>
        </pc:spChg>
        <pc:spChg chg="mod">
          <ac:chgData name="昕 许" userId="a2975fcd840abfc3" providerId="LiveId" clId="{49CCD4F9-177C-4270-9A14-60236FF377E8}" dt="2026-04-07T05:05:18.992" v="5917" actId="207"/>
          <ac:spMkLst>
            <pc:docMk/>
            <pc:sldMk cId="166030626" sldId="293"/>
            <ac:spMk id="98" creationId="{E31BF9CB-AFA1-9A94-F795-4418EE703FDF}"/>
          </ac:spMkLst>
        </pc:spChg>
        <pc:spChg chg="mod">
          <ac:chgData name="昕 许" userId="a2975fcd840abfc3" providerId="LiveId" clId="{49CCD4F9-177C-4270-9A14-60236FF377E8}" dt="2026-04-07T05:20:52.124" v="6070" actId="207"/>
          <ac:spMkLst>
            <pc:docMk/>
            <pc:sldMk cId="166030626" sldId="293"/>
            <ac:spMk id="99" creationId="{146424A5-B7DC-AA43-B133-5D332B919685}"/>
          </ac:spMkLst>
        </pc:spChg>
        <pc:spChg chg="mod">
          <ac:chgData name="昕 许" userId="a2975fcd840abfc3" providerId="LiveId" clId="{49CCD4F9-177C-4270-9A14-60236FF377E8}" dt="2026-04-07T05:05:16.589" v="5915" actId="207"/>
          <ac:spMkLst>
            <pc:docMk/>
            <pc:sldMk cId="166030626" sldId="293"/>
            <ac:spMk id="101" creationId="{F89282D5-1B28-F5F7-2310-A1F34DEF784F}"/>
          </ac:spMkLst>
        </pc:spChg>
        <pc:spChg chg="mod">
          <ac:chgData name="昕 许" userId="a2975fcd840abfc3" providerId="LiveId" clId="{49CCD4F9-177C-4270-9A14-60236FF377E8}" dt="2026-04-07T02:52:06.328" v="5388"/>
          <ac:spMkLst>
            <pc:docMk/>
            <pc:sldMk cId="166030626" sldId="293"/>
            <ac:spMk id="103" creationId="{E086BA3C-2141-36DE-41CB-57D7DB800827}"/>
          </ac:spMkLst>
        </pc:spChg>
        <pc:spChg chg="mod">
          <ac:chgData name="昕 许" userId="a2975fcd840abfc3" providerId="LiveId" clId="{49CCD4F9-177C-4270-9A14-60236FF377E8}" dt="2026-04-07T05:05:57.737" v="5933" actId="113"/>
          <ac:spMkLst>
            <pc:docMk/>
            <pc:sldMk cId="166030626" sldId="293"/>
            <ac:spMk id="105" creationId="{EFDC8C95-99C7-956B-0C27-49C0ADB24D0F}"/>
          </ac:spMkLst>
        </pc:spChg>
        <pc:spChg chg="mod">
          <ac:chgData name="昕 许" userId="a2975fcd840abfc3" providerId="LiveId" clId="{49CCD4F9-177C-4270-9A14-60236FF377E8}" dt="2026-04-07T02:53:38.187" v="5420" actId="20577"/>
          <ac:spMkLst>
            <pc:docMk/>
            <pc:sldMk cId="166030626" sldId="293"/>
            <ac:spMk id="106" creationId="{1972B35A-15B1-CDB9-BB1C-477BE5683973}"/>
          </ac:spMkLst>
        </pc:spChg>
        <pc:spChg chg="mod">
          <ac:chgData name="昕 许" userId="a2975fcd840abfc3" providerId="LiveId" clId="{49CCD4F9-177C-4270-9A14-60236FF377E8}" dt="2026-04-07T05:05:57.737" v="5933" actId="113"/>
          <ac:spMkLst>
            <pc:docMk/>
            <pc:sldMk cId="166030626" sldId="293"/>
            <ac:spMk id="107" creationId="{40098A5C-9197-F9BA-CCCE-22F856711AFD}"/>
          </ac:spMkLst>
        </pc:spChg>
        <pc:spChg chg="del">
          <ac:chgData name="昕 许" userId="a2975fcd840abfc3" providerId="LiveId" clId="{49CCD4F9-177C-4270-9A14-60236FF377E8}" dt="2026-04-07T02:53:33.158" v="5416" actId="478"/>
          <ac:spMkLst>
            <pc:docMk/>
            <pc:sldMk cId="166030626" sldId="293"/>
            <ac:spMk id="108" creationId="{3CEE1DAB-C8AF-6E46-76D9-60F02AACEC00}"/>
          </ac:spMkLst>
        </pc:spChg>
        <pc:spChg chg="mod">
          <ac:chgData name="昕 许" userId="a2975fcd840abfc3" providerId="LiveId" clId="{49CCD4F9-177C-4270-9A14-60236FF377E8}" dt="2026-04-07T05:05:29.167" v="5922" actId="207"/>
          <ac:spMkLst>
            <pc:docMk/>
            <pc:sldMk cId="166030626" sldId="293"/>
            <ac:spMk id="122" creationId="{1E192D51-7123-985C-A707-660CABC36E36}"/>
          </ac:spMkLst>
        </pc:spChg>
        <pc:spChg chg="mod">
          <ac:chgData name="昕 许" userId="a2975fcd840abfc3" providerId="LiveId" clId="{49CCD4F9-177C-4270-9A14-60236FF377E8}" dt="2026-04-07T05:05:42.108" v="5928" actId="207"/>
          <ac:spMkLst>
            <pc:docMk/>
            <pc:sldMk cId="166030626" sldId="293"/>
            <ac:spMk id="124" creationId="{A334E0F2-8E4C-3006-C61B-29252DB379E9}"/>
          </ac:spMkLst>
        </pc:spChg>
        <pc:spChg chg="add mod topLvl">
          <ac:chgData name="昕 许" userId="a2975fcd840abfc3" providerId="LiveId" clId="{49CCD4F9-177C-4270-9A14-60236FF377E8}" dt="2026-04-07T05:05:57.737" v="5933" actId="113"/>
          <ac:spMkLst>
            <pc:docMk/>
            <pc:sldMk cId="166030626" sldId="293"/>
            <ac:spMk id="126" creationId="{C8E8DA9C-CDF7-5A3B-D45D-A1A857460334}"/>
          </ac:spMkLst>
        </pc:spChg>
        <pc:spChg chg="add del mod">
          <ac:chgData name="昕 许" userId="a2975fcd840abfc3" providerId="LiveId" clId="{49CCD4F9-177C-4270-9A14-60236FF377E8}" dt="2026-04-07T02:52:45.227" v="5400" actId="478"/>
          <ac:spMkLst>
            <pc:docMk/>
            <pc:sldMk cId="166030626" sldId="293"/>
            <ac:spMk id="127" creationId="{07DA6EB1-7FA9-8DC6-5219-3D47AC34DAFC}"/>
          </ac:spMkLst>
        </pc:spChg>
        <pc:spChg chg="mod">
          <ac:chgData name="昕 许" userId="a2975fcd840abfc3" providerId="LiveId" clId="{49CCD4F9-177C-4270-9A14-60236FF377E8}" dt="2026-04-07T03:18:38.890" v="5586" actId="164"/>
          <ac:spMkLst>
            <pc:docMk/>
            <pc:sldMk cId="166030626" sldId="293"/>
            <ac:spMk id="131" creationId="{3787A823-01A6-42A9-95C9-99A343FE17B1}"/>
          </ac:spMkLst>
        </pc:spChg>
        <pc:spChg chg="del mod topLvl">
          <ac:chgData name="昕 许" userId="a2975fcd840abfc3" providerId="LiveId" clId="{49CCD4F9-177C-4270-9A14-60236FF377E8}" dt="2026-04-07T03:07:20.658" v="5461" actId="478"/>
          <ac:spMkLst>
            <pc:docMk/>
            <pc:sldMk cId="166030626" sldId="293"/>
            <ac:spMk id="137" creationId="{6307A042-F477-FB8F-5DE2-B6EFBA08EFA4}"/>
          </ac:spMkLst>
        </pc:spChg>
        <pc:spChg chg="mod">
          <ac:chgData name="昕 许" userId="a2975fcd840abfc3" providerId="LiveId" clId="{49CCD4F9-177C-4270-9A14-60236FF377E8}" dt="2026-04-07T05:05:16.589" v="5915" actId="207"/>
          <ac:spMkLst>
            <pc:docMk/>
            <pc:sldMk cId="166030626" sldId="293"/>
            <ac:spMk id="140" creationId="{8DBE8A4F-9448-7411-6FE1-C5297B0CE0F1}"/>
          </ac:spMkLst>
        </pc:spChg>
        <pc:spChg chg="mod">
          <ac:chgData name="昕 许" userId="a2975fcd840abfc3" providerId="LiveId" clId="{49CCD4F9-177C-4270-9A14-60236FF377E8}" dt="2026-04-07T05:05:21.246" v="5919" actId="207"/>
          <ac:spMkLst>
            <pc:docMk/>
            <pc:sldMk cId="166030626" sldId="293"/>
            <ac:spMk id="141" creationId="{E8A86FDD-6472-3B3C-0245-1939F9CC7CE7}"/>
          </ac:spMkLst>
        </pc:spChg>
        <pc:spChg chg="mod">
          <ac:chgData name="昕 许" userId="a2975fcd840abfc3" providerId="LiveId" clId="{49CCD4F9-177C-4270-9A14-60236FF377E8}" dt="2026-04-07T05:20:41.364" v="6069" actId="207"/>
          <ac:spMkLst>
            <pc:docMk/>
            <pc:sldMk cId="166030626" sldId="293"/>
            <ac:spMk id="142" creationId="{D8A22107-130F-B1E7-CF70-1A64774BC455}"/>
          </ac:spMkLst>
        </pc:spChg>
        <pc:spChg chg="mod">
          <ac:chgData name="昕 许" userId="a2975fcd840abfc3" providerId="LiveId" clId="{49CCD4F9-177C-4270-9A14-60236FF377E8}" dt="2026-04-07T05:05:16.589" v="5915" actId="207"/>
          <ac:spMkLst>
            <pc:docMk/>
            <pc:sldMk cId="166030626" sldId="293"/>
            <ac:spMk id="143" creationId="{4DF3F7C8-0D0E-3355-4E3F-702FB524DF79}"/>
          </ac:spMkLst>
        </pc:spChg>
        <pc:spChg chg="mod topLvl">
          <ac:chgData name="昕 许" userId="a2975fcd840abfc3" providerId="LiveId" clId="{49CCD4F9-177C-4270-9A14-60236FF377E8}" dt="2026-04-07T05:05:57.737" v="5933" actId="113"/>
          <ac:spMkLst>
            <pc:docMk/>
            <pc:sldMk cId="166030626" sldId="293"/>
            <ac:spMk id="146" creationId="{7094AD91-D074-823E-BF1E-A1E35D53F9AC}"/>
          </ac:spMkLst>
        </pc:spChg>
        <pc:spChg chg="mod">
          <ac:chgData name="昕 许" userId="a2975fcd840abfc3" providerId="LiveId" clId="{49CCD4F9-177C-4270-9A14-60236FF377E8}" dt="2026-04-07T02:54:32.882" v="5438" actId="165"/>
          <ac:spMkLst>
            <pc:docMk/>
            <pc:sldMk cId="166030626" sldId="293"/>
            <ac:spMk id="151" creationId="{0AE7E181-EB56-D3D0-4B5B-944340FDD1FB}"/>
          </ac:spMkLst>
        </pc:spChg>
        <pc:spChg chg="mod">
          <ac:chgData name="昕 许" userId="a2975fcd840abfc3" providerId="LiveId" clId="{49CCD4F9-177C-4270-9A14-60236FF377E8}" dt="2026-04-07T05:05:12.935" v="5913" actId="113"/>
          <ac:spMkLst>
            <pc:docMk/>
            <pc:sldMk cId="166030626" sldId="293"/>
            <ac:spMk id="153" creationId="{B3FC707E-80EC-6645-7A21-A750D7073E83}"/>
          </ac:spMkLst>
        </pc:spChg>
        <pc:spChg chg="mod">
          <ac:chgData name="昕 许" userId="a2975fcd840abfc3" providerId="LiveId" clId="{49CCD4F9-177C-4270-9A14-60236FF377E8}" dt="2026-04-07T02:54:32.882" v="5438" actId="165"/>
          <ac:spMkLst>
            <pc:docMk/>
            <pc:sldMk cId="166030626" sldId="293"/>
            <ac:spMk id="156" creationId="{ADA959C9-285A-5E70-EA6F-7B91B9358F22}"/>
          </ac:spMkLst>
        </pc:spChg>
        <pc:spChg chg="mod">
          <ac:chgData name="昕 许" userId="a2975fcd840abfc3" providerId="LiveId" clId="{49CCD4F9-177C-4270-9A14-60236FF377E8}" dt="2026-04-07T05:05:21.246" v="5919" actId="207"/>
          <ac:spMkLst>
            <pc:docMk/>
            <pc:sldMk cId="166030626" sldId="293"/>
            <ac:spMk id="158" creationId="{81D6ECA8-A48D-B9FC-A363-04F11A100A09}"/>
          </ac:spMkLst>
        </pc:spChg>
        <pc:spChg chg="mod">
          <ac:chgData name="昕 许" userId="a2975fcd840abfc3" providerId="LiveId" clId="{49CCD4F9-177C-4270-9A14-60236FF377E8}" dt="2026-04-07T02:54:32.882" v="5438" actId="165"/>
          <ac:spMkLst>
            <pc:docMk/>
            <pc:sldMk cId="166030626" sldId="293"/>
            <ac:spMk id="165" creationId="{D3C9DA89-123A-25D7-B929-1CD912182DF5}"/>
          </ac:spMkLst>
        </pc:spChg>
        <pc:spChg chg="mod">
          <ac:chgData name="昕 许" userId="a2975fcd840abfc3" providerId="LiveId" clId="{49CCD4F9-177C-4270-9A14-60236FF377E8}" dt="2026-04-07T03:07:07.969" v="5457" actId="20577"/>
          <ac:spMkLst>
            <pc:docMk/>
            <pc:sldMk cId="166030626" sldId="293"/>
            <ac:spMk id="166" creationId="{ED040236-7EC0-5A61-42D9-11841625E52E}"/>
          </ac:spMkLst>
        </pc:spChg>
        <pc:spChg chg="mod">
          <ac:chgData name="昕 许" userId="a2975fcd840abfc3" providerId="LiveId" clId="{49CCD4F9-177C-4270-9A14-60236FF377E8}" dt="2026-04-07T03:07:07.969" v="5457" actId="20577"/>
          <ac:spMkLst>
            <pc:docMk/>
            <pc:sldMk cId="166030626" sldId="293"/>
            <ac:spMk id="167" creationId="{0CC83D05-D58F-C52E-DA92-F6007BFF9EB5}"/>
          </ac:spMkLst>
        </pc:spChg>
        <pc:spChg chg="del mod">
          <ac:chgData name="昕 许" userId="a2975fcd840abfc3" providerId="LiveId" clId="{49CCD4F9-177C-4270-9A14-60236FF377E8}" dt="2026-04-07T03:07:06.088" v="5455" actId="478"/>
          <ac:spMkLst>
            <pc:docMk/>
            <pc:sldMk cId="166030626" sldId="293"/>
            <ac:spMk id="168" creationId="{130CF437-2E6F-ADEE-0A4A-760A2A5ECDF1}"/>
          </ac:spMkLst>
        </pc:spChg>
        <pc:spChg chg="del">
          <ac:chgData name="昕 许" userId="a2975fcd840abfc3" providerId="LiveId" clId="{49CCD4F9-177C-4270-9A14-60236FF377E8}" dt="2026-04-07T03:07:00.111" v="5452" actId="478"/>
          <ac:spMkLst>
            <pc:docMk/>
            <pc:sldMk cId="166030626" sldId="293"/>
            <ac:spMk id="169" creationId="{84104782-5467-27CB-939A-A3E860937EA2}"/>
          </ac:spMkLst>
        </pc:spChg>
        <pc:spChg chg="mod">
          <ac:chgData name="昕 许" userId="a2975fcd840abfc3" providerId="LiveId" clId="{49CCD4F9-177C-4270-9A14-60236FF377E8}" dt="2026-04-07T05:06:00.282" v="5935" actId="113"/>
          <ac:spMkLst>
            <pc:docMk/>
            <pc:sldMk cId="166030626" sldId="293"/>
            <ac:spMk id="177" creationId="{8B1B017F-0AF6-F33C-3A4E-8B404F473223}"/>
          </ac:spMkLst>
        </pc:spChg>
        <pc:spChg chg="mod">
          <ac:chgData name="昕 许" userId="a2975fcd840abfc3" providerId="LiveId" clId="{49CCD4F9-177C-4270-9A14-60236FF377E8}" dt="2026-04-07T03:06:58.368" v="5451" actId="20577"/>
          <ac:spMkLst>
            <pc:docMk/>
            <pc:sldMk cId="166030626" sldId="293"/>
            <ac:spMk id="178" creationId="{5B10972B-A932-253C-1C1E-218DC0153C23}"/>
          </ac:spMkLst>
        </pc:spChg>
        <pc:spChg chg="mod">
          <ac:chgData name="昕 许" userId="a2975fcd840abfc3" providerId="LiveId" clId="{49CCD4F9-177C-4270-9A14-60236FF377E8}" dt="2026-04-07T03:06:58.368" v="5451" actId="20577"/>
          <ac:spMkLst>
            <pc:docMk/>
            <pc:sldMk cId="166030626" sldId="293"/>
            <ac:spMk id="179" creationId="{73A23404-8ED2-F3D9-D739-E11191A0EDEB}"/>
          </ac:spMkLst>
        </pc:spChg>
        <pc:spChg chg="del">
          <ac:chgData name="昕 许" userId="a2975fcd840abfc3" providerId="LiveId" clId="{49CCD4F9-177C-4270-9A14-60236FF377E8}" dt="2026-04-07T03:06:56.529" v="5449" actId="478"/>
          <ac:spMkLst>
            <pc:docMk/>
            <pc:sldMk cId="166030626" sldId="293"/>
            <ac:spMk id="180" creationId="{90B4CECC-AA5A-EAB7-CD0F-483D8478508F}"/>
          </ac:spMkLst>
        </pc:spChg>
        <pc:spChg chg="del">
          <ac:chgData name="昕 许" userId="a2975fcd840abfc3" providerId="LiveId" clId="{49CCD4F9-177C-4270-9A14-60236FF377E8}" dt="2026-04-07T03:06:51.539" v="5446" actId="478"/>
          <ac:spMkLst>
            <pc:docMk/>
            <pc:sldMk cId="166030626" sldId="293"/>
            <ac:spMk id="181" creationId="{AF7DB861-5D11-6654-A916-C0AB1B0B7EB8}"/>
          </ac:spMkLst>
        </pc:spChg>
        <pc:spChg chg="mod">
          <ac:chgData name="昕 许" userId="a2975fcd840abfc3" providerId="LiveId" clId="{49CCD4F9-177C-4270-9A14-60236FF377E8}" dt="2026-04-07T05:05:57.737" v="5933" actId="113"/>
          <ac:spMkLst>
            <pc:docMk/>
            <pc:sldMk cId="166030626" sldId="293"/>
            <ac:spMk id="187" creationId="{310FF623-B501-0CBB-E3DC-C026D2B21E6F}"/>
          </ac:spMkLst>
        </pc:spChg>
        <pc:spChg chg="mod">
          <ac:chgData name="昕 许" userId="a2975fcd840abfc3" providerId="LiveId" clId="{49CCD4F9-177C-4270-9A14-60236FF377E8}" dt="2026-04-07T02:54:32.882" v="5438" actId="165"/>
          <ac:spMkLst>
            <pc:docMk/>
            <pc:sldMk cId="166030626" sldId="293"/>
            <ac:spMk id="190" creationId="{122D102F-CA24-AF0B-45DD-A3586DD955C3}"/>
          </ac:spMkLst>
        </pc:spChg>
        <pc:spChg chg="del">
          <ac:chgData name="昕 许" userId="a2975fcd840abfc3" providerId="LiveId" clId="{49CCD4F9-177C-4270-9A14-60236FF377E8}" dt="2026-04-07T02:54:44.641" v="5443" actId="478"/>
          <ac:spMkLst>
            <pc:docMk/>
            <pc:sldMk cId="166030626" sldId="293"/>
            <ac:spMk id="203" creationId="{3EB4465C-00C2-DD1E-D0D2-7CEFB0ADA52E}"/>
          </ac:spMkLst>
        </pc:spChg>
        <pc:grpChg chg="mod">
          <ac:chgData name="昕 许" userId="a2975fcd840abfc3" providerId="LiveId" clId="{49CCD4F9-177C-4270-9A14-60236FF377E8}" dt="2026-04-07T03:18:38.890" v="5586" actId="164"/>
          <ac:grpSpMkLst>
            <pc:docMk/>
            <pc:sldMk cId="166030626" sldId="293"/>
            <ac:grpSpMk id="13" creationId="{72D57646-E0F9-ED55-E733-B59ED4590BFE}"/>
          </ac:grpSpMkLst>
        </pc:grpChg>
        <pc:grpChg chg="mod">
          <ac:chgData name="昕 许" userId="a2975fcd840abfc3" providerId="LiveId" clId="{49CCD4F9-177C-4270-9A14-60236FF377E8}" dt="2026-04-07T03:18:38.890" v="5586" actId="164"/>
          <ac:grpSpMkLst>
            <pc:docMk/>
            <pc:sldMk cId="166030626" sldId="293"/>
            <ac:grpSpMk id="36" creationId="{57993075-E879-6FD2-B1B7-54A41186172C}"/>
          </ac:grpSpMkLst>
        </pc:grpChg>
        <pc:grpChg chg="del mod">
          <ac:chgData name="昕 许" userId="a2975fcd840abfc3" providerId="LiveId" clId="{49CCD4F9-177C-4270-9A14-60236FF377E8}" dt="2026-04-07T02:52:40.874" v="5397" actId="478"/>
          <ac:grpSpMkLst>
            <pc:docMk/>
            <pc:sldMk cId="166030626" sldId="293"/>
            <ac:grpSpMk id="50" creationId="{FCE537B2-3AF4-48E1-4C9D-B98BABEE65D5}"/>
          </ac:grpSpMkLst>
        </pc:grpChg>
        <pc:grpChg chg="mod">
          <ac:chgData name="昕 许" userId="a2975fcd840abfc3" providerId="LiveId" clId="{49CCD4F9-177C-4270-9A14-60236FF377E8}" dt="2026-04-07T02:53:02.987" v="5404" actId="164"/>
          <ac:grpSpMkLst>
            <pc:docMk/>
            <pc:sldMk cId="166030626" sldId="293"/>
            <ac:grpSpMk id="57" creationId="{8598D121-4BB4-CECB-E36B-27D97989EAC7}"/>
          </ac:grpSpMkLst>
        </pc:grpChg>
        <pc:grpChg chg="mod">
          <ac:chgData name="昕 许" userId="a2975fcd840abfc3" providerId="LiveId" clId="{49CCD4F9-177C-4270-9A14-60236FF377E8}" dt="2026-04-07T02:53:02.987" v="5404" actId="164"/>
          <ac:grpSpMkLst>
            <pc:docMk/>
            <pc:sldMk cId="166030626" sldId="293"/>
            <ac:grpSpMk id="59" creationId="{CE99824A-C99E-90AD-7C85-5B0425ACEF9C}"/>
          </ac:grpSpMkLst>
        </pc:grpChg>
        <pc:grpChg chg="del mod">
          <ac:chgData name="昕 许" userId="a2975fcd840abfc3" providerId="LiveId" clId="{49CCD4F9-177C-4270-9A14-60236FF377E8}" dt="2026-04-07T02:52:43.026" v="5399" actId="478"/>
          <ac:grpSpMkLst>
            <pc:docMk/>
            <pc:sldMk cId="166030626" sldId="293"/>
            <ac:grpSpMk id="75" creationId="{E4200B76-F0A8-3835-6D4C-E34F9B7DB926}"/>
          </ac:grpSpMkLst>
        </pc:grpChg>
        <pc:grpChg chg="mod">
          <ac:chgData name="昕 许" userId="a2975fcd840abfc3" providerId="LiveId" clId="{49CCD4F9-177C-4270-9A14-60236FF377E8}" dt="2026-04-07T02:53:02.987" v="5404" actId="164"/>
          <ac:grpSpMkLst>
            <pc:docMk/>
            <pc:sldMk cId="166030626" sldId="293"/>
            <ac:grpSpMk id="76" creationId="{1BE01956-A607-DE13-7AF5-1119FFD0DFF3}"/>
          </ac:grpSpMkLst>
        </pc:grpChg>
        <pc:grpChg chg="mod">
          <ac:chgData name="昕 许" userId="a2975fcd840abfc3" providerId="LiveId" clId="{49CCD4F9-177C-4270-9A14-60236FF377E8}" dt="2026-04-07T02:53:02.987" v="5404" actId="164"/>
          <ac:grpSpMkLst>
            <pc:docMk/>
            <pc:sldMk cId="166030626" sldId="293"/>
            <ac:grpSpMk id="97" creationId="{275677B8-DC12-1EB3-8809-FD36E26ACA43}"/>
          </ac:grpSpMkLst>
        </pc:grpChg>
        <pc:grpChg chg="mod">
          <ac:chgData name="昕 许" userId="a2975fcd840abfc3" providerId="LiveId" clId="{49CCD4F9-177C-4270-9A14-60236FF377E8}" dt="2026-04-07T03:18:38.890" v="5586" actId="164"/>
          <ac:grpSpMkLst>
            <pc:docMk/>
            <pc:sldMk cId="166030626" sldId="293"/>
            <ac:grpSpMk id="104" creationId="{37036E21-05CB-6B2E-16B0-2F648C31785C}"/>
          </ac:grpSpMkLst>
        </pc:grpChg>
        <pc:grpChg chg="add mod">
          <ac:chgData name="昕 许" userId="a2975fcd840abfc3" providerId="LiveId" clId="{49CCD4F9-177C-4270-9A14-60236FF377E8}" dt="2026-04-07T02:52:22.600" v="5394" actId="1076"/>
          <ac:grpSpMkLst>
            <pc:docMk/>
            <pc:sldMk cId="166030626" sldId="293"/>
            <ac:grpSpMk id="128" creationId="{52DA441F-6657-0CAB-1E70-2A0CE51669E2}"/>
          </ac:grpSpMkLst>
        </pc:grpChg>
        <pc:grpChg chg="add mod">
          <ac:chgData name="昕 许" userId="a2975fcd840abfc3" providerId="LiveId" clId="{49CCD4F9-177C-4270-9A14-60236FF377E8}" dt="2026-04-07T02:53:13.538" v="5407" actId="14100"/>
          <ac:grpSpMkLst>
            <pc:docMk/>
            <pc:sldMk cId="166030626" sldId="293"/>
            <ac:grpSpMk id="129" creationId="{FD98C711-EFBE-34D6-B63D-FC0558CA78AC}"/>
          </ac:grpSpMkLst>
        </pc:grpChg>
        <pc:grpChg chg="mod">
          <ac:chgData name="昕 许" userId="a2975fcd840abfc3" providerId="LiveId" clId="{49CCD4F9-177C-4270-9A14-60236FF377E8}" dt="2026-04-07T02:54:18.731" v="5436" actId="1076"/>
          <ac:grpSpMkLst>
            <pc:docMk/>
            <pc:sldMk cId="166030626" sldId="293"/>
            <ac:grpSpMk id="130" creationId="{4D8D79EE-E24D-1456-1A2B-79C0A7A9C1BA}"/>
          </ac:grpSpMkLst>
        </pc:grpChg>
        <pc:grpChg chg="del">
          <ac:chgData name="昕 许" userId="a2975fcd840abfc3" providerId="LiveId" clId="{49CCD4F9-177C-4270-9A14-60236FF377E8}" dt="2026-04-07T02:54:46.663" v="5444" actId="478"/>
          <ac:grpSpMkLst>
            <pc:docMk/>
            <pc:sldMk cId="166030626" sldId="293"/>
            <ac:grpSpMk id="132" creationId="{151ADE52-D5E3-5D5B-1574-4097938F0F39}"/>
          </ac:grpSpMkLst>
        </pc:grpChg>
        <pc:grpChg chg="del">
          <ac:chgData name="昕 许" userId="a2975fcd840abfc3" providerId="LiveId" clId="{49CCD4F9-177C-4270-9A14-60236FF377E8}" dt="2026-04-07T02:54:42.502" v="5441" actId="478"/>
          <ac:grpSpMkLst>
            <pc:docMk/>
            <pc:sldMk cId="166030626" sldId="293"/>
            <ac:grpSpMk id="133" creationId="{9E707F93-044E-3094-8C21-C515BEEF373B}"/>
          </ac:grpSpMkLst>
        </pc:grpChg>
        <pc:grpChg chg="mod">
          <ac:chgData name="昕 许" userId="a2975fcd840abfc3" providerId="LiveId" clId="{49CCD4F9-177C-4270-9A14-60236FF377E8}" dt="2026-04-07T03:18:38.890" v="5586" actId="164"/>
          <ac:grpSpMkLst>
            <pc:docMk/>
            <pc:sldMk cId="166030626" sldId="293"/>
            <ac:grpSpMk id="134" creationId="{9722407B-AC80-C45B-EE0C-B8AC26AFA744}"/>
          </ac:grpSpMkLst>
        </pc:grpChg>
        <pc:grpChg chg="mod">
          <ac:chgData name="昕 许" userId="a2975fcd840abfc3" providerId="LiveId" clId="{49CCD4F9-177C-4270-9A14-60236FF377E8}" dt="2026-04-07T03:18:38.890" v="5586" actId="164"/>
          <ac:grpSpMkLst>
            <pc:docMk/>
            <pc:sldMk cId="166030626" sldId="293"/>
            <ac:grpSpMk id="135" creationId="{A2DA03BC-B39E-D865-2340-252C436D1011}"/>
          </ac:grpSpMkLst>
        </pc:grpChg>
        <pc:grpChg chg="del">
          <ac:chgData name="昕 许" userId="a2975fcd840abfc3" providerId="LiveId" clId="{49CCD4F9-177C-4270-9A14-60236FF377E8}" dt="2026-04-07T02:54:47.935" v="5445" actId="478"/>
          <ac:grpSpMkLst>
            <pc:docMk/>
            <pc:sldMk cId="166030626" sldId="293"/>
            <ac:grpSpMk id="136" creationId="{55153B1F-C878-71FA-6135-DCDB66054D70}"/>
          </ac:grpSpMkLst>
        </pc:grpChg>
        <pc:grpChg chg="mod">
          <ac:chgData name="昕 许" userId="a2975fcd840abfc3" providerId="LiveId" clId="{49CCD4F9-177C-4270-9A14-60236FF377E8}" dt="2026-04-07T02:53:02.987" v="5404" actId="164"/>
          <ac:grpSpMkLst>
            <pc:docMk/>
            <pc:sldMk cId="166030626" sldId="293"/>
            <ac:grpSpMk id="139" creationId="{DB4CDE62-ECC4-C5B5-5078-5692E8B40408}"/>
          </ac:grpSpMkLst>
        </pc:grpChg>
        <pc:grpChg chg="add mod">
          <ac:chgData name="昕 许" userId="a2975fcd840abfc3" providerId="LiveId" clId="{49CCD4F9-177C-4270-9A14-60236FF377E8}" dt="2026-04-07T03:18:38.890" v="5586" actId="164"/>
          <ac:grpSpMkLst>
            <pc:docMk/>
            <pc:sldMk cId="166030626" sldId="293"/>
            <ac:grpSpMk id="217" creationId="{6671C295-E461-1D84-9BE8-C31378AA804F}"/>
          </ac:grpSpMkLst>
        </pc:grpChg>
        <pc:picChg chg="mod">
          <ac:chgData name="昕 许" userId="a2975fcd840abfc3" providerId="LiveId" clId="{49CCD4F9-177C-4270-9A14-60236FF377E8}" dt="2026-04-07T05:20:41.364" v="6069" actId="207"/>
          <ac:picMkLst>
            <pc:docMk/>
            <pc:sldMk cId="166030626" sldId="293"/>
            <ac:picMk id="17" creationId="{7409A9A4-A607-85B2-EF6D-A07058FC7C19}"/>
          </ac:picMkLst>
        </pc:picChg>
        <pc:picChg chg="mod">
          <ac:chgData name="昕 许" userId="a2975fcd840abfc3" providerId="LiveId" clId="{49CCD4F9-177C-4270-9A14-60236FF377E8}" dt="2026-04-07T02:53:40.632" v="5422" actId="20577"/>
          <ac:picMkLst>
            <pc:docMk/>
            <pc:sldMk cId="166030626" sldId="293"/>
            <ac:picMk id="23" creationId="{8A8D5242-6A5A-A3A8-9B81-8ACAF3EC105D}"/>
          </ac:picMkLst>
        </pc:picChg>
        <pc:picChg chg="mod">
          <ac:chgData name="昕 许" userId="a2975fcd840abfc3" providerId="LiveId" clId="{49CCD4F9-177C-4270-9A14-60236FF377E8}" dt="2026-04-07T02:53:40.632" v="5422" actId="20577"/>
          <ac:picMkLst>
            <pc:docMk/>
            <pc:sldMk cId="166030626" sldId="293"/>
            <ac:picMk id="25" creationId="{3E235858-0118-9256-1485-F6B6488D21C2}"/>
          </ac:picMkLst>
        </pc:picChg>
        <pc:picChg chg="mod">
          <ac:chgData name="昕 许" userId="a2975fcd840abfc3" providerId="LiveId" clId="{49CCD4F9-177C-4270-9A14-60236FF377E8}" dt="2026-04-07T02:53:40.632" v="5422" actId="20577"/>
          <ac:picMkLst>
            <pc:docMk/>
            <pc:sldMk cId="166030626" sldId="293"/>
            <ac:picMk id="26" creationId="{E35542E5-643A-EC60-26A3-0EA4882345BA}"/>
          </ac:picMkLst>
        </pc:picChg>
        <pc:picChg chg="mod">
          <ac:chgData name="昕 许" userId="a2975fcd840abfc3" providerId="LiveId" clId="{49CCD4F9-177C-4270-9A14-60236FF377E8}" dt="2026-04-07T02:53:40.632" v="5422" actId="20577"/>
          <ac:picMkLst>
            <pc:docMk/>
            <pc:sldMk cId="166030626" sldId="293"/>
            <ac:picMk id="27" creationId="{44B121BB-C609-4B5A-31FF-80EE93DD92AF}"/>
          </ac:picMkLst>
        </pc:picChg>
        <pc:picChg chg="del mod">
          <ac:chgData name="昕 许" userId="a2975fcd840abfc3" providerId="LiveId" clId="{49CCD4F9-177C-4270-9A14-60236FF377E8}" dt="2026-04-07T02:53:43.640" v="5424" actId="478"/>
          <ac:picMkLst>
            <pc:docMk/>
            <pc:sldMk cId="166030626" sldId="293"/>
            <ac:picMk id="29" creationId="{BB8360F3-B344-A109-6FBD-10A88CE456BF}"/>
          </ac:picMkLst>
        </pc:picChg>
        <pc:picChg chg="mod">
          <ac:chgData name="昕 许" userId="a2975fcd840abfc3" providerId="LiveId" clId="{49CCD4F9-177C-4270-9A14-60236FF377E8}" dt="2026-04-07T02:53:29.068" v="5414" actId="20577"/>
          <ac:picMkLst>
            <pc:docMk/>
            <pc:sldMk cId="166030626" sldId="293"/>
            <ac:picMk id="42" creationId="{C9437445-E967-7023-5EED-64DB052DA4DA}"/>
          </ac:picMkLst>
        </pc:picChg>
        <pc:picChg chg="mod">
          <ac:chgData name="昕 许" userId="a2975fcd840abfc3" providerId="LiveId" clId="{49CCD4F9-177C-4270-9A14-60236FF377E8}" dt="2026-04-07T02:53:29.068" v="5414" actId="20577"/>
          <ac:picMkLst>
            <pc:docMk/>
            <pc:sldMk cId="166030626" sldId="293"/>
            <ac:picMk id="43" creationId="{83F4B6D1-DDC8-4607-803D-F2073BD966F6}"/>
          </ac:picMkLst>
        </pc:picChg>
        <pc:picChg chg="mod">
          <ac:chgData name="昕 许" userId="a2975fcd840abfc3" providerId="LiveId" clId="{49CCD4F9-177C-4270-9A14-60236FF377E8}" dt="2026-04-07T02:53:29.068" v="5414" actId="20577"/>
          <ac:picMkLst>
            <pc:docMk/>
            <pc:sldMk cId="166030626" sldId="293"/>
            <ac:picMk id="44" creationId="{025EA63E-281A-0F6B-AA90-D7DA5D9884E4}"/>
          </ac:picMkLst>
        </pc:picChg>
        <pc:picChg chg="del">
          <ac:chgData name="昕 许" userId="a2975fcd840abfc3" providerId="LiveId" clId="{49CCD4F9-177C-4270-9A14-60236FF377E8}" dt="2026-04-07T02:53:25.631" v="5411" actId="478"/>
          <ac:picMkLst>
            <pc:docMk/>
            <pc:sldMk cId="166030626" sldId="293"/>
            <ac:picMk id="45" creationId="{81C07411-16EA-F1CD-09D9-45F71EF9EA89}"/>
          </ac:picMkLst>
        </pc:picChg>
        <pc:picChg chg="mod">
          <ac:chgData name="昕 许" userId="a2975fcd840abfc3" providerId="LiveId" clId="{49CCD4F9-177C-4270-9A14-60236FF377E8}" dt="2026-04-07T05:20:41.364" v="6069" actId="207"/>
          <ac:picMkLst>
            <pc:docMk/>
            <pc:sldMk cId="166030626" sldId="293"/>
            <ac:picMk id="67" creationId="{8506D812-7993-DB69-EBFD-1C215FF02B41}"/>
          </ac:picMkLst>
        </pc:picChg>
        <pc:picChg chg="mod">
          <ac:chgData name="昕 许" userId="a2975fcd840abfc3" providerId="LiveId" clId="{49CCD4F9-177C-4270-9A14-60236FF377E8}" dt="2026-04-07T05:20:52.124" v="6070" actId="207"/>
          <ac:picMkLst>
            <pc:docMk/>
            <pc:sldMk cId="166030626" sldId="293"/>
            <ac:picMk id="82" creationId="{367433AF-0AD7-A420-9307-7F507E6B27B3}"/>
          </ac:picMkLst>
        </pc:picChg>
        <pc:picChg chg="mod">
          <ac:chgData name="昕 许" userId="a2975fcd840abfc3" providerId="LiveId" clId="{49CCD4F9-177C-4270-9A14-60236FF377E8}" dt="2026-04-07T02:53:38.187" v="5420" actId="20577"/>
          <ac:picMkLst>
            <pc:docMk/>
            <pc:sldMk cId="166030626" sldId="293"/>
            <ac:picMk id="109" creationId="{FFB347D1-EEB8-6A26-891C-CD9EB3A27BA7}"/>
          </ac:picMkLst>
        </pc:picChg>
        <pc:picChg chg="mod">
          <ac:chgData name="昕 许" userId="a2975fcd840abfc3" providerId="LiveId" clId="{49CCD4F9-177C-4270-9A14-60236FF377E8}" dt="2026-04-07T02:53:38.187" v="5420" actId="20577"/>
          <ac:picMkLst>
            <pc:docMk/>
            <pc:sldMk cId="166030626" sldId="293"/>
            <ac:picMk id="110" creationId="{6E9C5284-189D-D0F5-7765-4CC646A6A656}"/>
          </ac:picMkLst>
        </pc:picChg>
        <pc:picChg chg="mod">
          <ac:chgData name="昕 许" userId="a2975fcd840abfc3" providerId="LiveId" clId="{49CCD4F9-177C-4270-9A14-60236FF377E8}" dt="2026-04-07T02:53:38.187" v="5420" actId="20577"/>
          <ac:picMkLst>
            <pc:docMk/>
            <pc:sldMk cId="166030626" sldId="293"/>
            <ac:picMk id="111" creationId="{EFD6ED4F-A513-7AF4-968B-EC0B66EFBACF}"/>
          </ac:picMkLst>
        </pc:picChg>
        <pc:picChg chg="del">
          <ac:chgData name="昕 许" userId="a2975fcd840abfc3" providerId="LiveId" clId="{49CCD4F9-177C-4270-9A14-60236FF377E8}" dt="2026-04-07T02:53:34.100" v="5417" actId="478"/>
          <ac:picMkLst>
            <pc:docMk/>
            <pc:sldMk cId="166030626" sldId="293"/>
            <ac:picMk id="112" creationId="{652E346B-F9E9-C4FF-430B-33153C0A0B8D}"/>
          </ac:picMkLst>
        </pc:picChg>
        <pc:picChg chg="mod">
          <ac:chgData name="昕 许" userId="a2975fcd840abfc3" providerId="LiveId" clId="{49CCD4F9-177C-4270-9A14-60236FF377E8}" dt="2026-04-07T05:20:52.124" v="6070" actId="207"/>
          <ac:picMkLst>
            <pc:docMk/>
            <pc:sldMk cId="166030626" sldId="293"/>
            <ac:picMk id="115" creationId="{4BB4E3EB-864E-6AFD-4EF0-733B1D093BC0}"/>
          </ac:picMkLst>
        </pc:picChg>
        <pc:picChg chg="mod">
          <ac:chgData name="昕 许" userId="a2975fcd840abfc3" providerId="LiveId" clId="{49CCD4F9-177C-4270-9A14-60236FF377E8}" dt="2026-04-07T05:20:41.364" v="6069" actId="207"/>
          <ac:picMkLst>
            <pc:docMk/>
            <pc:sldMk cId="166030626" sldId="293"/>
            <ac:picMk id="147" creationId="{9ABDD0B9-6E11-2199-AFD3-0D5EE57F97E7}"/>
          </ac:picMkLst>
        </pc:picChg>
        <pc:picChg chg="mod">
          <ac:chgData name="昕 许" userId="a2975fcd840abfc3" providerId="LiveId" clId="{49CCD4F9-177C-4270-9A14-60236FF377E8}" dt="2026-04-07T03:07:07.969" v="5457" actId="20577"/>
          <ac:picMkLst>
            <pc:docMk/>
            <pc:sldMk cId="166030626" sldId="293"/>
            <ac:picMk id="170" creationId="{A5F35014-323B-7F90-D156-EC54B861D400}"/>
          </ac:picMkLst>
        </pc:picChg>
        <pc:picChg chg="mod">
          <ac:chgData name="昕 许" userId="a2975fcd840abfc3" providerId="LiveId" clId="{49CCD4F9-177C-4270-9A14-60236FF377E8}" dt="2026-04-07T03:07:07.969" v="5457" actId="20577"/>
          <ac:picMkLst>
            <pc:docMk/>
            <pc:sldMk cId="166030626" sldId="293"/>
            <ac:picMk id="171" creationId="{653078C1-F41B-6164-F4B3-DE4660F6BB91}"/>
          </ac:picMkLst>
        </pc:picChg>
        <pc:picChg chg="mod">
          <ac:chgData name="昕 许" userId="a2975fcd840abfc3" providerId="LiveId" clId="{49CCD4F9-177C-4270-9A14-60236FF377E8}" dt="2026-04-07T03:07:07.969" v="5457" actId="20577"/>
          <ac:picMkLst>
            <pc:docMk/>
            <pc:sldMk cId="166030626" sldId="293"/>
            <ac:picMk id="172" creationId="{C962280C-F9ED-AC9F-EB3E-50BFE404943E}"/>
          </ac:picMkLst>
        </pc:picChg>
        <pc:picChg chg="del">
          <ac:chgData name="昕 许" userId="a2975fcd840abfc3" providerId="LiveId" clId="{49CCD4F9-177C-4270-9A14-60236FF377E8}" dt="2026-04-07T03:07:01.011" v="5453" actId="478"/>
          <ac:picMkLst>
            <pc:docMk/>
            <pc:sldMk cId="166030626" sldId="293"/>
            <ac:picMk id="173" creationId="{9D716AF0-0699-41A1-CAB3-C516665A6C03}"/>
          </ac:picMkLst>
        </pc:picChg>
        <pc:picChg chg="mod">
          <ac:chgData name="昕 许" userId="a2975fcd840abfc3" providerId="LiveId" clId="{49CCD4F9-177C-4270-9A14-60236FF377E8}" dt="2026-04-07T03:06:58.368" v="5451" actId="20577"/>
          <ac:picMkLst>
            <pc:docMk/>
            <pc:sldMk cId="166030626" sldId="293"/>
            <ac:picMk id="182" creationId="{AA22FEFB-C8F6-9AFB-A3DB-1F4D06508B2F}"/>
          </ac:picMkLst>
        </pc:picChg>
        <pc:picChg chg="mod">
          <ac:chgData name="昕 许" userId="a2975fcd840abfc3" providerId="LiveId" clId="{49CCD4F9-177C-4270-9A14-60236FF377E8}" dt="2026-04-07T03:06:58.368" v="5451" actId="20577"/>
          <ac:picMkLst>
            <pc:docMk/>
            <pc:sldMk cId="166030626" sldId="293"/>
            <ac:picMk id="183" creationId="{154CAA10-7B10-BD26-1A85-B82BB945A492}"/>
          </ac:picMkLst>
        </pc:picChg>
        <pc:picChg chg="del">
          <ac:chgData name="昕 许" userId="a2975fcd840abfc3" providerId="LiveId" clId="{49CCD4F9-177C-4270-9A14-60236FF377E8}" dt="2026-04-07T03:06:53.141" v="5447" actId="478"/>
          <ac:picMkLst>
            <pc:docMk/>
            <pc:sldMk cId="166030626" sldId="293"/>
            <ac:picMk id="184" creationId="{3CEC1018-F782-F252-3737-0D4CE9226851}"/>
          </ac:picMkLst>
        </pc:picChg>
        <pc:cxnChg chg="add mod">
          <ac:chgData name="昕 许" userId="a2975fcd840abfc3" providerId="LiveId" clId="{49CCD4F9-177C-4270-9A14-60236FF377E8}" dt="2026-04-07T02:53:02.987" v="5404" actId="164"/>
          <ac:cxnSpMkLst>
            <pc:docMk/>
            <pc:sldMk cId="166030626" sldId="293"/>
            <ac:cxnSpMk id="3" creationId="{F7C97EB0-42E5-DCFD-B5FD-944BC9C10FB0}"/>
          </ac:cxnSpMkLst>
        </pc:cxnChg>
        <pc:cxnChg chg="mod">
          <ac:chgData name="昕 许" userId="a2975fcd840abfc3" providerId="LiveId" clId="{49CCD4F9-177C-4270-9A14-60236FF377E8}" dt="2026-04-07T03:18:30.799" v="5585" actId="1582"/>
          <ac:cxnSpMkLst>
            <pc:docMk/>
            <pc:sldMk cId="166030626" sldId="293"/>
            <ac:cxnSpMk id="24" creationId="{63B4029B-D454-6C87-024A-5FE862960161}"/>
          </ac:cxnSpMkLst>
        </pc:cxnChg>
        <pc:cxnChg chg="mod">
          <ac:chgData name="昕 许" userId="a2975fcd840abfc3" providerId="LiveId" clId="{49CCD4F9-177C-4270-9A14-60236FF377E8}" dt="2026-04-07T03:18:30.799" v="5585" actId="1582"/>
          <ac:cxnSpMkLst>
            <pc:docMk/>
            <pc:sldMk cId="166030626" sldId="293"/>
            <ac:cxnSpMk id="28" creationId="{AC881087-9DB1-52D5-0282-32813C8B54DC}"/>
          </ac:cxnSpMkLst>
        </pc:cxnChg>
        <pc:cxnChg chg="mod">
          <ac:chgData name="昕 许" userId="a2975fcd840abfc3" providerId="LiveId" clId="{49CCD4F9-177C-4270-9A14-60236FF377E8}" dt="2026-04-07T03:18:55.777" v="5588" actId="1582"/>
          <ac:cxnSpMkLst>
            <pc:docMk/>
            <pc:sldMk cId="166030626" sldId="293"/>
            <ac:cxnSpMk id="30" creationId="{EEC4828A-A783-CF46-5ED5-DA3BFE51F977}"/>
          </ac:cxnSpMkLst>
        </pc:cxnChg>
        <pc:cxnChg chg="mod">
          <ac:chgData name="昕 许" userId="a2975fcd840abfc3" providerId="LiveId" clId="{49CCD4F9-177C-4270-9A14-60236FF377E8}" dt="2026-04-07T03:18:55.777" v="5588" actId="1582"/>
          <ac:cxnSpMkLst>
            <pc:docMk/>
            <pc:sldMk cId="166030626" sldId="293"/>
            <ac:cxnSpMk id="31" creationId="{78029618-DF0D-6969-5F9E-5DE5E2DC04F5}"/>
          </ac:cxnSpMkLst>
        </pc:cxnChg>
        <pc:cxnChg chg="mod">
          <ac:chgData name="昕 许" userId="a2975fcd840abfc3" providerId="LiveId" clId="{49CCD4F9-177C-4270-9A14-60236FF377E8}" dt="2026-04-07T03:18:55.777" v="5588" actId="1582"/>
          <ac:cxnSpMkLst>
            <pc:docMk/>
            <pc:sldMk cId="166030626" sldId="293"/>
            <ac:cxnSpMk id="32" creationId="{1629E2A4-3C36-98FB-8C21-95A946762CAF}"/>
          </ac:cxnSpMkLst>
        </pc:cxnChg>
        <pc:cxnChg chg="del mod">
          <ac:chgData name="昕 许" userId="a2975fcd840abfc3" providerId="LiveId" clId="{49CCD4F9-177C-4270-9A14-60236FF377E8}" dt="2026-04-07T02:53:44.848" v="5425" actId="478"/>
          <ac:cxnSpMkLst>
            <pc:docMk/>
            <pc:sldMk cId="166030626" sldId="293"/>
            <ac:cxnSpMk id="33" creationId="{279C5EB5-6DA7-11CA-79EF-993C9B7494D2}"/>
          </ac:cxnSpMkLst>
        </pc:cxnChg>
        <pc:cxnChg chg="mod">
          <ac:chgData name="昕 许" userId="a2975fcd840abfc3" providerId="LiveId" clId="{49CCD4F9-177C-4270-9A14-60236FF377E8}" dt="2026-04-07T05:20:27.794" v="6068" actId="208"/>
          <ac:cxnSpMkLst>
            <pc:docMk/>
            <pc:sldMk cId="166030626" sldId="293"/>
            <ac:cxnSpMk id="35" creationId="{2F951C30-4EDE-DAE0-C70D-29DF6463018B}"/>
          </ac:cxnSpMkLst>
        </pc:cxnChg>
        <pc:cxnChg chg="mod">
          <ac:chgData name="昕 许" userId="a2975fcd840abfc3" providerId="LiveId" clId="{49CCD4F9-177C-4270-9A14-60236FF377E8}" dt="2026-04-07T03:18:55.777" v="5588" actId="1582"/>
          <ac:cxnSpMkLst>
            <pc:docMk/>
            <pc:sldMk cId="166030626" sldId="293"/>
            <ac:cxnSpMk id="46" creationId="{45213568-CBA5-61FF-C496-D0FF08F89D29}"/>
          </ac:cxnSpMkLst>
        </pc:cxnChg>
        <pc:cxnChg chg="mod">
          <ac:chgData name="昕 许" userId="a2975fcd840abfc3" providerId="LiveId" clId="{49CCD4F9-177C-4270-9A14-60236FF377E8}" dt="2026-04-07T03:18:55.777" v="5588" actId="1582"/>
          <ac:cxnSpMkLst>
            <pc:docMk/>
            <pc:sldMk cId="166030626" sldId="293"/>
            <ac:cxnSpMk id="47" creationId="{738FBC63-7594-7430-24C3-9321225B0F66}"/>
          </ac:cxnSpMkLst>
        </pc:cxnChg>
        <pc:cxnChg chg="del mod">
          <ac:chgData name="昕 许" userId="a2975fcd840abfc3" providerId="LiveId" clId="{49CCD4F9-177C-4270-9A14-60236FF377E8}" dt="2026-04-07T02:53:27.265" v="5412" actId="478"/>
          <ac:cxnSpMkLst>
            <pc:docMk/>
            <pc:sldMk cId="166030626" sldId="293"/>
            <ac:cxnSpMk id="48" creationId="{4144F9AD-60D0-E27A-749C-0213CD31731B}"/>
          </ac:cxnSpMkLst>
        </pc:cxnChg>
        <pc:cxnChg chg="mod">
          <ac:chgData name="昕 许" userId="a2975fcd840abfc3" providerId="LiveId" clId="{49CCD4F9-177C-4270-9A14-60236FF377E8}" dt="2026-04-07T02:52:40.874" v="5397" actId="478"/>
          <ac:cxnSpMkLst>
            <pc:docMk/>
            <pc:sldMk cId="166030626" sldId="293"/>
            <ac:cxnSpMk id="65" creationId="{C95F087F-1F79-8961-CF79-9107BCA125A9}"/>
          </ac:cxnSpMkLst>
        </pc:cxnChg>
        <pc:cxnChg chg="mod">
          <ac:chgData name="昕 许" userId="a2975fcd840abfc3" providerId="LiveId" clId="{49CCD4F9-177C-4270-9A14-60236FF377E8}" dt="2026-04-07T02:52:40.874" v="5397" actId="478"/>
          <ac:cxnSpMkLst>
            <pc:docMk/>
            <pc:sldMk cId="166030626" sldId="293"/>
            <ac:cxnSpMk id="69" creationId="{535EC612-0D66-252C-0BA4-634480B2F93E}"/>
          </ac:cxnSpMkLst>
        </pc:cxnChg>
        <pc:cxnChg chg="mod">
          <ac:chgData name="昕 许" userId="a2975fcd840abfc3" providerId="LiveId" clId="{49CCD4F9-177C-4270-9A14-60236FF377E8}" dt="2026-04-07T03:18:30.799" v="5585" actId="1582"/>
          <ac:cxnSpMkLst>
            <pc:docMk/>
            <pc:sldMk cId="166030626" sldId="293"/>
            <ac:cxnSpMk id="71" creationId="{61D9D7A3-55B0-A60D-A1E5-0BDC23ACB5DB}"/>
          </ac:cxnSpMkLst>
        </pc:cxnChg>
        <pc:cxnChg chg="mod">
          <ac:chgData name="昕 许" userId="a2975fcd840abfc3" providerId="LiveId" clId="{49CCD4F9-177C-4270-9A14-60236FF377E8}" dt="2026-04-07T05:20:27.794" v="6068" actId="208"/>
          <ac:cxnSpMkLst>
            <pc:docMk/>
            <pc:sldMk cId="166030626" sldId="293"/>
            <ac:cxnSpMk id="72" creationId="{9413DCD2-B3C7-237A-BA18-491F5464C8E0}"/>
          </ac:cxnSpMkLst>
        </pc:cxnChg>
        <pc:cxnChg chg="mod">
          <ac:chgData name="昕 许" userId="a2975fcd840abfc3" providerId="LiveId" clId="{49CCD4F9-177C-4270-9A14-60236FF377E8}" dt="2026-04-07T03:18:30.799" v="5585" actId="1582"/>
          <ac:cxnSpMkLst>
            <pc:docMk/>
            <pc:sldMk cId="166030626" sldId="293"/>
            <ac:cxnSpMk id="85" creationId="{2E2CB422-6C61-3936-0636-8CE0D33FB5D8}"/>
          </ac:cxnSpMkLst>
        </pc:cxnChg>
        <pc:cxnChg chg="mod">
          <ac:chgData name="昕 许" userId="a2975fcd840abfc3" providerId="LiveId" clId="{49CCD4F9-177C-4270-9A14-60236FF377E8}" dt="2026-04-07T05:20:27.794" v="6068" actId="208"/>
          <ac:cxnSpMkLst>
            <pc:docMk/>
            <pc:sldMk cId="166030626" sldId="293"/>
            <ac:cxnSpMk id="88" creationId="{9C51F809-59C1-9207-D057-20E099C60E09}"/>
          </ac:cxnSpMkLst>
        </pc:cxnChg>
        <pc:cxnChg chg="mod">
          <ac:chgData name="昕 许" userId="a2975fcd840abfc3" providerId="LiveId" clId="{49CCD4F9-177C-4270-9A14-60236FF377E8}" dt="2026-04-07T02:52:43.026" v="5399" actId="478"/>
          <ac:cxnSpMkLst>
            <pc:docMk/>
            <pc:sldMk cId="166030626" sldId="293"/>
            <ac:cxnSpMk id="95" creationId="{898B2BED-2312-3855-04EA-21BBC822A562}"/>
          </ac:cxnSpMkLst>
        </pc:cxnChg>
        <pc:cxnChg chg="mod">
          <ac:chgData name="昕 许" userId="a2975fcd840abfc3" providerId="LiveId" clId="{49CCD4F9-177C-4270-9A14-60236FF377E8}" dt="2026-04-07T02:52:43.026" v="5399" actId="478"/>
          <ac:cxnSpMkLst>
            <pc:docMk/>
            <pc:sldMk cId="166030626" sldId="293"/>
            <ac:cxnSpMk id="96" creationId="{8E466A84-D88E-3E00-8461-49F6FAA6AA85}"/>
          </ac:cxnSpMkLst>
        </pc:cxnChg>
        <pc:cxnChg chg="del mod">
          <ac:chgData name="昕 许" userId="a2975fcd840abfc3" providerId="LiveId" clId="{49CCD4F9-177C-4270-9A14-60236FF377E8}" dt="2026-04-07T02:52:41.916" v="5398" actId="478"/>
          <ac:cxnSpMkLst>
            <pc:docMk/>
            <pc:sldMk cId="166030626" sldId="293"/>
            <ac:cxnSpMk id="102" creationId="{E0426B44-806F-73A4-6121-03ADC501C327}"/>
          </ac:cxnSpMkLst>
        </pc:cxnChg>
        <pc:cxnChg chg="mod">
          <ac:chgData name="昕 许" userId="a2975fcd840abfc3" providerId="LiveId" clId="{49CCD4F9-177C-4270-9A14-60236FF377E8}" dt="2026-04-07T03:18:55.777" v="5588" actId="1582"/>
          <ac:cxnSpMkLst>
            <pc:docMk/>
            <pc:sldMk cId="166030626" sldId="293"/>
            <ac:cxnSpMk id="116" creationId="{08710958-A449-97B2-38CD-0727D305909B}"/>
          </ac:cxnSpMkLst>
        </pc:cxnChg>
        <pc:cxnChg chg="mod">
          <ac:chgData name="昕 许" userId="a2975fcd840abfc3" providerId="LiveId" clId="{49CCD4F9-177C-4270-9A14-60236FF377E8}" dt="2026-04-07T03:18:30.799" v="5585" actId="1582"/>
          <ac:cxnSpMkLst>
            <pc:docMk/>
            <pc:sldMk cId="166030626" sldId="293"/>
            <ac:cxnSpMk id="118" creationId="{75AA77E6-2E93-4DAD-0531-01034D4F2773}"/>
          </ac:cxnSpMkLst>
        </pc:cxnChg>
        <pc:cxnChg chg="mod">
          <ac:chgData name="昕 许" userId="a2975fcd840abfc3" providerId="LiveId" clId="{49CCD4F9-177C-4270-9A14-60236FF377E8}" dt="2026-04-07T03:18:30.799" v="5585" actId="1582"/>
          <ac:cxnSpMkLst>
            <pc:docMk/>
            <pc:sldMk cId="166030626" sldId="293"/>
            <ac:cxnSpMk id="119" creationId="{B004EE1C-A116-2B6B-1BA4-4C1782CCEB01}"/>
          </ac:cxnSpMkLst>
        </pc:cxnChg>
        <pc:cxnChg chg="mod">
          <ac:chgData name="昕 许" userId="a2975fcd840abfc3" providerId="LiveId" clId="{49CCD4F9-177C-4270-9A14-60236FF377E8}" dt="2026-04-07T03:18:55.777" v="5588" actId="1582"/>
          <ac:cxnSpMkLst>
            <pc:docMk/>
            <pc:sldMk cId="166030626" sldId="293"/>
            <ac:cxnSpMk id="120" creationId="{CEBA079A-B86B-0474-A2C8-435C58BE076D}"/>
          </ac:cxnSpMkLst>
        </pc:cxnChg>
        <pc:cxnChg chg="mod">
          <ac:chgData name="昕 许" userId="a2975fcd840abfc3" providerId="LiveId" clId="{49CCD4F9-177C-4270-9A14-60236FF377E8}" dt="2026-04-07T05:20:27.794" v="6068" actId="208"/>
          <ac:cxnSpMkLst>
            <pc:docMk/>
            <pc:sldMk cId="166030626" sldId="293"/>
            <ac:cxnSpMk id="121" creationId="{673AAA2F-490C-DC9F-FEAE-E89295ED382D}"/>
          </ac:cxnSpMkLst>
        </pc:cxnChg>
        <pc:cxnChg chg="del mod">
          <ac:chgData name="昕 许" userId="a2975fcd840abfc3" providerId="LiveId" clId="{49CCD4F9-177C-4270-9A14-60236FF377E8}" dt="2026-04-07T02:53:35.692" v="5418" actId="478"/>
          <ac:cxnSpMkLst>
            <pc:docMk/>
            <pc:sldMk cId="166030626" sldId="293"/>
            <ac:cxnSpMk id="123" creationId="{73069721-EF6A-C35B-DCE3-FE07196E0AD0}"/>
          </ac:cxnSpMkLst>
        </pc:cxnChg>
        <pc:cxnChg chg="del mod">
          <ac:chgData name="昕 许" userId="a2975fcd840abfc3" providerId="LiveId" clId="{49CCD4F9-177C-4270-9A14-60236FF377E8}" dt="2026-04-07T02:52:25.283" v="5395" actId="478"/>
          <ac:cxnSpMkLst>
            <pc:docMk/>
            <pc:sldMk cId="166030626" sldId="293"/>
            <ac:cxnSpMk id="125" creationId="{10DF0B7F-2FCC-2825-48E7-3E58CAD3A66A}"/>
          </ac:cxnSpMkLst>
        </pc:cxnChg>
        <pc:cxnChg chg="del">
          <ac:chgData name="昕 许" userId="a2975fcd840abfc3" providerId="LiveId" clId="{49CCD4F9-177C-4270-9A14-60236FF377E8}" dt="2026-04-07T02:54:43.417" v="5442" actId="478"/>
          <ac:cxnSpMkLst>
            <pc:docMk/>
            <pc:sldMk cId="166030626" sldId="293"/>
            <ac:cxnSpMk id="138" creationId="{12CBE46F-D2E9-5A17-46F8-F208F2FE1050}"/>
          </ac:cxnSpMkLst>
        </pc:cxnChg>
        <pc:cxnChg chg="mod">
          <ac:chgData name="昕 许" userId="a2975fcd840abfc3" providerId="LiveId" clId="{49CCD4F9-177C-4270-9A14-60236FF377E8}" dt="2026-04-07T03:18:30.799" v="5585" actId="1582"/>
          <ac:cxnSpMkLst>
            <pc:docMk/>
            <pc:sldMk cId="166030626" sldId="293"/>
            <ac:cxnSpMk id="149" creationId="{467FA1C5-88B7-5F27-9CBE-81DDFBA58427}"/>
          </ac:cxnSpMkLst>
        </pc:cxnChg>
        <pc:cxnChg chg="mod">
          <ac:chgData name="昕 许" userId="a2975fcd840abfc3" providerId="LiveId" clId="{49CCD4F9-177C-4270-9A14-60236FF377E8}" dt="2026-04-07T03:18:30.799" v="5585" actId="1582"/>
          <ac:cxnSpMkLst>
            <pc:docMk/>
            <pc:sldMk cId="166030626" sldId="293"/>
            <ac:cxnSpMk id="150" creationId="{B56AE125-B5A4-ABC6-9AF6-B3A13ED2F3D1}"/>
          </ac:cxnSpMkLst>
        </pc:cxnChg>
        <pc:cxnChg chg="mod">
          <ac:chgData name="昕 许" userId="a2975fcd840abfc3" providerId="LiveId" clId="{49CCD4F9-177C-4270-9A14-60236FF377E8}" dt="2026-04-07T05:20:27.794" v="6068" actId="208"/>
          <ac:cxnSpMkLst>
            <pc:docMk/>
            <pc:sldMk cId="166030626" sldId="293"/>
            <ac:cxnSpMk id="152" creationId="{5A1DB1EF-2848-5BC2-B37E-C2E4C4AAFAF1}"/>
          </ac:cxnSpMkLst>
        </pc:cxnChg>
        <pc:cxnChg chg="mod">
          <ac:chgData name="昕 许" userId="a2975fcd840abfc3" providerId="LiveId" clId="{49CCD4F9-177C-4270-9A14-60236FF377E8}" dt="2026-04-07T02:54:47.935" v="5445" actId="478"/>
          <ac:cxnSpMkLst>
            <pc:docMk/>
            <pc:sldMk cId="166030626" sldId="293"/>
            <ac:cxnSpMk id="162" creationId="{2CE73D7E-BD8B-F0E6-2C12-4A03473B7BFE}"/>
          </ac:cxnSpMkLst>
        </pc:cxnChg>
        <pc:cxnChg chg="mod">
          <ac:chgData name="昕 许" userId="a2975fcd840abfc3" providerId="LiveId" clId="{49CCD4F9-177C-4270-9A14-60236FF377E8}" dt="2026-04-07T02:54:47.935" v="5445" actId="478"/>
          <ac:cxnSpMkLst>
            <pc:docMk/>
            <pc:sldMk cId="166030626" sldId="293"/>
            <ac:cxnSpMk id="163" creationId="{21464D9A-BE53-28CC-54C2-80AAC98E523E}"/>
          </ac:cxnSpMkLst>
        </pc:cxnChg>
        <pc:cxnChg chg="mod">
          <ac:chgData name="昕 许" userId="a2975fcd840abfc3" providerId="LiveId" clId="{49CCD4F9-177C-4270-9A14-60236FF377E8}" dt="2026-04-07T02:54:47.935" v="5445" actId="478"/>
          <ac:cxnSpMkLst>
            <pc:docMk/>
            <pc:sldMk cId="166030626" sldId="293"/>
            <ac:cxnSpMk id="164" creationId="{691C7921-6161-3C58-C64F-2C83073C407F}"/>
          </ac:cxnSpMkLst>
        </pc:cxnChg>
        <pc:cxnChg chg="mod">
          <ac:chgData name="昕 许" userId="a2975fcd840abfc3" providerId="LiveId" clId="{49CCD4F9-177C-4270-9A14-60236FF377E8}" dt="2026-04-07T03:18:55.777" v="5588" actId="1582"/>
          <ac:cxnSpMkLst>
            <pc:docMk/>
            <pc:sldMk cId="166030626" sldId="293"/>
            <ac:cxnSpMk id="174" creationId="{1AA61599-49E5-44EC-FE56-67E6623B330E}"/>
          </ac:cxnSpMkLst>
        </pc:cxnChg>
        <pc:cxnChg chg="mod">
          <ac:chgData name="昕 许" userId="a2975fcd840abfc3" providerId="LiveId" clId="{49CCD4F9-177C-4270-9A14-60236FF377E8}" dt="2026-04-07T03:18:55.777" v="5588" actId="1582"/>
          <ac:cxnSpMkLst>
            <pc:docMk/>
            <pc:sldMk cId="166030626" sldId="293"/>
            <ac:cxnSpMk id="175" creationId="{3535E4CA-FC9A-3919-965D-B24B90F16B5C}"/>
          </ac:cxnSpMkLst>
        </pc:cxnChg>
        <pc:cxnChg chg="del mod">
          <ac:chgData name="昕 许" userId="a2975fcd840abfc3" providerId="LiveId" clId="{49CCD4F9-177C-4270-9A14-60236FF377E8}" dt="2026-04-07T03:07:04.867" v="5454" actId="478"/>
          <ac:cxnSpMkLst>
            <pc:docMk/>
            <pc:sldMk cId="166030626" sldId="293"/>
            <ac:cxnSpMk id="176" creationId="{3B6BE1BC-3754-2A3C-D8EB-9BE230700B73}"/>
          </ac:cxnSpMkLst>
        </pc:cxnChg>
        <pc:cxnChg chg="mod">
          <ac:chgData name="昕 许" userId="a2975fcd840abfc3" providerId="LiveId" clId="{49CCD4F9-177C-4270-9A14-60236FF377E8}" dt="2026-04-07T03:18:55.777" v="5588" actId="1582"/>
          <ac:cxnSpMkLst>
            <pc:docMk/>
            <pc:sldMk cId="166030626" sldId="293"/>
            <ac:cxnSpMk id="185" creationId="{F83B3DDB-7C88-A709-3830-C0681E4D3806}"/>
          </ac:cxnSpMkLst>
        </pc:cxnChg>
        <pc:cxnChg chg="del mod">
          <ac:chgData name="昕 许" userId="a2975fcd840abfc3" providerId="LiveId" clId="{49CCD4F9-177C-4270-9A14-60236FF377E8}" dt="2026-04-07T03:06:55.196" v="5448" actId="478"/>
          <ac:cxnSpMkLst>
            <pc:docMk/>
            <pc:sldMk cId="166030626" sldId="293"/>
            <ac:cxnSpMk id="186" creationId="{B41478FE-8A47-0DDD-AEF9-4256A79A22F4}"/>
          </ac:cxnSpMkLst>
        </pc:cxnChg>
        <pc:cxnChg chg="mod">
          <ac:chgData name="昕 许" userId="a2975fcd840abfc3" providerId="LiveId" clId="{49CCD4F9-177C-4270-9A14-60236FF377E8}" dt="2026-04-07T02:54:42.502" v="5441" actId="478"/>
          <ac:cxnSpMkLst>
            <pc:docMk/>
            <pc:sldMk cId="166030626" sldId="293"/>
            <ac:cxnSpMk id="196" creationId="{2190EE8D-5751-2CD7-2F74-873577EFE811}"/>
          </ac:cxnSpMkLst>
        </pc:cxnChg>
        <pc:cxnChg chg="mod">
          <ac:chgData name="昕 许" userId="a2975fcd840abfc3" providerId="LiveId" clId="{49CCD4F9-177C-4270-9A14-60236FF377E8}" dt="2026-04-07T02:54:42.502" v="5441" actId="478"/>
          <ac:cxnSpMkLst>
            <pc:docMk/>
            <pc:sldMk cId="166030626" sldId="293"/>
            <ac:cxnSpMk id="197" creationId="{A08CE798-1945-E764-1E1A-59EF0C96A641}"/>
          </ac:cxnSpMkLst>
        </pc:cxnChg>
        <pc:cxnChg chg="mod">
          <ac:chgData name="昕 许" userId="a2975fcd840abfc3" providerId="LiveId" clId="{49CCD4F9-177C-4270-9A14-60236FF377E8}" dt="2026-04-07T02:54:42.502" v="5441" actId="478"/>
          <ac:cxnSpMkLst>
            <pc:docMk/>
            <pc:sldMk cId="166030626" sldId="293"/>
            <ac:cxnSpMk id="198" creationId="{62BE99D6-2F9D-2742-38F6-DDE91B2D8964}"/>
          </ac:cxnSpMkLst>
        </pc:cxnChg>
        <pc:cxnChg chg="mod">
          <ac:chgData name="昕 许" userId="a2975fcd840abfc3" providerId="LiveId" clId="{49CCD4F9-177C-4270-9A14-60236FF377E8}" dt="2026-04-07T02:54:46.663" v="5444" actId="478"/>
          <ac:cxnSpMkLst>
            <pc:docMk/>
            <pc:sldMk cId="166030626" sldId="293"/>
            <ac:cxnSpMk id="209" creationId="{E6B6B971-A76E-10BE-79B8-F30531D6185A}"/>
          </ac:cxnSpMkLst>
        </pc:cxnChg>
        <pc:cxnChg chg="mod">
          <ac:chgData name="昕 许" userId="a2975fcd840abfc3" providerId="LiveId" clId="{49CCD4F9-177C-4270-9A14-60236FF377E8}" dt="2026-04-07T02:54:46.663" v="5444" actId="478"/>
          <ac:cxnSpMkLst>
            <pc:docMk/>
            <pc:sldMk cId="166030626" sldId="293"/>
            <ac:cxnSpMk id="210" creationId="{E241C2DD-5CB8-B429-FE86-94DC9D95B428}"/>
          </ac:cxnSpMkLst>
        </pc:cxnChg>
        <pc:cxnChg chg="mod">
          <ac:chgData name="昕 许" userId="a2975fcd840abfc3" providerId="LiveId" clId="{49CCD4F9-177C-4270-9A14-60236FF377E8}" dt="2026-04-07T02:54:46.663" v="5444" actId="478"/>
          <ac:cxnSpMkLst>
            <pc:docMk/>
            <pc:sldMk cId="166030626" sldId="293"/>
            <ac:cxnSpMk id="211" creationId="{CF7F7301-8CA4-409A-9AC9-3B4A6D1FE829}"/>
          </ac:cxnSpMkLst>
        </pc:cxnChg>
        <pc:cxnChg chg="mod">
          <ac:chgData name="昕 许" userId="a2975fcd840abfc3" providerId="LiveId" clId="{49CCD4F9-177C-4270-9A14-60236FF377E8}" dt="2026-04-07T02:54:46.663" v="5444" actId="478"/>
          <ac:cxnSpMkLst>
            <pc:docMk/>
            <pc:sldMk cId="166030626" sldId="293"/>
            <ac:cxnSpMk id="212" creationId="{7C81ED02-2661-E4C7-687E-1491D05CEB25}"/>
          </ac:cxnSpMkLst>
        </pc:cxnChg>
        <pc:cxnChg chg="add mod">
          <ac:chgData name="昕 许" userId="a2975fcd840abfc3" providerId="LiveId" clId="{49CCD4F9-177C-4270-9A14-60236FF377E8}" dt="2026-04-07T03:08:12.758" v="5470" actId="208"/>
          <ac:cxnSpMkLst>
            <pc:docMk/>
            <pc:sldMk cId="166030626" sldId="293"/>
            <ac:cxnSpMk id="215" creationId="{7F2B51E8-4373-B03C-0BB8-130FAC82DDD5}"/>
          </ac:cxnSpMkLst>
        </pc:cxnChg>
        <pc:cxnChg chg="add mod">
          <ac:chgData name="昕 许" userId="a2975fcd840abfc3" providerId="LiveId" clId="{49CCD4F9-177C-4270-9A14-60236FF377E8}" dt="2026-04-07T03:08:18.828" v="5472" actId="1076"/>
          <ac:cxnSpMkLst>
            <pc:docMk/>
            <pc:sldMk cId="166030626" sldId="293"/>
            <ac:cxnSpMk id="216" creationId="{8867424F-4046-DC7B-05CD-6D9410EFA967}"/>
          </ac:cxnSpMkLst>
        </pc:cxnChg>
      </pc:sldChg>
      <pc:sldChg chg="add del">
        <pc:chgData name="昕 许" userId="a2975fcd840abfc3" providerId="LiveId" clId="{49CCD4F9-177C-4270-9A14-60236FF377E8}" dt="2026-04-07T02:49:34.865" v="5363"/>
        <pc:sldMkLst>
          <pc:docMk/>
          <pc:sldMk cId="2797118931" sldId="293"/>
        </pc:sldMkLst>
      </pc:sldChg>
      <pc:sldChg chg="addSp delSp modSp add del mod">
        <pc:chgData name="昕 许" userId="a2975fcd840abfc3" providerId="LiveId" clId="{49CCD4F9-177C-4270-9A14-60236FF377E8}" dt="2026-04-07T08:26:41.074" v="6079" actId="47"/>
        <pc:sldMkLst>
          <pc:docMk/>
          <pc:sldMk cId="2370704999" sldId="294"/>
        </pc:sldMkLst>
        <pc:spChg chg="add mod">
          <ac:chgData name="昕 许" userId="a2975fcd840abfc3" providerId="LiveId" clId="{49CCD4F9-177C-4270-9A14-60236FF377E8}" dt="2026-04-07T03:11:39.535" v="5520" actId="1076"/>
          <ac:spMkLst>
            <pc:docMk/>
            <pc:sldMk cId="2370704999" sldId="294"/>
            <ac:spMk id="2" creationId="{E7FE4429-D2B1-B9EA-B5C8-22A8B44A677D}"/>
          </ac:spMkLst>
        </pc:spChg>
        <pc:spChg chg="del">
          <ac:chgData name="昕 许" userId="a2975fcd840abfc3" providerId="LiveId" clId="{49CCD4F9-177C-4270-9A14-60236FF377E8}" dt="2026-04-07T03:10:08.678" v="5480" actId="478"/>
          <ac:spMkLst>
            <pc:docMk/>
            <pc:sldMk cId="2370704999" sldId="294"/>
            <ac:spMk id="4" creationId="{B31EBB7F-774E-1066-5490-1928BEBB6EA5}"/>
          </ac:spMkLst>
        </pc:spChg>
        <pc:spChg chg="add mod">
          <ac:chgData name="昕 许" userId="a2975fcd840abfc3" providerId="LiveId" clId="{49CCD4F9-177C-4270-9A14-60236FF377E8}" dt="2026-04-07T03:11:39.535" v="5520" actId="1076"/>
          <ac:spMkLst>
            <pc:docMk/>
            <pc:sldMk cId="2370704999" sldId="294"/>
            <ac:spMk id="5" creationId="{854768F5-10A9-3998-822F-31AC0FBDD13D}"/>
          </ac:spMkLst>
        </pc:spChg>
        <pc:spChg chg="add mod">
          <ac:chgData name="昕 许" userId="a2975fcd840abfc3" providerId="LiveId" clId="{49CCD4F9-177C-4270-9A14-60236FF377E8}" dt="2026-04-07T03:20:19.926" v="5590" actId="1582"/>
          <ac:spMkLst>
            <pc:docMk/>
            <pc:sldMk cId="2370704999" sldId="294"/>
            <ac:spMk id="7" creationId="{3BBD9262-390D-C27E-28A3-E4E106C57FDC}"/>
          </ac:spMkLst>
        </pc:spChg>
        <pc:spChg chg="del">
          <ac:chgData name="昕 许" userId="a2975fcd840abfc3" providerId="LiveId" clId="{49CCD4F9-177C-4270-9A14-60236FF377E8}" dt="2026-04-07T03:10:11.862" v="5482" actId="478"/>
          <ac:spMkLst>
            <pc:docMk/>
            <pc:sldMk cId="2370704999" sldId="294"/>
            <ac:spMk id="11" creationId="{31E49A51-B66E-85B6-FA21-D27BC7DC71D5}"/>
          </ac:spMkLst>
        </pc:spChg>
        <pc:spChg chg="mod topLvl">
          <ac:chgData name="昕 许" userId="a2975fcd840abfc3" providerId="LiveId" clId="{49CCD4F9-177C-4270-9A14-60236FF377E8}" dt="2026-04-07T03:11:39.535" v="5520" actId="1076"/>
          <ac:spMkLst>
            <pc:docMk/>
            <pc:sldMk cId="2370704999" sldId="294"/>
            <ac:spMk id="14" creationId="{06BB675B-6D4F-B380-B430-28799590E8A7}"/>
          </ac:spMkLst>
        </pc:spChg>
        <pc:spChg chg="mod topLvl">
          <ac:chgData name="昕 许" userId="a2975fcd840abfc3" providerId="LiveId" clId="{49CCD4F9-177C-4270-9A14-60236FF377E8}" dt="2026-04-07T03:11:39.535" v="5520" actId="1076"/>
          <ac:spMkLst>
            <pc:docMk/>
            <pc:sldMk cId="2370704999" sldId="294"/>
            <ac:spMk id="19" creationId="{521514F9-8B7F-C751-C96E-ADFC10131BD6}"/>
          </ac:spMkLst>
        </pc:spChg>
        <pc:spChg chg="add del mod topLvl">
          <ac:chgData name="昕 许" userId="a2975fcd840abfc3" providerId="LiveId" clId="{49CCD4F9-177C-4270-9A14-60236FF377E8}" dt="2026-04-07T03:11:39.535" v="5520" actId="1076"/>
          <ac:spMkLst>
            <pc:docMk/>
            <pc:sldMk cId="2370704999" sldId="294"/>
            <ac:spMk id="21" creationId="{4588A021-B213-AA1F-C428-0A082B859A48}"/>
          </ac:spMkLst>
        </pc:spChg>
        <pc:spChg chg="add mod">
          <ac:chgData name="昕 许" userId="a2975fcd840abfc3" providerId="LiveId" clId="{49CCD4F9-177C-4270-9A14-60236FF377E8}" dt="2026-04-07T03:20:27.785" v="5593" actId="164"/>
          <ac:spMkLst>
            <pc:docMk/>
            <pc:sldMk cId="2370704999" sldId="294"/>
            <ac:spMk id="22" creationId="{19E442B0-206E-A764-79EF-4D68D43852FB}"/>
          </ac:spMkLst>
        </pc:spChg>
        <pc:spChg chg="add mod">
          <ac:chgData name="昕 许" userId="a2975fcd840abfc3" providerId="LiveId" clId="{49CCD4F9-177C-4270-9A14-60236FF377E8}" dt="2026-04-07T03:20:27.785" v="5593" actId="164"/>
          <ac:spMkLst>
            <pc:docMk/>
            <pc:sldMk cId="2370704999" sldId="294"/>
            <ac:spMk id="29" creationId="{6E185041-B493-C956-1BC4-754C9D46A7A3}"/>
          </ac:spMkLst>
        </pc:spChg>
        <pc:spChg chg="add mod">
          <ac:chgData name="昕 许" userId="a2975fcd840abfc3" providerId="LiveId" clId="{49CCD4F9-177C-4270-9A14-60236FF377E8}" dt="2026-04-07T03:20:27.785" v="5593" actId="164"/>
          <ac:spMkLst>
            <pc:docMk/>
            <pc:sldMk cId="2370704999" sldId="294"/>
            <ac:spMk id="33" creationId="{A8F13C8E-1B2D-3CFF-CB82-E6975B9F2E8B}"/>
          </ac:spMkLst>
        </pc:spChg>
        <pc:spChg chg="del mod topLvl">
          <ac:chgData name="昕 许" userId="a2975fcd840abfc3" providerId="LiveId" clId="{49CCD4F9-177C-4270-9A14-60236FF377E8}" dt="2026-04-07T03:11:34.230" v="5518" actId="478"/>
          <ac:spMkLst>
            <pc:docMk/>
            <pc:sldMk cId="2370704999" sldId="294"/>
            <ac:spMk id="34" creationId="{9521C29F-CCB2-5445-18BB-875F4C94FE41}"/>
          </ac:spMkLst>
        </pc:spChg>
        <pc:spChg chg="add mod">
          <ac:chgData name="昕 许" userId="a2975fcd840abfc3" providerId="LiveId" clId="{49CCD4F9-177C-4270-9A14-60236FF377E8}" dt="2026-04-07T03:20:27.785" v="5593" actId="164"/>
          <ac:spMkLst>
            <pc:docMk/>
            <pc:sldMk cId="2370704999" sldId="294"/>
            <ac:spMk id="45" creationId="{E9090BC2-15B0-38CC-036A-049695471ADE}"/>
          </ac:spMkLst>
        </pc:spChg>
        <pc:spChg chg="add mod">
          <ac:chgData name="昕 许" userId="a2975fcd840abfc3" providerId="LiveId" clId="{49CCD4F9-177C-4270-9A14-60236FF377E8}" dt="2026-04-07T03:20:27.785" v="5593" actId="164"/>
          <ac:spMkLst>
            <pc:docMk/>
            <pc:sldMk cId="2370704999" sldId="294"/>
            <ac:spMk id="48" creationId="{66C927BB-D23F-2F9B-4AA9-D085278F0267}"/>
          </ac:spMkLst>
        </pc:spChg>
        <pc:spChg chg="add mod">
          <ac:chgData name="昕 许" userId="a2975fcd840abfc3" providerId="LiveId" clId="{49CCD4F9-177C-4270-9A14-60236FF377E8}" dt="2026-04-07T03:20:27.785" v="5593" actId="164"/>
          <ac:spMkLst>
            <pc:docMk/>
            <pc:sldMk cId="2370704999" sldId="294"/>
            <ac:spMk id="50" creationId="{62C75EAB-F0E4-81A7-6690-7379E35832DA}"/>
          </ac:spMkLst>
        </pc:spChg>
        <pc:spChg chg="mod">
          <ac:chgData name="昕 许" userId="a2975fcd840abfc3" providerId="LiveId" clId="{49CCD4F9-177C-4270-9A14-60236FF377E8}" dt="2026-04-07T03:20:29.352" v="5594"/>
          <ac:spMkLst>
            <pc:docMk/>
            <pc:sldMk cId="2370704999" sldId="294"/>
            <ac:spMk id="91" creationId="{605E2E7D-EE6F-73DD-3240-8CA83FA64013}"/>
          </ac:spMkLst>
        </pc:spChg>
        <pc:spChg chg="mod">
          <ac:chgData name="昕 许" userId="a2975fcd840abfc3" providerId="LiveId" clId="{49CCD4F9-177C-4270-9A14-60236FF377E8}" dt="2026-04-07T03:20:29.352" v="5594"/>
          <ac:spMkLst>
            <pc:docMk/>
            <pc:sldMk cId="2370704999" sldId="294"/>
            <ac:spMk id="92" creationId="{0D2FD39F-4D0D-AFAF-591C-F9BBDFC6889B}"/>
          </ac:spMkLst>
        </pc:spChg>
        <pc:spChg chg="mod">
          <ac:chgData name="昕 许" userId="a2975fcd840abfc3" providerId="LiveId" clId="{49CCD4F9-177C-4270-9A14-60236FF377E8}" dt="2026-04-07T03:20:29.352" v="5594"/>
          <ac:spMkLst>
            <pc:docMk/>
            <pc:sldMk cId="2370704999" sldId="294"/>
            <ac:spMk id="94" creationId="{FE07ACA3-7594-90C6-BFE9-C46BF6B8406B}"/>
          </ac:spMkLst>
        </pc:spChg>
        <pc:spChg chg="mod">
          <ac:chgData name="昕 许" userId="a2975fcd840abfc3" providerId="LiveId" clId="{49CCD4F9-177C-4270-9A14-60236FF377E8}" dt="2026-04-07T03:20:29.352" v="5594"/>
          <ac:spMkLst>
            <pc:docMk/>
            <pc:sldMk cId="2370704999" sldId="294"/>
            <ac:spMk id="96" creationId="{5D4F6CBE-9377-4DCC-7130-A27C7D0EEC7E}"/>
          </ac:spMkLst>
        </pc:spChg>
        <pc:spChg chg="mod">
          <ac:chgData name="昕 许" userId="a2975fcd840abfc3" providerId="LiveId" clId="{49CCD4F9-177C-4270-9A14-60236FF377E8}" dt="2026-04-07T03:20:43.773" v="5597" actId="1076"/>
          <ac:spMkLst>
            <pc:docMk/>
            <pc:sldMk cId="2370704999" sldId="294"/>
            <ac:spMk id="102" creationId="{B1C0D3B8-C0CB-6A1B-929E-97E25F7C2F27}"/>
          </ac:spMkLst>
        </pc:spChg>
        <pc:spChg chg="mod">
          <ac:chgData name="昕 许" userId="a2975fcd840abfc3" providerId="LiveId" clId="{49CCD4F9-177C-4270-9A14-60236FF377E8}" dt="2026-04-07T03:20:52.280" v="5602" actId="1076"/>
          <ac:spMkLst>
            <pc:docMk/>
            <pc:sldMk cId="2370704999" sldId="294"/>
            <ac:spMk id="103" creationId="{D8302F7C-5581-747C-5878-84BB26F6B1FA}"/>
          </ac:spMkLst>
        </pc:spChg>
        <pc:spChg chg="add mod">
          <ac:chgData name="昕 许" userId="a2975fcd840abfc3" providerId="LiveId" clId="{49CCD4F9-177C-4270-9A14-60236FF377E8}" dt="2026-04-07T03:23:28.656" v="5685" actId="164"/>
          <ac:spMkLst>
            <pc:docMk/>
            <pc:sldMk cId="2370704999" sldId="294"/>
            <ac:spMk id="123" creationId="{72F16F49-9C37-D31F-D83E-A1BC8E704F8C}"/>
          </ac:spMkLst>
        </pc:spChg>
        <pc:spChg chg="del">
          <ac:chgData name="昕 许" userId="a2975fcd840abfc3" providerId="LiveId" clId="{49CCD4F9-177C-4270-9A14-60236FF377E8}" dt="2026-04-07T03:10:14.926" v="5485" actId="478"/>
          <ac:spMkLst>
            <pc:docMk/>
            <pc:sldMk cId="2370704999" sldId="294"/>
            <ac:spMk id="126" creationId="{F4EC9ACC-9F3A-F360-1A1A-A56C47BA4A05}"/>
          </ac:spMkLst>
        </pc:spChg>
        <pc:spChg chg="add mod">
          <ac:chgData name="昕 许" userId="a2975fcd840abfc3" providerId="LiveId" clId="{49CCD4F9-177C-4270-9A14-60236FF377E8}" dt="2026-04-07T03:22:15.789" v="5644" actId="14100"/>
          <ac:spMkLst>
            <pc:docMk/>
            <pc:sldMk cId="2370704999" sldId="294"/>
            <ac:spMk id="130" creationId="{3CFBDFAF-2F55-AD61-03E2-EF3BBB927BF2}"/>
          </ac:spMkLst>
        </pc:spChg>
        <pc:spChg chg="del">
          <ac:chgData name="昕 许" userId="a2975fcd840abfc3" providerId="LiveId" clId="{49CCD4F9-177C-4270-9A14-60236FF377E8}" dt="2026-04-07T03:10:13.865" v="5484" actId="478"/>
          <ac:spMkLst>
            <pc:docMk/>
            <pc:sldMk cId="2370704999" sldId="294"/>
            <ac:spMk id="131" creationId="{FA40000C-DCD5-CECE-7064-189F179BA67D}"/>
          </ac:spMkLst>
        </pc:spChg>
        <pc:spChg chg="add mod">
          <ac:chgData name="昕 许" userId="a2975fcd840abfc3" providerId="LiveId" clId="{49CCD4F9-177C-4270-9A14-60236FF377E8}" dt="2026-04-07T03:22:08.409" v="5640" actId="1076"/>
          <ac:spMkLst>
            <pc:docMk/>
            <pc:sldMk cId="2370704999" sldId="294"/>
            <ac:spMk id="132" creationId="{284C63EC-08E1-672D-5131-89DCA26702B5}"/>
          </ac:spMkLst>
        </pc:spChg>
        <pc:spChg chg="add mod">
          <ac:chgData name="昕 许" userId="a2975fcd840abfc3" providerId="LiveId" clId="{49CCD4F9-177C-4270-9A14-60236FF377E8}" dt="2026-04-07T03:22:24.316" v="5648" actId="1076"/>
          <ac:spMkLst>
            <pc:docMk/>
            <pc:sldMk cId="2370704999" sldId="294"/>
            <ac:spMk id="133" creationId="{4D74107B-0150-E768-7C12-98A8B80C48C1}"/>
          </ac:spMkLst>
        </pc:spChg>
        <pc:spChg chg="add mod">
          <ac:chgData name="昕 许" userId="a2975fcd840abfc3" providerId="LiveId" clId="{49CCD4F9-177C-4270-9A14-60236FF377E8}" dt="2026-04-07T03:22:32.932" v="5652" actId="1076"/>
          <ac:spMkLst>
            <pc:docMk/>
            <pc:sldMk cId="2370704999" sldId="294"/>
            <ac:spMk id="136" creationId="{ABDB549B-5B37-826A-8EC2-31DA34A0E224}"/>
          </ac:spMkLst>
        </pc:spChg>
        <pc:spChg chg="add mod">
          <ac:chgData name="昕 许" userId="a2975fcd840abfc3" providerId="LiveId" clId="{49CCD4F9-177C-4270-9A14-60236FF377E8}" dt="2026-04-07T03:22:48.878" v="5670" actId="1076"/>
          <ac:spMkLst>
            <pc:docMk/>
            <pc:sldMk cId="2370704999" sldId="294"/>
            <ac:spMk id="137" creationId="{F087CB79-CF73-CF3E-E71E-B3AF3FCE9105}"/>
          </ac:spMkLst>
        </pc:spChg>
        <pc:spChg chg="add mod">
          <ac:chgData name="昕 许" userId="a2975fcd840abfc3" providerId="LiveId" clId="{49CCD4F9-177C-4270-9A14-60236FF377E8}" dt="2026-04-07T03:23:28.656" v="5685" actId="164"/>
          <ac:spMkLst>
            <pc:docMk/>
            <pc:sldMk cId="2370704999" sldId="294"/>
            <ac:spMk id="138" creationId="{09098DE3-EBBE-A067-E1F8-C42782CDDEA0}"/>
          </ac:spMkLst>
        </pc:spChg>
        <pc:spChg chg="del">
          <ac:chgData name="昕 许" userId="a2975fcd840abfc3" providerId="LiveId" clId="{49CCD4F9-177C-4270-9A14-60236FF377E8}" dt="2026-04-07T03:10:13.865" v="5484" actId="478"/>
          <ac:spMkLst>
            <pc:docMk/>
            <pc:sldMk cId="2370704999" sldId="294"/>
            <ac:spMk id="146" creationId="{B2D7FC2F-FD38-DA86-5341-0B29058BB522}"/>
          </ac:spMkLst>
        </pc:spChg>
        <pc:spChg chg="add mod">
          <ac:chgData name="昕 许" userId="a2975fcd840abfc3" providerId="LiveId" clId="{49CCD4F9-177C-4270-9A14-60236FF377E8}" dt="2026-04-07T03:23:28.656" v="5685" actId="164"/>
          <ac:spMkLst>
            <pc:docMk/>
            <pc:sldMk cId="2370704999" sldId="294"/>
            <ac:spMk id="151" creationId="{F2BF482F-E23B-24F0-420A-70DC9A13B11A}"/>
          </ac:spMkLst>
        </pc:spChg>
        <pc:spChg chg="add mod">
          <ac:chgData name="昕 许" userId="a2975fcd840abfc3" providerId="LiveId" clId="{49CCD4F9-177C-4270-9A14-60236FF377E8}" dt="2026-04-07T03:23:28.656" v="5685" actId="164"/>
          <ac:spMkLst>
            <pc:docMk/>
            <pc:sldMk cId="2370704999" sldId="294"/>
            <ac:spMk id="154" creationId="{C24BF053-A917-C4BF-266B-03D9BC253C92}"/>
          </ac:spMkLst>
        </pc:spChg>
        <pc:spChg chg="add mod">
          <ac:chgData name="昕 许" userId="a2975fcd840abfc3" providerId="LiveId" clId="{49CCD4F9-177C-4270-9A14-60236FF377E8}" dt="2026-04-07T03:23:28.656" v="5685" actId="164"/>
          <ac:spMkLst>
            <pc:docMk/>
            <pc:sldMk cId="2370704999" sldId="294"/>
            <ac:spMk id="155" creationId="{255EB88C-CD67-1925-3306-A87C1266024C}"/>
          </ac:spMkLst>
        </pc:spChg>
        <pc:spChg chg="add mod">
          <ac:chgData name="昕 许" userId="a2975fcd840abfc3" providerId="LiveId" clId="{49CCD4F9-177C-4270-9A14-60236FF377E8}" dt="2026-04-07T03:23:28.656" v="5685" actId="164"/>
          <ac:spMkLst>
            <pc:docMk/>
            <pc:sldMk cId="2370704999" sldId="294"/>
            <ac:spMk id="156" creationId="{0AA5BA0D-B607-549E-F496-D37847D49DD6}"/>
          </ac:spMkLst>
        </pc:spChg>
        <pc:spChg chg="add mod">
          <ac:chgData name="昕 许" userId="a2975fcd840abfc3" providerId="LiveId" clId="{49CCD4F9-177C-4270-9A14-60236FF377E8}" dt="2026-04-07T03:23:23.669" v="5684" actId="1076"/>
          <ac:spMkLst>
            <pc:docMk/>
            <pc:sldMk cId="2370704999" sldId="294"/>
            <ac:spMk id="157" creationId="{CEA2D042-09E6-8262-5249-EED4FDC0A51B}"/>
          </ac:spMkLst>
        </pc:spChg>
        <pc:spChg chg="add mod">
          <ac:chgData name="昕 许" userId="a2975fcd840abfc3" providerId="LiveId" clId="{49CCD4F9-177C-4270-9A14-60236FF377E8}" dt="2026-04-07T03:23:56.994" v="5723" actId="1076"/>
          <ac:spMkLst>
            <pc:docMk/>
            <pc:sldMk cId="2370704999" sldId="294"/>
            <ac:spMk id="160" creationId="{1CAABC35-3416-C504-F446-7AFB1817CDBB}"/>
          </ac:spMkLst>
        </pc:spChg>
        <pc:grpChg chg="del mod">
          <ac:chgData name="昕 许" userId="a2975fcd840abfc3" providerId="LiveId" clId="{49CCD4F9-177C-4270-9A14-60236FF377E8}" dt="2026-04-07T03:10:34.930" v="5491" actId="165"/>
          <ac:grpSpMkLst>
            <pc:docMk/>
            <pc:sldMk cId="2370704999" sldId="294"/>
            <ac:grpSpMk id="13" creationId="{E45DDDBF-C0B0-01C5-2074-734134748806}"/>
          </ac:grpSpMkLst>
        </pc:grpChg>
        <pc:grpChg chg="del">
          <ac:chgData name="昕 许" userId="a2975fcd840abfc3" providerId="LiveId" clId="{49CCD4F9-177C-4270-9A14-60236FF377E8}" dt="2026-04-07T03:10:16.037" v="5486" actId="478"/>
          <ac:grpSpMkLst>
            <pc:docMk/>
            <pc:sldMk cId="2370704999" sldId="294"/>
            <ac:grpSpMk id="36" creationId="{3FC057A0-26DC-A614-F8CC-55D1A733A3AC}"/>
          </ac:grpSpMkLst>
        </pc:grpChg>
        <pc:grpChg chg="add mod">
          <ac:chgData name="昕 许" userId="a2975fcd840abfc3" providerId="LiveId" clId="{49CCD4F9-177C-4270-9A14-60236FF377E8}" dt="2026-04-07T03:20:26.624" v="5592" actId="164"/>
          <ac:grpSpMkLst>
            <pc:docMk/>
            <pc:sldMk cId="2370704999" sldId="294"/>
            <ac:grpSpMk id="87" creationId="{2A29063C-36BC-CA9C-765C-2EE79E8E1EB0}"/>
          </ac:grpSpMkLst>
        </pc:grpChg>
        <pc:grpChg chg="add mod">
          <ac:chgData name="昕 许" userId="a2975fcd840abfc3" providerId="LiveId" clId="{49CCD4F9-177C-4270-9A14-60236FF377E8}" dt="2026-04-07T03:20:38.195" v="5596" actId="1076"/>
          <ac:grpSpMkLst>
            <pc:docMk/>
            <pc:sldMk cId="2370704999" sldId="294"/>
            <ac:grpSpMk id="89" creationId="{4CD51073-EBE7-E9F0-A9E0-1314C88EA36A}"/>
          </ac:grpSpMkLst>
        </pc:grpChg>
        <pc:grpChg chg="add mod">
          <ac:chgData name="昕 许" userId="a2975fcd840abfc3" providerId="LiveId" clId="{49CCD4F9-177C-4270-9A14-60236FF377E8}" dt="2026-04-07T03:23:28.656" v="5685" actId="164"/>
          <ac:grpSpMkLst>
            <pc:docMk/>
            <pc:sldMk cId="2370704999" sldId="294"/>
            <ac:grpSpMk id="90" creationId="{1718CC8B-39FC-C886-7647-00519AF3B008}"/>
          </ac:grpSpMkLst>
        </pc:grpChg>
        <pc:grpChg chg="del">
          <ac:chgData name="昕 许" userId="a2975fcd840abfc3" providerId="LiveId" clId="{49CCD4F9-177C-4270-9A14-60236FF377E8}" dt="2026-04-07T03:10:17.272" v="5487" actId="478"/>
          <ac:grpSpMkLst>
            <pc:docMk/>
            <pc:sldMk cId="2370704999" sldId="294"/>
            <ac:grpSpMk id="104" creationId="{4BF0FDE4-1FC8-F5FC-931D-D9B0FB90FEBA}"/>
          </ac:grpSpMkLst>
        </pc:grpChg>
        <pc:grpChg chg="del">
          <ac:chgData name="昕 许" userId="a2975fcd840abfc3" providerId="LiveId" clId="{49CCD4F9-177C-4270-9A14-60236FF377E8}" dt="2026-04-07T03:10:10.436" v="5481" actId="478"/>
          <ac:grpSpMkLst>
            <pc:docMk/>
            <pc:sldMk cId="2370704999" sldId="294"/>
            <ac:grpSpMk id="129" creationId="{2A347485-717D-42C0-76FC-3197EEDD246E}"/>
          </ac:grpSpMkLst>
        </pc:grpChg>
        <pc:grpChg chg="del">
          <ac:chgData name="昕 许" userId="a2975fcd840abfc3" providerId="LiveId" clId="{49CCD4F9-177C-4270-9A14-60236FF377E8}" dt="2026-04-07T03:10:13.865" v="5484" actId="478"/>
          <ac:grpSpMkLst>
            <pc:docMk/>
            <pc:sldMk cId="2370704999" sldId="294"/>
            <ac:grpSpMk id="134" creationId="{8CF81EFA-F340-93A7-662A-3EBC74107B7D}"/>
          </ac:grpSpMkLst>
        </pc:grpChg>
        <pc:grpChg chg="del">
          <ac:chgData name="昕 许" userId="a2975fcd840abfc3" providerId="LiveId" clId="{49CCD4F9-177C-4270-9A14-60236FF377E8}" dt="2026-04-07T03:10:13.865" v="5484" actId="478"/>
          <ac:grpSpMkLst>
            <pc:docMk/>
            <pc:sldMk cId="2370704999" sldId="294"/>
            <ac:grpSpMk id="135" creationId="{DBD174C4-D6B8-E5A6-F9D4-B8239479F196}"/>
          </ac:grpSpMkLst>
        </pc:grpChg>
        <pc:grpChg chg="add mod">
          <ac:chgData name="昕 许" userId="a2975fcd840abfc3" providerId="LiveId" clId="{49CCD4F9-177C-4270-9A14-60236FF377E8}" dt="2026-04-07T03:23:31.911" v="5686" actId="1076"/>
          <ac:grpSpMkLst>
            <pc:docMk/>
            <pc:sldMk cId="2370704999" sldId="294"/>
            <ac:grpSpMk id="159" creationId="{53DDEDBA-181D-0D3B-AD6E-4ECB5075403F}"/>
          </ac:grpSpMkLst>
        </pc:grpChg>
        <pc:picChg chg="mod topLvl">
          <ac:chgData name="昕 许" userId="a2975fcd840abfc3" providerId="LiveId" clId="{49CCD4F9-177C-4270-9A14-60236FF377E8}" dt="2026-04-07T03:11:39.535" v="5520" actId="1076"/>
          <ac:picMkLst>
            <pc:docMk/>
            <pc:sldMk cId="2370704999" sldId="294"/>
            <ac:picMk id="23" creationId="{02A882F0-2C2C-3B1D-27EC-5D865AB0E44B}"/>
          </ac:picMkLst>
        </pc:picChg>
        <pc:picChg chg="del mod topLvl">
          <ac:chgData name="昕 许" userId="a2975fcd840abfc3" providerId="LiveId" clId="{49CCD4F9-177C-4270-9A14-60236FF377E8}" dt="2026-04-07T03:11:12.571" v="5516" actId="478"/>
          <ac:picMkLst>
            <pc:docMk/>
            <pc:sldMk cId="2370704999" sldId="294"/>
            <ac:picMk id="25" creationId="{9D146208-AD92-8841-5ED3-091758855C7A}"/>
          </ac:picMkLst>
        </pc:picChg>
        <pc:picChg chg="del mod topLvl">
          <ac:chgData name="昕 许" userId="a2975fcd840abfc3" providerId="LiveId" clId="{49CCD4F9-177C-4270-9A14-60236FF377E8}" dt="2026-04-07T03:11:10.814" v="5515" actId="478"/>
          <ac:picMkLst>
            <pc:docMk/>
            <pc:sldMk cId="2370704999" sldId="294"/>
            <ac:picMk id="26" creationId="{5E459BFA-8A84-A370-7AA5-69A29C9ECDE8}"/>
          </ac:picMkLst>
        </pc:picChg>
        <pc:picChg chg="add del mod topLvl">
          <ac:chgData name="昕 许" userId="a2975fcd840abfc3" providerId="LiveId" clId="{49CCD4F9-177C-4270-9A14-60236FF377E8}" dt="2026-04-07T03:11:09.846" v="5514" actId="478"/>
          <ac:picMkLst>
            <pc:docMk/>
            <pc:sldMk cId="2370704999" sldId="294"/>
            <ac:picMk id="27" creationId="{10CB6665-16C1-1CFC-98E9-DB270A133915}"/>
          </ac:picMkLst>
        </pc:picChg>
        <pc:picChg chg="add mod">
          <ac:chgData name="昕 许" userId="a2975fcd840abfc3" providerId="LiveId" clId="{49CCD4F9-177C-4270-9A14-60236FF377E8}" dt="2026-04-07T03:20:27.785" v="5593" actId="164"/>
          <ac:picMkLst>
            <pc:docMk/>
            <pc:sldMk cId="2370704999" sldId="294"/>
            <ac:picMk id="41" creationId="{03C6CEE2-56B1-ED0E-93A4-0078F2A8DE13}"/>
          </ac:picMkLst>
        </pc:picChg>
        <pc:picChg chg="add mod">
          <ac:chgData name="昕 许" userId="a2975fcd840abfc3" providerId="LiveId" clId="{49CCD4F9-177C-4270-9A14-60236FF377E8}" dt="2026-04-07T03:20:27.785" v="5593" actId="164"/>
          <ac:picMkLst>
            <pc:docMk/>
            <pc:sldMk cId="2370704999" sldId="294"/>
            <ac:picMk id="69" creationId="{62DC15CD-FF38-133D-6298-D7561978A899}"/>
          </ac:picMkLst>
        </pc:picChg>
        <pc:picChg chg="mod">
          <ac:chgData name="昕 许" userId="a2975fcd840abfc3" providerId="LiveId" clId="{49CCD4F9-177C-4270-9A14-60236FF377E8}" dt="2026-04-07T03:20:29.352" v="5594"/>
          <ac:picMkLst>
            <pc:docMk/>
            <pc:sldMk cId="2370704999" sldId="294"/>
            <ac:picMk id="95" creationId="{E544C949-274C-74C0-E02F-0DA14478C57C}"/>
          </ac:picMkLst>
        </pc:picChg>
        <pc:picChg chg="mod">
          <ac:chgData name="昕 许" userId="a2975fcd840abfc3" providerId="LiveId" clId="{49CCD4F9-177C-4270-9A14-60236FF377E8}" dt="2026-04-07T03:20:57.824" v="5605" actId="1076"/>
          <ac:picMkLst>
            <pc:docMk/>
            <pc:sldMk cId="2370704999" sldId="294"/>
            <ac:picMk id="108" creationId="{53B13BD4-99B0-5744-EBFF-2BCF191A442C}"/>
          </ac:picMkLst>
        </pc:picChg>
        <pc:cxnChg chg="mod">
          <ac:chgData name="昕 许" userId="a2975fcd840abfc3" providerId="LiveId" clId="{49CCD4F9-177C-4270-9A14-60236FF377E8}" dt="2026-04-07T03:10:10.436" v="5481" actId="478"/>
          <ac:cxnSpMkLst>
            <pc:docMk/>
            <pc:sldMk cId="2370704999" sldId="294"/>
            <ac:cxnSpMk id="20" creationId="{F2566A50-A140-7158-FE53-D5995F7CCADA}"/>
          </ac:cxnSpMkLst>
        </pc:cxnChg>
        <pc:cxnChg chg="mod">
          <ac:chgData name="昕 许" userId="a2975fcd840abfc3" providerId="LiveId" clId="{49CCD4F9-177C-4270-9A14-60236FF377E8}" dt="2026-04-07T03:10:10.436" v="5481" actId="478"/>
          <ac:cxnSpMkLst>
            <pc:docMk/>
            <pc:sldMk cId="2370704999" sldId="294"/>
            <ac:cxnSpMk id="28" creationId="{56E3C754-DF82-30DA-AC26-56DAB41741EF}"/>
          </ac:cxnSpMkLst>
        </pc:cxnChg>
        <pc:cxnChg chg="del mod">
          <ac:chgData name="昕 许" userId="a2975fcd840abfc3" providerId="LiveId" clId="{49CCD4F9-177C-4270-9A14-60236FF377E8}" dt="2026-04-07T03:10:43.704" v="5497" actId="478"/>
          <ac:cxnSpMkLst>
            <pc:docMk/>
            <pc:sldMk cId="2370704999" sldId="294"/>
            <ac:cxnSpMk id="30" creationId="{17FC1D79-6887-C790-6129-0B9ABCEC0FD8}"/>
          </ac:cxnSpMkLst>
        </pc:cxnChg>
        <pc:cxnChg chg="del mod topLvl">
          <ac:chgData name="昕 许" userId="a2975fcd840abfc3" providerId="LiveId" clId="{49CCD4F9-177C-4270-9A14-60236FF377E8}" dt="2026-04-07T03:10:37.416" v="5493" actId="478"/>
          <ac:cxnSpMkLst>
            <pc:docMk/>
            <pc:sldMk cId="2370704999" sldId="294"/>
            <ac:cxnSpMk id="31" creationId="{444DA886-F4D6-1391-A36C-270F821E1DBD}"/>
          </ac:cxnSpMkLst>
        </pc:cxnChg>
        <pc:cxnChg chg="del mod">
          <ac:chgData name="昕 许" userId="a2975fcd840abfc3" providerId="LiveId" clId="{49CCD4F9-177C-4270-9A14-60236FF377E8}" dt="2026-04-07T03:10:36.904" v="5492" actId="478"/>
          <ac:cxnSpMkLst>
            <pc:docMk/>
            <pc:sldMk cId="2370704999" sldId="294"/>
            <ac:cxnSpMk id="32" creationId="{EFA38062-B9DF-ED02-C5BC-0DD3759739B9}"/>
          </ac:cxnSpMkLst>
        </pc:cxnChg>
        <pc:cxnChg chg="mod">
          <ac:chgData name="昕 许" userId="a2975fcd840abfc3" providerId="LiveId" clId="{49CCD4F9-177C-4270-9A14-60236FF377E8}" dt="2026-04-07T03:10:10.436" v="5481" actId="478"/>
          <ac:cxnSpMkLst>
            <pc:docMk/>
            <pc:sldMk cId="2370704999" sldId="294"/>
            <ac:cxnSpMk id="35" creationId="{834E0764-3675-E822-D09D-5C7C261DFB82}"/>
          </ac:cxnSpMkLst>
        </pc:cxnChg>
        <pc:cxnChg chg="mod">
          <ac:chgData name="昕 许" userId="a2975fcd840abfc3" providerId="LiveId" clId="{49CCD4F9-177C-4270-9A14-60236FF377E8}" dt="2026-04-07T03:10:16.037" v="5486" actId="478"/>
          <ac:cxnSpMkLst>
            <pc:docMk/>
            <pc:sldMk cId="2370704999" sldId="294"/>
            <ac:cxnSpMk id="46" creationId="{A7383B96-D539-75D0-F7EB-7C73E209A0C8}"/>
          </ac:cxnSpMkLst>
        </pc:cxnChg>
        <pc:cxnChg chg="mod">
          <ac:chgData name="昕 许" userId="a2975fcd840abfc3" providerId="LiveId" clId="{49CCD4F9-177C-4270-9A14-60236FF377E8}" dt="2026-04-07T03:10:16.037" v="5486" actId="478"/>
          <ac:cxnSpMkLst>
            <pc:docMk/>
            <pc:sldMk cId="2370704999" sldId="294"/>
            <ac:cxnSpMk id="47" creationId="{571AA071-6AC1-90C4-F0A5-C138C611424C}"/>
          </ac:cxnSpMkLst>
        </pc:cxnChg>
        <pc:cxnChg chg="add del mod">
          <ac:chgData name="昕 许" userId="a2975fcd840abfc3" providerId="LiveId" clId="{49CCD4F9-177C-4270-9A14-60236FF377E8}" dt="2026-04-07T03:13:39.871" v="5558" actId="478"/>
          <ac:cxnSpMkLst>
            <pc:docMk/>
            <pc:sldMk cId="2370704999" sldId="294"/>
            <ac:cxnSpMk id="51" creationId="{BADB1113-BCAD-D64C-416E-80B675C7A76D}"/>
          </ac:cxnSpMkLst>
        </pc:cxnChg>
        <pc:cxnChg chg="mod">
          <ac:chgData name="昕 许" userId="a2975fcd840abfc3" providerId="LiveId" clId="{49CCD4F9-177C-4270-9A14-60236FF377E8}" dt="2026-04-07T03:10:10.436" v="5481" actId="478"/>
          <ac:cxnSpMkLst>
            <pc:docMk/>
            <pc:sldMk cId="2370704999" sldId="294"/>
            <ac:cxnSpMk id="70" creationId="{EDB597E9-4BCC-DB42-B021-2539678BE5E6}"/>
          </ac:cxnSpMkLst>
        </pc:cxnChg>
        <pc:cxnChg chg="add mod">
          <ac:chgData name="昕 许" userId="a2975fcd840abfc3" providerId="LiveId" clId="{49CCD4F9-177C-4270-9A14-60236FF377E8}" dt="2026-04-07T03:20:27.785" v="5593" actId="164"/>
          <ac:cxnSpMkLst>
            <pc:docMk/>
            <pc:sldMk cId="2370704999" sldId="294"/>
            <ac:cxnSpMk id="74" creationId="{85666188-7E4F-4C74-551A-085E34028B71}"/>
          </ac:cxnSpMkLst>
        </pc:cxnChg>
        <pc:cxnChg chg="mod">
          <ac:chgData name="昕 许" userId="a2975fcd840abfc3" providerId="LiveId" clId="{49CCD4F9-177C-4270-9A14-60236FF377E8}" dt="2026-04-07T03:21:17.221" v="5608" actId="14100"/>
          <ac:cxnSpMkLst>
            <pc:docMk/>
            <pc:sldMk cId="2370704999" sldId="294"/>
            <ac:cxnSpMk id="112" creationId="{808691A4-50A2-27EE-A9BD-983EC1A3156E}"/>
          </ac:cxnSpMkLst>
        </pc:cxnChg>
        <pc:cxnChg chg="mod">
          <ac:chgData name="昕 许" userId="a2975fcd840abfc3" providerId="LiveId" clId="{49CCD4F9-177C-4270-9A14-60236FF377E8}" dt="2026-04-07T03:10:17.272" v="5487" actId="478"/>
          <ac:cxnSpMkLst>
            <pc:docMk/>
            <pc:sldMk cId="2370704999" sldId="294"/>
            <ac:cxnSpMk id="116" creationId="{688EEEE4-BD5F-5928-78ED-3B72C70E7BEC}"/>
          </ac:cxnSpMkLst>
        </pc:cxnChg>
        <pc:cxnChg chg="mod">
          <ac:chgData name="昕 许" userId="a2975fcd840abfc3" providerId="LiveId" clId="{49CCD4F9-177C-4270-9A14-60236FF377E8}" dt="2026-04-07T03:10:10.436" v="5481" actId="478"/>
          <ac:cxnSpMkLst>
            <pc:docMk/>
            <pc:sldMk cId="2370704999" sldId="294"/>
            <ac:cxnSpMk id="118" creationId="{4307F473-904A-B499-AB2B-D0A89A87C29E}"/>
          </ac:cxnSpMkLst>
        </pc:cxnChg>
        <pc:cxnChg chg="mod">
          <ac:chgData name="昕 许" userId="a2975fcd840abfc3" providerId="LiveId" clId="{49CCD4F9-177C-4270-9A14-60236FF377E8}" dt="2026-04-07T03:10:10.436" v="5481" actId="478"/>
          <ac:cxnSpMkLst>
            <pc:docMk/>
            <pc:sldMk cId="2370704999" sldId="294"/>
            <ac:cxnSpMk id="119" creationId="{C395C02A-E1A5-9D58-30B9-40A8B7324B34}"/>
          </ac:cxnSpMkLst>
        </pc:cxnChg>
        <pc:cxnChg chg="mod">
          <ac:chgData name="昕 许" userId="a2975fcd840abfc3" providerId="LiveId" clId="{49CCD4F9-177C-4270-9A14-60236FF377E8}" dt="2026-04-07T03:10:17.272" v="5487" actId="478"/>
          <ac:cxnSpMkLst>
            <pc:docMk/>
            <pc:sldMk cId="2370704999" sldId="294"/>
            <ac:cxnSpMk id="120" creationId="{762C8683-C4D4-20C4-DBF4-244135641BBD}"/>
          </ac:cxnSpMkLst>
        </pc:cxnChg>
        <pc:cxnChg chg="mod">
          <ac:chgData name="昕 许" userId="a2975fcd840abfc3" providerId="LiveId" clId="{49CCD4F9-177C-4270-9A14-60236FF377E8}" dt="2026-04-07T03:10:10.436" v="5481" actId="478"/>
          <ac:cxnSpMkLst>
            <pc:docMk/>
            <pc:sldMk cId="2370704999" sldId="294"/>
            <ac:cxnSpMk id="121" creationId="{AE251E35-6EF9-0B4C-5876-C44C7244A2DE}"/>
          </ac:cxnSpMkLst>
        </pc:cxnChg>
        <pc:cxnChg chg="mod">
          <ac:chgData name="昕 许" userId="a2975fcd840abfc3" providerId="LiveId" clId="{49CCD4F9-177C-4270-9A14-60236FF377E8}" dt="2026-04-07T03:10:10.436" v="5481" actId="478"/>
          <ac:cxnSpMkLst>
            <pc:docMk/>
            <pc:sldMk cId="2370704999" sldId="294"/>
            <ac:cxnSpMk id="149" creationId="{C769EA91-4D7A-32ED-C71E-BAC96A6AE99E}"/>
          </ac:cxnSpMkLst>
        </pc:cxnChg>
        <pc:cxnChg chg="mod">
          <ac:chgData name="昕 许" userId="a2975fcd840abfc3" providerId="LiveId" clId="{49CCD4F9-177C-4270-9A14-60236FF377E8}" dt="2026-04-07T03:10:10.436" v="5481" actId="478"/>
          <ac:cxnSpMkLst>
            <pc:docMk/>
            <pc:sldMk cId="2370704999" sldId="294"/>
            <ac:cxnSpMk id="150" creationId="{B259499F-C3AB-4D18-7F3A-33114DC72F48}"/>
          </ac:cxnSpMkLst>
        </pc:cxnChg>
        <pc:cxnChg chg="mod">
          <ac:chgData name="昕 许" userId="a2975fcd840abfc3" providerId="LiveId" clId="{49CCD4F9-177C-4270-9A14-60236FF377E8}" dt="2026-04-07T03:10:13.865" v="5484" actId="478"/>
          <ac:cxnSpMkLst>
            <pc:docMk/>
            <pc:sldMk cId="2370704999" sldId="294"/>
            <ac:cxnSpMk id="174" creationId="{D943EA9A-61E6-1859-DED7-F75484C8DA1A}"/>
          </ac:cxnSpMkLst>
        </pc:cxnChg>
        <pc:cxnChg chg="mod">
          <ac:chgData name="昕 许" userId="a2975fcd840abfc3" providerId="LiveId" clId="{49CCD4F9-177C-4270-9A14-60236FF377E8}" dt="2026-04-07T03:10:13.865" v="5484" actId="478"/>
          <ac:cxnSpMkLst>
            <pc:docMk/>
            <pc:sldMk cId="2370704999" sldId="294"/>
            <ac:cxnSpMk id="175" creationId="{FBABAA27-D16A-38FE-AA76-77217B6B10AE}"/>
          </ac:cxnSpMkLst>
        </pc:cxnChg>
        <pc:cxnChg chg="mod">
          <ac:chgData name="昕 许" userId="a2975fcd840abfc3" providerId="LiveId" clId="{49CCD4F9-177C-4270-9A14-60236FF377E8}" dt="2026-04-07T03:10:13.865" v="5484" actId="478"/>
          <ac:cxnSpMkLst>
            <pc:docMk/>
            <pc:sldMk cId="2370704999" sldId="294"/>
            <ac:cxnSpMk id="185" creationId="{4B7531F6-D388-1346-2B35-69AF9DCD166F}"/>
          </ac:cxnSpMkLst>
        </pc:cxnChg>
        <pc:cxnChg chg="del">
          <ac:chgData name="昕 许" userId="a2975fcd840abfc3" providerId="LiveId" clId="{49CCD4F9-177C-4270-9A14-60236FF377E8}" dt="2026-04-07T03:10:12.982" v="5483" actId="478"/>
          <ac:cxnSpMkLst>
            <pc:docMk/>
            <pc:sldMk cId="2370704999" sldId="294"/>
            <ac:cxnSpMk id="215" creationId="{E1A9BC92-C19D-EDE9-6E4B-8829AED9F9C4}"/>
          </ac:cxnSpMkLst>
        </pc:cxnChg>
        <pc:cxnChg chg="del">
          <ac:chgData name="昕 许" userId="a2975fcd840abfc3" providerId="LiveId" clId="{49CCD4F9-177C-4270-9A14-60236FF377E8}" dt="2026-04-07T03:10:13.865" v="5484" actId="478"/>
          <ac:cxnSpMkLst>
            <pc:docMk/>
            <pc:sldMk cId="2370704999" sldId="294"/>
            <ac:cxnSpMk id="216" creationId="{153610C4-46FF-2F99-2933-E8EFBD7F76E9}"/>
          </ac:cxnSpMkLst>
        </pc:cxnChg>
      </pc:sldChg>
      <pc:sldChg chg="modSp add del mod">
        <pc:chgData name="昕 许" userId="a2975fcd840abfc3" providerId="LiveId" clId="{49CCD4F9-177C-4270-9A14-60236FF377E8}" dt="2026-04-07T08:26:42.452" v="6080" actId="47"/>
        <pc:sldMkLst>
          <pc:docMk/>
          <pc:sldMk cId="2283999438" sldId="295"/>
        </pc:sldMkLst>
        <pc:spChg chg="mod">
          <ac:chgData name="昕 许" userId="a2975fcd840abfc3" providerId="LiveId" clId="{49CCD4F9-177C-4270-9A14-60236FF377E8}" dt="2026-04-07T05:03:42.406" v="5910" actId="14100"/>
          <ac:spMkLst>
            <pc:docMk/>
            <pc:sldMk cId="2283999438" sldId="295"/>
            <ac:spMk id="103" creationId="{9DE9EFEA-38C1-9178-B4FE-DE6114AB938E}"/>
          </ac:spMkLst>
        </pc:spChg>
      </pc:sldChg>
      <pc:sldChg chg="addSp delSp modSp add mod">
        <pc:chgData name="昕 许" userId="a2975fcd840abfc3" providerId="LiveId" clId="{49CCD4F9-177C-4270-9A14-60236FF377E8}" dt="2026-04-08T02:55:56.887" v="6877" actId="20577"/>
        <pc:sldMkLst>
          <pc:docMk/>
          <pc:sldMk cId="3949537576" sldId="296"/>
        </pc:sldMkLst>
        <pc:spChg chg="add mod">
          <ac:chgData name="昕 许" userId="a2975fcd840abfc3" providerId="LiveId" clId="{49CCD4F9-177C-4270-9A14-60236FF377E8}" dt="2026-04-08T02:52:01.533" v="6796" actId="164"/>
          <ac:spMkLst>
            <pc:docMk/>
            <pc:sldMk cId="3949537576" sldId="296"/>
            <ac:spMk id="2" creationId="{93ED3568-C3BD-02E3-0BBC-A0097D40D9A6}"/>
          </ac:spMkLst>
        </pc:spChg>
        <pc:spChg chg="add del mod">
          <ac:chgData name="昕 许" userId="a2975fcd840abfc3" providerId="LiveId" clId="{49CCD4F9-177C-4270-9A14-60236FF377E8}" dt="2026-04-07T04:40:41.385" v="5729" actId="478"/>
          <ac:spMkLst>
            <pc:docMk/>
            <pc:sldMk cId="3949537576" sldId="296"/>
            <ac:spMk id="3" creationId="{90ED7BA0-D04C-4132-D756-0E99F9E128FA}"/>
          </ac:spMkLst>
        </pc:spChg>
        <pc:spChg chg="add mod">
          <ac:chgData name="昕 许" userId="a2975fcd840abfc3" providerId="LiveId" clId="{49CCD4F9-177C-4270-9A14-60236FF377E8}" dt="2026-04-07T05:23:21.615" v="6074" actId="113"/>
          <ac:spMkLst>
            <pc:docMk/>
            <pc:sldMk cId="3949537576" sldId="296"/>
            <ac:spMk id="4" creationId="{9D7CD454-0571-97E9-B34E-9FA748CC1A94}"/>
          </ac:spMkLst>
        </pc:spChg>
        <pc:spChg chg="del">
          <ac:chgData name="昕 许" userId="a2975fcd840abfc3" providerId="LiveId" clId="{49CCD4F9-177C-4270-9A14-60236FF377E8}" dt="2026-04-07T04:40:24.614" v="5726" actId="478"/>
          <ac:spMkLst>
            <pc:docMk/>
            <pc:sldMk cId="3949537576" sldId="296"/>
            <ac:spMk id="5" creationId="{F3A7A3B9-B7AB-128E-E1B6-0791C8BE9194}"/>
          </ac:spMkLst>
        </pc:spChg>
        <pc:spChg chg="mod">
          <ac:chgData name="昕 许" userId="a2975fcd840abfc3" providerId="LiveId" clId="{49CCD4F9-177C-4270-9A14-60236FF377E8}" dt="2026-04-08T02:54:50.533" v="6841" actId="208"/>
          <ac:spMkLst>
            <pc:docMk/>
            <pc:sldMk cId="3949537576" sldId="296"/>
            <ac:spMk id="5" creationId="{FEBA7257-CA89-3D26-2266-434DE6DD1EE1}"/>
          </ac:spMkLst>
        </pc:spChg>
        <pc:spChg chg="add mod">
          <ac:chgData name="昕 许" userId="a2975fcd840abfc3" providerId="LiveId" clId="{49CCD4F9-177C-4270-9A14-60236FF377E8}" dt="2026-04-07T04:42:12.111" v="5766" actId="164"/>
          <ac:spMkLst>
            <pc:docMk/>
            <pc:sldMk cId="3949537576" sldId="296"/>
            <ac:spMk id="6" creationId="{11B40423-7C07-7440-175D-A6B4BA3FD35B}"/>
          </ac:spMkLst>
        </pc:spChg>
        <pc:spChg chg="mod">
          <ac:chgData name="昕 许" userId="a2975fcd840abfc3" providerId="LiveId" clId="{49CCD4F9-177C-4270-9A14-60236FF377E8}" dt="2026-04-08T02:18:47.407" v="6545" actId="20577"/>
          <ac:spMkLst>
            <pc:docMk/>
            <pc:sldMk cId="3949537576" sldId="296"/>
            <ac:spMk id="6" creationId="{246D1873-7A33-5BCD-5971-75A8B65F9655}"/>
          </ac:spMkLst>
        </pc:spChg>
        <pc:spChg chg="del">
          <ac:chgData name="昕 许" userId="a2975fcd840abfc3" providerId="LiveId" clId="{49CCD4F9-177C-4270-9A14-60236FF377E8}" dt="2026-04-07T04:40:24.614" v="5726" actId="478"/>
          <ac:spMkLst>
            <pc:docMk/>
            <pc:sldMk cId="3949537576" sldId="296"/>
            <ac:spMk id="7" creationId="{B89FF5D7-1521-DD35-987B-8DF43F472F35}"/>
          </ac:spMkLst>
        </pc:spChg>
        <pc:spChg chg="mod">
          <ac:chgData name="昕 许" userId="a2975fcd840abfc3" providerId="LiveId" clId="{49CCD4F9-177C-4270-9A14-60236FF377E8}" dt="2026-04-08T02:54:02.554" v="6831" actId="208"/>
          <ac:spMkLst>
            <pc:docMk/>
            <pc:sldMk cId="3949537576" sldId="296"/>
            <ac:spMk id="7" creationId="{E6E82A98-D7CB-A2D1-6699-B143510EF1F9}"/>
          </ac:spMkLst>
        </pc:spChg>
        <pc:spChg chg="add del mod">
          <ac:chgData name="昕 许" userId="a2975fcd840abfc3" providerId="LiveId" clId="{49CCD4F9-177C-4270-9A14-60236FF377E8}" dt="2026-04-07T04:41:51.445" v="5753" actId="478"/>
          <ac:spMkLst>
            <pc:docMk/>
            <pc:sldMk cId="3949537576" sldId="296"/>
            <ac:spMk id="8" creationId="{1E686679-E08B-3EA5-0B94-496190256BC6}"/>
          </ac:spMkLst>
        </pc:spChg>
        <pc:spChg chg="mod">
          <ac:chgData name="昕 许" userId="a2975fcd840abfc3" providerId="LiveId" clId="{49CCD4F9-177C-4270-9A14-60236FF377E8}" dt="2026-04-08T02:18:47.407" v="6545" actId="20577"/>
          <ac:spMkLst>
            <pc:docMk/>
            <pc:sldMk cId="3949537576" sldId="296"/>
            <ac:spMk id="8" creationId="{730A4342-8DD0-D236-C1C7-9299082CBE4E}"/>
          </ac:spMkLst>
        </pc:spChg>
        <pc:spChg chg="add del mod">
          <ac:chgData name="昕 许" userId="a2975fcd840abfc3" providerId="LiveId" clId="{49CCD4F9-177C-4270-9A14-60236FF377E8}" dt="2026-04-08T02:47:56.077" v="6643" actId="478"/>
          <ac:spMkLst>
            <pc:docMk/>
            <pc:sldMk cId="3949537576" sldId="296"/>
            <ac:spMk id="9" creationId="{7CA01102-9AB2-770B-364A-4F3B17D7DA9A}"/>
          </ac:spMkLst>
        </pc:spChg>
        <pc:spChg chg="mod">
          <ac:chgData name="昕 许" userId="a2975fcd840abfc3" providerId="LiveId" clId="{49CCD4F9-177C-4270-9A14-60236FF377E8}" dt="2026-04-07T08:28:39.719" v="6157"/>
          <ac:spMkLst>
            <pc:docMk/>
            <pc:sldMk cId="3949537576" sldId="296"/>
            <ac:spMk id="9" creationId="{81A7C0E4-DEBE-7EF6-3572-39292477AEB0}"/>
          </ac:spMkLst>
        </pc:spChg>
        <pc:spChg chg="add del mod">
          <ac:chgData name="昕 许" userId="a2975fcd840abfc3" providerId="LiveId" clId="{49CCD4F9-177C-4270-9A14-60236FF377E8}" dt="2026-04-07T04:41:50.217" v="5752" actId="478"/>
          <ac:spMkLst>
            <pc:docMk/>
            <pc:sldMk cId="3949537576" sldId="296"/>
            <ac:spMk id="9" creationId="{DF8BDD87-9538-5170-E956-23685461D4CC}"/>
          </ac:spMkLst>
        </pc:spChg>
        <pc:spChg chg="add mod">
          <ac:chgData name="昕 许" userId="a2975fcd840abfc3" providerId="LiveId" clId="{49CCD4F9-177C-4270-9A14-60236FF377E8}" dt="2026-04-07T05:23:21.615" v="6074" actId="113"/>
          <ac:spMkLst>
            <pc:docMk/>
            <pc:sldMk cId="3949537576" sldId="296"/>
            <ac:spMk id="10" creationId="{07ADA6D9-08D6-41D0-4DCA-25C1D8DED7E6}"/>
          </ac:spMkLst>
        </pc:spChg>
        <pc:spChg chg="mod">
          <ac:chgData name="昕 许" userId="a2975fcd840abfc3" providerId="LiveId" clId="{49CCD4F9-177C-4270-9A14-60236FF377E8}" dt="2026-04-07T08:28:39.719" v="6157"/>
          <ac:spMkLst>
            <pc:docMk/>
            <pc:sldMk cId="3949537576" sldId="296"/>
            <ac:spMk id="11" creationId="{181F4DC3-CA8B-D75B-89C0-C2AB34FEA5A0}"/>
          </ac:spMkLst>
        </pc:spChg>
        <pc:spChg chg="add mod">
          <ac:chgData name="昕 许" userId="a2975fcd840abfc3" providerId="LiveId" clId="{49CCD4F9-177C-4270-9A14-60236FF377E8}" dt="2026-04-07T04:42:09.995" v="5765"/>
          <ac:spMkLst>
            <pc:docMk/>
            <pc:sldMk cId="3949537576" sldId="296"/>
            <ac:spMk id="11" creationId="{6EDFE7F7-DACD-12D6-71DA-A49B8E128244}"/>
          </ac:spMkLst>
        </pc:spChg>
        <pc:spChg chg="mod">
          <ac:chgData name="昕 许" userId="a2975fcd840abfc3" providerId="LiveId" clId="{49CCD4F9-177C-4270-9A14-60236FF377E8}" dt="2026-04-08T02:19:23.016" v="6550"/>
          <ac:spMkLst>
            <pc:docMk/>
            <pc:sldMk cId="3949537576" sldId="296"/>
            <ac:spMk id="11" creationId="{B08C2C63-CB46-247E-D6A2-CC89AAD35D37}"/>
          </ac:spMkLst>
        </pc:spChg>
        <pc:spChg chg="add mod">
          <ac:chgData name="昕 许" userId="a2975fcd840abfc3" providerId="LiveId" clId="{49CCD4F9-177C-4270-9A14-60236FF377E8}" dt="2026-04-07T04:42:09.995" v="5765"/>
          <ac:spMkLst>
            <pc:docMk/>
            <pc:sldMk cId="3949537576" sldId="296"/>
            <ac:spMk id="12" creationId="{57E2B845-DB83-0664-411B-E00AF5421778}"/>
          </ac:spMkLst>
        </pc:spChg>
        <pc:spChg chg="mod">
          <ac:chgData name="昕 许" userId="a2975fcd840abfc3" providerId="LiveId" clId="{49CCD4F9-177C-4270-9A14-60236FF377E8}" dt="2026-04-07T09:16:54.303" v="6367" actId="255"/>
          <ac:spMkLst>
            <pc:docMk/>
            <pc:sldMk cId="3949537576" sldId="296"/>
            <ac:spMk id="13" creationId="{094EF49B-E44B-A715-9C32-A030A58A3483}"/>
          </ac:spMkLst>
        </pc:spChg>
        <pc:spChg chg="add mod">
          <ac:chgData name="昕 许" userId="a2975fcd840abfc3" providerId="LiveId" clId="{49CCD4F9-177C-4270-9A14-60236FF377E8}" dt="2026-04-07T04:42:09.995" v="5765"/>
          <ac:spMkLst>
            <pc:docMk/>
            <pc:sldMk cId="3949537576" sldId="296"/>
            <ac:spMk id="13" creationId="{2D7C66E5-F9F1-E5C3-B925-867D59952A47}"/>
          </ac:spMkLst>
        </pc:spChg>
        <pc:spChg chg="mod">
          <ac:chgData name="昕 许" userId="a2975fcd840abfc3" providerId="LiveId" clId="{49CCD4F9-177C-4270-9A14-60236FF377E8}" dt="2026-04-08T02:48:00.934" v="6645"/>
          <ac:spMkLst>
            <pc:docMk/>
            <pc:sldMk cId="3949537576" sldId="296"/>
            <ac:spMk id="13" creationId="{533352CE-9226-E856-0153-F8EF9B4BCC3D}"/>
          </ac:spMkLst>
        </pc:spChg>
        <pc:spChg chg="mod">
          <ac:chgData name="昕 许" userId="a2975fcd840abfc3" providerId="LiveId" clId="{49CCD4F9-177C-4270-9A14-60236FF377E8}" dt="2026-04-07T09:17:05.134" v="6370" actId="1076"/>
          <ac:spMkLst>
            <pc:docMk/>
            <pc:sldMk cId="3949537576" sldId="296"/>
            <ac:spMk id="14" creationId="{4764F953-3B9A-0C9F-C011-91A382B56103}"/>
          </ac:spMkLst>
        </pc:spChg>
        <pc:spChg chg="mod">
          <ac:chgData name="昕 许" userId="a2975fcd840abfc3" providerId="LiveId" clId="{49CCD4F9-177C-4270-9A14-60236FF377E8}" dt="2026-04-08T02:48:00.934" v="6645"/>
          <ac:spMkLst>
            <pc:docMk/>
            <pc:sldMk cId="3949537576" sldId="296"/>
            <ac:spMk id="14" creationId="{88E3DE39-CC2A-6441-AF6A-072D4F3C5F87}"/>
          </ac:spMkLst>
        </pc:spChg>
        <pc:spChg chg="del">
          <ac:chgData name="昕 许" userId="a2975fcd840abfc3" providerId="LiveId" clId="{49CCD4F9-177C-4270-9A14-60236FF377E8}" dt="2026-04-07T04:40:24.614" v="5726" actId="478"/>
          <ac:spMkLst>
            <pc:docMk/>
            <pc:sldMk cId="3949537576" sldId="296"/>
            <ac:spMk id="14" creationId="{8D318123-3BA4-30CA-B3D1-02CCDE75CB24}"/>
          </ac:spMkLst>
        </pc:spChg>
        <pc:spChg chg="mod">
          <ac:chgData name="昕 许" userId="a2975fcd840abfc3" providerId="LiveId" clId="{49CCD4F9-177C-4270-9A14-60236FF377E8}" dt="2026-04-07T04:42:19.315" v="5770" actId="20577"/>
          <ac:spMkLst>
            <pc:docMk/>
            <pc:sldMk cId="3949537576" sldId="296"/>
            <ac:spMk id="17" creationId="{B85655C2-C502-260F-3075-F13E86C4F344}"/>
          </ac:spMkLst>
        </pc:spChg>
        <pc:spChg chg="mod">
          <ac:chgData name="昕 许" userId="a2975fcd840abfc3" providerId="LiveId" clId="{49CCD4F9-177C-4270-9A14-60236FF377E8}" dt="2026-04-08T02:19:23.016" v="6550"/>
          <ac:spMkLst>
            <pc:docMk/>
            <pc:sldMk cId="3949537576" sldId="296"/>
            <ac:spMk id="17" creationId="{C66912E7-B9C8-5753-8E2F-A683A3DEDBB1}"/>
          </ac:spMkLst>
        </pc:spChg>
        <pc:spChg chg="mod">
          <ac:chgData name="昕 许" userId="a2975fcd840abfc3" providerId="LiveId" clId="{49CCD4F9-177C-4270-9A14-60236FF377E8}" dt="2026-04-08T02:19:23.016" v="6550"/>
          <ac:spMkLst>
            <pc:docMk/>
            <pc:sldMk cId="3949537576" sldId="296"/>
            <ac:spMk id="18" creationId="{3E8DA863-FA8F-D02E-90C0-433120187F63}"/>
          </ac:spMkLst>
        </pc:spChg>
        <pc:spChg chg="mod">
          <ac:chgData name="昕 许" userId="a2975fcd840abfc3" providerId="LiveId" clId="{49CCD4F9-177C-4270-9A14-60236FF377E8}" dt="2026-04-07T05:23:21.615" v="6074" actId="113"/>
          <ac:spMkLst>
            <pc:docMk/>
            <pc:sldMk cId="3949537576" sldId="296"/>
            <ac:spMk id="18" creationId="{B6A26524-ED86-499A-D5CC-FB459A80CF30}"/>
          </ac:spMkLst>
        </pc:spChg>
        <pc:spChg chg="del">
          <ac:chgData name="昕 许" userId="a2975fcd840abfc3" providerId="LiveId" clId="{49CCD4F9-177C-4270-9A14-60236FF377E8}" dt="2026-04-07T04:40:24.614" v="5726" actId="478"/>
          <ac:spMkLst>
            <pc:docMk/>
            <pc:sldMk cId="3949537576" sldId="296"/>
            <ac:spMk id="19" creationId="{B7F37D13-98CC-3984-3EE0-6630C472B4DF}"/>
          </ac:spMkLst>
        </pc:spChg>
        <pc:spChg chg="mod">
          <ac:chgData name="昕 许" userId="a2975fcd840abfc3" providerId="LiveId" clId="{49CCD4F9-177C-4270-9A14-60236FF377E8}" dt="2026-04-07T04:42:19.315" v="5770" actId="20577"/>
          <ac:spMkLst>
            <pc:docMk/>
            <pc:sldMk cId="3949537576" sldId="296"/>
            <ac:spMk id="20" creationId="{8066C639-24AC-1D72-7F9A-E0070DB90651}"/>
          </ac:spMkLst>
        </pc:spChg>
        <pc:spChg chg="mod">
          <ac:chgData name="昕 许" userId="a2975fcd840abfc3" providerId="LiveId" clId="{49CCD4F9-177C-4270-9A14-60236FF377E8}" dt="2026-04-08T02:48:00.934" v="6645"/>
          <ac:spMkLst>
            <pc:docMk/>
            <pc:sldMk cId="3949537576" sldId="296"/>
            <ac:spMk id="21" creationId="{54CDCD59-5CBD-2B98-8A6B-1EF3DC1D8EC6}"/>
          </ac:spMkLst>
        </pc:spChg>
        <pc:spChg chg="mod">
          <ac:chgData name="昕 许" userId="a2975fcd840abfc3" providerId="LiveId" clId="{49CCD4F9-177C-4270-9A14-60236FF377E8}" dt="2026-04-07T08:28:39.719" v="6157"/>
          <ac:spMkLst>
            <pc:docMk/>
            <pc:sldMk cId="3949537576" sldId="296"/>
            <ac:spMk id="21" creationId="{5E1995DE-AE17-8F5B-E2DD-EBC7A112689A}"/>
          </ac:spMkLst>
        </pc:spChg>
        <pc:spChg chg="mod">
          <ac:chgData name="昕 许" userId="a2975fcd840abfc3" providerId="LiveId" clId="{49CCD4F9-177C-4270-9A14-60236FF377E8}" dt="2026-04-08T02:48:00.934" v="6645"/>
          <ac:spMkLst>
            <pc:docMk/>
            <pc:sldMk cId="3949537576" sldId="296"/>
            <ac:spMk id="22" creationId="{43FF6DF0-EBED-9EB5-2967-FAC4F53CBB51}"/>
          </ac:spMkLst>
        </pc:spChg>
        <pc:spChg chg="mod">
          <ac:chgData name="昕 许" userId="a2975fcd840abfc3" providerId="LiveId" clId="{49CCD4F9-177C-4270-9A14-60236FF377E8}" dt="2026-04-07T08:28:39.719" v="6157"/>
          <ac:spMkLst>
            <pc:docMk/>
            <pc:sldMk cId="3949537576" sldId="296"/>
            <ac:spMk id="22" creationId="{FD3DD90D-52AB-0095-9EFE-2F389F2A4DB2}"/>
          </ac:spMkLst>
        </pc:spChg>
        <pc:spChg chg="add del mod">
          <ac:chgData name="昕 许" userId="a2975fcd840abfc3" providerId="LiveId" clId="{49CCD4F9-177C-4270-9A14-60236FF377E8}" dt="2026-04-08T02:18:23.312" v="6540" actId="478"/>
          <ac:spMkLst>
            <pc:docMk/>
            <pc:sldMk cId="3949537576" sldId="296"/>
            <ac:spMk id="23" creationId="{9DCC7F70-7855-DA58-CBB7-CF538E07BF52}"/>
          </ac:spMkLst>
        </pc:spChg>
        <pc:spChg chg="add del mod topLvl">
          <ac:chgData name="昕 许" userId="a2975fcd840abfc3" providerId="LiveId" clId="{49CCD4F9-177C-4270-9A14-60236FF377E8}" dt="2026-04-08T02:22:35.959" v="6588" actId="21"/>
          <ac:spMkLst>
            <pc:docMk/>
            <pc:sldMk cId="3949537576" sldId="296"/>
            <ac:spMk id="24" creationId="{43989227-692F-035F-5FB2-9EE992EBB6E6}"/>
          </ac:spMkLst>
        </pc:spChg>
        <pc:spChg chg="mod topLvl">
          <ac:chgData name="昕 许" userId="a2975fcd840abfc3" providerId="LiveId" clId="{49CCD4F9-177C-4270-9A14-60236FF377E8}" dt="2026-04-08T02:22:35.959" v="6588" actId="21"/>
          <ac:spMkLst>
            <pc:docMk/>
            <pc:sldMk cId="3949537576" sldId="296"/>
            <ac:spMk id="25" creationId="{9A889F65-D905-13B5-5293-ED8B39845715}"/>
          </ac:spMkLst>
        </pc:spChg>
        <pc:spChg chg="mod">
          <ac:chgData name="昕 许" userId="a2975fcd840abfc3" providerId="LiveId" clId="{49CCD4F9-177C-4270-9A14-60236FF377E8}" dt="2026-04-07T04:42:49.766" v="5807" actId="20577"/>
          <ac:spMkLst>
            <pc:docMk/>
            <pc:sldMk cId="3949537576" sldId="296"/>
            <ac:spMk id="25" creationId="{DE904EDB-ED68-FA6D-0F3E-28E5417B6217}"/>
          </ac:spMkLst>
        </pc:spChg>
        <pc:spChg chg="add del mod">
          <ac:chgData name="昕 许" userId="a2975fcd840abfc3" providerId="LiveId" clId="{49CCD4F9-177C-4270-9A14-60236FF377E8}" dt="2026-04-08T02:45:55.113" v="6642" actId="478"/>
          <ac:spMkLst>
            <pc:docMk/>
            <pc:sldMk cId="3949537576" sldId="296"/>
            <ac:spMk id="26" creationId="{920F174C-2B54-DC23-CEFC-42A458DAE0C8}"/>
          </ac:spMkLst>
        </pc:spChg>
        <pc:spChg chg="mod">
          <ac:chgData name="昕 许" userId="a2975fcd840abfc3" providerId="LiveId" clId="{49CCD4F9-177C-4270-9A14-60236FF377E8}" dt="2026-04-07T04:42:49.766" v="5807" actId="20577"/>
          <ac:spMkLst>
            <pc:docMk/>
            <pc:sldMk cId="3949537576" sldId="296"/>
            <ac:spMk id="26" creationId="{A7C8A79F-2960-F56F-3DF0-5C278076BA42}"/>
          </ac:spMkLst>
        </pc:spChg>
        <pc:spChg chg="mod">
          <ac:chgData name="昕 许" userId="a2975fcd840abfc3" providerId="LiveId" clId="{49CCD4F9-177C-4270-9A14-60236FF377E8}" dt="2026-04-07T04:42:49.766" v="5807" actId="20577"/>
          <ac:spMkLst>
            <pc:docMk/>
            <pc:sldMk cId="3949537576" sldId="296"/>
            <ac:spMk id="27" creationId="{38CE9B14-7D0C-D5C1-A0D7-C2E0B1980BE9}"/>
          </ac:spMkLst>
        </pc:spChg>
        <pc:spChg chg="mod">
          <ac:chgData name="昕 许" userId="a2975fcd840abfc3" providerId="LiveId" clId="{49CCD4F9-177C-4270-9A14-60236FF377E8}" dt="2026-04-08T02:19:23.016" v="6550"/>
          <ac:spMkLst>
            <pc:docMk/>
            <pc:sldMk cId="3949537576" sldId="296"/>
            <ac:spMk id="28" creationId="{E9F90DCE-F867-A459-29C9-90FC8DBF483D}"/>
          </ac:spMkLst>
        </pc:spChg>
        <pc:spChg chg="mod">
          <ac:chgData name="昕 许" userId="a2975fcd840abfc3" providerId="LiveId" clId="{49CCD4F9-177C-4270-9A14-60236FF377E8}" dt="2026-04-08T02:53:28.663" v="6823" actId="208"/>
          <ac:spMkLst>
            <pc:docMk/>
            <pc:sldMk cId="3949537576" sldId="296"/>
            <ac:spMk id="29" creationId="{133524D4-2FDB-57FE-82DE-01EED342BF48}"/>
          </ac:spMkLst>
        </pc:spChg>
        <pc:spChg chg="mod">
          <ac:chgData name="昕 许" userId="a2975fcd840abfc3" providerId="LiveId" clId="{49CCD4F9-177C-4270-9A14-60236FF377E8}" dt="2026-04-08T02:19:23.016" v="6550"/>
          <ac:spMkLst>
            <pc:docMk/>
            <pc:sldMk cId="3949537576" sldId="296"/>
            <ac:spMk id="30" creationId="{0412CA92-316F-14DB-C72A-AFB5CE1867C3}"/>
          </ac:spMkLst>
        </pc:spChg>
        <pc:spChg chg="mod">
          <ac:chgData name="昕 许" userId="a2975fcd840abfc3" providerId="LiveId" clId="{49CCD4F9-177C-4270-9A14-60236FF377E8}" dt="2026-04-07T05:23:21.615" v="6074" actId="113"/>
          <ac:spMkLst>
            <pc:docMk/>
            <pc:sldMk cId="3949537576" sldId="296"/>
            <ac:spMk id="30" creationId="{3C0AE246-5CDC-A557-E496-5A812F37914E}"/>
          </ac:spMkLst>
        </pc:spChg>
        <pc:spChg chg="mod">
          <ac:chgData name="昕 许" userId="a2975fcd840abfc3" providerId="LiveId" clId="{49CCD4F9-177C-4270-9A14-60236FF377E8}" dt="2026-04-07T05:23:21.615" v="6074" actId="113"/>
          <ac:spMkLst>
            <pc:docMk/>
            <pc:sldMk cId="3949537576" sldId="296"/>
            <ac:spMk id="31" creationId="{DC92DA5B-B5A6-C2DB-D30D-910126D47A9F}"/>
          </ac:spMkLst>
        </pc:spChg>
        <pc:spChg chg="mod">
          <ac:chgData name="昕 许" userId="a2975fcd840abfc3" providerId="LiveId" clId="{49CCD4F9-177C-4270-9A14-60236FF377E8}" dt="2026-04-08T02:19:23.016" v="6550"/>
          <ac:spMkLst>
            <pc:docMk/>
            <pc:sldMk cId="3949537576" sldId="296"/>
            <ac:spMk id="32" creationId="{4804D495-C58A-290B-556E-078AF03697A3}"/>
          </ac:spMkLst>
        </pc:spChg>
        <pc:spChg chg="mod">
          <ac:chgData name="昕 许" userId="a2975fcd840abfc3" providerId="LiveId" clId="{49CCD4F9-177C-4270-9A14-60236FF377E8}" dt="2026-04-07T05:23:21.615" v="6074" actId="113"/>
          <ac:spMkLst>
            <pc:docMk/>
            <pc:sldMk cId="3949537576" sldId="296"/>
            <ac:spMk id="32" creationId="{AED6D0B4-C0E5-699D-2D60-737098BD3853}"/>
          </ac:spMkLst>
        </pc:spChg>
        <pc:spChg chg="mod">
          <ac:chgData name="昕 许" userId="a2975fcd840abfc3" providerId="LiveId" clId="{49CCD4F9-177C-4270-9A14-60236FF377E8}" dt="2026-04-08T02:53:17.240" v="6822" actId="208"/>
          <ac:spMkLst>
            <pc:docMk/>
            <pc:sldMk cId="3949537576" sldId="296"/>
            <ac:spMk id="33" creationId="{CBD04CEB-D3FD-130B-3C65-51660CCA181C}"/>
          </ac:spMkLst>
        </pc:spChg>
        <pc:spChg chg="mod">
          <ac:chgData name="昕 许" userId="a2975fcd840abfc3" providerId="LiveId" clId="{49CCD4F9-177C-4270-9A14-60236FF377E8}" dt="2026-04-07T08:28:39.719" v="6157"/>
          <ac:spMkLst>
            <pc:docMk/>
            <pc:sldMk cId="3949537576" sldId="296"/>
            <ac:spMk id="33" creationId="{CD74A7B1-DA03-E4E5-C2DF-E6282417D008}"/>
          </ac:spMkLst>
        </pc:spChg>
        <pc:spChg chg="mod">
          <ac:chgData name="昕 许" userId="a2975fcd840abfc3" providerId="LiveId" clId="{49CCD4F9-177C-4270-9A14-60236FF377E8}" dt="2026-04-07T09:16:54.303" v="6367" actId="255"/>
          <ac:spMkLst>
            <pc:docMk/>
            <pc:sldMk cId="3949537576" sldId="296"/>
            <ac:spMk id="35" creationId="{96620095-9602-67AB-12CE-9265CA6A4E77}"/>
          </ac:spMkLst>
        </pc:spChg>
        <pc:spChg chg="mod">
          <ac:chgData name="昕 许" userId="a2975fcd840abfc3" providerId="LiveId" clId="{49CCD4F9-177C-4270-9A14-60236FF377E8}" dt="2026-04-07T09:17:02.832" v="6369" actId="1076"/>
          <ac:spMkLst>
            <pc:docMk/>
            <pc:sldMk cId="3949537576" sldId="296"/>
            <ac:spMk id="36" creationId="{4F82CAAF-05A1-CF22-BE3A-94D52D1EF612}"/>
          </ac:spMkLst>
        </pc:spChg>
        <pc:spChg chg="add mod">
          <ac:chgData name="昕 许" userId="a2975fcd840abfc3" providerId="LiveId" clId="{49CCD4F9-177C-4270-9A14-60236FF377E8}" dt="2026-04-08T02:49:07.650" v="6664" actId="164"/>
          <ac:spMkLst>
            <pc:docMk/>
            <pc:sldMk cId="3949537576" sldId="296"/>
            <ac:spMk id="37" creationId="{29080CF5-BEB3-5D2E-04B8-A008A6AA6C29}"/>
          </ac:spMkLst>
        </pc:spChg>
        <pc:spChg chg="mod">
          <ac:chgData name="昕 许" userId="a2975fcd840abfc3" providerId="LiveId" clId="{49CCD4F9-177C-4270-9A14-60236FF377E8}" dt="2026-04-07T08:28:39.719" v="6157"/>
          <ac:spMkLst>
            <pc:docMk/>
            <pc:sldMk cId="3949537576" sldId="296"/>
            <ac:spMk id="37" creationId="{3FE1EFD1-F4DD-6009-9DBB-A779FFFE66E9}"/>
          </ac:spMkLst>
        </pc:spChg>
        <pc:spChg chg="del mod">
          <ac:chgData name="昕 许" userId="a2975fcd840abfc3" providerId="LiveId" clId="{49CCD4F9-177C-4270-9A14-60236FF377E8}" dt="2026-04-07T04:43:35.718" v="5825" actId="478"/>
          <ac:spMkLst>
            <pc:docMk/>
            <pc:sldMk cId="3949537576" sldId="296"/>
            <ac:spMk id="37" creationId="{5F234DE8-C3E1-6184-B848-3A2F45D4B8A6}"/>
          </ac:spMkLst>
        </pc:spChg>
        <pc:spChg chg="mod">
          <ac:chgData name="昕 许" userId="a2975fcd840abfc3" providerId="LiveId" clId="{49CCD4F9-177C-4270-9A14-60236FF377E8}" dt="2026-04-07T09:16:54.303" v="6367" actId="255"/>
          <ac:spMkLst>
            <pc:docMk/>
            <pc:sldMk cId="3949537576" sldId="296"/>
            <ac:spMk id="39" creationId="{8A703EA2-4E82-80CE-E613-ACDAED2DC045}"/>
          </ac:spMkLst>
        </pc:spChg>
        <pc:spChg chg="mod">
          <ac:chgData name="昕 许" userId="a2975fcd840abfc3" providerId="LiveId" clId="{49CCD4F9-177C-4270-9A14-60236FF377E8}" dt="2026-04-07T09:17:01.087" v="6368" actId="1076"/>
          <ac:spMkLst>
            <pc:docMk/>
            <pc:sldMk cId="3949537576" sldId="296"/>
            <ac:spMk id="40" creationId="{1ABAC8C5-8AAA-4CA2-AF59-CD714BD611E3}"/>
          </ac:spMkLst>
        </pc:spChg>
        <pc:spChg chg="add del mod">
          <ac:chgData name="昕 许" userId="a2975fcd840abfc3" providerId="LiveId" clId="{49CCD4F9-177C-4270-9A14-60236FF377E8}" dt="2026-04-08T02:18:23.312" v="6540" actId="478"/>
          <ac:spMkLst>
            <pc:docMk/>
            <pc:sldMk cId="3949537576" sldId="296"/>
            <ac:spMk id="41" creationId="{3CF9824A-A4E0-18FD-2811-B1320D730E71}"/>
          </ac:spMkLst>
        </pc:spChg>
        <pc:spChg chg="mod">
          <ac:chgData name="昕 许" userId="a2975fcd840abfc3" providerId="LiveId" clId="{49CCD4F9-177C-4270-9A14-60236FF377E8}" dt="2026-04-08T02:48:00.934" v="6645"/>
          <ac:spMkLst>
            <pc:docMk/>
            <pc:sldMk cId="3949537576" sldId="296"/>
            <ac:spMk id="42" creationId="{2FCC8BA2-7E4F-CC56-08D4-ACBC26D831F7}"/>
          </ac:spMkLst>
        </pc:spChg>
        <pc:spChg chg="add del mod">
          <ac:chgData name="昕 许" userId="a2975fcd840abfc3" providerId="LiveId" clId="{49CCD4F9-177C-4270-9A14-60236FF377E8}" dt="2026-04-07T04:43:33.877" v="5824" actId="478"/>
          <ac:spMkLst>
            <pc:docMk/>
            <pc:sldMk cId="3949537576" sldId="296"/>
            <ac:spMk id="42" creationId="{71B33293-4A7F-2A21-161E-0328F8B3D392}"/>
          </ac:spMkLst>
        </pc:spChg>
        <pc:spChg chg="mod">
          <ac:chgData name="昕 许" userId="a2975fcd840abfc3" providerId="LiveId" clId="{49CCD4F9-177C-4270-9A14-60236FF377E8}" dt="2026-04-08T02:19:23.016" v="6550"/>
          <ac:spMkLst>
            <pc:docMk/>
            <pc:sldMk cId="3949537576" sldId="296"/>
            <ac:spMk id="43" creationId="{E5327BEE-626D-85E5-EB8B-3204BA69B1F7}"/>
          </ac:spMkLst>
        </pc:spChg>
        <pc:spChg chg="mod">
          <ac:chgData name="昕 许" userId="a2975fcd840abfc3" providerId="LiveId" clId="{49CCD4F9-177C-4270-9A14-60236FF377E8}" dt="2026-04-07T08:27:19.050" v="6119" actId="20577"/>
          <ac:spMkLst>
            <pc:docMk/>
            <pc:sldMk cId="3949537576" sldId="296"/>
            <ac:spMk id="44" creationId="{475A6039-8726-D371-DB80-C5AF8B915F4B}"/>
          </ac:spMkLst>
        </pc:spChg>
        <pc:spChg chg="mod">
          <ac:chgData name="昕 许" userId="a2975fcd840abfc3" providerId="LiveId" clId="{49CCD4F9-177C-4270-9A14-60236FF377E8}" dt="2026-04-08T02:48:00.934" v="6645"/>
          <ac:spMkLst>
            <pc:docMk/>
            <pc:sldMk cId="3949537576" sldId="296"/>
            <ac:spMk id="44" creationId="{A9329CDC-419D-EB68-006C-2876CB4D0282}"/>
          </ac:spMkLst>
        </pc:spChg>
        <pc:spChg chg="mod">
          <ac:chgData name="昕 许" userId="a2975fcd840abfc3" providerId="LiveId" clId="{49CCD4F9-177C-4270-9A14-60236FF377E8}" dt="2026-04-07T08:29:02.422" v="6162"/>
          <ac:spMkLst>
            <pc:docMk/>
            <pc:sldMk cId="3949537576" sldId="296"/>
            <ac:spMk id="45" creationId="{0817B157-9C0A-17D0-4C2D-53475D527872}"/>
          </ac:spMkLst>
        </pc:spChg>
        <pc:spChg chg="add mod">
          <ac:chgData name="昕 许" userId="a2975fcd840abfc3" providerId="LiveId" clId="{49CCD4F9-177C-4270-9A14-60236FF377E8}" dt="2026-04-08T02:49:35.219" v="6676" actId="1076"/>
          <ac:spMkLst>
            <pc:docMk/>
            <pc:sldMk cId="3949537576" sldId="296"/>
            <ac:spMk id="45" creationId="{7382A03F-8C4E-0946-C22C-FBC4230B073F}"/>
          </ac:spMkLst>
        </pc:spChg>
        <pc:spChg chg="add del mod">
          <ac:chgData name="昕 许" userId="a2975fcd840abfc3" providerId="LiveId" clId="{49CCD4F9-177C-4270-9A14-60236FF377E8}" dt="2026-04-08T02:48:47.596" v="6656" actId="478"/>
          <ac:spMkLst>
            <pc:docMk/>
            <pc:sldMk cId="3949537576" sldId="296"/>
            <ac:spMk id="46" creationId="{396B032F-C835-BBFD-D680-B930B6A3AEC4}"/>
          </ac:spMkLst>
        </pc:spChg>
        <pc:spChg chg="mod">
          <ac:chgData name="昕 许" userId="a2975fcd840abfc3" providerId="LiveId" clId="{49CCD4F9-177C-4270-9A14-60236FF377E8}" dt="2026-04-07T08:27:21.631" v="6120" actId="1076"/>
          <ac:spMkLst>
            <pc:docMk/>
            <pc:sldMk cId="3949537576" sldId="296"/>
            <ac:spMk id="46" creationId="{F68F9340-899D-2775-5204-FEFA5730A3D8}"/>
          </ac:spMkLst>
        </pc:spChg>
        <pc:spChg chg="del mod">
          <ac:chgData name="昕 许" userId="a2975fcd840abfc3" providerId="LiveId" clId="{49CCD4F9-177C-4270-9A14-60236FF377E8}" dt="2026-04-07T04:43:26.845" v="5821" actId="478"/>
          <ac:spMkLst>
            <pc:docMk/>
            <pc:sldMk cId="3949537576" sldId="296"/>
            <ac:spMk id="47" creationId="{79D47AAD-F3B2-A9B4-2A0A-C236B6EB71EA}"/>
          </ac:spMkLst>
        </pc:spChg>
        <pc:spChg chg="add mod">
          <ac:chgData name="昕 许" userId="a2975fcd840abfc3" providerId="LiveId" clId="{49CCD4F9-177C-4270-9A14-60236FF377E8}" dt="2026-04-08T02:49:07.650" v="6664" actId="164"/>
          <ac:spMkLst>
            <pc:docMk/>
            <pc:sldMk cId="3949537576" sldId="296"/>
            <ac:spMk id="47" creationId="{B2A5B0D9-FA9B-7BB2-0EA1-0374C713DA1B}"/>
          </ac:spMkLst>
        </pc:spChg>
        <pc:spChg chg="mod">
          <ac:chgData name="昕 许" userId="a2975fcd840abfc3" providerId="LiveId" clId="{49CCD4F9-177C-4270-9A14-60236FF377E8}" dt="2026-04-07T08:29:02.422" v="6162"/>
          <ac:spMkLst>
            <pc:docMk/>
            <pc:sldMk cId="3949537576" sldId="296"/>
            <ac:spMk id="47" creationId="{CA2C148A-659F-FE51-DB46-5E86EE5203B8}"/>
          </ac:spMkLst>
        </pc:spChg>
        <pc:spChg chg="mod">
          <ac:chgData name="昕 许" userId="a2975fcd840abfc3" providerId="LiveId" clId="{49CCD4F9-177C-4270-9A14-60236FF377E8}" dt="2026-04-07T08:29:02.422" v="6162"/>
          <ac:spMkLst>
            <pc:docMk/>
            <pc:sldMk cId="3949537576" sldId="296"/>
            <ac:spMk id="50" creationId="{F684D262-A854-5573-0C69-BFEAC60947A6}"/>
          </ac:spMkLst>
        </pc:spChg>
        <pc:spChg chg="mod">
          <ac:chgData name="昕 许" userId="a2975fcd840abfc3" providerId="LiveId" clId="{49CCD4F9-177C-4270-9A14-60236FF377E8}" dt="2026-04-07T08:28:22.048" v="6150" actId="255"/>
          <ac:spMkLst>
            <pc:docMk/>
            <pc:sldMk cId="3949537576" sldId="296"/>
            <ac:spMk id="51" creationId="{74CD813C-3C0D-41B5-E2F1-80FA2BE76867}"/>
          </ac:spMkLst>
        </pc:spChg>
        <pc:spChg chg="mod">
          <ac:chgData name="昕 许" userId="a2975fcd840abfc3" providerId="LiveId" clId="{49CCD4F9-177C-4270-9A14-60236FF377E8}" dt="2026-04-07T08:28:24.927" v="6151" actId="1076"/>
          <ac:spMkLst>
            <pc:docMk/>
            <pc:sldMk cId="3949537576" sldId="296"/>
            <ac:spMk id="52" creationId="{E813EB35-099D-99F3-88DB-1ECC821064EE}"/>
          </ac:spMkLst>
        </pc:spChg>
        <pc:spChg chg="del mod">
          <ac:chgData name="昕 许" userId="a2975fcd840abfc3" providerId="LiveId" clId="{49CCD4F9-177C-4270-9A14-60236FF377E8}" dt="2026-04-07T04:43:21.392" v="5820" actId="478"/>
          <ac:spMkLst>
            <pc:docMk/>
            <pc:sldMk cId="3949537576" sldId="296"/>
            <ac:spMk id="53" creationId="{97B98356-2E23-0258-483F-EBEFA6FF6445}"/>
          </ac:spMkLst>
        </pc:spChg>
        <pc:spChg chg="mod">
          <ac:chgData name="昕 许" userId="a2975fcd840abfc3" providerId="LiveId" clId="{49CCD4F9-177C-4270-9A14-60236FF377E8}" dt="2026-04-07T08:29:02.422" v="6162"/>
          <ac:spMkLst>
            <pc:docMk/>
            <pc:sldMk cId="3949537576" sldId="296"/>
            <ac:spMk id="53" creationId="{D25FE7CE-7057-7E36-B5CB-138FEB763806}"/>
          </ac:spMkLst>
        </pc:spChg>
        <pc:spChg chg="add del mod">
          <ac:chgData name="昕 许" userId="a2975fcd840abfc3" providerId="LiveId" clId="{49CCD4F9-177C-4270-9A14-60236FF377E8}" dt="2026-04-08T02:45:55.113" v="6642" actId="478"/>
          <ac:spMkLst>
            <pc:docMk/>
            <pc:sldMk cId="3949537576" sldId="296"/>
            <ac:spMk id="54" creationId="{D4D0B9A9-8F29-FA4D-57D7-30C10AEDA1EB}"/>
          </ac:spMkLst>
        </pc:spChg>
        <pc:spChg chg="mod">
          <ac:chgData name="昕 许" userId="a2975fcd840abfc3" providerId="LiveId" clId="{49CCD4F9-177C-4270-9A14-60236FF377E8}" dt="2026-04-07T04:43:46.721" v="5829"/>
          <ac:spMkLst>
            <pc:docMk/>
            <pc:sldMk cId="3949537576" sldId="296"/>
            <ac:spMk id="55" creationId="{2ED34459-558C-C080-556D-1FB58388C14B}"/>
          </ac:spMkLst>
        </pc:spChg>
        <pc:spChg chg="add del mod">
          <ac:chgData name="昕 许" userId="a2975fcd840abfc3" providerId="LiveId" clId="{49CCD4F9-177C-4270-9A14-60236FF377E8}" dt="2026-04-08T02:45:55.113" v="6642" actId="478"/>
          <ac:spMkLst>
            <pc:docMk/>
            <pc:sldMk cId="3949537576" sldId="296"/>
            <ac:spMk id="55" creationId="{97734FF5-CAC4-CBF2-8B1B-206F5955CC03}"/>
          </ac:spMkLst>
        </pc:spChg>
        <pc:spChg chg="add mod">
          <ac:chgData name="昕 许" userId="a2975fcd840abfc3" providerId="LiveId" clId="{49CCD4F9-177C-4270-9A14-60236FF377E8}" dt="2026-04-08T02:22:28.464" v="6585"/>
          <ac:spMkLst>
            <pc:docMk/>
            <pc:sldMk cId="3949537576" sldId="296"/>
            <ac:spMk id="56" creationId="{2D879D26-4C6F-8F0A-7A42-D841D2A9D2C0}"/>
          </ac:spMkLst>
        </pc:spChg>
        <pc:spChg chg="mod">
          <ac:chgData name="昕 许" userId="a2975fcd840abfc3" providerId="LiveId" clId="{49CCD4F9-177C-4270-9A14-60236FF377E8}" dt="2026-04-07T04:43:46.721" v="5829"/>
          <ac:spMkLst>
            <pc:docMk/>
            <pc:sldMk cId="3949537576" sldId="296"/>
            <ac:spMk id="56" creationId="{68FB84BB-DD43-F3C0-DA9A-31A817E0B0E6}"/>
          </ac:spMkLst>
        </pc:spChg>
        <pc:spChg chg="add mod">
          <ac:chgData name="昕 许" userId="a2975fcd840abfc3" providerId="LiveId" clId="{49CCD4F9-177C-4270-9A14-60236FF377E8}" dt="2026-04-08T02:22:33.937" v="6587"/>
          <ac:spMkLst>
            <pc:docMk/>
            <pc:sldMk cId="3949537576" sldId="296"/>
            <ac:spMk id="57" creationId="{43989227-692F-035F-5FB2-9EE992EBB6E6}"/>
          </ac:spMkLst>
        </pc:spChg>
        <pc:spChg chg="mod">
          <ac:chgData name="昕 许" userId="a2975fcd840abfc3" providerId="LiveId" clId="{49CCD4F9-177C-4270-9A14-60236FF377E8}" dt="2026-04-07T04:43:46.721" v="5829"/>
          <ac:spMkLst>
            <pc:docMk/>
            <pc:sldMk cId="3949537576" sldId="296"/>
            <ac:spMk id="58" creationId="{03F10B0F-1FA4-2C49-FB77-26DCB0638FAB}"/>
          </ac:spMkLst>
        </pc:spChg>
        <pc:spChg chg="add del mod">
          <ac:chgData name="昕 许" userId="a2975fcd840abfc3" providerId="LiveId" clId="{49CCD4F9-177C-4270-9A14-60236FF377E8}" dt="2026-04-08T02:45:55.113" v="6642" actId="478"/>
          <ac:spMkLst>
            <pc:docMk/>
            <pc:sldMk cId="3949537576" sldId="296"/>
            <ac:spMk id="58" creationId="{DF6CC7D6-4BC8-B6A2-E13B-29550DD7517E}"/>
          </ac:spMkLst>
        </pc:spChg>
        <pc:spChg chg="mod">
          <ac:chgData name="昕 许" userId="a2975fcd840abfc3" providerId="LiveId" clId="{49CCD4F9-177C-4270-9A14-60236FF377E8}" dt="2026-04-07T04:43:46.721" v="5829"/>
          <ac:spMkLst>
            <pc:docMk/>
            <pc:sldMk cId="3949537576" sldId="296"/>
            <ac:spMk id="59" creationId="{6B5F41F4-A6EB-32C7-FD77-4F41258699FE}"/>
          </ac:spMkLst>
        </pc:spChg>
        <pc:spChg chg="add mod">
          <ac:chgData name="昕 许" userId="a2975fcd840abfc3" providerId="LiveId" clId="{49CCD4F9-177C-4270-9A14-60236FF377E8}" dt="2026-04-08T02:52:01.533" v="6796" actId="164"/>
          <ac:spMkLst>
            <pc:docMk/>
            <pc:sldMk cId="3949537576" sldId="296"/>
            <ac:spMk id="59" creationId="{FA289EB0-A010-8F8E-7B25-6ACBE9482B27}"/>
          </ac:spMkLst>
        </pc:spChg>
        <pc:spChg chg="add del mod">
          <ac:chgData name="昕 许" userId="a2975fcd840abfc3" providerId="LiveId" clId="{49CCD4F9-177C-4270-9A14-60236FF377E8}" dt="2026-04-08T02:45:55.113" v="6642" actId="478"/>
          <ac:spMkLst>
            <pc:docMk/>
            <pc:sldMk cId="3949537576" sldId="296"/>
            <ac:spMk id="60" creationId="{AA0087FA-9434-C4FD-D305-2E0F66DA2877}"/>
          </ac:spMkLst>
        </pc:spChg>
        <pc:spChg chg="mod">
          <ac:chgData name="昕 许" userId="a2975fcd840abfc3" providerId="LiveId" clId="{49CCD4F9-177C-4270-9A14-60236FF377E8}" dt="2026-04-07T04:43:53.045" v="5833" actId="20577"/>
          <ac:spMkLst>
            <pc:docMk/>
            <pc:sldMk cId="3949537576" sldId="296"/>
            <ac:spMk id="61" creationId="{879A5550-F8CE-ADB8-25C3-9E852D4062AB}"/>
          </ac:spMkLst>
        </pc:spChg>
        <pc:spChg chg="mod">
          <ac:chgData name="昕 许" userId="a2975fcd840abfc3" providerId="LiveId" clId="{49CCD4F9-177C-4270-9A14-60236FF377E8}" dt="2026-04-07T04:47:27.727" v="5890" actId="207"/>
          <ac:spMkLst>
            <pc:docMk/>
            <pc:sldMk cId="3949537576" sldId="296"/>
            <ac:spMk id="62" creationId="{437E7D10-06B7-69D2-4574-84B5305330A5}"/>
          </ac:spMkLst>
        </pc:spChg>
        <pc:spChg chg="mod">
          <ac:chgData name="昕 许" userId="a2975fcd840abfc3" providerId="LiveId" clId="{49CCD4F9-177C-4270-9A14-60236FF377E8}" dt="2026-04-08T02:23:20.875" v="6607"/>
          <ac:spMkLst>
            <pc:docMk/>
            <pc:sldMk cId="3949537576" sldId="296"/>
            <ac:spMk id="63" creationId="{9AECBCE9-F025-F2A8-8D3C-79D7A2E811EC}"/>
          </ac:spMkLst>
        </pc:spChg>
        <pc:spChg chg="mod">
          <ac:chgData name="昕 许" userId="a2975fcd840abfc3" providerId="LiveId" clId="{49CCD4F9-177C-4270-9A14-60236FF377E8}" dt="2026-04-07T04:43:46.721" v="5829"/>
          <ac:spMkLst>
            <pc:docMk/>
            <pc:sldMk cId="3949537576" sldId="296"/>
            <ac:spMk id="64" creationId="{989335B0-5F05-1363-3D2E-23F528E345CC}"/>
          </ac:spMkLst>
        </pc:spChg>
        <pc:spChg chg="mod">
          <ac:chgData name="昕 许" userId="a2975fcd840abfc3" providerId="LiveId" clId="{49CCD4F9-177C-4270-9A14-60236FF377E8}" dt="2026-04-08T02:23:20.875" v="6607"/>
          <ac:spMkLst>
            <pc:docMk/>
            <pc:sldMk cId="3949537576" sldId="296"/>
            <ac:spMk id="65" creationId="{DA24EAB9-C175-7191-0DDB-4A2FC5938A22}"/>
          </ac:spMkLst>
        </pc:spChg>
        <pc:spChg chg="mod">
          <ac:chgData name="昕 许" userId="a2975fcd840abfc3" providerId="LiveId" clId="{49CCD4F9-177C-4270-9A14-60236FF377E8}" dt="2026-04-07T04:43:46.721" v="5829"/>
          <ac:spMkLst>
            <pc:docMk/>
            <pc:sldMk cId="3949537576" sldId="296"/>
            <ac:spMk id="65" creationId="{F5049734-E382-AB29-EB14-A35F3F3A744E}"/>
          </ac:spMkLst>
        </pc:spChg>
        <pc:spChg chg="mod">
          <ac:chgData name="昕 许" userId="a2975fcd840abfc3" providerId="LiveId" clId="{49CCD4F9-177C-4270-9A14-60236FF377E8}" dt="2026-04-08T02:49:18.576" v="6671" actId="20577"/>
          <ac:spMkLst>
            <pc:docMk/>
            <pc:sldMk cId="3949537576" sldId="296"/>
            <ac:spMk id="66" creationId="{A17CF7A1-7AF1-B87C-5AE3-13FF257304BF}"/>
          </ac:spMkLst>
        </pc:spChg>
        <pc:spChg chg="mod">
          <ac:chgData name="昕 许" userId="a2975fcd840abfc3" providerId="LiveId" clId="{49CCD4F9-177C-4270-9A14-60236FF377E8}" dt="2026-04-07T08:29:08.262" v="6164"/>
          <ac:spMkLst>
            <pc:docMk/>
            <pc:sldMk cId="3949537576" sldId="296"/>
            <ac:spMk id="67" creationId="{DE88167D-19FB-8F23-F278-9A8E7A49F265}"/>
          </ac:spMkLst>
        </pc:spChg>
        <pc:spChg chg="mod">
          <ac:chgData name="昕 许" userId="a2975fcd840abfc3" providerId="LiveId" clId="{49CCD4F9-177C-4270-9A14-60236FF377E8}" dt="2026-04-07T08:29:08.262" v="6164"/>
          <ac:spMkLst>
            <pc:docMk/>
            <pc:sldMk cId="3949537576" sldId="296"/>
            <ac:spMk id="68" creationId="{1AABFE8D-E966-4FF2-E0F4-D411F93459AB}"/>
          </ac:spMkLst>
        </pc:spChg>
        <pc:spChg chg="mod">
          <ac:chgData name="昕 许" userId="a2975fcd840abfc3" providerId="LiveId" clId="{49CCD4F9-177C-4270-9A14-60236FF377E8}" dt="2026-04-08T02:49:39.354" v="6677" actId="1076"/>
          <ac:spMkLst>
            <pc:docMk/>
            <pc:sldMk cId="3949537576" sldId="296"/>
            <ac:spMk id="68" creationId="{C54C63D5-02C7-472B-9AD3-55635F5EBC27}"/>
          </ac:spMkLst>
        </pc:spChg>
        <pc:spChg chg="mod">
          <ac:chgData name="昕 许" userId="a2975fcd840abfc3" providerId="LiveId" clId="{49CCD4F9-177C-4270-9A14-60236FF377E8}" dt="2026-04-08T02:23:20.875" v="6607"/>
          <ac:spMkLst>
            <pc:docMk/>
            <pc:sldMk cId="3949537576" sldId="296"/>
            <ac:spMk id="69" creationId="{27843F9C-11A8-D2DA-7DA1-CCABB1E0F5CC}"/>
          </ac:spMkLst>
        </pc:spChg>
        <pc:spChg chg="mod">
          <ac:chgData name="昕 许" userId="a2975fcd840abfc3" providerId="LiveId" clId="{49CCD4F9-177C-4270-9A14-60236FF377E8}" dt="2026-04-08T02:24:10.314" v="6625" actId="693"/>
          <ac:spMkLst>
            <pc:docMk/>
            <pc:sldMk cId="3949537576" sldId="296"/>
            <ac:spMk id="71" creationId="{E1C8107B-7BA2-4E5C-C387-9659949721C2}"/>
          </ac:spMkLst>
        </pc:spChg>
        <pc:spChg chg="mod">
          <ac:chgData name="昕 许" userId="a2975fcd840abfc3" providerId="LiveId" clId="{49CCD4F9-177C-4270-9A14-60236FF377E8}" dt="2026-04-08T02:24:03.456" v="6624" actId="693"/>
          <ac:spMkLst>
            <pc:docMk/>
            <pc:sldMk cId="3949537576" sldId="296"/>
            <ac:spMk id="72" creationId="{EB7D53FE-8F04-C932-498A-5A4E4370D1A2}"/>
          </ac:spMkLst>
        </pc:spChg>
        <pc:spChg chg="add del mod">
          <ac:chgData name="昕 许" userId="a2975fcd840abfc3" providerId="LiveId" clId="{49CCD4F9-177C-4270-9A14-60236FF377E8}" dt="2026-04-08T02:45:55.113" v="6642" actId="478"/>
          <ac:spMkLst>
            <pc:docMk/>
            <pc:sldMk cId="3949537576" sldId="296"/>
            <ac:spMk id="73" creationId="{F2EF11F8-DAF9-236C-AA52-E81D54CA0C18}"/>
          </ac:spMkLst>
        </pc:spChg>
        <pc:spChg chg="mod">
          <ac:chgData name="昕 许" userId="a2975fcd840abfc3" providerId="LiveId" clId="{49CCD4F9-177C-4270-9A14-60236FF377E8}" dt="2026-04-08T02:23:20.875" v="6607"/>
          <ac:spMkLst>
            <pc:docMk/>
            <pc:sldMk cId="3949537576" sldId="296"/>
            <ac:spMk id="75" creationId="{44DA7D33-7EA2-1AB7-5375-BE6DE3CCC44F}"/>
          </ac:spMkLst>
        </pc:spChg>
        <pc:spChg chg="mod">
          <ac:chgData name="昕 许" userId="a2975fcd840abfc3" providerId="LiveId" clId="{49CCD4F9-177C-4270-9A14-60236FF377E8}" dt="2026-04-08T02:23:20.875" v="6607"/>
          <ac:spMkLst>
            <pc:docMk/>
            <pc:sldMk cId="3949537576" sldId="296"/>
            <ac:spMk id="76" creationId="{D27EB1E2-87E9-8D76-B3EF-4F5401E84C97}"/>
          </ac:spMkLst>
        </pc:spChg>
        <pc:spChg chg="mod">
          <ac:chgData name="昕 许" userId="a2975fcd840abfc3" providerId="LiveId" clId="{49CCD4F9-177C-4270-9A14-60236FF377E8}" dt="2026-04-08T02:23:20.875" v="6607"/>
          <ac:spMkLst>
            <pc:docMk/>
            <pc:sldMk cId="3949537576" sldId="296"/>
            <ac:spMk id="79" creationId="{95BD811E-6FE4-073E-9D6D-FF90BAF413E5}"/>
          </ac:spMkLst>
        </pc:spChg>
        <pc:spChg chg="mod">
          <ac:chgData name="昕 许" userId="a2975fcd840abfc3" providerId="LiveId" clId="{49CCD4F9-177C-4270-9A14-60236FF377E8}" dt="2026-04-07T05:23:21.615" v="6074" actId="113"/>
          <ac:spMkLst>
            <pc:docMk/>
            <pc:sldMk cId="3949537576" sldId="296"/>
            <ac:spMk id="80" creationId="{729FD5DE-9EBE-E169-9B17-F794FACDCB5F}"/>
          </ac:spMkLst>
        </pc:spChg>
        <pc:spChg chg="add mod">
          <ac:chgData name="昕 许" userId="a2975fcd840abfc3" providerId="LiveId" clId="{49CCD4F9-177C-4270-9A14-60236FF377E8}" dt="2026-04-08T02:24:41.715" v="6635" actId="164"/>
          <ac:spMkLst>
            <pc:docMk/>
            <pc:sldMk cId="3949537576" sldId="296"/>
            <ac:spMk id="80" creationId="{E4A73A70-600E-2A37-C2FC-3DF732F4958A}"/>
          </ac:spMkLst>
        </pc:spChg>
        <pc:spChg chg="mod">
          <ac:chgData name="昕 许" userId="a2975fcd840abfc3" providerId="LiveId" clId="{49CCD4F9-177C-4270-9A14-60236FF377E8}" dt="2026-04-07T04:45:27.647" v="5855" actId="20577"/>
          <ac:spMkLst>
            <pc:docMk/>
            <pc:sldMk cId="3949537576" sldId="296"/>
            <ac:spMk id="81" creationId="{95F8646F-550C-0F6D-3656-803827C142F6}"/>
          </ac:spMkLst>
        </pc:spChg>
        <pc:spChg chg="add del mod">
          <ac:chgData name="昕 许" userId="a2975fcd840abfc3" providerId="LiveId" clId="{49CCD4F9-177C-4270-9A14-60236FF377E8}" dt="2026-04-08T02:45:55.113" v="6642" actId="478"/>
          <ac:spMkLst>
            <pc:docMk/>
            <pc:sldMk cId="3949537576" sldId="296"/>
            <ac:spMk id="81" creationId="{B9154DA9-428D-E6E7-C282-C49B99BBDB6C}"/>
          </ac:spMkLst>
        </pc:spChg>
        <pc:spChg chg="add del mod">
          <ac:chgData name="昕 许" userId="a2975fcd840abfc3" providerId="LiveId" clId="{49CCD4F9-177C-4270-9A14-60236FF377E8}" dt="2026-04-08T02:45:55.113" v="6642" actId="478"/>
          <ac:spMkLst>
            <pc:docMk/>
            <pc:sldMk cId="3949537576" sldId="296"/>
            <ac:spMk id="82" creationId="{879F7E1A-1AF2-2984-9CC9-129881D5B8CE}"/>
          </ac:spMkLst>
        </pc:spChg>
        <pc:spChg chg="mod">
          <ac:chgData name="昕 许" userId="a2975fcd840abfc3" providerId="LiveId" clId="{49CCD4F9-177C-4270-9A14-60236FF377E8}" dt="2026-04-07T05:23:21.615" v="6074" actId="113"/>
          <ac:spMkLst>
            <pc:docMk/>
            <pc:sldMk cId="3949537576" sldId="296"/>
            <ac:spMk id="82" creationId="{BF94FFA9-F4C3-F8E7-1981-A6D807432364}"/>
          </ac:spMkLst>
        </pc:spChg>
        <pc:spChg chg="add mod">
          <ac:chgData name="昕 许" userId="a2975fcd840abfc3" providerId="LiveId" clId="{49CCD4F9-177C-4270-9A14-60236FF377E8}" dt="2026-04-07T04:45:42.822" v="5856"/>
          <ac:spMkLst>
            <pc:docMk/>
            <pc:sldMk cId="3949537576" sldId="296"/>
            <ac:spMk id="83" creationId="{10F589E0-936E-461E-42D5-68817D009E64}"/>
          </ac:spMkLst>
        </pc:spChg>
        <pc:spChg chg="add del mod">
          <ac:chgData name="昕 许" userId="a2975fcd840abfc3" providerId="LiveId" clId="{49CCD4F9-177C-4270-9A14-60236FF377E8}" dt="2026-04-08T02:45:53.495" v="6641" actId="478"/>
          <ac:spMkLst>
            <pc:docMk/>
            <pc:sldMk cId="3949537576" sldId="296"/>
            <ac:spMk id="83" creationId="{5B88DC42-FE3D-7C12-CCD1-74F3135B015E}"/>
          </ac:spMkLst>
        </pc:spChg>
        <pc:spChg chg="add del mod">
          <ac:chgData name="昕 许" userId="a2975fcd840abfc3" providerId="LiveId" clId="{49CCD4F9-177C-4270-9A14-60236FF377E8}" dt="2026-04-08T02:45:55.113" v="6642" actId="478"/>
          <ac:spMkLst>
            <pc:docMk/>
            <pc:sldMk cId="3949537576" sldId="296"/>
            <ac:spMk id="84" creationId="{2695A767-FFE1-50A4-A45E-BF019F570D21}"/>
          </ac:spMkLst>
        </pc:spChg>
        <pc:spChg chg="mod">
          <ac:chgData name="昕 许" userId="a2975fcd840abfc3" providerId="LiveId" clId="{49CCD4F9-177C-4270-9A14-60236FF377E8}" dt="2026-04-07T04:45:50.411" v="5857"/>
          <ac:spMkLst>
            <pc:docMk/>
            <pc:sldMk cId="3949537576" sldId="296"/>
            <ac:spMk id="85" creationId="{601EE696-75A5-73C2-E5E0-3F38D25BFF16}"/>
          </ac:spMkLst>
        </pc:spChg>
        <pc:spChg chg="add del mod">
          <ac:chgData name="昕 许" userId="a2975fcd840abfc3" providerId="LiveId" clId="{49CCD4F9-177C-4270-9A14-60236FF377E8}" dt="2026-04-08T02:45:55.113" v="6642" actId="478"/>
          <ac:spMkLst>
            <pc:docMk/>
            <pc:sldMk cId="3949537576" sldId="296"/>
            <ac:spMk id="85" creationId="{F9D665A2-0796-66EE-94B3-5A81D325D52F}"/>
          </ac:spMkLst>
        </pc:spChg>
        <pc:spChg chg="add mod">
          <ac:chgData name="昕 许" userId="a2975fcd840abfc3" providerId="LiveId" clId="{49CCD4F9-177C-4270-9A14-60236FF377E8}" dt="2026-04-08T02:24:41.715" v="6635" actId="164"/>
          <ac:spMkLst>
            <pc:docMk/>
            <pc:sldMk cId="3949537576" sldId="296"/>
            <ac:spMk id="86" creationId="{016D5F25-D5E2-76AB-B9DE-B32215B84957}"/>
          </ac:spMkLst>
        </pc:spChg>
        <pc:spChg chg="mod">
          <ac:chgData name="昕 许" userId="a2975fcd840abfc3" providerId="LiveId" clId="{49CCD4F9-177C-4270-9A14-60236FF377E8}" dt="2026-04-07T04:45:50.411" v="5857"/>
          <ac:spMkLst>
            <pc:docMk/>
            <pc:sldMk cId="3949537576" sldId="296"/>
            <ac:spMk id="86" creationId="{842C3103-B616-B8BB-7831-607DEDA266C5}"/>
          </ac:spMkLst>
        </pc:spChg>
        <pc:spChg chg="mod">
          <ac:chgData name="昕 许" userId="a2975fcd840abfc3" providerId="LiveId" clId="{49CCD4F9-177C-4270-9A14-60236FF377E8}" dt="2026-04-07T04:45:55.543" v="5860"/>
          <ac:spMkLst>
            <pc:docMk/>
            <pc:sldMk cId="3949537576" sldId="296"/>
            <ac:spMk id="88" creationId="{9750A8C0-4ED4-D197-8187-4AB3FE0404D9}"/>
          </ac:spMkLst>
        </pc:spChg>
        <pc:spChg chg="mod">
          <ac:chgData name="昕 许" userId="a2975fcd840abfc3" providerId="LiveId" clId="{49CCD4F9-177C-4270-9A14-60236FF377E8}" dt="2026-04-08T02:49:18.576" v="6671" actId="20577"/>
          <ac:spMkLst>
            <pc:docMk/>
            <pc:sldMk cId="3949537576" sldId="296"/>
            <ac:spMk id="88" creationId="{CA3397EC-CCAA-9DD1-B866-64DE52D10BF1}"/>
          </ac:spMkLst>
        </pc:spChg>
        <pc:spChg chg="mod">
          <ac:chgData name="昕 许" userId="a2975fcd840abfc3" providerId="LiveId" clId="{49CCD4F9-177C-4270-9A14-60236FF377E8}" dt="2026-04-08T02:53:33.043" v="6824" actId="208"/>
          <ac:spMkLst>
            <pc:docMk/>
            <pc:sldMk cId="3949537576" sldId="296"/>
            <ac:spMk id="89" creationId="{BDEA76F5-2049-3DD5-E413-3D6401B6B020}"/>
          </ac:spMkLst>
        </pc:spChg>
        <pc:spChg chg="mod">
          <ac:chgData name="昕 许" userId="a2975fcd840abfc3" providerId="LiveId" clId="{49CCD4F9-177C-4270-9A14-60236FF377E8}" dt="2026-04-08T02:49:18.576" v="6671" actId="20577"/>
          <ac:spMkLst>
            <pc:docMk/>
            <pc:sldMk cId="3949537576" sldId="296"/>
            <ac:spMk id="90" creationId="{2AE56B4E-C9C6-5358-1663-5888423D9886}"/>
          </ac:spMkLst>
        </pc:spChg>
        <pc:spChg chg="del mod">
          <ac:chgData name="昕 许" userId="a2975fcd840abfc3" providerId="LiveId" clId="{49CCD4F9-177C-4270-9A14-60236FF377E8}" dt="2026-04-08T02:49:14.170" v="6668" actId="478"/>
          <ac:spMkLst>
            <pc:docMk/>
            <pc:sldMk cId="3949537576" sldId="296"/>
            <ac:spMk id="91" creationId="{8E29AD5B-1563-4338-B01D-EA21FD9466E3}"/>
          </ac:spMkLst>
        </pc:spChg>
        <pc:spChg chg="del mod">
          <ac:chgData name="昕 许" userId="a2975fcd840abfc3" providerId="LiveId" clId="{49CCD4F9-177C-4270-9A14-60236FF377E8}" dt="2026-04-08T02:49:12.055" v="6667" actId="478"/>
          <ac:spMkLst>
            <pc:docMk/>
            <pc:sldMk cId="3949537576" sldId="296"/>
            <ac:spMk id="92" creationId="{48605A65-082C-1F05-3D13-3D12E3E56985}"/>
          </ac:spMkLst>
        </pc:spChg>
        <pc:spChg chg="mod">
          <ac:chgData name="昕 许" userId="a2975fcd840abfc3" providerId="LiveId" clId="{49CCD4F9-177C-4270-9A14-60236FF377E8}" dt="2026-04-07T04:45:55.543" v="5860"/>
          <ac:spMkLst>
            <pc:docMk/>
            <pc:sldMk cId="3949537576" sldId="296"/>
            <ac:spMk id="93" creationId="{55F342BA-4D44-0637-87D6-3FC23258AA26}"/>
          </ac:spMkLst>
        </pc:spChg>
        <pc:spChg chg="mod">
          <ac:chgData name="昕 许" userId="a2975fcd840abfc3" providerId="LiveId" clId="{49CCD4F9-177C-4270-9A14-60236FF377E8}" dt="2026-04-08T02:49:18.576" v="6671" actId="20577"/>
          <ac:spMkLst>
            <pc:docMk/>
            <pc:sldMk cId="3949537576" sldId="296"/>
            <ac:spMk id="93" creationId="{F4A1E632-70BB-7431-CBC3-15FCC775455E}"/>
          </ac:spMkLst>
        </pc:spChg>
        <pc:spChg chg="mod">
          <ac:chgData name="昕 许" userId="a2975fcd840abfc3" providerId="LiveId" clId="{49CCD4F9-177C-4270-9A14-60236FF377E8}" dt="2026-04-08T02:49:18.576" v="6671" actId="20577"/>
          <ac:spMkLst>
            <pc:docMk/>
            <pc:sldMk cId="3949537576" sldId="296"/>
            <ac:spMk id="94" creationId="{8D786F36-68E1-AB33-B4BB-C0D30DA00CC5}"/>
          </ac:spMkLst>
        </pc:spChg>
        <pc:spChg chg="mod">
          <ac:chgData name="昕 许" userId="a2975fcd840abfc3" providerId="LiveId" clId="{49CCD4F9-177C-4270-9A14-60236FF377E8}" dt="2026-04-08T02:49:18.576" v="6671" actId="20577"/>
          <ac:spMkLst>
            <pc:docMk/>
            <pc:sldMk cId="3949537576" sldId="296"/>
            <ac:spMk id="95" creationId="{D6D921EA-CECC-9BA9-F901-9404B66398F5}"/>
          </ac:spMkLst>
        </pc:spChg>
        <pc:spChg chg="mod">
          <ac:chgData name="昕 许" userId="a2975fcd840abfc3" providerId="LiveId" clId="{49CCD4F9-177C-4270-9A14-60236FF377E8}" dt="2026-04-08T02:49:18.576" v="6671" actId="20577"/>
          <ac:spMkLst>
            <pc:docMk/>
            <pc:sldMk cId="3949537576" sldId="296"/>
            <ac:spMk id="96" creationId="{46BF372E-26EF-193A-88B1-6C0FAD97D589}"/>
          </ac:spMkLst>
        </pc:spChg>
        <pc:spChg chg="mod">
          <ac:chgData name="昕 许" userId="a2975fcd840abfc3" providerId="LiveId" clId="{49CCD4F9-177C-4270-9A14-60236FF377E8}" dt="2026-04-07T05:23:21.615" v="6074" actId="113"/>
          <ac:spMkLst>
            <pc:docMk/>
            <pc:sldMk cId="3949537576" sldId="296"/>
            <ac:spMk id="98" creationId="{5347FD49-9032-F309-9B62-D83E357388C4}"/>
          </ac:spMkLst>
        </pc:spChg>
        <pc:spChg chg="mod">
          <ac:chgData name="昕 许" userId="a2975fcd840abfc3" providerId="LiveId" clId="{49CCD4F9-177C-4270-9A14-60236FF377E8}" dt="2026-04-07T04:47:41.203" v="5897" actId="207"/>
          <ac:spMkLst>
            <pc:docMk/>
            <pc:sldMk cId="3949537576" sldId="296"/>
            <ac:spMk id="99" creationId="{51ABDF3E-0796-D54D-1962-035B77BDBA02}"/>
          </ac:spMkLst>
        </pc:spChg>
        <pc:spChg chg="mod">
          <ac:chgData name="昕 许" userId="a2975fcd840abfc3" providerId="LiveId" clId="{49CCD4F9-177C-4270-9A14-60236FF377E8}" dt="2026-04-07T05:23:21.615" v="6074" actId="113"/>
          <ac:spMkLst>
            <pc:docMk/>
            <pc:sldMk cId="3949537576" sldId="296"/>
            <ac:spMk id="100" creationId="{7BF1CA29-BD9A-B2D3-B433-376AFB7FA6AA}"/>
          </ac:spMkLst>
        </pc:spChg>
        <pc:spChg chg="mod">
          <ac:chgData name="昕 许" userId="a2975fcd840abfc3" providerId="LiveId" clId="{49CCD4F9-177C-4270-9A14-60236FF377E8}" dt="2026-04-08T02:49:54.887" v="6685" actId="20577"/>
          <ac:spMkLst>
            <pc:docMk/>
            <pc:sldMk cId="3949537576" sldId="296"/>
            <ac:spMk id="100" creationId="{F102EE2B-0C5A-D71B-CE11-0A3CE9E861CA}"/>
          </ac:spMkLst>
        </pc:spChg>
        <pc:spChg chg="mod">
          <ac:chgData name="昕 许" userId="a2975fcd840abfc3" providerId="LiveId" clId="{49CCD4F9-177C-4270-9A14-60236FF377E8}" dt="2026-04-08T02:49:54.887" v="6685" actId="20577"/>
          <ac:spMkLst>
            <pc:docMk/>
            <pc:sldMk cId="3949537576" sldId="296"/>
            <ac:spMk id="102" creationId="{A853FD31-5031-737C-E51B-953B3E98BE31}"/>
          </ac:spMkLst>
        </pc:spChg>
        <pc:spChg chg="mod">
          <ac:chgData name="昕 许" userId="a2975fcd840abfc3" providerId="LiveId" clId="{49CCD4F9-177C-4270-9A14-60236FF377E8}" dt="2026-04-08T02:49:54.887" v="6685" actId="20577"/>
          <ac:spMkLst>
            <pc:docMk/>
            <pc:sldMk cId="3949537576" sldId="296"/>
            <ac:spMk id="103" creationId="{18330FD2-7BC4-EF3F-68E0-2FA3FCE089F5}"/>
          </ac:spMkLst>
        </pc:spChg>
        <pc:spChg chg="mod">
          <ac:chgData name="昕 许" userId="a2975fcd840abfc3" providerId="LiveId" clId="{49CCD4F9-177C-4270-9A14-60236FF377E8}" dt="2026-04-07T04:46:04.725" v="5862"/>
          <ac:spMkLst>
            <pc:docMk/>
            <pc:sldMk cId="3949537576" sldId="296"/>
            <ac:spMk id="104" creationId="{8BEBDBA1-DBDE-4676-2CFF-EC149CFCA5C2}"/>
          </ac:spMkLst>
        </pc:spChg>
        <pc:spChg chg="mod">
          <ac:chgData name="昕 许" userId="a2975fcd840abfc3" providerId="LiveId" clId="{49CCD4F9-177C-4270-9A14-60236FF377E8}" dt="2026-04-08T02:53:38.702" v="6825" actId="208"/>
          <ac:spMkLst>
            <pc:docMk/>
            <pc:sldMk cId="3949537576" sldId="296"/>
            <ac:spMk id="104" creationId="{F4ABC4DE-BCDF-83D9-4261-BCC9ED1F0965}"/>
          </ac:spMkLst>
        </pc:spChg>
        <pc:spChg chg="mod">
          <ac:chgData name="昕 许" userId="a2975fcd840abfc3" providerId="LiveId" clId="{49CCD4F9-177C-4270-9A14-60236FF377E8}" dt="2026-04-07T04:46:04.725" v="5862"/>
          <ac:spMkLst>
            <pc:docMk/>
            <pc:sldMk cId="3949537576" sldId="296"/>
            <ac:spMk id="105" creationId="{23EA8E59-3547-3EBF-1ADD-D08D6026B70A}"/>
          </ac:spMkLst>
        </pc:spChg>
        <pc:spChg chg="mod">
          <ac:chgData name="昕 许" userId="a2975fcd840abfc3" providerId="LiveId" clId="{49CCD4F9-177C-4270-9A14-60236FF377E8}" dt="2026-04-08T02:49:54.887" v="6685" actId="20577"/>
          <ac:spMkLst>
            <pc:docMk/>
            <pc:sldMk cId="3949537576" sldId="296"/>
            <ac:spMk id="105" creationId="{4440DD44-D77C-F96B-8512-E2219A6B0600}"/>
          </ac:spMkLst>
        </pc:spChg>
        <pc:spChg chg="mod">
          <ac:chgData name="昕 许" userId="a2975fcd840abfc3" providerId="LiveId" clId="{49CCD4F9-177C-4270-9A14-60236FF377E8}" dt="2026-04-08T02:49:54.887" v="6685" actId="20577"/>
          <ac:spMkLst>
            <pc:docMk/>
            <pc:sldMk cId="3949537576" sldId="296"/>
            <ac:spMk id="106" creationId="{F62A44F4-F222-20D3-D7CF-375496568021}"/>
          </ac:spMkLst>
        </pc:spChg>
        <pc:spChg chg="mod">
          <ac:chgData name="昕 许" userId="a2975fcd840abfc3" providerId="LiveId" clId="{49CCD4F9-177C-4270-9A14-60236FF377E8}" dt="2026-04-07T04:46:04.725" v="5862"/>
          <ac:spMkLst>
            <pc:docMk/>
            <pc:sldMk cId="3949537576" sldId="296"/>
            <ac:spMk id="107" creationId="{0C309CB1-D5AF-E093-FC1B-A9CDD0CC4569}"/>
          </ac:spMkLst>
        </pc:spChg>
        <pc:spChg chg="mod">
          <ac:chgData name="昕 许" userId="a2975fcd840abfc3" providerId="LiveId" clId="{49CCD4F9-177C-4270-9A14-60236FF377E8}" dt="2026-04-08T02:49:54.887" v="6685" actId="20577"/>
          <ac:spMkLst>
            <pc:docMk/>
            <pc:sldMk cId="3949537576" sldId="296"/>
            <ac:spMk id="107" creationId="{D257A9DA-7546-E65F-F0AA-8A83EFB2ECD0}"/>
          </ac:spMkLst>
        </pc:spChg>
        <pc:spChg chg="mod">
          <ac:chgData name="昕 许" userId="a2975fcd840abfc3" providerId="LiveId" clId="{49CCD4F9-177C-4270-9A14-60236FF377E8}" dt="2026-04-08T02:49:54.887" v="6685" actId="20577"/>
          <ac:spMkLst>
            <pc:docMk/>
            <pc:sldMk cId="3949537576" sldId="296"/>
            <ac:spMk id="108" creationId="{BD52418A-1401-8658-2EA0-03104E9A07BD}"/>
          </ac:spMkLst>
        </pc:spChg>
        <pc:spChg chg="mod">
          <ac:chgData name="昕 许" userId="a2975fcd840abfc3" providerId="LiveId" clId="{49CCD4F9-177C-4270-9A14-60236FF377E8}" dt="2026-04-08T02:49:54.887" v="6685" actId="20577"/>
          <ac:spMkLst>
            <pc:docMk/>
            <pc:sldMk cId="3949537576" sldId="296"/>
            <ac:spMk id="109" creationId="{33FED4DE-0F45-66DF-3665-7F4D4223AF23}"/>
          </ac:spMkLst>
        </pc:spChg>
        <pc:spChg chg="mod">
          <ac:chgData name="昕 许" userId="a2975fcd840abfc3" providerId="LiveId" clId="{49CCD4F9-177C-4270-9A14-60236FF377E8}" dt="2026-04-07T04:46:04.725" v="5862"/>
          <ac:spMkLst>
            <pc:docMk/>
            <pc:sldMk cId="3949537576" sldId="296"/>
            <ac:spMk id="109" creationId="{B4AC64B4-036B-46D4-06D3-2C2EC6E70D15}"/>
          </ac:spMkLst>
        </pc:spChg>
        <pc:spChg chg="add mod">
          <ac:chgData name="昕 许" userId="a2975fcd840abfc3" providerId="LiveId" clId="{49CCD4F9-177C-4270-9A14-60236FF377E8}" dt="2026-04-08T02:51:22.717" v="6774" actId="1076"/>
          <ac:spMkLst>
            <pc:docMk/>
            <pc:sldMk cId="3949537576" sldId="296"/>
            <ac:spMk id="110" creationId="{7900DBBF-6CCF-7A82-7367-A86914F33896}"/>
          </ac:spMkLst>
        </pc:spChg>
        <pc:spChg chg="del mod">
          <ac:chgData name="昕 许" userId="a2975fcd840abfc3" providerId="LiveId" clId="{49CCD4F9-177C-4270-9A14-60236FF377E8}" dt="2026-04-08T02:50:22.290" v="6698" actId="478"/>
          <ac:spMkLst>
            <pc:docMk/>
            <pc:sldMk cId="3949537576" sldId="296"/>
            <ac:spMk id="114" creationId="{E7383CED-0B77-339E-F7D6-DE7D4DDB1CAB}"/>
          </ac:spMkLst>
        </pc:spChg>
        <pc:spChg chg="mod topLvl">
          <ac:chgData name="昕 许" userId="a2975fcd840abfc3" providerId="LiveId" clId="{49CCD4F9-177C-4270-9A14-60236FF377E8}" dt="2026-04-08T02:51:27.818" v="6783" actId="20577"/>
          <ac:spMkLst>
            <pc:docMk/>
            <pc:sldMk cId="3949537576" sldId="296"/>
            <ac:spMk id="116" creationId="{6E089FCD-C0DD-28D5-7DF6-37EA23C504A9}"/>
          </ac:spMkLst>
        </pc:spChg>
        <pc:spChg chg="mod topLvl">
          <ac:chgData name="昕 许" userId="a2975fcd840abfc3" providerId="LiveId" clId="{49CCD4F9-177C-4270-9A14-60236FF377E8}" dt="2026-04-08T02:50:48.191" v="6709" actId="164"/>
          <ac:spMkLst>
            <pc:docMk/>
            <pc:sldMk cId="3949537576" sldId="296"/>
            <ac:spMk id="117" creationId="{9F1BB99A-DD0F-8B42-B668-F01B482A3FB4}"/>
          </ac:spMkLst>
        </pc:spChg>
        <pc:spChg chg="del mod">
          <ac:chgData name="昕 许" userId="a2975fcd840abfc3" providerId="LiveId" clId="{49CCD4F9-177C-4270-9A14-60236FF377E8}" dt="2026-04-08T02:50:20.684" v="6697" actId="478"/>
          <ac:spMkLst>
            <pc:docMk/>
            <pc:sldMk cId="3949537576" sldId="296"/>
            <ac:spMk id="118" creationId="{3EF3FD09-5828-8437-D8EC-4F06BD0EAE93}"/>
          </ac:spMkLst>
        </pc:spChg>
        <pc:spChg chg="del mod">
          <ac:chgData name="昕 许" userId="a2975fcd840abfc3" providerId="LiveId" clId="{49CCD4F9-177C-4270-9A14-60236FF377E8}" dt="2026-04-08T02:50:19.149" v="6696" actId="478"/>
          <ac:spMkLst>
            <pc:docMk/>
            <pc:sldMk cId="3949537576" sldId="296"/>
            <ac:spMk id="119" creationId="{75CAC39E-C233-562D-ED9E-75BB2991E007}"/>
          </ac:spMkLst>
        </pc:spChg>
        <pc:spChg chg="mod">
          <ac:chgData name="昕 许" userId="a2975fcd840abfc3" providerId="LiveId" clId="{49CCD4F9-177C-4270-9A14-60236FF377E8}" dt="2026-04-08T02:53:44.752" v="6826" actId="208"/>
          <ac:spMkLst>
            <pc:docMk/>
            <pc:sldMk cId="3949537576" sldId="296"/>
            <ac:spMk id="120" creationId="{49F8F5AA-6F88-BDDA-97B6-F59BD6F200F2}"/>
          </ac:spMkLst>
        </pc:spChg>
        <pc:spChg chg="mod">
          <ac:chgData name="昕 许" userId="a2975fcd840abfc3" providerId="LiveId" clId="{49CCD4F9-177C-4270-9A14-60236FF377E8}" dt="2026-04-07T04:46:52.455" v="5880" actId="20577"/>
          <ac:spMkLst>
            <pc:docMk/>
            <pc:sldMk cId="3949537576" sldId="296"/>
            <ac:spMk id="120" creationId="{5D045D60-3068-EE8A-FC09-2E17004F02CB}"/>
          </ac:spMkLst>
        </pc:spChg>
        <pc:spChg chg="mod">
          <ac:chgData name="昕 许" userId="a2975fcd840abfc3" providerId="LiveId" clId="{49CCD4F9-177C-4270-9A14-60236FF377E8}" dt="2026-04-07T04:46:52.455" v="5880" actId="20577"/>
          <ac:spMkLst>
            <pc:docMk/>
            <pc:sldMk cId="3949537576" sldId="296"/>
            <ac:spMk id="121" creationId="{B55525D1-DD99-410C-4CB7-7CAAD7999F35}"/>
          </ac:spMkLst>
        </pc:spChg>
        <pc:spChg chg="add del mod">
          <ac:chgData name="昕 许" userId="a2975fcd840abfc3" providerId="LiveId" clId="{49CCD4F9-177C-4270-9A14-60236FF377E8}" dt="2026-04-08T02:52:10.619" v="6799" actId="1076"/>
          <ac:spMkLst>
            <pc:docMk/>
            <pc:sldMk cId="3949537576" sldId="296"/>
            <ac:spMk id="121" creationId="{E0707791-6A4E-128D-0B20-2C234B2A2557}"/>
          </ac:spMkLst>
        </pc:spChg>
        <pc:spChg chg="mod">
          <ac:chgData name="昕 许" userId="a2975fcd840abfc3" providerId="LiveId" clId="{49CCD4F9-177C-4270-9A14-60236FF377E8}" dt="2026-04-08T02:50:46" v="6708" actId="165"/>
          <ac:spMkLst>
            <pc:docMk/>
            <pc:sldMk cId="3949537576" sldId="296"/>
            <ac:spMk id="122" creationId="{28725E1F-7A5F-41FB-6019-50A76AFBBAA9}"/>
          </ac:spMkLst>
        </pc:spChg>
        <pc:spChg chg="mod">
          <ac:chgData name="昕 许" userId="a2975fcd840abfc3" providerId="LiveId" clId="{49CCD4F9-177C-4270-9A14-60236FF377E8}" dt="2026-04-07T04:46:52.455" v="5880" actId="20577"/>
          <ac:spMkLst>
            <pc:docMk/>
            <pc:sldMk cId="3949537576" sldId="296"/>
            <ac:spMk id="122" creationId="{E9ED999B-CB18-C0DC-EE58-9A47AEBCE922}"/>
          </ac:spMkLst>
        </pc:spChg>
        <pc:spChg chg="mod">
          <ac:chgData name="昕 许" userId="a2975fcd840abfc3" providerId="LiveId" clId="{49CCD4F9-177C-4270-9A14-60236FF377E8}" dt="2026-04-08T02:50:46" v="6708" actId="165"/>
          <ac:spMkLst>
            <pc:docMk/>
            <pc:sldMk cId="3949537576" sldId="296"/>
            <ac:spMk id="123" creationId="{F1D40F7F-3F2F-B93C-28EB-2A4AACCF836A}"/>
          </ac:spMkLst>
        </pc:spChg>
        <pc:spChg chg="mod">
          <ac:chgData name="昕 许" userId="a2975fcd840abfc3" providerId="LiveId" clId="{49CCD4F9-177C-4270-9A14-60236FF377E8}" dt="2026-04-07T04:46:52.455" v="5880" actId="20577"/>
          <ac:spMkLst>
            <pc:docMk/>
            <pc:sldMk cId="3949537576" sldId="296"/>
            <ac:spMk id="124" creationId="{CDAF3D21-FBF4-1808-61D5-72F7F74268FC}"/>
          </ac:spMkLst>
        </pc:spChg>
        <pc:spChg chg="mod">
          <ac:chgData name="昕 许" userId="a2975fcd840abfc3" providerId="LiveId" clId="{49CCD4F9-177C-4270-9A14-60236FF377E8}" dt="2026-04-07T04:47:29.933" v="5891" actId="207"/>
          <ac:spMkLst>
            <pc:docMk/>
            <pc:sldMk cId="3949537576" sldId="296"/>
            <ac:spMk id="125" creationId="{6D1FD02F-0C70-A916-DAB3-54856680833F}"/>
          </ac:spMkLst>
        </pc:spChg>
        <pc:spChg chg="add mod">
          <ac:chgData name="昕 许" userId="a2975fcd840abfc3" providerId="LiveId" clId="{49CCD4F9-177C-4270-9A14-60236FF377E8}" dt="2026-04-08T02:51:30.161" v="6787" actId="20577"/>
          <ac:spMkLst>
            <pc:docMk/>
            <pc:sldMk cId="3949537576" sldId="296"/>
            <ac:spMk id="125" creationId="{7A8DCD33-184C-BB44-E7FD-0669F7D805E4}"/>
          </ac:spMkLst>
        </pc:spChg>
        <pc:spChg chg="mod">
          <ac:chgData name="昕 许" userId="a2975fcd840abfc3" providerId="LiveId" clId="{49CCD4F9-177C-4270-9A14-60236FF377E8}" dt="2026-04-07T04:46:52.455" v="5880" actId="20577"/>
          <ac:spMkLst>
            <pc:docMk/>
            <pc:sldMk cId="3949537576" sldId="296"/>
            <ac:spMk id="126" creationId="{F6FE5439-C12E-70F7-4E3E-9B8C879C9C77}"/>
          </ac:spMkLst>
        </pc:spChg>
        <pc:spChg chg="mod">
          <ac:chgData name="昕 许" userId="a2975fcd840abfc3" providerId="LiveId" clId="{49CCD4F9-177C-4270-9A14-60236FF377E8}" dt="2026-04-07T04:46:52.455" v="5880" actId="20577"/>
          <ac:spMkLst>
            <pc:docMk/>
            <pc:sldMk cId="3949537576" sldId="296"/>
            <ac:spMk id="127" creationId="{84AB2A20-26E9-978C-083F-F03A2A405617}"/>
          </ac:spMkLst>
        </pc:spChg>
        <pc:spChg chg="mod">
          <ac:chgData name="昕 许" userId="a2975fcd840abfc3" providerId="LiveId" clId="{49CCD4F9-177C-4270-9A14-60236FF377E8}" dt="2026-04-07T04:46:52.455" v="5880" actId="20577"/>
          <ac:spMkLst>
            <pc:docMk/>
            <pc:sldMk cId="3949537576" sldId="296"/>
            <ac:spMk id="128" creationId="{9B1979B2-A025-73B4-C8D9-4DCA43735095}"/>
          </ac:spMkLst>
        </pc:spChg>
        <pc:spChg chg="mod topLvl">
          <ac:chgData name="昕 许" userId="a2975fcd840abfc3" providerId="LiveId" clId="{49CCD4F9-177C-4270-9A14-60236FF377E8}" dt="2026-04-08T02:51:54.481" v="6794" actId="1076"/>
          <ac:spMkLst>
            <pc:docMk/>
            <pc:sldMk cId="3949537576" sldId="296"/>
            <ac:spMk id="129" creationId="{D091E5A9-DF64-9498-EC68-55A941BC970C}"/>
          </ac:spMkLst>
        </pc:spChg>
        <pc:spChg chg="mod">
          <ac:chgData name="昕 许" userId="a2975fcd840abfc3" providerId="LiveId" clId="{49CCD4F9-177C-4270-9A14-60236FF377E8}" dt="2026-04-07T04:46:52.455" v="5880" actId="20577"/>
          <ac:spMkLst>
            <pc:docMk/>
            <pc:sldMk cId="3949537576" sldId="296"/>
            <ac:spMk id="129" creationId="{E69BC6A8-861F-7550-4C44-D46F78A80D21}"/>
          </ac:spMkLst>
        </pc:spChg>
        <pc:spChg chg="del mod">
          <ac:chgData name="昕 许" userId="a2975fcd840abfc3" providerId="LiveId" clId="{49CCD4F9-177C-4270-9A14-60236FF377E8}" dt="2026-04-08T02:51:34.232" v="6789" actId="478"/>
          <ac:spMkLst>
            <pc:docMk/>
            <pc:sldMk cId="3949537576" sldId="296"/>
            <ac:spMk id="130" creationId="{E09953B7-1BB7-6420-77DF-B7C71764D1A6}"/>
          </ac:spMkLst>
        </pc:spChg>
        <pc:spChg chg="del mod">
          <ac:chgData name="昕 许" userId="a2975fcd840abfc3" providerId="LiveId" clId="{49CCD4F9-177C-4270-9A14-60236FF377E8}" dt="2026-04-08T02:51:31.707" v="6788" actId="478"/>
          <ac:spMkLst>
            <pc:docMk/>
            <pc:sldMk cId="3949537576" sldId="296"/>
            <ac:spMk id="131" creationId="{469B94AF-3653-CBA0-74C6-1B481A077A3B}"/>
          </ac:spMkLst>
        </pc:spChg>
        <pc:spChg chg="mod">
          <ac:chgData name="昕 许" userId="a2975fcd840abfc3" providerId="LiveId" clId="{49CCD4F9-177C-4270-9A14-60236FF377E8}" dt="2026-04-07T04:46:52.455" v="5880" actId="20577"/>
          <ac:spMkLst>
            <pc:docMk/>
            <pc:sldMk cId="3949537576" sldId="296"/>
            <ac:spMk id="131" creationId="{73E1A154-C5C8-CAA7-1B90-6415E86F175D}"/>
          </ac:spMkLst>
        </pc:spChg>
        <pc:spChg chg="del">
          <ac:chgData name="昕 许" userId="a2975fcd840abfc3" providerId="LiveId" clId="{49CCD4F9-177C-4270-9A14-60236FF377E8}" dt="2026-04-07T04:40:24.614" v="5726" actId="478"/>
          <ac:spMkLst>
            <pc:docMk/>
            <pc:sldMk cId="3949537576" sldId="296"/>
            <ac:spMk id="132" creationId="{747AC63D-CAF7-3084-594E-6EEDD430AE51}"/>
          </ac:spMkLst>
        </pc:spChg>
        <pc:spChg chg="mod">
          <ac:chgData name="昕 许" userId="a2975fcd840abfc3" providerId="LiveId" clId="{49CCD4F9-177C-4270-9A14-60236FF377E8}" dt="2026-04-08T02:53:55.479" v="6829" actId="208"/>
          <ac:spMkLst>
            <pc:docMk/>
            <pc:sldMk cId="3949537576" sldId="296"/>
            <ac:spMk id="132" creationId="{A97D06B2-49A4-5602-681C-39964945855C}"/>
          </ac:spMkLst>
        </pc:spChg>
        <pc:spChg chg="del">
          <ac:chgData name="昕 许" userId="a2975fcd840abfc3" providerId="LiveId" clId="{49CCD4F9-177C-4270-9A14-60236FF377E8}" dt="2026-04-07T04:40:24.614" v="5726" actId="478"/>
          <ac:spMkLst>
            <pc:docMk/>
            <pc:sldMk cId="3949537576" sldId="296"/>
            <ac:spMk id="133" creationId="{B771E5BF-44A5-9286-4C44-5CF947EB24EE}"/>
          </ac:spMkLst>
        </pc:spChg>
        <pc:spChg chg="mod">
          <ac:chgData name="昕 许" userId="a2975fcd840abfc3" providerId="LiveId" clId="{49CCD4F9-177C-4270-9A14-60236FF377E8}" dt="2026-04-08T02:53:51.783" v="6828" actId="208"/>
          <ac:spMkLst>
            <pc:docMk/>
            <pc:sldMk cId="3949537576" sldId="296"/>
            <ac:spMk id="133" creationId="{BC0E0DBB-DADD-FAA2-9E33-984F96ED3AFA}"/>
          </ac:spMkLst>
        </pc:spChg>
        <pc:spChg chg="mod">
          <ac:chgData name="昕 许" userId="a2975fcd840abfc3" providerId="LiveId" clId="{49CCD4F9-177C-4270-9A14-60236FF377E8}" dt="2026-04-07T04:46:52.455" v="5880" actId="20577"/>
          <ac:spMkLst>
            <pc:docMk/>
            <pc:sldMk cId="3949537576" sldId="296"/>
            <ac:spMk id="134" creationId="{FE231C76-7A98-FE01-283E-A92C0B04ED60}"/>
          </ac:spMkLst>
        </pc:spChg>
        <pc:spChg chg="del">
          <ac:chgData name="昕 许" userId="a2975fcd840abfc3" providerId="LiveId" clId="{49CCD4F9-177C-4270-9A14-60236FF377E8}" dt="2026-04-07T04:40:24.614" v="5726" actId="478"/>
          <ac:spMkLst>
            <pc:docMk/>
            <pc:sldMk cId="3949537576" sldId="296"/>
            <ac:spMk id="136" creationId="{F26E2E8B-AF78-5F09-9096-14E2B81AC7ED}"/>
          </ac:spMkLst>
        </pc:spChg>
        <pc:spChg chg="del">
          <ac:chgData name="昕 许" userId="a2975fcd840abfc3" providerId="LiveId" clId="{49CCD4F9-177C-4270-9A14-60236FF377E8}" dt="2026-04-07T04:40:24.614" v="5726" actId="478"/>
          <ac:spMkLst>
            <pc:docMk/>
            <pc:sldMk cId="3949537576" sldId="296"/>
            <ac:spMk id="137" creationId="{98E3909A-34D2-9FEF-1289-EFCBE980C170}"/>
          </ac:spMkLst>
        </pc:spChg>
        <pc:spChg chg="mod">
          <ac:chgData name="昕 许" userId="a2975fcd840abfc3" providerId="LiveId" clId="{49CCD4F9-177C-4270-9A14-60236FF377E8}" dt="2026-04-07T04:47:32.403" v="5893" actId="20577"/>
          <ac:spMkLst>
            <pc:docMk/>
            <pc:sldMk cId="3949537576" sldId="296"/>
            <ac:spMk id="147" creationId="{EA437FF9-79FA-21F3-0504-05CE0266508B}"/>
          </ac:spMkLst>
        </pc:spChg>
        <pc:spChg chg="mod">
          <ac:chgData name="昕 许" userId="a2975fcd840abfc3" providerId="LiveId" clId="{49CCD4F9-177C-4270-9A14-60236FF377E8}" dt="2026-04-07T04:47:32.403" v="5893" actId="20577"/>
          <ac:spMkLst>
            <pc:docMk/>
            <pc:sldMk cId="3949537576" sldId="296"/>
            <ac:spMk id="148" creationId="{6B777687-BCE2-1B0E-6364-4FC87CDBEDAA}"/>
          </ac:spMkLst>
        </pc:spChg>
        <pc:spChg chg="add mod">
          <ac:chgData name="昕 许" userId="a2975fcd840abfc3" providerId="LiveId" clId="{49CCD4F9-177C-4270-9A14-60236FF377E8}" dt="2026-04-08T02:54:30.545" v="6835"/>
          <ac:spMkLst>
            <pc:docMk/>
            <pc:sldMk cId="3949537576" sldId="296"/>
            <ac:spMk id="149" creationId="{28F01C1C-18D6-F873-1DEA-49A255868006}"/>
          </ac:spMkLst>
        </pc:spChg>
        <pc:spChg chg="mod">
          <ac:chgData name="昕 许" userId="a2975fcd840abfc3" providerId="LiveId" clId="{49CCD4F9-177C-4270-9A14-60236FF377E8}" dt="2026-04-07T04:47:32.403" v="5893" actId="20577"/>
          <ac:spMkLst>
            <pc:docMk/>
            <pc:sldMk cId="3949537576" sldId="296"/>
            <ac:spMk id="149" creationId="{F315C405-88EA-A164-D7DA-1B912476817B}"/>
          </ac:spMkLst>
        </pc:spChg>
        <pc:spChg chg="mod">
          <ac:chgData name="昕 许" userId="a2975fcd840abfc3" providerId="LiveId" clId="{49CCD4F9-177C-4270-9A14-60236FF377E8}" dt="2026-04-07T04:47:36.913" v="5894" actId="207"/>
          <ac:spMkLst>
            <pc:docMk/>
            <pc:sldMk cId="3949537576" sldId="296"/>
            <ac:spMk id="150" creationId="{98DBFD94-9653-3775-7C80-356274A449C2}"/>
          </ac:spMkLst>
        </pc:spChg>
        <pc:spChg chg="add mod">
          <ac:chgData name="昕 许" userId="a2975fcd840abfc3" providerId="LiveId" clId="{49CCD4F9-177C-4270-9A14-60236FF377E8}" dt="2026-04-08T02:55:47.760" v="6871" actId="20577"/>
          <ac:spMkLst>
            <pc:docMk/>
            <pc:sldMk cId="3949537576" sldId="296"/>
            <ac:spMk id="150" creationId="{D76D4234-5907-C081-FC1F-618B0E71059E}"/>
          </ac:spMkLst>
        </pc:spChg>
        <pc:spChg chg="add mod">
          <ac:chgData name="昕 许" userId="a2975fcd840abfc3" providerId="LiveId" clId="{49CCD4F9-177C-4270-9A14-60236FF377E8}" dt="2026-04-08T02:55:47.760" v="6871" actId="20577"/>
          <ac:spMkLst>
            <pc:docMk/>
            <pc:sldMk cId="3949537576" sldId="296"/>
            <ac:spMk id="151" creationId="{85C99217-B663-FE69-2CAF-50B0527629CF}"/>
          </ac:spMkLst>
        </pc:spChg>
        <pc:spChg chg="mod">
          <ac:chgData name="昕 许" userId="a2975fcd840abfc3" providerId="LiveId" clId="{49CCD4F9-177C-4270-9A14-60236FF377E8}" dt="2026-04-07T04:47:32.403" v="5893" actId="20577"/>
          <ac:spMkLst>
            <pc:docMk/>
            <pc:sldMk cId="3949537576" sldId="296"/>
            <ac:spMk id="152" creationId="{A8ECB190-6E5A-5F1F-B7B6-1EB218F93290}"/>
          </ac:spMkLst>
        </pc:spChg>
        <pc:spChg chg="mod">
          <ac:chgData name="昕 许" userId="a2975fcd840abfc3" providerId="LiveId" clId="{49CCD4F9-177C-4270-9A14-60236FF377E8}" dt="2026-04-07T04:47:32.403" v="5893" actId="20577"/>
          <ac:spMkLst>
            <pc:docMk/>
            <pc:sldMk cId="3949537576" sldId="296"/>
            <ac:spMk id="153" creationId="{D0A0F8F1-96E9-542B-344A-19792570CC1F}"/>
          </ac:spMkLst>
        </pc:spChg>
        <pc:spChg chg="mod">
          <ac:chgData name="昕 许" userId="a2975fcd840abfc3" providerId="LiveId" clId="{49CCD4F9-177C-4270-9A14-60236FF377E8}" dt="2026-04-08T02:55:56.887" v="6877" actId="20577"/>
          <ac:spMkLst>
            <pc:docMk/>
            <pc:sldMk cId="3949537576" sldId="296"/>
            <ac:spMk id="154" creationId="{93AB0140-84C6-AB5D-B8EF-C358D878FBE1}"/>
          </ac:spMkLst>
        </pc:spChg>
        <pc:spChg chg="mod">
          <ac:chgData name="昕 许" userId="a2975fcd840abfc3" providerId="LiveId" clId="{49CCD4F9-177C-4270-9A14-60236FF377E8}" dt="2026-04-08T02:55:56.887" v="6877" actId="20577"/>
          <ac:spMkLst>
            <pc:docMk/>
            <pc:sldMk cId="3949537576" sldId="296"/>
            <ac:spMk id="155" creationId="{D5B14998-7B36-4F20-9FDB-CB77B85A3BE5}"/>
          </ac:spMkLst>
        </pc:spChg>
        <pc:spChg chg="add mod">
          <ac:chgData name="昕 许" userId="a2975fcd840abfc3" providerId="LiveId" clId="{49CCD4F9-177C-4270-9A14-60236FF377E8}" dt="2026-04-08T02:55:31.257" v="6852" actId="1076"/>
          <ac:spMkLst>
            <pc:docMk/>
            <pc:sldMk cId="3949537576" sldId="296"/>
            <ac:spMk id="156" creationId="{782B4E1A-873C-A5C5-2AEA-223F608B1E1B}"/>
          </ac:spMkLst>
        </pc:spChg>
        <pc:spChg chg="add mod">
          <ac:chgData name="昕 许" userId="a2975fcd840abfc3" providerId="LiveId" clId="{49CCD4F9-177C-4270-9A14-60236FF377E8}" dt="2026-04-08T02:55:41.948" v="6869" actId="1076"/>
          <ac:spMkLst>
            <pc:docMk/>
            <pc:sldMk cId="3949537576" sldId="296"/>
            <ac:spMk id="157" creationId="{F30B9282-1CF5-EEA2-3009-74B9E8F50F80}"/>
          </ac:spMkLst>
        </pc:spChg>
        <pc:spChg chg="del">
          <ac:chgData name="昕 许" userId="a2975fcd840abfc3" providerId="LiveId" clId="{49CCD4F9-177C-4270-9A14-60236FF377E8}" dt="2026-04-07T04:40:24.614" v="5726" actId="478"/>
          <ac:spMkLst>
            <pc:docMk/>
            <pc:sldMk cId="3949537576" sldId="296"/>
            <ac:spMk id="157" creationId="{F890E61E-6BA5-20EC-21D9-5543DCB84996}"/>
          </ac:spMkLst>
        </pc:spChg>
        <pc:spChg chg="del">
          <ac:chgData name="昕 许" userId="a2975fcd840abfc3" providerId="LiveId" clId="{49CCD4F9-177C-4270-9A14-60236FF377E8}" dt="2026-04-07T04:40:24.614" v="5726" actId="478"/>
          <ac:spMkLst>
            <pc:docMk/>
            <pc:sldMk cId="3949537576" sldId="296"/>
            <ac:spMk id="160" creationId="{D6FA67E5-6AFD-3E41-74DD-09770B699A68}"/>
          </ac:spMkLst>
        </pc:spChg>
        <pc:spChg chg="mod">
          <ac:chgData name="昕 许" userId="a2975fcd840abfc3" providerId="LiveId" clId="{49CCD4F9-177C-4270-9A14-60236FF377E8}" dt="2026-04-07T04:47:32.403" v="5893" actId="20577"/>
          <ac:spMkLst>
            <pc:docMk/>
            <pc:sldMk cId="3949537576" sldId="296"/>
            <ac:spMk id="161" creationId="{F88812AB-5D2D-6F04-BF63-3A08F5F51954}"/>
          </ac:spMkLst>
        </pc:spChg>
        <pc:spChg chg="mod">
          <ac:chgData name="昕 许" userId="a2975fcd840abfc3" providerId="LiveId" clId="{49CCD4F9-177C-4270-9A14-60236FF377E8}" dt="2026-04-07T04:47:32.403" v="5893" actId="20577"/>
          <ac:spMkLst>
            <pc:docMk/>
            <pc:sldMk cId="3949537576" sldId="296"/>
            <ac:spMk id="162" creationId="{12975226-75E6-7A5E-E933-DD8CAEC7B88A}"/>
          </ac:spMkLst>
        </pc:spChg>
        <pc:spChg chg="mod">
          <ac:chgData name="昕 许" userId="a2975fcd840abfc3" providerId="LiveId" clId="{49CCD4F9-177C-4270-9A14-60236FF377E8}" dt="2026-04-07T04:47:32.403" v="5893" actId="20577"/>
          <ac:spMkLst>
            <pc:docMk/>
            <pc:sldMk cId="3949537576" sldId="296"/>
            <ac:spMk id="163" creationId="{48C349B1-ED78-499F-B4B2-C788C5F829AA}"/>
          </ac:spMkLst>
        </pc:spChg>
        <pc:spChg chg="mod">
          <ac:chgData name="昕 许" userId="a2975fcd840abfc3" providerId="LiveId" clId="{49CCD4F9-177C-4270-9A14-60236FF377E8}" dt="2026-04-07T04:47:32.403" v="5893" actId="20577"/>
          <ac:spMkLst>
            <pc:docMk/>
            <pc:sldMk cId="3949537576" sldId="296"/>
            <ac:spMk id="164" creationId="{BE4B643B-227C-772F-528C-E4BA7D311466}"/>
          </ac:spMkLst>
        </pc:spChg>
        <pc:spChg chg="add mod">
          <ac:chgData name="昕 许" userId="a2975fcd840abfc3" providerId="LiveId" clId="{49CCD4F9-177C-4270-9A14-60236FF377E8}" dt="2026-04-07T05:23:22.211" v="6075" actId="164"/>
          <ac:spMkLst>
            <pc:docMk/>
            <pc:sldMk cId="3949537576" sldId="296"/>
            <ac:spMk id="172" creationId="{7269813A-146C-C052-2D2F-1DA4D141203B}"/>
          </ac:spMkLst>
        </pc:spChg>
        <pc:grpChg chg="add mod">
          <ac:chgData name="昕 许" userId="a2975fcd840abfc3" providerId="LiveId" clId="{49CCD4F9-177C-4270-9A14-60236FF377E8}" dt="2026-04-08T02:52:01.533" v="6796" actId="164"/>
          <ac:grpSpMkLst>
            <pc:docMk/>
            <pc:sldMk cId="3949537576" sldId="296"/>
            <ac:grpSpMk id="3" creationId="{C906A4FB-56A2-4777-ECC8-46BDEBC2E27D}"/>
          </ac:grpSpMkLst>
        </pc:grpChg>
        <pc:grpChg chg="add mod">
          <ac:chgData name="昕 许" userId="a2975fcd840abfc3" providerId="LiveId" clId="{49CCD4F9-177C-4270-9A14-60236FF377E8}" dt="2026-04-08T02:52:01.533" v="6796" actId="164"/>
          <ac:grpSpMkLst>
            <pc:docMk/>
            <pc:sldMk cId="3949537576" sldId="296"/>
            <ac:grpSpMk id="4" creationId="{DEAFE296-E131-148C-B469-63A6379D4190}"/>
          </ac:grpSpMkLst>
        </pc:grpChg>
        <pc:grpChg chg="del mod">
          <ac:chgData name="昕 许" userId="a2975fcd840abfc3" providerId="LiveId" clId="{49CCD4F9-177C-4270-9A14-60236FF377E8}" dt="2026-04-07T08:28:48.632" v="6159" actId="478"/>
          <ac:grpSpMkLst>
            <pc:docMk/>
            <pc:sldMk cId="3949537576" sldId="296"/>
            <ac:grpSpMk id="8" creationId="{9A76833C-A319-36B8-D0E2-928CB59B10D4}"/>
          </ac:grpSpMkLst>
        </pc:grpChg>
        <pc:grpChg chg="mod">
          <ac:chgData name="昕 许" userId="a2975fcd840abfc3" providerId="LiveId" clId="{49CCD4F9-177C-4270-9A14-60236FF377E8}" dt="2026-04-08T02:19:25.774" v="6551" actId="1076"/>
          <ac:grpSpMkLst>
            <pc:docMk/>
            <pc:sldMk cId="3949537576" sldId="296"/>
            <ac:grpSpMk id="10" creationId="{F47C2E10-894B-6E2F-6C59-0EF2033B6617}"/>
          </ac:grpSpMkLst>
        </pc:grpChg>
        <pc:grpChg chg="add del mod">
          <ac:chgData name="昕 许" userId="a2975fcd840abfc3" providerId="LiveId" clId="{49CCD4F9-177C-4270-9A14-60236FF377E8}" dt="2026-04-08T02:18:23.312" v="6540" actId="478"/>
          <ac:grpSpMkLst>
            <pc:docMk/>
            <pc:sldMk cId="3949537576" sldId="296"/>
            <ac:grpSpMk id="12" creationId="{09698812-F054-D186-11BF-68637B976417}"/>
          </ac:grpSpMkLst>
        </pc:grpChg>
        <pc:grpChg chg="mod">
          <ac:chgData name="昕 许" userId="a2975fcd840abfc3" providerId="LiveId" clId="{49CCD4F9-177C-4270-9A14-60236FF377E8}" dt="2026-04-08T02:49:07.650" v="6664" actId="164"/>
          <ac:grpSpMkLst>
            <pc:docMk/>
            <pc:sldMk cId="3949537576" sldId="296"/>
            <ac:grpSpMk id="12" creationId="{AF68540B-D49F-B24C-15F0-680BCED0C495}"/>
          </ac:grpSpMkLst>
        </pc:grpChg>
        <pc:grpChg chg="add mod">
          <ac:chgData name="昕 许" userId="a2975fcd840abfc3" providerId="LiveId" clId="{49CCD4F9-177C-4270-9A14-60236FF377E8}" dt="2026-04-07T05:23:22.211" v="6075" actId="164"/>
          <ac:grpSpMkLst>
            <pc:docMk/>
            <pc:sldMk cId="3949537576" sldId="296"/>
            <ac:grpSpMk id="15" creationId="{7AC07205-E5E0-2BC1-AF1D-C29BA31BC458}"/>
          </ac:grpSpMkLst>
        </pc:grpChg>
        <pc:grpChg chg="mod">
          <ac:chgData name="昕 许" userId="a2975fcd840abfc3" providerId="LiveId" clId="{49CCD4F9-177C-4270-9A14-60236FF377E8}" dt="2026-04-08T02:19:25.774" v="6551" actId="1076"/>
          <ac:grpSpMkLst>
            <pc:docMk/>
            <pc:sldMk cId="3949537576" sldId="296"/>
            <ac:grpSpMk id="16" creationId="{6ED088AC-258A-F69B-1227-19C9A3AF5A29}"/>
          </ac:grpSpMkLst>
        </pc:grpChg>
        <pc:grpChg chg="add mod">
          <ac:chgData name="昕 许" userId="a2975fcd840abfc3" providerId="LiveId" clId="{49CCD4F9-177C-4270-9A14-60236FF377E8}" dt="2026-04-07T05:23:22.211" v="6075" actId="164"/>
          <ac:grpSpMkLst>
            <pc:docMk/>
            <pc:sldMk cId="3949537576" sldId="296"/>
            <ac:grpSpMk id="16" creationId="{C11190D3-802B-A8F1-A790-CF2F35817C34}"/>
          </ac:grpSpMkLst>
        </pc:grpChg>
        <pc:grpChg chg="del mod">
          <ac:chgData name="昕 许" userId="a2975fcd840abfc3" providerId="LiveId" clId="{49CCD4F9-177C-4270-9A14-60236FF377E8}" dt="2026-04-08T02:18:23.312" v="6540" actId="478"/>
          <ac:grpSpMkLst>
            <pc:docMk/>
            <pc:sldMk cId="3949537576" sldId="296"/>
            <ac:grpSpMk id="19" creationId="{4E014172-DBF6-E62C-E33F-353D00267260}"/>
          </ac:grpSpMkLst>
        </pc:grpChg>
        <pc:grpChg chg="mod">
          <ac:chgData name="昕 许" userId="a2975fcd840abfc3" providerId="LiveId" clId="{49CCD4F9-177C-4270-9A14-60236FF377E8}" dt="2026-04-08T02:49:07.650" v="6664" actId="164"/>
          <ac:grpSpMkLst>
            <pc:docMk/>
            <pc:sldMk cId="3949537576" sldId="296"/>
            <ac:grpSpMk id="19" creationId="{9D1B4BA3-3F93-2C71-669C-756333F9BE7D}"/>
          </ac:grpSpMkLst>
        </pc:grpChg>
        <pc:grpChg chg="add del mod">
          <ac:chgData name="昕 许" userId="a2975fcd840abfc3" providerId="LiveId" clId="{49CCD4F9-177C-4270-9A14-60236FF377E8}" dt="2026-04-08T02:22:35.959" v="6588" actId="21"/>
          <ac:grpSpMkLst>
            <pc:docMk/>
            <pc:sldMk cId="3949537576" sldId="296"/>
            <ac:grpSpMk id="20" creationId="{5FB1635B-DEEF-1662-223D-5786168B55A3}"/>
          </ac:grpSpMkLst>
        </pc:grpChg>
        <pc:grpChg chg="mod">
          <ac:chgData name="昕 许" userId="a2975fcd840abfc3" providerId="LiveId" clId="{49CCD4F9-177C-4270-9A14-60236FF377E8}" dt="2026-04-08T02:49:07.650" v="6664" actId="164"/>
          <ac:grpSpMkLst>
            <pc:docMk/>
            <pc:sldMk cId="3949537576" sldId="296"/>
            <ac:grpSpMk id="23" creationId="{26D2D033-26CF-7F71-E0D4-54793AA22FCF}"/>
          </ac:grpSpMkLst>
        </pc:grpChg>
        <pc:grpChg chg="add mod">
          <ac:chgData name="昕 许" userId="a2975fcd840abfc3" providerId="LiveId" clId="{49CCD4F9-177C-4270-9A14-60236FF377E8}" dt="2026-04-07T05:23:22.211" v="6075" actId="164"/>
          <ac:grpSpMkLst>
            <pc:docMk/>
            <pc:sldMk cId="3949537576" sldId="296"/>
            <ac:grpSpMk id="24" creationId="{9DA02EB6-D63C-FAF1-C2D4-9220334F4216}"/>
          </ac:grpSpMkLst>
        </pc:grpChg>
        <pc:grpChg chg="mod">
          <ac:chgData name="昕 许" userId="a2975fcd840abfc3" providerId="LiveId" clId="{49CCD4F9-177C-4270-9A14-60236FF377E8}" dt="2026-04-08T02:19:25.774" v="6551" actId="1076"/>
          <ac:grpSpMkLst>
            <pc:docMk/>
            <pc:sldMk cId="3949537576" sldId="296"/>
            <ac:grpSpMk id="27" creationId="{D2B23B7A-F6C5-45A8-9E8B-6B4B16701D57}"/>
          </ac:grpSpMkLst>
        </pc:grpChg>
        <pc:grpChg chg="add mod">
          <ac:chgData name="昕 许" userId="a2975fcd840abfc3" providerId="LiveId" clId="{49CCD4F9-177C-4270-9A14-60236FF377E8}" dt="2026-04-07T05:23:22.211" v="6075" actId="164"/>
          <ac:grpSpMkLst>
            <pc:docMk/>
            <pc:sldMk cId="3949537576" sldId="296"/>
            <ac:grpSpMk id="28" creationId="{3D8A0CF6-B5E8-014C-1136-237666FDA852}"/>
          </ac:grpSpMkLst>
        </pc:grpChg>
        <pc:grpChg chg="del mod">
          <ac:chgData name="昕 许" userId="a2975fcd840abfc3" providerId="LiveId" clId="{49CCD4F9-177C-4270-9A14-60236FF377E8}" dt="2026-04-08T02:18:23.312" v="6540" actId="478"/>
          <ac:grpSpMkLst>
            <pc:docMk/>
            <pc:sldMk cId="3949537576" sldId="296"/>
            <ac:grpSpMk id="29" creationId="{D82DC340-B235-A1B6-598F-4C8D10B27629}"/>
          </ac:grpSpMkLst>
        </pc:grpChg>
        <pc:grpChg chg="mod">
          <ac:chgData name="昕 许" userId="a2975fcd840abfc3" providerId="LiveId" clId="{49CCD4F9-177C-4270-9A14-60236FF377E8}" dt="2026-04-08T02:22:07.960" v="6573" actId="1076"/>
          <ac:grpSpMkLst>
            <pc:docMk/>
            <pc:sldMk cId="3949537576" sldId="296"/>
            <ac:grpSpMk id="31" creationId="{7253541D-C3AA-20B9-042E-3A3C4EC6D59C}"/>
          </ac:grpSpMkLst>
        </pc:grpChg>
        <pc:grpChg chg="mod">
          <ac:chgData name="昕 许" userId="a2975fcd840abfc3" providerId="LiveId" clId="{49CCD4F9-177C-4270-9A14-60236FF377E8}" dt="2026-04-08T02:52:01.533" v="6796" actId="164"/>
          <ac:grpSpMkLst>
            <pc:docMk/>
            <pc:sldMk cId="3949537576" sldId="296"/>
            <ac:grpSpMk id="34" creationId="{4D2C8253-070C-2815-1438-1CAB507650EB}"/>
          </ac:grpSpMkLst>
        </pc:grpChg>
        <pc:grpChg chg="mod">
          <ac:chgData name="昕 许" userId="a2975fcd840abfc3" providerId="LiveId" clId="{49CCD4F9-177C-4270-9A14-60236FF377E8}" dt="2026-04-08T02:52:01.533" v="6796" actId="164"/>
          <ac:grpSpMkLst>
            <pc:docMk/>
            <pc:sldMk cId="3949537576" sldId="296"/>
            <ac:grpSpMk id="38" creationId="{425C1743-596D-8BC8-7B42-18E523AC8D95}"/>
          </ac:grpSpMkLst>
        </pc:grpChg>
        <pc:grpChg chg="add mod">
          <ac:chgData name="昕 许" userId="a2975fcd840abfc3" providerId="LiveId" clId="{49CCD4F9-177C-4270-9A14-60236FF377E8}" dt="2026-04-08T02:49:07.650" v="6664" actId="164"/>
          <ac:grpSpMkLst>
            <pc:docMk/>
            <pc:sldMk cId="3949537576" sldId="296"/>
            <ac:grpSpMk id="41" creationId="{B47C8EE2-DF07-81DF-C993-A25A95BB8B30}"/>
          </ac:grpSpMkLst>
        </pc:grpChg>
        <pc:grpChg chg="add del mod">
          <ac:chgData name="昕 许" userId="a2975fcd840abfc3" providerId="LiveId" clId="{49CCD4F9-177C-4270-9A14-60236FF377E8}" dt="2026-04-08T02:18:23.312" v="6540" actId="478"/>
          <ac:grpSpMkLst>
            <pc:docMk/>
            <pc:sldMk cId="3949537576" sldId="296"/>
            <ac:grpSpMk id="42" creationId="{DEA9995D-36C2-99B9-B1FC-EB7CEE02FDBB}"/>
          </ac:grpSpMkLst>
        </pc:grpChg>
        <pc:grpChg chg="del mod">
          <ac:chgData name="昕 许" userId="a2975fcd840abfc3" providerId="LiveId" clId="{49CCD4F9-177C-4270-9A14-60236FF377E8}" dt="2026-04-07T08:27:26.571" v="6122" actId="478"/>
          <ac:grpSpMkLst>
            <pc:docMk/>
            <pc:sldMk cId="3949537576" sldId="296"/>
            <ac:grpSpMk id="43" creationId="{383CBAF5-5CE8-9F09-8B88-77308EC0B60E}"/>
          </ac:grpSpMkLst>
        </pc:grpChg>
        <pc:grpChg chg="add mod">
          <ac:chgData name="昕 许" userId="a2975fcd840abfc3" providerId="LiveId" clId="{49CCD4F9-177C-4270-9A14-60236FF377E8}" dt="2026-04-08T02:49:07.650" v="6664" actId="164"/>
          <ac:grpSpMkLst>
            <pc:docMk/>
            <pc:sldMk cId="3949537576" sldId="296"/>
            <ac:grpSpMk id="48" creationId="{2B0871AB-C6BF-58F9-1FFD-A9161FB603B2}"/>
          </ac:grpSpMkLst>
        </pc:grpChg>
        <pc:grpChg chg="add del mod">
          <ac:chgData name="昕 许" userId="a2975fcd840abfc3" providerId="LiveId" clId="{49CCD4F9-177C-4270-9A14-60236FF377E8}" dt="2026-04-08T02:18:23.312" v="6540" actId="478"/>
          <ac:grpSpMkLst>
            <pc:docMk/>
            <pc:sldMk cId="3949537576" sldId="296"/>
            <ac:grpSpMk id="48" creationId="{5F940ED2-95DE-BF7E-7A61-CA0CE075B255}"/>
          </ac:grpSpMkLst>
        </pc:grpChg>
        <pc:grpChg chg="mod">
          <ac:chgData name="昕 许" userId="a2975fcd840abfc3" providerId="LiveId" clId="{49CCD4F9-177C-4270-9A14-60236FF377E8}" dt="2026-04-08T02:52:01.533" v="6796" actId="164"/>
          <ac:grpSpMkLst>
            <pc:docMk/>
            <pc:sldMk cId="3949537576" sldId="296"/>
            <ac:grpSpMk id="49" creationId="{EF53A073-C87C-44C9-EAE1-1F789FB72C15}"/>
          </ac:grpSpMkLst>
        </pc:grpChg>
        <pc:grpChg chg="mod">
          <ac:chgData name="昕 许" userId="a2975fcd840abfc3" providerId="LiveId" clId="{49CCD4F9-177C-4270-9A14-60236FF377E8}" dt="2026-04-08T02:51:06.751" v="6736" actId="1035"/>
          <ac:grpSpMkLst>
            <pc:docMk/>
            <pc:sldMk cId="3949537576" sldId="296"/>
            <ac:grpSpMk id="50" creationId="{A38C6DDE-E299-4108-55B9-93201B0ED14A}"/>
          </ac:grpSpMkLst>
        </pc:grpChg>
        <pc:grpChg chg="mod">
          <ac:chgData name="昕 许" userId="a2975fcd840abfc3" providerId="LiveId" clId="{49CCD4F9-177C-4270-9A14-60236FF377E8}" dt="2026-04-07T04:46:35.045" v="5873" actId="164"/>
          <ac:grpSpMkLst>
            <pc:docMk/>
            <pc:sldMk cId="3949537576" sldId="296"/>
            <ac:grpSpMk id="54" creationId="{515E3C68-E065-DD53-329D-276F24D40DB2}"/>
          </ac:grpSpMkLst>
        </pc:grpChg>
        <pc:grpChg chg="add mod">
          <ac:chgData name="昕 许" userId="a2975fcd840abfc3" providerId="LiveId" clId="{49CCD4F9-177C-4270-9A14-60236FF377E8}" dt="2026-04-07T04:46:35.045" v="5873" actId="164"/>
          <ac:grpSpMkLst>
            <pc:docMk/>
            <pc:sldMk cId="3949537576" sldId="296"/>
            <ac:grpSpMk id="57" creationId="{63FE7C62-4796-B046-4C56-B44A2636676D}"/>
          </ac:grpSpMkLst>
        </pc:grpChg>
        <pc:grpChg chg="del">
          <ac:chgData name="昕 许" userId="a2975fcd840abfc3" providerId="LiveId" clId="{49CCD4F9-177C-4270-9A14-60236FF377E8}" dt="2026-04-08T02:49:12.055" v="6667" actId="478"/>
          <ac:grpSpMkLst>
            <pc:docMk/>
            <pc:sldMk cId="3949537576" sldId="296"/>
            <ac:grpSpMk id="57" creationId="{FFDC13C7-D1E8-DEAA-8BBB-14EF0E79CC71}"/>
          </ac:grpSpMkLst>
        </pc:grpChg>
        <pc:grpChg chg="add mod">
          <ac:chgData name="昕 许" userId="a2975fcd840abfc3" providerId="LiveId" clId="{49CCD4F9-177C-4270-9A14-60236FF377E8}" dt="2026-04-07T04:46:35.045" v="5873" actId="164"/>
          <ac:grpSpMkLst>
            <pc:docMk/>
            <pc:sldMk cId="3949537576" sldId="296"/>
            <ac:grpSpMk id="60" creationId="{8DA0F4B7-9FB3-26D8-182A-6BC09B9A29EB}"/>
          </ac:grpSpMkLst>
        </pc:grpChg>
        <pc:grpChg chg="mod">
          <ac:chgData name="昕 许" userId="a2975fcd840abfc3" providerId="LiveId" clId="{49CCD4F9-177C-4270-9A14-60236FF377E8}" dt="2026-04-08T02:23:25.950" v="6608" actId="1076"/>
          <ac:grpSpMkLst>
            <pc:docMk/>
            <pc:sldMk cId="3949537576" sldId="296"/>
            <ac:grpSpMk id="61" creationId="{2D1F0448-128F-20EB-470D-43F563508976}"/>
          </ac:grpSpMkLst>
        </pc:grpChg>
        <pc:grpChg chg="mod">
          <ac:chgData name="昕 许" userId="a2975fcd840abfc3" providerId="LiveId" clId="{49CCD4F9-177C-4270-9A14-60236FF377E8}" dt="2026-04-07T04:46:35.045" v="5873" actId="164"/>
          <ac:grpSpMkLst>
            <pc:docMk/>
            <pc:sldMk cId="3949537576" sldId="296"/>
            <ac:grpSpMk id="63" creationId="{47DA85F0-5D0F-97D8-8CB1-DAC80FE2A29E}"/>
          </ac:grpSpMkLst>
        </pc:grpChg>
        <pc:grpChg chg="mod">
          <ac:chgData name="昕 许" userId="a2975fcd840abfc3" providerId="LiveId" clId="{49CCD4F9-177C-4270-9A14-60236FF377E8}" dt="2026-04-08T02:23:25.950" v="6608" actId="1076"/>
          <ac:grpSpMkLst>
            <pc:docMk/>
            <pc:sldMk cId="3949537576" sldId="296"/>
            <ac:grpSpMk id="64" creationId="{76B17D9F-35DD-C8F4-2FBE-796C88B744E0}"/>
          </ac:grpSpMkLst>
        </pc:grpChg>
        <pc:grpChg chg="add del mod">
          <ac:chgData name="昕 许" userId="a2975fcd840abfc3" providerId="LiveId" clId="{49CCD4F9-177C-4270-9A14-60236FF377E8}" dt="2026-04-08T02:18:23.312" v="6540" actId="478"/>
          <ac:grpSpMkLst>
            <pc:docMk/>
            <pc:sldMk cId="3949537576" sldId="296"/>
            <ac:grpSpMk id="66" creationId="{B7474745-8CE1-0CFE-D715-B413360AAEF2}"/>
          </ac:grpSpMkLst>
        </pc:grpChg>
        <pc:grpChg chg="mod">
          <ac:chgData name="昕 许" userId="a2975fcd840abfc3" providerId="LiveId" clId="{49CCD4F9-177C-4270-9A14-60236FF377E8}" dt="2026-04-08T02:24:20.387" v="6629" actId="1076"/>
          <ac:grpSpMkLst>
            <pc:docMk/>
            <pc:sldMk cId="3949537576" sldId="296"/>
            <ac:grpSpMk id="70" creationId="{DAC8A69F-EE6D-F58D-3A9F-66662955A109}"/>
          </ac:grpSpMkLst>
        </pc:grpChg>
        <pc:grpChg chg="mod">
          <ac:chgData name="昕 许" userId="a2975fcd840abfc3" providerId="LiveId" clId="{49CCD4F9-177C-4270-9A14-60236FF377E8}" dt="2026-04-08T02:24:41.715" v="6635" actId="164"/>
          <ac:grpSpMkLst>
            <pc:docMk/>
            <pc:sldMk cId="3949537576" sldId="296"/>
            <ac:grpSpMk id="74" creationId="{5B08EB05-F044-AE1D-4AD6-845F5E605EB9}"/>
          </ac:grpSpMkLst>
        </pc:grpChg>
        <pc:grpChg chg="mod">
          <ac:chgData name="昕 许" userId="a2975fcd840abfc3" providerId="LiveId" clId="{49CCD4F9-177C-4270-9A14-60236FF377E8}" dt="2026-04-08T02:23:25.950" v="6608" actId="1076"/>
          <ac:grpSpMkLst>
            <pc:docMk/>
            <pc:sldMk cId="3949537576" sldId="296"/>
            <ac:grpSpMk id="77" creationId="{593ECE47-CD5D-882C-79D2-099D1C995A29}"/>
          </ac:grpSpMkLst>
        </pc:grpChg>
        <pc:grpChg chg="add mod">
          <ac:chgData name="昕 许" userId="a2975fcd840abfc3" providerId="LiveId" clId="{49CCD4F9-177C-4270-9A14-60236FF377E8}" dt="2026-04-07T05:23:22.211" v="6075" actId="164"/>
          <ac:grpSpMkLst>
            <pc:docMk/>
            <pc:sldMk cId="3949537576" sldId="296"/>
            <ac:grpSpMk id="79" creationId="{7487EDF7-A62D-49AE-71CD-29F2662C4572}"/>
          </ac:grpSpMkLst>
        </pc:grpChg>
        <pc:grpChg chg="add del mod">
          <ac:chgData name="昕 许" userId="a2975fcd840abfc3" providerId="LiveId" clId="{49CCD4F9-177C-4270-9A14-60236FF377E8}" dt="2026-04-07T08:27:23.030" v="6121" actId="478"/>
          <ac:grpSpMkLst>
            <pc:docMk/>
            <pc:sldMk cId="3949537576" sldId="296"/>
            <ac:grpSpMk id="84" creationId="{AB222F94-2D55-ABBD-7AD0-46506394F9D7}"/>
          </ac:grpSpMkLst>
        </pc:grpChg>
        <pc:grpChg chg="add mod">
          <ac:chgData name="昕 许" userId="a2975fcd840abfc3" providerId="LiveId" clId="{49CCD4F9-177C-4270-9A14-60236FF377E8}" dt="2026-04-07T04:46:35.045" v="5873" actId="164"/>
          <ac:grpSpMkLst>
            <pc:docMk/>
            <pc:sldMk cId="3949537576" sldId="296"/>
            <ac:grpSpMk id="87" creationId="{3F1EA18D-4BC2-56D7-72CE-DD03C113F1E6}"/>
          </ac:grpSpMkLst>
        </pc:grpChg>
        <pc:grpChg chg="add mod">
          <ac:chgData name="昕 许" userId="a2975fcd840abfc3" providerId="LiveId" clId="{49CCD4F9-177C-4270-9A14-60236FF377E8}" dt="2026-04-08T02:24:44.988" v="6636" actId="1076"/>
          <ac:grpSpMkLst>
            <pc:docMk/>
            <pc:sldMk cId="3949537576" sldId="296"/>
            <ac:grpSpMk id="87" creationId="{4FFF0D0D-EBF5-8AFC-C482-8FB4DF956DB2}"/>
          </ac:grpSpMkLst>
        </pc:grpChg>
        <pc:grpChg chg="add mod">
          <ac:chgData name="昕 许" userId="a2975fcd840abfc3" providerId="LiveId" clId="{49CCD4F9-177C-4270-9A14-60236FF377E8}" dt="2026-04-08T02:51:16.680" v="6762" actId="1035"/>
          <ac:grpSpMkLst>
            <pc:docMk/>
            <pc:sldMk cId="3949537576" sldId="296"/>
            <ac:grpSpMk id="97" creationId="{2A211E87-9E6C-1E63-8A06-63615723139C}"/>
          </ac:grpSpMkLst>
        </pc:grpChg>
        <pc:grpChg chg="add mod">
          <ac:chgData name="昕 许" userId="a2975fcd840abfc3" providerId="LiveId" clId="{49CCD4F9-177C-4270-9A14-60236FF377E8}" dt="2026-04-07T05:23:22.211" v="6075" actId="164"/>
          <ac:grpSpMkLst>
            <pc:docMk/>
            <pc:sldMk cId="3949537576" sldId="296"/>
            <ac:grpSpMk id="97" creationId="{76703BCB-E596-86CD-B895-3313B2AC0F2B}"/>
          </ac:grpSpMkLst>
        </pc:grpChg>
        <pc:grpChg chg="add del mod">
          <ac:chgData name="昕 许" userId="a2975fcd840abfc3" providerId="LiveId" clId="{49CCD4F9-177C-4270-9A14-60236FF377E8}" dt="2026-04-07T08:27:23.030" v="6121" actId="478"/>
          <ac:grpSpMkLst>
            <pc:docMk/>
            <pc:sldMk cId="3949537576" sldId="296"/>
            <ac:grpSpMk id="101" creationId="{C73B67DA-6DFE-4D89-16A1-0C066BCC30BE}"/>
          </ac:grpSpMkLst>
        </pc:grpChg>
        <pc:grpChg chg="add mod">
          <ac:chgData name="昕 许" userId="a2975fcd840abfc3" providerId="LiveId" clId="{49CCD4F9-177C-4270-9A14-60236FF377E8}" dt="2026-04-07T04:46:35.045" v="5873" actId="164"/>
          <ac:grpSpMkLst>
            <pc:docMk/>
            <pc:sldMk cId="3949537576" sldId="296"/>
            <ac:grpSpMk id="106" creationId="{734ADE5D-42E9-1A22-339A-54C480F952CB}"/>
          </ac:grpSpMkLst>
        </pc:grpChg>
        <pc:grpChg chg="add del mod">
          <ac:chgData name="昕 许" userId="a2975fcd840abfc3" providerId="LiveId" clId="{49CCD4F9-177C-4270-9A14-60236FF377E8}" dt="2026-04-07T08:26:51.021" v="6083" actId="478"/>
          <ac:grpSpMkLst>
            <pc:docMk/>
            <pc:sldMk cId="3949537576" sldId="296"/>
            <ac:grpSpMk id="110" creationId="{EEB556CC-3F3F-E9B5-64D6-2208B9200131}"/>
          </ac:grpSpMkLst>
        </pc:grpChg>
        <pc:grpChg chg="del mod">
          <ac:chgData name="昕 许" userId="a2975fcd840abfc3" providerId="LiveId" clId="{49CCD4F9-177C-4270-9A14-60236FF377E8}" dt="2026-04-07T08:26:51.021" v="6083" actId="478"/>
          <ac:grpSpMkLst>
            <pc:docMk/>
            <pc:sldMk cId="3949537576" sldId="296"/>
            <ac:grpSpMk id="111" creationId="{08EC49EC-CA4A-F09F-1BB7-0755AC9F0989}"/>
          </ac:grpSpMkLst>
        </pc:grpChg>
        <pc:grpChg chg="add del mod">
          <ac:chgData name="昕 许" userId="a2975fcd840abfc3" providerId="LiveId" clId="{49CCD4F9-177C-4270-9A14-60236FF377E8}" dt="2026-04-08T02:50:46" v="6708" actId="165"/>
          <ac:grpSpMkLst>
            <pc:docMk/>
            <pc:sldMk cId="3949537576" sldId="296"/>
            <ac:grpSpMk id="111" creationId="{2406C4C3-360C-3E5A-E020-00E4AABF677C}"/>
          </ac:grpSpMkLst>
        </pc:grpChg>
        <pc:grpChg chg="mod topLvl">
          <ac:chgData name="昕 许" userId="a2975fcd840abfc3" providerId="LiveId" clId="{49CCD4F9-177C-4270-9A14-60236FF377E8}" dt="2026-04-08T02:50:48.191" v="6709" actId="164"/>
          <ac:grpSpMkLst>
            <pc:docMk/>
            <pc:sldMk cId="3949537576" sldId="296"/>
            <ac:grpSpMk id="112" creationId="{BBD153AC-F00D-B49A-FEFD-18162817E201}"/>
          </ac:grpSpMkLst>
        </pc:grpChg>
        <pc:grpChg chg="add del mod topLvl">
          <ac:chgData name="昕 许" userId="a2975fcd840abfc3" providerId="LiveId" clId="{49CCD4F9-177C-4270-9A14-60236FF377E8}" dt="2026-04-08T02:50:48.191" v="6709" actId="164"/>
          <ac:grpSpMkLst>
            <pc:docMk/>
            <pc:sldMk cId="3949537576" sldId="296"/>
            <ac:grpSpMk id="113" creationId="{7A993EB4-D5F3-DEC1-05EC-17461FB623D7}"/>
          </ac:grpSpMkLst>
        </pc:grpChg>
        <pc:grpChg chg="del">
          <ac:chgData name="昕 许" userId="a2975fcd840abfc3" providerId="LiveId" clId="{49CCD4F9-177C-4270-9A14-60236FF377E8}" dt="2026-04-08T02:50:19.149" v="6696" actId="478"/>
          <ac:grpSpMkLst>
            <pc:docMk/>
            <pc:sldMk cId="3949537576" sldId="296"/>
            <ac:grpSpMk id="115" creationId="{16F44D2E-1A29-0DA7-128F-008ABB8A895C}"/>
          </ac:grpSpMkLst>
        </pc:grpChg>
        <pc:grpChg chg="add mod">
          <ac:chgData name="昕 许" userId="a2975fcd840abfc3" providerId="LiveId" clId="{49CCD4F9-177C-4270-9A14-60236FF377E8}" dt="2026-04-08T02:51:24.699" v="6779" actId="1035"/>
          <ac:grpSpMkLst>
            <pc:docMk/>
            <pc:sldMk cId="3949537576" sldId="296"/>
            <ac:grpSpMk id="124" creationId="{7EF76028-ABA6-FAFF-357A-C4DD91F90F8C}"/>
          </ac:grpSpMkLst>
        </pc:grpChg>
        <pc:grpChg chg="add del mod">
          <ac:chgData name="昕 许" userId="a2975fcd840abfc3" providerId="LiveId" clId="{49CCD4F9-177C-4270-9A14-60236FF377E8}" dt="2026-04-08T02:51:40.061" v="6792" actId="165"/>
          <ac:grpSpMkLst>
            <pc:docMk/>
            <pc:sldMk cId="3949537576" sldId="296"/>
            <ac:grpSpMk id="126" creationId="{4F51B154-A504-3426-0A87-627B87CF82E3}"/>
          </ac:grpSpMkLst>
        </pc:grpChg>
        <pc:grpChg chg="mod topLvl">
          <ac:chgData name="昕 许" userId="a2975fcd840abfc3" providerId="LiveId" clId="{49CCD4F9-177C-4270-9A14-60236FF377E8}" dt="2026-04-08T02:51:54.481" v="6794" actId="1076"/>
          <ac:grpSpMkLst>
            <pc:docMk/>
            <pc:sldMk cId="3949537576" sldId="296"/>
            <ac:grpSpMk id="127" creationId="{A15259C5-A17D-5DBC-9678-13DFDA0F1949}"/>
          </ac:grpSpMkLst>
        </pc:grpChg>
        <pc:grpChg chg="del mod">
          <ac:chgData name="昕 许" userId="a2975fcd840abfc3" providerId="LiveId" clId="{49CCD4F9-177C-4270-9A14-60236FF377E8}" dt="2026-04-08T02:51:31.707" v="6788" actId="478"/>
          <ac:grpSpMkLst>
            <pc:docMk/>
            <pc:sldMk cId="3949537576" sldId="296"/>
            <ac:grpSpMk id="128" creationId="{8259644D-F97C-0F2F-3680-A8B772698C02}"/>
          </ac:grpSpMkLst>
        </pc:grpChg>
        <pc:grpChg chg="add mod">
          <ac:chgData name="昕 许" userId="a2975fcd840abfc3" providerId="LiveId" clId="{49CCD4F9-177C-4270-9A14-60236FF377E8}" dt="2026-04-08T02:52:02.965" v="6797" actId="1076"/>
          <ac:grpSpMkLst>
            <pc:docMk/>
            <pc:sldMk cId="3949537576" sldId="296"/>
            <ac:grpSpMk id="134" creationId="{7E65DD75-4EDC-6D99-A01F-CB8FFD8F3FEB}"/>
          </ac:grpSpMkLst>
        </pc:grpChg>
        <pc:grpChg chg="del mod">
          <ac:chgData name="昕 许" userId="a2975fcd840abfc3" providerId="LiveId" clId="{49CCD4F9-177C-4270-9A14-60236FF377E8}" dt="2026-04-07T08:26:51.021" v="6083" actId="478"/>
          <ac:grpSpMkLst>
            <pc:docMk/>
            <pc:sldMk cId="3949537576" sldId="296"/>
            <ac:grpSpMk id="140" creationId="{FE416C43-08AF-A7DD-275F-3D30DD3CA036}"/>
          </ac:grpSpMkLst>
        </pc:grpChg>
        <pc:grpChg chg="add mod">
          <ac:chgData name="昕 许" userId="a2975fcd840abfc3" providerId="LiveId" clId="{49CCD4F9-177C-4270-9A14-60236FF377E8}" dt="2026-04-08T02:55:47.760" v="6871" actId="20577"/>
          <ac:grpSpMkLst>
            <pc:docMk/>
            <pc:sldMk cId="3949537576" sldId="296"/>
            <ac:grpSpMk id="152" creationId="{EDFF5D89-AF73-D372-CBB2-3BAC004DC621}"/>
          </ac:grpSpMkLst>
        </pc:grpChg>
        <pc:grpChg chg="add mod">
          <ac:chgData name="昕 许" userId="a2975fcd840abfc3" providerId="LiveId" clId="{49CCD4F9-177C-4270-9A14-60236FF377E8}" dt="2026-04-08T02:55:56.887" v="6877" actId="20577"/>
          <ac:grpSpMkLst>
            <pc:docMk/>
            <pc:sldMk cId="3949537576" sldId="296"/>
            <ac:grpSpMk id="153" creationId="{F58C131C-87EB-FC13-EA71-BC6CD391837B}"/>
          </ac:grpSpMkLst>
        </pc:grpChg>
        <pc:grpChg chg="add del mod">
          <ac:chgData name="昕 许" userId="a2975fcd840abfc3" providerId="LiveId" clId="{49CCD4F9-177C-4270-9A14-60236FF377E8}" dt="2026-04-07T08:26:51.021" v="6083" actId="478"/>
          <ac:grpSpMkLst>
            <pc:docMk/>
            <pc:sldMk cId="3949537576" sldId="296"/>
            <ac:grpSpMk id="175" creationId="{C96A7C4E-59A7-7DBE-94A9-88C215125A08}"/>
          </ac:grpSpMkLst>
        </pc:grpChg>
        <pc:picChg chg="add del mod">
          <ac:chgData name="昕 许" userId="a2975fcd840abfc3" providerId="LiveId" clId="{49CCD4F9-177C-4270-9A14-60236FF377E8}" dt="2026-04-08T02:22:52.545" v="6593" actId="478"/>
          <ac:picMkLst>
            <pc:docMk/>
            <pc:sldMk cId="3949537576" sldId="296"/>
            <ac:picMk id="46" creationId="{8D959FEB-B4CF-E62B-042F-B5CE0900695E}"/>
          </ac:picMkLst>
        </pc:picChg>
        <pc:cxnChg chg="add del mod">
          <ac:chgData name="昕 许" userId="a2975fcd840abfc3" providerId="LiveId" clId="{49CCD4F9-177C-4270-9A14-60236FF377E8}" dt="2026-04-07T04:44:02.564" v="5836" actId="11529"/>
          <ac:cxnSpMkLst>
            <pc:docMk/>
            <pc:sldMk cId="3949537576" sldId="296"/>
            <ac:cxnSpMk id="67" creationId="{887D450A-0367-C53E-3F67-40CC9CA69D2C}"/>
          </ac:cxnSpMkLst>
        </pc:cxnChg>
        <pc:cxnChg chg="add del mod">
          <ac:chgData name="昕 许" userId="a2975fcd840abfc3" providerId="LiveId" clId="{49CCD4F9-177C-4270-9A14-60236FF377E8}" dt="2026-04-07T08:26:46.095" v="6082" actId="478"/>
          <ac:cxnSpMkLst>
            <pc:docMk/>
            <pc:sldMk cId="3949537576" sldId="296"/>
            <ac:cxnSpMk id="70" creationId="{CD28F398-0335-4BEA-EBA3-C08370442A7A}"/>
          </ac:cxnSpMkLst>
        </pc:cxnChg>
        <pc:cxnChg chg="add del mod">
          <ac:chgData name="昕 许" userId="a2975fcd840abfc3" providerId="LiveId" clId="{49CCD4F9-177C-4270-9A14-60236FF377E8}" dt="2026-04-07T08:26:45.122" v="6081" actId="478"/>
          <ac:cxnSpMkLst>
            <pc:docMk/>
            <pc:sldMk cId="3949537576" sldId="296"/>
            <ac:cxnSpMk id="71" creationId="{6D406E55-F78E-DBB7-5429-AC6D8D3C9932}"/>
          </ac:cxnSpMkLst>
        </pc:cxnChg>
        <pc:cxnChg chg="add del mod">
          <ac:chgData name="昕 许" userId="a2975fcd840abfc3" providerId="LiveId" clId="{49CCD4F9-177C-4270-9A14-60236FF377E8}" dt="2026-04-07T04:46:31.127" v="5872" actId="478"/>
          <ac:cxnSpMkLst>
            <pc:docMk/>
            <pc:sldMk cId="3949537576" sldId="296"/>
            <ac:cxnSpMk id="73" creationId="{4A2C2467-F5BC-A15D-D049-135C7E478C30}"/>
          </ac:cxnSpMkLst>
        </pc:cxnChg>
        <pc:cxnChg chg="add del mod">
          <ac:chgData name="昕 许" userId="a2975fcd840abfc3" providerId="LiveId" clId="{49CCD4F9-177C-4270-9A14-60236FF377E8}" dt="2026-04-07T04:46:30.147" v="5871" actId="478"/>
          <ac:cxnSpMkLst>
            <pc:docMk/>
            <pc:sldMk cId="3949537576" sldId="296"/>
            <ac:cxnSpMk id="76" creationId="{FCC4370F-BEED-12C5-0B8D-5EA15EEC54BA}"/>
          </ac:cxnSpMkLst>
        </pc:cxnChg>
        <pc:cxnChg chg="add del mod">
          <ac:chgData name="昕 许" userId="a2975fcd840abfc3" providerId="LiveId" clId="{49CCD4F9-177C-4270-9A14-60236FF377E8}" dt="2026-04-07T08:26:51.021" v="6083" actId="478"/>
          <ac:cxnSpMkLst>
            <pc:docMk/>
            <pc:sldMk cId="3949537576" sldId="296"/>
            <ac:cxnSpMk id="135" creationId="{A064CE53-6C4E-E261-485A-C22515BAA480}"/>
          </ac:cxnSpMkLst>
        </pc:cxnChg>
        <pc:cxnChg chg="add mod">
          <ac:chgData name="昕 许" userId="a2975fcd840abfc3" providerId="LiveId" clId="{49CCD4F9-177C-4270-9A14-60236FF377E8}" dt="2026-04-08T02:54:15.654" v="6833" actId="208"/>
          <ac:cxnSpMkLst>
            <pc:docMk/>
            <pc:sldMk cId="3949537576" sldId="296"/>
            <ac:cxnSpMk id="136" creationId="{9E7B66AE-C991-B337-7E74-0EB92E54817C}"/>
          </ac:cxnSpMkLst>
        </pc:cxnChg>
        <pc:cxnChg chg="add mod">
          <ac:chgData name="昕 许" userId="a2975fcd840abfc3" providerId="LiveId" clId="{49CCD4F9-177C-4270-9A14-60236FF377E8}" dt="2026-04-08T02:54:15.654" v="6833" actId="208"/>
          <ac:cxnSpMkLst>
            <pc:docMk/>
            <pc:sldMk cId="3949537576" sldId="296"/>
            <ac:cxnSpMk id="137" creationId="{364D2A02-E640-9ED5-1AA6-58856DD21395}"/>
          </ac:cxnSpMkLst>
        </pc:cxnChg>
        <pc:cxnChg chg="add del mod">
          <ac:chgData name="昕 许" userId="a2975fcd840abfc3" providerId="LiveId" clId="{49CCD4F9-177C-4270-9A14-60236FF377E8}" dt="2026-04-07T08:26:51.021" v="6083" actId="478"/>
          <ac:cxnSpMkLst>
            <pc:docMk/>
            <pc:sldMk cId="3949537576" sldId="296"/>
            <ac:cxnSpMk id="139" creationId="{D3EBDC8C-6E8B-5F9D-105C-D90BB0542238}"/>
          </ac:cxnSpMkLst>
        </pc:cxnChg>
        <pc:cxnChg chg="add mod">
          <ac:chgData name="昕 许" userId="a2975fcd840abfc3" providerId="LiveId" clId="{49CCD4F9-177C-4270-9A14-60236FF377E8}" dt="2026-04-08T02:54:15.654" v="6833" actId="208"/>
          <ac:cxnSpMkLst>
            <pc:docMk/>
            <pc:sldMk cId="3949537576" sldId="296"/>
            <ac:cxnSpMk id="140" creationId="{92EF0427-FA05-FCA5-EC49-7064049FB7E8}"/>
          </ac:cxnSpMkLst>
        </pc:cxnChg>
        <pc:cxnChg chg="add mod">
          <ac:chgData name="昕 许" userId="a2975fcd840abfc3" providerId="LiveId" clId="{49CCD4F9-177C-4270-9A14-60236FF377E8}" dt="2026-04-08T02:54:15.654" v="6833" actId="208"/>
          <ac:cxnSpMkLst>
            <pc:docMk/>
            <pc:sldMk cId="3949537576" sldId="296"/>
            <ac:cxnSpMk id="143" creationId="{8C456521-40AE-5192-C3AA-2B36F4593E24}"/>
          </ac:cxnSpMkLst>
        </pc:cxnChg>
        <pc:cxnChg chg="add mod">
          <ac:chgData name="昕 许" userId="a2975fcd840abfc3" providerId="LiveId" clId="{49CCD4F9-177C-4270-9A14-60236FF377E8}" dt="2026-04-08T02:54:19.363" v="6834" actId="208"/>
          <ac:cxnSpMkLst>
            <pc:docMk/>
            <pc:sldMk cId="3949537576" sldId="296"/>
            <ac:cxnSpMk id="146" creationId="{5A191705-37A4-6D26-8D45-20738179B4B2}"/>
          </ac:cxnSpMkLst>
        </pc:cxnChg>
        <pc:cxnChg chg="del mod">
          <ac:chgData name="昕 许" userId="a2975fcd840abfc3" providerId="LiveId" clId="{49CCD4F9-177C-4270-9A14-60236FF377E8}" dt="2026-04-07T04:47:08.262" v="5885" actId="478"/>
          <ac:cxnSpMkLst>
            <pc:docMk/>
            <pc:sldMk cId="3949537576" sldId="296"/>
            <ac:cxnSpMk id="166" creationId="{BA5FA8CE-6657-26A4-6118-A697F7F8CF6A}"/>
          </ac:cxnSpMkLst>
        </pc:cxnChg>
        <pc:cxnChg chg="del mod">
          <ac:chgData name="昕 许" userId="a2975fcd840abfc3" providerId="LiveId" clId="{49CCD4F9-177C-4270-9A14-60236FF377E8}" dt="2026-04-07T04:47:06.887" v="5884" actId="478"/>
          <ac:cxnSpMkLst>
            <pc:docMk/>
            <pc:sldMk cId="3949537576" sldId="296"/>
            <ac:cxnSpMk id="167" creationId="{847CBE17-B802-4C0D-0DDE-7C102EA1CBA3}"/>
          </ac:cxnSpMkLst>
        </pc:cxnChg>
        <pc:cxnChg chg="add del mod">
          <ac:chgData name="昕 许" userId="a2975fcd840abfc3" providerId="LiveId" clId="{49CCD4F9-177C-4270-9A14-60236FF377E8}" dt="2026-04-07T08:26:51.021" v="6083" actId="478"/>
          <ac:cxnSpMkLst>
            <pc:docMk/>
            <pc:sldMk cId="3949537576" sldId="296"/>
            <ac:cxnSpMk id="168" creationId="{8B984C80-C574-A153-D03D-98B127AE249E}"/>
          </ac:cxnSpMkLst>
        </pc:cxnChg>
        <pc:cxnChg chg="add del mod">
          <ac:chgData name="昕 许" userId="a2975fcd840abfc3" providerId="LiveId" clId="{49CCD4F9-177C-4270-9A14-60236FF377E8}" dt="2026-04-07T08:26:51.021" v="6083" actId="478"/>
          <ac:cxnSpMkLst>
            <pc:docMk/>
            <pc:sldMk cId="3949537576" sldId="296"/>
            <ac:cxnSpMk id="169" creationId="{E8E2B4C0-2445-D5B4-BE8C-8BD29CB2C225}"/>
          </ac:cxnSpMkLst>
        </pc:cxnChg>
        <pc:cxnChg chg="add del mod">
          <ac:chgData name="昕 许" userId="a2975fcd840abfc3" providerId="LiveId" clId="{49CCD4F9-177C-4270-9A14-60236FF377E8}" dt="2026-04-07T08:26:51.021" v="6083" actId="478"/>
          <ac:cxnSpMkLst>
            <pc:docMk/>
            <pc:sldMk cId="3949537576" sldId="296"/>
            <ac:cxnSpMk id="173" creationId="{52B2B75E-AD90-2056-40F9-1E41385955DF}"/>
          </ac:cxnSpMkLst>
        </pc:cxnChg>
        <pc:cxnChg chg="add del mod">
          <ac:chgData name="昕 许" userId="a2975fcd840abfc3" providerId="LiveId" clId="{49CCD4F9-177C-4270-9A14-60236FF377E8}" dt="2026-04-07T08:26:51.021" v="6083" actId="478"/>
          <ac:cxnSpMkLst>
            <pc:docMk/>
            <pc:sldMk cId="3949537576" sldId="296"/>
            <ac:cxnSpMk id="174" creationId="{E074A7CC-3FCC-A1DA-5362-3DAF4D0782AC}"/>
          </ac:cxnSpMkLst>
        </pc:cxnChg>
      </pc:sldChg>
      <pc:sldChg chg="addSp delSp modSp add mod">
        <pc:chgData name="昕 许" userId="a2975fcd840abfc3" providerId="LiveId" clId="{49CCD4F9-177C-4270-9A14-60236FF377E8}" dt="2026-04-08T04:23:56.721" v="7012" actId="1076"/>
        <pc:sldMkLst>
          <pc:docMk/>
          <pc:sldMk cId="3112887342" sldId="297"/>
        </pc:sldMkLst>
        <pc:spChg chg="mod">
          <ac:chgData name="昕 许" userId="a2975fcd840abfc3" providerId="LiveId" clId="{49CCD4F9-177C-4270-9A14-60236FF377E8}" dt="2026-04-07T05:10:01.626" v="5939"/>
          <ac:spMkLst>
            <pc:docMk/>
            <pc:sldMk cId="3112887342" sldId="297"/>
            <ac:spMk id="3" creationId="{A67D9297-FF8C-2EB9-EA6E-D973ECD2C15C}"/>
          </ac:spMkLst>
        </pc:spChg>
        <pc:spChg chg="mod">
          <ac:chgData name="昕 许" userId="a2975fcd840abfc3" providerId="LiveId" clId="{49CCD4F9-177C-4270-9A14-60236FF377E8}" dt="2026-04-08T04:03:39.857" v="6878"/>
          <ac:spMkLst>
            <pc:docMk/>
            <pc:sldMk cId="3112887342" sldId="297"/>
            <ac:spMk id="3" creationId="{B485268A-88B1-6D8D-408E-E18964292F72}"/>
          </ac:spMkLst>
        </pc:spChg>
        <pc:spChg chg="mod">
          <ac:chgData name="昕 许" userId="a2975fcd840abfc3" providerId="LiveId" clId="{49CCD4F9-177C-4270-9A14-60236FF377E8}" dt="2026-04-08T04:03:39.857" v="6878"/>
          <ac:spMkLst>
            <pc:docMk/>
            <pc:sldMk cId="3112887342" sldId="297"/>
            <ac:spMk id="4" creationId="{56799FCC-EBD9-3BC9-3D20-29F1420A98C4}"/>
          </ac:spMkLst>
        </pc:spChg>
        <pc:spChg chg="mod">
          <ac:chgData name="昕 许" userId="a2975fcd840abfc3" providerId="LiveId" clId="{49CCD4F9-177C-4270-9A14-60236FF377E8}" dt="2026-04-07T05:10:01.626" v="5939"/>
          <ac:spMkLst>
            <pc:docMk/>
            <pc:sldMk cId="3112887342" sldId="297"/>
            <ac:spMk id="5" creationId="{7601BA38-E9D7-EF3C-DEAE-65CDCC6A5456}"/>
          </ac:spMkLst>
        </pc:spChg>
        <pc:spChg chg="mod">
          <ac:chgData name="昕 许" userId="a2975fcd840abfc3" providerId="LiveId" clId="{49CCD4F9-177C-4270-9A14-60236FF377E8}" dt="2026-04-08T04:04:09.668" v="6899" actId="20577"/>
          <ac:spMkLst>
            <pc:docMk/>
            <pc:sldMk cId="3112887342" sldId="297"/>
            <ac:spMk id="6" creationId="{A1570740-D893-7256-C168-1D4F4B23E825}"/>
          </ac:spMkLst>
        </pc:spChg>
        <pc:spChg chg="mod">
          <ac:chgData name="昕 许" userId="a2975fcd840abfc3" providerId="LiveId" clId="{49CCD4F9-177C-4270-9A14-60236FF377E8}" dt="2026-04-08T04:04:13.274" v="6900" actId="1076"/>
          <ac:spMkLst>
            <pc:docMk/>
            <pc:sldMk cId="3112887342" sldId="297"/>
            <ac:spMk id="7" creationId="{CBBC024B-A6FF-8905-60D7-C279AE9BC7E4}"/>
          </ac:spMkLst>
        </pc:spChg>
        <pc:spChg chg="add del mod">
          <ac:chgData name="昕 许" userId="a2975fcd840abfc3" providerId="LiveId" clId="{49CCD4F9-177C-4270-9A14-60236FF377E8}" dt="2026-04-07T08:51:44.543" v="6359" actId="478"/>
          <ac:spMkLst>
            <pc:docMk/>
            <pc:sldMk cId="3112887342" sldId="297"/>
            <ac:spMk id="7" creationId="{E59191E5-4618-7A86-4403-2A0E47FEE1E8}"/>
          </ac:spMkLst>
        </pc:spChg>
        <pc:spChg chg="add del mod">
          <ac:chgData name="昕 许" userId="a2975fcd840abfc3" providerId="LiveId" clId="{49CCD4F9-177C-4270-9A14-60236FF377E8}" dt="2026-04-07T08:51:43.546" v="6358" actId="478"/>
          <ac:spMkLst>
            <pc:docMk/>
            <pc:sldMk cId="3112887342" sldId="297"/>
            <ac:spMk id="8" creationId="{581B92D9-6280-0686-6609-96117D5A45C4}"/>
          </ac:spMkLst>
        </pc:spChg>
        <pc:spChg chg="mod">
          <ac:chgData name="昕 许" userId="a2975fcd840abfc3" providerId="LiveId" clId="{49CCD4F9-177C-4270-9A14-60236FF377E8}" dt="2026-04-08T04:04:15.242" v="6901"/>
          <ac:spMkLst>
            <pc:docMk/>
            <pc:sldMk cId="3112887342" sldId="297"/>
            <ac:spMk id="9" creationId="{0FAECE9C-313B-FCC3-CF2C-E4F7745A855D}"/>
          </ac:spMkLst>
        </pc:spChg>
        <pc:spChg chg="mod">
          <ac:chgData name="昕 许" userId="a2975fcd840abfc3" providerId="LiveId" clId="{49CCD4F9-177C-4270-9A14-60236FF377E8}" dt="2026-04-08T04:04:15.242" v="6901"/>
          <ac:spMkLst>
            <pc:docMk/>
            <pc:sldMk cId="3112887342" sldId="297"/>
            <ac:spMk id="10" creationId="{57F2E8EA-6B4A-D7D5-B047-07D46794C261}"/>
          </ac:spMkLst>
        </pc:spChg>
        <pc:spChg chg="mod">
          <ac:chgData name="昕 许" userId="a2975fcd840abfc3" providerId="LiveId" clId="{49CCD4F9-177C-4270-9A14-60236FF377E8}" dt="2026-04-07T05:11:11.780" v="6026"/>
          <ac:spMkLst>
            <pc:docMk/>
            <pc:sldMk cId="3112887342" sldId="297"/>
            <ac:spMk id="11" creationId="{40A39F7F-8E24-0780-0033-3AF3F28272D3}"/>
          </ac:spMkLst>
        </pc:spChg>
        <pc:spChg chg="mod">
          <ac:chgData name="昕 许" userId="a2975fcd840abfc3" providerId="LiveId" clId="{49CCD4F9-177C-4270-9A14-60236FF377E8}" dt="2026-04-07T05:11:11.780" v="6026"/>
          <ac:spMkLst>
            <pc:docMk/>
            <pc:sldMk cId="3112887342" sldId="297"/>
            <ac:spMk id="12" creationId="{5F2E47E2-89C2-F459-27CE-98D0380C7F26}"/>
          </ac:spMkLst>
        </pc:spChg>
        <pc:spChg chg="mod">
          <ac:chgData name="昕 许" userId="a2975fcd840abfc3" providerId="LiveId" clId="{49CCD4F9-177C-4270-9A14-60236FF377E8}" dt="2026-04-08T04:04:25.445" v="6907" actId="20577"/>
          <ac:spMkLst>
            <pc:docMk/>
            <pc:sldMk cId="3112887342" sldId="297"/>
            <ac:spMk id="12" creationId="{F95AEE3C-2B78-0D26-E564-346EA2A9D2AC}"/>
          </ac:spMkLst>
        </pc:spChg>
        <pc:spChg chg="mod">
          <ac:chgData name="昕 许" userId="a2975fcd840abfc3" providerId="LiveId" clId="{49CCD4F9-177C-4270-9A14-60236FF377E8}" dt="2026-04-08T04:04:28.862" v="6908" actId="1076"/>
          <ac:spMkLst>
            <pc:docMk/>
            <pc:sldMk cId="3112887342" sldId="297"/>
            <ac:spMk id="13" creationId="{DF5020B4-05A4-0712-3EEA-7A38EA57A595}"/>
          </ac:spMkLst>
        </pc:spChg>
        <pc:spChg chg="mod">
          <ac:chgData name="昕 许" userId="a2975fcd840abfc3" providerId="LiveId" clId="{49CCD4F9-177C-4270-9A14-60236FF377E8}" dt="2026-04-07T05:11:11.780" v="6026"/>
          <ac:spMkLst>
            <pc:docMk/>
            <pc:sldMk cId="3112887342" sldId="297"/>
            <ac:spMk id="14" creationId="{6652079B-191D-8483-0736-070F2C91862C}"/>
          </ac:spMkLst>
        </pc:spChg>
        <pc:spChg chg="mod">
          <ac:chgData name="昕 许" userId="a2975fcd840abfc3" providerId="LiveId" clId="{49CCD4F9-177C-4270-9A14-60236FF377E8}" dt="2026-04-08T04:04:31.310" v="6909"/>
          <ac:spMkLst>
            <pc:docMk/>
            <pc:sldMk cId="3112887342" sldId="297"/>
            <ac:spMk id="15" creationId="{94AFF4AB-109D-67A4-8D5F-10D096868A29}"/>
          </ac:spMkLst>
        </pc:spChg>
        <pc:spChg chg="mod">
          <ac:chgData name="昕 许" userId="a2975fcd840abfc3" providerId="LiveId" clId="{49CCD4F9-177C-4270-9A14-60236FF377E8}" dt="2026-04-08T04:04:31.310" v="6909"/>
          <ac:spMkLst>
            <pc:docMk/>
            <pc:sldMk cId="3112887342" sldId="297"/>
            <ac:spMk id="16" creationId="{A9DD5041-1091-7E13-454D-BCE65D3D33A4}"/>
          </ac:spMkLst>
        </pc:spChg>
        <pc:spChg chg="mod">
          <ac:chgData name="昕 许" userId="a2975fcd840abfc3" providerId="LiveId" clId="{49CCD4F9-177C-4270-9A14-60236FF377E8}" dt="2026-04-08T04:04:59.099" v="6927" actId="1076"/>
          <ac:spMkLst>
            <pc:docMk/>
            <pc:sldMk cId="3112887342" sldId="297"/>
            <ac:spMk id="18" creationId="{0B6E362A-8C57-4721-B140-E66D9CD600CB}"/>
          </ac:spMkLst>
        </pc:spChg>
        <pc:spChg chg="mod">
          <ac:chgData name="昕 许" userId="a2975fcd840abfc3" providerId="LiveId" clId="{49CCD4F9-177C-4270-9A14-60236FF377E8}" dt="2026-04-07T05:12:04.376" v="6066" actId="207"/>
          <ac:spMkLst>
            <pc:docMk/>
            <pc:sldMk cId="3112887342" sldId="297"/>
            <ac:spMk id="19" creationId="{200CD7C7-BBD3-97EC-CC11-8E720094A580}"/>
          </ac:spMkLst>
        </pc:spChg>
        <pc:spChg chg="mod">
          <ac:chgData name="昕 许" userId="a2975fcd840abfc3" providerId="LiveId" clId="{49CCD4F9-177C-4270-9A14-60236FF377E8}" dt="2026-04-08T04:04:57.106" v="6925" actId="1076"/>
          <ac:spMkLst>
            <pc:docMk/>
            <pc:sldMk cId="3112887342" sldId="297"/>
            <ac:spMk id="19" creationId="{452BD1F1-BC6D-F35E-3A5F-0B62373AAF06}"/>
          </ac:spMkLst>
        </pc:spChg>
        <pc:spChg chg="mod">
          <ac:chgData name="昕 许" userId="a2975fcd840abfc3" providerId="LiveId" clId="{49CCD4F9-177C-4270-9A14-60236FF377E8}" dt="2026-04-07T05:11:11.780" v="6026"/>
          <ac:spMkLst>
            <pc:docMk/>
            <pc:sldMk cId="3112887342" sldId="297"/>
            <ac:spMk id="22" creationId="{C5A97258-BCBD-EC87-00FA-AB16E1899A51}"/>
          </ac:spMkLst>
        </pc:spChg>
        <pc:spChg chg="mod">
          <ac:chgData name="昕 许" userId="a2975fcd840abfc3" providerId="LiveId" clId="{49CCD4F9-177C-4270-9A14-60236FF377E8}" dt="2026-04-07T05:11:11.780" v="6026"/>
          <ac:spMkLst>
            <pc:docMk/>
            <pc:sldMk cId="3112887342" sldId="297"/>
            <ac:spMk id="23" creationId="{17385E3E-41A3-3FA9-90D4-FF17C6A82600}"/>
          </ac:spMkLst>
        </pc:spChg>
        <pc:spChg chg="mod">
          <ac:chgData name="昕 许" userId="a2975fcd840abfc3" providerId="LiveId" clId="{49CCD4F9-177C-4270-9A14-60236FF377E8}" dt="2026-04-08T04:05:27.530" v="6939"/>
          <ac:spMkLst>
            <pc:docMk/>
            <pc:sldMk cId="3112887342" sldId="297"/>
            <ac:spMk id="24" creationId="{A766DC74-0C27-3009-C6B5-EF807C8572ED}"/>
          </ac:spMkLst>
        </pc:spChg>
        <pc:spChg chg="mod">
          <ac:chgData name="昕 许" userId="a2975fcd840abfc3" providerId="LiveId" clId="{49CCD4F9-177C-4270-9A14-60236FF377E8}" dt="2026-04-08T04:05:27.530" v="6939"/>
          <ac:spMkLst>
            <pc:docMk/>
            <pc:sldMk cId="3112887342" sldId="297"/>
            <ac:spMk id="25" creationId="{61C5C29C-1CDC-5F1C-6AC5-1906F61F380C}"/>
          </ac:spMkLst>
        </pc:spChg>
        <pc:spChg chg="mod">
          <ac:chgData name="昕 许" userId="a2975fcd840abfc3" providerId="LiveId" clId="{49CCD4F9-177C-4270-9A14-60236FF377E8}" dt="2026-04-08T04:05:27.530" v="6939"/>
          <ac:spMkLst>
            <pc:docMk/>
            <pc:sldMk cId="3112887342" sldId="297"/>
            <ac:spMk id="27" creationId="{06B729C6-BB96-4D56-B4C5-2CE6A53D8A34}"/>
          </ac:spMkLst>
        </pc:spChg>
        <pc:spChg chg="mod">
          <ac:chgData name="昕 许" userId="a2975fcd840abfc3" providerId="LiveId" clId="{49CCD4F9-177C-4270-9A14-60236FF377E8}" dt="2026-04-08T04:05:27.530" v="6939"/>
          <ac:spMkLst>
            <pc:docMk/>
            <pc:sldMk cId="3112887342" sldId="297"/>
            <ac:spMk id="28" creationId="{E93734EA-F54C-CF1E-7DBC-019F75A7D985}"/>
          </ac:spMkLst>
        </pc:spChg>
        <pc:spChg chg="add del mod">
          <ac:chgData name="昕 许" userId="a2975fcd840abfc3" providerId="LiveId" clId="{49CCD4F9-177C-4270-9A14-60236FF377E8}" dt="2026-04-07T08:51:43.546" v="6358" actId="478"/>
          <ac:spMkLst>
            <pc:docMk/>
            <pc:sldMk cId="3112887342" sldId="297"/>
            <ac:spMk id="29" creationId="{463DEE1B-C51A-5548-F2B1-EE086F06115F}"/>
          </ac:spMkLst>
        </pc:spChg>
        <pc:spChg chg="mod">
          <ac:chgData name="昕 许" userId="a2975fcd840abfc3" providerId="LiveId" clId="{49CCD4F9-177C-4270-9A14-60236FF377E8}" dt="2026-04-08T04:05:27.530" v="6939"/>
          <ac:spMkLst>
            <pc:docMk/>
            <pc:sldMk cId="3112887342" sldId="297"/>
            <ac:spMk id="30" creationId="{8C5CA16D-FA79-94C4-3B6A-88E67EB86D4D}"/>
          </ac:spMkLst>
        </pc:spChg>
        <pc:spChg chg="mod">
          <ac:chgData name="昕 许" userId="a2975fcd840abfc3" providerId="LiveId" clId="{49CCD4F9-177C-4270-9A14-60236FF377E8}" dt="2026-04-08T04:05:27.530" v="6939"/>
          <ac:spMkLst>
            <pc:docMk/>
            <pc:sldMk cId="3112887342" sldId="297"/>
            <ac:spMk id="31" creationId="{EF95F519-49A0-78FF-2E68-F08F8887713D}"/>
          </ac:spMkLst>
        </pc:spChg>
        <pc:spChg chg="add del mod">
          <ac:chgData name="昕 许" userId="a2975fcd840abfc3" providerId="LiveId" clId="{49CCD4F9-177C-4270-9A14-60236FF377E8}" dt="2026-04-07T08:51:43.546" v="6358" actId="478"/>
          <ac:spMkLst>
            <pc:docMk/>
            <pc:sldMk cId="3112887342" sldId="297"/>
            <ac:spMk id="33" creationId="{923F2894-BDD7-D8C0-45F4-ADD4A845E9C2}"/>
          </ac:spMkLst>
        </pc:spChg>
        <pc:spChg chg="mod">
          <ac:chgData name="昕 许" userId="a2975fcd840abfc3" providerId="LiveId" clId="{49CCD4F9-177C-4270-9A14-60236FF377E8}" dt="2026-04-08T04:06:23.782" v="6942"/>
          <ac:spMkLst>
            <pc:docMk/>
            <pc:sldMk cId="3112887342" sldId="297"/>
            <ac:spMk id="35" creationId="{3E3B9B51-73E6-110D-1AB4-7AB8A59C90FC}"/>
          </ac:spMkLst>
        </pc:spChg>
        <pc:spChg chg="mod">
          <ac:chgData name="昕 许" userId="a2975fcd840abfc3" providerId="LiveId" clId="{49CCD4F9-177C-4270-9A14-60236FF377E8}" dt="2026-04-08T04:06:23.782" v="6942"/>
          <ac:spMkLst>
            <pc:docMk/>
            <pc:sldMk cId="3112887342" sldId="297"/>
            <ac:spMk id="36" creationId="{86C1941C-FD33-EDC6-C804-0C14A2AAE84E}"/>
          </ac:spMkLst>
        </pc:spChg>
        <pc:spChg chg="mod">
          <ac:chgData name="昕 许" userId="a2975fcd840abfc3" providerId="LiveId" clId="{49CCD4F9-177C-4270-9A14-60236FF377E8}" dt="2026-04-08T04:06:23.782" v="6942"/>
          <ac:spMkLst>
            <pc:docMk/>
            <pc:sldMk cId="3112887342" sldId="297"/>
            <ac:spMk id="38" creationId="{2DE39FDA-829A-7D14-4847-B0840590DA4B}"/>
          </ac:spMkLst>
        </pc:spChg>
        <pc:spChg chg="mod">
          <ac:chgData name="昕 许" userId="a2975fcd840abfc3" providerId="LiveId" clId="{49CCD4F9-177C-4270-9A14-60236FF377E8}" dt="2026-04-08T04:06:23.782" v="6942"/>
          <ac:spMkLst>
            <pc:docMk/>
            <pc:sldMk cId="3112887342" sldId="297"/>
            <ac:spMk id="39" creationId="{7AD1DE76-4DEE-B546-F6D3-3D680D80BC94}"/>
          </ac:spMkLst>
        </pc:spChg>
        <pc:spChg chg="mod">
          <ac:chgData name="昕 许" userId="a2975fcd840abfc3" providerId="LiveId" clId="{49CCD4F9-177C-4270-9A14-60236FF377E8}" dt="2026-04-07T05:12:06.983" v="6067" actId="207"/>
          <ac:spMkLst>
            <pc:docMk/>
            <pc:sldMk cId="3112887342" sldId="297"/>
            <ac:spMk id="40" creationId="{54D23A0B-93B7-D3CE-7463-B6F6546AD4A4}"/>
          </ac:spMkLst>
        </pc:spChg>
        <pc:spChg chg="mod">
          <ac:chgData name="昕 许" userId="a2975fcd840abfc3" providerId="LiveId" clId="{49CCD4F9-177C-4270-9A14-60236FF377E8}" dt="2026-04-08T04:06:33.511" v="6946" actId="20577"/>
          <ac:spMkLst>
            <pc:docMk/>
            <pc:sldMk cId="3112887342" sldId="297"/>
            <ac:spMk id="41" creationId="{25EAF4BE-E362-557A-4893-89713C14F45E}"/>
          </ac:spMkLst>
        </pc:spChg>
        <pc:spChg chg="mod">
          <ac:chgData name="昕 许" userId="a2975fcd840abfc3" providerId="LiveId" clId="{49CCD4F9-177C-4270-9A14-60236FF377E8}" dt="2026-04-08T04:07:30.399" v="6968" actId="1076"/>
          <ac:spMkLst>
            <pc:docMk/>
            <pc:sldMk cId="3112887342" sldId="297"/>
            <ac:spMk id="42" creationId="{B896B15D-0A8A-1EB3-2C88-D03E9798E4CB}"/>
          </ac:spMkLst>
        </pc:spChg>
        <pc:spChg chg="mod">
          <ac:chgData name="昕 许" userId="a2975fcd840abfc3" providerId="LiveId" clId="{49CCD4F9-177C-4270-9A14-60236FF377E8}" dt="2026-04-08T04:06:37.416" v="6948"/>
          <ac:spMkLst>
            <pc:docMk/>
            <pc:sldMk cId="3112887342" sldId="297"/>
            <ac:spMk id="46" creationId="{D54257DD-E3C5-BC31-11B0-A7E1A9D798EE}"/>
          </ac:spMkLst>
        </pc:spChg>
        <pc:spChg chg="mod">
          <ac:chgData name="昕 许" userId="a2975fcd840abfc3" providerId="LiveId" clId="{49CCD4F9-177C-4270-9A14-60236FF377E8}" dt="2026-04-08T04:06:37.416" v="6948"/>
          <ac:spMkLst>
            <pc:docMk/>
            <pc:sldMk cId="3112887342" sldId="297"/>
            <ac:spMk id="47" creationId="{39EE3B1D-E8A9-3066-3A96-CE541E32D540}"/>
          </ac:spMkLst>
        </pc:spChg>
        <pc:spChg chg="mod">
          <ac:chgData name="昕 许" userId="a2975fcd840abfc3" providerId="LiveId" clId="{49CCD4F9-177C-4270-9A14-60236FF377E8}" dt="2026-04-08T04:06:49.153" v="6954"/>
          <ac:spMkLst>
            <pc:docMk/>
            <pc:sldMk cId="3112887342" sldId="297"/>
            <ac:spMk id="53" creationId="{40288CD7-5076-3AC1-74B6-96C5AE0A30B0}"/>
          </ac:spMkLst>
        </pc:spChg>
        <pc:spChg chg="mod">
          <ac:chgData name="昕 许" userId="a2975fcd840abfc3" providerId="LiveId" clId="{49CCD4F9-177C-4270-9A14-60236FF377E8}" dt="2026-04-08T04:07:26.472" v="6965" actId="1076"/>
          <ac:spMkLst>
            <pc:docMk/>
            <pc:sldMk cId="3112887342" sldId="297"/>
            <ac:spMk id="54" creationId="{BCBDDA31-7C8E-BB85-DF2C-F75DDE9CED68}"/>
          </ac:spMkLst>
        </pc:spChg>
        <pc:spChg chg="mod">
          <ac:chgData name="昕 许" userId="a2975fcd840abfc3" providerId="LiveId" clId="{49CCD4F9-177C-4270-9A14-60236FF377E8}" dt="2026-04-08T04:06:53.264" v="6956"/>
          <ac:spMkLst>
            <pc:docMk/>
            <pc:sldMk cId="3112887342" sldId="297"/>
            <ac:spMk id="58" creationId="{B10FA02D-748D-7D2A-4FDD-2330386AC2AB}"/>
          </ac:spMkLst>
        </pc:spChg>
        <pc:spChg chg="mod">
          <ac:chgData name="昕 许" userId="a2975fcd840abfc3" providerId="LiveId" clId="{49CCD4F9-177C-4270-9A14-60236FF377E8}" dt="2026-04-08T04:07:24.636" v="6964" actId="1076"/>
          <ac:spMkLst>
            <pc:docMk/>
            <pc:sldMk cId="3112887342" sldId="297"/>
            <ac:spMk id="59" creationId="{2DD4FC53-62D0-0C47-F24D-95569C79D43A}"/>
          </ac:spMkLst>
        </pc:spChg>
        <pc:spChg chg="mod">
          <ac:chgData name="昕 许" userId="a2975fcd840abfc3" providerId="LiveId" clId="{49CCD4F9-177C-4270-9A14-60236FF377E8}" dt="2026-04-08T04:06:57.033" v="6958"/>
          <ac:spMkLst>
            <pc:docMk/>
            <pc:sldMk cId="3112887342" sldId="297"/>
            <ac:spMk id="63" creationId="{7F5A9412-B135-F0D9-6E5F-C813D8AA8746}"/>
          </ac:spMkLst>
        </pc:spChg>
        <pc:spChg chg="mod">
          <ac:chgData name="昕 许" userId="a2975fcd840abfc3" providerId="LiveId" clId="{49CCD4F9-177C-4270-9A14-60236FF377E8}" dt="2026-04-08T04:07:20.296" v="6963" actId="1076"/>
          <ac:spMkLst>
            <pc:docMk/>
            <pc:sldMk cId="3112887342" sldId="297"/>
            <ac:spMk id="64" creationId="{36D86E04-BB86-AEE6-39B0-C3F088EEB766}"/>
          </ac:spMkLst>
        </pc:spChg>
        <pc:spChg chg="add mod">
          <ac:chgData name="昕 许" userId="a2975fcd840abfc3" providerId="LiveId" clId="{49CCD4F9-177C-4270-9A14-60236FF377E8}" dt="2026-04-08T04:23:27.453" v="7005" actId="1076"/>
          <ac:spMkLst>
            <pc:docMk/>
            <pc:sldMk cId="3112887342" sldId="297"/>
            <ac:spMk id="65" creationId="{4303D7F6-1DCF-A163-462C-B5E151D091BA}"/>
          </ac:spMkLst>
        </pc:spChg>
        <pc:spChg chg="add mod">
          <ac:chgData name="昕 许" userId="a2975fcd840abfc3" providerId="LiveId" clId="{49CCD4F9-177C-4270-9A14-60236FF377E8}" dt="2026-04-08T04:22:45.360" v="7001" actId="14100"/>
          <ac:spMkLst>
            <pc:docMk/>
            <pc:sldMk cId="3112887342" sldId="297"/>
            <ac:spMk id="66" creationId="{379D0444-5732-9DD5-F5E6-A593E5669584}"/>
          </ac:spMkLst>
        </pc:spChg>
        <pc:spChg chg="add mod">
          <ac:chgData name="昕 许" userId="a2975fcd840abfc3" providerId="LiveId" clId="{49CCD4F9-177C-4270-9A14-60236FF377E8}" dt="2026-04-08T04:22:40.155" v="6999" actId="1076"/>
          <ac:spMkLst>
            <pc:docMk/>
            <pc:sldMk cId="3112887342" sldId="297"/>
            <ac:spMk id="67" creationId="{A9F7B202-9881-3E84-91DF-D794D58428C4}"/>
          </ac:spMkLst>
        </pc:spChg>
        <pc:spChg chg="mod">
          <ac:chgData name="昕 许" userId="a2975fcd840abfc3" providerId="LiveId" clId="{49CCD4F9-177C-4270-9A14-60236FF377E8}" dt="2026-04-08T04:23:14.552" v="7002"/>
          <ac:spMkLst>
            <pc:docMk/>
            <pc:sldMk cId="3112887342" sldId="297"/>
            <ac:spMk id="69" creationId="{746FD175-61E9-83BD-DD52-8E5056279D00}"/>
          </ac:spMkLst>
        </pc:spChg>
        <pc:spChg chg="mod">
          <ac:chgData name="昕 许" userId="a2975fcd840abfc3" providerId="LiveId" clId="{49CCD4F9-177C-4270-9A14-60236FF377E8}" dt="2026-04-08T04:23:14.552" v="7002"/>
          <ac:spMkLst>
            <pc:docMk/>
            <pc:sldMk cId="3112887342" sldId="297"/>
            <ac:spMk id="70" creationId="{96D15F2B-F7C4-8B12-351A-DB87B5ECE203}"/>
          </ac:spMkLst>
        </pc:spChg>
        <pc:spChg chg="mod">
          <ac:chgData name="昕 许" userId="a2975fcd840abfc3" providerId="LiveId" clId="{49CCD4F9-177C-4270-9A14-60236FF377E8}" dt="2026-04-08T04:23:14.552" v="7002"/>
          <ac:spMkLst>
            <pc:docMk/>
            <pc:sldMk cId="3112887342" sldId="297"/>
            <ac:spMk id="78" creationId="{E9836004-FA45-ED1B-35A8-D6489866D159}"/>
          </ac:spMkLst>
        </pc:spChg>
        <pc:spChg chg="mod">
          <ac:chgData name="昕 许" userId="a2975fcd840abfc3" providerId="LiveId" clId="{49CCD4F9-177C-4270-9A14-60236FF377E8}" dt="2026-04-08T04:23:14.552" v="7002"/>
          <ac:spMkLst>
            <pc:docMk/>
            <pc:sldMk cId="3112887342" sldId="297"/>
            <ac:spMk id="79" creationId="{3538370C-5A65-4D13-43AD-51DB35212B5F}"/>
          </ac:spMkLst>
        </pc:spChg>
        <pc:spChg chg="mod">
          <ac:chgData name="昕 许" userId="a2975fcd840abfc3" providerId="LiveId" clId="{49CCD4F9-177C-4270-9A14-60236FF377E8}" dt="2026-04-08T04:23:14.552" v="7002"/>
          <ac:spMkLst>
            <pc:docMk/>
            <pc:sldMk cId="3112887342" sldId="297"/>
            <ac:spMk id="83" creationId="{E9880424-84F5-CD38-11C0-9F73120D8B26}"/>
          </ac:spMkLst>
        </pc:spChg>
        <pc:spChg chg="mod">
          <ac:chgData name="昕 许" userId="a2975fcd840abfc3" providerId="LiveId" clId="{49CCD4F9-177C-4270-9A14-60236FF377E8}" dt="2026-04-07T08:51:59.101" v="6366" actId="20577"/>
          <ac:spMkLst>
            <pc:docMk/>
            <pc:sldMk cId="3112887342" sldId="297"/>
            <ac:spMk id="85" creationId="{3133B430-41F7-9915-FAC3-F3AB549F4308}"/>
          </ac:spMkLst>
        </pc:spChg>
        <pc:spChg chg="mod">
          <ac:chgData name="昕 许" userId="a2975fcd840abfc3" providerId="LiveId" clId="{49CCD4F9-177C-4270-9A14-60236FF377E8}" dt="2026-04-07T08:51:59.101" v="6366" actId="20577"/>
          <ac:spMkLst>
            <pc:docMk/>
            <pc:sldMk cId="3112887342" sldId="297"/>
            <ac:spMk id="86" creationId="{68478F13-589F-F6E7-2753-032779260512}"/>
          </ac:spMkLst>
        </pc:spChg>
        <pc:spChg chg="mod">
          <ac:chgData name="昕 许" userId="a2975fcd840abfc3" providerId="LiveId" clId="{49CCD4F9-177C-4270-9A14-60236FF377E8}" dt="2026-04-08T04:23:14.552" v="7002"/>
          <ac:spMkLst>
            <pc:docMk/>
            <pc:sldMk cId="3112887342" sldId="297"/>
            <ac:spMk id="87" creationId="{D1C288C5-5F6E-2200-1F91-332ECA11704E}"/>
          </ac:spMkLst>
        </pc:spChg>
        <pc:spChg chg="mod">
          <ac:chgData name="昕 许" userId="a2975fcd840abfc3" providerId="LiveId" clId="{49CCD4F9-177C-4270-9A14-60236FF377E8}" dt="2026-04-08T04:23:14.552" v="7002"/>
          <ac:spMkLst>
            <pc:docMk/>
            <pc:sldMk cId="3112887342" sldId="297"/>
            <ac:spMk id="91" creationId="{57404B7E-17A5-F374-0344-5DE51EF4BE03}"/>
          </ac:spMkLst>
        </pc:spChg>
        <pc:spChg chg="mod">
          <ac:chgData name="昕 许" userId="a2975fcd840abfc3" providerId="LiveId" clId="{49CCD4F9-177C-4270-9A14-60236FF377E8}" dt="2026-04-08T04:23:14.552" v="7002"/>
          <ac:spMkLst>
            <pc:docMk/>
            <pc:sldMk cId="3112887342" sldId="297"/>
            <ac:spMk id="92" creationId="{E24BFBC1-29A8-C9E4-9C30-2020AF2B1DB1}"/>
          </ac:spMkLst>
        </pc:spChg>
        <pc:spChg chg="mod">
          <ac:chgData name="昕 许" userId="a2975fcd840abfc3" providerId="LiveId" clId="{49CCD4F9-177C-4270-9A14-60236FF377E8}" dt="2026-04-08T04:23:14.552" v="7002"/>
          <ac:spMkLst>
            <pc:docMk/>
            <pc:sldMk cId="3112887342" sldId="297"/>
            <ac:spMk id="96" creationId="{469D5CA1-F238-7B2E-DF14-113468191594}"/>
          </ac:spMkLst>
        </pc:spChg>
        <pc:spChg chg="mod">
          <ac:chgData name="昕 许" userId="a2975fcd840abfc3" providerId="LiveId" clId="{49CCD4F9-177C-4270-9A14-60236FF377E8}" dt="2026-04-08T04:23:14.552" v="7002"/>
          <ac:spMkLst>
            <pc:docMk/>
            <pc:sldMk cId="3112887342" sldId="297"/>
            <ac:spMk id="97" creationId="{7A7F4AD2-FBDF-9DF6-FA95-A578F3AB7A93}"/>
          </ac:spMkLst>
        </pc:spChg>
        <pc:spChg chg="mod">
          <ac:chgData name="昕 许" userId="a2975fcd840abfc3" providerId="LiveId" clId="{49CCD4F9-177C-4270-9A14-60236FF377E8}" dt="2026-04-08T04:23:29.460" v="7006"/>
          <ac:spMkLst>
            <pc:docMk/>
            <pc:sldMk cId="3112887342" sldId="297"/>
            <ac:spMk id="99" creationId="{4547FB7A-1354-E2CA-5CB2-A73FB9C83013}"/>
          </ac:spMkLst>
        </pc:spChg>
        <pc:spChg chg="mod">
          <ac:chgData name="昕 许" userId="a2975fcd840abfc3" providerId="LiveId" clId="{49CCD4F9-177C-4270-9A14-60236FF377E8}" dt="2026-04-08T04:23:29.460" v="7006"/>
          <ac:spMkLst>
            <pc:docMk/>
            <pc:sldMk cId="3112887342" sldId="297"/>
            <ac:spMk id="100" creationId="{0C74FCAA-1384-DC06-F8B1-67530E98B8B1}"/>
          </ac:spMkLst>
        </pc:spChg>
        <pc:spChg chg="mod">
          <ac:chgData name="昕 许" userId="a2975fcd840abfc3" providerId="LiveId" clId="{49CCD4F9-177C-4270-9A14-60236FF377E8}" dt="2026-04-08T04:23:29.460" v="7006"/>
          <ac:spMkLst>
            <pc:docMk/>
            <pc:sldMk cId="3112887342" sldId="297"/>
            <ac:spMk id="102" creationId="{86E47E9F-3CA0-9C29-BC29-6F176AC69B23}"/>
          </ac:spMkLst>
        </pc:spChg>
        <pc:spChg chg="mod">
          <ac:chgData name="昕 许" userId="a2975fcd840abfc3" providerId="LiveId" clId="{49CCD4F9-177C-4270-9A14-60236FF377E8}" dt="2026-04-08T04:23:29.460" v="7006"/>
          <ac:spMkLst>
            <pc:docMk/>
            <pc:sldMk cId="3112887342" sldId="297"/>
            <ac:spMk id="103" creationId="{0F1B5299-EA35-3C84-2499-8CA038CE5163}"/>
          </ac:spMkLst>
        </pc:spChg>
        <pc:spChg chg="mod">
          <ac:chgData name="昕 许" userId="a2975fcd840abfc3" providerId="LiveId" clId="{49CCD4F9-177C-4270-9A14-60236FF377E8}" dt="2026-04-08T04:23:29.460" v="7006"/>
          <ac:spMkLst>
            <pc:docMk/>
            <pc:sldMk cId="3112887342" sldId="297"/>
            <ac:spMk id="109" creationId="{1E7FDFDC-50B9-4837-DCF8-FC13D5C86297}"/>
          </ac:spMkLst>
        </pc:spChg>
        <pc:spChg chg="mod">
          <ac:chgData name="昕 许" userId="a2975fcd840abfc3" providerId="LiveId" clId="{49CCD4F9-177C-4270-9A14-60236FF377E8}" dt="2026-04-08T04:23:29.460" v="7006"/>
          <ac:spMkLst>
            <pc:docMk/>
            <pc:sldMk cId="3112887342" sldId="297"/>
            <ac:spMk id="114" creationId="{08DF3FE1-501D-DF3C-DD08-D8DB1C9C9140}"/>
          </ac:spMkLst>
        </pc:spChg>
        <pc:spChg chg="mod">
          <ac:chgData name="昕 许" userId="a2975fcd840abfc3" providerId="LiveId" clId="{49CCD4F9-177C-4270-9A14-60236FF377E8}" dt="2026-04-08T04:23:29.460" v="7006"/>
          <ac:spMkLst>
            <pc:docMk/>
            <pc:sldMk cId="3112887342" sldId="297"/>
            <ac:spMk id="118" creationId="{010AC062-4985-32DE-ECA5-4AE086AC3B74}"/>
          </ac:spMkLst>
        </pc:spChg>
        <pc:spChg chg="mod">
          <ac:chgData name="昕 许" userId="a2975fcd840abfc3" providerId="LiveId" clId="{49CCD4F9-177C-4270-9A14-60236FF377E8}" dt="2026-04-08T04:23:29.460" v="7006"/>
          <ac:spMkLst>
            <pc:docMk/>
            <pc:sldMk cId="3112887342" sldId="297"/>
            <ac:spMk id="119" creationId="{C84A19EB-6E38-A583-3D59-5A6979FC610F}"/>
          </ac:spMkLst>
        </pc:spChg>
        <pc:spChg chg="mod">
          <ac:chgData name="昕 许" userId="a2975fcd840abfc3" providerId="LiveId" clId="{49CCD4F9-177C-4270-9A14-60236FF377E8}" dt="2026-04-08T04:23:29.460" v="7006"/>
          <ac:spMkLst>
            <pc:docMk/>
            <pc:sldMk cId="3112887342" sldId="297"/>
            <ac:spMk id="123" creationId="{0E863F3F-3D2B-2744-5843-0E4E92DD912A}"/>
          </ac:spMkLst>
        </pc:spChg>
        <pc:spChg chg="mod">
          <ac:chgData name="昕 许" userId="a2975fcd840abfc3" providerId="LiveId" clId="{49CCD4F9-177C-4270-9A14-60236FF377E8}" dt="2026-04-08T04:23:29.460" v="7006"/>
          <ac:spMkLst>
            <pc:docMk/>
            <pc:sldMk cId="3112887342" sldId="297"/>
            <ac:spMk id="124" creationId="{BC4DF220-F8ED-4872-CAFC-E410280F07F8}"/>
          </ac:spMkLst>
        </pc:spChg>
        <pc:spChg chg="del">
          <ac:chgData name="昕 许" userId="a2975fcd840abfc3" providerId="LiveId" clId="{49CCD4F9-177C-4270-9A14-60236FF377E8}" dt="2026-04-07T05:09:52.578" v="5937" actId="478"/>
          <ac:spMkLst>
            <pc:docMk/>
            <pc:sldMk cId="3112887342" sldId="297"/>
            <ac:spMk id="172" creationId="{C647EB7A-183C-296C-17C6-5BEFF578A14F}"/>
          </ac:spMkLst>
        </pc:spChg>
        <pc:grpChg chg="add mod">
          <ac:chgData name="昕 许" userId="a2975fcd840abfc3" providerId="LiveId" clId="{49CCD4F9-177C-4270-9A14-60236FF377E8}" dt="2026-04-08T04:03:39.857" v="6878"/>
          <ac:grpSpMkLst>
            <pc:docMk/>
            <pc:sldMk cId="3112887342" sldId="297"/>
            <ac:grpSpMk id="2" creationId="{23E211DE-DF00-C7E6-A968-B490218DF54E}"/>
          </ac:grpSpMkLst>
        </pc:grpChg>
        <pc:grpChg chg="add del mod">
          <ac:chgData name="昕 许" userId="a2975fcd840abfc3" providerId="LiveId" clId="{49CCD4F9-177C-4270-9A14-60236FF377E8}" dt="2026-04-07T08:51:49.615" v="6360" actId="478"/>
          <ac:grpSpMkLst>
            <pc:docMk/>
            <pc:sldMk cId="3112887342" sldId="297"/>
            <ac:grpSpMk id="2" creationId="{E5C31251-19FB-FA60-A46C-E606231AA39D}"/>
          </ac:grpSpMkLst>
        </pc:grpChg>
        <pc:grpChg chg="add mod">
          <ac:chgData name="昕 许" userId="a2975fcd840abfc3" providerId="LiveId" clId="{49CCD4F9-177C-4270-9A14-60236FF377E8}" dt="2026-04-08T04:05:08.232" v="6931" actId="1076"/>
          <ac:grpSpMkLst>
            <pc:docMk/>
            <pc:sldMk cId="3112887342" sldId="297"/>
            <ac:grpSpMk id="5" creationId="{F6702232-AE9C-1F1B-B475-A4F25EA960BB}"/>
          </ac:grpSpMkLst>
        </pc:grpChg>
        <pc:grpChg chg="add mod">
          <ac:chgData name="昕 许" userId="a2975fcd840abfc3" providerId="LiveId" clId="{49CCD4F9-177C-4270-9A14-60236FF377E8}" dt="2026-04-08T04:04:15.242" v="6901"/>
          <ac:grpSpMkLst>
            <pc:docMk/>
            <pc:sldMk cId="3112887342" sldId="297"/>
            <ac:grpSpMk id="8" creationId="{42A361BF-F461-9B1F-DFC7-F8FDD405DC2D}"/>
          </ac:grpSpMkLst>
        </pc:grpChg>
        <pc:grpChg chg="add del mod">
          <ac:chgData name="昕 许" userId="a2975fcd840abfc3" providerId="LiveId" clId="{49CCD4F9-177C-4270-9A14-60236FF377E8}" dt="2026-04-07T08:51:43.546" v="6358" actId="478"/>
          <ac:grpSpMkLst>
            <pc:docMk/>
            <pc:sldMk cId="3112887342" sldId="297"/>
            <ac:grpSpMk id="9" creationId="{BBF50116-C4E9-4A8B-2D35-0B067CAA5D55}"/>
          </ac:grpSpMkLst>
        </pc:grpChg>
        <pc:grpChg chg="add mod">
          <ac:chgData name="昕 许" userId="a2975fcd840abfc3" providerId="LiveId" clId="{49CCD4F9-177C-4270-9A14-60236FF377E8}" dt="2026-04-08T04:05:11.498" v="6932" actId="14100"/>
          <ac:grpSpMkLst>
            <pc:docMk/>
            <pc:sldMk cId="3112887342" sldId="297"/>
            <ac:grpSpMk id="11" creationId="{8D4F0625-8711-E81E-003D-2F1C42374803}"/>
          </ac:grpSpMkLst>
        </pc:grpChg>
        <pc:grpChg chg="add del mod">
          <ac:chgData name="昕 许" userId="a2975fcd840abfc3" providerId="LiveId" clId="{49CCD4F9-177C-4270-9A14-60236FF377E8}" dt="2026-04-07T08:51:43.546" v="6358" actId="478"/>
          <ac:grpSpMkLst>
            <pc:docMk/>
            <pc:sldMk cId="3112887342" sldId="297"/>
            <ac:grpSpMk id="13" creationId="{27530746-3669-1173-7AAE-DAC00770917E}"/>
          </ac:grpSpMkLst>
        </pc:grpChg>
        <pc:grpChg chg="add mod">
          <ac:chgData name="昕 许" userId="a2975fcd840abfc3" providerId="LiveId" clId="{49CCD4F9-177C-4270-9A14-60236FF377E8}" dt="2026-04-08T04:05:14.225" v="6933" actId="14100"/>
          <ac:grpSpMkLst>
            <pc:docMk/>
            <pc:sldMk cId="3112887342" sldId="297"/>
            <ac:grpSpMk id="14" creationId="{27CDC751-5EB2-851A-6CCC-1338620072C9}"/>
          </ac:grpSpMkLst>
        </pc:grpChg>
        <pc:grpChg chg="del">
          <ac:chgData name="昕 许" userId="a2975fcd840abfc3" providerId="LiveId" clId="{49CCD4F9-177C-4270-9A14-60236FF377E8}" dt="2026-04-07T05:09:52.578" v="5937" actId="478"/>
          <ac:grpSpMkLst>
            <pc:docMk/>
            <pc:sldMk cId="3112887342" sldId="297"/>
            <ac:grpSpMk id="15" creationId="{EE729A4B-D888-3B7A-E697-D7E84F708375}"/>
          </ac:grpSpMkLst>
        </pc:grpChg>
        <pc:grpChg chg="del">
          <ac:chgData name="昕 许" userId="a2975fcd840abfc3" providerId="LiveId" clId="{49CCD4F9-177C-4270-9A14-60236FF377E8}" dt="2026-04-07T05:09:52.578" v="5937" actId="478"/>
          <ac:grpSpMkLst>
            <pc:docMk/>
            <pc:sldMk cId="3112887342" sldId="297"/>
            <ac:grpSpMk id="16" creationId="{CBBFCD44-178D-5239-FF84-AD62431DB1B5}"/>
          </ac:grpSpMkLst>
        </pc:grpChg>
        <pc:grpChg chg="add mod">
          <ac:chgData name="昕 许" userId="a2975fcd840abfc3" providerId="LiveId" clId="{49CCD4F9-177C-4270-9A14-60236FF377E8}" dt="2026-04-08T04:05:02.224" v="6928" actId="1076"/>
          <ac:grpSpMkLst>
            <pc:docMk/>
            <pc:sldMk cId="3112887342" sldId="297"/>
            <ac:grpSpMk id="17" creationId="{A9623511-147E-3CDE-2777-EFEF4240D30E}"/>
          </ac:grpSpMkLst>
        </pc:grpChg>
        <pc:grpChg chg="add del mod">
          <ac:chgData name="昕 许" userId="a2975fcd840abfc3" providerId="LiveId" clId="{49CCD4F9-177C-4270-9A14-60236FF377E8}" dt="2026-04-07T08:51:43.546" v="6358" actId="478"/>
          <ac:grpSpMkLst>
            <pc:docMk/>
            <pc:sldMk cId="3112887342" sldId="297"/>
            <ac:grpSpMk id="21" creationId="{856A5321-EC81-0B62-C132-02AB9863264F}"/>
          </ac:grpSpMkLst>
        </pc:grpChg>
        <pc:grpChg chg="add del mod">
          <ac:chgData name="昕 许" userId="a2975fcd840abfc3" providerId="LiveId" clId="{49CCD4F9-177C-4270-9A14-60236FF377E8}" dt="2026-04-08T04:05:35.891" v="6941" actId="478"/>
          <ac:grpSpMkLst>
            <pc:docMk/>
            <pc:sldMk cId="3112887342" sldId="297"/>
            <ac:grpSpMk id="23" creationId="{5D4B4309-D005-53EE-E18F-7CE391FF18A1}"/>
          </ac:grpSpMkLst>
        </pc:grpChg>
        <pc:grpChg chg="del">
          <ac:chgData name="昕 许" userId="a2975fcd840abfc3" providerId="LiveId" clId="{49CCD4F9-177C-4270-9A14-60236FF377E8}" dt="2026-04-07T05:09:52.578" v="5937" actId="478"/>
          <ac:grpSpMkLst>
            <pc:docMk/>
            <pc:sldMk cId="3112887342" sldId="297"/>
            <ac:grpSpMk id="24" creationId="{4B198DD0-E449-AAB7-3CF8-80666B32B500}"/>
          </ac:grpSpMkLst>
        </pc:grpChg>
        <pc:grpChg chg="add del mod">
          <ac:chgData name="昕 许" userId="a2975fcd840abfc3" providerId="LiveId" clId="{49CCD4F9-177C-4270-9A14-60236FF377E8}" dt="2026-04-08T04:05:35.891" v="6941" actId="478"/>
          <ac:grpSpMkLst>
            <pc:docMk/>
            <pc:sldMk cId="3112887342" sldId="297"/>
            <ac:grpSpMk id="26" creationId="{6B2FF44A-E452-4837-524E-D295CE6DD5E2}"/>
          </ac:grpSpMkLst>
        </pc:grpChg>
        <pc:grpChg chg="del">
          <ac:chgData name="昕 许" userId="a2975fcd840abfc3" providerId="LiveId" clId="{49CCD4F9-177C-4270-9A14-60236FF377E8}" dt="2026-04-07T05:09:52.578" v="5937" actId="478"/>
          <ac:grpSpMkLst>
            <pc:docMk/>
            <pc:sldMk cId="3112887342" sldId="297"/>
            <ac:grpSpMk id="28" creationId="{A5B200AC-893A-7283-6578-EB8D194B050E}"/>
          </ac:grpSpMkLst>
        </pc:grpChg>
        <pc:grpChg chg="add del mod">
          <ac:chgData name="昕 许" userId="a2975fcd840abfc3" providerId="LiveId" clId="{49CCD4F9-177C-4270-9A14-60236FF377E8}" dt="2026-04-08T04:05:35.891" v="6941" actId="478"/>
          <ac:grpSpMkLst>
            <pc:docMk/>
            <pc:sldMk cId="3112887342" sldId="297"/>
            <ac:grpSpMk id="29" creationId="{17BCFFEA-7833-4291-1F58-3CF1F05693BC}"/>
          </ac:grpSpMkLst>
        </pc:grpChg>
        <pc:grpChg chg="del mod">
          <ac:chgData name="昕 许" userId="a2975fcd840abfc3" providerId="LiveId" clId="{49CCD4F9-177C-4270-9A14-60236FF377E8}" dt="2026-04-07T08:51:54.016" v="6361" actId="478"/>
          <ac:grpSpMkLst>
            <pc:docMk/>
            <pc:sldMk cId="3112887342" sldId="297"/>
            <ac:grpSpMk id="34" creationId="{587531EC-4D80-E2FB-8C6C-97C79519E5E9}"/>
          </ac:grpSpMkLst>
        </pc:grpChg>
        <pc:grpChg chg="add mod">
          <ac:chgData name="昕 许" userId="a2975fcd840abfc3" providerId="LiveId" clId="{49CCD4F9-177C-4270-9A14-60236FF377E8}" dt="2026-04-08T04:06:27.873" v="6943" actId="1076"/>
          <ac:grpSpMkLst>
            <pc:docMk/>
            <pc:sldMk cId="3112887342" sldId="297"/>
            <ac:grpSpMk id="34" creationId="{C0450DAE-849D-4898-C426-29E220E4241F}"/>
          </ac:grpSpMkLst>
        </pc:grpChg>
        <pc:grpChg chg="add mod">
          <ac:chgData name="昕 许" userId="a2975fcd840abfc3" providerId="LiveId" clId="{49CCD4F9-177C-4270-9A14-60236FF377E8}" dt="2026-04-08T04:06:27.873" v="6943" actId="1076"/>
          <ac:grpSpMkLst>
            <pc:docMk/>
            <pc:sldMk cId="3112887342" sldId="297"/>
            <ac:grpSpMk id="37" creationId="{7C230AC8-C175-2B65-717D-A57F59020AA7}"/>
          </ac:grpSpMkLst>
        </pc:grpChg>
        <pc:grpChg chg="del mod">
          <ac:chgData name="昕 许" userId="a2975fcd840abfc3" providerId="LiveId" clId="{49CCD4F9-177C-4270-9A14-60236FF377E8}" dt="2026-04-07T08:51:54.016" v="6361" actId="478"/>
          <ac:grpSpMkLst>
            <pc:docMk/>
            <pc:sldMk cId="3112887342" sldId="297"/>
            <ac:grpSpMk id="38" creationId="{795263B6-DCEB-7E2C-5330-417D265250A8}"/>
          </ac:grpSpMkLst>
        </pc:grpChg>
        <pc:grpChg chg="add mod">
          <ac:chgData name="昕 许" userId="a2975fcd840abfc3" providerId="LiveId" clId="{49CCD4F9-177C-4270-9A14-60236FF377E8}" dt="2026-04-08T04:06:48.479" v="6953" actId="164"/>
          <ac:grpSpMkLst>
            <pc:docMk/>
            <pc:sldMk cId="3112887342" sldId="297"/>
            <ac:grpSpMk id="40" creationId="{BFA0F8E2-67EC-9466-DBDA-83EDF9B4661A}"/>
          </ac:grpSpMkLst>
        </pc:grpChg>
        <pc:grpChg chg="del mod">
          <ac:chgData name="昕 许" userId="a2975fcd840abfc3" providerId="LiveId" clId="{49CCD4F9-177C-4270-9A14-60236FF377E8}" dt="2026-04-07T08:51:54.016" v="6361" actId="478"/>
          <ac:grpSpMkLst>
            <pc:docMk/>
            <pc:sldMk cId="3112887342" sldId="297"/>
            <ac:grpSpMk id="43" creationId="{1ADEBE83-D98C-85BD-0CED-527DC996FA7A}"/>
          </ac:grpSpMkLst>
        </pc:grpChg>
        <pc:grpChg chg="add del mod">
          <ac:chgData name="昕 许" userId="a2975fcd840abfc3" providerId="LiveId" clId="{49CCD4F9-177C-4270-9A14-60236FF377E8}" dt="2026-04-08T04:06:46.400" v="6952" actId="478"/>
          <ac:grpSpMkLst>
            <pc:docMk/>
            <pc:sldMk cId="3112887342" sldId="297"/>
            <ac:grpSpMk id="45" creationId="{945032C8-D366-9B87-3C47-D990BAF4799E}"/>
          </ac:grpSpMkLst>
        </pc:grpChg>
        <pc:grpChg chg="add mod">
          <ac:chgData name="昕 许" userId="a2975fcd840abfc3" providerId="LiveId" clId="{49CCD4F9-177C-4270-9A14-60236FF377E8}" dt="2026-04-08T04:07:07.396" v="6960" actId="14100"/>
          <ac:grpSpMkLst>
            <pc:docMk/>
            <pc:sldMk cId="3112887342" sldId="297"/>
            <ac:grpSpMk id="49" creationId="{145BF2D6-6428-BBD4-E49F-DE3F496FBA4E}"/>
          </ac:grpSpMkLst>
        </pc:grpChg>
        <pc:grpChg chg="del mod">
          <ac:chgData name="昕 许" userId="a2975fcd840abfc3" providerId="LiveId" clId="{49CCD4F9-177C-4270-9A14-60236FF377E8}" dt="2026-04-07T08:51:54.016" v="6361" actId="478"/>
          <ac:grpSpMkLst>
            <pc:docMk/>
            <pc:sldMk cId="3112887342" sldId="297"/>
            <ac:grpSpMk id="49" creationId="{39561128-1B5B-9E1C-308C-0DBE55A276D1}"/>
          </ac:grpSpMkLst>
        </pc:grpChg>
        <pc:grpChg chg="add mod">
          <ac:chgData name="昕 许" userId="a2975fcd840abfc3" providerId="LiveId" clId="{49CCD4F9-177C-4270-9A14-60236FF377E8}" dt="2026-04-08T04:07:17.339" v="6962" actId="1076"/>
          <ac:grpSpMkLst>
            <pc:docMk/>
            <pc:sldMk cId="3112887342" sldId="297"/>
            <ac:grpSpMk id="50" creationId="{A3A7A48D-E628-1CF7-795F-A713BD796CD1}"/>
          </ac:grpSpMkLst>
        </pc:grpChg>
        <pc:grpChg chg="mod">
          <ac:chgData name="昕 许" userId="a2975fcd840abfc3" providerId="LiveId" clId="{49CCD4F9-177C-4270-9A14-60236FF377E8}" dt="2026-04-08T04:06:49.153" v="6954"/>
          <ac:grpSpMkLst>
            <pc:docMk/>
            <pc:sldMk cId="3112887342" sldId="297"/>
            <ac:grpSpMk id="51" creationId="{1F2A503C-E441-AB10-3061-D461CD216BAF}"/>
          </ac:grpSpMkLst>
        </pc:grpChg>
        <pc:grpChg chg="add mod">
          <ac:chgData name="昕 许" userId="a2975fcd840abfc3" providerId="LiveId" clId="{49CCD4F9-177C-4270-9A14-60236FF377E8}" dt="2026-04-08T04:07:17.339" v="6962" actId="1076"/>
          <ac:grpSpMkLst>
            <pc:docMk/>
            <pc:sldMk cId="3112887342" sldId="297"/>
            <ac:grpSpMk id="55" creationId="{07109977-5CE1-D10A-8794-FECBCE7B29CB}"/>
          </ac:grpSpMkLst>
        </pc:grpChg>
        <pc:grpChg chg="mod">
          <ac:chgData name="昕 许" userId="a2975fcd840abfc3" providerId="LiveId" clId="{49CCD4F9-177C-4270-9A14-60236FF377E8}" dt="2026-04-08T04:06:53.264" v="6956"/>
          <ac:grpSpMkLst>
            <pc:docMk/>
            <pc:sldMk cId="3112887342" sldId="297"/>
            <ac:grpSpMk id="56" creationId="{60DA2C4F-FC55-6852-97E6-7FFF7EE86C19}"/>
          </ac:grpSpMkLst>
        </pc:grpChg>
        <pc:grpChg chg="add mod">
          <ac:chgData name="昕 许" userId="a2975fcd840abfc3" providerId="LiveId" clId="{49CCD4F9-177C-4270-9A14-60236FF377E8}" dt="2026-04-08T04:07:17.339" v="6962" actId="1076"/>
          <ac:grpSpMkLst>
            <pc:docMk/>
            <pc:sldMk cId="3112887342" sldId="297"/>
            <ac:grpSpMk id="60" creationId="{15FF0A4C-8DB9-C23F-E57A-5FD2485E0D1A}"/>
          </ac:grpSpMkLst>
        </pc:grpChg>
        <pc:grpChg chg="mod">
          <ac:chgData name="昕 许" userId="a2975fcd840abfc3" providerId="LiveId" clId="{49CCD4F9-177C-4270-9A14-60236FF377E8}" dt="2026-04-08T04:06:57.033" v="6958"/>
          <ac:grpSpMkLst>
            <pc:docMk/>
            <pc:sldMk cId="3112887342" sldId="297"/>
            <ac:grpSpMk id="61" creationId="{85811642-72B5-99CE-0CF9-C0DFD6B007EC}"/>
          </ac:grpSpMkLst>
        </pc:grpChg>
        <pc:grpChg chg="mod">
          <ac:chgData name="昕 许" userId="a2975fcd840abfc3" providerId="LiveId" clId="{49CCD4F9-177C-4270-9A14-60236FF377E8}" dt="2026-04-08T04:23:22.551" v="7004" actId="1076"/>
          <ac:grpSpMkLst>
            <pc:docMk/>
            <pc:sldMk cId="3112887342" sldId="297"/>
            <ac:grpSpMk id="68" creationId="{F68CBE71-0D52-20A9-AB5C-4B4BFE2DA790}"/>
          </ac:grpSpMkLst>
        </pc:grpChg>
        <pc:grpChg chg="mod">
          <ac:chgData name="昕 许" userId="a2975fcd840abfc3" providerId="LiveId" clId="{49CCD4F9-177C-4270-9A14-60236FF377E8}" dt="2026-04-08T04:23:22.551" v="7004" actId="1076"/>
          <ac:grpSpMkLst>
            <pc:docMk/>
            <pc:sldMk cId="3112887342" sldId="297"/>
            <ac:grpSpMk id="71" creationId="{748B4F42-E603-37AA-0712-7A9EDA275A76}"/>
          </ac:grpSpMkLst>
        </pc:grpChg>
        <pc:grpChg chg="mod">
          <ac:chgData name="昕 许" userId="a2975fcd840abfc3" providerId="LiveId" clId="{49CCD4F9-177C-4270-9A14-60236FF377E8}" dt="2026-04-08T04:23:22.551" v="7004" actId="1076"/>
          <ac:grpSpMkLst>
            <pc:docMk/>
            <pc:sldMk cId="3112887342" sldId="297"/>
            <ac:grpSpMk id="75" creationId="{12EE556D-7A8F-871F-9B6D-35D10F614A1E}"/>
          </ac:grpSpMkLst>
        </pc:grpChg>
        <pc:grpChg chg="del">
          <ac:chgData name="昕 许" userId="a2975fcd840abfc3" providerId="LiveId" clId="{49CCD4F9-177C-4270-9A14-60236FF377E8}" dt="2026-04-07T05:09:52.578" v="5937" actId="478"/>
          <ac:grpSpMkLst>
            <pc:docMk/>
            <pc:sldMk cId="3112887342" sldId="297"/>
            <ac:grpSpMk id="79" creationId="{C7031EAA-F1C1-568D-DB0D-E57F07DC183D}"/>
          </ac:grpSpMkLst>
        </pc:grpChg>
        <pc:grpChg chg="mod">
          <ac:chgData name="昕 许" userId="a2975fcd840abfc3" providerId="LiveId" clId="{49CCD4F9-177C-4270-9A14-60236FF377E8}" dt="2026-04-08T04:23:22.551" v="7004" actId="1076"/>
          <ac:grpSpMkLst>
            <pc:docMk/>
            <pc:sldMk cId="3112887342" sldId="297"/>
            <ac:grpSpMk id="80" creationId="{5E3A0D1A-059E-E989-2A6E-447A634E207C}"/>
          </ac:grpSpMkLst>
        </pc:grpChg>
        <pc:grpChg chg="del mod">
          <ac:chgData name="昕 许" userId="a2975fcd840abfc3" providerId="LiveId" clId="{49CCD4F9-177C-4270-9A14-60236FF377E8}" dt="2026-04-08T04:03:42.021" v="6879" actId="478"/>
          <ac:grpSpMkLst>
            <pc:docMk/>
            <pc:sldMk cId="3112887342" sldId="297"/>
            <ac:grpSpMk id="84" creationId="{8334FB7F-C0E9-F2B0-08D6-B8C6B893EDC0}"/>
          </ac:grpSpMkLst>
        </pc:grpChg>
        <pc:grpChg chg="mod">
          <ac:chgData name="昕 许" userId="a2975fcd840abfc3" providerId="LiveId" clId="{49CCD4F9-177C-4270-9A14-60236FF377E8}" dt="2026-04-08T04:23:22.551" v="7004" actId="1076"/>
          <ac:grpSpMkLst>
            <pc:docMk/>
            <pc:sldMk cId="3112887342" sldId="297"/>
            <ac:grpSpMk id="88" creationId="{2B129AE7-1C33-D47B-7959-1E2678B3C1FB}"/>
          </ac:grpSpMkLst>
        </pc:grpChg>
        <pc:grpChg chg="mod">
          <ac:chgData name="昕 许" userId="a2975fcd840abfc3" providerId="LiveId" clId="{49CCD4F9-177C-4270-9A14-60236FF377E8}" dt="2026-04-08T04:23:22.551" v="7004" actId="1076"/>
          <ac:grpSpMkLst>
            <pc:docMk/>
            <pc:sldMk cId="3112887342" sldId="297"/>
            <ac:grpSpMk id="93" creationId="{1ACFC660-2475-63C8-B10F-FA84E4E369CB}"/>
          </ac:grpSpMkLst>
        </pc:grpChg>
        <pc:grpChg chg="del">
          <ac:chgData name="昕 许" userId="a2975fcd840abfc3" providerId="LiveId" clId="{49CCD4F9-177C-4270-9A14-60236FF377E8}" dt="2026-04-07T05:09:52.578" v="5937" actId="478"/>
          <ac:grpSpMkLst>
            <pc:docMk/>
            <pc:sldMk cId="3112887342" sldId="297"/>
            <ac:grpSpMk id="97" creationId="{DD32C0F9-A76A-7925-022E-27792E9CC4B2}"/>
          </ac:grpSpMkLst>
        </pc:grpChg>
        <pc:grpChg chg="mod">
          <ac:chgData name="昕 许" userId="a2975fcd840abfc3" providerId="LiveId" clId="{49CCD4F9-177C-4270-9A14-60236FF377E8}" dt="2026-04-08T04:23:32.457" v="7007" actId="1076"/>
          <ac:grpSpMkLst>
            <pc:docMk/>
            <pc:sldMk cId="3112887342" sldId="297"/>
            <ac:grpSpMk id="98" creationId="{A3E3D642-2B73-8BB1-1CF7-883778666900}"/>
          </ac:grpSpMkLst>
        </pc:grpChg>
        <pc:grpChg chg="mod">
          <ac:chgData name="昕 许" userId="a2975fcd840abfc3" providerId="LiveId" clId="{49CCD4F9-177C-4270-9A14-60236FF377E8}" dt="2026-04-08T04:23:56.721" v="7012" actId="1076"/>
          <ac:grpSpMkLst>
            <pc:docMk/>
            <pc:sldMk cId="3112887342" sldId="297"/>
            <ac:grpSpMk id="101" creationId="{45BAD850-0E40-E04B-11B1-A7D2F819BC19}"/>
          </ac:grpSpMkLst>
        </pc:grpChg>
        <pc:grpChg chg="del mod">
          <ac:chgData name="昕 许" userId="a2975fcd840abfc3" providerId="LiveId" clId="{49CCD4F9-177C-4270-9A14-60236FF377E8}" dt="2026-04-07T08:51:49.615" v="6360" actId="478"/>
          <ac:grpSpMkLst>
            <pc:docMk/>
            <pc:sldMk cId="3112887342" sldId="297"/>
            <ac:grpSpMk id="101" creationId="{CB5D541B-BC9B-0252-C142-E5763C7FF8EC}"/>
          </ac:grpSpMkLst>
        </pc:grpChg>
        <pc:grpChg chg="mod">
          <ac:chgData name="昕 许" userId="a2975fcd840abfc3" providerId="LiveId" clId="{49CCD4F9-177C-4270-9A14-60236FF377E8}" dt="2026-04-08T04:23:47.958" v="7010" actId="1076"/>
          <ac:grpSpMkLst>
            <pc:docMk/>
            <pc:sldMk cId="3112887342" sldId="297"/>
            <ac:grpSpMk id="105" creationId="{6605A978-79B3-99F2-2548-8E583D2E79D7}"/>
          </ac:grpSpMkLst>
        </pc:grpChg>
        <pc:grpChg chg="mod">
          <ac:chgData name="昕 许" userId="a2975fcd840abfc3" providerId="LiveId" clId="{49CCD4F9-177C-4270-9A14-60236FF377E8}" dt="2026-04-08T04:23:47.958" v="7010" actId="1076"/>
          <ac:grpSpMkLst>
            <pc:docMk/>
            <pc:sldMk cId="3112887342" sldId="297"/>
            <ac:grpSpMk id="110" creationId="{8A021679-35BD-A258-05C1-0A6084628A43}"/>
          </ac:grpSpMkLst>
        </pc:grpChg>
        <pc:grpChg chg="del">
          <ac:chgData name="昕 许" userId="a2975fcd840abfc3" providerId="LiveId" clId="{49CCD4F9-177C-4270-9A14-60236FF377E8}" dt="2026-04-07T05:09:52.578" v="5937" actId="478"/>
          <ac:grpSpMkLst>
            <pc:docMk/>
            <pc:sldMk cId="3112887342" sldId="297"/>
            <ac:grpSpMk id="110" creationId="{BBF01C53-6DF4-468F-08AB-B0A11FC8652A}"/>
          </ac:grpSpMkLst>
        </pc:grpChg>
        <pc:grpChg chg="del">
          <ac:chgData name="昕 许" userId="a2975fcd840abfc3" providerId="LiveId" clId="{49CCD4F9-177C-4270-9A14-60236FF377E8}" dt="2026-04-07T05:09:52.578" v="5937" actId="478"/>
          <ac:grpSpMkLst>
            <pc:docMk/>
            <pc:sldMk cId="3112887342" sldId="297"/>
            <ac:grpSpMk id="111" creationId="{68D70901-9862-765C-0602-782C949098D3}"/>
          </ac:grpSpMkLst>
        </pc:grpChg>
        <pc:grpChg chg="mod">
          <ac:chgData name="昕 许" userId="a2975fcd840abfc3" providerId="LiveId" clId="{49CCD4F9-177C-4270-9A14-60236FF377E8}" dt="2026-04-08T04:23:47.958" v="7010" actId="1076"/>
          <ac:grpSpMkLst>
            <pc:docMk/>
            <pc:sldMk cId="3112887342" sldId="297"/>
            <ac:grpSpMk id="115" creationId="{F91FFE01-3BA9-D468-5149-89B9A918F7E4}"/>
          </ac:grpSpMkLst>
        </pc:grpChg>
        <pc:grpChg chg="mod">
          <ac:chgData name="昕 许" userId="a2975fcd840abfc3" providerId="LiveId" clId="{49CCD4F9-177C-4270-9A14-60236FF377E8}" dt="2026-04-08T04:23:47.958" v="7010" actId="1076"/>
          <ac:grpSpMkLst>
            <pc:docMk/>
            <pc:sldMk cId="3112887342" sldId="297"/>
            <ac:grpSpMk id="120" creationId="{5157FDB0-BE71-6D32-2943-83E59FF1C8CE}"/>
          </ac:grpSpMkLst>
        </pc:grpChg>
        <pc:grpChg chg="del">
          <ac:chgData name="昕 许" userId="a2975fcd840abfc3" providerId="LiveId" clId="{49CCD4F9-177C-4270-9A14-60236FF377E8}" dt="2026-04-07T05:09:52.578" v="5937" actId="478"/>
          <ac:grpSpMkLst>
            <pc:docMk/>
            <pc:sldMk cId="3112887342" sldId="297"/>
            <ac:grpSpMk id="140" creationId="{B36074A4-4E32-033C-CEAD-E87D15E2EC48}"/>
          </ac:grpSpMkLst>
        </pc:grpChg>
        <pc:cxnChg chg="add mod">
          <ac:chgData name="昕 许" userId="a2975fcd840abfc3" providerId="LiveId" clId="{49CCD4F9-177C-4270-9A14-60236FF377E8}" dt="2026-04-08T04:05:21.614" v="6936" actId="1076"/>
          <ac:cxnSpMkLst>
            <pc:docMk/>
            <pc:sldMk cId="3112887342" sldId="297"/>
            <ac:cxnSpMk id="20" creationId="{4BAC5239-7097-9A18-2B07-CD2D30A812AA}"/>
          </ac:cxnSpMkLst>
        </pc:cxnChg>
        <pc:cxnChg chg="add mod">
          <ac:chgData name="昕 许" userId="a2975fcd840abfc3" providerId="LiveId" clId="{49CCD4F9-177C-4270-9A14-60236FF377E8}" dt="2026-04-08T04:05:24.425" v="6938" actId="1076"/>
          <ac:cxnSpMkLst>
            <pc:docMk/>
            <pc:sldMk cId="3112887342" sldId="297"/>
            <ac:cxnSpMk id="22" creationId="{5A27B93D-014A-C39A-227E-4E8CCD2D7B23}"/>
          </ac:cxnSpMkLst>
        </pc:cxnChg>
        <pc:cxnChg chg="add del mod">
          <ac:chgData name="昕 许" userId="a2975fcd840abfc3" providerId="LiveId" clId="{49CCD4F9-177C-4270-9A14-60236FF377E8}" dt="2026-04-08T04:05:35.891" v="6941" actId="478"/>
          <ac:cxnSpMkLst>
            <pc:docMk/>
            <pc:sldMk cId="3112887342" sldId="297"/>
            <ac:cxnSpMk id="32" creationId="{7BA4116E-3923-0436-479F-1325A1AD4E18}"/>
          </ac:cxnSpMkLst>
        </pc:cxnChg>
        <pc:cxnChg chg="del mod">
          <ac:chgData name="昕 许" userId="a2975fcd840abfc3" providerId="LiveId" clId="{49CCD4F9-177C-4270-9A14-60236FF377E8}" dt="2026-04-08T04:05:35.891" v="6941" actId="478"/>
          <ac:cxnSpMkLst>
            <pc:docMk/>
            <pc:sldMk cId="3112887342" sldId="297"/>
            <ac:cxnSpMk id="33" creationId="{DE7F55FB-3DF5-4008-6D23-A637525AEAB1}"/>
          </ac:cxnSpMkLst>
        </pc:cxnChg>
        <pc:cxnChg chg="mod">
          <ac:chgData name="昕 许" userId="a2975fcd840abfc3" providerId="LiveId" clId="{49CCD4F9-177C-4270-9A14-60236FF377E8}" dt="2026-04-08T04:06:27.873" v="6943" actId="1076"/>
          <ac:cxnSpMkLst>
            <pc:docMk/>
            <pc:sldMk cId="3112887342" sldId="297"/>
            <ac:cxnSpMk id="43" creationId="{D46795A7-6F80-2F4F-F3E2-AC0F032B99DD}"/>
          </ac:cxnSpMkLst>
        </pc:cxnChg>
        <pc:cxnChg chg="add mod">
          <ac:chgData name="昕 许" userId="a2975fcd840abfc3" providerId="LiveId" clId="{49CCD4F9-177C-4270-9A14-60236FF377E8}" dt="2026-04-08T04:06:48.479" v="6953" actId="164"/>
          <ac:cxnSpMkLst>
            <pc:docMk/>
            <pc:sldMk cId="3112887342" sldId="297"/>
            <ac:cxnSpMk id="44" creationId="{B54F7B5A-E5B6-36A7-C974-A7772BDA60EA}"/>
          </ac:cxnSpMkLst>
        </pc:cxnChg>
        <pc:cxnChg chg="add del mod">
          <ac:chgData name="昕 许" userId="a2975fcd840abfc3" providerId="LiveId" clId="{49CCD4F9-177C-4270-9A14-60236FF377E8}" dt="2026-04-08T04:06:46.400" v="6952" actId="478"/>
          <ac:cxnSpMkLst>
            <pc:docMk/>
            <pc:sldMk cId="3112887342" sldId="297"/>
            <ac:cxnSpMk id="48" creationId="{5F95CE54-0381-74CD-0753-039DF0E2B585}"/>
          </ac:cxnSpMkLst>
        </pc:cxnChg>
        <pc:cxnChg chg="mod">
          <ac:chgData name="昕 许" userId="a2975fcd840abfc3" providerId="LiveId" clId="{49CCD4F9-177C-4270-9A14-60236FF377E8}" dt="2026-04-08T04:06:49.153" v="6954"/>
          <ac:cxnSpMkLst>
            <pc:docMk/>
            <pc:sldMk cId="3112887342" sldId="297"/>
            <ac:cxnSpMk id="52" creationId="{59FCF2C2-9544-0144-6E82-44D5F4F3B85D}"/>
          </ac:cxnSpMkLst>
        </pc:cxnChg>
        <pc:cxnChg chg="mod">
          <ac:chgData name="昕 许" userId="a2975fcd840abfc3" providerId="LiveId" clId="{49CCD4F9-177C-4270-9A14-60236FF377E8}" dt="2026-04-08T04:06:53.264" v="6956"/>
          <ac:cxnSpMkLst>
            <pc:docMk/>
            <pc:sldMk cId="3112887342" sldId="297"/>
            <ac:cxnSpMk id="57" creationId="{F2BB80F7-20BB-5411-3E12-4883B5156231}"/>
          </ac:cxnSpMkLst>
        </pc:cxnChg>
        <pc:cxnChg chg="mod">
          <ac:chgData name="昕 许" userId="a2975fcd840abfc3" providerId="LiveId" clId="{49CCD4F9-177C-4270-9A14-60236FF377E8}" dt="2026-04-08T04:06:57.033" v="6958"/>
          <ac:cxnSpMkLst>
            <pc:docMk/>
            <pc:sldMk cId="3112887342" sldId="297"/>
            <ac:cxnSpMk id="62" creationId="{F820084E-3A3C-CBB3-DEFB-0C67D8C36804}"/>
          </ac:cxnSpMkLst>
        </pc:cxnChg>
        <pc:cxnChg chg="del">
          <ac:chgData name="昕 许" userId="a2975fcd840abfc3" providerId="LiveId" clId="{49CCD4F9-177C-4270-9A14-60236FF377E8}" dt="2026-04-07T05:09:56.678" v="5938" actId="478"/>
          <ac:cxnSpMkLst>
            <pc:docMk/>
            <pc:sldMk cId="3112887342" sldId="297"/>
            <ac:cxnSpMk id="71" creationId="{0BE2B15D-5B72-4E22-0B85-5FA87F4D5E08}"/>
          </ac:cxnSpMkLst>
        </pc:cxnChg>
        <pc:cxnChg chg="mod">
          <ac:chgData name="昕 许" userId="a2975fcd840abfc3" providerId="LiveId" clId="{49CCD4F9-177C-4270-9A14-60236FF377E8}" dt="2026-04-08T04:23:22.551" v="7004" actId="1076"/>
          <ac:cxnSpMkLst>
            <pc:docMk/>
            <pc:sldMk cId="3112887342" sldId="297"/>
            <ac:cxnSpMk id="74" creationId="{999A3D83-EE74-5ED3-42F4-9B39E9C3E3FD}"/>
          </ac:cxnSpMkLst>
        </pc:cxnChg>
        <pc:cxnChg chg="mod">
          <ac:chgData name="昕 许" userId="a2975fcd840abfc3" providerId="LiveId" clId="{49CCD4F9-177C-4270-9A14-60236FF377E8}" dt="2026-04-08T04:23:53.134" v="7011" actId="1076"/>
          <ac:cxnSpMkLst>
            <pc:docMk/>
            <pc:sldMk cId="3112887342" sldId="297"/>
            <ac:cxnSpMk id="104" creationId="{D060FADB-3B74-ACF2-ACCE-27B0B7264688}"/>
          </ac:cxnSpMkLst>
        </pc:cxnChg>
      </pc:sldChg>
      <pc:sldChg chg="addSp delSp modSp add mod">
        <pc:chgData name="昕 许" userId="a2975fcd840abfc3" providerId="LiveId" clId="{49CCD4F9-177C-4270-9A14-60236FF377E8}" dt="2026-04-08T02:11:21.642" v="6386" actId="478"/>
        <pc:sldMkLst>
          <pc:docMk/>
          <pc:sldMk cId="592326987" sldId="298"/>
        </pc:sldMkLst>
        <pc:spChg chg="mod">
          <ac:chgData name="昕 许" userId="a2975fcd840abfc3" providerId="LiveId" clId="{49CCD4F9-177C-4270-9A14-60236FF377E8}" dt="2026-04-07T08:46:07.926" v="6177" actId="164"/>
          <ac:spMkLst>
            <pc:docMk/>
            <pc:sldMk cId="592326987" sldId="298"/>
            <ac:spMk id="2" creationId="{73395A97-87D6-5832-FC54-91CF93AA9D2B}"/>
          </ac:spMkLst>
        </pc:spChg>
        <pc:spChg chg="add del">
          <ac:chgData name="昕 许" userId="a2975fcd840abfc3" providerId="LiveId" clId="{49CCD4F9-177C-4270-9A14-60236FF377E8}" dt="2026-04-07T08:45:57.386" v="6175" actId="11529"/>
          <ac:spMkLst>
            <pc:docMk/>
            <pc:sldMk cId="592326987" sldId="298"/>
            <ac:spMk id="8" creationId="{00319BC1-595E-3C0A-92E3-4DB5DBE61F62}"/>
          </ac:spMkLst>
        </pc:spChg>
        <pc:spChg chg="add del mod">
          <ac:chgData name="昕 许" userId="a2975fcd840abfc3" providerId="LiveId" clId="{49CCD4F9-177C-4270-9A14-60236FF377E8}" dt="2026-04-08T02:11:21.642" v="6386" actId="478"/>
          <ac:spMkLst>
            <pc:docMk/>
            <pc:sldMk cId="592326987" sldId="298"/>
            <ac:spMk id="10" creationId="{881FAC05-3D8A-8367-4900-4CE873EA6068}"/>
          </ac:spMkLst>
        </pc:spChg>
        <pc:spChg chg="add mod">
          <ac:chgData name="昕 许" userId="a2975fcd840abfc3" providerId="LiveId" clId="{49CCD4F9-177C-4270-9A14-60236FF377E8}" dt="2026-04-07T08:48:35.279" v="6285" actId="113"/>
          <ac:spMkLst>
            <pc:docMk/>
            <pc:sldMk cId="592326987" sldId="298"/>
            <ac:spMk id="11" creationId="{79834299-B426-CEC2-A984-6F2622D9367A}"/>
          </ac:spMkLst>
        </pc:spChg>
        <pc:spChg chg="add mod">
          <ac:chgData name="昕 许" userId="a2975fcd840abfc3" providerId="LiveId" clId="{49CCD4F9-177C-4270-9A14-60236FF377E8}" dt="2026-04-07T08:51:05.262" v="6333" actId="1076"/>
          <ac:spMkLst>
            <pc:docMk/>
            <pc:sldMk cId="592326987" sldId="298"/>
            <ac:spMk id="15" creationId="{71E4DF62-4054-807E-AC9C-CF1B7B7DC93F}"/>
          </ac:spMkLst>
        </pc:spChg>
        <pc:spChg chg="add mod">
          <ac:chgData name="昕 许" userId="a2975fcd840abfc3" providerId="LiveId" clId="{49CCD4F9-177C-4270-9A14-60236FF377E8}" dt="2026-04-07T09:20:23.066" v="6383" actId="207"/>
          <ac:spMkLst>
            <pc:docMk/>
            <pc:sldMk cId="592326987" sldId="298"/>
            <ac:spMk id="16" creationId="{3B53BAB7-AB80-5C7D-B1E9-DBA76D3E8261}"/>
          </ac:spMkLst>
        </pc:spChg>
        <pc:spChg chg="add mod">
          <ac:chgData name="昕 许" userId="a2975fcd840abfc3" providerId="LiveId" clId="{49CCD4F9-177C-4270-9A14-60236FF377E8}" dt="2026-04-07T09:20:23.066" v="6383" actId="207"/>
          <ac:spMkLst>
            <pc:docMk/>
            <pc:sldMk cId="592326987" sldId="298"/>
            <ac:spMk id="17" creationId="{7F774452-B004-E85A-51A3-7D64BE585E2A}"/>
          </ac:spMkLst>
        </pc:spChg>
        <pc:spChg chg="add mod">
          <ac:chgData name="昕 许" userId="a2975fcd840abfc3" providerId="LiveId" clId="{49CCD4F9-177C-4270-9A14-60236FF377E8}" dt="2026-04-07T09:20:23.066" v="6383" actId="207"/>
          <ac:spMkLst>
            <pc:docMk/>
            <pc:sldMk cId="592326987" sldId="298"/>
            <ac:spMk id="18" creationId="{83A2B302-6196-E9C3-32B1-46A00EE0ABCF}"/>
          </ac:spMkLst>
        </pc:spChg>
        <pc:spChg chg="add del mod">
          <ac:chgData name="昕 许" userId="a2975fcd840abfc3" providerId="LiveId" clId="{49CCD4F9-177C-4270-9A14-60236FF377E8}" dt="2026-04-08T02:10:43.278" v="6384" actId="478"/>
          <ac:spMkLst>
            <pc:docMk/>
            <pc:sldMk cId="592326987" sldId="298"/>
            <ac:spMk id="20" creationId="{88B24D16-3ED4-CF44-39C0-39877C36E86C}"/>
          </ac:spMkLst>
        </pc:spChg>
        <pc:spChg chg="mod">
          <ac:chgData name="昕 许" userId="a2975fcd840abfc3" providerId="LiveId" clId="{49CCD4F9-177C-4270-9A14-60236FF377E8}" dt="2026-04-07T08:46:07.926" v="6177" actId="164"/>
          <ac:spMkLst>
            <pc:docMk/>
            <pc:sldMk cId="592326987" sldId="298"/>
            <ac:spMk id="23" creationId="{644378BC-25A5-CA8C-7B1B-65CEEF9A5097}"/>
          </ac:spMkLst>
        </pc:spChg>
        <pc:spChg chg="add mod">
          <ac:chgData name="昕 许" userId="a2975fcd840abfc3" providerId="LiveId" clId="{49CCD4F9-177C-4270-9A14-60236FF377E8}" dt="2026-04-07T08:51:03.187" v="6332" actId="1076"/>
          <ac:spMkLst>
            <pc:docMk/>
            <pc:sldMk cId="592326987" sldId="298"/>
            <ac:spMk id="24" creationId="{A873EE7F-9240-B03A-AAB4-555AAEEA13C1}"/>
          </ac:spMkLst>
        </pc:spChg>
        <pc:spChg chg="add mod">
          <ac:chgData name="昕 许" userId="a2975fcd840abfc3" providerId="LiveId" clId="{49CCD4F9-177C-4270-9A14-60236FF377E8}" dt="2026-04-07T08:50:59.485" v="6331" actId="1076"/>
          <ac:spMkLst>
            <pc:docMk/>
            <pc:sldMk cId="592326987" sldId="298"/>
            <ac:spMk id="25" creationId="{C8AD637C-DFBF-FC1D-C37E-6F8369CC332C}"/>
          </ac:spMkLst>
        </pc:spChg>
        <pc:spChg chg="add del mod">
          <ac:chgData name="昕 许" userId="a2975fcd840abfc3" providerId="LiveId" clId="{49CCD4F9-177C-4270-9A14-60236FF377E8}" dt="2026-04-08T02:10:43.278" v="6384" actId="478"/>
          <ac:spMkLst>
            <pc:docMk/>
            <pc:sldMk cId="592326987" sldId="298"/>
            <ac:spMk id="26" creationId="{FB05F845-C150-0B1F-A9D4-5C4F7DB2A5B7}"/>
          </ac:spMkLst>
        </pc:spChg>
        <pc:spChg chg="add mod">
          <ac:chgData name="昕 许" userId="a2975fcd840abfc3" providerId="LiveId" clId="{49CCD4F9-177C-4270-9A14-60236FF377E8}" dt="2026-04-07T09:20:18.460" v="6382" actId="207"/>
          <ac:spMkLst>
            <pc:docMk/>
            <pc:sldMk cId="592326987" sldId="298"/>
            <ac:spMk id="27" creationId="{5608A7A6-9AB1-A61C-84B4-837B89386C15}"/>
          </ac:spMkLst>
        </pc:spChg>
        <pc:grpChg chg="add mod">
          <ac:chgData name="昕 许" userId="a2975fcd840abfc3" providerId="LiveId" clId="{49CCD4F9-177C-4270-9A14-60236FF377E8}" dt="2026-04-07T08:46:11.412" v="6178" actId="1076"/>
          <ac:grpSpMkLst>
            <pc:docMk/>
            <pc:sldMk cId="592326987" sldId="298"/>
            <ac:grpSpMk id="9" creationId="{4E033417-01D0-A074-2412-EC2F3D8B7CC1}"/>
          </ac:grpSpMkLst>
        </pc:grpChg>
        <pc:grpChg chg="mod">
          <ac:chgData name="昕 许" userId="a2975fcd840abfc3" providerId="LiveId" clId="{49CCD4F9-177C-4270-9A14-60236FF377E8}" dt="2026-04-07T08:46:07.926" v="6177" actId="164"/>
          <ac:grpSpMkLst>
            <pc:docMk/>
            <pc:sldMk cId="592326987" sldId="298"/>
            <ac:grpSpMk id="12" creationId="{5DD7D334-C3C7-D096-A283-74D5A075AFA5}"/>
          </ac:grpSpMkLst>
        </pc:grpChg>
        <pc:grpChg chg="mod">
          <ac:chgData name="昕 许" userId="a2975fcd840abfc3" providerId="LiveId" clId="{49CCD4F9-177C-4270-9A14-60236FF377E8}" dt="2026-04-07T08:46:07.926" v="6177" actId="164"/>
          <ac:grpSpMkLst>
            <pc:docMk/>
            <pc:sldMk cId="592326987" sldId="298"/>
            <ac:grpSpMk id="19" creationId="{17E524B4-709C-B7B1-0881-B6B504B0EB24}"/>
          </ac:grpSpMkLst>
        </pc:grpChg>
        <pc:grpChg chg="mod">
          <ac:chgData name="昕 许" userId="a2975fcd840abfc3" providerId="LiveId" clId="{49CCD4F9-177C-4270-9A14-60236FF377E8}" dt="2026-04-07T08:46:07.926" v="6177" actId="164"/>
          <ac:grpSpMkLst>
            <pc:docMk/>
            <pc:sldMk cId="592326987" sldId="298"/>
            <ac:grpSpMk id="34" creationId="{59FCFECE-BF69-8DD5-3C35-2A2B7732CB69}"/>
          </ac:grpSpMkLst>
        </pc:grpChg>
        <pc:grpChg chg="mod">
          <ac:chgData name="昕 许" userId="a2975fcd840abfc3" providerId="LiveId" clId="{49CCD4F9-177C-4270-9A14-60236FF377E8}" dt="2026-04-07T08:46:07.926" v="6177" actId="164"/>
          <ac:grpSpMkLst>
            <pc:docMk/>
            <pc:sldMk cId="592326987" sldId="298"/>
            <ac:grpSpMk id="38" creationId="{3C7C9827-4B2B-3152-E90C-FF28243CB2DD}"/>
          </ac:grpSpMkLst>
        </pc:grpChg>
        <pc:grpChg chg="mod">
          <ac:chgData name="昕 许" userId="a2975fcd840abfc3" providerId="LiveId" clId="{49CCD4F9-177C-4270-9A14-60236FF377E8}" dt="2026-04-07T08:46:07.926" v="6177" actId="164"/>
          <ac:grpSpMkLst>
            <pc:docMk/>
            <pc:sldMk cId="592326987" sldId="298"/>
            <ac:grpSpMk id="42" creationId="{32EC77ED-DBB3-5ECF-E615-27B068A89FBB}"/>
          </ac:grpSpMkLst>
        </pc:grpChg>
        <pc:grpChg chg="mod">
          <ac:chgData name="昕 许" userId="a2975fcd840abfc3" providerId="LiveId" clId="{49CCD4F9-177C-4270-9A14-60236FF377E8}" dt="2026-04-07T08:46:07.926" v="6177" actId="164"/>
          <ac:grpSpMkLst>
            <pc:docMk/>
            <pc:sldMk cId="592326987" sldId="298"/>
            <ac:grpSpMk id="49" creationId="{892B2296-8D7F-BEA9-1689-0586062C6B2C}"/>
          </ac:grpSpMkLst>
        </pc:grpChg>
        <pc:grpChg chg="mod">
          <ac:chgData name="昕 许" userId="a2975fcd840abfc3" providerId="LiveId" clId="{49CCD4F9-177C-4270-9A14-60236FF377E8}" dt="2026-04-07T08:46:03.230" v="6176" actId="1076"/>
          <ac:grpSpMkLst>
            <pc:docMk/>
            <pc:sldMk cId="592326987" sldId="298"/>
            <ac:grpSpMk id="66" creationId="{976EB69E-5E0A-21F1-B747-E5E2BF452CF6}"/>
          </ac:grpSpMkLst>
        </pc:grpChg>
        <pc:cxnChg chg="add mod ord">
          <ac:chgData name="昕 许" userId="a2975fcd840abfc3" providerId="LiveId" clId="{49CCD4F9-177C-4270-9A14-60236FF377E8}" dt="2026-04-07T08:46:03.230" v="6176" actId="1076"/>
          <ac:cxnSpMkLst>
            <pc:docMk/>
            <pc:sldMk cId="592326987" sldId="298"/>
            <ac:cxnSpMk id="6" creationId="{AD5A7D0B-310C-D92F-E660-E105AC8622E3}"/>
          </ac:cxnSpMkLst>
        </pc:cxnChg>
      </pc:sldChg>
      <pc:sldChg chg="addSp delSp modSp add mod">
        <pc:chgData name="昕 许" userId="a2975fcd840abfc3" providerId="LiveId" clId="{49CCD4F9-177C-4270-9A14-60236FF377E8}" dt="2026-04-08T02:16:03.829" v="6539" actId="14100"/>
        <pc:sldMkLst>
          <pc:docMk/>
          <pc:sldMk cId="2087942255" sldId="299"/>
        </pc:sldMkLst>
        <pc:spChg chg="add mod">
          <ac:chgData name="昕 许" userId="a2975fcd840abfc3" providerId="LiveId" clId="{49CCD4F9-177C-4270-9A14-60236FF377E8}" dt="2026-04-08T02:14:28.408" v="6491" actId="164"/>
          <ac:spMkLst>
            <pc:docMk/>
            <pc:sldMk cId="2087942255" sldId="299"/>
            <ac:spMk id="4" creationId="{0459DF52-F3BC-9895-E7A5-87F7941D9165}"/>
          </ac:spMkLst>
        </pc:spChg>
        <pc:spChg chg="mod">
          <ac:chgData name="昕 许" userId="a2975fcd840abfc3" providerId="LiveId" clId="{49CCD4F9-177C-4270-9A14-60236FF377E8}" dt="2026-04-08T02:13:11.450" v="6428" actId="207"/>
          <ac:spMkLst>
            <pc:docMk/>
            <pc:sldMk cId="2087942255" sldId="299"/>
            <ac:spMk id="5" creationId="{A3E4FC68-31D0-CAEB-1C3E-5874BD9014EC}"/>
          </ac:spMkLst>
        </pc:spChg>
        <pc:spChg chg="mod">
          <ac:chgData name="昕 许" userId="a2975fcd840abfc3" providerId="LiveId" clId="{49CCD4F9-177C-4270-9A14-60236FF377E8}" dt="2026-04-08T02:13:11.450" v="6428" actId="207"/>
          <ac:spMkLst>
            <pc:docMk/>
            <pc:sldMk cId="2087942255" sldId="299"/>
            <ac:spMk id="7" creationId="{A53CCB03-81AF-2E11-2B14-7A344AC26D59}"/>
          </ac:spMkLst>
        </pc:spChg>
        <pc:spChg chg="del">
          <ac:chgData name="昕 许" userId="a2975fcd840abfc3" providerId="LiveId" clId="{49CCD4F9-177C-4270-9A14-60236FF377E8}" dt="2026-04-08T02:11:25.981" v="6388" actId="478"/>
          <ac:spMkLst>
            <pc:docMk/>
            <pc:sldMk cId="2087942255" sldId="299"/>
            <ac:spMk id="10" creationId="{A4FA7D0A-F0CC-FEAE-7DC0-23CA9D312AF9}"/>
          </ac:spMkLst>
        </pc:spChg>
        <pc:spChg chg="del">
          <ac:chgData name="昕 许" userId="a2975fcd840abfc3" providerId="LiveId" clId="{49CCD4F9-177C-4270-9A14-60236FF377E8}" dt="2026-04-08T02:11:32.202" v="6393" actId="478"/>
          <ac:spMkLst>
            <pc:docMk/>
            <pc:sldMk cId="2087942255" sldId="299"/>
            <ac:spMk id="11" creationId="{2F6FCFD8-9039-4576-7FF4-E4D0004A50B3}"/>
          </ac:spMkLst>
        </pc:spChg>
        <pc:spChg chg="del">
          <ac:chgData name="昕 许" userId="a2975fcd840abfc3" providerId="LiveId" clId="{49CCD4F9-177C-4270-9A14-60236FF377E8}" dt="2026-04-08T02:11:33.053" v="6394" actId="478"/>
          <ac:spMkLst>
            <pc:docMk/>
            <pc:sldMk cId="2087942255" sldId="299"/>
            <ac:spMk id="15" creationId="{B53FD777-0B80-9BD5-29EB-545988FDEB02}"/>
          </ac:spMkLst>
        </pc:spChg>
        <pc:spChg chg="del">
          <ac:chgData name="昕 许" userId="a2975fcd840abfc3" providerId="LiveId" clId="{49CCD4F9-177C-4270-9A14-60236FF377E8}" dt="2026-04-08T02:11:28.539" v="6390" actId="478"/>
          <ac:spMkLst>
            <pc:docMk/>
            <pc:sldMk cId="2087942255" sldId="299"/>
            <ac:spMk id="16" creationId="{92D91E60-B285-ABCA-20D8-597408129F61}"/>
          </ac:spMkLst>
        </pc:spChg>
        <pc:spChg chg="del">
          <ac:chgData name="昕 许" userId="a2975fcd840abfc3" providerId="LiveId" clId="{49CCD4F9-177C-4270-9A14-60236FF377E8}" dt="2026-04-08T02:11:29.449" v="6391" actId="478"/>
          <ac:spMkLst>
            <pc:docMk/>
            <pc:sldMk cId="2087942255" sldId="299"/>
            <ac:spMk id="17" creationId="{4099D0B0-10E8-D5C0-2340-9273B8F5476D}"/>
          </ac:spMkLst>
        </pc:spChg>
        <pc:spChg chg="del">
          <ac:chgData name="昕 许" userId="a2975fcd840abfc3" providerId="LiveId" clId="{49CCD4F9-177C-4270-9A14-60236FF377E8}" dt="2026-04-08T02:11:27.399" v="6389" actId="478"/>
          <ac:spMkLst>
            <pc:docMk/>
            <pc:sldMk cId="2087942255" sldId="299"/>
            <ac:spMk id="18" creationId="{49239926-4FC5-D699-5C6C-3EF3B80A32F7}"/>
          </ac:spMkLst>
        </pc:spChg>
        <pc:spChg chg="del">
          <ac:chgData name="昕 许" userId="a2975fcd840abfc3" providerId="LiveId" clId="{49CCD4F9-177C-4270-9A14-60236FF377E8}" dt="2026-04-08T02:11:30.613" v="6392" actId="478"/>
          <ac:spMkLst>
            <pc:docMk/>
            <pc:sldMk cId="2087942255" sldId="299"/>
            <ac:spMk id="24" creationId="{5AA77752-2BAA-C844-E862-97749C1D7DBD}"/>
          </ac:spMkLst>
        </pc:spChg>
        <pc:spChg chg="del">
          <ac:chgData name="昕 许" userId="a2975fcd840abfc3" providerId="LiveId" clId="{49CCD4F9-177C-4270-9A14-60236FF377E8}" dt="2026-04-08T02:11:30.613" v="6392" actId="478"/>
          <ac:spMkLst>
            <pc:docMk/>
            <pc:sldMk cId="2087942255" sldId="299"/>
            <ac:spMk id="25" creationId="{2CE52CA8-69EA-C40E-2E77-8F8C500F5D30}"/>
          </ac:spMkLst>
        </pc:spChg>
        <pc:spChg chg="del mod">
          <ac:chgData name="昕 许" userId="a2975fcd840abfc3" providerId="LiveId" clId="{49CCD4F9-177C-4270-9A14-60236FF377E8}" dt="2026-04-08T02:11:35.893" v="6397" actId="478"/>
          <ac:spMkLst>
            <pc:docMk/>
            <pc:sldMk cId="2087942255" sldId="299"/>
            <ac:spMk id="27" creationId="{432F8DA2-EC00-C19E-3D55-F39D25C615CD}"/>
          </ac:spMkLst>
        </pc:spChg>
        <pc:spChg chg="add mod">
          <ac:chgData name="昕 许" userId="a2975fcd840abfc3" providerId="LiveId" clId="{49CCD4F9-177C-4270-9A14-60236FF377E8}" dt="2026-04-08T02:13:49.211" v="6435" actId="1076"/>
          <ac:spMkLst>
            <pc:docMk/>
            <pc:sldMk cId="2087942255" sldId="299"/>
            <ac:spMk id="28" creationId="{1433307C-B519-F500-4C3D-C241FC14592E}"/>
          </ac:spMkLst>
        </pc:spChg>
        <pc:spChg chg="add mod">
          <ac:chgData name="昕 许" userId="a2975fcd840abfc3" providerId="LiveId" clId="{49CCD4F9-177C-4270-9A14-60236FF377E8}" dt="2026-04-08T02:15:27.593" v="6538" actId="1076"/>
          <ac:spMkLst>
            <pc:docMk/>
            <pc:sldMk cId="2087942255" sldId="299"/>
            <ac:spMk id="30" creationId="{3FEC2684-F8F6-77E5-8A0A-E358D6441BBD}"/>
          </ac:spMkLst>
        </pc:spChg>
        <pc:spChg chg="add mod">
          <ac:chgData name="昕 许" userId="a2975fcd840abfc3" providerId="LiveId" clId="{49CCD4F9-177C-4270-9A14-60236FF377E8}" dt="2026-04-08T02:14:34.074" v="6493" actId="208"/>
          <ac:spMkLst>
            <pc:docMk/>
            <pc:sldMk cId="2087942255" sldId="299"/>
            <ac:spMk id="31" creationId="{8990F44E-4BB4-D351-805C-97F3AA80C3CB}"/>
          </ac:spMkLst>
        </pc:spChg>
        <pc:spChg chg="mod">
          <ac:chgData name="昕 许" userId="a2975fcd840abfc3" providerId="LiveId" clId="{49CCD4F9-177C-4270-9A14-60236FF377E8}" dt="2026-04-08T02:13:11.450" v="6428" actId="207"/>
          <ac:spMkLst>
            <pc:docMk/>
            <pc:sldMk cId="2087942255" sldId="299"/>
            <ac:spMk id="33" creationId="{90B59C30-26D5-392E-D0EF-C88DFD86A887}"/>
          </ac:spMkLst>
        </pc:spChg>
        <pc:spChg chg="mod">
          <ac:chgData name="昕 许" userId="a2975fcd840abfc3" providerId="LiveId" clId="{49CCD4F9-177C-4270-9A14-60236FF377E8}" dt="2026-04-08T02:13:11.450" v="6428" actId="207"/>
          <ac:spMkLst>
            <pc:docMk/>
            <pc:sldMk cId="2087942255" sldId="299"/>
            <ac:spMk id="37" creationId="{7C16D5E4-3A07-7405-47DD-AA497363ECD8}"/>
          </ac:spMkLst>
        </pc:spChg>
        <pc:spChg chg="add del mod">
          <ac:chgData name="昕 许" userId="a2975fcd840abfc3" providerId="LiveId" clId="{49CCD4F9-177C-4270-9A14-60236FF377E8}" dt="2026-04-08T02:13:41.343" v="6433" actId="1076"/>
          <ac:spMkLst>
            <pc:docMk/>
            <pc:sldMk cId="2087942255" sldId="299"/>
            <ac:spMk id="41" creationId="{B3CFC016-6951-70B6-69FF-18978C9F632C}"/>
          </ac:spMkLst>
        </pc:spChg>
        <pc:spChg chg="add mod">
          <ac:chgData name="昕 许" userId="a2975fcd840abfc3" providerId="LiveId" clId="{49CCD4F9-177C-4270-9A14-60236FF377E8}" dt="2026-04-08T02:15:21.843" v="6525" actId="20577"/>
          <ac:spMkLst>
            <pc:docMk/>
            <pc:sldMk cId="2087942255" sldId="299"/>
            <ac:spMk id="43" creationId="{46966E59-216A-C3E2-FEB2-52C35C5F0D80}"/>
          </ac:spMkLst>
        </pc:spChg>
        <pc:spChg chg="mod">
          <ac:chgData name="昕 许" userId="a2975fcd840abfc3" providerId="LiveId" clId="{49CCD4F9-177C-4270-9A14-60236FF377E8}" dt="2026-04-08T02:13:11.450" v="6428" actId="207"/>
          <ac:spMkLst>
            <pc:docMk/>
            <pc:sldMk cId="2087942255" sldId="299"/>
            <ac:spMk id="50" creationId="{E6CB7FDD-DDF3-843B-0FB0-9D027FBD5B27}"/>
          </ac:spMkLst>
        </pc:spChg>
        <pc:spChg chg="mod">
          <ac:chgData name="昕 许" userId="a2975fcd840abfc3" providerId="LiveId" clId="{49CCD4F9-177C-4270-9A14-60236FF377E8}" dt="2026-04-08T02:13:11.450" v="6428" actId="207"/>
          <ac:spMkLst>
            <pc:docMk/>
            <pc:sldMk cId="2087942255" sldId="299"/>
            <ac:spMk id="53" creationId="{61B926F5-6E38-CC30-E4B3-9B97C99A383D}"/>
          </ac:spMkLst>
        </pc:spChg>
        <pc:spChg chg="mod">
          <ac:chgData name="昕 许" userId="a2975fcd840abfc3" providerId="LiveId" clId="{49CCD4F9-177C-4270-9A14-60236FF377E8}" dt="2026-04-08T02:13:11.450" v="6428" actId="207"/>
          <ac:spMkLst>
            <pc:docMk/>
            <pc:sldMk cId="2087942255" sldId="299"/>
            <ac:spMk id="67" creationId="{2CF31388-1CCB-A5B7-2089-3C98DCCC122D}"/>
          </ac:spMkLst>
        </pc:spChg>
        <pc:spChg chg="mod">
          <ac:chgData name="昕 许" userId="a2975fcd840abfc3" providerId="LiveId" clId="{49CCD4F9-177C-4270-9A14-60236FF377E8}" dt="2026-04-08T02:13:11.450" v="6428" actId="207"/>
          <ac:spMkLst>
            <pc:docMk/>
            <pc:sldMk cId="2087942255" sldId="299"/>
            <ac:spMk id="68" creationId="{673BEBC7-1246-3978-18E0-AE2095B41642}"/>
          </ac:spMkLst>
        </pc:spChg>
        <pc:grpChg chg="add del mod">
          <ac:chgData name="昕 许" userId="a2975fcd840abfc3" providerId="LiveId" clId="{49CCD4F9-177C-4270-9A14-60236FF377E8}" dt="2026-04-08T02:13:41.343" v="6433" actId="1076"/>
          <ac:grpSpMkLst>
            <pc:docMk/>
            <pc:sldMk cId="2087942255" sldId="299"/>
            <ac:grpSpMk id="3" creationId="{6393215C-73F5-D39B-47C8-F5E031F29CCC}"/>
          </ac:grpSpMkLst>
        </pc:grpChg>
        <pc:grpChg chg="add del mod">
          <ac:chgData name="昕 许" userId="a2975fcd840abfc3" providerId="LiveId" clId="{49CCD4F9-177C-4270-9A14-60236FF377E8}" dt="2026-04-08T02:13:41.343" v="6433" actId="1076"/>
          <ac:grpSpMkLst>
            <pc:docMk/>
            <pc:sldMk cId="2087942255" sldId="299"/>
            <ac:grpSpMk id="29" creationId="{94506944-F2C3-FF52-EC20-FD301A0BF142}"/>
          </ac:grpSpMkLst>
        </pc:grpChg>
        <pc:grpChg chg="add mod">
          <ac:chgData name="昕 许" userId="a2975fcd840abfc3" providerId="LiveId" clId="{49CCD4F9-177C-4270-9A14-60236FF377E8}" dt="2026-04-08T02:14:30.159" v="6492" actId="1076"/>
          <ac:grpSpMkLst>
            <pc:docMk/>
            <pc:sldMk cId="2087942255" sldId="299"/>
            <ac:grpSpMk id="32" creationId="{E255760D-13FE-FABC-1996-9E5A5389117C}"/>
          </ac:grpSpMkLst>
        </pc:grpChg>
        <pc:grpChg chg="add del mod">
          <ac:chgData name="昕 许" userId="a2975fcd840abfc3" providerId="LiveId" clId="{49CCD4F9-177C-4270-9A14-60236FF377E8}" dt="2026-04-08T02:13:41.343" v="6433" actId="1076"/>
          <ac:grpSpMkLst>
            <pc:docMk/>
            <pc:sldMk cId="2087942255" sldId="299"/>
            <ac:grpSpMk id="48" creationId="{F37A6A0A-886E-0DA6-6008-B5A091D9B858}"/>
          </ac:grpSpMkLst>
        </pc:grpChg>
        <pc:grpChg chg="add del mod">
          <ac:chgData name="昕 许" userId="a2975fcd840abfc3" providerId="LiveId" clId="{49CCD4F9-177C-4270-9A14-60236FF377E8}" dt="2026-04-08T02:14:53.421" v="6514" actId="1076"/>
          <ac:grpSpMkLst>
            <pc:docMk/>
            <pc:sldMk cId="2087942255" sldId="299"/>
            <ac:grpSpMk id="66" creationId="{F06FB169-EFD3-5D08-ED8D-7392275729E2}"/>
          </ac:grpSpMkLst>
        </pc:grpChg>
        <pc:cxnChg chg="del">
          <ac:chgData name="昕 许" userId="a2975fcd840abfc3" providerId="LiveId" clId="{49CCD4F9-177C-4270-9A14-60236FF377E8}" dt="2026-04-08T02:11:33.753" v="6395" actId="478"/>
          <ac:cxnSpMkLst>
            <pc:docMk/>
            <pc:sldMk cId="2087942255" sldId="299"/>
            <ac:cxnSpMk id="6" creationId="{AF47768D-F4A5-9ADB-FA3D-848836C88B52}"/>
          </ac:cxnSpMkLst>
        </pc:cxnChg>
        <pc:cxnChg chg="add mod">
          <ac:chgData name="昕 许" userId="a2975fcd840abfc3" providerId="LiveId" clId="{49CCD4F9-177C-4270-9A14-60236FF377E8}" dt="2026-04-08T02:16:03.829" v="6539" actId="14100"/>
          <ac:cxnSpMkLst>
            <pc:docMk/>
            <pc:sldMk cId="2087942255" sldId="299"/>
            <ac:cxnSpMk id="8" creationId="{B289958C-7B97-AF46-361A-45CCFC2DA484}"/>
          </ac:cxnSpMkLst>
        </pc:cxnChg>
      </pc:sldChg>
      <pc:sldChg chg="modSp add mod">
        <pc:chgData name="昕 许" userId="a2975fcd840abfc3" providerId="LiveId" clId="{49CCD4F9-177C-4270-9A14-60236FF377E8}" dt="2026-04-08T07:57:34.805" v="7286" actId="255"/>
        <pc:sldMkLst>
          <pc:docMk/>
          <pc:sldMk cId="1907695136" sldId="300"/>
        </pc:sldMkLst>
        <pc:spChg chg="mod">
          <ac:chgData name="昕 许" userId="a2975fcd840abfc3" providerId="LiveId" clId="{49CCD4F9-177C-4270-9A14-60236FF377E8}" dt="2026-04-08T07:57:34.805" v="7286" actId="255"/>
          <ac:spMkLst>
            <pc:docMk/>
            <pc:sldMk cId="1907695136" sldId="300"/>
            <ac:spMk id="65" creationId="{67277802-AA04-818A-C85D-4844BA02FDD3}"/>
          </ac:spMkLst>
        </pc:spChg>
      </pc:sldChg>
      <pc:sldChg chg="addSp delSp modSp add mod">
        <pc:chgData name="昕 许" userId="a2975fcd840abfc3" providerId="LiveId" clId="{49CCD4F9-177C-4270-9A14-60236FF377E8}" dt="2026-04-08T09:25:16.430" v="7360" actId="1076"/>
        <pc:sldMkLst>
          <pc:docMk/>
          <pc:sldMk cId="4085098542" sldId="301"/>
        </pc:sldMkLst>
        <pc:spChg chg="mod">
          <ac:chgData name="昕 许" userId="a2975fcd840abfc3" providerId="LiveId" clId="{49CCD4F9-177C-4270-9A14-60236FF377E8}" dt="2026-04-08T09:23:03.678" v="7303" actId="208"/>
          <ac:spMkLst>
            <pc:docMk/>
            <pc:sldMk cId="4085098542" sldId="301"/>
            <ac:spMk id="3" creationId="{A8AD7DAF-1225-5509-6164-8A802FF2AB33}"/>
          </ac:spMkLst>
        </pc:spChg>
        <pc:spChg chg="mod">
          <ac:chgData name="昕 许" userId="a2975fcd840abfc3" providerId="LiveId" clId="{49CCD4F9-177C-4270-9A14-60236FF377E8}" dt="2026-04-08T04:31:54.270" v="7028" actId="1076"/>
          <ac:spMkLst>
            <pc:docMk/>
            <pc:sldMk cId="4085098542" sldId="301"/>
            <ac:spMk id="4" creationId="{73552F1B-4010-7000-B651-7B8D13831AA3}"/>
          </ac:spMkLst>
        </pc:spChg>
        <pc:spChg chg="mod">
          <ac:chgData name="昕 许" userId="a2975fcd840abfc3" providerId="LiveId" clId="{49CCD4F9-177C-4270-9A14-60236FF377E8}" dt="2026-04-08T04:46:24.507" v="7278" actId="164"/>
          <ac:spMkLst>
            <pc:docMk/>
            <pc:sldMk cId="4085098542" sldId="301"/>
            <ac:spMk id="6" creationId="{3948A650-06F0-1D7E-B32C-8266EF3C69D4}"/>
          </ac:spMkLst>
        </pc:spChg>
        <pc:spChg chg="mod">
          <ac:chgData name="昕 许" userId="a2975fcd840abfc3" providerId="LiveId" clId="{49CCD4F9-177C-4270-9A14-60236FF377E8}" dt="2026-04-08T04:46:24.507" v="7278" actId="164"/>
          <ac:spMkLst>
            <pc:docMk/>
            <pc:sldMk cId="4085098542" sldId="301"/>
            <ac:spMk id="7" creationId="{D9DD427E-2E53-4BB4-8241-1D8ABF270A6B}"/>
          </ac:spMkLst>
        </pc:spChg>
        <pc:spChg chg="mod">
          <ac:chgData name="昕 许" userId="a2975fcd840abfc3" providerId="LiveId" clId="{49CCD4F9-177C-4270-9A14-60236FF377E8}" dt="2026-04-08T09:22:59.235" v="7302" actId="208"/>
          <ac:spMkLst>
            <pc:docMk/>
            <pc:sldMk cId="4085098542" sldId="301"/>
            <ac:spMk id="9" creationId="{217B5F0B-8773-BA14-34DA-A22561E6A109}"/>
          </ac:spMkLst>
        </pc:spChg>
        <pc:spChg chg="mod">
          <ac:chgData name="昕 许" userId="a2975fcd840abfc3" providerId="LiveId" clId="{49CCD4F9-177C-4270-9A14-60236FF377E8}" dt="2026-04-08T04:32:05.340" v="7037" actId="20577"/>
          <ac:spMkLst>
            <pc:docMk/>
            <pc:sldMk cId="4085098542" sldId="301"/>
            <ac:spMk id="10" creationId="{A53A4F57-0D79-8294-D323-F60EA3103A42}"/>
          </ac:spMkLst>
        </pc:spChg>
        <pc:spChg chg="add mod">
          <ac:chgData name="昕 许" userId="a2975fcd840abfc3" providerId="LiveId" clId="{49CCD4F9-177C-4270-9A14-60236FF377E8}" dt="2026-04-08T09:24:08.031" v="7326" actId="1076"/>
          <ac:spMkLst>
            <pc:docMk/>
            <pc:sldMk cId="4085098542" sldId="301"/>
            <ac:spMk id="11" creationId="{8CE9C8F6-CA1C-3A64-636A-5849B1D7BB79}"/>
          </ac:spMkLst>
        </pc:spChg>
        <pc:spChg chg="add mod">
          <ac:chgData name="昕 许" userId="a2975fcd840abfc3" providerId="LiveId" clId="{49CCD4F9-177C-4270-9A14-60236FF377E8}" dt="2026-04-08T09:24:40.087" v="7340" actId="1076"/>
          <ac:spMkLst>
            <pc:docMk/>
            <pc:sldMk cId="4085098542" sldId="301"/>
            <ac:spMk id="12" creationId="{9154A90D-DF46-85B9-A147-A77FE077F048}"/>
          </ac:spMkLst>
        </pc:spChg>
        <pc:spChg chg="add mod">
          <ac:chgData name="昕 许" userId="a2975fcd840abfc3" providerId="LiveId" clId="{49CCD4F9-177C-4270-9A14-60236FF377E8}" dt="2026-04-08T09:24:42.582" v="7341" actId="1076"/>
          <ac:spMkLst>
            <pc:docMk/>
            <pc:sldMk cId="4085098542" sldId="301"/>
            <ac:spMk id="13" creationId="{0B0584C8-3DC3-44BF-921B-D046B092FEBB}"/>
          </ac:spMkLst>
        </pc:spChg>
        <pc:spChg chg="add mod">
          <ac:chgData name="昕 许" userId="a2975fcd840abfc3" providerId="LiveId" clId="{49CCD4F9-177C-4270-9A14-60236FF377E8}" dt="2026-04-08T09:24:47.890" v="7344" actId="20577"/>
          <ac:spMkLst>
            <pc:docMk/>
            <pc:sldMk cId="4085098542" sldId="301"/>
            <ac:spMk id="14" creationId="{3E91F490-B543-EB7E-D886-1EF9BC2E7489}"/>
          </ac:spMkLst>
        </pc:spChg>
        <pc:spChg chg="add mod">
          <ac:chgData name="昕 许" userId="a2975fcd840abfc3" providerId="LiveId" clId="{49CCD4F9-177C-4270-9A14-60236FF377E8}" dt="2026-04-08T09:24:57.765" v="7350" actId="1076"/>
          <ac:spMkLst>
            <pc:docMk/>
            <pc:sldMk cId="4085098542" sldId="301"/>
            <ac:spMk id="15" creationId="{00BB6EA8-597F-65A4-138E-5E769709EB7B}"/>
          </ac:spMkLst>
        </pc:spChg>
        <pc:spChg chg="add mod">
          <ac:chgData name="昕 许" userId="a2975fcd840abfc3" providerId="LiveId" clId="{49CCD4F9-177C-4270-9A14-60236FF377E8}" dt="2026-04-08T09:25:16.430" v="7360" actId="1076"/>
          <ac:spMkLst>
            <pc:docMk/>
            <pc:sldMk cId="4085098542" sldId="301"/>
            <ac:spMk id="16" creationId="{F9F31DB3-2144-7E92-6DB8-2222988919D9}"/>
          </ac:spMkLst>
        </pc:spChg>
        <pc:spChg chg="add del mod topLvl">
          <ac:chgData name="昕 许" userId="a2975fcd840abfc3" providerId="LiveId" clId="{49CCD4F9-177C-4270-9A14-60236FF377E8}" dt="2026-04-08T09:23:07.155" v="7304" actId="208"/>
          <ac:spMkLst>
            <pc:docMk/>
            <pc:sldMk cId="4085098542" sldId="301"/>
            <ac:spMk id="23" creationId="{96D3510D-9E0E-3DB0-FBFF-5C0CAA77D4D1}"/>
          </ac:spMkLst>
        </pc:spChg>
        <pc:spChg chg="mod topLvl">
          <ac:chgData name="昕 许" userId="a2975fcd840abfc3" providerId="LiveId" clId="{49CCD4F9-177C-4270-9A14-60236FF377E8}" dt="2026-04-08T09:20:35.966" v="7294" actId="20577"/>
          <ac:spMkLst>
            <pc:docMk/>
            <pc:sldMk cId="4085098542" sldId="301"/>
            <ac:spMk id="24" creationId="{54273500-8F07-0A0F-DEB8-0E85442E9AD2}"/>
          </ac:spMkLst>
        </pc:spChg>
        <pc:spChg chg="add mod">
          <ac:chgData name="昕 许" userId="a2975fcd840abfc3" providerId="LiveId" clId="{49CCD4F9-177C-4270-9A14-60236FF377E8}" dt="2026-04-08T04:32:23.101" v="7045"/>
          <ac:spMkLst>
            <pc:docMk/>
            <pc:sldMk cId="4085098542" sldId="301"/>
            <ac:spMk id="25" creationId="{F67C8906-EE04-04E6-287C-670178DD260E}"/>
          </ac:spMkLst>
        </pc:spChg>
        <pc:spChg chg="mod">
          <ac:chgData name="昕 许" userId="a2975fcd840abfc3" providerId="LiveId" clId="{49CCD4F9-177C-4270-9A14-60236FF377E8}" dt="2026-04-08T04:32:27.224" v="7048"/>
          <ac:spMkLst>
            <pc:docMk/>
            <pc:sldMk cId="4085098542" sldId="301"/>
            <ac:spMk id="27" creationId="{B742901D-F264-042C-013A-8F1B350C2B3E}"/>
          </ac:spMkLst>
        </pc:spChg>
        <pc:spChg chg="mod">
          <ac:chgData name="昕 许" userId="a2975fcd840abfc3" providerId="LiveId" clId="{49CCD4F9-177C-4270-9A14-60236FF377E8}" dt="2026-04-08T04:32:34.785" v="7053" actId="20577"/>
          <ac:spMkLst>
            <pc:docMk/>
            <pc:sldMk cId="4085098542" sldId="301"/>
            <ac:spMk id="28" creationId="{05999E77-7439-48F3-E7B6-10F7E5B3AFA1}"/>
          </ac:spMkLst>
        </pc:spChg>
        <pc:spChg chg="mod">
          <ac:chgData name="昕 许" userId="a2975fcd840abfc3" providerId="LiveId" clId="{49CCD4F9-177C-4270-9A14-60236FF377E8}" dt="2026-04-08T09:20:30.091" v="7288" actId="20577"/>
          <ac:spMkLst>
            <pc:docMk/>
            <pc:sldMk cId="4085098542" sldId="301"/>
            <ac:spMk id="30" creationId="{F33F661F-58AD-54B7-D4C2-A0396ED45520}"/>
          </ac:spMkLst>
        </pc:spChg>
        <pc:spChg chg="mod">
          <ac:chgData name="昕 许" userId="a2975fcd840abfc3" providerId="LiveId" clId="{49CCD4F9-177C-4270-9A14-60236FF377E8}" dt="2026-04-08T09:20:45.360" v="7298" actId="1076"/>
          <ac:spMkLst>
            <pc:docMk/>
            <pc:sldMk cId="4085098542" sldId="301"/>
            <ac:spMk id="31" creationId="{8042B7EB-BB2C-F819-B5C0-65A415525C71}"/>
          </ac:spMkLst>
        </pc:spChg>
        <pc:spChg chg="add del mod">
          <ac:chgData name="昕 许" userId="a2975fcd840abfc3" providerId="LiveId" clId="{49CCD4F9-177C-4270-9A14-60236FF377E8}" dt="2026-04-08T04:33:07.274" v="7069" actId="478"/>
          <ac:spMkLst>
            <pc:docMk/>
            <pc:sldMk cId="4085098542" sldId="301"/>
            <ac:spMk id="32" creationId="{9BFE5555-2AA2-FBAA-1A31-C1A6FB1A15D2}"/>
          </ac:spMkLst>
        </pc:spChg>
        <pc:spChg chg="add mod">
          <ac:chgData name="昕 许" userId="a2975fcd840abfc3" providerId="LiveId" clId="{49CCD4F9-177C-4270-9A14-60236FF377E8}" dt="2026-04-08T04:46:26.538" v="7279" actId="164"/>
          <ac:spMkLst>
            <pc:docMk/>
            <pc:sldMk cId="4085098542" sldId="301"/>
            <ac:spMk id="45" creationId="{AF81E40A-8E2D-B70A-0547-C8615829AC54}"/>
          </ac:spMkLst>
        </pc:spChg>
        <pc:spChg chg="add mod">
          <ac:chgData name="昕 许" userId="a2975fcd840abfc3" providerId="LiveId" clId="{49CCD4F9-177C-4270-9A14-60236FF377E8}" dt="2026-04-08T04:46:36.968" v="7283" actId="1076"/>
          <ac:spMkLst>
            <pc:docMk/>
            <pc:sldMk cId="4085098542" sldId="301"/>
            <ac:spMk id="46" creationId="{15B88D56-808C-EBC9-0FB5-CA67D058E729}"/>
          </ac:spMkLst>
        </pc:spChg>
        <pc:spChg chg="mod">
          <ac:chgData name="昕 许" userId="a2975fcd840abfc3" providerId="LiveId" clId="{49CCD4F9-177C-4270-9A14-60236FF377E8}" dt="2026-04-08T09:20:33.569" v="7292" actId="20577"/>
          <ac:spMkLst>
            <pc:docMk/>
            <pc:sldMk cId="4085098542" sldId="301"/>
            <ac:spMk id="48" creationId="{D48A5120-43F4-380F-60FF-A534E81B793E}"/>
          </ac:spMkLst>
        </pc:spChg>
        <pc:spChg chg="del">
          <ac:chgData name="昕 许" userId="a2975fcd840abfc3" providerId="LiveId" clId="{49CCD4F9-177C-4270-9A14-60236FF377E8}" dt="2026-04-08T04:31:35.792" v="7015" actId="478"/>
          <ac:spMkLst>
            <pc:docMk/>
            <pc:sldMk cId="4085098542" sldId="301"/>
            <ac:spMk id="65" creationId="{AC6DDBED-3036-DE06-1CD7-EA91AD48DAB4}"/>
          </ac:spMkLst>
        </pc:spChg>
        <pc:spChg chg="del">
          <ac:chgData name="昕 许" userId="a2975fcd840abfc3" providerId="LiveId" clId="{49CCD4F9-177C-4270-9A14-60236FF377E8}" dt="2026-04-08T04:31:35.792" v="7015" actId="478"/>
          <ac:spMkLst>
            <pc:docMk/>
            <pc:sldMk cId="4085098542" sldId="301"/>
            <ac:spMk id="66" creationId="{1CDFDD1C-13EF-D232-0F1D-B22D645C1990}"/>
          </ac:spMkLst>
        </pc:spChg>
        <pc:spChg chg="del">
          <ac:chgData name="昕 许" userId="a2975fcd840abfc3" providerId="LiveId" clId="{49CCD4F9-177C-4270-9A14-60236FF377E8}" dt="2026-04-08T04:31:38.706" v="7016" actId="478"/>
          <ac:spMkLst>
            <pc:docMk/>
            <pc:sldMk cId="4085098542" sldId="301"/>
            <ac:spMk id="67" creationId="{5B4567B1-12B6-10C7-7A41-DF16A88D1143}"/>
          </ac:spMkLst>
        </pc:spChg>
        <pc:spChg chg="mod">
          <ac:chgData name="昕 许" userId="a2975fcd840abfc3" providerId="LiveId" clId="{49CCD4F9-177C-4270-9A14-60236FF377E8}" dt="2026-04-08T09:20:47.477" v="7299" actId="1076"/>
          <ac:spMkLst>
            <pc:docMk/>
            <pc:sldMk cId="4085098542" sldId="301"/>
            <ac:spMk id="68" creationId="{533DA24C-C9AA-B225-589F-9B1726D42961}"/>
          </ac:spMkLst>
        </pc:spChg>
        <pc:spChg chg="mod">
          <ac:chgData name="昕 许" userId="a2975fcd840abfc3" providerId="LiveId" clId="{49CCD4F9-177C-4270-9A14-60236FF377E8}" dt="2026-04-08T09:20:35.966" v="7294" actId="20577"/>
          <ac:spMkLst>
            <pc:docMk/>
            <pc:sldMk cId="4085098542" sldId="301"/>
            <ac:spMk id="70" creationId="{7A73AC80-0850-E3CE-7138-D0D581E1951C}"/>
          </ac:spMkLst>
        </pc:spChg>
        <pc:spChg chg="mod">
          <ac:chgData name="昕 许" userId="a2975fcd840abfc3" providerId="LiveId" clId="{49CCD4F9-177C-4270-9A14-60236FF377E8}" dt="2026-04-08T09:20:49.469" v="7300" actId="1076"/>
          <ac:spMkLst>
            <pc:docMk/>
            <pc:sldMk cId="4085098542" sldId="301"/>
            <ac:spMk id="71" creationId="{CA3DAC13-3379-158F-5732-53B75977B461}"/>
          </ac:spMkLst>
        </pc:spChg>
        <pc:spChg chg="mod">
          <ac:chgData name="昕 许" userId="a2975fcd840abfc3" providerId="LiveId" clId="{49CCD4F9-177C-4270-9A14-60236FF377E8}" dt="2026-04-08T04:35:45.418" v="7123"/>
          <ac:spMkLst>
            <pc:docMk/>
            <pc:sldMk cId="4085098542" sldId="301"/>
            <ac:spMk id="77" creationId="{3A6C6C66-AA7B-7D05-7A9C-96BD660208D5}"/>
          </ac:spMkLst>
        </pc:spChg>
        <pc:spChg chg="mod">
          <ac:chgData name="昕 许" userId="a2975fcd840abfc3" providerId="LiveId" clId="{49CCD4F9-177C-4270-9A14-60236FF377E8}" dt="2026-04-08T04:35:45.418" v="7123"/>
          <ac:spMkLst>
            <pc:docMk/>
            <pc:sldMk cId="4085098542" sldId="301"/>
            <ac:spMk id="78" creationId="{09555C46-4319-ABF9-9B55-6BD720EA2CED}"/>
          </ac:spMkLst>
        </pc:spChg>
        <pc:spChg chg="mod">
          <ac:chgData name="昕 许" userId="a2975fcd840abfc3" providerId="LiveId" clId="{49CCD4F9-177C-4270-9A14-60236FF377E8}" dt="2026-04-08T09:23:19.985" v="7308" actId="208"/>
          <ac:spMkLst>
            <pc:docMk/>
            <pc:sldMk cId="4085098542" sldId="301"/>
            <ac:spMk id="80" creationId="{E7A63A6E-213B-358B-504C-12995A509D1F}"/>
          </ac:spMkLst>
        </pc:spChg>
        <pc:spChg chg="mod">
          <ac:chgData name="昕 许" userId="a2975fcd840abfc3" providerId="LiveId" clId="{49CCD4F9-177C-4270-9A14-60236FF377E8}" dt="2026-04-08T04:43:34.660" v="7238" actId="165"/>
          <ac:spMkLst>
            <pc:docMk/>
            <pc:sldMk cId="4085098542" sldId="301"/>
            <ac:spMk id="81" creationId="{5022DB97-B4E5-4D9B-69CF-7DC4D10B37C2}"/>
          </ac:spMkLst>
        </pc:spChg>
        <pc:spChg chg="add mod">
          <ac:chgData name="昕 许" userId="a2975fcd840abfc3" providerId="LiveId" clId="{49CCD4F9-177C-4270-9A14-60236FF377E8}" dt="2026-04-08T09:23:56.017" v="7309" actId="1076"/>
          <ac:spMkLst>
            <pc:docMk/>
            <pc:sldMk cId="4085098542" sldId="301"/>
            <ac:spMk id="83" creationId="{673258E9-2EC4-0B16-4545-D1C05EA40965}"/>
          </ac:spMkLst>
        </pc:spChg>
        <pc:spChg chg="add mod topLvl">
          <ac:chgData name="昕 许" userId="a2975fcd840abfc3" providerId="LiveId" clId="{49CCD4F9-177C-4270-9A14-60236FF377E8}" dt="2026-04-08T04:44:49.599" v="7246" actId="164"/>
          <ac:spMkLst>
            <pc:docMk/>
            <pc:sldMk cId="4085098542" sldId="301"/>
            <ac:spMk id="84" creationId="{5B98383F-684A-E5E7-A9BB-6BE53CE31302}"/>
          </ac:spMkLst>
        </pc:spChg>
        <pc:spChg chg="add mod topLvl">
          <ac:chgData name="昕 许" userId="a2975fcd840abfc3" providerId="LiveId" clId="{49CCD4F9-177C-4270-9A14-60236FF377E8}" dt="2026-04-08T04:44:49.599" v="7246" actId="164"/>
          <ac:spMkLst>
            <pc:docMk/>
            <pc:sldMk cId="4085098542" sldId="301"/>
            <ac:spMk id="85" creationId="{EE456909-63EB-FADB-42BE-C936A1BF7F0C}"/>
          </ac:spMkLst>
        </pc:spChg>
        <pc:spChg chg="add mod">
          <ac:chgData name="昕 许" userId="a2975fcd840abfc3" providerId="LiveId" clId="{49CCD4F9-177C-4270-9A14-60236FF377E8}" dt="2026-04-08T04:44:49.599" v="7246" actId="164"/>
          <ac:spMkLst>
            <pc:docMk/>
            <pc:sldMk cId="4085098542" sldId="301"/>
            <ac:spMk id="87" creationId="{6A3C5346-69C9-4EF0-EAAC-170BC66E593F}"/>
          </ac:spMkLst>
        </pc:spChg>
        <pc:spChg chg="mod">
          <ac:chgData name="昕 许" userId="a2975fcd840abfc3" providerId="LiveId" clId="{49CCD4F9-177C-4270-9A14-60236FF377E8}" dt="2026-04-08T04:45:27.997" v="7253"/>
          <ac:spMkLst>
            <pc:docMk/>
            <pc:sldMk cId="4085098542" sldId="301"/>
            <ac:spMk id="91" creationId="{A7DDA2AC-E14A-FC0F-51F8-DDA48D6A98C8}"/>
          </ac:spMkLst>
        </pc:spChg>
        <pc:spChg chg="mod">
          <ac:chgData name="昕 许" userId="a2975fcd840abfc3" providerId="LiveId" clId="{49CCD4F9-177C-4270-9A14-60236FF377E8}" dt="2026-04-08T04:45:27.997" v="7253"/>
          <ac:spMkLst>
            <pc:docMk/>
            <pc:sldMk cId="4085098542" sldId="301"/>
            <ac:spMk id="92" creationId="{84657FD7-69EE-2EDA-03E2-605697B7C9EC}"/>
          </ac:spMkLst>
        </pc:spChg>
        <pc:spChg chg="mod">
          <ac:chgData name="昕 许" userId="a2975fcd840abfc3" providerId="LiveId" clId="{49CCD4F9-177C-4270-9A14-60236FF377E8}" dt="2026-04-08T04:45:27.997" v="7253"/>
          <ac:spMkLst>
            <pc:docMk/>
            <pc:sldMk cId="4085098542" sldId="301"/>
            <ac:spMk id="94" creationId="{6AB13E9C-F218-CFD5-A18E-005E5C13BF08}"/>
          </ac:spMkLst>
        </pc:spChg>
        <pc:spChg chg="mod">
          <ac:chgData name="昕 许" userId="a2975fcd840abfc3" providerId="LiveId" clId="{49CCD4F9-177C-4270-9A14-60236FF377E8}" dt="2026-04-08T04:45:27.997" v="7253"/>
          <ac:spMkLst>
            <pc:docMk/>
            <pc:sldMk cId="4085098542" sldId="301"/>
            <ac:spMk id="95" creationId="{F8916B8D-14E6-CC2F-6850-6CE938BC3D5F}"/>
          </ac:spMkLst>
        </pc:spChg>
        <pc:spChg chg="mod">
          <ac:chgData name="昕 许" userId="a2975fcd840abfc3" providerId="LiveId" clId="{49CCD4F9-177C-4270-9A14-60236FF377E8}" dt="2026-04-08T09:20:40.651" v="7297" actId="20577"/>
          <ac:spMkLst>
            <pc:docMk/>
            <pc:sldMk cId="4085098542" sldId="301"/>
            <ac:spMk id="129" creationId="{8E7579A6-47D0-8AFE-02B0-177C74E6CAE9}"/>
          </ac:spMkLst>
        </pc:spChg>
        <pc:spChg chg="mod">
          <ac:chgData name="昕 许" userId="a2975fcd840abfc3" providerId="LiveId" clId="{49CCD4F9-177C-4270-9A14-60236FF377E8}" dt="2026-04-08T09:20:51.806" v="7301" actId="1076"/>
          <ac:spMkLst>
            <pc:docMk/>
            <pc:sldMk cId="4085098542" sldId="301"/>
            <ac:spMk id="130" creationId="{C8DFB045-5594-298F-FE64-4C44F59E63C9}"/>
          </ac:spMkLst>
        </pc:spChg>
        <pc:spChg chg="mod">
          <ac:chgData name="昕 许" userId="a2975fcd840abfc3" providerId="LiveId" clId="{49CCD4F9-177C-4270-9A14-60236FF377E8}" dt="2026-04-08T09:23:16.852" v="7307" actId="208"/>
          <ac:spMkLst>
            <pc:docMk/>
            <pc:sldMk cId="4085098542" sldId="301"/>
            <ac:spMk id="131" creationId="{162D3093-6183-6F6F-2FC3-CAF9E28282CB}"/>
          </ac:spMkLst>
        </pc:spChg>
        <pc:spChg chg="mod">
          <ac:chgData name="昕 许" userId="a2975fcd840abfc3" providerId="LiveId" clId="{49CCD4F9-177C-4270-9A14-60236FF377E8}" dt="2026-04-08T09:23:11.936" v="7306" actId="208"/>
          <ac:spMkLst>
            <pc:docMk/>
            <pc:sldMk cId="4085098542" sldId="301"/>
            <ac:spMk id="132" creationId="{5E10233E-44BC-EE8E-2AC5-33EA141C162E}"/>
          </ac:spMkLst>
        </pc:spChg>
        <pc:grpChg chg="add mod">
          <ac:chgData name="昕 许" userId="a2975fcd840abfc3" providerId="LiveId" clId="{49CCD4F9-177C-4270-9A14-60236FF377E8}" dt="2026-04-08T09:23:56.017" v="7309" actId="1076"/>
          <ac:grpSpMkLst>
            <pc:docMk/>
            <pc:sldMk cId="4085098542" sldId="301"/>
            <ac:grpSpMk id="2" creationId="{315F95F1-C6CF-EBED-885B-E0954D47CAE0}"/>
          </ac:grpSpMkLst>
        </pc:grpChg>
        <pc:grpChg chg="mod">
          <ac:chgData name="昕 许" userId="a2975fcd840abfc3" providerId="LiveId" clId="{49CCD4F9-177C-4270-9A14-60236FF377E8}" dt="2026-04-08T04:46:26.538" v="7279" actId="164"/>
          <ac:grpSpMkLst>
            <pc:docMk/>
            <pc:sldMk cId="4085098542" sldId="301"/>
            <ac:grpSpMk id="5" creationId="{B7F518F6-45AC-0C0D-2E70-D872462F5B3D}"/>
          </ac:grpSpMkLst>
        </pc:grpChg>
        <pc:grpChg chg="add mod">
          <ac:chgData name="昕 许" userId="a2975fcd840abfc3" providerId="LiveId" clId="{49CCD4F9-177C-4270-9A14-60236FF377E8}" dt="2026-04-08T09:24:29.445" v="7338" actId="1076"/>
          <ac:grpSpMkLst>
            <pc:docMk/>
            <pc:sldMk cId="4085098542" sldId="301"/>
            <ac:grpSpMk id="8" creationId="{CE6F598D-62FF-E3BA-7FAA-8DFC19F87B6A}"/>
          </ac:grpSpMkLst>
        </pc:grpChg>
        <pc:grpChg chg="del">
          <ac:chgData name="昕 许" userId="a2975fcd840abfc3" providerId="LiveId" clId="{49CCD4F9-177C-4270-9A14-60236FF377E8}" dt="2026-04-08T04:31:35.792" v="7015" actId="478"/>
          <ac:grpSpMkLst>
            <pc:docMk/>
            <pc:sldMk cId="4085098542" sldId="301"/>
            <ac:grpSpMk id="14" creationId="{8BF6AF1A-147C-E43E-A7E4-39F5428F2630}"/>
          </ac:grpSpMkLst>
        </pc:grpChg>
        <pc:grpChg chg="add del mod">
          <ac:chgData name="昕 许" userId="a2975fcd840abfc3" providerId="LiveId" clId="{49CCD4F9-177C-4270-9A14-60236FF377E8}" dt="2026-04-08T09:20:35.966" v="7294" actId="20577"/>
          <ac:grpSpMkLst>
            <pc:docMk/>
            <pc:sldMk cId="4085098542" sldId="301"/>
            <ac:grpSpMk id="21" creationId="{1B98E04F-099F-BD19-C999-14CB20AAAD1C}"/>
          </ac:grpSpMkLst>
        </pc:grpChg>
        <pc:grpChg chg="add del mod">
          <ac:chgData name="昕 许" userId="a2975fcd840abfc3" providerId="LiveId" clId="{49CCD4F9-177C-4270-9A14-60236FF377E8}" dt="2026-04-08T04:35:43.710" v="7122" actId="478"/>
          <ac:grpSpMkLst>
            <pc:docMk/>
            <pc:sldMk cId="4085098542" sldId="301"/>
            <ac:grpSpMk id="26" creationId="{8805AE9A-B399-EFA7-84A1-DA37919D819A}"/>
          </ac:grpSpMkLst>
        </pc:grpChg>
        <pc:grpChg chg="add mod">
          <ac:chgData name="昕 许" userId="a2975fcd840abfc3" providerId="LiveId" clId="{49CCD4F9-177C-4270-9A14-60236FF377E8}" dt="2026-04-08T09:23:56.017" v="7309" actId="1076"/>
          <ac:grpSpMkLst>
            <pc:docMk/>
            <pc:sldMk cId="4085098542" sldId="301"/>
            <ac:grpSpMk id="29" creationId="{90058913-3E75-666F-205D-1B2A246841FA}"/>
          </ac:grpSpMkLst>
        </pc:grpChg>
        <pc:grpChg chg="del">
          <ac:chgData name="昕 许" userId="a2975fcd840abfc3" providerId="LiveId" clId="{49CCD4F9-177C-4270-9A14-60236FF377E8}" dt="2026-04-08T04:31:35.792" v="7015" actId="478"/>
          <ac:grpSpMkLst>
            <pc:docMk/>
            <pc:sldMk cId="4085098542" sldId="301"/>
            <ac:grpSpMk id="37" creationId="{70A8EFEC-D1D6-E481-A52D-1ED7D4314970}"/>
          </ac:grpSpMkLst>
        </pc:grpChg>
        <pc:grpChg chg="add mod">
          <ac:chgData name="昕 许" userId="a2975fcd840abfc3" providerId="LiveId" clId="{49CCD4F9-177C-4270-9A14-60236FF377E8}" dt="2026-04-08T09:24:29.445" v="7338" actId="1076"/>
          <ac:grpSpMkLst>
            <pc:docMk/>
            <pc:sldMk cId="4085098542" sldId="301"/>
            <ac:grpSpMk id="47" creationId="{6CCF926B-80D8-7FFC-D211-FFEEDA07FB95}"/>
          </ac:grpSpMkLst>
        </pc:grpChg>
        <pc:grpChg chg="del">
          <ac:chgData name="昕 许" userId="a2975fcd840abfc3" providerId="LiveId" clId="{49CCD4F9-177C-4270-9A14-60236FF377E8}" dt="2026-04-08T04:31:35.792" v="7015" actId="478"/>
          <ac:grpSpMkLst>
            <pc:docMk/>
            <pc:sldMk cId="4085098542" sldId="301"/>
            <ac:grpSpMk id="49" creationId="{8BC2DE35-4D0E-636E-EDED-42B3CD8A190B}"/>
          </ac:grpSpMkLst>
        </pc:grpChg>
        <pc:grpChg chg="del">
          <ac:chgData name="昕 许" userId="a2975fcd840abfc3" providerId="LiveId" clId="{49CCD4F9-177C-4270-9A14-60236FF377E8}" dt="2026-04-08T04:31:35.792" v="7015" actId="478"/>
          <ac:grpSpMkLst>
            <pc:docMk/>
            <pc:sldMk cId="4085098542" sldId="301"/>
            <ac:grpSpMk id="50" creationId="{8935660F-1C6D-EC4B-63B4-5951FE0E9407}"/>
          </ac:grpSpMkLst>
        </pc:grpChg>
        <pc:grpChg chg="del">
          <ac:chgData name="昕 许" userId="a2975fcd840abfc3" providerId="LiveId" clId="{49CCD4F9-177C-4270-9A14-60236FF377E8}" dt="2026-04-08T04:31:35.792" v="7015" actId="478"/>
          <ac:grpSpMkLst>
            <pc:docMk/>
            <pc:sldMk cId="4085098542" sldId="301"/>
            <ac:grpSpMk id="55" creationId="{17222F1A-991E-A3D0-B910-8C382678C798}"/>
          </ac:grpSpMkLst>
        </pc:grpChg>
        <pc:grpChg chg="add mod">
          <ac:chgData name="昕 许" userId="a2975fcd840abfc3" providerId="LiveId" clId="{49CCD4F9-177C-4270-9A14-60236FF377E8}" dt="2026-04-08T09:20:35.966" v="7294" actId="20577"/>
          <ac:grpSpMkLst>
            <pc:docMk/>
            <pc:sldMk cId="4085098542" sldId="301"/>
            <ac:grpSpMk id="69" creationId="{38CB1070-0A94-AA9B-4944-DD4B4E679A2A}"/>
          </ac:grpSpMkLst>
        </pc:grpChg>
        <pc:grpChg chg="add del mod">
          <ac:chgData name="昕 许" userId="a2975fcd840abfc3" providerId="LiveId" clId="{49CCD4F9-177C-4270-9A14-60236FF377E8}" dt="2026-04-08T04:41:19.073" v="7131" actId="478"/>
          <ac:grpSpMkLst>
            <pc:docMk/>
            <pc:sldMk cId="4085098542" sldId="301"/>
            <ac:grpSpMk id="76" creationId="{56A195F1-55B7-EBF7-43DB-9804EF2199FB}"/>
          </ac:grpSpMkLst>
        </pc:grpChg>
        <pc:grpChg chg="add mod topLvl">
          <ac:chgData name="昕 许" userId="a2975fcd840abfc3" providerId="LiveId" clId="{49CCD4F9-177C-4270-9A14-60236FF377E8}" dt="2026-04-08T04:44:49.599" v="7246" actId="164"/>
          <ac:grpSpMkLst>
            <pc:docMk/>
            <pc:sldMk cId="4085098542" sldId="301"/>
            <ac:grpSpMk id="79" creationId="{E64831CC-948A-B319-3D4D-79F8EB7246F3}"/>
          </ac:grpSpMkLst>
        </pc:grpChg>
        <pc:grpChg chg="add del mod">
          <ac:chgData name="昕 许" userId="a2975fcd840abfc3" providerId="LiveId" clId="{49CCD4F9-177C-4270-9A14-60236FF377E8}" dt="2026-04-08T04:43:34.660" v="7238" actId="165"/>
          <ac:grpSpMkLst>
            <pc:docMk/>
            <pc:sldMk cId="4085098542" sldId="301"/>
            <ac:grpSpMk id="86" creationId="{E762615F-32A0-0563-9352-A0AB8EB6C247}"/>
          </ac:grpSpMkLst>
        </pc:grpChg>
        <pc:grpChg chg="add mod">
          <ac:chgData name="昕 许" userId="a2975fcd840abfc3" providerId="LiveId" clId="{49CCD4F9-177C-4270-9A14-60236FF377E8}" dt="2026-04-08T09:23:56.017" v="7309" actId="1076"/>
          <ac:grpSpMkLst>
            <pc:docMk/>
            <pc:sldMk cId="4085098542" sldId="301"/>
            <ac:grpSpMk id="89" creationId="{AB068BE5-45AC-DAF9-A9E3-55EC43FF891C}"/>
          </ac:grpSpMkLst>
        </pc:grpChg>
        <pc:grpChg chg="add mod">
          <ac:chgData name="昕 许" userId="a2975fcd840abfc3" providerId="LiveId" clId="{49CCD4F9-177C-4270-9A14-60236FF377E8}" dt="2026-04-08T04:45:27.997" v="7253"/>
          <ac:grpSpMkLst>
            <pc:docMk/>
            <pc:sldMk cId="4085098542" sldId="301"/>
            <ac:grpSpMk id="90" creationId="{E90DFC8A-9EDD-3189-B925-43C43F621764}"/>
          </ac:grpSpMkLst>
        </pc:grpChg>
        <pc:grpChg chg="add mod">
          <ac:chgData name="昕 许" userId="a2975fcd840abfc3" providerId="LiveId" clId="{49CCD4F9-177C-4270-9A14-60236FF377E8}" dt="2026-04-08T04:45:27.997" v="7253"/>
          <ac:grpSpMkLst>
            <pc:docMk/>
            <pc:sldMk cId="4085098542" sldId="301"/>
            <ac:grpSpMk id="93" creationId="{63200BD7-0CCE-FFB9-F9B8-DD60CCAA38A8}"/>
          </ac:grpSpMkLst>
        </pc:grpChg>
        <pc:grpChg chg="add mod">
          <ac:chgData name="昕 许" userId="a2975fcd840abfc3" providerId="LiveId" clId="{49CCD4F9-177C-4270-9A14-60236FF377E8}" dt="2026-04-08T09:24:29.445" v="7338" actId="1076"/>
          <ac:grpSpMkLst>
            <pc:docMk/>
            <pc:sldMk cId="4085098542" sldId="301"/>
            <ac:grpSpMk id="97" creationId="{469EA6FC-B825-01D9-DF49-3C032A9B5B03}"/>
          </ac:grpSpMkLst>
        </pc:grpChg>
        <pc:grpChg chg="del">
          <ac:chgData name="昕 许" userId="a2975fcd840abfc3" providerId="LiveId" clId="{49CCD4F9-177C-4270-9A14-60236FF377E8}" dt="2026-04-08T04:31:35.792" v="7015" actId="478"/>
          <ac:grpSpMkLst>
            <pc:docMk/>
            <pc:sldMk cId="4085098542" sldId="301"/>
            <ac:grpSpMk id="101" creationId="{1E87CA55-8759-0A45-2130-01FB941EE5AC}"/>
          </ac:grpSpMkLst>
        </pc:grpChg>
        <pc:grpChg chg="del">
          <ac:chgData name="昕 许" userId="a2975fcd840abfc3" providerId="LiveId" clId="{49CCD4F9-177C-4270-9A14-60236FF377E8}" dt="2026-04-08T04:31:35.792" v="7015" actId="478"/>
          <ac:grpSpMkLst>
            <pc:docMk/>
            <pc:sldMk cId="4085098542" sldId="301"/>
            <ac:grpSpMk id="110" creationId="{407F5B5F-5158-3616-7DCA-D4ED8F6F3147}"/>
          </ac:grpSpMkLst>
        </pc:grpChg>
        <pc:grpChg chg="del">
          <ac:chgData name="昕 许" userId="a2975fcd840abfc3" providerId="LiveId" clId="{49CCD4F9-177C-4270-9A14-60236FF377E8}" dt="2026-04-08T04:31:35.792" v="7015" actId="478"/>
          <ac:grpSpMkLst>
            <pc:docMk/>
            <pc:sldMk cId="4085098542" sldId="301"/>
            <ac:grpSpMk id="115" creationId="{A069F625-C850-CC98-B4CD-1396A2AA4CE0}"/>
          </ac:grpSpMkLst>
        </pc:grpChg>
        <pc:grpChg chg="add mod">
          <ac:chgData name="昕 许" userId="a2975fcd840abfc3" providerId="LiveId" clId="{49CCD4F9-177C-4270-9A14-60236FF377E8}" dt="2026-04-08T09:24:29.445" v="7338" actId="1076"/>
          <ac:grpSpMkLst>
            <pc:docMk/>
            <pc:sldMk cId="4085098542" sldId="301"/>
            <ac:grpSpMk id="125" creationId="{CBFF7F27-36ED-E0F6-D0A2-56130ACFD7AC}"/>
          </ac:grpSpMkLst>
        </pc:grpChg>
        <pc:grpChg chg="mod">
          <ac:chgData name="昕 许" userId="a2975fcd840abfc3" providerId="LiveId" clId="{49CCD4F9-177C-4270-9A14-60236FF377E8}" dt="2026-04-08T09:20:40.651" v="7297" actId="20577"/>
          <ac:grpSpMkLst>
            <pc:docMk/>
            <pc:sldMk cId="4085098542" sldId="301"/>
            <ac:grpSpMk id="126" creationId="{E261F202-2AB6-55F6-038D-01D1FE20B2FC}"/>
          </ac:grpSpMkLst>
        </pc:grpChg>
        <pc:grpChg chg="mod">
          <ac:chgData name="昕 许" userId="a2975fcd840abfc3" providerId="LiveId" clId="{49CCD4F9-177C-4270-9A14-60236FF377E8}" dt="2026-04-08T09:20:40.651" v="7297" actId="20577"/>
          <ac:grpSpMkLst>
            <pc:docMk/>
            <pc:sldMk cId="4085098542" sldId="301"/>
            <ac:grpSpMk id="127" creationId="{CFF41582-1B79-E287-852F-F7BD0F0518E3}"/>
          </ac:grpSpMkLst>
        </pc:grpChg>
        <pc:grpChg chg="add mod">
          <ac:chgData name="昕 许" userId="a2975fcd840abfc3" providerId="LiveId" clId="{49CCD4F9-177C-4270-9A14-60236FF377E8}" dt="2026-04-08T04:46:24.507" v="7278" actId="164"/>
          <ac:grpSpMkLst>
            <pc:docMk/>
            <pc:sldMk cId="4085098542" sldId="301"/>
            <ac:grpSpMk id="133" creationId="{1156D2A5-80C1-3164-CCDB-930F5097101D}"/>
          </ac:grpSpMkLst>
        </pc:grpChg>
        <pc:grpChg chg="add mod">
          <ac:chgData name="昕 许" userId="a2975fcd840abfc3" providerId="LiveId" clId="{49CCD4F9-177C-4270-9A14-60236FF377E8}" dt="2026-04-08T04:46:40.318" v="7284" actId="1076"/>
          <ac:grpSpMkLst>
            <pc:docMk/>
            <pc:sldMk cId="4085098542" sldId="301"/>
            <ac:grpSpMk id="134" creationId="{43CE37BA-0F23-47D6-61FE-1FA5F9D1F723}"/>
          </ac:grpSpMkLst>
        </pc:grpChg>
        <pc:cxnChg chg="add mod">
          <ac:chgData name="昕 许" userId="a2975fcd840abfc3" providerId="LiveId" clId="{49CCD4F9-177C-4270-9A14-60236FF377E8}" dt="2026-04-08T04:46:26.538" v="7279" actId="164"/>
          <ac:cxnSpMkLst>
            <pc:docMk/>
            <pc:sldMk cId="4085098542" sldId="301"/>
            <ac:cxnSpMk id="33" creationId="{56A3F668-BBF8-6BC3-E09A-4AFC75772095}"/>
          </ac:cxnSpMkLst>
        </pc:cxnChg>
        <pc:cxnChg chg="add mod">
          <ac:chgData name="昕 许" userId="a2975fcd840abfc3" providerId="LiveId" clId="{49CCD4F9-177C-4270-9A14-60236FF377E8}" dt="2026-04-08T09:23:56.017" v="7309" actId="1076"/>
          <ac:cxnSpMkLst>
            <pc:docMk/>
            <pc:sldMk cId="4085098542" sldId="301"/>
            <ac:cxnSpMk id="72" creationId="{C7AD4927-AE17-792E-8821-7E62BCF1C65A}"/>
          </ac:cxnSpMkLst>
        </pc:cxnChg>
        <pc:cxnChg chg="add mod">
          <ac:chgData name="昕 许" userId="a2975fcd840abfc3" providerId="LiveId" clId="{49CCD4F9-177C-4270-9A14-60236FF377E8}" dt="2026-04-08T09:24:29.445" v="7338" actId="1076"/>
          <ac:cxnSpMkLst>
            <pc:docMk/>
            <pc:sldMk cId="4085098542" sldId="301"/>
            <ac:cxnSpMk id="74" creationId="{42D0C95A-1543-A96B-13F8-DBE76CC74A19}"/>
          </ac:cxnSpMkLst>
        </pc:cxnChg>
        <pc:cxnChg chg="add mod">
          <ac:chgData name="昕 许" userId="a2975fcd840abfc3" providerId="LiveId" clId="{49CCD4F9-177C-4270-9A14-60236FF377E8}" dt="2026-04-08T09:20:35.966" v="7294" actId="20577"/>
          <ac:cxnSpMkLst>
            <pc:docMk/>
            <pc:sldMk cId="4085098542" sldId="301"/>
            <ac:cxnSpMk id="75" creationId="{DE6EDB9A-8BBD-291B-EF9D-101B4BEC8A37}"/>
          </ac:cxnSpMkLst>
        </pc:cxnChg>
        <pc:cxnChg chg="add del mod">
          <ac:chgData name="昕 许" userId="a2975fcd840abfc3" providerId="LiveId" clId="{49CCD4F9-177C-4270-9A14-60236FF377E8}" dt="2026-04-08T04:41:19.775" v="7132" actId="478"/>
          <ac:cxnSpMkLst>
            <pc:docMk/>
            <pc:sldMk cId="4085098542" sldId="301"/>
            <ac:cxnSpMk id="82" creationId="{3AE09639-39AE-D64A-14AE-01499216FC6A}"/>
          </ac:cxnSpMkLst>
        </pc:cxnChg>
        <pc:cxnChg chg="add mod">
          <ac:chgData name="昕 许" userId="a2975fcd840abfc3" providerId="LiveId" clId="{49CCD4F9-177C-4270-9A14-60236FF377E8}" dt="2026-04-08T04:44:49.599" v="7246" actId="164"/>
          <ac:cxnSpMkLst>
            <pc:docMk/>
            <pc:sldMk cId="4085098542" sldId="301"/>
            <ac:cxnSpMk id="88" creationId="{E0EDFCB2-8209-CD8A-C261-E896E1306380}"/>
          </ac:cxnSpMkLst>
        </pc:cxnChg>
        <pc:cxnChg chg="add mod">
          <ac:chgData name="昕 许" userId="a2975fcd840abfc3" providerId="LiveId" clId="{49CCD4F9-177C-4270-9A14-60236FF377E8}" dt="2026-04-08T04:45:27.997" v="7253"/>
          <ac:cxnSpMkLst>
            <pc:docMk/>
            <pc:sldMk cId="4085098542" sldId="301"/>
            <ac:cxnSpMk id="96" creationId="{0FC59EFC-F29F-0BBB-9536-8FA8F6AC03F6}"/>
          </ac:cxnSpMkLst>
        </pc:cxnChg>
        <pc:cxnChg chg="mod">
          <ac:chgData name="昕 许" userId="a2975fcd840abfc3" providerId="LiveId" clId="{49CCD4F9-177C-4270-9A14-60236FF377E8}" dt="2026-04-08T09:20:40.651" v="7297" actId="20577"/>
          <ac:cxnSpMkLst>
            <pc:docMk/>
            <pc:sldMk cId="4085098542" sldId="301"/>
            <ac:cxnSpMk id="128" creationId="{187BE848-3E14-4011-6F4B-A686E223991C}"/>
          </ac:cxnSpMkLst>
        </pc:cxnChg>
      </pc:sldChg>
    </pc:docChg>
  </pc:docChgLst>
  <pc:docChgLst>
    <pc:chgData name="昕 许" userId="a2975fcd840abfc3" providerId="LiveId" clId="{499F0DC1-E14A-440B-BB65-742EF527F893}"/>
    <pc:docChg chg="undo custSel addSld delSld modSld sldOrd">
      <pc:chgData name="昕 许" userId="a2975fcd840abfc3" providerId="LiveId" clId="{499F0DC1-E14A-440B-BB65-742EF527F893}" dt="2026-03-24T18:18:47.884" v="8358" actId="20577"/>
      <pc:docMkLst>
        <pc:docMk/>
      </pc:docMkLst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  <a:t>2026/4/8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A92A3A-C0EA-420D-BB24-ADEE9CF4E572}" type="datetimeFigureOut">
              <a:rPr lang="zh-CN" altLang="en-US" smtClean="0"/>
              <a:t>2026/4/8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57C753-9811-4B9D-8410-3687B86BB91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A92A3A-C0EA-420D-BB24-ADEE9CF4E572}" type="datetimeFigureOut">
              <a:rPr lang="zh-CN" altLang="en-US" smtClean="0"/>
              <a:t>2026/4/8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57C753-9811-4B9D-8410-3687B86BB91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A92A3A-C0EA-420D-BB24-ADEE9CF4E572}" type="datetimeFigureOut">
              <a:rPr lang="zh-CN" altLang="en-US" smtClean="0"/>
              <a:t>2026/4/8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57C753-9811-4B9D-8410-3687B86BB91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A92A3A-C0EA-420D-BB24-ADEE9CF4E572}" type="datetimeFigureOut">
              <a:rPr lang="zh-CN" altLang="en-US" smtClean="0"/>
              <a:t>2026/4/8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57C753-9811-4B9D-8410-3687B86BB91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A92A3A-C0EA-420D-BB24-ADEE9CF4E572}" type="datetimeFigureOut">
              <a:rPr lang="zh-CN" altLang="en-US" smtClean="0"/>
              <a:t>2026/4/8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57C753-9811-4B9D-8410-3687B86BB91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A92A3A-C0EA-420D-BB24-ADEE9CF4E572}" type="datetimeFigureOut">
              <a:rPr lang="zh-CN" altLang="en-US" smtClean="0"/>
              <a:t>2026/4/8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57C753-9811-4B9D-8410-3687B86BB91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A92A3A-C0EA-420D-BB24-ADEE9CF4E572}" type="datetimeFigureOut">
              <a:rPr lang="zh-CN" altLang="en-US" smtClean="0"/>
              <a:t>2026/4/8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57C753-9811-4B9D-8410-3687B86BB91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A92A3A-C0EA-420D-BB24-ADEE9CF4E572}" type="datetimeFigureOut">
              <a:rPr lang="zh-CN" altLang="en-US" smtClean="0"/>
              <a:t>2026/4/8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57C753-9811-4B9D-8410-3687B86BB91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A92A3A-C0EA-420D-BB24-ADEE9CF4E572}" type="datetimeFigureOut">
              <a:rPr lang="zh-CN" altLang="en-US" smtClean="0"/>
              <a:t>2026/4/8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57C753-9811-4B9D-8410-3687B86BB91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A92A3A-C0EA-420D-BB24-ADEE9CF4E572}" type="datetimeFigureOut">
              <a:rPr lang="zh-CN" altLang="en-US" smtClean="0"/>
              <a:t>2026/4/8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57C753-9811-4B9D-8410-3687B86BB91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A92A3A-C0EA-420D-BB24-ADEE9CF4E572}" type="datetimeFigureOut">
              <a:rPr lang="zh-CN" altLang="en-US" smtClean="0"/>
              <a:t>2026/4/8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57C753-9811-4B9D-8410-3687B86BB91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3A92A3A-C0EA-420D-BB24-ADEE9CF4E572}" type="datetimeFigureOut">
              <a:rPr lang="zh-CN" altLang="en-US" smtClean="0"/>
              <a:t>2026/4/8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957C753-9811-4B9D-8410-3687B86BB91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18" Type="http://schemas.openxmlformats.org/officeDocument/2006/relationships/image" Target="../media/image17.png"/><Relationship Id="rId3" Type="http://schemas.openxmlformats.org/officeDocument/2006/relationships/image" Target="../media/image2.png"/><Relationship Id="rId21" Type="http://schemas.openxmlformats.org/officeDocument/2006/relationships/image" Target="../media/image20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17" Type="http://schemas.openxmlformats.org/officeDocument/2006/relationships/image" Target="../media/image16.png"/><Relationship Id="rId2" Type="http://schemas.openxmlformats.org/officeDocument/2006/relationships/image" Target="../media/image1.png"/><Relationship Id="rId16" Type="http://schemas.openxmlformats.org/officeDocument/2006/relationships/image" Target="../media/image15.png"/><Relationship Id="rId20" Type="http://schemas.openxmlformats.org/officeDocument/2006/relationships/image" Target="../media/image1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5" Type="http://schemas.openxmlformats.org/officeDocument/2006/relationships/image" Target="../media/image14.png"/><Relationship Id="rId10" Type="http://schemas.openxmlformats.org/officeDocument/2006/relationships/image" Target="../media/image9.png"/><Relationship Id="rId19" Type="http://schemas.openxmlformats.org/officeDocument/2006/relationships/image" Target="../media/image18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Relationship Id="rId22" Type="http://schemas.openxmlformats.org/officeDocument/2006/relationships/image" Target="../media/image21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0.png"/><Relationship Id="rId13" Type="http://schemas.openxmlformats.org/officeDocument/2006/relationships/image" Target="../media/image171.png"/><Relationship Id="rId3" Type="http://schemas.openxmlformats.org/officeDocument/2006/relationships/image" Target="../media/image91.png"/><Relationship Id="rId7" Type="http://schemas.openxmlformats.org/officeDocument/2006/relationships/image" Target="../media/image110.png"/><Relationship Id="rId12" Type="http://schemas.openxmlformats.org/officeDocument/2006/relationships/image" Target="../media/image161.png"/><Relationship Id="rId2" Type="http://schemas.openxmlformats.org/officeDocument/2006/relationships/image" Target="../media/image8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0.png"/><Relationship Id="rId11" Type="http://schemas.openxmlformats.org/officeDocument/2006/relationships/image" Target="../media/image150.png"/><Relationship Id="rId5" Type="http://schemas.openxmlformats.org/officeDocument/2006/relationships/image" Target="../media/image90.png"/><Relationship Id="rId10" Type="http://schemas.openxmlformats.org/officeDocument/2006/relationships/image" Target="../media/image140.png"/><Relationship Id="rId4" Type="http://schemas.openxmlformats.org/officeDocument/2006/relationships/image" Target="../media/image101.png"/><Relationship Id="rId9" Type="http://schemas.openxmlformats.org/officeDocument/2006/relationships/image" Target="../media/image130.png"/><Relationship Id="rId14" Type="http://schemas.openxmlformats.org/officeDocument/2006/relationships/image" Target="../media/image181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0.png"/><Relationship Id="rId13" Type="http://schemas.openxmlformats.org/officeDocument/2006/relationships/image" Target="../media/image180.png"/><Relationship Id="rId3" Type="http://schemas.openxmlformats.org/officeDocument/2006/relationships/image" Target="../media/image80.png"/><Relationship Id="rId7" Type="http://schemas.openxmlformats.org/officeDocument/2006/relationships/image" Target="../media/image120.png"/><Relationship Id="rId12" Type="http://schemas.openxmlformats.org/officeDocument/2006/relationships/image" Target="../media/image170.png"/><Relationship Id="rId17" Type="http://schemas.openxmlformats.org/officeDocument/2006/relationships/image" Target="../media/image22.png"/><Relationship Id="rId2" Type="http://schemas.openxmlformats.org/officeDocument/2006/relationships/image" Target="../media/image50.png"/><Relationship Id="rId16" Type="http://schemas.openxmlformats.org/officeDocument/2006/relationships/image" Target="../media/image21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0.png"/><Relationship Id="rId11" Type="http://schemas.openxmlformats.org/officeDocument/2006/relationships/image" Target="../media/image160.png"/><Relationship Id="rId5" Type="http://schemas.openxmlformats.org/officeDocument/2006/relationships/image" Target="../media/image100.png"/><Relationship Id="rId15" Type="http://schemas.openxmlformats.org/officeDocument/2006/relationships/image" Target="../media/image200.png"/><Relationship Id="rId10" Type="http://schemas.openxmlformats.org/officeDocument/2006/relationships/image" Target="../media/image150.png"/><Relationship Id="rId19" Type="http://schemas.openxmlformats.org/officeDocument/2006/relationships/image" Target="../media/image24.png"/><Relationship Id="rId4" Type="http://schemas.openxmlformats.org/officeDocument/2006/relationships/image" Target="../media/image90.png"/><Relationship Id="rId9" Type="http://schemas.openxmlformats.org/officeDocument/2006/relationships/image" Target="../media/image140.png"/><Relationship Id="rId14" Type="http://schemas.openxmlformats.org/officeDocument/2006/relationships/image" Target="../media/image19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8.png"/><Relationship Id="rId5" Type="http://schemas.openxmlformats.org/officeDocument/2006/relationships/image" Target="../media/image29.png"/><Relationship Id="rId4" Type="http://schemas.openxmlformats.org/officeDocument/2006/relationships/image" Target="../media/image26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png"/><Relationship Id="rId13" Type="http://schemas.openxmlformats.org/officeDocument/2006/relationships/image" Target="../media/image41.png"/><Relationship Id="rId18" Type="http://schemas.openxmlformats.org/officeDocument/2006/relationships/image" Target="../media/image46.png"/><Relationship Id="rId3" Type="http://schemas.openxmlformats.org/officeDocument/2006/relationships/image" Target="../media/image31.png"/><Relationship Id="rId7" Type="http://schemas.openxmlformats.org/officeDocument/2006/relationships/image" Target="../media/image35.png"/><Relationship Id="rId12" Type="http://schemas.openxmlformats.org/officeDocument/2006/relationships/image" Target="../media/image40.png"/><Relationship Id="rId17" Type="http://schemas.openxmlformats.org/officeDocument/2006/relationships/image" Target="../media/image45.png"/><Relationship Id="rId2" Type="http://schemas.openxmlformats.org/officeDocument/2006/relationships/image" Target="../media/image30.png"/><Relationship Id="rId16" Type="http://schemas.openxmlformats.org/officeDocument/2006/relationships/image" Target="../media/image44.png"/><Relationship Id="rId20" Type="http://schemas.openxmlformats.org/officeDocument/2006/relationships/image" Target="../media/image4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4.png"/><Relationship Id="rId11" Type="http://schemas.openxmlformats.org/officeDocument/2006/relationships/image" Target="../media/image39.png"/><Relationship Id="rId5" Type="http://schemas.openxmlformats.org/officeDocument/2006/relationships/image" Target="../media/image33.png"/><Relationship Id="rId15" Type="http://schemas.openxmlformats.org/officeDocument/2006/relationships/image" Target="../media/image43.png"/><Relationship Id="rId10" Type="http://schemas.openxmlformats.org/officeDocument/2006/relationships/image" Target="../media/image38.png"/><Relationship Id="rId19" Type="http://schemas.openxmlformats.org/officeDocument/2006/relationships/image" Target="../media/image47.png"/><Relationship Id="rId4" Type="http://schemas.openxmlformats.org/officeDocument/2006/relationships/image" Target="../media/image32.png"/><Relationship Id="rId9" Type="http://schemas.openxmlformats.org/officeDocument/2006/relationships/image" Target="../media/image37.png"/><Relationship Id="rId14" Type="http://schemas.openxmlformats.org/officeDocument/2006/relationships/image" Target="../media/image4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32D33C-9298-3693-579E-A26AC372BC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4" name="组合 133">
            <a:extLst>
              <a:ext uri="{FF2B5EF4-FFF2-40B4-BE49-F238E27FC236}">
                <a16:creationId xmlns:a16="http://schemas.microsoft.com/office/drawing/2014/main" id="{7E65DD75-4EDC-6D99-A01F-CB8FFD8F3FEB}"/>
              </a:ext>
            </a:extLst>
          </p:cNvPr>
          <p:cNvGrpSpPr/>
          <p:nvPr/>
        </p:nvGrpSpPr>
        <p:grpSpPr>
          <a:xfrm>
            <a:off x="6995239" y="3005200"/>
            <a:ext cx="2047125" cy="671450"/>
            <a:chOff x="6668214" y="2986150"/>
            <a:chExt cx="2047125" cy="671450"/>
          </a:xfrm>
        </p:grpSpPr>
        <p:grpSp>
          <p:nvGrpSpPr>
            <p:cNvPr id="34" name="组合 33">
              <a:extLst>
                <a:ext uri="{FF2B5EF4-FFF2-40B4-BE49-F238E27FC236}">
                  <a16:creationId xmlns:a16="http://schemas.microsoft.com/office/drawing/2014/main" id="{4D2C8253-070C-2815-1438-1CAB507650EB}"/>
                </a:ext>
              </a:extLst>
            </p:cNvPr>
            <p:cNvGrpSpPr/>
            <p:nvPr/>
          </p:nvGrpSpPr>
          <p:grpSpPr>
            <a:xfrm>
              <a:off x="6668214" y="3004024"/>
              <a:ext cx="379848" cy="317132"/>
              <a:chOff x="2958207" y="3499218"/>
              <a:chExt cx="379848" cy="317132"/>
            </a:xfrm>
          </p:grpSpPr>
          <p:sp>
            <p:nvSpPr>
              <p:cNvPr id="35" name="矩形: 圆角 34">
                <a:extLst>
                  <a:ext uri="{FF2B5EF4-FFF2-40B4-BE49-F238E27FC236}">
                    <a16:creationId xmlns:a16="http://schemas.microsoft.com/office/drawing/2014/main" id="{96620095-9602-67AB-12CE-9265CA6A4E77}"/>
                  </a:ext>
                </a:extLst>
              </p:cNvPr>
              <p:cNvSpPr/>
              <p:nvPr/>
            </p:nvSpPr>
            <p:spPr>
              <a:xfrm>
                <a:off x="2968850" y="3499219"/>
                <a:ext cx="329975" cy="317131"/>
              </a:xfrm>
              <a:prstGeom prst="roundRect">
                <a:avLst/>
              </a:prstGeom>
              <a:noFill/>
              <a:ln>
                <a:prstDash val="solid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200" b="1" dirty="0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6" name="文本框 35">
                    <a:extLst>
                      <a:ext uri="{FF2B5EF4-FFF2-40B4-BE49-F238E27FC236}">
                        <a16:creationId xmlns:a16="http://schemas.microsoft.com/office/drawing/2014/main" id="{4F82CAAF-05A1-CF22-BE3A-94D52D1EF612}"/>
                      </a:ext>
                    </a:extLst>
                  </p:cNvPr>
                  <p:cNvSpPr txBox="1"/>
                  <p:nvPr/>
                </p:nvSpPr>
                <p:spPr>
                  <a:xfrm>
                    <a:off x="2958207" y="3499218"/>
                    <a:ext cx="379848" cy="276999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oMath>
                      </m:oMathPara>
                    </a14:m>
                    <a:endParaRPr lang="zh-CN" altLang="en-US" sz="1200" dirty="0"/>
                  </a:p>
                </p:txBody>
              </p:sp>
            </mc:Choice>
            <mc:Fallback xmlns="">
              <p:sp>
                <p:nvSpPr>
                  <p:cNvPr id="36" name="文本框 35">
                    <a:extLst>
                      <a:ext uri="{FF2B5EF4-FFF2-40B4-BE49-F238E27FC236}">
                        <a16:creationId xmlns:a16="http://schemas.microsoft.com/office/drawing/2014/main" id="{4F82CAAF-05A1-CF22-BE3A-94D52D1EF612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958207" y="3499218"/>
                    <a:ext cx="379848" cy="276999"/>
                  </a:xfrm>
                  <a:prstGeom prst="rect">
                    <a:avLst/>
                  </a:prstGeom>
                  <a:blipFill>
                    <a:blip r:embed="rId2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38" name="组合 37">
              <a:extLst>
                <a:ext uri="{FF2B5EF4-FFF2-40B4-BE49-F238E27FC236}">
                  <a16:creationId xmlns:a16="http://schemas.microsoft.com/office/drawing/2014/main" id="{425C1743-596D-8BC8-7B42-18E523AC8D95}"/>
                </a:ext>
              </a:extLst>
            </p:cNvPr>
            <p:cNvGrpSpPr/>
            <p:nvPr/>
          </p:nvGrpSpPr>
          <p:grpSpPr>
            <a:xfrm>
              <a:off x="7014075" y="3001483"/>
              <a:ext cx="383438" cy="321492"/>
              <a:chOff x="2942118" y="3494858"/>
              <a:chExt cx="383438" cy="321492"/>
            </a:xfrm>
          </p:grpSpPr>
          <p:sp>
            <p:nvSpPr>
              <p:cNvPr id="39" name="矩形: 圆角 38">
                <a:extLst>
                  <a:ext uri="{FF2B5EF4-FFF2-40B4-BE49-F238E27FC236}">
                    <a16:creationId xmlns:a16="http://schemas.microsoft.com/office/drawing/2014/main" id="{8A703EA2-4E82-80CE-E613-ACDAED2DC045}"/>
                  </a:ext>
                </a:extLst>
              </p:cNvPr>
              <p:cNvSpPr/>
              <p:nvPr/>
            </p:nvSpPr>
            <p:spPr>
              <a:xfrm>
                <a:off x="2968850" y="3499219"/>
                <a:ext cx="329975" cy="317131"/>
              </a:xfrm>
              <a:prstGeom prst="roundRect">
                <a:avLst/>
              </a:prstGeom>
              <a:noFill/>
              <a:ln>
                <a:prstDash val="solid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200" b="1" dirty="0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0" name="文本框 39">
                    <a:extLst>
                      <a:ext uri="{FF2B5EF4-FFF2-40B4-BE49-F238E27FC236}">
                        <a16:creationId xmlns:a16="http://schemas.microsoft.com/office/drawing/2014/main" id="{1ABAC8C5-8AAA-4CA2-AF59-CD714BD611E3}"/>
                      </a:ext>
                    </a:extLst>
                  </p:cNvPr>
                  <p:cNvSpPr txBox="1"/>
                  <p:nvPr/>
                </p:nvSpPr>
                <p:spPr>
                  <a:xfrm>
                    <a:off x="2942118" y="3494858"/>
                    <a:ext cx="383438" cy="276999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CN" sz="1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altLang="zh-CN" sz="1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oMath>
                      </m:oMathPara>
                    </a14:m>
                    <a:endParaRPr lang="zh-CN" altLang="en-US" sz="1200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40" name="文本框 39">
                    <a:extLst>
                      <a:ext uri="{FF2B5EF4-FFF2-40B4-BE49-F238E27FC236}">
                        <a16:creationId xmlns:a16="http://schemas.microsoft.com/office/drawing/2014/main" id="{1ABAC8C5-8AAA-4CA2-AF59-CD714BD611E3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942118" y="3494858"/>
                    <a:ext cx="383438" cy="276999"/>
                  </a:xfrm>
                  <a:prstGeom prst="rect">
                    <a:avLst/>
                  </a:prstGeom>
                  <a:blipFill>
                    <a:blip r:embed="rId3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49" name="组合 48">
              <a:extLst>
                <a:ext uri="{FF2B5EF4-FFF2-40B4-BE49-F238E27FC236}">
                  <a16:creationId xmlns:a16="http://schemas.microsoft.com/office/drawing/2014/main" id="{EF53A073-C87C-44C9-EAE1-1F789FB72C15}"/>
                </a:ext>
              </a:extLst>
            </p:cNvPr>
            <p:cNvGrpSpPr/>
            <p:nvPr/>
          </p:nvGrpSpPr>
          <p:grpSpPr>
            <a:xfrm>
              <a:off x="7912993" y="2990648"/>
              <a:ext cx="509114" cy="317131"/>
              <a:chOff x="2864822" y="3499219"/>
              <a:chExt cx="560026" cy="317131"/>
            </a:xfrm>
          </p:grpSpPr>
          <p:sp>
            <p:nvSpPr>
              <p:cNvPr id="51" name="矩形: 圆角 50">
                <a:extLst>
                  <a:ext uri="{FF2B5EF4-FFF2-40B4-BE49-F238E27FC236}">
                    <a16:creationId xmlns:a16="http://schemas.microsoft.com/office/drawing/2014/main" id="{74CD813C-3C0D-41B5-E2F1-80FA2BE76867}"/>
                  </a:ext>
                </a:extLst>
              </p:cNvPr>
              <p:cNvSpPr/>
              <p:nvPr/>
            </p:nvSpPr>
            <p:spPr>
              <a:xfrm>
                <a:off x="2968850" y="3499219"/>
                <a:ext cx="329975" cy="317131"/>
              </a:xfrm>
              <a:prstGeom prst="roundRect">
                <a:avLst/>
              </a:prstGeom>
              <a:noFill/>
              <a:ln>
                <a:prstDash val="solid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200" b="1" dirty="0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2" name="文本框 51">
                    <a:extLst>
                      <a:ext uri="{FF2B5EF4-FFF2-40B4-BE49-F238E27FC236}">
                        <a16:creationId xmlns:a16="http://schemas.microsoft.com/office/drawing/2014/main" id="{E813EB35-099D-99F3-88DB-1ECC821064EE}"/>
                      </a:ext>
                    </a:extLst>
                  </p:cNvPr>
                  <p:cNvSpPr txBox="1"/>
                  <p:nvPr/>
                </p:nvSpPr>
                <p:spPr>
                  <a:xfrm>
                    <a:off x="2864822" y="3501761"/>
                    <a:ext cx="560026" cy="276999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b>
                          </m:sSub>
                        </m:oMath>
                      </m:oMathPara>
                    </a14:m>
                    <a:endParaRPr lang="zh-CN" altLang="en-US" sz="1200" dirty="0"/>
                  </a:p>
                </p:txBody>
              </p:sp>
            </mc:Choice>
            <mc:Fallback xmlns="">
              <p:sp>
                <p:nvSpPr>
                  <p:cNvPr id="52" name="文本框 51">
                    <a:extLst>
                      <a:ext uri="{FF2B5EF4-FFF2-40B4-BE49-F238E27FC236}">
                        <a16:creationId xmlns:a16="http://schemas.microsoft.com/office/drawing/2014/main" id="{E813EB35-099D-99F3-88DB-1ECC821064EE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864822" y="3501761"/>
                    <a:ext cx="560026" cy="276999"/>
                  </a:xfrm>
                  <a:prstGeom prst="rect">
                    <a:avLst/>
                  </a:prstGeom>
                  <a:blipFill>
                    <a:blip r:embed="rId4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" name="文本框 1">
                  <a:extLst>
                    <a:ext uri="{FF2B5EF4-FFF2-40B4-BE49-F238E27FC236}">
                      <a16:creationId xmlns:a16="http://schemas.microsoft.com/office/drawing/2014/main" id="{93ED3568-C3BD-02E3-0BBC-A0097D40D9A6}"/>
                    </a:ext>
                  </a:extLst>
                </p:cNvPr>
                <p:cNvSpPr txBox="1"/>
                <p:nvPr/>
              </p:nvSpPr>
              <p:spPr>
                <a:xfrm>
                  <a:off x="7348206" y="3024587"/>
                  <a:ext cx="341760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0" i="1" smtClean="0">
                            <a:latin typeface="Cambria Math" panose="02040503050406030204" pitchFamily="18" charset="0"/>
                          </a:rPr>
                          <m:t>…</m:t>
                        </m:r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 xmlns="">
            <p:sp>
              <p:nvSpPr>
                <p:cNvPr id="2" name="文本框 1">
                  <a:extLst>
                    <a:ext uri="{FF2B5EF4-FFF2-40B4-BE49-F238E27FC236}">
                      <a16:creationId xmlns:a16="http://schemas.microsoft.com/office/drawing/2014/main" id="{93ED3568-C3BD-02E3-0BBC-A0097D40D9A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348206" y="3024587"/>
                  <a:ext cx="341760" cy="276999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3" name="组合 2">
              <a:extLst>
                <a:ext uri="{FF2B5EF4-FFF2-40B4-BE49-F238E27FC236}">
                  <a16:creationId xmlns:a16="http://schemas.microsoft.com/office/drawing/2014/main" id="{C906A4FB-56A2-4777-ECC8-46BDEBC2E27D}"/>
                </a:ext>
              </a:extLst>
            </p:cNvPr>
            <p:cNvGrpSpPr/>
            <p:nvPr/>
          </p:nvGrpSpPr>
          <p:grpSpPr>
            <a:xfrm>
              <a:off x="8353703" y="2986150"/>
              <a:ext cx="361636" cy="317131"/>
              <a:chOff x="2936428" y="3499219"/>
              <a:chExt cx="397801" cy="317131"/>
            </a:xfrm>
          </p:grpSpPr>
          <p:sp>
            <p:nvSpPr>
              <p:cNvPr id="5" name="矩形: 圆角 4">
                <a:extLst>
                  <a:ext uri="{FF2B5EF4-FFF2-40B4-BE49-F238E27FC236}">
                    <a16:creationId xmlns:a16="http://schemas.microsoft.com/office/drawing/2014/main" id="{FEBA7257-CA89-3D26-2266-434DE6DD1EE1}"/>
                  </a:ext>
                </a:extLst>
              </p:cNvPr>
              <p:cNvSpPr/>
              <p:nvPr/>
            </p:nvSpPr>
            <p:spPr>
              <a:xfrm>
                <a:off x="2968850" y="3499219"/>
                <a:ext cx="329975" cy="317131"/>
              </a:xfrm>
              <a:prstGeom prst="roundRect">
                <a:avLst/>
              </a:prstGeom>
              <a:noFill/>
              <a:ln>
                <a:solidFill>
                  <a:schemeClr val="accent6"/>
                </a:solidFill>
                <a:prstDash val="solid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200" b="1" dirty="0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7" name="文本框 6">
                    <a:extLst>
                      <a:ext uri="{FF2B5EF4-FFF2-40B4-BE49-F238E27FC236}">
                        <a16:creationId xmlns:a16="http://schemas.microsoft.com/office/drawing/2014/main" id="{E6E82A98-D7CB-A2D1-6699-B143510EF1F9}"/>
                      </a:ext>
                    </a:extLst>
                  </p:cNvPr>
                  <p:cNvSpPr txBox="1"/>
                  <p:nvPr/>
                </p:nvSpPr>
                <p:spPr>
                  <a:xfrm>
                    <a:off x="2936428" y="3506258"/>
                    <a:ext cx="397801" cy="276999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oMath>
                      </m:oMathPara>
                    </a14:m>
                    <a:endParaRPr lang="zh-CN" altLang="en-US" sz="1200" dirty="0"/>
                  </a:p>
                </p:txBody>
              </p:sp>
            </mc:Choice>
            <mc:Fallback xmlns="">
              <p:sp>
                <p:nvSpPr>
                  <p:cNvPr id="7" name="文本框 6">
                    <a:extLst>
                      <a:ext uri="{FF2B5EF4-FFF2-40B4-BE49-F238E27FC236}">
                        <a16:creationId xmlns:a16="http://schemas.microsoft.com/office/drawing/2014/main" id="{E6E82A98-D7CB-A2D1-6699-B143510EF1F9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936428" y="3506258"/>
                    <a:ext cx="397801" cy="276999"/>
                  </a:xfrm>
                  <a:prstGeom prst="rect">
                    <a:avLst/>
                  </a:prstGeom>
                  <a:blipFill>
                    <a:blip r:embed="rId6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4" name="组合 3">
              <a:extLst>
                <a:ext uri="{FF2B5EF4-FFF2-40B4-BE49-F238E27FC236}">
                  <a16:creationId xmlns:a16="http://schemas.microsoft.com/office/drawing/2014/main" id="{DEAFE296-E131-148C-B469-63A6379D4190}"/>
                </a:ext>
              </a:extLst>
            </p:cNvPr>
            <p:cNvGrpSpPr/>
            <p:nvPr/>
          </p:nvGrpSpPr>
          <p:grpSpPr>
            <a:xfrm>
              <a:off x="7546923" y="2993189"/>
              <a:ext cx="509114" cy="317131"/>
              <a:chOff x="2864822" y="3499219"/>
              <a:chExt cx="560026" cy="317131"/>
            </a:xfrm>
          </p:grpSpPr>
          <p:sp>
            <p:nvSpPr>
              <p:cNvPr id="6" name="矩形: 圆角 5">
                <a:extLst>
                  <a:ext uri="{FF2B5EF4-FFF2-40B4-BE49-F238E27FC236}">
                    <a16:creationId xmlns:a16="http://schemas.microsoft.com/office/drawing/2014/main" id="{246D1873-7A33-5BCD-5971-75A8B65F9655}"/>
                  </a:ext>
                </a:extLst>
              </p:cNvPr>
              <p:cNvSpPr/>
              <p:nvPr/>
            </p:nvSpPr>
            <p:spPr>
              <a:xfrm>
                <a:off x="2968850" y="3499219"/>
                <a:ext cx="329975" cy="317131"/>
              </a:xfrm>
              <a:prstGeom prst="roundRect">
                <a:avLst/>
              </a:prstGeom>
              <a:noFill/>
              <a:ln>
                <a:prstDash val="solid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200" b="1" dirty="0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8" name="文本框 7">
                    <a:extLst>
                      <a:ext uri="{FF2B5EF4-FFF2-40B4-BE49-F238E27FC236}">
                        <a16:creationId xmlns:a16="http://schemas.microsoft.com/office/drawing/2014/main" id="{730A4342-8DD0-D236-C1C7-9299082CBE4E}"/>
                      </a:ext>
                    </a:extLst>
                  </p:cNvPr>
                  <p:cNvSpPr txBox="1"/>
                  <p:nvPr/>
                </p:nvSpPr>
                <p:spPr>
                  <a:xfrm>
                    <a:off x="2864822" y="3501761"/>
                    <a:ext cx="560026" cy="276999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  <m:t>−2</m:t>
                              </m:r>
                            </m:sub>
                          </m:sSub>
                        </m:oMath>
                      </m:oMathPara>
                    </a14:m>
                    <a:endParaRPr lang="zh-CN" altLang="en-US" sz="1200" dirty="0"/>
                  </a:p>
                </p:txBody>
              </p:sp>
            </mc:Choice>
            <mc:Fallback xmlns="">
              <p:sp>
                <p:nvSpPr>
                  <p:cNvPr id="8" name="文本框 7">
                    <a:extLst>
                      <a:ext uri="{FF2B5EF4-FFF2-40B4-BE49-F238E27FC236}">
                        <a16:creationId xmlns:a16="http://schemas.microsoft.com/office/drawing/2014/main" id="{730A4342-8DD0-D236-C1C7-9299082CBE4E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864822" y="3501761"/>
                    <a:ext cx="560026" cy="276999"/>
                  </a:xfrm>
                  <a:prstGeom prst="rect">
                    <a:avLst/>
                  </a:prstGeom>
                  <a:blipFill>
                    <a:blip r:embed="rId7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9" name="文本框 58">
                  <a:extLst>
                    <a:ext uri="{FF2B5EF4-FFF2-40B4-BE49-F238E27FC236}">
                      <a16:creationId xmlns:a16="http://schemas.microsoft.com/office/drawing/2014/main" id="{FA289EB0-A010-8F8E-7B25-6ACBE9482B27}"/>
                    </a:ext>
                  </a:extLst>
                </p:cNvPr>
                <p:cNvSpPr txBox="1"/>
                <p:nvPr/>
              </p:nvSpPr>
              <p:spPr>
                <a:xfrm>
                  <a:off x="7426036" y="3411379"/>
                  <a:ext cx="444161" cy="246221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0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a:rPr lang="en-US" altLang="zh-CN" sz="10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sz="10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CN" sz="100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zh-CN" altLang="en-US" sz="1000" dirty="0"/>
                </a:p>
              </p:txBody>
            </p:sp>
          </mc:Choice>
          <mc:Fallback xmlns="">
            <p:sp>
              <p:nvSpPr>
                <p:cNvPr id="59" name="文本框 58">
                  <a:extLst>
                    <a:ext uri="{FF2B5EF4-FFF2-40B4-BE49-F238E27FC236}">
                      <a16:creationId xmlns:a16="http://schemas.microsoft.com/office/drawing/2014/main" id="{FA289EB0-A010-8F8E-7B25-6ACBE9482B2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426036" y="3411379"/>
                  <a:ext cx="444161" cy="246221"/>
                </a:xfrm>
                <a:prstGeom prst="rect">
                  <a:avLst/>
                </a:prstGeom>
                <a:blipFill>
                  <a:blip r:embed="rId8"/>
                  <a:stretch>
                    <a:fillRect b="-750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48" name="组合 47">
            <a:extLst>
              <a:ext uri="{FF2B5EF4-FFF2-40B4-BE49-F238E27FC236}">
                <a16:creationId xmlns:a16="http://schemas.microsoft.com/office/drawing/2014/main" id="{2B0871AB-C6BF-58F9-1FFD-A9161FB603B2}"/>
              </a:ext>
            </a:extLst>
          </p:cNvPr>
          <p:cNvGrpSpPr/>
          <p:nvPr/>
        </p:nvGrpSpPr>
        <p:grpSpPr>
          <a:xfrm>
            <a:off x="2713659" y="1816204"/>
            <a:ext cx="2558314" cy="507018"/>
            <a:chOff x="2713659" y="1816204"/>
            <a:chExt cx="2558314" cy="507018"/>
          </a:xfrm>
        </p:grpSpPr>
        <p:grpSp>
          <p:nvGrpSpPr>
            <p:cNvPr id="12" name="组合 11">
              <a:extLst>
                <a:ext uri="{FF2B5EF4-FFF2-40B4-BE49-F238E27FC236}">
                  <a16:creationId xmlns:a16="http://schemas.microsoft.com/office/drawing/2014/main" id="{AF68540B-D49F-B24C-15F0-680BCED0C495}"/>
                </a:ext>
              </a:extLst>
            </p:cNvPr>
            <p:cNvGrpSpPr/>
            <p:nvPr/>
          </p:nvGrpSpPr>
          <p:grpSpPr>
            <a:xfrm>
              <a:off x="2860838" y="1913689"/>
              <a:ext cx="379848" cy="317132"/>
              <a:chOff x="2958207" y="3499218"/>
              <a:chExt cx="379848" cy="317132"/>
            </a:xfrm>
          </p:grpSpPr>
          <p:sp>
            <p:nvSpPr>
              <p:cNvPr id="13" name="矩形: 圆角 12">
                <a:extLst>
                  <a:ext uri="{FF2B5EF4-FFF2-40B4-BE49-F238E27FC236}">
                    <a16:creationId xmlns:a16="http://schemas.microsoft.com/office/drawing/2014/main" id="{533352CE-9226-E856-0153-F8EF9B4BCC3D}"/>
                  </a:ext>
                </a:extLst>
              </p:cNvPr>
              <p:cNvSpPr/>
              <p:nvPr/>
            </p:nvSpPr>
            <p:spPr>
              <a:xfrm>
                <a:off x="2968850" y="3499219"/>
                <a:ext cx="329975" cy="317131"/>
              </a:xfrm>
              <a:prstGeom prst="roundRect">
                <a:avLst/>
              </a:prstGeom>
              <a:noFill/>
              <a:ln>
                <a:prstDash val="solid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200" b="1" dirty="0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4" name="文本框 13">
                    <a:extLst>
                      <a:ext uri="{FF2B5EF4-FFF2-40B4-BE49-F238E27FC236}">
                        <a16:creationId xmlns:a16="http://schemas.microsoft.com/office/drawing/2014/main" id="{88E3DE39-CC2A-6441-AF6A-072D4F3C5F87}"/>
                      </a:ext>
                    </a:extLst>
                  </p:cNvPr>
                  <p:cNvSpPr txBox="1"/>
                  <p:nvPr/>
                </p:nvSpPr>
                <p:spPr>
                  <a:xfrm>
                    <a:off x="2958207" y="3499218"/>
                    <a:ext cx="379848" cy="276999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oMath>
                      </m:oMathPara>
                    </a14:m>
                    <a:endParaRPr lang="zh-CN" altLang="en-US" sz="1200" dirty="0"/>
                  </a:p>
                </p:txBody>
              </p:sp>
            </mc:Choice>
            <mc:Fallback xmlns="">
              <p:sp>
                <p:nvSpPr>
                  <p:cNvPr id="36" name="文本框 35">
                    <a:extLst>
                      <a:ext uri="{FF2B5EF4-FFF2-40B4-BE49-F238E27FC236}">
                        <a16:creationId xmlns:a16="http://schemas.microsoft.com/office/drawing/2014/main" id="{4F82CAAF-05A1-CF22-BE3A-94D52D1EF612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958207" y="3499218"/>
                    <a:ext cx="379848" cy="276999"/>
                  </a:xfrm>
                  <a:prstGeom prst="rect">
                    <a:avLst/>
                  </a:prstGeom>
                  <a:blipFill>
                    <a:blip r:embed="rId2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19" name="组合 18">
              <a:extLst>
                <a:ext uri="{FF2B5EF4-FFF2-40B4-BE49-F238E27FC236}">
                  <a16:creationId xmlns:a16="http://schemas.microsoft.com/office/drawing/2014/main" id="{9D1B4BA3-3F93-2C71-669C-756333F9BE7D}"/>
                </a:ext>
              </a:extLst>
            </p:cNvPr>
            <p:cNvGrpSpPr/>
            <p:nvPr/>
          </p:nvGrpSpPr>
          <p:grpSpPr>
            <a:xfrm>
              <a:off x="3206699" y="1911148"/>
              <a:ext cx="383438" cy="321492"/>
              <a:chOff x="2942118" y="3494858"/>
              <a:chExt cx="383438" cy="321492"/>
            </a:xfrm>
          </p:grpSpPr>
          <p:sp>
            <p:nvSpPr>
              <p:cNvPr id="21" name="矩形: 圆角 20">
                <a:extLst>
                  <a:ext uri="{FF2B5EF4-FFF2-40B4-BE49-F238E27FC236}">
                    <a16:creationId xmlns:a16="http://schemas.microsoft.com/office/drawing/2014/main" id="{54CDCD59-5CBD-2B98-8A6B-1EF3DC1D8EC6}"/>
                  </a:ext>
                </a:extLst>
              </p:cNvPr>
              <p:cNvSpPr/>
              <p:nvPr/>
            </p:nvSpPr>
            <p:spPr>
              <a:xfrm>
                <a:off x="2968850" y="3499219"/>
                <a:ext cx="329975" cy="317131"/>
              </a:xfrm>
              <a:prstGeom prst="roundRect">
                <a:avLst/>
              </a:prstGeom>
              <a:noFill/>
              <a:ln>
                <a:prstDash val="solid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200" b="1" dirty="0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2" name="文本框 21">
                    <a:extLst>
                      <a:ext uri="{FF2B5EF4-FFF2-40B4-BE49-F238E27FC236}">
                        <a16:creationId xmlns:a16="http://schemas.microsoft.com/office/drawing/2014/main" id="{43FF6DF0-EBED-9EB5-2967-FAC4F53CBB51}"/>
                      </a:ext>
                    </a:extLst>
                  </p:cNvPr>
                  <p:cNvSpPr txBox="1"/>
                  <p:nvPr/>
                </p:nvSpPr>
                <p:spPr>
                  <a:xfrm>
                    <a:off x="2942118" y="3494858"/>
                    <a:ext cx="383438" cy="276999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CN" sz="1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altLang="zh-CN" sz="1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oMath>
                      </m:oMathPara>
                    </a14:m>
                    <a:endParaRPr lang="zh-CN" altLang="en-US" sz="1200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40" name="文本框 39">
                    <a:extLst>
                      <a:ext uri="{FF2B5EF4-FFF2-40B4-BE49-F238E27FC236}">
                        <a16:creationId xmlns:a16="http://schemas.microsoft.com/office/drawing/2014/main" id="{1ABAC8C5-8AAA-4CA2-AF59-CD714BD611E3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942118" y="3494858"/>
                    <a:ext cx="383438" cy="276999"/>
                  </a:xfrm>
                  <a:prstGeom prst="rect">
                    <a:avLst/>
                  </a:prstGeom>
                  <a:blipFill>
                    <a:blip r:embed="rId3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23" name="组合 22">
              <a:extLst>
                <a:ext uri="{FF2B5EF4-FFF2-40B4-BE49-F238E27FC236}">
                  <a16:creationId xmlns:a16="http://schemas.microsoft.com/office/drawing/2014/main" id="{26D2D033-26CF-7F71-E0D4-54793AA22FCF}"/>
                </a:ext>
              </a:extLst>
            </p:cNvPr>
            <p:cNvGrpSpPr/>
            <p:nvPr/>
          </p:nvGrpSpPr>
          <p:grpSpPr>
            <a:xfrm>
              <a:off x="4118868" y="1911148"/>
              <a:ext cx="509114" cy="317131"/>
              <a:chOff x="2864822" y="3499219"/>
              <a:chExt cx="560026" cy="317131"/>
            </a:xfrm>
          </p:grpSpPr>
          <p:sp>
            <p:nvSpPr>
              <p:cNvPr id="29" name="矩形: 圆角 28">
                <a:extLst>
                  <a:ext uri="{FF2B5EF4-FFF2-40B4-BE49-F238E27FC236}">
                    <a16:creationId xmlns:a16="http://schemas.microsoft.com/office/drawing/2014/main" id="{133524D4-2FDB-57FE-82DE-01EED342BF48}"/>
                  </a:ext>
                </a:extLst>
              </p:cNvPr>
              <p:cNvSpPr/>
              <p:nvPr/>
            </p:nvSpPr>
            <p:spPr>
              <a:xfrm>
                <a:off x="2968850" y="3499219"/>
                <a:ext cx="329975" cy="317131"/>
              </a:xfrm>
              <a:prstGeom prst="roundRect">
                <a:avLst/>
              </a:prstGeom>
              <a:noFill/>
              <a:ln>
                <a:solidFill>
                  <a:srgbClr val="FF0000"/>
                </a:solidFill>
                <a:prstDash val="solid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200" b="1" dirty="0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3" name="文本框 32">
                    <a:extLst>
                      <a:ext uri="{FF2B5EF4-FFF2-40B4-BE49-F238E27FC236}">
                        <a16:creationId xmlns:a16="http://schemas.microsoft.com/office/drawing/2014/main" id="{CBD04CEB-D3FD-130B-3C65-51660CCA181C}"/>
                      </a:ext>
                    </a:extLst>
                  </p:cNvPr>
                  <p:cNvSpPr txBox="1"/>
                  <p:nvPr/>
                </p:nvSpPr>
                <p:spPr>
                  <a:xfrm>
                    <a:off x="2864822" y="3501761"/>
                    <a:ext cx="560026" cy="276999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b>
                          </m:sSub>
                        </m:oMath>
                      </m:oMathPara>
                    </a14:m>
                    <a:endParaRPr lang="zh-CN" altLang="en-US" sz="1200" dirty="0"/>
                  </a:p>
                </p:txBody>
              </p:sp>
            </mc:Choice>
            <mc:Fallback xmlns="">
              <p:sp>
                <p:nvSpPr>
                  <p:cNvPr id="33" name="文本框 32">
                    <a:extLst>
                      <a:ext uri="{FF2B5EF4-FFF2-40B4-BE49-F238E27FC236}">
                        <a16:creationId xmlns:a16="http://schemas.microsoft.com/office/drawing/2014/main" id="{CBD04CEB-D3FD-130B-3C65-51660CCA181C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864822" y="3501761"/>
                    <a:ext cx="560026" cy="276999"/>
                  </a:xfrm>
                  <a:prstGeom prst="rect">
                    <a:avLst/>
                  </a:prstGeom>
                  <a:blipFill>
                    <a:blip r:embed="rId9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7" name="文本框 36">
                  <a:extLst>
                    <a:ext uri="{FF2B5EF4-FFF2-40B4-BE49-F238E27FC236}">
                      <a16:creationId xmlns:a16="http://schemas.microsoft.com/office/drawing/2014/main" id="{29080CF5-BEB3-5D2E-04B8-A008A6AA6C29}"/>
                    </a:ext>
                  </a:extLst>
                </p:cNvPr>
                <p:cNvSpPr txBox="1"/>
                <p:nvPr/>
              </p:nvSpPr>
              <p:spPr>
                <a:xfrm>
                  <a:off x="3554081" y="1945087"/>
                  <a:ext cx="341760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0" i="1" smtClean="0">
                            <a:latin typeface="Cambria Math" panose="02040503050406030204" pitchFamily="18" charset="0"/>
                          </a:rPr>
                          <m:t>…</m:t>
                        </m:r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 xmlns="">
            <p:sp>
              <p:nvSpPr>
                <p:cNvPr id="37" name="文本框 36">
                  <a:extLst>
                    <a:ext uri="{FF2B5EF4-FFF2-40B4-BE49-F238E27FC236}">
                      <a16:creationId xmlns:a16="http://schemas.microsoft.com/office/drawing/2014/main" id="{29080CF5-BEB3-5D2E-04B8-A008A6AA6C2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554081" y="1945087"/>
                  <a:ext cx="341760" cy="276999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41" name="组合 40">
              <a:extLst>
                <a:ext uri="{FF2B5EF4-FFF2-40B4-BE49-F238E27FC236}">
                  <a16:creationId xmlns:a16="http://schemas.microsoft.com/office/drawing/2014/main" id="{B47C8EE2-DF07-81DF-C993-A25A95BB8B30}"/>
                </a:ext>
              </a:extLst>
            </p:cNvPr>
            <p:cNvGrpSpPr/>
            <p:nvPr/>
          </p:nvGrpSpPr>
          <p:grpSpPr>
            <a:xfrm>
              <a:off x="3752798" y="1913689"/>
              <a:ext cx="509114" cy="317131"/>
              <a:chOff x="2864822" y="3499219"/>
              <a:chExt cx="560026" cy="317131"/>
            </a:xfrm>
          </p:grpSpPr>
          <p:sp>
            <p:nvSpPr>
              <p:cNvPr id="42" name="矩形: 圆角 41">
                <a:extLst>
                  <a:ext uri="{FF2B5EF4-FFF2-40B4-BE49-F238E27FC236}">
                    <a16:creationId xmlns:a16="http://schemas.microsoft.com/office/drawing/2014/main" id="{2FCC8BA2-7E4F-CC56-08D4-ACBC26D831F7}"/>
                  </a:ext>
                </a:extLst>
              </p:cNvPr>
              <p:cNvSpPr/>
              <p:nvPr/>
            </p:nvSpPr>
            <p:spPr>
              <a:xfrm>
                <a:off x="2968850" y="3499219"/>
                <a:ext cx="329975" cy="317131"/>
              </a:xfrm>
              <a:prstGeom prst="roundRect">
                <a:avLst/>
              </a:prstGeom>
              <a:noFill/>
              <a:ln>
                <a:prstDash val="solid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200" b="1" dirty="0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4" name="文本框 43">
                    <a:extLst>
                      <a:ext uri="{FF2B5EF4-FFF2-40B4-BE49-F238E27FC236}">
                        <a16:creationId xmlns:a16="http://schemas.microsoft.com/office/drawing/2014/main" id="{A9329CDC-419D-EB68-006C-2876CB4D0282}"/>
                      </a:ext>
                    </a:extLst>
                  </p:cNvPr>
                  <p:cNvSpPr txBox="1"/>
                  <p:nvPr/>
                </p:nvSpPr>
                <p:spPr>
                  <a:xfrm>
                    <a:off x="2864822" y="3501761"/>
                    <a:ext cx="560026" cy="276999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  <m:t>−2</m:t>
                              </m:r>
                            </m:sub>
                          </m:sSub>
                        </m:oMath>
                      </m:oMathPara>
                    </a14:m>
                    <a:endParaRPr lang="zh-CN" altLang="en-US" sz="1200" dirty="0"/>
                  </a:p>
                </p:txBody>
              </p:sp>
            </mc:Choice>
            <mc:Fallback xmlns="">
              <p:sp>
                <p:nvSpPr>
                  <p:cNvPr id="8" name="文本框 7">
                    <a:extLst>
                      <a:ext uri="{FF2B5EF4-FFF2-40B4-BE49-F238E27FC236}">
                        <a16:creationId xmlns:a16="http://schemas.microsoft.com/office/drawing/2014/main" id="{730A4342-8DD0-D236-C1C7-9299082CBE4E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864822" y="3501761"/>
                    <a:ext cx="560026" cy="276999"/>
                  </a:xfrm>
                  <a:prstGeom prst="rect">
                    <a:avLst/>
                  </a:prstGeom>
                  <a:blipFill>
                    <a:blip r:embed="rId7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5" name="文本框 44">
                  <a:extLst>
                    <a:ext uri="{FF2B5EF4-FFF2-40B4-BE49-F238E27FC236}">
                      <a16:creationId xmlns:a16="http://schemas.microsoft.com/office/drawing/2014/main" id="{7382A03F-8C4E-0946-C22C-FBC4230B073F}"/>
                    </a:ext>
                  </a:extLst>
                </p:cNvPr>
                <p:cNvSpPr txBox="1"/>
                <p:nvPr/>
              </p:nvSpPr>
              <p:spPr>
                <a:xfrm>
                  <a:off x="4604161" y="1941926"/>
                  <a:ext cx="667812" cy="246221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0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a:rPr lang="en-US" altLang="zh-CN" sz="10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sz="10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CN" sz="1000" b="0" i="1" smtClean="0">
                            <a:latin typeface="Cambria Math" panose="02040503050406030204" pitchFamily="18" charset="0"/>
                          </a:rPr>
                          <m:t>−1)</m:t>
                        </m:r>
                      </m:oMath>
                    </m:oMathPara>
                  </a14:m>
                  <a:endParaRPr lang="zh-CN" altLang="en-US" sz="1000" dirty="0"/>
                </a:p>
              </p:txBody>
            </p:sp>
          </mc:Choice>
          <mc:Fallback xmlns="">
            <p:sp>
              <p:nvSpPr>
                <p:cNvPr id="45" name="文本框 44">
                  <a:extLst>
                    <a:ext uri="{FF2B5EF4-FFF2-40B4-BE49-F238E27FC236}">
                      <a16:creationId xmlns:a16="http://schemas.microsoft.com/office/drawing/2014/main" id="{7382A03F-8C4E-0946-C22C-FBC4230B073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604161" y="1941926"/>
                  <a:ext cx="667812" cy="246221"/>
                </a:xfrm>
                <a:prstGeom prst="rect">
                  <a:avLst/>
                </a:prstGeom>
                <a:blipFill>
                  <a:blip r:embed="rId10"/>
                  <a:stretch>
                    <a:fillRect b="-750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7" name="矩形: 圆角 46">
              <a:extLst>
                <a:ext uri="{FF2B5EF4-FFF2-40B4-BE49-F238E27FC236}">
                  <a16:creationId xmlns:a16="http://schemas.microsoft.com/office/drawing/2014/main" id="{B2A5B0D9-FA9B-7BB2-0EA1-0374C713DA1B}"/>
                </a:ext>
              </a:extLst>
            </p:cNvPr>
            <p:cNvSpPr/>
            <p:nvPr/>
          </p:nvSpPr>
          <p:spPr>
            <a:xfrm>
              <a:off x="2713659" y="1816204"/>
              <a:ext cx="1914323" cy="507018"/>
            </a:xfrm>
            <a:prstGeom prst="roundRect">
              <a:avLst/>
            </a:prstGeom>
            <a:noFill/>
            <a:ln>
              <a:prstDash val="dash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/>
            </a:p>
          </p:txBody>
        </p:sp>
      </p:grpSp>
      <p:grpSp>
        <p:nvGrpSpPr>
          <p:cNvPr id="50" name="组合 49">
            <a:extLst>
              <a:ext uri="{FF2B5EF4-FFF2-40B4-BE49-F238E27FC236}">
                <a16:creationId xmlns:a16="http://schemas.microsoft.com/office/drawing/2014/main" id="{A38C6DDE-E299-4108-55B9-93201B0ED14A}"/>
              </a:ext>
            </a:extLst>
          </p:cNvPr>
          <p:cNvGrpSpPr/>
          <p:nvPr/>
        </p:nvGrpSpPr>
        <p:grpSpPr>
          <a:xfrm>
            <a:off x="3050762" y="2451246"/>
            <a:ext cx="2175672" cy="507018"/>
            <a:chOff x="2713659" y="1816204"/>
            <a:chExt cx="2175672" cy="507018"/>
          </a:xfrm>
        </p:grpSpPr>
        <p:grpSp>
          <p:nvGrpSpPr>
            <p:cNvPr id="53" name="组合 52">
              <a:extLst>
                <a:ext uri="{FF2B5EF4-FFF2-40B4-BE49-F238E27FC236}">
                  <a16:creationId xmlns:a16="http://schemas.microsoft.com/office/drawing/2014/main" id="{FBAFAC97-F408-9C4E-5285-6AC7659C3B57}"/>
                </a:ext>
              </a:extLst>
            </p:cNvPr>
            <p:cNvGrpSpPr/>
            <p:nvPr/>
          </p:nvGrpSpPr>
          <p:grpSpPr>
            <a:xfrm>
              <a:off x="2860838" y="1913689"/>
              <a:ext cx="379848" cy="317132"/>
              <a:chOff x="2958207" y="3499218"/>
              <a:chExt cx="379848" cy="317132"/>
            </a:xfrm>
          </p:grpSpPr>
          <p:sp>
            <p:nvSpPr>
              <p:cNvPr id="95" name="矩形: 圆角 94">
                <a:extLst>
                  <a:ext uri="{FF2B5EF4-FFF2-40B4-BE49-F238E27FC236}">
                    <a16:creationId xmlns:a16="http://schemas.microsoft.com/office/drawing/2014/main" id="{D6D921EA-CECC-9BA9-F901-9404B66398F5}"/>
                  </a:ext>
                </a:extLst>
              </p:cNvPr>
              <p:cNvSpPr/>
              <p:nvPr/>
            </p:nvSpPr>
            <p:spPr>
              <a:xfrm>
                <a:off x="2968850" y="3499219"/>
                <a:ext cx="329975" cy="317131"/>
              </a:xfrm>
              <a:prstGeom prst="roundRect">
                <a:avLst/>
              </a:prstGeom>
              <a:noFill/>
              <a:ln>
                <a:prstDash val="solid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200" b="1" dirty="0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96" name="文本框 95">
                    <a:extLst>
                      <a:ext uri="{FF2B5EF4-FFF2-40B4-BE49-F238E27FC236}">
                        <a16:creationId xmlns:a16="http://schemas.microsoft.com/office/drawing/2014/main" id="{46BF372E-26EF-193A-88B1-6C0FAD97D589}"/>
                      </a:ext>
                    </a:extLst>
                  </p:cNvPr>
                  <p:cNvSpPr txBox="1"/>
                  <p:nvPr/>
                </p:nvSpPr>
                <p:spPr>
                  <a:xfrm>
                    <a:off x="2958207" y="3499218"/>
                    <a:ext cx="379848" cy="276999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oMath>
                      </m:oMathPara>
                    </a14:m>
                    <a:endParaRPr lang="zh-CN" altLang="en-US" sz="1200" dirty="0"/>
                  </a:p>
                </p:txBody>
              </p:sp>
            </mc:Choice>
            <mc:Fallback xmlns="">
              <p:sp>
                <p:nvSpPr>
                  <p:cNvPr id="36" name="文本框 35">
                    <a:extLst>
                      <a:ext uri="{FF2B5EF4-FFF2-40B4-BE49-F238E27FC236}">
                        <a16:creationId xmlns:a16="http://schemas.microsoft.com/office/drawing/2014/main" id="{4F82CAAF-05A1-CF22-BE3A-94D52D1EF612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958207" y="3499218"/>
                    <a:ext cx="379848" cy="276999"/>
                  </a:xfrm>
                  <a:prstGeom prst="rect">
                    <a:avLst/>
                  </a:prstGeom>
                  <a:blipFill>
                    <a:blip r:embed="rId2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56" name="组合 55">
              <a:extLst>
                <a:ext uri="{FF2B5EF4-FFF2-40B4-BE49-F238E27FC236}">
                  <a16:creationId xmlns:a16="http://schemas.microsoft.com/office/drawing/2014/main" id="{67B5824C-BADD-E639-0C43-C5E1B33E5AEA}"/>
                </a:ext>
              </a:extLst>
            </p:cNvPr>
            <p:cNvGrpSpPr/>
            <p:nvPr/>
          </p:nvGrpSpPr>
          <p:grpSpPr>
            <a:xfrm>
              <a:off x="3206699" y="1911148"/>
              <a:ext cx="383438" cy="321492"/>
              <a:chOff x="2942118" y="3494858"/>
              <a:chExt cx="383438" cy="321492"/>
            </a:xfrm>
          </p:grpSpPr>
          <p:sp>
            <p:nvSpPr>
              <p:cNvPr id="93" name="矩形: 圆角 92">
                <a:extLst>
                  <a:ext uri="{FF2B5EF4-FFF2-40B4-BE49-F238E27FC236}">
                    <a16:creationId xmlns:a16="http://schemas.microsoft.com/office/drawing/2014/main" id="{F4A1E632-70BB-7431-CBC3-15FCC775455E}"/>
                  </a:ext>
                </a:extLst>
              </p:cNvPr>
              <p:cNvSpPr/>
              <p:nvPr/>
            </p:nvSpPr>
            <p:spPr>
              <a:xfrm>
                <a:off x="2968850" y="3499219"/>
                <a:ext cx="329975" cy="317131"/>
              </a:xfrm>
              <a:prstGeom prst="roundRect">
                <a:avLst/>
              </a:prstGeom>
              <a:noFill/>
              <a:ln>
                <a:prstDash val="solid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200" b="1" dirty="0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94" name="文本框 93">
                    <a:extLst>
                      <a:ext uri="{FF2B5EF4-FFF2-40B4-BE49-F238E27FC236}">
                        <a16:creationId xmlns:a16="http://schemas.microsoft.com/office/drawing/2014/main" id="{8D786F36-68E1-AB33-B4BB-C0D30DA00CC5}"/>
                      </a:ext>
                    </a:extLst>
                  </p:cNvPr>
                  <p:cNvSpPr txBox="1"/>
                  <p:nvPr/>
                </p:nvSpPr>
                <p:spPr>
                  <a:xfrm>
                    <a:off x="2942118" y="3494858"/>
                    <a:ext cx="383438" cy="276999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CN" sz="1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altLang="zh-CN" sz="1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oMath>
                      </m:oMathPara>
                    </a14:m>
                    <a:endParaRPr lang="zh-CN" altLang="en-US" sz="1200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40" name="文本框 39">
                    <a:extLst>
                      <a:ext uri="{FF2B5EF4-FFF2-40B4-BE49-F238E27FC236}">
                        <a16:creationId xmlns:a16="http://schemas.microsoft.com/office/drawing/2014/main" id="{1ABAC8C5-8AAA-4CA2-AF59-CD714BD611E3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942118" y="3494858"/>
                    <a:ext cx="383438" cy="276999"/>
                  </a:xfrm>
                  <a:prstGeom prst="rect">
                    <a:avLst/>
                  </a:prstGeom>
                  <a:blipFill>
                    <a:blip r:embed="rId3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6" name="文本框 65">
                  <a:extLst>
                    <a:ext uri="{FF2B5EF4-FFF2-40B4-BE49-F238E27FC236}">
                      <a16:creationId xmlns:a16="http://schemas.microsoft.com/office/drawing/2014/main" id="{A17CF7A1-7AF1-B87C-5AE3-13FF257304BF}"/>
                    </a:ext>
                  </a:extLst>
                </p:cNvPr>
                <p:cNvSpPr txBox="1"/>
                <p:nvPr/>
              </p:nvSpPr>
              <p:spPr>
                <a:xfrm>
                  <a:off x="3554081" y="1945087"/>
                  <a:ext cx="341760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0" i="1" smtClean="0">
                            <a:latin typeface="Cambria Math" panose="02040503050406030204" pitchFamily="18" charset="0"/>
                          </a:rPr>
                          <m:t>…</m:t>
                        </m:r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 xmlns="">
            <p:sp>
              <p:nvSpPr>
                <p:cNvPr id="66" name="文本框 65">
                  <a:extLst>
                    <a:ext uri="{FF2B5EF4-FFF2-40B4-BE49-F238E27FC236}">
                      <a16:creationId xmlns:a16="http://schemas.microsoft.com/office/drawing/2014/main" id="{A17CF7A1-7AF1-B87C-5AE3-13FF257304B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554081" y="1945087"/>
                  <a:ext cx="341760" cy="276999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67" name="组合 66">
              <a:extLst>
                <a:ext uri="{FF2B5EF4-FFF2-40B4-BE49-F238E27FC236}">
                  <a16:creationId xmlns:a16="http://schemas.microsoft.com/office/drawing/2014/main" id="{5F05DAA3-18F6-871F-3B89-6CA5DC35FEA4}"/>
                </a:ext>
              </a:extLst>
            </p:cNvPr>
            <p:cNvGrpSpPr/>
            <p:nvPr/>
          </p:nvGrpSpPr>
          <p:grpSpPr>
            <a:xfrm>
              <a:off x="3752798" y="1913689"/>
              <a:ext cx="509114" cy="317131"/>
              <a:chOff x="2864822" y="3499219"/>
              <a:chExt cx="560026" cy="317131"/>
            </a:xfrm>
          </p:grpSpPr>
          <p:sp>
            <p:nvSpPr>
              <p:cNvPr id="89" name="矩形: 圆角 88">
                <a:extLst>
                  <a:ext uri="{FF2B5EF4-FFF2-40B4-BE49-F238E27FC236}">
                    <a16:creationId xmlns:a16="http://schemas.microsoft.com/office/drawing/2014/main" id="{BDEA76F5-2049-3DD5-E413-3D6401B6B020}"/>
                  </a:ext>
                </a:extLst>
              </p:cNvPr>
              <p:cNvSpPr/>
              <p:nvPr/>
            </p:nvSpPr>
            <p:spPr>
              <a:xfrm>
                <a:off x="2968850" y="3499219"/>
                <a:ext cx="329975" cy="317131"/>
              </a:xfrm>
              <a:prstGeom prst="roundRect">
                <a:avLst/>
              </a:prstGeom>
              <a:noFill/>
              <a:ln>
                <a:solidFill>
                  <a:srgbClr val="FF0000"/>
                </a:solidFill>
                <a:prstDash val="solid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200" b="1" dirty="0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90" name="文本框 89">
                    <a:extLst>
                      <a:ext uri="{FF2B5EF4-FFF2-40B4-BE49-F238E27FC236}">
                        <a16:creationId xmlns:a16="http://schemas.microsoft.com/office/drawing/2014/main" id="{2AE56B4E-C9C6-5358-1663-5888423D9886}"/>
                      </a:ext>
                    </a:extLst>
                  </p:cNvPr>
                  <p:cNvSpPr txBox="1"/>
                  <p:nvPr/>
                </p:nvSpPr>
                <p:spPr>
                  <a:xfrm>
                    <a:off x="2864822" y="3501761"/>
                    <a:ext cx="560026" cy="276999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  <m:t>−2</m:t>
                              </m:r>
                            </m:sub>
                          </m:sSub>
                        </m:oMath>
                      </m:oMathPara>
                    </a14:m>
                    <a:endParaRPr lang="zh-CN" altLang="en-US" sz="1200" dirty="0"/>
                  </a:p>
                </p:txBody>
              </p:sp>
            </mc:Choice>
            <mc:Fallback xmlns="">
              <p:sp>
                <p:nvSpPr>
                  <p:cNvPr id="8" name="文本框 7">
                    <a:extLst>
                      <a:ext uri="{FF2B5EF4-FFF2-40B4-BE49-F238E27FC236}">
                        <a16:creationId xmlns:a16="http://schemas.microsoft.com/office/drawing/2014/main" id="{730A4342-8DD0-D236-C1C7-9299082CBE4E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864822" y="3501761"/>
                    <a:ext cx="560026" cy="276999"/>
                  </a:xfrm>
                  <a:prstGeom prst="rect">
                    <a:avLst/>
                  </a:prstGeom>
                  <a:blipFill>
                    <a:blip r:embed="rId7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8" name="文本框 67">
                  <a:extLst>
                    <a:ext uri="{FF2B5EF4-FFF2-40B4-BE49-F238E27FC236}">
                      <a16:creationId xmlns:a16="http://schemas.microsoft.com/office/drawing/2014/main" id="{C54C63D5-02C7-472B-9AD3-55635F5EBC27}"/>
                    </a:ext>
                  </a:extLst>
                </p:cNvPr>
                <p:cNvSpPr txBox="1"/>
                <p:nvPr/>
              </p:nvSpPr>
              <p:spPr>
                <a:xfrm>
                  <a:off x="4221519" y="1945087"/>
                  <a:ext cx="667812" cy="246221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0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a:rPr lang="en-US" altLang="zh-CN" sz="10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sz="10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CN" sz="1000" b="0" i="1" smtClean="0">
                            <a:latin typeface="Cambria Math" panose="02040503050406030204" pitchFamily="18" charset="0"/>
                          </a:rPr>
                          <m:t>−2)</m:t>
                        </m:r>
                      </m:oMath>
                    </m:oMathPara>
                  </a14:m>
                  <a:endParaRPr lang="zh-CN" altLang="en-US" sz="1000" dirty="0"/>
                </a:p>
              </p:txBody>
            </p:sp>
          </mc:Choice>
          <mc:Fallback xmlns="">
            <p:sp>
              <p:nvSpPr>
                <p:cNvPr id="68" name="文本框 67">
                  <a:extLst>
                    <a:ext uri="{FF2B5EF4-FFF2-40B4-BE49-F238E27FC236}">
                      <a16:creationId xmlns:a16="http://schemas.microsoft.com/office/drawing/2014/main" id="{C54C63D5-02C7-472B-9AD3-55635F5EBC2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221519" y="1945087"/>
                  <a:ext cx="667812" cy="246221"/>
                </a:xfrm>
                <a:prstGeom prst="rect">
                  <a:avLst/>
                </a:prstGeom>
                <a:blipFill>
                  <a:blip r:embed="rId11"/>
                  <a:stretch>
                    <a:fillRect b="-4878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88" name="矩形: 圆角 87">
              <a:extLst>
                <a:ext uri="{FF2B5EF4-FFF2-40B4-BE49-F238E27FC236}">
                  <a16:creationId xmlns:a16="http://schemas.microsoft.com/office/drawing/2014/main" id="{CA3397EC-CCAA-9DD1-B866-64DE52D10BF1}"/>
                </a:ext>
              </a:extLst>
            </p:cNvPr>
            <p:cNvSpPr/>
            <p:nvPr/>
          </p:nvSpPr>
          <p:spPr>
            <a:xfrm>
              <a:off x="2713659" y="1816204"/>
              <a:ext cx="1531157" cy="507018"/>
            </a:xfrm>
            <a:prstGeom prst="roundRect">
              <a:avLst/>
            </a:prstGeom>
            <a:noFill/>
            <a:ln>
              <a:prstDash val="dash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/>
            </a:p>
          </p:txBody>
        </p:sp>
      </p:grpSp>
      <p:grpSp>
        <p:nvGrpSpPr>
          <p:cNvPr id="97" name="组合 96">
            <a:extLst>
              <a:ext uri="{FF2B5EF4-FFF2-40B4-BE49-F238E27FC236}">
                <a16:creationId xmlns:a16="http://schemas.microsoft.com/office/drawing/2014/main" id="{2A211E87-9E6C-1E63-8A06-63615723139C}"/>
              </a:ext>
            </a:extLst>
          </p:cNvPr>
          <p:cNvGrpSpPr/>
          <p:nvPr/>
        </p:nvGrpSpPr>
        <p:grpSpPr>
          <a:xfrm>
            <a:off x="3050762" y="3098224"/>
            <a:ext cx="2175672" cy="507018"/>
            <a:chOff x="2713659" y="1816204"/>
            <a:chExt cx="2175672" cy="507018"/>
          </a:xfrm>
        </p:grpSpPr>
        <p:grpSp>
          <p:nvGrpSpPr>
            <p:cNvPr id="98" name="组合 97">
              <a:extLst>
                <a:ext uri="{FF2B5EF4-FFF2-40B4-BE49-F238E27FC236}">
                  <a16:creationId xmlns:a16="http://schemas.microsoft.com/office/drawing/2014/main" id="{B03B23B8-0E62-57DA-AD6C-05501E6B770D}"/>
                </a:ext>
              </a:extLst>
            </p:cNvPr>
            <p:cNvGrpSpPr/>
            <p:nvPr/>
          </p:nvGrpSpPr>
          <p:grpSpPr>
            <a:xfrm>
              <a:off x="2860838" y="1913689"/>
              <a:ext cx="379848" cy="317132"/>
              <a:chOff x="2958207" y="3499218"/>
              <a:chExt cx="379848" cy="317132"/>
            </a:xfrm>
          </p:grpSpPr>
          <p:sp>
            <p:nvSpPr>
              <p:cNvPr id="108" name="矩形: 圆角 107">
                <a:extLst>
                  <a:ext uri="{FF2B5EF4-FFF2-40B4-BE49-F238E27FC236}">
                    <a16:creationId xmlns:a16="http://schemas.microsoft.com/office/drawing/2014/main" id="{BD52418A-1401-8658-2EA0-03104E9A07BD}"/>
                  </a:ext>
                </a:extLst>
              </p:cNvPr>
              <p:cNvSpPr/>
              <p:nvPr/>
            </p:nvSpPr>
            <p:spPr>
              <a:xfrm>
                <a:off x="2968850" y="3499219"/>
                <a:ext cx="329975" cy="317131"/>
              </a:xfrm>
              <a:prstGeom prst="roundRect">
                <a:avLst/>
              </a:prstGeom>
              <a:noFill/>
              <a:ln>
                <a:prstDash val="solid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200" b="1" dirty="0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09" name="文本框 108">
                    <a:extLst>
                      <a:ext uri="{FF2B5EF4-FFF2-40B4-BE49-F238E27FC236}">
                        <a16:creationId xmlns:a16="http://schemas.microsoft.com/office/drawing/2014/main" id="{33FED4DE-0F45-66DF-3665-7F4D4223AF23}"/>
                      </a:ext>
                    </a:extLst>
                  </p:cNvPr>
                  <p:cNvSpPr txBox="1"/>
                  <p:nvPr/>
                </p:nvSpPr>
                <p:spPr>
                  <a:xfrm>
                    <a:off x="2958207" y="3499218"/>
                    <a:ext cx="379848" cy="276999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oMath>
                      </m:oMathPara>
                    </a14:m>
                    <a:endParaRPr lang="zh-CN" altLang="en-US" sz="1200" dirty="0"/>
                  </a:p>
                </p:txBody>
              </p:sp>
            </mc:Choice>
            <mc:Fallback xmlns="">
              <p:sp>
                <p:nvSpPr>
                  <p:cNvPr id="36" name="文本框 35">
                    <a:extLst>
                      <a:ext uri="{FF2B5EF4-FFF2-40B4-BE49-F238E27FC236}">
                        <a16:creationId xmlns:a16="http://schemas.microsoft.com/office/drawing/2014/main" id="{4F82CAAF-05A1-CF22-BE3A-94D52D1EF612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958207" y="3499218"/>
                    <a:ext cx="379848" cy="276999"/>
                  </a:xfrm>
                  <a:prstGeom prst="rect">
                    <a:avLst/>
                  </a:prstGeom>
                  <a:blipFill>
                    <a:blip r:embed="rId2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99" name="组合 98">
              <a:extLst>
                <a:ext uri="{FF2B5EF4-FFF2-40B4-BE49-F238E27FC236}">
                  <a16:creationId xmlns:a16="http://schemas.microsoft.com/office/drawing/2014/main" id="{629DAE9B-0F41-F778-969A-19303FD25667}"/>
                </a:ext>
              </a:extLst>
            </p:cNvPr>
            <p:cNvGrpSpPr/>
            <p:nvPr/>
          </p:nvGrpSpPr>
          <p:grpSpPr>
            <a:xfrm>
              <a:off x="3206699" y="1911148"/>
              <a:ext cx="383438" cy="321492"/>
              <a:chOff x="2942118" y="3494858"/>
              <a:chExt cx="383438" cy="321492"/>
            </a:xfrm>
          </p:grpSpPr>
          <p:sp>
            <p:nvSpPr>
              <p:cNvPr id="106" name="矩形: 圆角 105">
                <a:extLst>
                  <a:ext uri="{FF2B5EF4-FFF2-40B4-BE49-F238E27FC236}">
                    <a16:creationId xmlns:a16="http://schemas.microsoft.com/office/drawing/2014/main" id="{F62A44F4-F222-20D3-D7CF-375496568021}"/>
                  </a:ext>
                </a:extLst>
              </p:cNvPr>
              <p:cNvSpPr/>
              <p:nvPr/>
            </p:nvSpPr>
            <p:spPr>
              <a:xfrm>
                <a:off x="2968850" y="3499219"/>
                <a:ext cx="329975" cy="317131"/>
              </a:xfrm>
              <a:prstGeom prst="roundRect">
                <a:avLst/>
              </a:prstGeom>
              <a:noFill/>
              <a:ln>
                <a:prstDash val="solid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200" b="1" dirty="0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07" name="文本框 106">
                    <a:extLst>
                      <a:ext uri="{FF2B5EF4-FFF2-40B4-BE49-F238E27FC236}">
                        <a16:creationId xmlns:a16="http://schemas.microsoft.com/office/drawing/2014/main" id="{D257A9DA-7546-E65F-F0AA-8A83EFB2ECD0}"/>
                      </a:ext>
                    </a:extLst>
                  </p:cNvPr>
                  <p:cNvSpPr txBox="1"/>
                  <p:nvPr/>
                </p:nvSpPr>
                <p:spPr>
                  <a:xfrm>
                    <a:off x="2942118" y="3494858"/>
                    <a:ext cx="383438" cy="276999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CN" sz="1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altLang="zh-CN" sz="1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oMath>
                      </m:oMathPara>
                    </a14:m>
                    <a:endParaRPr lang="zh-CN" altLang="en-US" sz="1200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40" name="文本框 39">
                    <a:extLst>
                      <a:ext uri="{FF2B5EF4-FFF2-40B4-BE49-F238E27FC236}">
                        <a16:creationId xmlns:a16="http://schemas.microsoft.com/office/drawing/2014/main" id="{1ABAC8C5-8AAA-4CA2-AF59-CD714BD611E3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942118" y="3494858"/>
                    <a:ext cx="383438" cy="276999"/>
                  </a:xfrm>
                  <a:prstGeom prst="rect">
                    <a:avLst/>
                  </a:prstGeom>
                  <a:blipFill>
                    <a:blip r:embed="rId3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0" name="文本框 99">
                  <a:extLst>
                    <a:ext uri="{FF2B5EF4-FFF2-40B4-BE49-F238E27FC236}">
                      <a16:creationId xmlns:a16="http://schemas.microsoft.com/office/drawing/2014/main" id="{F102EE2B-0C5A-D71B-CE11-0A3CE9E861CA}"/>
                    </a:ext>
                  </a:extLst>
                </p:cNvPr>
                <p:cNvSpPr txBox="1"/>
                <p:nvPr/>
              </p:nvSpPr>
              <p:spPr>
                <a:xfrm>
                  <a:off x="3554081" y="1945087"/>
                  <a:ext cx="341760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0" i="1" smtClean="0">
                            <a:latin typeface="Cambria Math" panose="02040503050406030204" pitchFamily="18" charset="0"/>
                          </a:rPr>
                          <m:t>…</m:t>
                        </m:r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 xmlns="">
            <p:sp>
              <p:nvSpPr>
                <p:cNvPr id="100" name="文本框 99">
                  <a:extLst>
                    <a:ext uri="{FF2B5EF4-FFF2-40B4-BE49-F238E27FC236}">
                      <a16:creationId xmlns:a16="http://schemas.microsoft.com/office/drawing/2014/main" id="{F102EE2B-0C5A-D71B-CE11-0A3CE9E861C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554081" y="1945087"/>
                  <a:ext cx="341760" cy="276999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101" name="组合 100">
              <a:extLst>
                <a:ext uri="{FF2B5EF4-FFF2-40B4-BE49-F238E27FC236}">
                  <a16:creationId xmlns:a16="http://schemas.microsoft.com/office/drawing/2014/main" id="{C7A320B8-89DC-17CD-698C-3CED255C399F}"/>
                </a:ext>
              </a:extLst>
            </p:cNvPr>
            <p:cNvGrpSpPr/>
            <p:nvPr/>
          </p:nvGrpSpPr>
          <p:grpSpPr>
            <a:xfrm>
              <a:off x="3752798" y="1913689"/>
              <a:ext cx="509114" cy="317131"/>
              <a:chOff x="2864822" y="3499219"/>
              <a:chExt cx="560026" cy="317131"/>
            </a:xfrm>
          </p:grpSpPr>
          <p:sp>
            <p:nvSpPr>
              <p:cNvPr id="104" name="矩形: 圆角 103">
                <a:extLst>
                  <a:ext uri="{FF2B5EF4-FFF2-40B4-BE49-F238E27FC236}">
                    <a16:creationId xmlns:a16="http://schemas.microsoft.com/office/drawing/2014/main" id="{F4ABC4DE-BCDF-83D9-4261-BCC9ED1F0965}"/>
                  </a:ext>
                </a:extLst>
              </p:cNvPr>
              <p:cNvSpPr/>
              <p:nvPr/>
            </p:nvSpPr>
            <p:spPr>
              <a:xfrm>
                <a:off x="2968850" y="3499219"/>
                <a:ext cx="329975" cy="317131"/>
              </a:xfrm>
              <a:prstGeom prst="roundRect">
                <a:avLst/>
              </a:prstGeom>
              <a:noFill/>
              <a:ln>
                <a:solidFill>
                  <a:srgbClr val="FF0000"/>
                </a:solidFill>
                <a:prstDash val="solid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200" b="1" dirty="0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05" name="文本框 104">
                    <a:extLst>
                      <a:ext uri="{FF2B5EF4-FFF2-40B4-BE49-F238E27FC236}">
                        <a16:creationId xmlns:a16="http://schemas.microsoft.com/office/drawing/2014/main" id="{4440DD44-D77C-F96B-8512-E2219A6B0600}"/>
                      </a:ext>
                    </a:extLst>
                  </p:cNvPr>
                  <p:cNvSpPr txBox="1"/>
                  <p:nvPr/>
                </p:nvSpPr>
                <p:spPr>
                  <a:xfrm>
                    <a:off x="2864822" y="3501761"/>
                    <a:ext cx="560026" cy="276999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  <m:t>−3</m:t>
                              </m:r>
                            </m:sub>
                          </m:sSub>
                        </m:oMath>
                      </m:oMathPara>
                    </a14:m>
                    <a:endParaRPr lang="zh-CN" altLang="en-US" sz="1200" dirty="0"/>
                  </a:p>
                </p:txBody>
              </p:sp>
            </mc:Choice>
            <mc:Fallback xmlns="">
              <p:sp>
                <p:nvSpPr>
                  <p:cNvPr id="105" name="文本框 104">
                    <a:extLst>
                      <a:ext uri="{FF2B5EF4-FFF2-40B4-BE49-F238E27FC236}">
                        <a16:creationId xmlns:a16="http://schemas.microsoft.com/office/drawing/2014/main" id="{4440DD44-D77C-F96B-8512-E2219A6B0600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864822" y="3501761"/>
                    <a:ext cx="560026" cy="276999"/>
                  </a:xfrm>
                  <a:prstGeom prst="rect">
                    <a:avLst/>
                  </a:prstGeom>
                  <a:blipFill>
                    <a:blip r:embed="rId12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2" name="文本框 101">
                  <a:extLst>
                    <a:ext uri="{FF2B5EF4-FFF2-40B4-BE49-F238E27FC236}">
                      <a16:creationId xmlns:a16="http://schemas.microsoft.com/office/drawing/2014/main" id="{A853FD31-5031-737C-E51B-953B3E98BE31}"/>
                    </a:ext>
                  </a:extLst>
                </p:cNvPr>
                <p:cNvSpPr txBox="1"/>
                <p:nvPr/>
              </p:nvSpPr>
              <p:spPr>
                <a:xfrm>
                  <a:off x="4221519" y="1945087"/>
                  <a:ext cx="667812" cy="246221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0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a:rPr lang="en-US" altLang="zh-CN" sz="10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sz="10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CN" sz="1000" b="0" i="1" smtClean="0">
                            <a:latin typeface="Cambria Math" panose="02040503050406030204" pitchFamily="18" charset="0"/>
                          </a:rPr>
                          <m:t>−3)</m:t>
                        </m:r>
                      </m:oMath>
                    </m:oMathPara>
                  </a14:m>
                  <a:endParaRPr lang="zh-CN" altLang="en-US" sz="1000" dirty="0"/>
                </a:p>
              </p:txBody>
            </p:sp>
          </mc:Choice>
          <mc:Fallback xmlns="">
            <p:sp>
              <p:nvSpPr>
                <p:cNvPr id="102" name="文本框 101">
                  <a:extLst>
                    <a:ext uri="{FF2B5EF4-FFF2-40B4-BE49-F238E27FC236}">
                      <a16:creationId xmlns:a16="http://schemas.microsoft.com/office/drawing/2014/main" id="{A853FD31-5031-737C-E51B-953B3E98BE3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221519" y="1945087"/>
                  <a:ext cx="667812" cy="246221"/>
                </a:xfrm>
                <a:prstGeom prst="rect">
                  <a:avLst/>
                </a:prstGeom>
                <a:blipFill>
                  <a:blip r:embed="rId13"/>
                  <a:stretch>
                    <a:fillRect b="-4878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03" name="矩形: 圆角 102">
              <a:extLst>
                <a:ext uri="{FF2B5EF4-FFF2-40B4-BE49-F238E27FC236}">
                  <a16:creationId xmlns:a16="http://schemas.microsoft.com/office/drawing/2014/main" id="{18330FD2-7BC4-EF3F-68E0-2FA3FCE089F5}"/>
                </a:ext>
              </a:extLst>
            </p:cNvPr>
            <p:cNvSpPr/>
            <p:nvPr/>
          </p:nvSpPr>
          <p:spPr>
            <a:xfrm>
              <a:off x="2713659" y="1816204"/>
              <a:ext cx="1531157" cy="507018"/>
            </a:xfrm>
            <a:prstGeom prst="roundRect">
              <a:avLst/>
            </a:prstGeom>
            <a:noFill/>
            <a:ln>
              <a:prstDash val="dash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10" name="文本框 109">
                <a:extLst>
                  <a:ext uri="{FF2B5EF4-FFF2-40B4-BE49-F238E27FC236}">
                    <a16:creationId xmlns:a16="http://schemas.microsoft.com/office/drawing/2014/main" id="{7900DBBF-6CCF-7A82-7367-A86914F33896}"/>
                  </a:ext>
                </a:extLst>
              </p:cNvPr>
              <p:cNvSpPr txBox="1"/>
              <p:nvPr/>
            </p:nvSpPr>
            <p:spPr>
              <a:xfrm>
                <a:off x="3871679" y="3541696"/>
                <a:ext cx="341760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b="0" i="1" smtClean="0">
                          <a:latin typeface="Cambria Math" panose="02040503050406030204" pitchFamily="18" charset="0"/>
                        </a:rPr>
                        <m:t>…</m:t>
                      </m:r>
                    </m:oMath>
                  </m:oMathPara>
                </a14:m>
                <a:endParaRPr lang="zh-CN" altLang="en-US" sz="1200" dirty="0"/>
              </a:p>
            </p:txBody>
          </p:sp>
        </mc:Choice>
        <mc:Fallback xmlns="">
          <p:sp>
            <p:nvSpPr>
              <p:cNvPr id="110" name="文本框 109">
                <a:extLst>
                  <a:ext uri="{FF2B5EF4-FFF2-40B4-BE49-F238E27FC236}">
                    <a16:creationId xmlns:a16="http://schemas.microsoft.com/office/drawing/2014/main" id="{7900DBBF-6CCF-7A82-7367-A86914F3389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71679" y="3541696"/>
                <a:ext cx="341760" cy="276999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6" name="文本框 115">
                <a:extLst>
                  <a:ext uri="{FF2B5EF4-FFF2-40B4-BE49-F238E27FC236}">
                    <a16:creationId xmlns:a16="http://schemas.microsoft.com/office/drawing/2014/main" id="{6E089FCD-C0DD-28D5-7DF6-37EA23C504A9}"/>
                  </a:ext>
                </a:extLst>
              </p:cNvPr>
              <p:cNvSpPr txBox="1"/>
              <p:nvPr/>
            </p:nvSpPr>
            <p:spPr>
              <a:xfrm>
                <a:off x="4544328" y="3940454"/>
                <a:ext cx="470578" cy="24622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000" b="0" i="1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altLang="zh-CN" sz="1000" b="0" i="1" smtClean="0">
                          <a:latin typeface="Cambria Math" panose="02040503050406030204" pitchFamily="18" charset="0"/>
                        </a:rPr>
                        <m:t>(2)</m:t>
                      </m:r>
                    </m:oMath>
                  </m:oMathPara>
                </a14:m>
                <a:endParaRPr lang="zh-CN" altLang="en-US" sz="1000" dirty="0"/>
              </a:p>
            </p:txBody>
          </p:sp>
        </mc:Choice>
        <mc:Fallback xmlns="">
          <p:sp>
            <p:nvSpPr>
              <p:cNvPr id="116" name="文本框 115">
                <a:extLst>
                  <a:ext uri="{FF2B5EF4-FFF2-40B4-BE49-F238E27FC236}">
                    <a16:creationId xmlns:a16="http://schemas.microsoft.com/office/drawing/2014/main" id="{6E089FCD-C0DD-28D5-7DF6-37EA23C504A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44328" y="3940454"/>
                <a:ext cx="470578" cy="246221"/>
              </a:xfrm>
              <a:prstGeom prst="rect">
                <a:avLst/>
              </a:prstGeom>
              <a:blipFill>
                <a:blip r:embed="rId15"/>
                <a:stretch>
                  <a:fillRect b="-487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24" name="组合 123">
            <a:extLst>
              <a:ext uri="{FF2B5EF4-FFF2-40B4-BE49-F238E27FC236}">
                <a16:creationId xmlns:a16="http://schemas.microsoft.com/office/drawing/2014/main" id="{7EF76028-ABA6-FAFF-357A-C4DD91F90F8C}"/>
              </a:ext>
            </a:extLst>
          </p:cNvPr>
          <p:cNvGrpSpPr/>
          <p:nvPr/>
        </p:nvGrpSpPr>
        <p:grpSpPr>
          <a:xfrm>
            <a:off x="3609472" y="3840903"/>
            <a:ext cx="960857" cy="507018"/>
            <a:chOff x="3036468" y="4046521"/>
            <a:chExt cx="960857" cy="507018"/>
          </a:xfrm>
        </p:grpSpPr>
        <p:grpSp>
          <p:nvGrpSpPr>
            <p:cNvPr id="112" name="组合 111">
              <a:extLst>
                <a:ext uri="{FF2B5EF4-FFF2-40B4-BE49-F238E27FC236}">
                  <a16:creationId xmlns:a16="http://schemas.microsoft.com/office/drawing/2014/main" id="{BBD153AC-F00D-B49A-FEFD-18162817E201}"/>
                </a:ext>
              </a:extLst>
            </p:cNvPr>
            <p:cNvGrpSpPr/>
            <p:nvPr/>
          </p:nvGrpSpPr>
          <p:grpSpPr>
            <a:xfrm>
              <a:off x="3183647" y="4144006"/>
              <a:ext cx="379848" cy="317132"/>
              <a:chOff x="2958207" y="3499218"/>
              <a:chExt cx="379848" cy="317132"/>
            </a:xfrm>
          </p:grpSpPr>
          <p:sp>
            <p:nvSpPr>
              <p:cNvPr id="122" name="矩形: 圆角 121">
                <a:extLst>
                  <a:ext uri="{FF2B5EF4-FFF2-40B4-BE49-F238E27FC236}">
                    <a16:creationId xmlns:a16="http://schemas.microsoft.com/office/drawing/2014/main" id="{28725E1F-7A5F-41FB-6019-50A76AFBBAA9}"/>
                  </a:ext>
                </a:extLst>
              </p:cNvPr>
              <p:cNvSpPr/>
              <p:nvPr/>
            </p:nvSpPr>
            <p:spPr>
              <a:xfrm>
                <a:off x="2968850" y="3499219"/>
                <a:ext cx="329975" cy="317131"/>
              </a:xfrm>
              <a:prstGeom prst="roundRect">
                <a:avLst/>
              </a:prstGeom>
              <a:noFill/>
              <a:ln>
                <a:prstDash val="solid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200" b="1" dirty="0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23" name="文本框 122">
                    <a:extLst>
                      <a:ext uri="{FF2B5EF4-FFF2-40B4-BE49-F238E27FC236}">
                        <a16:creationId xmlns:a16="http://schemas.microsoft.com/office/drawing/2014/main" id="{F1D40F7F-3F2F-B93C-28EB-2A4AACCF836A}"/>
                      </a:ext>
                    </a:extLst>
                  </p:cNvPr>
                  <p:cNvSpPr txBox="1"/>
                  <p:nvPr/>
                </p:nvSpPr>
                <p:spPr>
                  <a:xfrm>
                    <a:off x="2958207" y="3499218"/>
                    <a:ext cx="379848" cy="276999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oMath>
                      </m:oMathPara>
                    </a14:m>
                    <a:endParaRPr lang="zh-CN" altLang="en-US" sz="1200" dirty="0"/>
                  </a:p>
                </p:txBody>
              </p:sp>
            </mc:Choice>
            <mc:Fallback xmlns="">
              <p:sp>
                <p:nvSpPr>
                  <p:cNvPr id="36" name="文本框 35">
                    <a:extLst>
                      <a:ext uri="{FF2B5EF4-FFF2-40B4-BE49-F238E27FC236}">
                        <a16:creationId xmlns:a16="http://schemas.microsoft.com/office/drawing/2014/main" id="{4F82CAAF-05A1-CF22-BE3A-94D52D1EF612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958207" y="3499218"/>
                    <a:ext cx="379848" cy="276999"/>
                  </a:xfrm>
                  <a:prstGeom prst="rect">
                    <a:avLst/>
                  </a:prstGeom>
                  <a:blipFill>
                    <a:blip r:embed="rId2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113" name="组合 112">
              <a:extLst>
                <a:ext uri="{FF2B5EF4-FFF2-40B4-BE49-F238E27FC236}">
                  <a16:creationId xmlns:a16="http://schemas.microsoft.com/office/drawing/2014/main" id="{7A993EB4-D5F3-DEC1-05EC-17461FB623D7}"/>
                </a:ext>
              </a:extLst>
            </p:cNvPr>
            <p:cNvGrpSpPr/>
            <p:nvPr/>
          </p:nvGrpSpPr>
          <p:grpSpPr>
            <a:xfrm>
              <a:off x="3529508" y="4141465"/>
              <a:ext cx="383438" cy="321492"/>
              <a:chOff x="2942118" y="3494858"/>
              <a:chExt cx="383438" cy="321492"/>
            </a:xfrm>
          </p:grpSpPr>
          <p:sp>
            <p:nvSpPr>
              <p:cNvPr id="120" name="矩形: 圆角 119">
                <a:extLst>
                  <a:ext uri="{FF2B5EF4-FFF2-40B4-BE49-F238E27FC236}">
                    <a16:creationId xmlns:a16="http://schemas.microsoft.com/office/drawing/2014/main" id="{49F8F5AA-6F88-BDDA-97B6-F59BD6F200F2}"/>
                  </a:ext>
                </a:extLst>
              </p:cNvPr>
              <p:cNvSpPr/>
              <p:nvPr/>
            </p:nvSpPr>
            <p:spPr>
              <a:xfrm>
                <a:off x="2968850" y="3499219"/>
                <a:ext cx="329975" cy="317131"/>
              </a:xfrm>
              <a:prstGeom prst="roundRect">
                <a:avLst/>
              </a:prstGeom>
              <a:noFill/>
              <a:ln>
                <a:solidFill>
                  <a:srgbClr val="FF0000"/>
                </a:solidFill>
                <a:prstDash val="solid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200" b="1" dirty="0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21" name="文本框 120">
                    <a:extLst>
                      <a:ext uri="{FF2B5EF4-FFF2-40B4-BE49-F238E27FC236}">
                        <a16:creationId xmlns:a16="http://schemas.microsoft.com/office/drawing/2014/main" id="{E0707791-6A4E-128D-0B20-2C234B2A2557}"/>
                      </a:ext>
                    </a:extLst>
                  </p:cNvPr>
                  <p:cNvSpPr txBox="1"/>
                  <p:nvPr/>
                </p:nvSpPr>
                <p:spPr>
                  <a:xfrm>
                    <a:off x="2942118" y="3494858"/>
                    <a:ext cx="383438" cy="276999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CN" sz="1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altLang="zh-CN" sz="1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oMath>
                      </m:oMathPara>
                    </a14:m>
                    <a:endParaRPr lang="zh-CN" altLang="en-US" sz="1200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121" name="文本框 120">
                    <a:extLst>
                      <a:ext uri="{FF2B5EF4-FFF2-40B4-BE49-F238E27FC236}">
                        <a16:creationId xmlns:a16="http://schemas.microsoft.com/office/drawing/2014/main" id="{E0707791-6A4E-128D-0B20-2C234B2A2557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942118" y="3494858"/>
                    <a:ext cx="383438" cy="276999"/>
                  </a:xfrm>
                  <a:prstGeom prst="rect">
                    <a:avLst/>
                  </a:prstGeom>
                  <a:blipFill>
                    <a:blip r:embed="rId16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117" name="矩形: 圆角 116">
              <a:extLst>
                <a:ext uri="{FF2B5EF4-FFF2-40B4-BE49-F238E27FC236}">
                  <a16:creationId xmlns:a16="http://schemas.microsoft.com/office/drawing/2014/main" id="{9F1BB99A-DD0F-8B42-B668-F01B482A3FB4}"/>
                </a:ext>
              </a:extLst>
            </p:cNvPr>
            <p:cNvSpPr/>
            <p:nvPr/>
          </p:nvSpPr>
          <p:spPr>
            <a:xfrm>
              <a:off x="3036468" y="4046521"/>
              <a:ext cx="960857" cy="507018"/>
            </a:xfrm>
            <a:prstGeom prst="roundRect">
              <a:avLst/>
            </a:prstGeom>
            <a:noFill/>
            <a:ln>
              <a:prstDash val="dash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25" name="文本框 124">
                <a:extLst>
                  <a:ext uri="{FF2B5EF4-FFF2-40B4-BE49-F238E27FC236}">
                    <a16:creationId xmlns:a16="http://schemas.microsoft.com/office/drawing/2014/main" id="{7A8DCD33-184C-BB44-E7FD-0669F7D805E4}"/>
                  </a:ext>
                </a:extLst>
              </p:cNvPr>
              <p:cNvSpPr txBox="1"/>
              <p:nvPr/>
            </p:nvSpPr>
            <p:spPr>
              <a:xfrm>
                <a:off x="4544328" y="4662358"/>
                <a:ext cx="470578" cy="24622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000" b="0" i="1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altLang="zh-CN" sz="1000" b="0" i="1" smtClean="0">
                          <a:latin typeface="Cambria Math" panose="02040503050406030204" pitchFamily="18" charset="0"/>
                        </a:rPr>
                        <m:t>(1)</m:t>
                      </m:r>
                    </m:oMath>
                  </m:oMathPara>
                </a14:m>
                <a:endParaRPr lang="zh-CN" altLang="en-US" sz="1000" dirty="0"/>
              </a:p>
            </p:txBody>
          </p:sp>
        </mc:Choice>
        <mc:Fallback xmlns="">
          <p:sp>
            <p:nvSpPr>
              <p:cNvPr id="125" name="文本框 124">
                <a:extLst>
                  <a:ext uri="{FF2B5EF4-FFF2-40B4-BE49-F238E27FC236}">
                    <a16:creationId xmlns:a16="http://schemas.microsoft.com/office/drawing/2014/main" id="{7A8DCD33-184C-BB44-E7FD-0669F7D805E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44328" y="4662358"/>
                <a:ext cx="470578" cy="246221"/>
              </a:xfrm>
              <a:prstGeom prst="rect">
                <a:avLst/>
              </a:prstGeom>
              <a:blipFill>
                <a:blip r:embed="rId17"/>
                <a:stretch>
                  <a:fillRect b="-75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27" name="组合 126">
            <a:extLst>
              <a:ext uri="{FF2B5EF4-FFF2-40B4-BE49-F238E27FC236}">
                <a16:creationId xmlns:a16="http://schemas.microsoft.com/office/drawing/2014/main" id="{A15259C5-A17D-5DBC-9678-13DFDA0F1949}"/>
              </a:ext>
            </a:extLst>
          </p:cNvPr>
          <p:cNvGrpSpPr/>
          <p:nvPr/>
        </p:nvGrpSpPr>
        <p:grpSpPr>
          <a:xfrm>
            <a:off x="4082328" y="4645543"/>
            <a:ext cx="379848" cy="317132"/>
            <a:chOff x="2958207" y="3499218"/>
            <a:chExt cx="379848" cy="317132"/>
          </a:xfrm>
        </p:grpSpPr>
        <p:sp>
          <p:nvSpPr>
            <p:cNvPr id="132" name="矩形: 圆角 131">
              <a:extLst>
                <a:ext uri="{FF2B5EF4-FFF2-40B4-BE49-F238E27FC236}">
                  <a16:creationId xmlns:a16="http://schemas.microsoft.com/office/drawing/2014/main" id="{A97D06B2-49A4-5602-681C-39964945855C}"/>
                </a:ext>
              </a:extLst>
            </p:cNvPr>
            <p:cNvSpPr/>
            <p:nvPr/>
          </p:nvSpPr>
          <p:spPr>
            <a:xfrm>
              <a:off x="2968850" y="3499219"/>
              <a:ext cx="329975" cy="317131"/>
            </a:xfrm>
            <a:prstGeom prst="roundRect">
              <a:avLst/>
            </a:prstGeom>
            <a:noFill/>
            <a:ln>
              <a:solidFill>
                <a:srgbClr val="FF0000"/>
              </a:solidFill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 b="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3" name="文本框 132">
                  <a:extLst>
                    <a:ext uri="{FF2B5EF4-FFF2-40B4-BE49-F238E27FC236}">
                      <a16:creationId xmlns:a16="http://schemas.microsoft.com/office/drawing/2014/main" id="{BC0E0DBB-DADD-FAA2-9E33-984F96ED3AFA}"/>
                    </a:ext>
                  </a:extLst>
                </p:cNvPr>
                <p:cNvSpPr txBox="1"/>
                <p:nvPr/>
              </p:nvSpPr>
              <p:spPr>
                <a:xfrm>
                  <a:off x="2958207" y="3499218"/>
                  <a:ext cx="379848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12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200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altLang="zh-CN" sz="12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 xmlns="">
            <p:sp>
              <p:nvSpPr>
                <p:cNvPr id="133" name="文本框 132">
                  <a:extLst>
                    <a:ext uri="{FF2B5EF4-FFF2-40B4-BE49-F238E27FC236}">
                      <a16:creationId xmlns:a16="http://schemas.microsoft.com/office/drawing/2014/main" id="{BC0E0DBB-DADD-FAA2-9E33-984F96ED3AF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58207" y="3499218"/>
                  <a:ext cx="379848" cy="276999"/>
                </a:xfrm>
                <a:prstGeom prst="rect">
                  <a:avLst/>
                </a:prstGeom>
                <a:blipFill>
                  <a:blip r:embed="rId1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129" name="矩形: 圆角 128">
            <a:extLst>
              <a:ext uri="{FF2B5EF4-FFF2-40B4-BE49-F238E27FC236}">
                <a16:creationId xmlns:a16="http://schemas.microsoft.com/office/drawing/2014/main" id="{D091E5A9-DF64-9498-EC68-55A941BC970C}"/>
              </a:ext>
            </a:extLst>
          </p:cNvPr>
          <p:cNvSpPr/>
          <p:nvPr/>
        </p:nvSpPr>
        <p:spPr>
          <a:xfrm>
            <a:off x="3935150" y="4548058"/>
            <a:ext cx="623472" cy="507018"/>
          </a:xfrm>
          <a:prstGeom prst="roundRect">
            <a:avLst/>
          </a:prstGeom>
          <a:noFill/>
          <a:ln>
            <a:prstDash val="dash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 b="1" dirty="0"/>
          </a:p>
        </p:txBody>
      </p:sp>
      <p:cxnSp>
        <p:nvCxnSpPr>
          <p:cNvPr id="136" name="直接箭头连接符 135">
            <a:extLst>
              <a:ext uri="{FF2B5EF4-FFF2-40B4-BE49-F238E27FC236}">
                <a16:creationId xmlns:a16="http://schemas.microsoft.com/office/drawing/2014/main" id="{9E7B66AE-C991-B337-7E74-0EB92E54817C}"/>
              </a:ext>
            </a:extLst>
          </p:cNvPr>
          <p:cNvCxnSpPr>
            <a:stCxn id="45" idx="3"/>
            <a:endCxn id="36" idx="1"/>
          </p:cNvCxnSpPr>
          <p:nvPr/>
        </p:nvCxnSpPr>
        <p:spPr>
          <a:xfrm>
            <a:off x="5271973" y="2065037"/>
            <a:ext cx="1723266" cy="1096537"/>
          </a:xfrm>
          <a:prstGeom prst="straightConnector1">
            <a:avLst/>
          </a:prstGeom>
          <a:ln w="12700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7" name="直接箭头连接符 136">
            <a:extLst>
              <a:ext uri="{FF2B5EF4-FFF2-40B4-BE49-F238E27FC236}">
                <a16:creationId xmlns:a16="http://schemas.microsoft.com/office/drawing/2014/main" id="{364D2A02-E640-9ED5-1AA6-58856DD21395}"/>
              </a:ext>
            </a:extLst>
          </p:cNvPr>
          <p:cNvCxnSpPr>
            <a:cxnSpLocks/>
            <a:stCxn id="68" idx="3"/>
            <a:endCxn id="36" idx="1"/>
          </p:cNvCxnSpPr>
          <p:nvPr/>
        </p:nvCxnSpPr>
        <p:spPr>
          <a:xfrm>
            <a:off x="5226434" y="2703240"/>
            <a:ext cx="1768805" cy="458334"/>
          </a:xfrm>
          <a:prstGeom prst="straightConnector1">
            <a:avLst/>
          </a:prstGeom>
          <a:ln w="12700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0" name="直接箭头连接符 139">
            <a:extLst>
              <a:ext uri="{FF2B5EF4-FFF2-40B4-BE49-F238E27FC236}">
                <a16:creationId xmlns:a16="http://schemas.microsoft.com/office/drawing/2014/main" id="{92EF0427-FA05-FCA5-EC49-7064049FB7E8}"/>
              </a:ext>
            </a:extLst>
          </p:cNvPr>
          <p:cNvCxnSpPr>
            <a:cxnSpLocks/>
            <a:stCxn id="102" idx="3"/>
            <a:endCxn id="36" idx="1"/>
          </p:cNvCxnSpPr>
          <p:nvPr/>
        </p:nvCxnSpPr>
        <p:spPr>
          <a:xfrm flipV="1">
            <a:off x="5226434" y="3161574"/>
            <a:ext cx="1768805" cy="188644"/>
          </a:xfrm>
          <a:prstGeom prst="straightConnector1">
            <a:avLst/>
          </a:prstGeom>
          <a:ln w="12700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3" name="直接箭头连接符 142">
            <a:extLst>
              <a:ext uri="{FF2B5EF4-FFF2-40B4-BE49-F238E27FC236}">
                <a16:creationId xmlns:a16="http://schemas.microsoft.com/office/drawing/2014/main" id="{8C456521-40AE-5192-C3AA-2B36F4593E24}"/>
              </a:ext>
            </a:extLst>
          </p:cNvPr>
          <p:cNvCxnSpPr>
            <a:cxnSpLocks/>
            <a:stCxn id="116" idx="3"/>
            <a:endCxn id="36" idx="1"/>
          </p:cNvCxnSpPr>
          <p:nvPr/>
        </p:nvCxnSpPr>
        <p:spPr>
          <a:xfrm flipV="1">
            <a:off x="5014906" y="3161574"/>
            <a:ext cx="1980333" cy="901991"/>
          </a:xfrm>
          <a:prstGeom prst="straightConnector1">
            <a:avLst/>
          </a:prstGeom>
          <a:ln w="12700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6" name="直接箭头连接符 145">
            <a:extLst>
              <a:ext uri="{FF2B5EF4-FFF2-40B4-BE49-F238E27FC236}">
                <a16:creationId xmlns:a16="http://schemas.microsoft.com/office/drawing/2014/main" id="{5A191705-37A4-6D26-8D45-20738179B4B2}"/>
              </a:ext>
            </a:extLst>
          </p:cNvPr>
          <p:cNvCxnSpPr>
            <a:cxnSpLocks/>
            <a:stCxn id="125" idx="3"/>
            <a:endCxn id="36" idx="1"/>
          </p:cNvCxnSpPr>
          <p:nvPr/>
        </p:nvCxnSpPr>
        <p:spPr>
          <a:xfrm flipV="1">
            <a:off x="5014906" y="3161574"/>
            <a:ext cx="1980333" cy="1623895"/>
          </a:xfrm>
          <a:prstGeom prst="straightConnector1">
            <a:avLst/>
          </a:prstGeom>
          <a:ln w="12700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52" name="组合 151">
            <a:extLst>
              <a:ext uri="{FF2B5EF4-FFF2-40B4-BE49-F238E27FC236}">
                <a16:creationId xmlns:a16="http://schemas.microsoft.com/office/drawing/2014/main" id="{EDFF5D89-AF73-D372-CBB2-3BAC004DC621}"/>
              </a:ext>
            </a:extLst>
          </p:cNvPr>
          <p:cNvGrpSpPr/>
          <p:nvPr/>
        </p:nvGrpSpPr>
        <p:grpSpPr>
          <a:xfrm>
            <a:off x="6717172" y="4398789"/>
            <a:ext cx="361637" cy="317131"/>
            <a:chOff x="7411130" y="4183407"/>
            <a:chExt cx="361637" cy="317131"/>
          </a:xfrm>
        </p:grpSpPr>
        <p:sp>
          <p:nvSpPr>
            <p:cNvPr id="150" name="矩形: 圆角 149">
              <a:extLst>
                <a:ext uri="{FF2B5EF4-FFF2-40B4-BE49-F238E27FC236}">
                  <a16:creationId xmlns:a16="http://schemas.microsoft.com/office/drawing/2014/main" id="{D76D4234-5907-C081-FC1F-618B0E71059E}"/>
                </a:ext>
              </a:extLst>
            </p:cNvPr>
            <p:cNvSpPr/>
            <p:nvPr/>
          </p:nvSpPr>
          <p:spPr>
            <a:xfrm>
              <a:off x="7440604" y="4183407"/>
              <a:ext cx="299976" cy="317131"/>
            </a:xfrm>
            <a:prstGeom prst="roundRect">
              <a:avLst/>
            </a:prstGeom>
            <a:noFill/>
            <a:ln>
              <a:solidFill>
                <a:schemeClr val="accent6"/>
              </a:solidFill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 b="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1" name="文本框 150">
                  <a:extLst>
                    <a:ext uri="{FF2B5EF4-FFF2-40B4-BE49-F238E27FC236}">
                      <a16:creationId xmlns:a16="http://schemas.microsoft.com/office/drawing/2014/main" id="{85C99217-B663-FE69-2CAF-50B0527629CF}"/>
                    </a:ext>
                  </a:extLst>
                </p:cNvPr>
                <p:cNvSpPr txBox="1"/>
                <p:nvPr/>
              </p:nvSpPr>
              <p:spPr>
                <a:xfrm>
                  <a:off x="7411130" y="4190446"/>
                  <a:ext cx="361637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12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200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altLang="zh-CN" sz="12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 xmlns="">
            <p:sp>
              <p:nvSpPr>
                <p:cNvPr id="151" name="文本框 150">
                  <a:extLst>
                    <a:ext uri="{FF2B5EF4-FFF2-40B4-BE49-F238E27FC236}">
                      <a16:creationId xmlns:a16="http://schemas.microsoft.com/office/drawing/2014/main" id="{85C99217-B663-FE69-2CAF-50B0527629C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411130" y="4190446"/>
                  <a:ext cx="361637" cy="276999"/>
                </a:xfrm>
                <a:prstGeom prst="rect">
                  <a:avLst/>
                </a:prstGeom>
                <a:blipFill>
                  <a:blip r:embed="rId1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53" name="组合 152">
            <a:extLst>
              <a:ext uri="{FF2B5EF4-FFF2-40B4-BE49-F238E27FC236}">
                <a16:creationId xmlns:a16="http://schemas.microsoft.com/office/drawing/2014/main" id="{F58C131C-87EB-FC13-EA71-BC6CD391837B}"/>
              </a:ext>
            </a:extLst>
          </p:cNvPr>
          <p:cNvGrpSpPr/>
          <p:nvPr/>
        </p:nvGrpSpPr>
        <p:grpSpPr>
          <a:xfrm>
            <a:off x="6005142" y="4404760"/>
            <a:ext cx="388311" cy="317131"/>
            <a:chOff x="7411130" y="4183407"/>
            <a:chExt cx="388311" cy="317131"/>
          </a:xfrm>
        </p:grpSpPr>
        <p:sp>
          <p:nvSpPr>
            <p:cNvPr id="154" name="矩形: 圆角 153">
              <a:extLst>
                <a:ext uri="{FF2B5EF4-FFF2-40B4-BE49-F238E27FC236}">
                  <a16:creationId xmlns:a16="http://schemas.microsoft.com/office/drawing/2014/main" id="{93AB0140-84C6-AB5D-B8EF-C358D878FBE1}"/>
                </a:ext>
              </a:extLst>
            </p:cNvPr>
            <p:cNvSpPr/>
            <p:nvPr/>
          </p:nvSpPr>
          <p:spPr>
            <a:xfrm>
              <a:off x="7440604" y="4183407"/>
              <a:ext cx="299976" cy="317131"/>
            </a:xfrm>
            <a:prstGeom prst="roundRect">
              <a:avLst/>
            </a:prstGeom>
            <a:noFill/>
            <a:ln>
              <a:solidFill>
                <a:srgbClr val="FF0000"/>
              </a:solidFill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 b="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5" name="文本框 154">
                  <a:extLst>
                    <a:ext uri="{FF2B5EF4-FFF2-40B4-BE49-F238E27FC236}">
                      <a16:creationId xmlns:a16="http://schemas.microsoft.com/office/drawing/2014/main" id="{D5B14998-7B36-4F20-9FDB-CB77B85A3BE5}"/>
                    </a:ext>
                  </a:extLst>
                </p:cNvPr>
                <p:cNvSpPr txBox="1"/>
                <p:nvPr/>
              </p:nvSpPr>
              <p:spPr>
                <a:xfrm>
                  <a:off x="7411130" y="4190446"/>
                  <a:ext cx="388311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12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200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altLang="zh-CN" sz="1200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 xmlns="">
            <p:sp>
              <p:nvSpPr>
                <p:cNvPr id="155" name="文本框 154">
                  <a:extLst>
                    <a:ext uri="{FF2B5EF4-FFF2-40B4-BE49-F238E27FC236}">
                      <a16:creationId xmlns:a16="http://schemas.microsoft.com/office/drawing/2014/main" id="{D5B14998-7B36-4F20-9FDB-CB77B85A3BE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411130" y="4190446"/>
                  <a:ext cx="388311" cy="276999"/>
                </a:xfrm>
                <a:prstGeom prst="rect">
                  <a:avLst/>
                </a:prstGeom>
                <a:blipFill>
                  <a:blip r:embed="rId2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56" name="文本框 155">
                <a:extLst>
                  <a:ext uri="{FF2B5EF4-FFF2-40B4-BE49-F238E27FC236}">
                    <a16:creationId xmlns:a16="http://schemas.microsoft.com/office/drawing/2014/main" id="{782B4E1A-873C-A5C5-2AEA-223F608B1E1B}"/>
                  </a:ext>
                </a:extLst>
              </p:cNvPr>
              <p:cNvSpPr txBox="1"/>
              <p:nvPr/>
            </p:nvSpPr>
            <p:spPr>
              <a:xfrm>
                <a:off x="6384053" y="4398789"/>
                <a:ext cx="341760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b="0" i="1" smtClean="0">
                          <a:latin typeface="Cambria Math" panose="02040503050406030204" pitchFamily="18" charset="0"/>
                        </a:rPr>
                        <m:t>&lt;</m:t>
                      </m:r>
                    </m:oMath>
                  </m:oMathPara>
                </a14:m>
                <a:endParaRPr lang="zh-CN" altLang="en-US" sz="1200" dirty="0"/>
              </a:p>
            </p:txBody>
          </p:sp>
        </mc:Choice>
        <mc:Fallback xmlns="">
          <p:sp>
            <p:nvSpPr>
              <p:cNvPr id="156" name="文本框 155">
                <a:extLst>
                  <a:ext uri="{FF2B5EF4-FFF2-40B4-BE49-F238E27FC236}">
                    <a16:creationId xmlns:a16="http://schemas.microsoft.com/office/drawing/2014/main" id="{782B4E1A-873C-A5C5-2AEA-223F608B1E1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84053" y="4398789"/>
                <a:ext cx="341760" cy="276999"/>
              </a:xfrm>
              <a:prstGeom prst="rect">
                <a:avLst/>
              </a:prstGeom>
              <a:blipFill>
                <a:blip r:embed="rId2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7" name="文本框 156">
                <a:extLst>
                  <a:ext uri="{FF2B5EF4-FFF2-40B4-BE49-F238E27FC236}">
                    <a16:creationId xmlns:a16="http://schemas.microsoft.com/office/drawing/2014/main" id="{F30B9282-1CF5-EEA2-3009-74B9E8F50F80}"/>
                  </a:ext>
                </a:extLst>
              </p:cNvPr>
              <p:cNvSpPr txBox="1"/>
              <p:nvPr/>
            </p:nvSpPr>
            <p:spPr>
              <a:xfrm>
                <a:off x="5704854" y="4420704"/>
                <a:ext cx="289645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sz="1200" i="1" smtClean="0">
                          <a:latin typeface="Cambria Math" panose="02040503050406030204" pitchFamily="18" charset="0"/>
                        </a:rPr>
                        <m:t>当</m:t>
                      </m:r>
                    </m:oMath>
                  </m:oMathPara>
                </a14:m>
                <a:endParaRPr lang="zh-CN" altLang="en-US" sz="1200" dirty="0"/>
              </a:p>
            </p:txBody>
          </p:sp>
        </mc:Choice>
        <mc:Fallback xmlns="">
          <p:sp>
            <p:nvSpPr>
              <p:cNvPr id="157" name="文本框 156">
                <a:extLst>
                  <a:ext uri="{FF2B5EF4-FFF2-40B4-BE49-F238E27FC236}">
                    <a16:creationId xmlns:a16="http://schemas.microsoft.com/office/drawing/2014/main" id="{F30B9282-1CF5-EEA2-3009-74B9E8F50F8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04854" y="4420704"/>
                <a:ext cx="289645" cy="276999"/>
              </a:xfrm>
              <a:prstGeom prst="rect">
                <a:avLst/>
              </a:prstGeom>
              <a:blipFill>
                <a:blip r:embed="rId22"/>
                <a:stretch>
                  <a:fillRect r="-851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495375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17FC7F-847D-6863-287C-7DF28C822D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>
            <a:extLst>
              <a:ext uri="{FF2B5EF4-FFF2-40B4-BE49-F238E27FC236}">
                <a16:creationId xmlns:a16="http://schemas.microsoft.com/office/drawing/2014/main" id="{6393215C-73F5-D39B-47C8-F5E031F29CCC}"/>
              </a:ext>
            </a:extLst>
          </p:cNvPr>
          <p:cNvGrpSpPr/>
          <p:nvPr/>
        </p:nvGrpSpPr>
        <p:grpSpPr>
          <a:xfrm>
            <a:off x="6312219" y="2223663"/>
            <a:ext cx="361636" cy="317131"/>
            <a:chOff x="2936428" y="3499219"/>
            <a:chExt cx="397801" cy="317131"/>
          </a:xfrm>
        </p:grpSpPr>
        <p:sp>
          <p:nvSpPr>
            <p:cNvPr id="5" name="矩形: 圆角 4">
              <a:extLst>
                <a:ext uri="{FF2B5EF4-FFF2-40B4-BE49-F238E27FC236}">
                  <a16:creationId xmlns:a16="http://schemas.microsoft.com/office/drawing/2014/main" id="{A3E4FC68-31D0-CAEB-1C3E-5874BD9014EC}"/>
                </a:ext>
              </a:extLst>
            </p:cNvPr>
            <p:cNvSpPr/>
            <p:nvPr/>
          </p:nvSpPr>
          <p:spPr>
            <a:xfrm>
              <a:off x="2968850" y="3499219"/>
              <a:ext cx="329975" cy="317131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文本框 6">
                  <a:extLst>
                    <a:ext uri="{FF2B5EF4-FFF2-40B4-BE49-F238E27FC236}">
                      <a16:creationId xmlns:a16="http://schemas.microsoft.com/office/drawing/2014/main" id="{A53CCB03-81AF-2E11-2B14-7A344AC26D59}"/>
                    </a:ext>
                  </a:extLst>
                </p:cNvPr>
                <p:cNvSpPr txBox="1"/>
                <p:nvPr/>
              </p:nvSpPr>
              <p:spPr>
                <a:xfrm>
                  <a:off x="2936428" y="3506258"/>
                  <a:ext cx="397801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12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200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altLang="zh-CN" sz="12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 xmlns="">
            <p:sp>
              <p:nvSpPr>
                <p:cNvPr id="7" name="文本框 6">
                  <a:extLst>
                    <a:ext uri="{FF2B5EF4-FFF2-40B4-BE49-F238E27FC236}">
                      <a16:creationId xmlns:a16="http://schemas.microsoft.com/office/drawing/2014/main" id="{A53CCB03-81AF-2E11-2B14-7A344AC26D5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36428" y="3506258"/>
                  <a:ext cx="397801" cy="276999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9" name="组合 28">
            <a:extLst>
              <a:ext uri="{FF2B5EF4-FFF2-40B4-BE49-F238E27FC236}">
                <a16:creationId xmlns:a16="http://schemas.microsoft.com/office/drawing/2014/main" id="{94506944-F2C3-FF52-EC20-FD301A0BF142}"/>
              </a:ext>
            </a:extLst>
          </p:cNvPr>
          <p:cNvGrpSpPr/>
          <p:nvPr/>
        </p:nvGrpSpPr>
        <p:grpSpPr>
          <a:xfrm>
            <a:off x="6312219" y="2718963"/>
            <a:ext cx="361636" cy="317131"/>
            <a:chOff x="2936428" y="3499219"/>
            <a:chExt cx="397801" cy="317131"/>
          </a:xfrm>
        </p:grpSpPr>
        <p:sp>
          <p:nvSpPr>
            <p:cNvPr id="33" name="矩形: 圆角 32">
              <a:extLst>
                <a:ext uri="{FF2B5EF4-FFF2-40B4-BE49-F238E27FC236}">
                  <a16:creationId xmlns:a16="http://schemas.microsoft.com/office/drawing/2014/main" id="{90B59C30-26D5-392E-D0EF-C88DFD86A887}"/>
                </a:ext>
              </a:extLst>
            </p:cNvPr>
            <p:cNvSpPr/>
            <p:nvPr/>
          </p:nvSpPr>
          <p:spPr>
            <a:xfrm>
              <a:off x="2968850" y="3499219"/>
              <a:ext cx="329975" cy="317131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7" name="文本框 36">
                  <a:extLst>
                    <a:ext uri="{FF2B5EF4-FFF2-40B4-BE49-F238E27FC236}">
                      <a16:creationId xmlns:a16="http://schemas.microsoft.com/office/drawing/2014/main" id="{7C16D5E4-3A07-7405-47DD-AA497363ECD8}"/>
                    </a:ext>
                  </a:extLst>
                </p:cNvPr>
                <p:cNvSpPr txBox="1"/>
                <p:nvPr/>
              </p:nvSpPr>
              <p:spPr>
                <a:xfrm>
                  <a:off x="2936428" y="3506258"/>
                  <a:ext cx="397801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12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200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altLang="zh-CN" sz="12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 xmlns="">
            <p:sp>
              <p:nvSpPr>
                <p:cNvPr id="37" name="文本框 36">
                  <a:extLst>
                    <a:ext uri="{FF2B5EF4-FFF2-40B4-BE49-F238E27FC236}">
                      <a16:creationId xmlns:a16="http://schemas.microsoft.com/office/drawing/2014/main" id="{7C16D5E4-3A07-7405-47DD-AA497363ECD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36428" y="3506258"/>
                  <a:ext cx="397801" cy="276999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41" name="文本框 40">
                <a:extLst>
                  <a:ext uri="{FF2B5EF4-FFF2-40B4-BE49-F238E27FC236}">
                    <a16:creationId xmlns:a16="http://schemas.microsoft.com/office/drawing/2014/main" id="{B3CFC016-6951-70B6-69FF-18978C9F632C}"/>
                  </a:ext>
                </a:extLst>
              </p:cNvPr>
              <p:cNvSpPr txBox="1"/>
              <p:nvPr/>
            </p:nvSpPr>
            <p:spPr>
              <a:xfrm>
                <a:off x="6312219" y="3047631"/>
                <a:ext cx="394659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600" b="0" i="1" smtClean="0">
                          <a:latin typeface="Cambria Math" panose="02040503050406030204" pitchFamily="18" charset="0"/>
                        </a:rPr>
                        <m:t>…</m:t>
                      </m:r>
                    </m:oMath>
                  </m:oMathPara>
                </a14:m>
                <a:endParaRPr lang="zh-CN" altLang="en-US" sz="1600" dirty="0"/>
              </a:p>
            </p:txBody>
          </p:sp>
        </mc:Choice>
        <mc:Fallback xmlns="">
          <p:sp>
            <p:nvSpPr>
              <p:cNvPr id="41" name="文本框 40">
                <a:extLst>
                  <a:ext uri="{FF2B5EF4-FFF2-40B4-BE49-F238E27FC236}">
                    <a16:creationId xmlns:a16="http://schemas.microsoft.com/office/drawing/2014/main" id="{B3CFC016-6951-70B6-69FF-18978C9F632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12219" y="3047631"/>
                <a:ext cx="394659" cy="33855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9" name="组合 8">
            <a:extLst>
              <a:ext uri="{FF2B5EF4-FFF2-40B4-BE49-F238E27FC236}">
                <a16:creationId xmlns:a16="http://schemas.microsoft.com/office/drawing/2014/main" id="{36C3D542-4B4B-5661-0B55-80B3CFDB4898}"/>
              </a:ext>
            </a:extLst>
          </p:cNvPr>
          <p:cNvGrpSpPr/>
          <p:nvPr/>
        </p:nvGrpSpPr>
        <p:grpSpPr>
          <a:xfrm>
            <a:off x="4456766" y="2200861"/>
            <a:ext cx="1495191" cy="1515018"/>
            <a:chOff x="4593291" y="2205359"/>
            <a:chExt cx="1495191" cy="1515018"/>
          </a:xfrm>
        </p:grpSpPr>
        <p:grpSp>
          <p:nvGrpSpPr>
            <p:cNvPr id="34" name="组合 33">
              <a:extLst>
                <a:ext uri="{FF2B5EF4-FFF2-40B4-BE49-F238E27FC236}">
                  <a16:creationId xmlns:a16="http://schemas.microsoft.com/office/drawing/2014/main" id="{B329BCE6-9A18-5474-62C6-81883A2B2964}"/>
                </a:ext>
              </a:extLst>
            </p:cNvPr>
            <p:cNvGrpSpPr/>
            <p:nvPr/>
          </p:nvGrpSpPr>
          <p:grpSpPr>
            <a:xfrm>
              <a:off x="4593291" y="2221121"/>
              <a:ext cx="444930" cy="338554"/>
              <a:chOff x="2945466" y="3492179"/>
              <a:chExt cx="444930" cy="338554"/>
            </a:xfrm>
          </p:grpSpPr>
          <p:sp>
            <p:nvSpPr>
              <p:cNvPr id="35" name="矩形: 圆角 34">
                <a:extLst>
                  <a:ext uri="{FF2B5EF4-FFF2-40B4-BE49-F238E27FC236}">
                    <a16:creationId xmlns:a16="http://schemas.microsoft.com/office/drawing/2014/main" id="{23FEA8AF-364C-5DD6-85FC-44CCA871ED37}"/>
                  </a:ext>
                </a:extLst>
              </p:cNvPr>
              <p:cNvSpPr/>
              <p:nvPr/>
            </p:nvSpPr>
            <p:spPr>
              <a:xfrm>
                <a:off x="2968850" y="3499219"/>
                <a:ext cx="329975" cy="317131"/>
              </a:xfrm>
              <a:prstGeom prst="roundRect">
                <a:avLst/>
              </a:prstGeom>
              <a:noFill/>
              <a:ln>
                <a:prstDash val="solid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400" b="1" dirty="0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6" name="文本框 35">
                    <a:extLst>
                      <a:ext uri="{FF2B5EF4-FFF2-40B4-BE49-F238E27FC236}">
                        <a16:creationId xmlns:a16="http://schemas.microsoft.com/office/drawing/2014/main" id="{4FD16034-40B5-C804-AB46-CB6300FE13D5}"/>
                      </a:ext>
                    </a:extLst>
                  </p:cNvPr>
                  <p:cNvSpPr txBox="1"/>
                  <p:nvPr/>
                </p:nvSpPr>
                <p:spPr>
                  <a:xfrm>
                    <a:off x="2945466" y="3492179"/>
                    <a:ext cx="444930" cy="338554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CN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6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altLang="zh-CN" sz="16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oMath>
                      </m:oMathPara>
                    </a14:m>
                    <a:endParaRPr lang="zh-CN" altLang="en-US" sz="1600" dirty="0"/>
                  </a:p>
                </p:txBody>
              </p:sp>
            </mc:Choice>
            <mc:Fallback xmlns="">
              <p:sp>
                <p:nvSpPr>
                  <p:cNvPr id="36" name="文本框 35">
                    <a:extLst>
                      <a:ext uri="{FF2B5EF4-FFF2-40B4-BE49-F238E27FC236}">
                        <a16:creationId xmlns:a16="http://schemas.microsoft.com/office/drawing/2014/main" id="{9BD0E553-CCC8-ADD8-501F-7CC6FFA5482B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945466" y="3492179"/>
                    <a:ext cx="444930" cy="338554"/>
                  </a:xfrm>
                  <a:prstGeom prst="rect">
                    <a:avLst/>
                  </a:prstGeom>
                  <a:blipFill>
                    <a:blip r:embed="rId5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38" name="组合 37">
              <a:extLst>
                <a:ext uri="{FF2B5EF4-FFF2-40B4-BE49-F238E27FC236}">
                  <a16:creationId xmlns:a16="http://schemas.microsoft.com/office/drawing/2014/main" id="{514D3551-AB95-003C-9694-55A8407069B7}"/>
                </a:ext>
              </a:extLst>
            </p:cNvPr>
            <p:cNvGrpSpPr/>
            <p:nvPr/>
          </p:nvGrpSpPr>
          <p:grpSpPr>
            <a:xfrm>
              <a:off x="4931032" y="2205359"/>
              <a:ext cx="449674" cy="341752"/>
              <a:chOff x="2921257" y="3474598"/>
              <a:chExt cx="449674" cy="341752"/>
            </a:xfrm>
          </p:grpSpPr>
          <p:sp>
            <p:nvSpPr>
              <p:cNvPr id="39" name="矩形: 圆角 38">
                <a:extLst>
                  <a:ext uri="{FF2B5EF4-FFF2-40B4-BE49-F238E27FC236}">
                    <a16:creationId xmlns:a16="http://schemas.microsoft.com/office/drawing/2014/main" id="{2B106B89-F091-2F0F-CAB8-AB781BB388B5}"/>
                  </a:ext>
                </a:extLst>
              </p:cNvPr>
              <p:cNvSpPr/>
              <p:nvPr/>
            </p:nvSpPr>
            <p:spPr>
              <a:xfrm>
                <a:off x="2968850" y="3499219"/>
                <a:ext cx="329975" cy="317131"/>
              </a:xfrm>
              <a:prstGeom prst="roundRect">
                <a:avLst/>
              </a:prstGeom>
              <a:noFill/>
              <a:ln>
                <a:prstDash val="solid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400" b="1" dirty="0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0" name="文本框 39">
                    <a:extLst>
                      <a:ext uri="{FF2B5EF4-FFF2-40B4-BE49-F238E27FC236}">
                        <a16:creationId xmlns:a16="http://schemas.microsoft.com/office/drawing/2014/main" id="{831996CB-4664-EEA3-58E5-3A7359F207B9}"/>
                      </a:ext>
                    </a:extLst>
                  </p:cNvPr>
                  <p:cNvSpPr txBox="1"/>
                  <p:nvPr/>
                </p:nvSpPr>
                <p:spPr>
                  <a:xfrm>
                    <a:off x="2921257" y="3474598"/>
                    <a:ext cx="449674" cy="338554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CN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altLang="zh-CN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oMath>
                      </m:oMathPara>
                    </a14:m>
                    <a:endParaRPr lang="zh-CN" altLang="en-US" sz="1600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40" name="文本框 39">
                    <a:extLst>
                      <a:ext uri="{FF2B5EF4-FFF2-40B4-BE49-F238E27FC236}">
                        <a16:creationId xmlns:a16="http://schemas.microsoft.com/office/drawing/2014/main" id="{BB804463-1D58-180E-6F7B-6C258D81CB24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921257" y="3474598"/>
                    <a:ext cx="449674" cy="338554"/>
                  </a:xfrm>
                  <a:prstGeom prst="rect">
                    <a:avLst/>
                  </a:prstGeom>
                  <a:blipFill>
                    <a:blip r:embed="rId6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49" name="组合 48">
              <a:extLst>
                <a:ext uri="{FF2B5EF4-FFF2-40B4-BE49-F238E27FC236}">
                  <a16:creationId xmlns:a16="http://schemas.microsoft.com/office/drawing/2014/main" id="{E72908D1-95F2-B720-6F04-8B6622683EE1}"/>
                </a:ext>
              </a:extLst>
            </p:cNvPr>
            <p:cNvGrpSpPr/>
            <p:nvPr/>
          </p:nvGrpSpPr>
          <p:grpSpPr>
            <a:xfrm>
              <a:off x="5579368" y="2225619"/>
              <a:ext cx="509114" cy="317131"/>
              <a:chOff x="2864822" y="3499219"/>
              <a:chExt cx="560026" cy="317131"/>
            </a:xfrm>
          </p:grpSpPr>
          <p:sp>
            <p:nvSpPr>
              <p:cNvPr id="51" name="矩形: 圆角 50">
                <a:extLst>
                  <a:ext uri="{FF2B5EF4-FFF2-40B4-BE49-F238E27FC236}">
                    <a16:creationId xmlns:a16="http://schemas.microsoft.com/office/drawing/2014/main" id="{41F1AC06-49BE-DF6B-4AAC-6226BE0A73A8}"/>
                  </a:ext>
                </a:extLst>
              </p:cNvPr>
              <p:cNvSpPr/>
              <p:nvPr/>
            </p:nvSpPr>
            <p:spPr>
              <a:xfrm>
                <a:off x="2968850" y="3499219"/>
                <a:ext cx="329975" cy="317131"/>
              </a:xfrm>
              <a:prstGeom prst="roundRect">
                <a:avLst/>
              </a:prstGeom>
              <a:noFill/>
              <a:ln>
                <a:prstDash val="solid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400" b="1" dirty="0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2" name="文本框 51">
                    <a:extLst>
                      <a:ext uri="{FF2B5EF4-FFF2-40B4-BE49-F238E27FC236}">
                        <a16:creationId xmlns:a16="http://schemas.microsoft.com/office/drawing/2014/main" id="{F09B1C81-8673-F233-3585-DA551BA2E5FB}"/>
                      </a:ext>
                    </a:extLst>
                  </p:cNvPr>
                  <p:cNvSpPr txBox="1"/>
                  <p:nvPr/>
                </p:nvSpPr>
                <p:spPr>
                  <a:xfrm>
                    <a:off x="2864822" y="3501761"/>
                    <a:ext cx="560026" cy="276999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b>
                          </m:sSub>
                        </m:oMath>
                      </m:oMathPara>
                    </a14:m>
                    <a:endParaRPr lang="zh-CN" altLang="en-US" sz="1200" dirty="0"/>
                  </a:p>
                </p:txBody>
              </p:sp>
            </mc:Choice>
            <mc:Fallback xmlns="">
              <p:sp>
                <p:nvSpPr>
                  <p:cNvPr id="52" name="文本框 51">
                    <a:extLst>
                      <a:ext uri="{FF2B5EF4-FFF2-40B4-BE49-F238E27FC236}">
                        <a16:creationId xmlns:a16="http://schemas.microsoft.com/office/drawing/2014/main" id="{28CF9555-C101-2E24-06A4-0439665E92E0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864822" y="3501761"/>
                    <a:ext cx="560026" cy="276999"/>
                  </a:xfrm>
                  <a:prstGeom prst="rect">
                    <a:avLst/>
                  </a:prstGeom>
                  <a:blipFill>
                    <a:blip r:embed="rId7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" name="文本框 1">
                  <a:extLst>
                    <a:ext uri="{FF2B5EF4-FFF2-40B4-BE49-F238E27FC236}">
                      <a16:creationId xmlns:a16="http://schemas.microsoft.com/office/drawing/2014/main" id="{9E6095DE-90BD-E7E6-8008-F31D44E0CDF8}"/>
                    </a:ext>
                  </a:extLst>
                </p:cNvPr>
                <p:cNvSpPr txBox="1"/>
                <p:nvPr/>
              </p:nvSpPr>
              <p:spPr>
                <a:xfrm>
                  <a:off x="5299275" y="2259558"/>
                  <a:ext cx="394659" cy="33855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…</m:t>
                        </m:r>
                      </m:oMath>
                    </m:oMathPara>
                  </a14:m>
                  <a:endParaRPr lang="zh-CN" altLang="en-US" sz="1600" dirty="0"/>
                </a:p>
              </p:txBody>
            </p:sp>
          </mc:Choice>
          <mc:Fallback xmlns="">
            <p:sp>
              <p:nvSpPr>
                <p:cNvPr id="2" name="文本框 1">
                  <a:extLst>
                    <a:ext uri="{FF2B5EF4-FFF2-40B4-BE49-F238E27FC236}">
                      <a16:creationId xmlns:a16="http://schemas.microsoft.com/office/drawing/2014/main" id="{73395A97-87D6-5832-FC54-91CF93AA9D2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299275" y="2259558"/>
                  <a:ext cx="394659" cy="338554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12" name="组合 11">
              <a:extLst>
                <a:ext uri="{FF2B5EF4-FFF2-40B4-BE49-F238E27FC236}">
                  <a16:creationId xmlns:a16="http://schemas.microsoft.com/office/drawing/2014/main" id="{0FE03FEA-B9A7-19BE-E61F-14633832BD5A}"/>
                </a:ext>
              </a:extLst>
            </p:cNvPr>
            <p:cNvGrpSpPr/>
            <p:nvPr/>
          </p:nvGrpSpPr>
          <p:grpSpPr>
            <a:xfrm>
              <a:off x="4931032" y="2700659"/>
              <a:ext cx="449674" cy="341752"/>
              <a:chOff x="2921257" y="3474598"/>
              <a:chExt cx="449674" cy="341752"/>
            </a:xfrm>
          </p:grpSpPr>
          <p:sp>
            <p:nvSpPr>
              <p:cNvPr id="13" name="矩形: 圆角 12">
                <a:extLst>
                  <a:ext uri="{FF2B5EF4-FFF2-40B4-BE49-F238E27FC236}">
                    <a16:creationId xmlns:a16="http://schemas.microsoft.com/office/drawing/2014/main" id="{08AE0B51-FDD2-6E7D-4DB8-43B4D12B99A7}"/>
                  </a:ext>
                </a:extLst>
              </p:cNvPr>
              <p:cNvSpPr/>
              <p:nvPr/>
            </p:nvSpPr>
            <p:spPr>
              <a:xfrm>
                <a:off x="2968850" y="3499219"/>
                <a:ext cx="329975" cy="317131"/>
              </a:xfrm>
              <a:prstGeom prst="roundRect">
                <a:avLst/>
              </a:prstGeom>
              <a:noFill/>
              <a:ln>
                <a:prstDash val="solid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400" b="1" dirty="0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4" name="文本框 13">
                    <a:extLst>
                      <a:ext uri="{FF2B5EF4-FFF2-40B4-BE49-F238E27FC236}">
                        <a16:creationId xmlns:a16="http://schemas.microsoft.com/office/drawing/2014/main" id="{95A7B2C9-4AA2-7A93-5CC9-5D925043A064}"/>
                      </a:ext>
                    </a:extLst>
                  </p:cNvPr>
                  <p:cNvSpPr txBox="1"/>
                  <p:nvPr/>
                </p:nvSpPr>
                <p:spPr>
                  <a:xfrm>
                    <a:off x="2921257" y="3474598"/>
                    <a:ext cx="449674" cy="338554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CN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altLang="zh-CN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oMath>
                      </m:oMathPara>
                    </a14:m>
                    <a:endParaRPr lang="zh-CN" altLang="en-US" sz="1600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14" name="文本框 13">
                    <a:extLst>
                      <a:ext uri="{FF2B5EF4-FFF2-40B4-BE49-F238E27FC236}">
                        <a16:creationId xmlns:a16="http://schemas.microsoft.com/office/drawing/2014/main" id="{EE6438F3-F2BC-1B3F-87E5-1A0E772408B9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921257" y="3474598"/>
                    <a:ext cx="449674" cy="338554"/>
                  </a:xfrm>
                  <a:prstGeom prst="rect">
                    <a:avLst/>
                  </a:prstGeom>
                  <a:blipFill>
                    <a:blip r:embed="rId9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19" name="组合 18">
              <a:extLst>
                <a:ext uri="{FF2B5EF4-FFF2-40B4-BE49-F238E27FC236}">
                  <a16:creationId xmlns:a16="http://schemas.microsoft.com/office/drawing/2014/main" id="{0D8754AF-55F4-4214-19B8-3BCBC5B26268}"/>
                </a:ext>
              </a:extLst>
            </p:cNvPr>
            <p:cNvGrpSpPr/>
            <p:nvPr/>
          </p:nvGrpSpPr>
          <p:grpSpPr>
            <a:xfrm>
              <a:off x="5579368" y="2720919"/>
              <a:ext cx="509114" cy="317131"/>
              <a:chOff x="2864822" y="3499219"/>
              <a:chExt cx="560026" cy="317131"/>
            </a:xfrm>
          </p:grpSpPr>
          <p:sp>
            <p:nvSpPr>
              <p:cNvPr id="21" name="矩形: 圆角 20">
                <a:extLst>
                  <a:ext uri="{FF2B5EF4-FFF2-40B4-BE49-F238E27FC236}">
                    <a16:creationId xmlns:a16="http://schemas.microsoft.com/office/drawing/2014/main" id="{5E553461-D892-2F3A-9C14-8B0542203022}"/>
                  </a:ext>
                </a:extLst>
              </p:cNvPr>
              <p:cNvSpPr/>
              <p:nvPr/>
            </p:nvSpPr>
            <p:spPr>
              <a:xfrm>
                <a:off x="2968850" y="3499219"/>
                <a:ext cx="329975" cy="317131"/>
              </a:xfrm>
              <a:prstGeom prst="roundRect">
                <a:avLst/>
              </a:prstGeom>
              <a:noFill/>
              <a:ln>
                <a:prstDash val="solid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400" b="1" dirty="0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2" name="文本框 21">
                    <a:extLst>
                      <a:ext uri="{FF2B5EF4-FFF2-40B4-BE49-F238E27FC236}">
                        <a16:creationId xmlns:a16="http://schemas.microsoft.com/office/drawing/2014/main" id="{8919459B-5951-6EDE-E405-A45F60439F0C}"/>
                      </a:ext>
                    </a:extLst>
                  </p:cNvPr>
                  <p:cNvSpPr txBox="1"/>
                  <p:nvPr/>
                </p:nvSpPr>
                <p:spPr>
                  <a:xfrm>
                    <a:off x="2864822" y="3501761"/>
                    <a:ext cx="560026" cy="276999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b>
                          </m:sSub>
                        </m:oMath>
                      </m:oMathPara>
                    </a14:m>
                    <a:endParaRPr lang="zh-CN" altLang="en-US" sz="1200" dirty="0"/>
                  </a:p>
                </p:txBody>
              </p:sp>
            </mc:Choice>
            <mc:Fallback xmlns="">
              <p:sp>
                <p:nvSpPr>
                  <p:cNvPr id="22" name="文本框 21">
                    <a:extLst>
                      <a:ext uri="{FF2B5EF4-FFF2-40B4-BE49-F238E27FC236}">
                        <a16:creationId xmlns:a16="http://schemas.microsoft.com/office/drawing/2014/main" id="{58636F58-5724-CF67-6E60-B05CDAE60E03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864822" y="3501761"/>
                    <a:ext cx="560026" cy="276999"/>
                  </a:xfrm>
                  <a:prstGeom prst="rect">
                    <a:avLst/>
                  </a:prstGeom>
                  <a:blipFill>
                    <a:blip r:embed="rId10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" name="文本框 22">
                  <a:extLst>
                    <a:ext uri="{FF2B5EF4-FFF2-40B4-BE49-F238E27FC236}">
                      <a16:creationId xmlns:a16="http://schemas.microsoft.com/office/drawing/2014/main" id="{2A138F48-DBDB-A31A-824F-E2DC6CCF698D}"/>
                    </a:ext>
                  </a:extLst>
                </p:cNvPr>
                <p:cNvSpPr txBox="1"/>
                <p:nvPr/>
              </p:nvSpPr>
              <p:spPr>
                <a:xfrm>
                  <a:off x="5299275" y="2754858"/>
                  <a:ext cx="394659" cy="33855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…</m:t>
                        </m:r>
                      </m:oMath>
                    </m:oMathPara>
                  </a14:m>
                  <a:endParaRPr lang="zh-CN" altLang="en-US" sz="1600" dirty="0"/>
                </a:p>
              </p:txBody>
            </p:sp>
          </mc:Choice>
          <mc:Fallback xmlns="">
            <p:sp>
              <p:nvSpPr>
                <p:cNvPr id="23" name="文本框 22">
                  <a:extLst>
                    <a:ext uri="{FF2B5EF4-FFF2-40B4-BE49-F238E27FC236}">
                      <a16:creationId xmlns:a16="http://schemas.microsoft.com/office/drawing/2014/main" id="{644378BC-25A5-CA8C-7B1B-65CEEF9A509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299275" y="2754858"/>
                  <a:ext cx="394659" cy="338554"/>
                </a:xfrm>
                <a:prstGeom prst="rect">
                  <a:avLst/>
                </a:prstGeom>
                <a:blipFill>
                  <a:blip r:embed="rId1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42" name="组合 41">
              <a:extLst>
                <a:ext uri="{FF2B5EF4-FFF2-40B4-BE49-F238E27FC236}">
                  <a16:creationId xmlns:a16="http://schemas.microsoft.com/office/drawing/2014/main" id="{C75EDE08-D871-2D81-1D99-D0FB0BD474CE}"/>
                </a:ext>
              </a:extLst>
            </p:cNvPr>
            <p:cNvGrpSpPr/>
            <p:nvPr/>
          </p:nvGrpSpPr>
          <p:grpSpPr>
            <a:xfrm>
              <a:off x="5579368" y="3403246"/>
              <a:ext cx="509114" cy="317131"/>
              <a:chOff x="2864822" y="3499219"/>
              <a:chExt cx="560026" cy="317131"/>
            </a:xfrm>
          </p:grpSpPr>
          <p:sp>
            <p:nvSpPr>
              <p:cNvPr id="45" name="矩形: 圆角 44">
                <a:extLst>
                  <a:ext uri="{FF2B5EF4-FFF2-40B4-BE49-F238E27FC236}">
                    <a16:creationId xmlns:a16="http://schemas.microsoft.com/office/drawing/2014/main" id="{C7985850-D412-8917-C107-C7A1C61C7411}"/>
                  </a:ext>
                </a:extLst>
              </p:cNvPr>
              <p:cNvSpPr/>
              <p:nvPr/>
            </p:nvSpPr>
            <p:spPr>
              <a:xfrm>
                <a:off x="2968850" y="3499219"/>
                <a:ext cx="329975" cy="317131"/>
              </a:xfrm>
              <a:prstGeom prst="roundRect">
                <a:avLst/>
              </a:prstGeom>
              <a:noFill/>
              <a:ln>
                <a:prstDash val="solid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400" b="1" dirty="0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7" name="文本框 46">
                    <a:extLst>
                      <a:ext uri="{FF2B5EF4-FFF2-40B4-BE49-F238E27FC236}">
                        <a16:creationId xmlns:a16="http://schemas.microsoft.com/office/drawing/2014/main" id="{40F86C17-4856-6A8E-19B7-09E1265C3465}"/>
                      </a:ext>
                    </a:extLst>
                  </p:cNvPr>
                  <p:cNvSpPr txBox="1"/>
                  <p:nvPr/>
                </p:nvSpPr>
                <p:spPr>
                  <a:xfrm>
                    <a:off x="2864822" y="3501761"/>
                    <a:ext cx="560026" cy="276999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b>
                          </m:sSub>
                        </m:oMath>
                      </m:oMathPara>
                    </a14:m>
                    <a:endParaRPr lang="zh-CN" altLang="en-US" sz="1200" dirty="0"/>
                  </a:p>
                </p:txBody>
              </p:sp>
            </mc:Choice>
            <mc:Fallback xmlns="">
              <p:sp>
                <p:nvSpPr>
                  <p:cNvPr id="47" name="文本框 46">
                    <a:extLst>
                      <a:ext uri="{FF2B5EF4-FFF2-40B4-BE49-F238E27FC236}">
                        <a16:creationId xmlns:a16="http://schemas.microsoft.com/office/drawing/2014/main" id="{6C3ADA2E-9665-9D94-EDF9-A95B5EF71053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864822" y="3501761"/>
                    <a:ext cx="560026" cy="276999"/>
                  </a:xfrm>
                  <a:prstGeom prst="rect">
                    <a:avLst/>
                  </a:prstGeom>
                  <a:blipFill>
                    <a:blip r:embed="rId7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</p:grpSp>
      <p:grpSp>
        <p:nvGrpSpPr>
          <p:cNvPr id="48" name="组合 47">
            <a:extLst>
              <a:ext uri="{FF2B5EF4-FFF2-40B4-BE49-F238E27FC236}">
                <a16:creationId xmlns:a16="http://schemas.microsoft.com/office/drawing/2014/main" id="{F37A6A0A-886E-0DA6-6008-B5A091D9B858}"/>
              </a:ext>
            </a:extLst>
          </p:cNvPr>
          <p:cNvGrpSpPr/>
          <p:nvPr/>
        </p:nvGrpSpPr>
        <p:grpSpPr>
          <a:xfrm>
            <a:off x="6312219" y="3401290"/>
            <a:ext cx="361636" cy="317131"/>
            <a:chOff x="2936428" y="3499219"/>
            <a:chExt cx="397801" cy="317131"/>
          </a:xfrm>
        </p:grpSpPr>
        <p:sp>
          <p:nvSpPr>
            <p:cNvPr id="50" name="矩形: 圆角 49">
              <a:extLst>
                <a:ext uri="{FF2B5EF4-FFF2-40B4-BE49-F238E27FC236}">
                  <a16:creationId xmlns:a16="http://schemas.microsoft.com/office/drawing/2014/main" id="{E6CB7FDD-DDF3-843B-0FB0-9D027FBD5B27}"/>
                </a:ext>
              </a:extLst>
            </p:cNvPr>
            <p:cNvSpPr/>
            <p:nvPr/>
          </p:nvSpPr>
          <p:spPr>
            <a:xfrm>
              <a:off x="2968850" y="3499219"/>
              <a:ext cx="329975" cy="317131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3" name="文本框 52">
                  <a:extLst>
                    <a:ext uri="{FF2B5EF4-FFF2-40B4-BE49-F238E27FC236}">
                      <a16:creationId xmlns:a16="http://schemas.microsoft.com/office/drawing/2014/main" id="{61B926F5-6E38-CC30-E4B3-9B97C99A383D}"/>
                    </a:ext>
                  </a:extLst>
                </p:cNvPr>
                <p:cNvSpPr txBox="1"/>
                <p:nvPr/>
              </p:nvSpPr>
              <p:spPr>
                <a:xfrm>
                  <a:off x="2936428" y="3506258"/>
                  <a:ext cx="397801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12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200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altLang="zh-CN" sz="12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 xmlns="">
            <p:sp>
              <p:nvSpPr>
                <p:cNvPr id="53" name="文本框 52">
                  <a:extLst>
                    <a:ext uri="{FF2B5EF4-FFF2-40B4-BE49-F238E27FC236}">
                      <a16:creationId xmlns:a16="http://schemas.microsoft.com/office/drawing/2014/main" id="{61B926F5-6E38-CC30-E4B3-9B97C99A383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36428" y="3506258"/>
                  <a:ext cx="397801" cy="276999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66" name="组合 65">
            <a:extLst>
              <a:ext uri="{FF2B5EF4-FFF2-40B4-BE49-F238E27FC236}">
                <a16:creationId xmlns:a16="http://schemas.microsoft.com/office/drawing/2014/main" id="{F06FB169-EFD3-5D08-ED8D-7392275729E2}"/>
              </a:ext>
            </a:extLst>
          </p:cNvPr>
          <p:cNvGrpSpPr/>
          <p:nvPr/>
        </p:nvGrpSpPr>
        <p:grpSpPr>
          <a:xfrm>
            <a:off x="6345242" y="3964215"/>
            <a:ext cx="361636" cy="317131"/>
            <a:chOff x="2936428" y="3499219"/>
            <a:chExt cx="397801" cy="317131"/>
          </a:xfrm>
        </p:grpSpPr>
        <p:sp>
          <p:nvSpPr>
            <p:cNvPr id="67" name="矩形: 圆角 66">
              <a:extLst>
                <a:ext uri="{FF2B5EF4-FFF2-40B4-BE49-F238E27FC236}">
                  <a16:creationId xmlns:a16="http://schemas.microsoft.com/office/drawing/2014/main" id="{2CF31388-1CCB-A5B7-2089-3C98DCCC122D}"/>
                </a:ext>
              </a:extLst>
            </p:cNvPr>
            <p:cNvSpPr/>
            <p:nvPr/>
          </p:nvSpPr>
          <p:spPr>
            <a:xfrm>
              <a:off x="2968850" y="3499219"/>
              <a:ext cx="329975" cy="317131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8" name="文本框 67">
                  <a:extLst>
                    <a:ext uri="{FF2B5EF4-FFF2-40B4-BE49-F238E27FC236}">
                      <a16:creationId xmlns:a16="http://schemas.microsoft.com/office/drawing/2014/main" id="{673BEBC7-1246-3978-18E0-AE2095B41642}"/>
                    </a:ext>
                  </a:extLst>
                </p:cNvPr>
                <p:cNvSpPr txBox="1"/>
                <p:nvPr/>
              </p:nvSpPr>
              <p:spPr>
                <a:xfrm>
                  <a:off x="2936428" y="3506258"/>
                  <a:ext cx="397801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12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200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altLang="zh-CN" sz="12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 xmlns="">
            <p:sp>
              <p:nvSpPr>
                <p:cNvPr id="68" name="文本框 67">
                  <a:extLst>
                    <a:ext uri="{FF2B5EF4-FFF2-40B4-BE49-F238E27FC236}">
                      <a16:creationId xmlns:a16="http://schemas.microsoft.com/office/drawing/2014/main" id="{673BEBC7-1246-3978-18E0-AE2095B4164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36428" y="3506258"/>
                  <a:ext cx="397801" cy="276999"/>
                </a:xfrm>
                <a:prstGeom prst="rect">
                  <a:avLst/>
                </a:prstGeom>
                <a:blipFill>
                  <a:blip r:embed="rId1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B289958C-7B97-AF46-361A-45CCFC2DA484}"/>
              </a:ext>
            </a:extLst>
          </p:cNvPr>
          <p:cNvCxnSpPr>
            <a:cxnSpLocks/>
          </p:cNvCxnSpPr>
          <p:nvPr/>
        </p:nvCxnSpPr>
        <p:spPr>
          <a:xfrm>
            <a:off x="6239846" y="1900767"/>
            <a:ext cx="24291" cy="2650492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矩形 27">
            <a:extLst>
              <a:ext uri="{FF2B5EF4-FFF2-40B4-BE49-F238E27FC236}">
                <a16:creationId xmlns:a16="http://schemas.microsoft.com/office/drawing/2014/main" id="{1433307C-B519-F500-4C3D-C241FC14592E}"/>
              </a:ext>
            </a:extLst>
          </p:cNvPr>
          <p:cNvSpPr/>
          <p:nvPr/>
        </p:nvSpPr>
        <p:spPr>
          <a:xfrm>
            <a:off x="4281521" y="2161921"/>
            <a:ext cx="1819117" cy="1682159"/>
          </a:xfrm>
          <a:prstGeom prst="rect">
            <a:avLst/>
          </a:prstGeom>
          <a:noFill/>
          <a:ln>
            <a:solidFill>
              <a:srgbClr val="FF0000"/>
            </a:solidFill>
            <a:prstDash val="dash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3FEC2684-F8F6-77E5-8A0A-E358D6441BBD}"/>
              </a:ext>
            </a:extLst>
          </p:cNvPr>
          <p:cNvSpPr txBox="1"/>
          <p:nvPr/>
        </p:nvSpPr>
        <p:spPr>
          <a:xfrm>
            <a:off x="5068544" y="4026030"/>
            <a:ext cx="646331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900" b="1" dirty="0"/>
              <a:t>②空数组</a:t>
            </a:r>
          </a:p>
        </p:txBody>
      </p:sp>
      <p:grpSp>
        <p:nvGrpSpPr>
          <p:cNvPr id="32" name="组合 31">
            <a:extLst>
              <a:ext uri="{FF2B5EF4-FFF2-40B4-BE49-F238E27FC236}">
                <a16:creationId xmlns:a16="http://schemas.microsoft.com/office/drawing/2014/main" id="{E255760D-13FE-FABC-1996-9E5A5389117C}"/>
              </a:ext>
            </a:extLst>
          </p:cNvPr>
          <p:cNvGrpSpPr/>
          <p:nvPr/>
        </p:nvGrpSpPr>
        <p:grpSpPr>
          <a:xfrm>
            <a:off x="5701156" y="3950762"/>
            <a:ext cx="393053" cy="381369"/>
            <a:chOff x="5510771" y="3966887"/>
            <a:chExt cx="393053" cy="381369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" name="文本框 3">
                  <a:extLst>
                    <a:ext uri="{FF2B5EF4-FFF2-40B4-BE49-F238E27FC236}">
                      <a16:creationId xmlns:a16="http://schemas.microsoft.com/office/drawing/2014/main" id="{0459DF52-F3BC-9895-E7A5-87F7941D9165}"/>
                    </a:ext>
                  </a:extLst>
                </p:cNvPr>
                <p:cNvSpPr txBox="1"/>
                <p:nvPr/>
              </p:nvSpPr>
              <p:spPr>
                <a:xfrm>
                  <a:off x="5510771" y="3980340"/>
                  <a:ext cx="369012" cy="33855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∅</m:t>
                        </m:r>
                      </m:oMath>
                    </m:oMathPara>
                  </a14:m>
                  <a:endParaRPr lang="zh-CN" altLang="en-US" sz="1600" dirty="0"/>
                </a:p>
              </p:txBody>
            </p:sp>
          </mc:Choice>
          <mc:Fallback xmlns="">
            <p:sp>
              <p:nvSpPr>
                <p:cNvPr id="4" name="文本框 3">
                  <a:extLst>
                    <a:ext uri="{FF2B5EF4-FFF2-40B4-BE49-F238E27FC236}">
                      <a16:creationId xmlns:a16="http://schemas.microsoft.com/office/drawing/2014/main" id="{0459DF52-F3BC-9895-E7A5-87F7941D916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510771" y="3980340"/>
                  <a:ext cx="369012" cy="338554"/>
                </a:xfrm>
                <a:prstGeom prst="rect">
                  <a:avLst/>
                </a:prstGeom>
                <a:blipFill>
                  <a:blip r:embed="rId1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1" name="矩形 30">
              <a:extLst>
                <a:ext uri="{FF2B5EF4-FFF2-40B4-BE49-F238E27FC236}">
                  <a16:creationId xmlns:a16="http://schemas.microsoft.com/office/drawing/2014/main" id="{8990F44E-4BB4-D351-805C-97F3AA80C3CB}"/>
                </a:ext>
              </a:extLst>
            </p:cNvPr>
            <p:cNvSpPr/>
            <p:nvPr/>
          </p:nvSpPr>
          <p:spPr>
            <a:xfrm>
              <a:off x="5524490" y="3966887"/>
              <a:ext cx="379334" cy="381369"/>
            </a:xfrm>
            <a:prstGeom prst="rect">
              <a:avLst/>
            </a:prstGeom>
            <a:noFill/>
            <a:ln>
              <a:solidFill>
                <a:srgbClr val="92D050"/>
              </a:solidFill>
              <a:prstDash val="dash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43" name="文本框 42">
                <a:extLst>
                  <a:ext uri="{FF2B5EF4-FFF2-40B4-BE49-F238E27FC236}">
                    <a16:creationId xmlns:a16="http://schemas.microsoft.com/office/drawing/2014/main" id="{46966E59-216A-C3E2-FEB2-52C35C5F0D80}"/>
                  </a:ext>
                </a:extLst>
              </p:cNvPr>
              <p:cNvSpPr txBox="1"/>
              <p:nvPr/>
            </p:nvSpPr>
            <p:spPr>
              <a:xfrm>
                <a:off x="4189468" y="1921156"/>
                <a:ext cx="1673856" cy="2308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zh-CN" altLang="en-US" sz="900" b="1" dirty="0"/>
                  <a:t>①所有以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9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900" b="1" i="1" smtClean="0">
                            <a:latin typeface="Cambria Math" panose="02040503050406030204" pitchFamily="18" charset="0"/>
                          </a:rPr>
                          <m:t>𝒂</m:t>
                        </m:r>
                      </m:e>
                      <m:sub>
                        <m:r>
                          <a:rPr lang="en-US" altLang="zh-CN" sz="900" b="1" i="1" smtClean="0">
                            <a:latin typeface="Cambria Math" panose="02040503050406030204" pitchFamily="18" charset="0"/>
                          </a:rPr>
                          <m:t>𝒊</m:t>
                        </m:r>
                        <m:r>
                          <a:rPr lang="en-US" altLang="zh-CN" sz="900" b="1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sz="900" b="1" i="1" smtClean="0"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zh-CN" altLang="en-US" sz="900" b="1" dirty="0"/>
                  <a:t>为结尾的子数组</a:t>
                </a:r>
              </a:p>
            </p:txBody>
          </p:sp>
        </mc:Choice>
        <mc:Fallback xmlns="">
          <p:sp>
            <p:nvSpPr>
              <p:cNvPr id="43" name="文本框 42">
                <a:extLst>
                  <a:ext uri="{FF2B5EF4-FFF2-40B4-BE49-F238E27FC236}">
                    <a16:creationId xmlns:a16="http://schemas.microsoft.com/office/drawing/2014/main" id="{46966E59-216A-C3E2-FEB2-52C35C5F0D8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89468" y="1921156"/>
                <a:ext cx="1673856" cy="230832"/>
              </a:xfrm>
              <a:prstGeom prst="rect">
                <a:avLst/>
              </a:prstGeom>
              <a:blipFill>
                <a:blip r:embed="rId14"/>
                <a:stretch>
                  <a:fillRect b="-1315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879422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0BB635-457A-C797-9B74-08F7994667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>
            <a:extLst>
              <a:ext uri="{FF2B5EF4-FFF2-40B4-BE49-F238E27FC236}">
                <a16:creationId xmlns:a16="http://schemas.microsoft.com/office/drawing/2014/main" id="{B9491B91-C9D9-4487-18D2-B05D57B7A4EB}"/>
              </a:ext>
            </a:extLst>
          </p:cNvPr>
          <p:cNvGrpSpPr/>
          <p:nvPr/>
        </p:nvGrpSpPr>
        <p:grpSpPr>
          <a:xfrm>
            <a:off x="6020078" y="2221121"/>
            <a:ext cx="361636" cy="317131"/>
            <a:chOff x="2936428" y="3499219"/>
            <a:chExt cx="397801" cy="317131"/>
          </a:xfrm>
        </p:grpSpPr>
        <p:sp>
          <p:nvSpPr>
            <p:cNvPr id="5" name="矩形: 圆角 4">
              <a:extLst>
                <a:ext uri="{FF2B5EF4-FFF2-40B4-BE49-F238E27FC236}">
                  <a16:creationId xmlns:a16="http://schemas.microsoft.com/office/drawing/2014/main" id="{501DB60D-97F8-B23B-7A17-F0F2B47FDA1A}"/>
                </a:ext>
              </a:extLst>
            </p:cNvPr>
            <p:cNvSpPr/>
            <p:nvPr/>
          </p:nvSpPr>
          <p:spPr>
            <a:xfrm>
              <a:off x="2968850" y="3499219"/>
              <a:ext cx="329975" cy="317131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文本框 6">
                  <a:extLst>
                    <a:ext uri="{FF2B5EF4-FFF2-40B4-BE49-F238E27FC236}">
                      <a16:creationId xmlns:a16="http://schemas.microsoft.com/office/drawing/2014/main" id="{7AAFF9C8-0193-9AF5-2184-5547B9B4BA0B}"/>
                    </a:ext>
                  </a:extLst>
                </p:cNvPr>
                <p:cNvSpPr txBox="1"/>
                <p:nvPr/>
              </p:nvSpPr>
              <p:spPr>
                <a:xfrm>
                  <a:off x="2936428" y="3506258"/>
                  <a:ext cx="397801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12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200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altLang="zh-CN" sz="12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 xmlns="">
            <p:sp>
              <p:nvSpPr>
                <p:cNvPr id="7" name="文本框 6">
                  <a:extLst>
                    <a:ext uri="{FF2B5EF4-FFF2-40B4-BE49-F238E27FC236}">
                      <a16:creationId xmlns:a16="http://schemas.microsoft.com/office/drawing/2014/main" id="{7AAFF9C8-0193-9AF5-2184-5547B9B4BA0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36428" y="3506258"/>
                  <a:ext cx="397801" cy="276999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9" name="组合 28">
            <a:extLst>
              <a:ext uri="{FF2B5EF4-FFF2-40B4-BE49-F238E27FC236}">
                <a16:creationId xmlns:a16="http://schemas.microsoft.com/office/drawing/2014/main" id="{AF5DC5DA-FA24-8737-DE67-39733ED062C5}"/>
              </a:ext>
            </a:extLst>
          </p:cNvPr>
          <p:cNvGrpSpPr/>
          <p:nvPr/>
        </p:nvGrpSpPr>
        <p:grpSpPr>
          <a:xfrm>
            <a:off x="6020078" y="2716421"/>
            <a:ext cx="361636" cy="317131"/>
            <a:chOff x="2936428" y="3499219"/>
            <a:chExt cx="397801" cy="317131"/>
          </a:xfrm>
        </p:grpSpPr>
        <p:sp>
          <p:nvSpPr>
            <p:cNvPr id="33" name="矩形: 圆角 32">
              <a:extLst>
                <a:ext uri="{FF2B5EF4-FFF2-40B4-BE49-F238E27FC236}">
                  <a16:creationId xmlns:a16="http://schemas.microsoft.com/office/drawing/2014/main" id="{624961DA-698C-F34B-BEE7-49531E84C02A}"/>
                </a:ext>
              </a:extLst>
            </p:cNvPr>
            <p:cNvSpPr/>
            <p:nvPr/>
          </p:nvSpPr>
          <p:spPr>
            <a:xfrm>
              <a:off x="2968850" y="3499219"/>
              <a:ext cx="329975" cy="317131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7" name="文本框 36">
                  <a:extLst>
                    <a:ext uri="{FF2B5EF4-FFF2-40B4-BE49-F238E27FC236}">
                      <a16:creationId xmlns:a16="http://schemas.microsoft.com/office/drawing/2014/main" id="{133238F6-718D-7B60-DEF5-E19707E28D99}"/>
                    </a:ext>
                  </a:extLst>
                </p:cNvPr>
                <p:cNvSpPr txBox="1"/>
                <p:nvPr/>
              </p:nvSpPr>
              <p:spPr>
                <a:xfrm>
                  <a:off x="2936428" y="3506258"/>
                  <a:ext cx="397801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12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200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altLang="zh-CN" sz="12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 xmlns="">
            <p:sp>
              <p:nvSpPr>
                <p:cNvPr id="37" name="文本框 36">
                  <a:extLst>
                    <a:ext uri="{FF2B5EF4-FFF2-40B4-BE49-F238E27FC236}">
                      <a16:creationId xmlns:a16="http://schemas.microsoft.com/office/drawing/2014/main" id="{133238F6-718D-7B60-DEF5-E19707E28D9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36428" y="3506258"/>
                  <a:ext cx="397801" cy="276999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41" name="文本框 40">
                <a:extLst>
                  <a:ext uri="{FF2B5EF4-FFF2-40B4-BE49-F238E27FC236}">
                    <a16:creationId xmlns:a16="http://schemas.microsoft.com/office/drawing/2014/main" id="{C61EA11E-38C0-A6C6-5F93-B615DBDD6822}"/>
                  </a:ext>
                </a:extLst>
              </p:cNvPr>
              <p:cNvSpPr txBox="1"/>
              <p:nvPr/>
            </p:nvSpPr>
            <p:spPr>
              <a:xfrm>
                <a:off x="6020078" y="3045089"/>
                <a:ext cx="394659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600" b="0" i="1" smtClean="0">
                          <a:latin typeface="Cambria Math" panose="02040503050406030204" pitchFamily="18" charset="0"/>
                        </a:rPr>
                        <m:t>…</m:t>
                      </m:r>
                    </m:oMath>
                  </m:oMathPara>
                </a14:m>
                <a:endParaRPr lang="zh-CN" altLang="en-US" sz="1600" dirty="0"/>
              </a:p>
            </p:txBody>
          </p:sp>
        </mc:Choice>
        <mc:Fallback xmlns="">
          <p:sp>
            <p:nvSpPr>
              <p:cNvPr id="41" name="文本框 40">
                <a:extLst>
                  <a:ext uri="{FF2B5EF4-FFF2-40B4-BE49-F238E27FC236}">
                    <a16:creationId xmlns:a16="http://schemas.microsoft.com/office/drawing/2014/main" id="{C61EA11E-38C0-A6C6-5F93-B615DBDD682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20078" y="3045089"/>
                <a:ext cx="394659" cy="33855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9" name="组合 8">
            <a:extLst>
              <a:ext uri="{FF2B5EF4-FFF2-40B4-BE49-F238E27FC236}">
                <a16:creationId xmlns:a16="http://schemas.microsoft.com/office/drawing/2014/main" id="{4E033417-01D0-A074-2412-EC2F3D8B7CC1}"/>
              </a:ext>
            </a:extLst>
          </p:cNvPr>
          <p:cNvGrpSpPr/>
          <p:nvPr/>
        </p:nvGrpSpPr>
        <p:grpSpPr>
          <a:xfrm>
            <a:off x="4456766" y="2200861"/>
            <a:ext cx="1495191" cy="1515018"/>
            <a:chOff x="4593291" y="2205359"/>
            <a:chExt cx="1495191" cy="1515018"/>
          </a:xfrm>
        </p:grpSpPr>
        <p:grpSp>
          <p:nvGrpSpPr>
            <p:cNvPr id="34" name="组合 33">
              <a:extLst>
                <a:ext uri="{FF2B5EF4-FFF2-40B4-BE49-F238E27FC236}">
                  <a16:creationId xmlns:a16="http://schemas.microsoft.com/office/drawing/2014/main" id="{59FCFECE-BF69-8DD5-3C35-2A2B7732CB69}"/>
                </a:ext>
              </a:extLst>
            </p:cNvPr>
            <p:cNvGrpSpPr/>
            <p:nvPr/>
          </p:nvGrpSpPr>
          <p:grpSpPr>
            <a:xfrm>
              <a:off x="4593291" y="2221121"/>
              <a:ext cx="444930" cy="338554"/>
              <a:chOff x="2945466" y="3492179"/>
              <a:chExt cx="444930" cy="338554"/>
            </a:xfrm>
          </p:grpSpPr>
          <p:sp>
            <p:nvSpPr>
              <p:cNvPr id="35" name="矩形: 圆角 34">
                <a:extLst>
                  <a:ext uri="{FF2B5EF4-FFF2-40B4-BE49-F238E27FC236}">
                    <a16:creationId xmlns:a16="http://schemas.microsoft.com/office/drawing/2014/main" id="{5943E607-CF6C-30D3-F92B-0522B7758D84}"/>
                  </a:ext>
                </a:extLst>
              </p:cNvPr>
              <p:cNvSpPr/>
              <p:nvPr/>
            </p:nvSpPr>
            <p:spPr>
              <a:xfrm>
                <a:off x="2968850" y="3499219"/>
                <a:ext cx="329975" cy="317131"/>
              </a:xfrm>
              <a:prstGeom prst="roundRect">
                <a:avLst/>
              </a:prstGeom>
              <a:noFill/>
              <a:ln>
                <a:prstDash val="solid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400" b="1" dirty="0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6" name="文本框 35">
                    <a:extLst>
                      <a:ext uri="{FF2B5EF4-FFF2-40B4-BE49-F238E27FC236}">
                        <a16:creationId xmlns:a16="http://schemas.microsoft.com/office/drawing/2014/main" id="{9BD0E553-CCC8-ADD8-501F-7CC6FFA5482B}"/>
                      </a:ext>
                    </a:extLst>
                  </p:cNvPr>
                  <p:cNvSpPr txBox="1"/>
                  <p:nvPr/>
                </p:nvSpPr>
                <p:spPr>
                  <a:xfrm>
                    <a:off x="2945466" y="3492179"/>
                    <a:ext cx="444930" cy="338554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CN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6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altLang="zh-CN" sz="16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oMath>
                      </m:oMathPara>
                    </a14:m>
                    <a:endParaRPr lang="zh-CN" altLang="en-US" sz="1600" dirty="0"/>
                  </a:p>
                </p:txBody>
              </p:sp>
            </mc:Choice>
            <mc:Fallback xmlns="">
              <p:sp>
                <p:nvSpPr>
                  <p:cNvPr id="36" name="文本框 35">
                    <a:extLst>
                      <a:ext uri="{FF2B5EF4-FFF2-40B4-BE49-F238E27FC236}">
                        <a16:creationId xmlns:a16="http://schemas.microsoft.com/office/drawing/2014/main" id="{9BD0E553-CCC8-ADD8-501F-7CC6FFA5482B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945466" y="3492179"/>
                    <a:ext cx="444930" cy="338554"/>
                  </a:xfrm>
                  <a:prstGeom prst="rect">
                    <a:avLst/>
                  </a:prstGeom>
                  <a:blipFill>
                    <a:blip r:embed="rId4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38" name="组合 37">
              <a:extLst>
                <a:ext uri="{FF2B5EF4-FFF2-40B4-BE49-F238E27FC236}">
                  <a16:creationId xmlns:a16="http://schemas.microsoft.com/office/drawing/2014/main" id="{3C7C9827-4B2B-3152-E90C-FF28243CB2DD}"/>
                </a:ext>
              </a:extLst>
            </p:cNvPr>
            <p:cNvGrpSpPr/>
            <p:nvPr/>
          </p:nvGrpSpPr>
          <p:grpSpPr>
            <a:xfrm>
              <a:off x="4931032" y="2205359"/>
              <a:ext cx="449674" cy="341752"/>
              <a:chOff x="2921257" y="3474598"/>
              <a:chExt cx="449674" cy="341752"/>
            </a:xfrm>
          </p:grpSpPr>
          <p:sp>
            <p:nvSpPr>
              <p:cNvPr id="39" name="矩形: 圆角 38">
                <a:extLst>
                  <a:ext uri="{FF2B5EF4-FFF2-40B4-BE49-F238E27FC236}">
                    <a16:creationId xmlns:a16="http://schemas.microsoft.com/office/drawing/2014/main" id="{76E48071-408E-DD84-3BEC-7870DCEFDD0C}"/>
                  </a:ext>
                </a:extLst>
              </p:cNvPr>
              <p:cNvSpPr/>
              <p:nvPr/>
            </p:nvSpPr>
            <p:spPr>
              <a:xfrm>
                <a:off x="2968850" y="3499219"/>
                <a:ext cx="329975" cy="317131"/>
              </a:xfrm>
              <a:prstGeom prst="roundRect">
                <a:avLst/>
              </a:prstGeom>
              <a:noFill/>
              <a:ln>
                <a:prstDash val="solid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400" b="1" dirty="0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0" name="文本框 39">
                    <a:extLst>
                      <a:ext uri="{FF2B5EF4-FFF2-40B4-BE49-F238E27FC236}">
                        <a16:creationId xmlns:a16="http://schemas.microsoft.com/office/drawing/2014/main" id="{BB804463-1D58-180E-6F7B-6C258D81CB24}"/>
                      </a:ext>
                    </a:extLst>
                  </p:cNvPr>
                  <p:cNvSpPr txBox="1"/>
                  <p:nvPr/>
                </p:nvSpPr>
                <p:spPr>
                  <a:xfrm>
                    <a:off x="2921257" y="3474598"/>
                    <a:ext cx="449674" cy="338554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CN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altLang="zh-CN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oMath>
                      </m:oMathPara>
                    </a14:m>
                    <a:endParaRPr lang="zh-CN" altLang="en-US" sz="1600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40" name="文本框 39">
                    <a:extLst>
                      <a:ext uri="{FF2B5EF4-FFF2-40B4-BE49-F238E27FC236}">
                        <a16:creationId xmlns:a16="http://schemas.microsoft.com/office/drawing/2014/main" id="{BB804463-1D58-180E-6F7B-6C258D81CB24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921257" y="3474598"/>
                    <a:ext cx="449674" cy="338554"/>
                  </a:xfrm>
                  <a:prstGeom prst="rect">
                    <a:avLst/>
                  </a:prstGeom>
                  <a:blipFill>
                    <a:blip r:embed="rId5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49" name="组合 48">
              <a:extLst>
                <a:ext uri="{FF2B5EF4-FFF2-40B4-BE49-F238E27FC236}">
                  <a16:creationId xmlns:a16="http://schemas.microsoft.com/office/drawing/2014/main" id="{892B2296-8D7F-BEA9-1689-0586062C6B2C}"/>
                </a:ext>
              </a:extLst>
            </p:cNvPr>
            <p:cNvGrpSpPr/>
            <p:nvPr/>
          </p:nvGrpSpPr>
          <p:grpSpPr>
            <a:xfrm>
              <a:off x="5579368" y="2225619"/>
              <a:ext cx="509114" cy="317131"/>
              <a:chOff x="2864822" y="3499219"/>
              <a:chExt cx="560026" cy="317131"/>
            </a:xfrm>
          </p:grpSpPr>
          <p:sp>
            <p:nvSpPr>
              <p:cNvPr id="51" name="矩形: 圆角 50">
                <a:extLst>
                  <a:ext uri="{FF2B5EF4-FFF2-40B4-BE49-F238E27FC236}">
                    <a16:creationId xmlns:a16="http://schemas.microsoft.com/office/drawing/2014/main" id="{609EDFCF-375B-7470-6F36-7CD64A30BBE2}"/>
                  </a:ext>
                </a:extLst>
              </p:cNvPr>
              <p:cNvSpPr/>
              <p:nvPr/>
            </p:nvSpPr>
            <p:spPr>
              <a:xfrm>
                <a:off x="2968850" y="3499219"/>
                <a:ext cx="329975" cy="317131"/>
              </a:xfrm>
              <a:prstGeom prst="roundRect">
                <a:avLst/>
              </a:prstGeom>
              <a:noFill/>
              <a:ln>
                <a:prstDash val="solid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400" b="1" dirty="0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2" name="文本框 51">
                    <a:extLst>
                      <a:ext uri="{FF2B5EF4-FFF2-40B4-BE49-F238E27FC236}">
                        <a16:creationId xmlns:a16="http://schemas.microsoft.com/office/drawing/2014/main" id="{28CF9555-C101-2E24-06A4-0439665E92E0}"/>
                      </a:ext>
                    </a:extLst>
                  </p:cNvPr>
                  <p:cNvSpPr txBox="1"/>
                  <p:nvPr/>
                </p:nvSpPr>
                <p:spPr>
                  <a:xfrm>
                    <a:off x="2864822" y="3501761"/>
                    <a:ext cx="560026" cy="276999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b>
                          </m:sSub>
                        </m:oMath>
                      </m:oMathPara>
                    </a14:m>
                    <a:endParaRPr lang="zh-CN" altLang="en-US" sz="1200" dirty="0"/>
                  </a:p>
                </p:txBody>
              </p:sp>
            </mc:Choice>
            <mc:Fallback xmlns="">
              <p:sp>
                <p:nvSpPr>
                  <p:cNvPr id="52" name="文本框 51">
                    <a:extLst>
                      <a:ext uri="{FF2B5EF4-FFF2-40B4-BE49-F238E27FC236}">
                        <a16:creationId xmlns:a16="http://schemas.microsoft.com/office/drawing/2014/main" id="{28CF9555-C101-2E24-06A4-0439665E92E0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864822" y="3501761"/>
                    <a:ext cx="560026" cy="276999"/>
                  </a:xfrm>
                  <a:prstGeom prst="rect">
                    <a:avLst/>
                  </a:prstGeom>
                  <a:blipFill>
                    <a:blip r:embed="rId6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" name="文本框 1">
                  <a:extLst>
                    <a:ext uri="{FF2B5EF4-FFF2-40B4-BE49-F238E27FC236}">
                      <a16:creationId xmlns:a16="http://schemas.microsoft.com/office/drawing/2014/main" id="{73395A97-87D6-5832-FC54-91CF93AA9D2B}"/>
                    </a:ext>
                  </a:extLst>
                </p:cNvPr>
                <p:cNvSpPr txBox="1"/>
                <p:nvPr/>
              </p:nvSpPr>
              <p:spPr>
                <a:xfrm>
                  <a:off x="5299275" y="2259558"/>
                  <a:ext cx="394659" cy="33855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…</m:t>
                        </m:r>
                      </m:oMath>
                    </m:oMathPara>
                  </a14:m>
                  <a:endParaRPr lang="zh-CN" altLang="en-US" sz="1600" dirty="0"/>
                </a:p>
              </p:txBody>
            </p:sp>
          </mc:Choice>
          <mc:Fallback xmlns="">
            <p:sp>
              <p:nvSpPr>
                <p:cNvPr id="2" name="文本框 1">
                  <a:extLst>
                    <a:ext uri="{FF2B5EF4-FFF2-40B4-BE49-F238E27FC236}">
                      <a16:creationId xmlns:a16="http://schemas.microsoft.com/office/drawing/2014/main" id="{73395A97-87D6-5832-FC54-91CF93AA9D2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299275" y="2259558"/>
                  <a:ext cx="394659" cy="338554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12" name="组合 11">
              <a:extLst>
                <a:ext uri="{FF2B5EF4-FFF2-40B4-BE49-F238E27FC236}">
                  <a16:creationId xmlns:a16="http://schemas.microsoft.com/office/drawing/2014/main" id="{5DD7D334-C3C7-D096-A283-74D5A075AFA5}"/>
                </a:ext>
              </a:extLst>
            </p:cNvPr>
            <p:cNvGrpSpPr/>
            <p:nvPr/>
          </p:nvGrpSpPr>
          <p:grpSpPr>
            <a:xfrm>
              <a:off x="4931032" y="2700659"/>
              <a:ext cx="449674" cy="341752"/>
              <a:chOff x="2921257" y="3474598"/>
              <a:chExt cx="449674" cy="341752"/>
            </a:xfrm>
          </p:grpSpPr>
          <p:sp>
            <p:nvSpPr>
              <p:cNvPr id="13" name="矩形: 圆角 12">
                <a:extLst>
                  <a:ext uri="{FF2B5EF4-FFF2-40B4-BE49-F238E27FC236}">
                    <a16:creationId xmlns:a16="http://schemas.microsoft.com/office/drawing/2014/main" id="{A0842A9D-FBAB-E85A-E928-126E30EFD620}"/>
                  </a:ext>
                </a:extLst>
              </p:cNvPr>
              <p:cNvSpPr/>
              <p:nvPr/>
            </p:nvSpPr>
            <p:spPr>
              <a:xfrm>
                <a:off x="2968850" y="3499219"/>
                <a:ext cx="329975" cy="317131"/>
              </a:xfrm>
              <a:prstGeom prst="roundRect">
                <a:avLst/>
              </a:prstGeom>
              <a:noFill/>
              <a:ln>
                <a:prstDash val="solid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400" b="1" dirty="0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4" name="文本框 13">
                    <a:extLst>
                      <a:ext uri="{FF2B5EF4-FFF2-40B4-BE49-F238E27FC236}">
                        <a16:creationId xmlns:a16="http://schemas.microsoft.com/office/drawing/2014/main" id="{EE6438F3-F2BC-1B3F-87E5-1A0E772408B9}"/>
                      </a:ext>
                    </a:extLst>
                  </p:cNvPr>
                  <p:cNvSpPr txBox="1"/>
                  <p:nvPr/>
                </p:nvSpPr>
                <p:spPr>
                  <a:xfrm>
                    <a:off x="2921257" y="3474598"/>
                    <a:ext cx="449674" cy="338554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CN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altLang="zh-CN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oMath>
                      </m:oMathPara>
                    </a14:m>
                    <a:endParaRPr lang="zh-CN" altLang="en-US" sz="1600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14" name="文本框 13">
                    <a:extLst>
                      <a:ext uri="{FF2B5EF4-FFF2-40B4-BE49-F238E27FC236}">
                        <a16:creationId xmlns:a16="http://schemas.microsoft.com/office/drawing/2014/main" id="{EE6438F3-F2BC-1B3F-87E5-1A0E772408B9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921257" y="3474598"/>
                    <a:ext cx="449674" cy="338554"/>
                  </a:xfrm>
                  <a:prstGeom prst="rect">
                    <a:avLst/>
                  </a:prstGeom>
                  <a:blipFill>
                    <a:blip r:embed="rId8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19" name="组合 18">
              <a:extLst>
                <a:ext uri="{FF2B5EF4-FFF2-40B4-BE49-F238E27FC236}">
                  <a16:creationId xmlns:a16="http://schemas.microsoft.com/office/drawing/2014/main" id="{17E524B4-709C-B7B1-0881-B6B504B0EB24}"/>
                </a:ext>
              </a:extLst>
            </p:cNvPr>
            <p:cNvGrpSpPr/>
            <p:nvPr/>
          </p:nvGrpSpPr>
          <p:grpSpPr>
            <a:xfrm>
              <a:off x="5579368" y="2720919"/>
              <a:ext cx="509114" cy="317131"/>
              <a:chOff x="2864822" y="3499219"/>
              <a:chExt cx="560026" cy="317131"/>
            </a:xfrm>
          </p:grpSpPr>
          <p:sp>
            <p:nvSpPr>
              <p:cNvPr id="21" name="矩形: 圆角 20">
                <a:extLst>
                  <a:ext uri="{FF2B5EF4-FFF2-40B4-BE49-F238E27FC236}">
                    <a16:creationId xmlns:a16="http://schemas.microsoft.com/office/drawing/2014/main" id="{3497FB07-BE48-08F7-59B1-26A8A23BAB33}"/>
                  </a:ext>
                </a:extLst>
              </p:cNvPr>
              <p:cNvSpPr/>
              <p:nvPr/>
            </p:nvSpPr>
            <p:spPr>
              <a:xfrm>
                <a:off x="2968850" y="3499219"/>
                <a:ext cx="329975" cy="317131"/>
              </a:xfrm>
              <a:prstGeom prst="roundRect">
                <a:avLst/>
              </a:prstGeom>
              <a:noFill/>
              <a:ln>
                <a:prstDash val="solid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400" b="1" dirty="0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2" name="文本框 21">
                    <a:extLst>
                      <a:ext uri="{FF2B5EF4-FFF2-40B4-BE49-F238E27FC236}">
                        <a16:creationId xmlns:a16="http://schemas.microsoft.com/office/drawing/2014/main" id="{58636F58-5724-CF67-6E60-B05CDAE60E03}"/>
                      </a:ext>
                    </a:extLst>
                  </p:cNvPr>
                  <p:cNvSpPr txBox="1"/>
                  <p:nvPr/>
                </p:nvSpPr>
                <p:spPr>
                  <a:xfrm>
                    <a:off x="2864822" y="3501761"/>
                    <a:ext cx="560026" cy="276999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b>
                          </m:sSub>
                        </m:oMath>
                      </m:oMathPara>
                    </a14:m>
                    <a:endParaRPr lang="zh-CN" altLang="en-US" sz="1200" dirty="0"/>
                  </a:p>
                </p:txBody>
              </p:sp>
            </mc:Choice>
            <mc:Fallback xmlns="">
              <p:sp>
                <p:nvSpPr>
                  <p:cNvPr id="22" name="文本框 21">
                    <a:extLst>
                      <a:ext uri="{FF2B5EF4-FFF2-40B4-BE49-F238E27FC236}">
                        <a16:creationId xmlns:a16="http://schemas.microsoft.com/office/drawing/2014/main" id="{58636F58-5724-CF67-6E60-B05CDAE60E03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864822" y="3501761"/>
                    <a:ext cx="560026" cy="276999"/>
                  </a:xfrm>
                  <a:prstGeom prst="rect">
                    <a:avLst/>
                  </a:prstGeom>
                  <a:blipFill>
                    <a:blip r:embed="rId9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" name="文本框 22">
                  <a:extLst>
                    <a:ext uri="{FF2B5EF4-FFF2-40B4-BE49-F238E27FC236}">
                      <a16:creationId xmlns:a16="http://schemas.microsoft.com/office/drawing/2014/main" id="{644378BC-25A5-CA8C-7B1B-65CEEF9A5097}"/>
                    </a:ext>
                  </a:extLst>
                </p:cNvPr>
                <p:cNvSpPr txBox="1"/>
                <p:nvPr/>
              </p:nvSpPr>
              <p:spPr>
                <a:xfrm>
                  <a:off x="5299275" y="2754858"/>
                  <a:ext cx="394659" cy="33855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…</m:t>
                        </m:r>
                      </m:oMath>
                    </m:oMathPara>
                  </a14:m>
                  <a:endParaRPr lang="zh-CN" altLang="en-US" sz="1600" dirty="0"/>
                </a:p>
              </p:txBody>
            </p:sp>
          </mc:Choice>
          <mc:Fallback xmlns="">
            <p:sp>
              <p:nvSpPr>
                <p:cNvPr id="23" name="文本框 22">
                  <a:extLst>
                    <a:ext uri="{FF2B5EF4-FFF2-40B4-BE49-F238E27FC236}">
                      <a16:creationId xmlns:a16="http://schemas.microsoft.com/office/drawing/2014/main" id="{644378BC-25A5-CA8C-7B1B-65CEEF9A509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299275" y="2754858"/>
                  <a:ext cx="394659" cy="338554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42" name="组合 41">
              <a:extLst>
                <a:ext uri="{FF2B5EF4-FFF2-40B4-BE49-F238E27FC236}">
                  <a16:creationId xmlns:a16="http://schemas.microsoft.com/office/drawing/2014/main" id="{32EC77ED-DBB3-5ECF-E615-27B068A89FBB}"/>
                </a:ext>
              </a:extLst>
            </p:cNvPr>
            <p:cNvGrpSpPr/>
            <p:nvPr/>
          </p:nvGrpSpPr>
          <p:grpSpPr>
            <a:xfrm>
              <a:off x="5579368" y="3403246"/>
              <a:ext cx="509114" cy="317131"/>
              <a:chOff x="2864822" y="3499219"/>
              <a:chExt cx="560026" cy="317131"/>
            </a:xfrm>
          </p:grpSpPr>
          <p:sp>
            <p:nvSpPr>
              <p:cNvPr id="45" name="矩形: 圆角 44">
                <a:extLst>
                  <a:ext uri="{FF2B5EF4-FFF2-40B4-BE49-F238E27FC236}">
                    <a16:creationId xmlns:a16="http://schemas.microsoft.com/office/drawing/2014/main" id="{BE63858A-5BAF-7228-0E39-E6244E6F4CF4}"/>
                  </a:ext>
                </a:extLst>
              </p:cNvPr>
              <p:cNvSpPr/>
              <p:nvPr/>
            </p:nvSpPr>
            <p:spPr>
              <a:xfrm>
                <a:off x="2968850" y="3499219"/>
                <a:ext cx="329975" cy="317131"/>
              </a:xfrm>
              <a:prstGeom prst="roundRect">
                <a:avLst/>
              </a:prstGeom>
              <a:noFill/>
              <a:ln>
                <a:prstDash val="solid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400" b="1" dirty="0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7" name="文本框 46">
                    <a:extLst>
                      <a:ext uri="{FF2B5EF4-FFF2-40B4-BE49-F238E27FC236}">
                        <a16:creationId xmlns:a16="http://schemas.microsoft.com/office/drawing/2014/main" id="{6C3ADA2E-9665-9D94-EDF9-A95B5EF71053}"/>
                      </a:ext>
                    </a:extLst>
                  </p:cNvPr>
                  <p:cNvSpPr txBox="1"/>
                  <p:nvPr/>
                </p:nvSpPr>
                <p:spPr>
                  <a:xfrm>
                    <a:off x="2864822" y="3501761"/>
                    <a:ext cx="560026" cy="276999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b>
                          </m:sSub>
                        </m:oMath>
                      </m:oMathPara>
                    </a14:m>
                    <a:endParaRPr lang="zh-CN" altLang="en-US" sz="1200" dirty="0"/>
                  </a:p>
                </p:txBody>
              </p:sp>
            </mc:Choice>
            <mc:Fallback xmlns="">
              <p:sp>
                <p:nvSpPr>
                  <p:cNvPr id="47" name="文本框 46">
                    <a:extLst>
                      <a:ext uri="{FF2B5EF4-FFF2-40B4-BE49-F238E27FC236}">
                        <a16:creationId xmlns:a16="http://schemas.microsoft.com/office/drawing/2014/main" id="{6C3ADA2E-9665-9D94-EDF9-A95B5EF71053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864822" y="3501761"/>
                    <a:ext cx="560026" cy="276999"/>
                  </a:xfrm>
                  <a:prstGeom prst="rect">
                    <a:avLst/>
                  </a:prstGeom>
                  <a:blipFill>
                    <a:blip r:embed="rId6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</p:grpSp>
      <p:grpSp>
        <p:nvGrpSpPr>
          <p:cNvPr id="48" name="组合 47">
            <a:extLst>
              <a:ext uri="{FF2B5EF4-FFF2-40B4-BE49-F238E27FC236}">
                <a16:creationId xmlns:a16="http://schemas.microsoft.com/office/drawing/2014/main" id="{741D3E23-4C25-59EE-544C-BB8C4498D6B5}"/>
              </a:ext>
            </a:extLst>
          </p:cNvPr>
          <p:cNvGrpSpPr/>
          <p:nvPr/>
        </p:nvGrpSpPr>
        <p:grpSpPr>
          <a:xfrm>
            <a:off x="6020078" y="3398748"/>
            <a:ext cx="361636" cy="317131"/>
            <a:chOff x="2936428" y="3499219"/>
            <a:chExt cx="397801" cy="317131"/>
          </a:xfrm>
        </p:grpSpPr>
        <p:sp>
          <p:nvSpPr>
            <p:cNvPr id="50" name="矩形: 圆角 49">
              <a:extLst>
                <a:ext uri="{FF2B5EF4-FFF2-40B4-BE49-F238E27FC236}">
                  <a16:creationId xmlns:a16="http://schemas.microsoft.com/office/drawing/2014/main" id="{95D8D41B-3B84-7D77-88A3-95B09E44EFD4}"/>
                </a:ext>
              </a:extLst>
            </p:cNvPr>
            <p:cNvSpPr/>
            <p:nvPr/>
          </p:nvSpPr>
          <p:spPr>
            <a:xfrm>
              <a:off x="2968850" y="3499219"/>
              <a:ext cx="329975" cy="317131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3" name="文本框 52">
                  <a:extLst>
                    <a:ext uri="{FF2B5EF4-FFF2-40B4-BE49-F238E27FC236}">
                      <a16:creationId xmlns:a16="http://schemas.microsoft.com/office/drawing/2014/main" id="{347431E0-FDEB-2E91-2260-11EAC546256C}"/>
                    </a:ext>
                  </a:extLst>
                </p:cNvPr>
                <p:cNvSpPr txBox="1"/>
                <p:nvPr/>
              </p:nvSpPr>
              <p:spPr>
                <a:xfrm>
                  <a:off x="2936428" y="3506258"/>
                  <a:ext cx="397801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12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200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altLang="zh-CN" sz="12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 xmlns="">
            <p:sp>
              <p:nvSpPr>
                <p:cNvPr id="53" name="文本框 52">
                  <a:extLst>
                    <a:ext uri="{FF2B5EF4-FFF2-40B4-BE49-F238E27FC236}">
                      <a16:creationId xmlns:a16="http://schemas.microsoft.com/office/drawing/2014/main" id="{347431E0-FDEB-2E91-2260-11EAC546256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36428" y="3506258"/>
                  <a:ext cx="397801" cy="276999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66" name="组合 65">
            <a:extLst>
              <a:ext uri="{FF2B5EF4-FFF2-40B4-BE49-F238E27FC236}">
                <a16:creationId xmlns:a16="http://schemas.microsoft.com/office/drawing/2014/main" id="{976EB69E-5E0A-21F1-B747-E5E2BF452CF6}"/>
              </a:ext>
            </a:extLst>
          </p:cNvPr>
          <p:cNvGrpSpPr/>
          <p:nvPr/>
        </p:nvGrpSpPr>
        <p:grpSpPr>
          <a:xfrm>
            <a:off x="6049552" y="3980340"/>
            <a:ext cx="361636" cy="317131"/>
            <a:chOff x="2936428" y="3499219"/>
            <a:chExt cx="397801" cy="317131"/>
          </a:xfrm>
        </p:grpSpPr>
        <p:sp>
          <p:nvSpPr>
            <p:cNvPr id="67" name="矩形: 圆角 66">
              <a:extLst>
                <a:ext uri="{FF2B5EF4-FFF2-40B4-BE49-F238E27FC236}">
                  <a16:creationId xmlns:a16="http://schemas.microsoft.com/office/drawing/2014/main" id="{95A9EF77-3C32-6010-5C1C-BE14DF80F794}"/>
                </a:ext>
              </a:extLst>
            </p:cNvPr>
            <p:cNvSpPr/>
            <p:nvPr/>
          </p:nvSpPr>
          <p:spPr>
            <a:xfrm>
              <a:off x="2968850" y="3499219"/>
              <a:ext cx="329975" cy="317131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8" name="文本框 67">
                  <a:extLst>
                    <a:ext uri="{FF2B5EF4-FFF2-40B4-BE49-F238E27FC236}">
                      <a16:creationId xmlns:a16="http://schemas.microsoft.com/office/drawing/2014/main" id="{FD9813D6-759C-4EBD-7173-4AC6AA34EDD0}"/>
                    </a:ext>
                  </a:extLst>
                </p:cNvPr>
                <p:cNvSpPr txBox="1"/>
                <p:nvPr/>
              </p:nvSpPr>
              <p:spPr>
                <a:xfrm>
                  <a:off x="2936428" y="3506258"/>
                  <a:ext cx="397801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12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200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altLang="zh-CN" sz="12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 xmlns="">
            <p:sp>
              <p:nvSpPr>
                <p:cNvPr id="68" name="文本框 67">
                  <a:extLst>
                    <a:ext uri="{FF2B5EF4-FFF2-40B4-BE49-F238E27FC236}">
                      <a16:creationId xmlns:a16="http://schemas.microsoft.com/office/drawing/2014/main" id="{FD9813D6-759C-4EBD-7173-4AC6AA34EDD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36428" y="3506258"/>
                  <a:ext cx="397801" cy="276999"/>
                </a:xfrm>
                <a:prstGeom prst="rect">
                  <a:avLst/>
                </a:prstGeom>
                <a:blipFill>
                  <a:blip r:embed="rId1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6" name="直接连接符 5">
            <a:extLst>
              <a:ext uri="{FF2B5EF4-FFF2-40B4-BE49-F238E27FC236}">
                <a16:creationId xmlns:a16="http://schemas.microsoft.com/office/drawing/2014/main" id="{AD5A7D0B-310C-D92F-E660-E105AC8622E3}"/>
              </a:ext>
            </a:extLst>
          </p:cNvPr>
          <p:cNvCxnSpPr/>
          <p:nvPr/>
        </p:nvCxnSpPr>
        <p:spPr>
          <a:xfrm>
            <a:off x="4117319" y="3918164"/>
            <a:ext cx="2517775" cy="0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矩形 9">
            <a:extLst>
              <a:ext uri="{FF2B5EF4-FFF2-40B4-BE49-F238E27FC236}">
                <a16:creationId xmlns:a16="http://schemas.microsoft.com/office/drawing/2014/main" id="{881FAC05-3D8A-8367-4900-4CE873EA6068}"/>
              </a:ext>
            </a:extLst>
          </p:cNvPr>
          <p:cNvSpPr/>
          <p:nvPr/>
        </p:nvSpPr>
        <p:spPr>
          <a:xfrm>
            <a:off x="4168775" y="2173830"/>
            <a:ext cx="1819117" cy="1682159"/>
          </a:xfrm>
          <a:prstGeom prst="rect">
            <a:avLst/>
          </a:prstGeom>
          <a:noFill/>
          <a:ln>
            <a:solidFill>
              <a:srgbClr val="FF0000"/>
            </a:solidFill>
            <a:prstDash val="dash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79834299-B426-CEC2-A984-6F2622D9367A}"/>
                  </a:ext>
                </a:extLst>
              </p:cNvPr>
              <p:cNvSpPr txBox="1"/>
              <p:nvPr/>
            </p:nvSpPr>
            <p:spPr>
              <a:xfrm>
                <a:off x="4136552" y="3603005"/>
                <a:ext cx="1433085" cy="2308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zh-CN" altLang="en-US" sz="900" b="1" dirty="0"/>
                  <a:t>以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9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900" b="1" i="1" smtClean="0">
                            <a:latin typeface="Cambria Math" panose="02040503050406030204" pitchFamily="18" charset="0"/>
                          </a:rPr>
                          <m:t>𝒂</m:t>
                        </m:r>
                      </m:e>
                      <m:sub>
                        <m:r>
                          <a:rPr lang="en-US" altLang="zh-CN" sz="900" b="1" i="1" smtClean="0">
                            <a:latin typeface="Cambria Math" panose="02040503050406030204" pitchFamily="18" charset="0"/>
                          </a:rPr>
                          <m:t>𝒊</m:t>
                        </m:r>
                        <m:r>
                          <a:rPr lang="en-US" altLang="zh-CN" sz="900" b="1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sz="900" b="1" i="1" smtClean="0"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zh-CN" altLang="en-US" sz="900" b="1" dirty="0"/>
                  <a:t>为结尾的所有情况</a:t>
                </a:r>
              </a:p>
            </p:txBody>
          </p:sp>
        </mc:Choice>
        <mc:Fallback xmlns=""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79834299-B426-CEC2-A984-6F2622D9367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36552" y="3603005"/>
                <a:ext cx="1433085" cy="230832"/>
              </a:xfrm>
              <a:prstGeom prst="rect">
                <a:avLst/>
              </a:prstGeom>
              <a:blipFill>
                <a:blip r:embed="rId12"/>
                <a:stretch>
                  <a:fillRect b="-1315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文本框 14">
                <a:extLst>
                  <a:ext uri="{FF2B5EF4-FFF2-40B4-BE49-F238E27FC236}">
                    <a16:creationId xmlns:a16="http://schemas.microsoft.com/office/drawing/2014/main" id="{71E4DF62-4054-807E-AC9C-CF1B7B7DC93F}"/>
                  </a:ext>
                </a:extLst>
              </p:cNvPr>
              <p:cNvSpPr txBox="1"/>
              <p:nvPr/>
            </p:nvSpPr>
            <p:spPr>
              <a:xfrm>
                <a:off x="2293048" y="3187659"/>
                <a:ext cx="1579022" cy="2616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zh-CN" altLang="en-US" sz="1100" b="1" dirty="0"/>
                  <a:t>所有以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1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100" b="1" i="1" smtClean="0">
                            <a:latin typeface="Cambria Math" panose="02040503050406030204" pitchFamily="18" charset="0"/>
                          </a:rPr>
                          <m:t>𝒂</m:t>
                        </m:r>
                      </m:e>
                      <m:sub>
                        <m:r>
                          <a:rPr lang="en-US" altLang="zh-CN" sz="1100" b="1" i="1" smtClean="0">
                            <a:latin typeface="Cambria Math" panose="02040503050406030204" pitchFamily="18" charset="0"/>
                          </a:rPr>
                          <m:t>𝒊</m:t>
                        </m:r>
                      </m:sub>
                    </m:sSub>
                  </m:oMath>
                </a14:m>
                <a:r>
                  <a:rPr lang="zh-CN" altLang="en-US" sz="1100" b="1" dirty="0"/>
                  <a:t>为结尾的情况</a:t>
                </a:r>
              </a:p>
            </p:txBody>
          </p:sp>
        </mc:Choice>
        <mc:Fallback xmlns="">
          <p:sp>
            <p:nvSpPr>
              <p:cNvPr id="15" name="文本框 14">
                <a:extLst>
                  <a:ext uri="{FF2B5EF4-FFF2-40B4-BE49-F238E27FC236}">
                    <a16:creationId xmlns:a16="http://schemas.microsoft.com/office/drawing/2014/main" id="{71E4DF62-4054-807E-AC9C-CF1B7B7DC93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93048" y="3187659"/>
                <a:ext cx="1579022" cy="261610"/>
              </a:xfrm>
              <a:prstGeom prst="rect">
                <a:avLst/>
              </a:prstGeom>
              <a:blipFill>
                <a:blip r:embed="rId13"/>
                <a:stretch>
                  <a:fillRect t="-2326" b="-1395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文本框 15">
                <a:extLst>
                  <a:ext uri="{FF2B5EF4-FFF2-40B4-BE49-F238E27FC236}">
                    <a16:creationId xmlns:a16="http://schemas.microsoft.com/office/drawing/2014/main" id="{3B53BAB7-AB80-5C7D-B1E9-DBA76D3E8261}"/>
                  </a:ext>
                </a:extLst>
              </p:cNvPr>
              <p:cNvSpPr txBox="1"/>
              <p:nvPr/>
            </p:nvSpPr>
            <p:spPr>
              <a:xfrm>
                <a:off x="4877351" y="1767116"/>
                <a:ext cx="773994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𝒇</m:t>
                      </m:r>
                      <m:r>
                        <a:rPr lang="en-US" altLang="zh-CN" sz="12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sz="1200" b="1" i="1" dirty="0" err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𝒊</m:t>
                      </m:r>
                      <m:r>
                        <a:rPr lang="en-US" altLang="zh-CN" sz="12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altLang="zh-CN" sz="12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US" altLang="zh-CN" sz="12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sz="12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6" name="文本框 15">
                <a:extLst>
                  <a:ext uri="{FF2B5EF4-FFF2-40B4-BE49-F238E27FC236}">
                    <a16:creationId xmlns:a16="http://schemas.microsoft.com/office/drawing/2014/main" id="{3B53BAB7-AB80-5C7D-B1E9-DBA76D3E826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77351" y="1767116"/>
                <a:ext cx="773994" cy="276999"/>
              </a:xfrm>
              <a:prstGeom prst="rect">
                <a:avLst/>
              </a:prstGeom>
              <a:blipFill>
                <a:blip r:embed="rId14"/>
                <a:stretch>
                  <a:fillRect b="-888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文本框 16">
                <a:extLst>
                  <a:ext uri="{FF2B5EF4-FFF2-40B4-BE49-F238E27FC236}">
                    <a16:creationId xmlns:a16="http://schemas.microsoft.com/office/drawing/2014/main" id="{7F774452-B004-E85A-51A3-7D64BE585E2A}"/>
                  </a:ext>
                </a:extLst>
              </p:cNvPr>
              <p:cNvSpPr txBox="1"/>
              <p:nvPr/>
            </p:nvSpPr>
            <p:spPr>
              <a:xfrm>
                <a:off x="5733465" y="1760253"/>
                <a:ext cx="341760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zh-CN" altLang="en-US" sz="12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7" name="文本框 16">
                <a:extLst>
                  <a:ext uri="{FF2B5EF4-FFF2-40B4-BE49-F238E27FC236}">
                    <a16:creationId xmlns:a16="http://schemas.microsoft.com/office/drawing/2014/main" id="{7F774452-B004-E85A-51A3-7D64BE585E2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33465" y="1760253"/>
                <a:ext cx="341760" cy="276999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文本框 17">
                <a:extLst>
                  <a:ext uri="{FF2B5EF4-FFF2-40B4-BE49-F238E27FC236}">
                    <a16:creationId xmlns:a16="http://schemas.microsoft.com/office/drawing/2014/main" id="{83A2B302-6196-E9C3-32B1-46A00EE0ABCF}"/>
                  </a:ext>
                </a:extLst>
              </p:cNvPr>
              <p:cNvSpPr txBox="1"/>
              <p:nvPr/>
            </p:nvSpPr>
            <p:spPr>
              <a:xfrm>
                <a:off x="6014233" y="1770498"/>
                <a:ext cx="370614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2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2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𝒂</m:t>
                          </m:r>
                        </m:e>
                        <m:sub>
                          <m:r>
                            <a:rPr lang="en-US" altLang="zh-CN" sz="12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𝒊</m:t>
                          </m:r>
                        </m:sub>
                      </m:sSub>
                    </m:oMath>
                  </m:oMathPara>
                </a14:m>
                <a:endParaRPr lang="zh-CN" altLang="en-US" sz="12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8" name="文本框 17">
                <a:extLst>
                  <a:ext uri="{FF2B5EF4-FFF2-40B4-BE49-F238E27FC236}">
                    <a16:creationId xmlns:a16="http://schemas.microsoft.com/office/drawing/2014/main" id="{83A2B302-6196-E9C3-32B1-46A00EE0ABC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14233" y="1770498"/>
                <a:ext cx="370614" cy="276999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文本框 23">
                <a:extLst>
                  <a:ext uri="{FF2B5EF4-FFF2-40B4-BE49-F238E27FC236}">
                    <a16:creationId xmlns:a16="http://schemas.microsoft.com/office/drawing/2014/main" id="{A873EE7F-9240-B03A-AAB4-555AAEEA13C1}"/>
                  </a:ext>
                </a:extLst>
              </p:cNvPr>
              <p:cNvSpPr txBox="1"/>
              <p:nvPr/>
            </p:nvSpPr>
            <p:spPr>
              <a:xfrm>
                <a:off x="2880233" y="2844110"/>
                <a:ext cx="498855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b="1" i="1" dirty="0" smtClean="0">
                          <a:latin typeface="Cambria Math" panose="02040503050406030204" pitchFamily="18" charset="0"/>
                        </a:rPr>
                        <m:t>𝒇</m:t>
                      </m:r>
                      <m:r>
                        <a:rPr lang="en-US" altLang="zh-CN" sz="1200" b="1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sz="1200" b="1" i="1" dirty="0" err="1" smtClean="0">
                          <a:latin typeface="Cambria Math" panose="02040503050406030204" pitchFamily="18" charset="0"/>
                        </a:rPr>
                        <m:t>𝒊</m:t>
                      </m:r>
                      <m:r>
                        <a:rPr lang="en-US" altLang="zh-CN" sz="1200" b="1" i="1" dirty="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sz="1200" b="1" dirty="0"/>
              </a:p>
            </p:txBody>
          </p:sp>
        </mc:Choice>
        <mc:Fallback xmlns="">
          <p:sp>
            <p:nvSpPr>
              <p:cNvPr id="24" name="文本框 23">
                <a:extLst>
                  <a:ext uri="{FF2B5EF4-FFF2-40B4-BE49-F238E27FC236}">
                    <a16:creationId xmlns:a16="http://schemas.microsoft.com/office/drawing/2014/main" id="{A873EE7F-9240-B03A-AAB4-555AAEEA13C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80233" y="2844110"/>
                <a:ext cx="498855" cy="276999"/>
              </a:xfrm>
              <a:prstGeom prst="rect">
                <a:avLst/>
              </a:prstGeom>
              <a:blipFill>
                <a:blip r:embed="rId17"/>
                <a:stretch>
                  <a:fillRect b="-888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" name="箭头: 右 24">
            <a:extLst>
              <a:ext uri="{FF2B5EF4-FFF2-40B4-BE49-F238E27FC236}">
                <a16:creationId xmlns:a16="http://schemas.microsoft.com/office/drawing/2014/main" id="{C8AD637C-DFBF-FC1D-C37E-6F8369CC332C}"/>
              </a:ext>
            </a:extLst>
          </p:cNvPr>
          <p:cNvSpPr/>
          <p:nvPr/>
        </p:nvSpPr>
        <p:spPr>
          <a:xfrm>
            <a:off x="3659345" y="2934274"/>
            <a:ext cx="425450" cy="96672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文本框 26">
                <a:extLst>
                  <a:ext uri="{FF2B5EF4-FFF2-40B4-BE49-F238E27FC236}">
                    <a16:creationId xmlns:a16="http://schemas.microsoft.com/office/drawing/2014/main" id="{5608A7A6-9AB1-A61C-84B4-837B89386C15}"/>
                  </a:ext>
                </a:extLst>
              </p:cNvPr>
              <p:cNvSpPr txBox="1"/>
              <p:nvPr/>
            </p:nvSpPr>
            <p:spPr>
              <a:xfrm>
                <a:off x="5581343" y="3992567"/>
                <a:ext cx="370614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200" b="1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200" b="1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𝒂</m:t>
                          </m:r>
                        </m:e>
                        <m:sub>
                          <m:r>
                            <a:rPr lang="en-US" altLang="zh-CN" sz="1200" b="1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𝒊</m:t>
                          </m:r>
                        </m:sub>
                      </m:sSub>
                    </m:oMath>
                  </m:oMathPara>
                </a14:m>
                <a:endParaRPr lang="zh-CN" altLang="en-US" sz="1200" b="1" dirty="0">
                  <a:solidFill>
                    <a:schemeClr val="accent6"/>
                  </a:solidFill>
                </a:endParaRPr>
              </a:p>
            </p:txBody>
          </p:sp>
        </mc:Choice>
        <mc:Fallback xmlns="">
          <p:sp>
            <p:nvSpPr>
              <p:cNvPr id="27" name="文本框 26">
                <a:extLst>
                  <a:ext uri="{FF2B5EF4-FFF2-40B4-BE49-F238E27FC236}">
                    <a16:creationId xmlns:a16="http://schemas.microsoft.com/office/drawing/2014/main" id="{5608A7A6-9AB1-A61C-84B4-837B89386C1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81343" y="3992567"/>
                <a:ext cx="370614" cy="276999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923269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3E6CB9-4E63-B970-218A-42036AA46D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组合 4">
            <a:extLst>
              <a:ext uri="{FF2B5EF4-FFF2-40B4-BE49-F238E27FC236}">
                <a16:creationId xmlns:a16="http://schemas.microsoft.com/office/drawing/2014/main" id="{F6702232-AE9C-1F1B-B475-A4F25EA960BB}"/>
              </a:ext>
            </a:extLst>
          </p:cNvPr>
          <p:cNvGrpSpPr/>
          <p:nvPr/>
        </p:nvGrpSpPr>
        <p:grpSpPr>
          <a:xfrm>
            <a:off x="4029823" y="2046496"/>
            <a:ext cx="3173350" cy="317131"/>
            <a:chOff x="2968850" y="3499219"/>
            <a:chExt cx="329975" cy="317131"/>
          </a:xfrm>
        </p:grpSpPr>
        <p:sp>
          <p:nvSpPr>
            <p:cNvPr id="6" name="矩形: 圆角 5">
              <a:extLst>
                <a:ext uri="{FF2B5EF4-FFF2-40B4-BE49-F238E27FC236}">
                  <a16:creationId xmlns:a16="http://schemas.microsoft.com/office/drawing/2014/main" id="{A1570740-D893-7256-C168-1D4F4B23E825}"/>
                </a:ext>
              </a:extLst>
            </p:cNvPr>
            <p:cNvSpPr/>
            <p:nvPr/>
          </p:nvSpPr>
          <p:spPr>
            <a:xfrm>
              <a:off x="2968850" y="3499219"/>
              <a:ext cx="329975" cy="317131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文本框 6">
                  <a:extLst>
                    <a:ext uri="{FF2B5EF4-FFF2-40B4-BE49-F238E27FC236}">
                      <a16:creationId xmlns:a16="http://schemas.microsoft.com/office/drawing/2014/main" id="{CBBC024B-A6FF-8905-60D7-C279AE9BC7E4}"/>
                    </a:ext>
                  </a:extLst>
                </p:cNvPr>
                <p:cNvSpPr txBox="1"/>
                <p:nvPr/>
              </p:nvSpPr>
              <p:spPr>
                <a:xfrm>
                  <a:off x="3115875" y="3519284"/>
                  <a:ext cx="42257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0" i="1" smtClean="0">
                            <a:latin typeface="Cambria Math" panose="02040503050406030204" pitchFamily="18" charset="0"/>
                          </a:rPr>
                          <m:t>12</m:t>
                        </m:r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 xmlns="">
            <p:sp>
              <p:nvSpPr>
                <p:cNvPr id="7" name="文本框 6">
                  <a:extLst>
                    <a:ext uri="{FF2B5EF4-FFF2-40B4-BE49-F238E27FC236}">
                      <a16:creationId xmlns:a16="http://schemas.microsoft.com/office/drawing/2014/main" id="{CBBC024B-A6FF-8905-60D7-C279AE9BC7E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115875" y="3519284"/>
                  <a:ext cx="42257" cy="276999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8D4F0625-8711-E81E-003D-2F1C42374803}"/>
              </a:ext>
            </a:extLst>
          </p:cNvPr>
          <p:cNvGrpSpPr/>
          <p:nvPr/>
        </p:nvGrpSpPr>
        <p:grpSpPr>
          <a:xfrm>
            <a:off x="4041285" y="2643396"/>
            <a:ext cx="994265" cy="317131"/>
            <a:chOff x="2968850" y="3499219"/>
            <a:chExt cx="329975" cy="317131"/>
          </a:xfrm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F95AEE3C-2B78-0D26-E564-346EA2A9D2AC}"/>
                </a:ext>
              </a:extLst>
            </p:cNvPr>
            <p:cNvSpPr/>
            <p:nvPr/>
          </p:nvSpPr>
          <p:spPr>
            <a:xfrm>
              <a:off x="2968850" y="3499219"/>
              <a:ext cx="329975" cy="317131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" name="文本框 12">
                  <a:extLst>
                    <a:ext uri="{FF2B5EF4-FFF2-40B4-BE49-F238E27FC236}">
                      <a16:creationId xmlns:a16="http://schemas.microsoft.com/office/drawing/2014/main" id="{DF5020B4-05A4-0712-3EEA-7A38EA57A595}"/>
                    </a:ext>
                  </a:extLst>
                </p:cNvPr>
                <p:cNvSpPr txBox="1"/>
                <p:nvPr/>
              </p:nvSpPr>
              <p:spPr>
                <a:xfrm>
                  <a:off x="3057605" y="3519284"/>
                  <a:ext cx="121559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 xmlns="">
            <p:sp>
              <p:nvSpPr>
                <p:cNvPr id="13" name="文本框 12">
                  <a:extLst>
                    <a:ext uri="{FF2B5EF4-FFF2-40B4-BE49-F238E27FC236}">
                      <a16:creationId xmlns:a16="http://schemas.microsoft.com/office/drawing/2014/main" id="{DF5020B4-05A4-0712-3EEA-7A38EA57A59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057605" y="3519284"/>
                  <a:ext cx="121559" cy="276999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27CDC751-5EB2-851A-6CCC-1338620072C9}"/>
              </a:ext>
            </a:extLst>
          </p:cNvPr>
          <p:cNvGrpSpPr/>
          <p:nvPr/>
        </p:nvGrpSpPr>
        <p:grpSpPr>
          <a:xfrm>
            <a:off x="5103490" y="2643390"/>
            <a:ext cx="992510" cy="317131"/>
            <a:chOff x="2968850" y="3499219"/>
            <a:chExt cx="329975" cy="317131"/>
          </a:xfrm>
        </p:grpSpPr>
        <p:sp>
          <p:nvSpPr>
            <p:cNvPr id="15" name="矩形: 圆角 14">
              <a:extLst>
                <a:ext uri="{FF2B5EF4-FFF2-40B4-BE49-F238E27FC236}">
                  <a16:creationId xmlns:a16="http://schemas.microsoft.com/office/drawing/2014/main" id="{94AFF4AB-109D-67A4-8D5F-10D096868A29}"/>
                </a:ext>
              </a:extLst>
            </p:cNvPr>
            <p:cNvSpPr/>
            <p:nvPr/>
          </p:nvSpPr>
          <p:spPr>
            <a:xfrm>
              <a:off x="2968850" y="3499219"/>
              <a:ext cx="329975" cy="317131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" name="文本框 15">
                  <a:extLst>
                    <a:ext uri="{FF2B5EF4-FFF2-40B4-BE49-F238E27FC236}">
                      <a16:creationId xmlns:a16="http://schemas.microsoft.com/office/drawing/2014/main" id="{A9DD5041-1091-7E13-454D-BCE65D3D33A4}"/>
                    </a:ext>
                  </a:extLst>
                </p:cNvPr>
                <p:cNvSpPr txBox="1"/>
                <p:nvPr/>
              </p:nvSpPr>
              <p:spPr>
                <a:xfrm>
                  <a:off x="3057605" y="3519284"/>
                  <a:ext cx="121559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 xmlns="">
            <p:sp>
              <p:nvSpPr>
                <p:cNvPr id="16" name="文本框 15">
                  <a:extLst>
                    <a:ext uri="{FF2B5EF4-FFF2-40B4-BE49-F238E27FC236}">
                      <a16:creationId xmlns:a16="http://schemas.microsoft.com/office/drawing/2014/main" id="{A9DD5041-1091-7E13-454D-BCE65D3D33A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057605" y="3519284"/>
                  <a:ext cx="121559" cy="276999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7" name="组合 16">
            <a:extLst>
              <a:ext uri="{FF2B5EF4-FFF2-40B4-BE49-F238E27FC236}">
                <a16:creationId xmlns:a16="http://schemas.microsoft.com/office/drawing/2014/main" id="{A9623511-147E-3CDE-2777-EFEF4240D30E}"/>
              </a:ext>
            </a:extLst>
          </p:cNvPr>
          <p:cNvGrpSpPr/>
          <p:nvPr/>
        </p:nvGrpSpPr>
        <p:grpSpPr>
          <a:xfrm>
            <a:off x="6165695" y="2635655"/>
            <a:ext cx="982987" cy="317131"/>
            <a:chOff x="2968850" y="3499219"/>
            <a:chExt cx="329975" cy="317131"/>
          </a:xfrm>
        </p:grpSpPr>
        <p:sp>
          <p:nvSpPr>
            <p:cNvPr id="18" name="矩形: 圆角 17">
              <a:extLst>
                <a:ext uri="{FF2B5EF4-FFF2-40B4-BE49-F238E27FC236}">
                  <a16:creationId xmlns:a16="http://schemas.microsoft.com/office/drawing/2014/main" id="{0B6E362A-8C57-4721-B140-E66D9CD600CB}"/>
                </a:ext>
              </a:extLst>
            </p:cNvPr>
            <p:cNvSpPr/>
            <p:nvPr/>
          </p:nvSpPr>
          <p:spPr>
            <a:xfrm>
              <a:off x="2968850" y="3499219"/>
              <a:ext cx="329975" cy="317131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" name="文本框 18">
                  <a:extLst>
                    <a:ext uri="{FF2B5EF4-FFF2-40B4-BE49-F238E27FC236}">
                      <a16:creationId xmlns:a16="http://schemas.microsoft.com/office/drawing/2014/main" id="{452BD1F1-BC6D-F35E-3A5F-0B62373AAF06}"/>
                    </a:ext>
                  </a:extLst>
                </p:cNvPr>
                <p:cNvSpPr txBox="1"/>
                <p:nvPr/>
              </p:nvSpPr>
              <p:spPr>
                <a:xfrm>
                  <a:off x="3073058" y="3519284"/>
                  <a:ext cx="121559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 xmlns="">
            <p:sp>
              <p:nvSpPr>
                <p:cNvPr id="19" name="文本框 18">
                  <a:extLst>
                    <a:ext uri="{FF2B5EF4-FFF2-40B4-BE49-F238E27FC236}">
                      <a16:creationId xmlns:a16="http://schemas.microsoft.com/office/drawing/2014/main" id="{452BD1F1-BC6D-F35E-3A5F-0B62373AAF0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073058" y="3519284"/>
                  <a:ext cx="121559" cy="276999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20" name="直接连接符 19">
            <a:extLst>
              <a:ext uri="{FF2B5EF4-FFF2-40B4-BE49-F238E27FC236}">
                <a16:creationId xmlns:a16="http://schemas.microsoft.com/office/drawing/2014/main" id="{4BAC5239-7097-9A18-2B07-CD2D30A812AA}"/>
              </a:ext>
            </a:extLst>
          </p:cNvPr>
          <p:cNvCxnSpPr>
            <a:cxnSpLocks/>
          </p:cNvCxnSpPr>
          <p:nvPr/>
        </p:nvCxnSpPr>
        <p:spPr>
          <a:xfrm>
            <a:off x="5066385" y="2498725"/>
            <a:ext cx="6270" cy="684109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接连接符 21">
            <a:extLst>
              <a:ext uri="{FF2B5EF4-FFF2-40B4-BE49-F238E27FC236}">
                <a16:creationId xmlns:a16="http://schemas.microsoft.com/office/drawing/2014/main" id="{5A27B93D-014A-C39A-227E-4E8CCD2D7B23}"/>
              </a:ext>
            </a:extLst>
          </p:cNvPr>
          <p:cNvCxnSpPr>
            <a:cxnSpLocks/>
          </p:cNvCxnSpPr>
          <p:nvPr/>
        </p:nvCxnSpPr>
        <p:spPr>
          <a:xfrm>
            <a:off x="6126835" y="2498724"/>
            <a:ext cx="6270" cy="684109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4" name="组合 33">
            <a:extLst>
              <a:ext uri="{FF2B5EF4-FFF2-40B4-BE49-F238E27FC236}">
                <a16:creationId xmlns:a16="http://schemas.microsoft.com/office/drawing/2014/main" id="{C0450DAE-849D-4898-C426-29E220E4241F}"/>
              </a:ext>
            </a:extLst>
          </p:cNvPr>
          <p:cNvGrpSpPr/>
          <p:nvPr/>
        </p:nvGrpSpPr>
        <p:grpSpPr>
          <a:xfrm>
            <a:off x="4041285" y="3429000"/>
            <a:ext cx="994265" cy="317131"/>
            <a:chOff x="2968850" y="3499219"/>
            <a:chExt cx="329975" cy="317131"/>
          </a:xfrm>
        </p:grpSpPr>
        <p:sp>
          <p:nvSpPr>
            <p:cNvPr id="35" name="矩形: 圆角 34">
              <a:extLst>
                <a:ext uri="{FF2B5EF4-FFF2-40B4-BE49-F238E27FC236}">
                  <a16:creationId xmlns:a16="http://schemas.microsoft.com/office/drawing/2014/main" id="{3E3B9B51-73E6-110D-1AB4-7AB8A59C90FC}"/>
                </a:ext>
              </a:extLst>
            </p:cNvPr>
            <p:cNvSpPr/>
            <p:nvPr/>
          </p:nvSpPr>
          <p:spPr>
            <a:xfrm>
              <a:off x="2968850" y="3499219"/>
              <a:ext cx="329975" cy="317131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6" name="文本框 35">
                  <a:extLst>
                    <a:ext uri="{FF2B5EF4-FFF2-40B4-BE49-F238E27FC236}">
                      <a16:creationId xmlns:a16="http://schemas.microsoft.com/office/drawing/2014/main" id="{86C1941C-FD33-EDC6-C804-0C14A2AAE84E}"/>
                    </a:ext>
                  </a:extLst>
                </p:cNvPr>
                <p:cNvSpPr txBox="1"/>
                <p:nvPr/>
              </p:nvSpPr>
              <p:spPr>
                <a:xfrm>
                  <a:off x="3057605" y="3519284"/>
                  <a:ext cx="121559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 xmlns="">
            <p:sp>
              <p:nvSpPr>
                <p:cNvPr id="36" name="文本框 35">
                  <a:extLst>
                    <a:ext uri="{FF2B5EF4-FFF2-40B4-BE49-F238E27FC236}">
                      <a16:creationId xmlns:a16="http://schemas.microsoft.com/office/drawing/2014/main" id="{86C1941C-FD33-EDC6-C804-0C14A2AAE84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057605" y="3519284"/>
                  <a:ext cx="121559" cy="276999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37" name="组合 36">
            <a:extLst>
              <a:ext uri="{FF2B5EF4-FFF2-40B4-BE49-F238E27FC236}">
                <a16:creationId xmlns:a16="http://schemas.microsoft.com/office/drawing/2014/main" id="{7C230AC8-C175-2B65-717D-A57F59020AA7}"/>
              </a:ext>
            </a:extLst>
          </p:cNvPr>
          <p:cNvGrpSpPr/>
          <p:nvPr/>
        </p:nvGrpSpPr>
        <p:grpSpPr>
          <a:xfrm>
            <a:off x="5103490" y="3428994"/>
            <a:ext cx="992510" cy="317131"/>
            <a:chOff x="2968850" y="3499219"/>
            <a:chExt cx="329975" cy="317131"/>
          </a:xfrm>
        </p:grpSpPr>
        <p:sp>
          <p:nvSpPr>
            <p:cNvPr id="38" name="矩形: 圆角 37">
              <a:extLst>
                <a:ext uri="{FF2B5EF4-FFF2-40B4-BE49-F238E27FC236}">
                  <a16:creationId xmlns:a16="http://schemas.microsoft.com/office/drawing/2014/main" id="{2DE39FDA-829A-7D14-4847-B0840590DA4B}"/>
                </a:ext>
              </a:extLst>
            </p:cNvPr>
            <p:cNvSpPr/>
            <p:nvPr/>
          </p:nvSpPr>
          <p:spPr>
            <a:xfrm>
              <a:off x="2968850" y="3499219"/>
              <a:ext cx="329975" cy="317131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9" name="文本框 38">
                  <a:extLst>
                    <a:ext uri="{FF2B5EF4-FFF2-40B4-BE49-F238E27FC236}">
                      <a16:creationId xmlns:a16="http://schemas.microsoft.com/office/drawing/2014/main" id="{7AD1DE76-4DEE-B546-F6D3-3D680D80BC94}"/>
                    </a:ext>
                  </a:extLst>
                </p:cNvPr>
                <p:cNvSpPr txBox="1"/>
                <p:nvPr/>
              </p:nvSpPr>
              <p:spPr>
                <a:xfrm>
                  <a:off x="3057605" y="3519284"/>
                  <a:ext cx="121559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 xmlns="">
            <p:sp>
              <p:nvSpPr>
                <p:cNvPr id="39" name="文本框 38">
                  <a:extLst>
                    <a:ext uri="{FF2B5EF4-FFF2-40B4-BE49-F238E27FC236}">
                      <a16:creationId xmlns:a16="http://schemas.microsoft.com/office/drawing/2014/main" id="{7AD1DE76-4DEE-B546-F6D3-3D680D80BC9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057605" y="3519284"/>
                  <a:ext cx="121559" cy="276999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43" name="直接连接符 42">
            <a:extLst>
              <a:ext uri="{FF2B5EF4-FFF2-40B4-BE49-F238E27FC236}">
                <a16:creationId xmlns:a16="http://schemas.microsoft.com/office/drawing/2014/main" id="{D46795A7-6F80-2F4F-F3E2-AC0F032B99DD}"/>
              </a:ext>
            </a:extLst>
          </p:cNvPr>
          <p:cNvCxnSpPr>
            <a:cxnSpLocks/>
          </p:cNvCxnSpPr>
          <p:nvPr/>
        </p:nvCxnSpPr>
        <p:spPr>
          <a:xfrm>
            <a:off x="5066385" y="3284329"/>
            <a:ext cx="6270" cy="684109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9" name="组合 48">
            <a:extLst>
              <a:ext uri="{FF2B5EF4-FFF2-40B4-BE49-F238E27FC236}">
                <a16:creationId xmlns:a16="http://schemas.microsoft.com/office/drawing/2014/main" id="{145BF2D6-6428-BBD4-E49F-DE3F496FBA4E}"/>
              </a:ext>
            </a:extLst>
          </p:cNvPr>
          <p:cNvGrpSpPr/>
          <p:nvPr/>
        </p:nvGrpSpPr>
        <p:grpSpPr>
          <a:xfrm>
            <a:off x="6126838" y="3284328"/>
            <a:ext cx="218300" cy="684109"/>
            <a:chOff x="6126835" y="3284328"/>
            <a:chExt cx="292515" cy="684109"/>
          </a:xfrm>
        </p:grpSpPr>
        <p:grpSp>
          <p:nvGrpSpPr>
            <p:cNvPr id="40" name="组合 39">
              <a:extLst>
                <a:ext uri="{FF2B5EF4-FFF2-40B4-BE49-F238E27FC236}">
                  <a16:creationId xmlns:a16="http://schemas.microsoft.com/office/drawing/2014/main" id="{BFA0F8E2-67EC-9466-DBDA-83EDF9B4661A}"/>
                </a:ext>
              </a:extLst>
            </p:cNvPr>
            <p:cNvGrpSpPr/>
            <p:nvPr/>
          </p:nvGrpSpPr>
          <p:grpSpPr>
            <a:xfrm>
              <a:off x="6132635" y="3421259"/>
              <a:ext cx="286715" cy="317131"/>
              <a:chOff x="2925847" y="3499219"/>
              <a:chExt cx="372978" cy="317131"/>
            </a:xfrm>
          </p:grpSpPr>
          <p:sp>
            <p:nvSpPr>
              <p:cNvPr id="41" name="矩形: 圆角 40">
                <a:extLst>
                  <a:ext uri="{FF2B5EF4-FFF2-40B4-BE49-F238E27FC236}">
                    <a16:creationId xmlns:a16="http://schemas.microsoft.com/office/drawing/2014/main" id="{25EAF4BE-E362-557A-4893-89713C14F45E}"/>
                  </a:ext>
                </a:extLst>
              </p:cNvPr>
              <p:cNvSpPr/>
              <p:nvPr/>
            </p:nvSpPr>
            <p:spPr>
              <a:xfrm>
                <a:off x="2968850" y="3499219"/>
                <a:ext cx="329975" cy="317131"/>
              </a:xfrm>
              <a:prstGeom prst="roundRect">
                <a:avLst/>
              </a:prstGeom>
              <a:noFill/>
              <a:ln>
                <a:prstDash val="solid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400" b="1" dirty="0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2" name="文本框 41">
                    <a:extLst>
                      <a:ext uri="{FF2B5EF4-FFF2-40B4-BE49-F238E27FC236}">
                        <a16:creationId xmlns:a16="http://schemas.microsoft.com/office/drawing/2014/main" id="{B896B15D-0A8A-1EB3-2C88-D03E9798E4CB}"/>
                      </a:ext>
                    </a:extLst>
                  </p:cNvPr>
                  <p:cNvSpPr txBox="1"/>
                  <p:nvPr/>
                </p:nvSpPr>
                <p:spPr>
                  <a:xfrm>
                    <a:off x="2925847" y="3519282"/>
                    <a:ext cx="337723" cy="276999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oMath>
                      </m:oMathPara>
                    </a14:m>
                    <a:endParaRPr lang="zh-CN" altLang="en-US" sz="1200" dirty="0"/>
                  </a:p>
                </p:txBody>
              </p:sp>
            </mc:Choice>
            <mc:Fallback xmlns="">
              <p:sp>
                <p:nvSpPr>
                  <p:cNvPr id="42" name="文本框 41">
                    <a:extLst>
                      <a:ext uri="{FF2B5EF4-FFF2-40B4-BE49-F238E27FC236}">
                        <a16:creationId xmlns:a16="http://schemas.microsoft.com/office/drawing/2014/main" id="{B896B15D-0A8A-1EB3-2C88-D03E9798E4CB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925847" y="3519282"/>
                    <a:ext cx="337723" cy="276999"/>
                  </a:xfrm>
                  <a:prstGeom prst="rect">
                    <a:avLst/>
                  </a:prstGeom>
                  <a:blipFill>
                    <a:blip r:embed="rId4"/>
                    <a:stretch>
                      <a:fillRect r="-18750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cxnSp>
          <p:nvCxnSpPr>
            <p:cNvPr id="44" name="直接连接符 43">
              <a:extLst>
                <a:ext uri="{FF2B5EF4-FFF2-40B4-BE49-F238E27FC236}">
                  <a16:creationId xmlns:a16="http://schemas.microsoft.com/office/drawing/2014/main" id="{B54F7B5A-E5B6-36A7-C974-A7772BDA60EA}"/>
                </a:ext>
              </a:extLst>
            </p:cNvPr>
            <p:cNvCxnSpPr>
              <a:cxnSpLocks/>
            </p:cNvCxnSpPr>
            <p:nvPr/>
          </p:nvCxnSpPr>
          <p:spPr>
            <a:xfrm>
              <a:off x="6126835" y="3284328"/>
              <a:ext cx="6270" cy="684109"/>
            </a:xfrm>
            <a:prstGeom prst="line">
              <a:avLst/>
            </a:prstGeom>
            <a:ln w="12700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0" name="组合 49">
            <a:extLst>
              <a:ext uri="{FF2B5EF4-FFF2-40B4-BE49-F238E27FC236}">
                <a16:creationId xmlns:a16="http://schemas.microsoft.com/office/drawing/2014/main" id="{A3A7A48D-E628-1CF7-795F-A713BD796CD1}"/>
              </a:ext>
            </a:extLst>
          </p:cNvPr>
          <p:cNvGrpSpPr/>
          <p:nvPr/>
        </p:nvGrpSpPr>
        <p:grpSpPr>
          <a:xfrm>
            <a:off x="6365330" y="3284327"/>
            <a:ext cx="231277" cy="684109"/>
            <a:chOff x="6109445" y="3284328"/>
            <a:chExt cx="309904" cy="684109"/>
          </a:xfrm>
        </p:grpSpPr>
        <p:grpSp>
          <p:nvGrpSpPr>
            <p:cNvPr id="51" name="组合 50">
              <a:extLst>
                <a:ext uri="{FF2B5EF4-FFF2-40B4-BE49-F238E27FC236}">
                  <a16:creationId xmlns:a16="http://schemas.microsoft.com/office/drawing/2014/main" id="{1F2A503C-E441-AB10-3061-D461CD216BAF}"/>
                </a:ext>
              </a:extLst>
            </p:cNvPr>
            <p:cNvGrpSpPr/>
            <p:nvPr/>
          </p:nvGrpSpPr>
          <p:grpSpPr>
            <a:xfrm>
              <a:off x="6109445" y="3421259"/>
              <a:ext cx="309904" cy="317131"/>
              <a:chOff x="2895681" y="3499219"/>
              <a:chExt cx="403144" cy="317131"/>
            </a:xfrm>
          </p:grpSpPr>
          <p:sp>
            <p:nvSpPr>
              <p:cNvPr id="53" name="矩形: 圆角 52">
                <a:extLst>
                  <a:ext uri="{FF2B5EF4-FFF2-40B4-BE49-F238E27FC236}">
                    <a16:creationId xmlns:a16="http://schemas.microsoft.com/office/drawing/2014/main" id="{40288CD7-5076-3AC1-74B6-96C5AE0A30B0}"/>
                  </a:ext>
                </a:extLst>
              </p:cNvPr>
              <p:cNvSpPr/>
              <p:nvPr/>
            </p:nvSpPr>
            <p:spPr>
              <a:xfrm>
                <a:off x="2968850" y="3499219"/>
                <a:ext cx="329975" cy="317131"/>
              </a:xfrm>
              <a:prstGeom prst="roundRect">
                <a:avLst/>
              </a:prstGeom>
              <a:noFill/>
              <a:ln>
                <a:prstDash val="solid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400" b="1" dirty="0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4" name="文本框 53">
                    <a:extLst>
                      <a:ext uri="{FF2B5EF4-FFF2-40B4-BE49-F238E27FC236}">
                        <a16:creationId xmlns:a16="http://schemas.microsoft.com/office/drawing/2014/main" id="{BCBDDA31-7C8E-BB85-DF2C-F75DDE9CED68}"/>
                      </a:ext>
                    </a:extLst>
                  </p:cNvPr>
                  <p:cNvSpPr txBox="1"/>
                  <p:nvPr/>
                </p:nvSpPr>
                <p:spPr>
                  <a:xfrm>
                    <a:off x="2895681" y="3527016"/>
                    <a:ext cx="337722" cy="276999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oMath>
                      </m:oMathPara>
                    </a14:m>
                    <a:endParaRPr lang="zh-CN" altLang="en-US" sz="1200" dirty="0"/>
                  </a:p>
                </p:txBody>
              </p:sp>
            </mc:Choice>
            <mc:Fallback xmlns="">
              <p:sp>
                <p:nvSpPr>
                  <p:cNvPr id="54" name="文本框 53">
                    <a:extLst>
                      <a:ext uri="{FF2B5EF4-FFF2-40B4-BE49-F238E27FC236}">
                        <a16:creationId xmlns:a16="http://schemas.microsoft.com/office/drawing/2014/main" id="{BCBDDA31-7C8E-BB85-DF2C-F75DDE9CED68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895681" y="3527016"/>
                    <a:ext cx="337722" cy="276999"/>
                  </a:xfrm>
                  <a:prstGeom prst="rect">
                    <a:avLst/>
                  </a:prstGeom>
                  <a:blipFill>
                    <a:blip r:embed="rId4"/>
                    <a:stretch>
                      <a:fillRect r="-18750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cxnSp>
          <p:nvCxnSpPr>
            <p:cNvPr id="52" name="直接连接符 51">
              <a:extLst>
                <a:ext uri="{FF2B5EF4-FFF2-40B4-BE49-F238E27FC236}">
                  <a16:creationId xmlns:a16="http://schemas.microsoft.com/office/drawing/2014/main" id="{59FCF2C2-9544-0144-6E82-44D5F4F3B85D}"/>
                </a:ext>
              </a:extLst>
            </p:cNvPr>
            <p:cNvCxnSpPr>
              <a:cxnSpLocks/>
            </p:cNvCxnSpPr>
            <p:nvPr/>
          </p:nvCxnSpPr>
          <p:spPr>
            <a:xfrm>
              <a:off x="6126835" y="3284328"/>
              <a:ext cx="6270" cy="684109"/>
            </a:xfrm>
            <a:prstGeom prst="line">
              <a:avLst/>
            </a:prstGeom>
            <a:ln w="12700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5" name="组合 54">
            <a:extLst>
              <a:ext uri="{FF2B5EF4-FFF2-40B4-BE49-F238E27FC236}">
                <a16:creationId xmlns:a16="http://schemas.microsoft.com/office/drawing/2014/main" id="{07109977-5CE1-D10A-8794-FECBCE7B29CB}"/>
              </a:ext>
            </a:extLst>
          </p:cNvPr>
          <p:cNvGrpSpPr/>
          <p:nvPr/>
        </p:nvGrpSpPr>
        <p:grpSpPr>
          <a:xfrm>
            <a:off x="6693384" y="3284326"/>
            <a:ext cx="228324" cy="684109"/>
            <a:chOff x="6113399" y="3284328"/>
            <a:chExt cx="305947" cy="684109"/>
          </a:xfrm>
        </p:grpSpPr>
        <p:grpSp>
          <p:nvGrpSpPr>
            <p:cNvPr id="56" name="组合 55">
              <a:extLst>
                <a:ext uri="{FF2B5EF4-FFF2-40B4-BE49-F238E27FC236}">
                  <a16:creationId xmlns:a16="http://schemas.microsoft.com/office/drawing/2014/main" id="{60DA2C4F-FC55-6852-97E6-7FFF7EE86C19}"/>
                </a:ext>
              </a:extLst>
            </p:cNvPr>
            <p:cNvGrpSpPr/>
            <p:nvPr/>
          </p:nvGrpSpPr>
          <p:grpSpPr>
            <a:xfrm>
              <a:off x="6113399" y="3421259"/>
              <a:ext cx="305947" cy="317131"/>
              <a:chOff x="2900828" y="3499219"/>
              <a:chExt cx="397997" cy="317131"/>
            </a:xfrm>
          </p:grpSpPr>
          <p:sp>
            <p:nvSpPr>
              <p:cNvPr id="58" name="矩形: 圆角 57">
                <a:extLst>
                  <a:ext uri="{FF2B5EF4-FFF2-40B4-BE49-F238E27FC236}">
                    <a16:creationId xmlns:a16="http://schemas.microsoft.com/office/drawing/2014/main" id="{B10FA02D-748D-7D2A-4FDD-2330386AC2AB}"/>
                  </a:ext>
                </a:extLst>
              </p:cNvPr>
              <p:cNvSpPr/>
              <p:nvPr/>
            </p:nvSpPr>
            <p:spPr>
              <a:xfrm>
                <a:off x="2968850" y="3499219"/>
                <a:ext cx="329975" cy="317131"/>
              </a:xfrm>
              <a:prstGeom prst="roundRect">
                <a:avLst/>
              </a:prstGeom>
              <a:noFill/>
              <a:ln>
                <a:prstDash val="solid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400" b="1" dirty="0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9" name="文本框 58">
                    <a:extLst>
                      <a:ext uri="{FF2B5EF4-FFF2-40B4-BE49-F238E27FC236}">
                        <a16:creationId xmlns:a16="http://schemas.microsoft.com/office/drawing/2014/main" id="{2DD4FC53-62D0-0C47-F24D-95569C79D43A}"/>
                      </a:ext>
                    </a:extLst>
                  </p:cNvPr>
                  <p:cNvSpPr txBox="1"/>
                  <p:nvPr/>
                </p:nvSpPr>
                <p:spPr>
                  <a:xfrm>
                    <a:off x="2900828" y="3527018"/>
                    <a:ext cx="337722" cy="276999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oMath>
                      </m:oMathPara>
                    </a14:m>
                    <a:endParaRPr lang="zh-CN" altLang="en-US" sz="1200" dirty="0"/>
                  </a:p>
                </p:txBody>
              </p:sp>
            </mc:Choice>
            <mc:Fallback xmlns="">
              <p:sp>
                <p:nvSpPr>
                  <p:cNvPr id="59" name="文本框 58">
                    <a:extLst>
                      <a:ext uri="{FF2B5EF4-FFF2-40B4-BE49-F238E27FC236}">
                        <a16:creationId xmlns:a16="http://schemas.microsoft.com/office/drawing/2014/main" id="{2DD4FC53-62D0-0C47-F24D-95569C79D43A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900828" y="3527018"/>
                    <a:ext cx="337722" cy="276999"/>
                  </a:xfrm>
                  <a:prstGeom prst="rect">
                    <a:avLst/>
                  </a:prstGeom>
                  <a:blipFill>
                    <a:blip r:embed="rId4"/>
                    <a:stretch>
                      <a:fillRect r="-18750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cxnSp>
          <p:nvCxnSpPr>
            <p:cNvPr id="57" name="直接连接符 56">
              <a:extLst>
                <a:ext uri="{FF2B5EF4-FFF2-40B4-BE49-F238E27FC236}">
                  <a16:creationId xmlns:a16="http://schemas.microsoft.com/office/drawing/2014/main" id="{F2BB80F7-20BB-5411-3E12-4883B5156231}"/>
                </a:ext>
              </a:extLst>
            </p:cNvPr>
            <p:cNvCxnSpPr>
              <a:cxnSpLocks/>
            </p:cNvCxnSpPr>
            <p:nvPr/>
          </p:nvCxnSpPr>
          <p:spPr>
            <a:xfrm>
              <a:off x="6126835" y="3284328"/>
              <a:ext cx="6270" cy="684109"/>
            </a:xfrm>
            <a:prstGeom prst="line">
              <a:avLst/>
            </a:prstGeom>
            <a:ln w="12700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0" name="组合 59">
            <a:extLst>
              <a:ext uri="{FF2B5EF4-FFF2-40B4-BE49-F238E27FC236}">
                <a16:creationId xmlns:a16="http://schemas.microsoft.com/office/drawing/2014/main" id="{15FF0A4C-8DB9-C23F-E57A-5FD2485E0D1A}"/>
              </a:ext>
            </a:extLst>
          </p:cNvPr>
          <p:cNvGrpSpPr/>
          <p:nvPr/>
        </p:nvGrpSpPr>
        <p:grpSpPr>
          <a:xfrm>
            <a:off x="6963684" y="3284326"/>
            <a:ext cx="218297" cy="684109"/>
            <a:chOff x="6126835" y="3284328"/>
            <a:chExt cx="292511" cy="684109"/>
          </a:xfrm>
        </p:grpSpPr>
        <p:grpSp>
          <p:nvGrpSpPr>
            <p:cNvPr id="61" name="组合 60">
              <a:extLst>
                <a:ext uri="{FF2B5EF4-FFF2-40B4-BE49-F238E27FC236}">
                  <a16:creationId xmlns:a16="http://schemas.microsoft.com/office/drawing/2014/main" id="{85811642-72B5-99CE-0CF9-C0DFD6B007EC}"/>
                </a:ext>
              </a:extLst>
            </p:cNvPr>
            <p:cNvGrpSpPr/>
            <p:nvPr/>
          </p:nvGrpSpPr>
          <p:grpSpPr>
            <a:xfrm>
              <a:off x="6133441" y="3421259"/>
              <a:ext cx="285905" cy="317131"/>
              <a:chOff x="2926900" y="3499219"/>
              <a:chExt cx="371925" cy="317131"/>
            </a:xfrm>
          </p:grpSpPr>
          <p:sp>
            <p:nvSpPr>
              <p:cNvPr id="63" name="矩形: 圆角 62">
                <a:extLst>
                  <a:ext uri="{FF2B5EF4-FFF2-40B4-BE49-F238E27FC236}">
                    <a16:creationId xmlns:a16="http://schemas.microsoft.com/office/drawing/2014/main" id="{7F5A9412-B135-F0D9-6E5F-C813D8AA8746}"/>
                  </a:ext>
                </a:extLst>
              </p:cNvPr>
              <p:cNvSpPr/>
              <p:nvPr/>
            </p:nvSpPr>
            <p:spPr>
              <a:xfrm>
                <a:off x="2968850" y="3499219"/>
                <a:ext cx="329975" cy="317131"/>
              </a:xfrm>
              <a:prstGeom prst="roundRect">
                <a:avLst/>
              </a:prstGeom>
              <a:noFill/>
              <a:ln>
                <a:prstDash val="solid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400" b="1" dirty="0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64" name="文本框 63">
                    <a:extLst>
                      <a:ext uri="{FF2B5EF4-FFF2-40B4-BE49-F238E27FC236}">
                        <a16:creationId xmlns:a16="http://schemas.microsoft.com/office/drawing/2014/main" id="{36D86E04-BB86-AEE6-39B0-C3F088EEB766}"/>
                      </a:ext>
                    </a:extLst>
                  </p:cNvPr>
                  <p:cNvSpPr txBox="1"/>
                  <p:nvPr/>
                </p:nvSpPr>
                <p:spPr>
                  <a:xfrm>
                    <a:off x="2926900" y="3527019"/>
                    <a:ext cx="337722" cy="276999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oMath>
                      </m:oMathPara>
                    </a14:m>
                    <a:endParaRPr lang="zh-CN" altLang="en-US" sz="1200" dirty="0"/>
                  </a:p>
                </p:txBody>
              </p:sp>
            </mc:Choice>
            <mc:Fallback xmlns="">
              <p:sp>
                <p:nvSpPr>
                  <p:cNvPr id="64" name="文本框 63">
                    <a:extLst>
                      <a:ext uri="{FF2B5EF4-FFF2-40B4-BE49-F238E27FC236}">
                        <a16:creationId xmlns:a16="http://schemas.microsoft.com/office/drawing/2014/main" id="{36D86E04-BB86-AEE6-39B0-C3F088EEB766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926900" y="3527019"/>
                    <a:ext cx="337722" cy="276999"/>
                  </a:xfrm>
                  <a:prstGeom prst="rect">
                    <a:avLst/>
                  </a:prstGeom>
                  <a:blipFill>
                    <a:blip r:embed="rId4"/>
                    <a:stretch>
                      <a:fillRect r="-18750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cxnSp>
          <p:nvCxnSpPr>
            <p:cNvPr id="62" name="直接连接符 61">
              <a:extLst>
                <a:ext uri="{FF2B5EF4-FFF2-40B4-BE49-F238E27FC236}">
                  <a16:creationId xmlns:a16="http://schemas.microsoft.com/office/drawing/2014/main" id="{F820084E-3A3C-CBB3-DEFB-0C67D8C36804}"/>
                </a:ext>
              </a:extLst>
            </p:cNvPr>
            <p:cNvCxnSpPr>
              <a:cxnSpLocks/>
            </p:cNvCxnSpPr>
            <p:nvPr/>
          </p:nvCxnSpPr>
          <p:spPr>
            <a:xfrm>
              <a:off x="6126835" y="3284328"/>
              <a:ext cx="6270" cy="684109"/>
            </a:xfrm>
            <a:prstGeom prst="line">
              <a:avLst/>
            </a:prstGeom>
            <a:ln w="12700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65" name="文本框 64">
                <a:extLst>
                  <a:ext uri="{FF2B5EF4-FFF2-40B4-BE49-F238E27FC236}">
                    <a16:creationId xmlns:a16="http://schemas.microsoft.com/office/drawing/2014/main" id="{4303D7F6-1DCF-A163-462C-B5E151D091BA}"/>
                  </a:ext>
                </a:extLst>
              </p:cNvPr>
              <p:cNvSpPr txBox="1"/>
              <p:nvPr/>
            </p:nvSpPr>
            <p:spPr>
              <a:xfrm>
                <a:off x="5443754" y="4933586"/>
                <a:ext cx="341760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b="0" i="1" smtClean="0">
                          <a:latin typeface="Cambria Math" panose="02040503050406030204" pitchFamily="18" charset="0"/>
                        </a:rPr>
                        <m:t>…</m:t>
                      </m:r>
                    </m:oMath>
                  </m:oMathPara>
                </a14:m>
                <a:endParaRPr lang="zh-CN" altLang="en-US" sz="1200" dirty="0"/>
              </a:p>
            </p:txBody>
          </p:sp>
        </mc:Choice>
        <mc:Fallback xmlns="">
          <p:sp>
            <p:nvSpPr>
              <p:cNvPr id="65" name="文本框 64">
                <a:extLst>
                  <a:ext uri="{FF2B5EF4-FFF2-40B4-BE49-F238E27FC236}">
                    <a16:creationId xmlns:a16="http://schemas.microsoft.com/office/drawing/2014/main" id="{4303D7F6-1DCF-A163-462C-B5E151D091B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43754" y="4933586"/>
                <a:ext cx="341760" cy="276999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6" name="矩形 65">
            <a:extLst>
              <a:ext uri="{FF2B5EF4-FFF2-40B4-BE49-F238E27FC236}">
                <a16:creationId xmlns:a16="http://schemas.microsoft.com/office/drawing/2014/main" id="{379D0444-5732-9DD5-F5E6-A593E5669584}"/>
              </a:ext>
            </a:extLst>
          </p:cNvPr>
          <p:cNvSpPr/>
          <p:nvPr/>
        </p:nvSpPr>
        <p:spPr>
          <a:xfrm>
            <a:off x="3924300" y="2443246"/>
            <a:ext cx="3409950" cy="763427"/>
          </a:xfrm>
          <a:prstGeom prst="rect">
            <a:avLst/>
          </a:prstGeom>
          <a:noFill/>
          <a:ln>
            <a:solidFill>
              <a:srgbClr val="FF0000"/>
            </a:solidFill>
            <a:prstDash val="dash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7" name="文本框 66">
            <a:extLst>
              <a:ext uri="{FF2B5EF4-FFF2-40B4-BE49-F238E27FC236}">
                <a16:creationId xmlns:a16="http://schemas.microsoft.com/office/drawing/2014/main" id="{A9F7B202-9881-3E84-91DF-D794D58428C4}"/>
              </a:ext>
            </a:extLst>
          </p:cNvPr>
          <p:cNvSpPr txBox="1"/>
          <p:nvPr/>
        </p:nvSpPr>
        <p:spPr>
          <a:xfrm>
            <a:off x="3188177" y="2669417"/>
            <a:ext cx="798617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100" b="1" dirty="0"/>
              <a:t>最优解👉</a:t>
            </a:r>
          </a:p>
        </p:txBody>
      </p:sp>
      <p:grpSp>
        <p:nvGrpSpPr>
          <p:cNvPr id="98" name="组合 97">
            <a:extLst>
              <a:ext uri="{FF2B5EF4-FFF2-40B4-BE49-F238E27FC236}">
                <a16:creationId xmlns:a16="http://schemas.microsoft.com/office/drawing/2014/main" id="{A3E3D642-2B73-8BB1-1CF7-883778666900}"/>
              </a:ext>
            </a:extLst>
          </p:cNvPr>
          <p:cNvGrpSpPr/>
          <p:nvPr/>
        </p:nvGrpSpPr>
        <p:grpSpPr>
          <a:xfrm>
            <a:off x="4041285" y="4220109"/>
            <a:ext cx="994265" cy="317131"/>
            <a:chOff x="2968850" y="3499219"/>
            <a:chExt cx="329975" cy="317131"/>
          </a:xfrm>
        </p:grpSpPr>
        <p:sp>
          <p:nvSpPr>
            <p:cNvPr id="99" name="矩形: 圆角 98">
              <a:extLst>
                <a:ext uri="{FF2B5EF4-FFF2-40B4-BE49-F238E27FC236}">
                  <a16:creationId xmlns:a16="http://schemas.microsoft.com/office/drawing/2014/main" id="{4547FB7A-1354-E2CA-5CB2-A73FB9C83013}"/>
                </a:ext>
              </a:extLst>
            </p:cNvPr>
            <p:cNvSpPr/>
            <p:nvPr/>
          </p:nvSpPr>
          <p:spPr>
            <a:xfrm>
              <a:off x="2968850" y="3499219"/>
              <a:ext cx="329975" cy="317131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0" name="文本框 99">
                  <a:extLst>
                    <a:ext uri="{FF2B5EF4-FFF2-40B4-BE49-F238E27FC236}">
                      <a16:creationId xmlns:a16="http://schemas.microsoft.com/office/drawing/2014/main" id="{0C74FCAA-1384-DC06-F8B1-67530E98B8B1}"/>
                    </a:ext>
                  </a:extLst>
                </p:cNvPr>
                <p:cNvSpPr txBox="1"/>
                <p:nvPr/>
              </p:nvSpPr>
              <p:spPr>
                <a:xfrm>
                  <a:off x="3057605" y="3519284"/>
                  <a:ext cx="121559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 xmlns="">
            <p:sp>
              <p:nvSpPr>
                <p:cNvPr id="100" name="文本框 99">
                  <a:extLst>
                    <a:ext uri="{FF2B5EF4-FFF2-40B4-BE49-F238E27FC236}">
                      <a16:creationId xmlns:a16="http://schemas.microsoft.com/office/drawing/2014/main" id="{0C74FCAA-1384-DC06-F8B1-67530E98B8B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057605" y="3519284"/>
                  <a:ext cx="121559" cy="276999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01" name="组合 100">
            <a:extLst>
              <a:ext uri="{FF2B5EF4-FFF2-40B4-BE49-F238E27FC236}">
                <a16:creationId xmlns:a16="http://schemas.microsoft.com/office/drawing/2014/main" id="{45BAD850-0E40-E04B-11B1-A7D2F819BC19}"/>
              </a:ext>
            </a:extLst>
          </p:cNvPr>
          <p:cNvGrpSpPr/>
          <p:nvPr/>
        </p:nvGrpSpPr>
        <p:grpSpPr>
          <a:xfrm>
            <a:off x="6211750" y="4200042"/>
            <a:ext cx="992510" cy="317131"/>
            <a:chOff x="2968850" y="3499219"/>
            <a:chExt cx="329975" cy="317131"/>
          </a:xfrm>
        </p:grpSpPr>
        <p:sp>
          <p:nvSpPr>
            <p:cNvPr id="102" name="矩形: 圆角 101">
              <a:extLst>
                <a:ext uri="{FF2B5EF4-FFF2-40B4-BE49-F238E27FC236}">
                  <a16:creationId xmlns:a16="http://schemas.microsoft.com/office/drawing/2014/main" id="{86E47E9F-3CA0-9C29-BC29-6F176AC69B23}"/>
                </a:ext>
              </a:extLst>
            </p:cNvPr>
            <p:cNvSpPr/>
            <p:nvPr/>
          </p:nvSpPr>
          <p:spPr>
            <a:xfrm>
              <a:off x="2968850" y="3499219"/>
              <a:ext cx="329975" cy="317131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3" name="文本框 102">
                  <a:extLst>
                    <a:ext uri="{FF2B5EF4-FFF2-40B4-BE49-F238E27FC236}">
                      <a16:creationId xmlns:a16="http://schemas.microsoft.com/office/drawing/2014/main" id="{0F1B5299-EA35-3C84-2499-8CA038CE5163}"/>
                    </a:ext>
                  </a:extLst>
                </p:cNvPr>
                <p:cNvSpPr txBox="1"/>
                <p:nvPr/>
              </p:nvSpPr>
              <p:spPr>
                <a:xfrm>
                  <a:off x="3057605" y="3519284"/>
                  <a:ext cx="121559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 xmlns="">
            <p:sp>
              <p:nvSpPr>
                <p:cNvPr id="103" name="文本框 102">
                  <a:extLst>
                    <a:ext uri="{FF2B5EF4-FFF2-40B4-BE49-F238E27FC236}">
                      <a16:creationId xmlns:a16="http://schemas.microsoft.com/office/drawing/2014/main" id="{0F1B5299-EA35-3C84-2499-8CA038CE516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057605" y="3519284"/>
                  <a:ext cx="121559" cy="276999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104" name="直接连接符 103">
            <a:extLst>
              <a:ext uri="{FF2B5EF4-FFF2-40B4-BE49-F238E27FC236}">
                <a16:creationId xmlns:a16="http://schemas.microsoft.com/office/drawing/2014/main" id="{D060FADB-3B74-ACF2-ACCE-27B0B7264688}"/>
              </a:ext>
            </a:extLst>
          </p:cNvPr>
          <p:cNvCxnSpPr>
            <a:cxnSpLocks/>
          </p:cNvCxnSpPr>
          <p:nvPr/>
        </p:nvCxnSpPr>
        <p:spPr>
          <a:xfrm>
            <a:off x="6163504" y="4068449"/>
            <a:ext cx="6270" cy="684109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5" name="组合 104">
            <a:extLst>
              <a:ext uri="{FF2B5EF4-FFF2-40B4-BE49-F238E27FC236}">
                <a16:creationId xmlns:a16="http://schemas.microsoft.com/office/drawing/2014/main" id="{6605A978-79B3-99F2-2548-8E583D2E79D7}"/>
              </a:ext>
            </a:extLst>
          </p:cNvPr>
          <p:cNvGrpSpPr/>
          <p:nvPr/>
        </p:nvGrpSpPr>
        <p:grpSpPr>
          <a:xfrm>
            <a:off x="5066385" y="4083180"/>
            <a:ext cx="218300" cy="684109"/>
            <a:chOff x="6126835" y="3284328"/>
            <a:chExt cx="292515" cy="684109"/>
          </a:xfrm>
        </p:grpSpPr>
        <p:grpSp>
          <p:nvGrpSpPr>
            <p:cNvPr id="106" name="组合 105">
              <a:extLst>
                <a:ext uri="{FF2B5EF4-FFF2-40B4-BE49-F238E27FC236}">
                  <a16:creationId xmlns:a16="http://schemas.microsoft.com/office/drawing/2014/main" id="{93F5B223-AFE8-C0B5-0907-02635007B156}"/>
                </a:ext>
              </a:extLst>
            </p:cNvPr>
            <p:cNvGrpSpPr/>
            <p:nvPr/>
          </p:nvGrpSpPr>
          <p:grpSpPr>
            <a:xfrm>
              <a:off x="6132635" y="3421259"/>
              <a:ext cx="286715" cy="317131"/>
              <a:chOff x="2925847" y="3499219"/>
              <a:chExt cx="372978" cy="317131"/>
            </a:xfrm>
          </p:grpSpPr>
          <p:sp>
            <p:nvSpPr>
              <p:cNvPr id="108" name="矩形: 圆角 107">
                <a:extLst>
                  <a:ext uri="{FF2B5EF4-FFF2-40B4-BE49-F238E27FC236}">
                    <a16:creationId xmlns:a16="http://schemas.microsoft.com/office/drawing/2014/main" id="{483376EF-9C16-1D5E-048A-895462CFEA8D}"/>
                  </a:ext>
                </a:extLst>
              </p:cNvPr>
              <p:cNvSpPr/>
              <p:nvPr/>
            </p:nvSpPr>
            <p:spPr>
              <a:xfrm>
                <a:off x="2968850" y="3499219"/>
                <a:ext cx="329975" cy="317131"/>
              </a:xfrm>
              <a:prstGeom prst="roundRect">
                <a:avLst/>
              </a:prstGeom>
              <a:noFill/>
              <a:ln>
                <a:prstDash val="solid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400" b="1" dirty="0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09" name="文本框 108">
                    <a:extLst>
                      <a:ext uri="{FF2B5EF4-FFF2-40B4-BE49-F238E27FC236}">
                        <a16:creationId xmlns:a16="http://schemas.microsoft.com/office/drawing/2014/main" id="{1E7FDFDC-50B9-4837-DCF8-FC13D5C86297}"/>
                      </a:ext>
                    </a:extLst>
                  </p:cNvPr>
                  <p:cNvSpPr txBox="1"/>
                  <p:nvPr/>
                </p:nvSpPr>
                <p:spPr>
                  <a:xfrm>
                    <a:off x="2925847" y="3519282"/>
                    <a:ext cx="337723" cy="276999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oMath>
                      </m:oMathPara>
                    </a14:m>
                    <a:endParaRPr lang="zh-CN" altLang="en-US" sz="1200" dirty="0"/>
                  </a:p>
                </p:txBody>
              </p:sp>
            </mc:Choice>
            <mc:Fallback xmlns="">
              <p:sp>
                <p:nvSpPr>
                  <p:cNvPr id="109" name="文本框 108">
                    <a:extLst>
                      <a:ext uri="{FF2B5EF4-FFF2-40B4-BE49-F238E27FC236}">
                        <a16:creationId xmlns:a16="http://schemas.microsoft.com/office/drawing/2014/main" id="{1E7FDFDC-50B9-4837-DCF8-FC13D5C86297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925847" y="3519282"/>
                    <a:ext cx="337723" cy="276999"/>
                  </a:xfrm>
                  <a:prstGeom prst="rect">
                    <a:avLst/>
                  </a:prstGeom>
                  <a:blipFill>
                    <a:blip r:embed="rId4"/>
                    <a:stretch>
                      <a:fillRect r="-18750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cxnSp>
          <p:nvCxnSpPr>
            <p:cNvPr id="107" name="直接连接符 106">
              <a:extLst>
                <a:ext uri="{FF2B5EF4-FFF2-40B4-BE49-F238E27FC236}">
                  <a16:creationId xmlns:a16="http://schemas.microsoft.com/office/drawing/2014/main" id="{79390FC6-B3F6-AD88-6E95-E921BC7A0B7A}"/>
                </a:ext>
              </a:extLst>
            </p:cNvPr>
            <p:cNvCxnSpPr>
              <a:cxnSpLocks/>
            </p:cNvCxnSpPr>
            <p:nvPr/>
          </p:nvCxnSpPr>
          <p:spPr>
            <a:xfrm>
              <a:off x="6126835" y="3284328"/>
              <a:ext cx="6270" cy="684109"/>
            </a:xfrm>
            <a:prstGeom prst="line">
              <a:avLst/>
            </a:prstGeom>
            <a:ln w="12700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10" name="组合 109">
            <a:extLst>
              <a:ext uri="{FF2B5EF4-FFF2-40B4-BE49-F238E27FC236}">
                <a16:creationId xmlns:a16="http://schemas.microsoft.com/office/drawing/2014/main" id="{8A021679-35BD-A258-05C1-0A6084628A43}"/>
              </a:ext>
            </a:extLst>
          </p:cNvPr>
          <p:cNvGrpSpPr/>
          <p:nvPr/>
        </p:nvGrpSpPr>
        <p:grpSpPr>
          <a:xfrm>
            <a:off x="5304877" y="4083179"/>
            <a:ext cx="231277" cy="684109"/>
            <a:chOff x="6109445" y="3284328"/>
            <a:chExt cx="309904" cy="684109"/>
          </a:xfrm>
        </p:grpSpPr>
        <p:grpSp>
          <p:nvGrpSpPr>
            <p:cNvPr id="111" name="组合 110">
              <a:extLst>
                <a:ext uri="{FF2B5EF4-FFF2-40B4-BE49-F238E27FC236}">
                  <a16:creationId xmlns:a16="http://schemas.microsoft.com/office/drawing/2014/main" id="{FEC22CAA-E481-B895-AC4E-AA5E75AA426D}"/>
                </a:ext>
              </a:extLst>
            </p:cNvPr>
            <p:cNvGrpSpPr/>
            <p:nvPr/>
          </p:nvGrpSpPr>
          <p:grpSpPr>
            <a:xfrm>
              <a:off x="6109445" y="3421259"/>
              <a:ext cx="309904" cy="317131"/>
              <a:chOff x="2895681" y="3499219"/>
              <a:chExt cx="403144" cy="317131"/>
            </a:xfrm>
          </p:grpSpPr>
          <p:sp>
            <p:nvSpPr>
              <p:cNvPr id="113" name="矩形: 圆角 112">
                <a:extLst>
                  <a:ext uri="{FF2B5EF4-FFF2-40B4-BE49-F238E27FC236}">
                    <a16:creationId xmlns:a16="http://schemas.microsoft.com/office/drawing/2014/main" id="{52618692-9AE5-D3C6-35D0-808ADED4B8F4}"/>
                  </a:ext>
                </a:extLst>
              </p:cNvPr>
              <p:cNvSpPr/>
              <p:nvPr/>
            </p:nvSpPr>
            <p:spPr>
              <a:xfrm>
                <a:off x="2968850" y="3499219"/>
                <a:ext cx="329975" cy="317131"/>
              </a:xfrm>
              <a:prstGeom prst="roundRect">
                <a:avLst/>
              </a:prstGeom>
              <a:noFill/>
              <a:ln>
                <a:prstDash val="solid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400" b="1" dirty="0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14" name="文本框 113">
                    <a:extLst>
                      <a:ext uri="{FF2B5EF4-FFF2-40B4-BE49-F238E27FC236}">
                        <a16:creationId xmlns:a16="http://schemas.microsoft.com/office/drawing/2014/main" id="{08DF3FE1-501D-DF3C-DD08-D8DB1C9C9140}"/>
                      </a:ext>
                    </a:extLst>
                  </p:cNvPr>
                  <p:cNvSpPr txBox="1"/>
                  <p:nvPr/>
                </p:nvSpPr>
                <p:spPr>
                  <a:xfrm>
                    <a:off x="2895681" y="3527016"/>
                    <a:ext cx="337722" cy="276999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oMath>
                      </m:oMathPara>
                    </a14:m>
                    <a:endParaRPr lang="zh-CN" altLang="en-US" sz="1200" dirty="0"/>
                  </a:p>
                </p:txBody>
              </p:sp>
            </mc:Choice>
            <mc:Fallback xmlns="">
              <p:sp>
                <p:nvSpPr>
                  <p:cNvPr id="114" name="文本框 113">
                    <a:extLst>
                      <a:ext uri="{FF2B5EF4-FFF2-40B4-BE49-F238E27FC236}">
                        <a16:creationId xmlns:a16="http://schemas.microsoft.com/office/drawing/2014/main" id="{08DF3FE1-501D-DF3C-DD08-D8DB1C9C9140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895681" y="3527016"/>
                    <a:ext cx="337722" cy="276999"/>
                  </a:xfrm>
                  <a:prstGeom prst="rect">
                    <a:avLst/>
                  </a:prstGeom>
                  <a:blipFill>
                    <a:blip r:embed="rId4"/>
                    <a:stretch>
                      <a:fillRect r="-18750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cxnSp>
          <p:nvCxnSpPr>
            <p:cNvPr id="112" name="直接连接符 111">
              <a:extLst>
                <a:ext uri="{FF2B5EF4-FFF2-40B4-BE49-F238E27FC236}">
                  <a16:creationId xmlns:a16="http://schemas.microsoft.com/office/drawing/2014/main" id="{1F86669E-B287-9526-493C-AABD7515E07A}"/>
                </a:ext>
              </a:extLst>
            </p:cNvPr>
            <p:cNvCxnSpPr>
              <a:cxnSpLocks/>
            </p:cNvCxnSpPr>
            <p:nvPr/>
          </p:nvCxnSpPr>
          <p:spPr>
            <a:xfrm>
              <a:off x="6126835" y="3284328"/>
              <a:ext cx="6270" cy="684109"/>
            </a:xfrm>
            <a:prstGeom prst="line">
              <a:avLst/>
            </a:prstGeom>
            <a:ln w="12700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15" name="组合 114">
            <a:extLst>
              <a:ext uri="{FF2B5EF4-FFF2-40B4-BE49-F238E27FC236}">
                <a16:creationId xmlns:a16="http://schemas.microsoft.com/office/drawing/2014/main" id="{F91FFE01-3BA9-D468-5149-89B9A918F7E4}"/>
              </a:ext>
            </a:extLst>
          </p:cNvPr>
          <p:cNvGrpSpPr/>
          <p:nvPr/>
        </p:nvGrpSpPr>
        <p:grpSpPr>
          <a:xfrm>
            <a:off x="5632931" y="4083178"/>
            <a:ext cx="228324" cy="684109"/>
            <a:chOff x="6113399" y="3284328"/>
            <a:chExt cx="305947" cy="684109"/>
          </a:xfrm>
        </p:grpSpPr>
        <p:grpSp>
          <p:nvGrpSpPr>
            <p:cNvPr id="116" name="组合 115">
              <a:extLst>
                <a:ext uri="{FF2B5EF4-FFF2-40B4-BE49-F238E27FC236}">
                  <a16:creationId xmlns:a16="http://schemas.microsoft.com/office/drawing/2014/main" id="{0076B2BC-D793-147A-06F9-B01B556D7698}"/>
                </a:ext>
              </a:extLst>
            </p:cNvPr>
            <p:cNvGrpSpPr/>
            <p:nvPr/>
          </p:nvGrpSpPr>
          <p:grpSpPr>
            <a:xfrm>
              <a:off x="6113399" y="3421259"/>
              <a:ext cx="305947" cy="317131"/>
              <a:chOff x="2900828" y="3499219"/>
              <a:chExt cx="397997" cy="317131"/>
            </a:xfrm>
          </p:grpSpPr>
          <p:sp>
            <p:nvSpPr>
              <p:cNvPr id="118" name="矩形: 圆角 117">
                <a:extLst>
                  <a:ext uri="{FF2B5EF4-FFF2-40B4-BE49-F238E27FC236}">
                    <a16:creationId xmlns:a16="http://schemas.microsoft.com/office/drawing/2014/main" id="{010AC062-4985-32DE-ECA5-4AE086AC3B74}"/>
                  </a:ext>
                </a:extLst>
              </p:cNvPr>
              <p:cNvSpPr/>
              <p:nvPr/>
            </p:nvSpPr>
            <p:spPr>
              <a:xfrm>
                <a:off x="2968850" y="3499219"/>
                <a:ext cx="329975" cy="317131"/>
              </a:xfrm>
              <a:prstGeom prst="roundRect">
                <a:avLst/>
              </a:prstGeom>
              <a:noFill/>
              <a:ln>
                <a:prstDash val="solid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400" b="1" dirty="0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19" name="文本框 118">
                    <a:extLst>
                      <a:ext uri="{FF2B5EF4-FFF2-40B4-BE49-F238E27FC236}">
                        <a16:creationId xmlns:a16="http://schemas.microsoft.com/office/drawing/2014/main" id="{C84A19EB-6E38-A583-3D59-5A6979FC610F}"/>
                      </a:ext>
                    </a:extLst>
                  </p:cNvPr>
                  <p:cNvSpPr txBox="1"/>
                  <p:nvPr/>
                </p:nvSpPr>
                <p:spPr>
                  <a:xfrm>
                    <a:off x="2900828" y="3527018"/>
                    <a:ext cx="337722" cy="276999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oMath>
                      </m:oMathPara>
                    </a14:m>
                    <a:endParaRPr lang="zh-CN" altLang="en-US" sz="1200" dirty="0"/>
                  </a:p>
                </p:txBody>
              </p:sp>
            </mc:Choice>
            <mc:Fallback xmlns="">
              <p:sp>
                <p:nvSpPr>
                  <p:cNvPr id="119" name="文本框 118">
                    <a:extLst>
                      <a:ext uri="{FF2B5EF4-FFF2-40B4-BE49-F238E27FC236}">
                        <a16:creationId xmlns:a16="http://schemas.microsoft.com/office/drawing/2014/main" id="{C84A19EB-6E38-A583-3D59-5A6979FC610F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900828" y="3527018"/>
                    <a:ext cx="337722" cy="276999"/>
                  </a:xfrm>
                  <a:prstGeom prst="rect">
                    <a:avLst/>
                  </a:prstGeom>
                  <a:blipFill>
                    <a:blip r:embed="rId4"/>
                    <a:stretch>
                      <a:fillRect r="-18750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cxnSp>
          <p:nvCxnSpPr>
            <p:cNvPr id="117" name="直接连接符 116">
              <a:extLst>
                <a:ext uri="{FF2B5EF4-FFF2-40B4-BE49-F238E27FC236}">
                  <a16:creationId xmlns:a16="http://schemas.microsoft.com/office/drawing/2014/main" id="{FC1A20BE-121C-AA0F-8385-E15BA934FCE1}"/>
                </a:ext>
              </a:extLst>
            </p:cNvPr>
            <p:cNvCxnSpPr>
              <a:cxnSpLocks/>
            </p:cNvCxnSpPr>
            <p:nvPr/>
          </p:nvCxnSpPr>
          <p:spPr>
            <a:xfrm>
              <a:off x="6126835" y="3284328"/>
              <a:ext cx="6270" cy="684109"/>
            </a:xfrm>
            <a:prstGeom prst="line">
              <a:avLst/>
            </a:prstGeom>
            <a:ln w="12700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20" name="组合 119">
            <a:extLst>
              <a:ext uri="{FF2B5EF4-FFF2-40B4-BE49-F238E27FC236}">
                <a16:creationId xmlns:a16="http://schemas.microsoft.com/office/drawing/2014/main" id="{5157FDB0-BE71-6D32-2943-83E59FF1C8CE}"/>
              </a:ext>
            </a:extLst>
          </p:cNvPr>
          <p:cNvGrpSpPr/>
          <p:nvPr/>
        </p:nvGrpSpPr>
        <p:grpSpPr>
          <a:xfrm>
            <a:off x="5903231" y="4083178"/>
            <a:ext cx="218297" cy="684109"/>
            <a:chOff x="6126835" y="3284328"/>
            <a:chExt cx="292511" cy="684109"/>
          </a:xfrm>
        </p:grpSpPr>
        <p:grpSp>
          <p:nvGrpSpPr>
            <p:cNvPr id="121" name="组合 120">
              <a:extLst>
                <a:ext uri="{FF2B5EF4-FFF2-40B4-BE49-F238E27FC236}">
                  <a16:creationId xmlns:a16="http://schemas.microsoft.com/office/drawing/2014/main" id="{548DF7FC-6039-DE87-14B3-F5A2B74CD6E2}"/>
                </a:ext>
              </a:extLst>
            </p:cNvPr>
            <p:cNvGrpSpPr/>
            <p:nvPr/>
          </p:nvGrpSpPr>
          <p:grpSpPr>
            <a:xfrm>
              <a:off x="6133441" y="3421259"/>
              <a:ext cx="285905" cy="317131"/>
              <a:chOff x="2926900" y="3499219"/>
              <a:chExt cx="371925" cy="317131"/>
            </a:xfrm>
          </p:grpSpPr>
          <p:sp>
            <p:nvSpPr>
              <p:cNvPr id="123" name="矩形: 圆角 122">
                <a:extLst>
                  <a:ext uri="{FF2B5EF4-FFF2-40B4-BE49-F238E27FC236}">
                    <a16:creationId xmlns:a16="http://schemas.microsoft.com/office/drawing/2014/main" id="{0E863F3F-3D2B-2744-5843-0E4E92DD912A}"/>
                  </a:ext>
                </a:extLst>
              </p:cNvPr>
              <p:cNvSpPr/>
              <p:nvPr/>
            </p:nvSpPr>
            <p:spPr>
              <a:xfrm>
                <a:off x="2968850" y="3499219"/>
                <a:ext cx="329975" cy="317131"/>
              </a:xfrm>
              <a:prstGeom prst="roundRect">
                <a:avLst/>
              </a:prstGeom>
              <a:noFill/>
              <a:ln>
                <a:prstDash val="solid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400" b="1" dirty="0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24" name="文本框 123">
                    <a:extLst>
                      <a:ext uri="{FF2B5EF4-FFF2-40B4-BE49-F238E27FC236}">
                        <a16:creationId xmlns:a16="http://schemas.microsoft.com/office/drawing/2014/main" id="{BC4DF220-F8ED-4872-CAFC-E410280F07F8}"/>
                      </a:ext>
                    </a:extLst>
                  </p:cNvPr>
                  <p:cNvSpPr txBox="1"/>
                  <p:nvPr/>
                </p:nvSpPr>
                <p:spPr>
                  <a:xfrm>
                    <a:off x="2926900" y="3527019"/>
                    <a:ext cx="337722" cy="276999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oMath>
                      </m:oMathPara>
                    </a14:m>
                    <a:endParaRPr lang="zh-CN" altLang="en-US" sz="1200" dirty="0"/>
                  </a:p>
                </p:txBody>
              </p:sp>
            </mc:Choice>
            <mc:Fallback xmlns="">
              <p:sp>
                <p:nvSpPr>
                  <p:cNvPr id="124" name="文本框 123">
                    <a:extLst>
                      <a:ext uri="{FF2B5EF4-FFF2-40B4-BE49-F238E27FC236}">
                        <a16:creationId xmlns:a16="http://schemas.microsoft.com/office/drawing/2014/main" id="{BC4DF220-F8ED-4872-CAFC-E410280F07F8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926900" y="3527019"/>
                    <a:ext cx="337722" cy="276999"/>
                  </a:xfrm>
                  <a:prstGeom prst="rect">
                    <a:avLst/>
                  </a:prstGeom>
                  <a:blipFill>
                    <a:blip r:embed="rId4"/>
                    <a:stretch>
                      <a:fillRect r="-18750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cxnSp>
          <p:nvCxnSpPr>
            <p:cNvPr id="122" name="直接连接符 121">
              <a:extLst>
                <a:ext uri="{FF2B5EF4-FFF2-40B4-BE49-F238E27FC236}">
                  <a16:creationId xmlns:a16="http://schemas.microsoft.com/office/drawing/2014/main" id="{81D0200A-D079-F8DF-DEFF-C0851852E398}"/>
                </a:ext>
              </a:extLst>
            </p:cNvPr>
            <p:cNvCxnSpPr>
              <a:cxnSpLocks/>
            </p:cNvCxnSpPr>
            <p:nvPr/>
          </p:nvCxnSpPr>
          <p:spPr>
            <a:xfrm>
              <a:off x="6126835" y="3284328"/>
              <a:ext cx="6270" cy="684109"/>
            </a:xfrm>
            <a:prstGeom prst="line">
              <a:avLst/>
            </a:prstGeom>
            <a:ln w="12700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1128873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7C17C7-3BFE-87A7-3D03-C89D368BFF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组合 4">
            <a:extLst>
              <a:ext uri="{FF2B5EF4-FFF2-40B4-BE49-F238E27FC236}">
                <a16:creationId xmlns:a16="http://schemas.microsoft.com/office/drawing/2014/main" id="{01CA595B-38D5-D9A6-A3E6-4D493DA57DDC}"/>
              </a:ext>
            </a:extLst>
          </p:cNvPr>
          <p:cNvGrpSpPr/>
          <p:nvPr/>
        </p:nvGrpSpPr>
        <p:grpSpPr>
          <a:xfrm>
            <a:off x="4029823" y="2046496"/>
            <a:ext cx="3173350" cy="317131"/>
            <a:chOff x="2968850" y="3499219"/>
            <a:chExt cx="329975" cy="317131"/>
          </a:xfrm>
        </p:grpSpPr>
        <p:sp>
          <p:nvSpPr>
            <p:cNvPr id="6" name="矩形: 圆角 5">
              <a:extLst>
                <a:ext uri="{FF2B5EF4-FFF2-40B4-BE49-F238E27FC236}">
                  <a16:creationId xmlns:a16="http://schemas.microsoft.com/office/drawing/2014/main" id="{08391215-CC03-E67E-99AB-FAACB18505F3}"/>
                </a:ext>
              </a:extLst>
            </p:cNvPr>
            <p:cNvSpPr/>
            <p:nvPr/>
          </p:nvSpPr>
          <p:spPr>
            <a:xfrm>
              <a:off x="2968850" y="3499219"/>
              <a:ext cx="329975" cy="317131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文本框 6">
                  <a:extLst>
                    <a:ext uri="{FF2B5EF4-FFF2-40B4-BE49-F238E27FC236}">
                      <a16:creationId xmlns:a16="http://schemas.microsoft.com/office/drawing/2014/main" id="{06CFFF89-ADA9-27BF-53CC-C6D1724CFB5D}"/>
                    </a:ext>
                  </a:extLst>
                </p:cNvPr>
                <p:cNvSpPr txBox="1"/>
                <p:nvPr/>
              </p:nvSpPr>
              <p:spPr>
                <a:xfrm>
                  <a:off x="3115875" y="3519284"/>
                  <a:ext cx="42257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0" i="1" smtClean="0">
                            <a:latin typeface="Cambria Math" panose="02040503050406030204" pitchFamily="18" charset="0"/>
                          </a:rPr>
                          <m:t>12</m:t>
                        </m:r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 xmlns="">
            <p:sp>
              <p:nvSpPr>
                <p:cNvPr id="7" name="文本框 6">
                  <a:extLst>
                    <a:ext uri="{FF2B5EF4-FFF2-40B4-BE49-F238E27FC236}">
                      <a16:creationId xmlns:a16="http://schemas.microsoft.com/office/drawing/2014/main" id="{CBBC024B-A6FF-8905-60D7-C279AE9BC7E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115875" y="3519284"/>
                  <a:ext cx="42257" cy="276999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ACDB262F-E2A8-761B-52EB-9ED58382D645}"/>
              </a:ext>
            </a:extLst>
          </p:cNvPr>
          <p:cNvGrpSpPr/>
          <p:nvPr/>
        </p:nvGrpSpPr>
        <p:grpSpPr>
          <a:xfrm>
            <a:off x="4041285" y="2643396"/>
            <a:ext cx="994265" cy="317131"/>
            <a:chOff x="2968850" y="3499219"/>
            <a:chExt cx="329975" cy="317131"/>
          </a:xfrm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1AE838F8-9A04-F7B0-9988-AA933F453574}"/>
                </a:ext>
              </a:extLst>
            </p:cNvPr>
            <p:cNvSpPr/>
            <p:nvPr/>
          </p:nvSpPr>
          <p:spPr>
            <a:xfrm>
              <a:off x="2968850" y="3499219"/>
              <a:ext cx="329975" cy="317131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" name="文本框 12">
                  <a:extLst>
                    <a:ext uri="{FF2B5EF4-FFF2-40B4-BE49-F238E27FC236}">
                      <a16:creationId xmlns:a16="http://schemas.microsoft.com/office/drawing/2014/main" id="{D9AEA196-ABAD-3A80-900C-7D9DB5026D61}"/>
                    </a:ext>
                  </a:extLst>
                </p:cNvPr>
                <p:cNvSpPr txBox="1"/>
                <p:nvPr/>
              </p:nvSpPr>
              <p:spPr>
                <a:xfrm>
                  <a:off x="3057605" y="3519284"/>
                  <a:ext cx="121559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 xmlns="">
            <p:sp>
              <p:nvSpPr>
                <p:cNvPr id="13" name="文本框 12">
                  <a:extLst>
                    <a:ext uri="{FF2B5EF4-FFF2-40B4-BE49-F238E27FC236}">
                      <a16:creationId xmlns:a16="http://schemas.microsoft.com/office/drawing/2014/main" id="{DF5020B4-05A4-0712-3EEA-7A38EA57A59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057605" y="3519284"/>
                  <a:ext cx="121559" cy="276999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9420FB29-CA06-E724-86BB-035EAA301BF2}"/>
              </a:ext>
            </a:extLst>
          </p:cNvPr>
          <p:cNvGrpSpPr/>
          <p:nvPr/>
        </p:nvGrpSpPr>
        <p:grpSpPr>
          <a:xfrm>
            <a:off x="5103490" y="2643390"/>
            <a:ext cx="992510" cy="317131"/>
            <a:chOff x="2968850" y="3499219"/>
            <a:chExt cx="329975" cy="317131"/>
          </a:xfrm>
        </p:grpSpPr>
        <p:sp>
          <p:nvSpPr>
            <p:cNvPr id="15" name="矩形: 圆角 14">
              <a:extLst>
                <a:ext uri="{FF2B5EF4-FFF2-40B4-BE49-F238E27FC236}">
                  <a16:creationId xmlns:a16="http://schemas.microsoft.com/office/drawing/2014/main" id="{602FEB80-F97E-9B77-3940-DD05CAB01088}"/>
                </a:ext>
              </a:extLst>
            </p:cNvPr>
            <p:cNvSpPr/>
            <p:nvPr/>
          </p:nvSpPr>
          <p:spPr>
            <a:xfrm>
              <a:off x="2968850" y="3499219"/>
              <a:ext cx="329975" cy="317131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" name="文本框 15">
                  <a:extLst>
                    <a:ext uri="{FF2B5EF4-FFF2-40B4-BE49-F238E27FC236}">
                      <a16:creationId xmlns:a16="http://schemas.microsoft.com/office/drawing/2014/main" id="{96A086C7-CBCA-8C09-1D1C-08C4F661A2F8}"/>
                    </a:ext>
                  </a:extLst>
                </p:cNvPr>
                <p:cNvSpPr txBox="1"/>
                <p:nvPr/>
              </p:nvSpPr>
              <p:spPr>
                <a:xfrm>
                  <a:off x="3057605" y="3519284"/>
                  <a:ext cx="121559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 xmlns="">
            <p:sp>
              <p:nvSpPr>
                <p:cNvPr id="16" name="文本框 15">
                  <a:extLst>
                    <a:ext uri="{FF2B5EF4-FFF2-40B4-BE49-F238E27FC236}">
                      <a16:creationId xmlns:a16="http://schemas.microsoft.com/office/drawing/2014/main" id="{A9DD5041-1091-7E13-454D-BCE65D3D33A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057605" y="3519284"/>
                  <a:ext cx="121559" cy="276999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7" name="组合 16">
            <a:extLst>
              <a:ext uri="{FF2B5EF4-FFF2-40B4-BE49-F238E27FC236}">
                <a16:creationId xmlns:a16="http://schemas.microsoft.com/office/drawing/2014/main" id="{45A54204-B7AC-3A75-1F63-C61B333F5F5E}"/>
              </a:ext>
            </a:extLst>
          </p:cNvPr>
          <p:cNvGrpSpPr/>
          <p:nvPr/>
        </p:nvGrpSpPr>
        <p:grpSpPr>
          <a:xfrm>
            <a:off x="6165695" y="2635655"/>
            <a:ext cx="982987" cy="317131"/>
            <a:chOff x="2968850" y="3499219"/>
            <a:chExt cx="329975" cy="317131"/>
          </a:xfrm>
        </p:grpSpPr>
        <p:sp>
          <p:nvSpPr>
            <p:cNvPr id="18" name="矩形: 圆角 17">
              <a:extLst>
                <a:ext uri="{FF2B5EF4-FFF2-40B4-BE49-F238E27FC236}">
                  <a16:creationId xmlns:a16="http://schemas.microsoft.com/office/drawing/2014/main" id="{44AB64C6-26FD-0F50-EADA-72486030A006}"/>
                </a:ext>
              </a:extLst>
            </p:cNvPr>
            <p:cNvSpPr/>
            <p:nvPr/>
          </p:nvSpPr>
          <p:spPr>
            <a:xfrm>
              <a:off x="2968850" y="3499219"/>
              <a:ext cx="329975" cy="317131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" name="文本框 18">
                  <a:extLst>
                    <a:ext uri="{FF2B5EF4-FFF2-40B4-BE49-F238E27FC236}">
                      <a16:creationId xmlns:a16="http://schemas.microsoft.com/office/drawing/2014/main" id="{0502906F-B44E-117A-7E90-F03EFC75F703}"/>
                    </a:ext>
                  </a:extLst>
                </p:cNvPr>
                <p:cNvSpPr txBox="1"/>
                <p:nvPr/>
              </p:nvSpPr>
              <p:spPr>
                <a:xfrm>
                  <a:off x="3073058" y="3519284"/>
                  <a:ext cx="121559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 xmlns="">
            <p:sp>
              <p:nvSpPr>
                <p:cNvPr id="19" name="文本框 18">
                  <a:extLst>
                    <a:ext uri="{FF2B5EF4-FFF2-40B4-BE49-F238E27FC236}">
                      <a16:creationId xmlns:a16="http://schemas.microsoft.com/office/drawing/2014/main" id="{452BD1F1-BC6D-F35E-3A5F-0B62373AAF0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073058" y="3519284"/>
                  <a:ext cx="121559" cy="276999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20" name="直接连接符 19">
            <a:extLst>
              <a:ext uri="{FF2B5EF4-FFF2-40B4-BE49-F238E27FC236}">
                <a16:creationId xmlns:a16="http://schemas.microsoft.com/office/drawing/2014/main" id="{5AB396C5-988F-F9BC-8932-C24FAD62B137}"/>
              </a:ext>
            </a:extLst>
          </p:cNvPr>
          <p:cNvCxnSpPr>
            <a:cxnSpLocks/>
          </p:cNvCxnSpPr>
          <p:nvPr/>
        </p:nvCxnSpPr>
        <p:spPr>
          <a:xfrm>
            <a:off x="5066385" y="2498725"/>
            <a:ext cx="6270" cy="684109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接连接符 21">
            <a:extLst>
              <a:ext uri="{FF2B5EF4-FFF2-40B4-BE49-F238E27FC236}">
                <a16:creationId xmlns:a16="http://schemas.microsoft.com/office/drawing/2014/main" id="{DC74C5A3-209F-3794-DF37-9D5A5E92552D}"/>
              </a:ext>
            </a:extLst>
          </p:cNvPr>
          <p:cNvCxnSpPr>
            <a:cxnSpLocks/>
          </p:cNvCxnSpPr>
          <p:nvPr/>
        </p:nvCxnSpPr>
        <p:spPr>
          <a:xfrm>
            <a:off x="6126835" y="2498724"/>
            <a:ext cx="6270" cy="684109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4" name="组合 33">
            <a:extLst>
              <a:ext uri="{FF2B5EF4-FFF2-40B4-BE49-F238E27FC236}">
                <a16:creationId xmlns:a16="http://schemas.microsoft.com/office/drawing/2014/main" id="{9FC7BCAE-6E88-EB6C-9669-281CCBC521E1}"/>
              </a:ext>
            </a:extLst>
          </p:cNvPr>
          <p:cNvGrpSpPr/>
          <p:nvPr/>
        </p:nvGrpSpPr>
        <p:grpSpPr>
          <a:xfrm>
            <a:off x="4041285" y="3429000"/>
            <a:ext cx="994265" cy="317131"/>
            <a:chOff x="2968850" y="3499219"/>
            <a:chExt cx="329975" cy="317131"/>
          </a:xfrm>
        </p:grpSpPr>
        <p:sp>
          <p:nvSpPr>
            <p:cNvPr id="35" name="矩形: 圆角 34">
              <a:extLst>
                <a:ext uri="{FF2B5EF4-FFF2-40B4-BE49-F238E27FC236}">
                  <a16:creationId xmlns:a16="http://schemas.microsoft.com/office/drawing/2014/main" id="{3136AC9F-9455-B58F-1BCD-C4A8F79ACD66}"/>
                </a:ext>
              </a:extLst>
            </p:cNvPr>
            <p:cNvSpPr/>
            <p:nvPr/>
          </p:nvSpPr>
          <p:spPr>
            <a:xfrm>
              <a:off x="2968850" y="3499219"/>
              <a:ext cx="329975" cy="317131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6" name="文本框 35">
                  <a:extLst>
                    <a:ext uri="{FF2B5EF4-FFF2-40B4-BE49-F238E27FC236}">
                      <a16:creationId xmlns:a16="http://schemas.microsoft.com/office/drawing/2014/main" id="{08348BB4-6D5A-07B6-B566-02F929993EB5}"/>
                    </a:ext>
                  </a:extLst>
                </p:cNvPr>
                <p:cNvSpPr txBox="1"/>
                <p:nvPr/>
              </p:nvSpPr>
              <p:spPr>
                <a:xfrm>
                  <a:off x="3057605" y="3519284"/>
                  <a:ext cx="121559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 xmlns="">
            <p:sp>
              <p:nvSpPr>
                <p:cNvPr id="36" name="文本框 35">
                  <a:extLst>
                    <a:ext uri="{FF2B5EF4-FFF2-40B4-BE49-F238E27FC236}">
                      <a16:creationId xmlns:a16="http://schemas.microsoft.com/office/drawing/2014/main" id="{86C1941C-FD33-EDC6-C804-0C14A2AAE84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057605" y="3519284"/>
                  <a:ext cx="121559" cy="276999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37" name="组合 36">
            <a:extLst>
              <a:ext uri="{FF2B5EF4-FFF2-40B4-BE49-F238E27FC236}">
                <a16:creationId xmlns:a16="http://schemas.microsoft.com/office/drawing/2014/main" id="{D229E625-6447-699A-F1E7-AC6851881093}"/>
              </a:ext>
            </a:extLst>
          </p:cNvPr>
          <p:cNvGrpSpPr/>
          <p:nvPr/>
        </p:nvGrpSpPr>
        <p:grpSpPr>
          <a:xfrm>
            <a:off x="5103490" y="3428994"/>
            <a:ext cx="992510" cy="317131"/>
            <a:chOff x="2968850" y="3499219"/>
            <a:chExt cx="329975" cy="317131"/>
          </a:xfrm>
        </p:grpSpPr>
        <p:sp>
          <p:nvSpPr>
            <p:cNvPr id="38" name="矩形: 圆角 37">
              <a:extLst>
                <a:ext uri="{FF2B5EF4-FFF2-40B4-BE49-F238E27FC236}">
                  <a16:creationId xmlns:a16="http://schemas.microsoft.com/office/drawing/2014/main" id="{3955FC79-8BDD-B039-5A5E-D142D95E049F}"/>
                </a:ext>
              </a:extLst>
            </p:cNvPr>
            <p:cNvSpPr/>
            <p:nvPr/>
          </p:nvSpPr>
          <p:spPr>
            <a:xfrm>
              <a:off x="2968850" y="3499219"/>
              <a:ext cx="329975" cy="317131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9" name="文本框 38">
                  <a:extLst>
                    <a:ext uri="{FF2B5EF4-FFF2-40B4-BE49-F238E27FC236}">
                      <a16:creationId xmlns:a16="http://schemas.microsoft.com/office/drawing/2014/main" id="{FAEF306E-DD2D-322E-DD32-79C80B57659E}"/>
                    </a:ext>
                  </a:extLst>
                </p:cNvPr>
                <p:cNvSpPr txBox="1"/>
                <p:nvPr/>
              </p:nvSpPr>
              <p:spPr>
                <a:xfrm>
                  <a:off x="3057605" y="3519284"/>
                  <a:ext cx="121559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 xmlns="">
            <p:sp>
              <p:nvSpPr>
                <p:cNvPr id="39" name="文本框 38">
                  <a:extLst>
                    <a:ext uri="{FF2B5EF4-FFF2-40B4-BE49-F238E27FC236}">
                      <a16:creationId xmlns:a16="http://schemas.microsoft.com/office/drawing/2014/main" id="{7AD1DE76-4DEE-B546-F6D3-3D680D80BC9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057605" y="3519284"/>
                  <a:ext cx="121559" cy="276999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43" name="直接连接符 42">
            <a:extLst>
              <a:ext uri="{FF2B5EF4-FFF2-40B4-BE49-F238E27FC236}">
                <a16:creationId xmlns:a16="http://schemas.microsoft.com/office/drawing/2014/main" id="{7513F605-C100-13DB-E11E-8A0F63CA3BD2}"/>
              </a:ext>
            </a:extLst>
          </p:cNvPr>
          <p:cNvCxnSpPr>
            <a:cxnSpLocks/>
          </p:cNvCxnSpPr>
          <p:nvPr/>
        </p:nvCxnSpPr>
        <p:spPr>
          <a:xfrm>
            <a:off x="5066385" y="3284329"/>
            <a:ext cx="6270" cy="684109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9" name="组合 48">
            <a:extLst>
              <a:ext uri="{FF2B5EF4-FFF2-40B4-BE49-F238E27FC236}">
                <a16:creationId xmlns:a16="http://schemas.microsoft.com/office/drawing/2014/main" id="{81E50980-85F1-DFE0-8463-20F4B77EA351}"/>
              </a:ext>
            </a:extLst>
          </p:cNvPr>
          <p:cNvGrpSpPr/>
          <p:nvPr/>
        </p:nvGrpSpPr>
        <p:grpSpPr>
          <a:xfrm>
            <a:off x="6126838" y="3284328"/>
            <a:ext cx="218300" cy="684109"/>
            <a:chOff x="6126835" y="3284328"/>
            <a:chExt cx="292515" cy="684109"/>
          </a:xfrm>
        </p:grpSpPr>
        <p:grpSp>
          <p:nvGrpSpPr>
            <p:cNvPr id="40" name="组合 39">
              <a:extLst>
                <a:ext uri="{FF2B5EF4-FFF2-40B4-BE49-F238E27FC236}">
                  <a16:creationId xmlns:a16="http://schemas.microsoft.com/office/drawing/2014/main" id="{8AB9BF1D-1F1C-8F9D-4904-CB2C6CC0B309}"/>
                </a:ext>
              </a:extLst>
            </p:cNvPr>
            <p:cNvGrpSpPr/>
            <p:nvPr/>
          </p:nvGrpSpPr>
          <p:grpSpPr>
            <a:xfrm>
              <a:off x="6132635" y="3421259"/>
              <a:ext cx="286715" cy="317131"/>
              <a:chOff x="2925847" y="3499219"/>
              <a:chExt cx="372978" cy="317131"/>
            </a:xfrm>
          </p:grpSpPr>
          <p:sp>
            <p:nvSpPr>
              <p:cNvPr id="41" name="矩形: 圆角 40">
                <a:extLst>
                  <a:ext uri="{FF2B5EF4-FFF2-40B4-BE49-F238E27FC236}">
                    <a16:creationId xmlns:a16="http://schemas.microsoft.com/office/drawing/2014/main" id="{6CECB732-6F5D-9D9A-C188-CA217366D1B9}"/>
                  </a:ext>
                </a:extLst>
              </p:cNvPr>
              <p:cNvSpPr/>
              <p:nvPr/>
            </p:nvSpPr>
            <p:spPr>
              <a:xfrm>
                <a:off x="2968850" y="3499219"/>
                <a:ext cx="329975" cy="317131"/>
              </a:xfrm>
              <a:prstGeom prst="roundRect">
                <a:avLst/>
              </a:prstGeom>
              <a:noFill/>
              <a:ln>
                <a:prstDash val="solid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400" b="1" dirty="0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2" name="文本框 41">
                    <a:extLst>
                      <a:ext uri="{FF2B5EF4-FFF2-40B4-BE49-F238E27FC236}">
                        <a16:creationId xmlns:a16="http://schemas.microsoft.com/office/drawing/2014/main" id="{3ACB2C08-7338-417D-B0DE-DCF9BCBE7FDC}"/>
                      </a:ext>
                    </a:extLst>
                  </p:cNvPr>
                  <p:cNvSpPr txBox="1"/>
                  <p:nvPr/>
                </p:nvSpPr>
                <p:spPr>
                  <a:xfrm>
                    <a:off x="2925847" y="3519282"/>
                    <a:ext cx="337723" cy="276999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oMath>
                      </m:oMathPara>
                    </a14:m>
                    <a:endParaRPr lang="zh-CN" altLang="en-US" sz="1200" dirty="0"/>
                  </a:p>
                </p:txBody>
              </p:sp>
            </mc:Choice>
            <mc:Fallback xmlns="">
              <p:sp>
                <p:nvSpPr>
                  <p:cNvPr id="42" name="文本框 41">
                    <a:extLst>
                      <a:ext uri="{FF2B5EF4-FFF2-40B4-BE49-F238E27FC236}">
                        <a16:creationId xmlns:a16="http://schemas.microsoft.com/office/drawing/2014/main" id="{B896B15D-0A8A-1EB3-2C88-D03E9798E4CB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925847" y="3519282"/>
                    <a:ext cx="337723" cy="276999"/>
                  </a:xfrm>
                  <a:prstGeom prst="rect">
                    <a:avLst/>
                  </a:prstGeom>
                  <a:blipFill>
                    <a:blip r:embed="rId4"/>
                    <a:stretch>
                      <a:fillRect r="-18750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cxnSp>
          <p:nvCxnSpPr>
            <p:cNvPr id="44" name="直接连接符 43">
              <a:extLst>
                <a:ext uri="{FF2B5EF4-FFF2-40B4-BE49-F238E27FC236}">
                  <a16:creationId xmlns:a16="http://schemas.microsoft.com/office/drawing/2014/main" id="{79DA7AAB-E8D1-D625-FA33-10A243955667}"/>
                </a:ext>
              </a:extLst>
            </p:cNvPr>
            <p:cNvCxnSpPr>
              <a:cxnSpLocks/>
            </p:cNvCxnSpPr>
            <p:nvPr/>
          </p:nvCxnSpPr>
          <p:spPr>
            <a:xfrm>
              <a:off x="6126835" y="3284328"/>
              <a:ext cx="6270" cy="684109"/>
            </a:xfrm>
            <a:prstGeom prst="line">
              <a:avLst/>
            </a:prstGeom>
            <a:ln w="12700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0" name="组合 49">
            <a:extLst>
              <a:ext uri="{FF2B5EF4-FFF2-40B4-BE49-F238E27FC236}">
                <a16:creationId xmlns:a16="http://schemas.microsoft.com/office/drawing/2014/main" id="{861B6172-CF19-3C22-C6E1-6DECFAC6E2CF}"/>
              </a:ext>
            </a:extLst>
          </p:cNvPr>
          <p:cNvGrpSpPr/>
          <p:nvPr/>
        </p:nvGrpSpPr>
        <p:grpSpPr>
          <a:xfrm>
            <a:off x="6365330" y="3284327"/>
            <a:ext cx="231277" cy="684109"/>
            <a:chOff x="6109445" y="3284328"/>
            <a:chExt cx="309904" cy="684109"/>
          </a:xfrm>
        </p:grpSpPr>
        <p:grpSp>
          <p:nvGrpSpPr>
            <p:cNvPr id="51" name="组合 50">
              <a:extLst>
                <a:ext uri="{FF2B5EF4-FFF2-40B4-BE49-F238E27FC236}">
                  <a16:creationId xmlns:a16="http://schemas.microsoft.com/office/drawing/2014/main" id="{110FB5ED-C34F-DB95-DE13-DE362AA47A41}"/>
                </a:ext>
              </a:extLst>
            </p:cNvPr>
            <p:cNvGrpSpPr/>
            <p:nvPr/>
          </p:nvGrpSpPr>
          <p:grpSpPr>
            <a:xfrm>
              <a:off x="6109445" y="3421259"/>
              <a:ext cx="309904" cy="317131"/>
              <a:chOff x="2895681" y="3499219"/>
              <a:chExt cx="403144" cy="317131"/>
            </a:xfrm>
          </p:grpSpPr>
          <p:sp>
            <p:nvSpPr>
              <p:cNvPr id="53" name="矩形: 圆角 52">
                <a:extLst>
                  <a:ext uri="{FF2B5EF4-FFF2-40B4-BE49-F238E27FC236}">
                    <a16:creationId xmlns:a16="http://schemas.microsoft.com/office/drawing/2014/main" id="{47E43EB5-C445-2846-1123-8C63DDC4B3A1}"/>
                  </a:ext>
                </a:extLst>
              </p:cNvPr>
              <p:cNvSpPr/>
              <p:nvPr/>
            </p:nvSpPr>
            <p:spPr>
              <a:xfrm>
                <a:off x="2968850" y="3499219"/>
                <a:ext cx="329975" cy="317131"/>
              </a:xfrm>
              <a:prstGeom prst="roundRect">
                <a:avLst/>
              </a:prstGeom>
              <a:noFill/>
              <a:ln>
                <a:prstDash val="solid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400" b="1" dirty="0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4" name="文本框 53">
                    <a:extLst>
                      <a:ext uri="{FF2B5EF4-FFF2-40B4-BE49-F238E27FC236}">
                        <a16:creationId xmlns:a16="http://schemas.microsoft.com/office/drawing/2014/main" id="{A7C487C7-78FB-87CD-2C56-4EA62F813392}"/>
                      </a:ext>
                    </a:extLst>
                  </p:cNvPr>
                  <p:cNvSpPr txBox="1"/>
                  <p:nvPr/>
                </p:nvSpPr>
                <p:spPr>
                  <a:xfrm>
                    <a:off x="2895681" y="3527016"/>
                    <a:ext cx="337722" cy="276999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oMath>
                      </m:oMathPara>
                    </a14:m>
                    <a:endParaRPr lang="zh-CN" altLang="en-US" sz="1200" dirty="0"/>
                  </a:p>
                </p:txBody>
              </p:sp>
            </mc:Choice>
            <mc:Fallback xmlns="">
              <p:sp>
                <p:nvSpPr>
                  <p:cNvPr id="54" name="文本框 53">
                    <a:extLst>
                      <a:ext uri="{FF2B5EF4-FFF2-40B4-BE49-F238E27FC236}">
                        <a16:creationId xmlns:a16="http://schemas.microsoft.com/office/drawing/2014/main" id="{BCBDDA31-7C8E-BB85-DF2C-F75DDE9CED68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895681" y="3527016"/>
                    <a:ext cx="337722" cy="276999"/>
                  </a:xfrm>
                  <a:prstGeom prst="rect">
                    <a:avLst/>
                  </a:prstGeom>
                  <a:blipFill>
                    <a:blip r:embed="rId4"/>
                    <a:stretch>
                      <a:fillRect r="-18750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cxnSp>
          <p:nvCxnSpPr>
            <p:cNvPr id="52" name="直接连接符 51">
              <a:extLst>
                <a:ext uri="{FF2B5EF4-FFF2-40B4-BE49-F238E27FC236}">
                  <a16:creationId xmlns:a16="http://schemas.microsoft.com/office/drawing/2014/main" id="{5D264AD5-3123-EAA1-C0CD-EF0B89DE7ABB}"/>
                </a:ext>
              </a:extLst>
            </p:cNvPr>
            <p:cNvCxnSpPr>
              <a:cxnSpLocks/>
            </p:cNvCxnSpPr>
            <p:nvPr/>
          </p:nvCxnSpPr>
          <p:spPr>
            <a:xfrm>
              <a:off x="6126835" y="3284328"/>
              <a:ext cx="6270" cy="684109"/>
            </a:xfrm>
            <a:prstGeom prst="line">
              <a:avLst/>
            </a:prstGeom>
            <a:ln w="12700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5" name="组合 54">
            <a:extLst>
              <a:ext uri="{FF2B5EF4-FFF2-40B4-BE49-F238E27FC236}">
                <a16:creationId xmlns:a16="http://schemas.microsoft.com/office/drawing/2014/main" id="{4E430944-1BB4-BF5D-0DD4-98E20872A87D}"/>
              </a:ext>
            </a:extLst>
          </p:cNvPr>
          <p:cNvGrpSpPr/>
          <p:nvPr/>
        </p:nvGrpSpPr>
        <p:grpSpPr>
          <a:xfrm>
            <a:off x="6693384" y="3284326"/>
            <a:ext cx="228324" cy="684109"/>
            <a:chOff x="6113399" y="3284328"/>
            <a:chExt cx="305947" cy="684109"/>
          </a:xfrm>
        </p:grpSpPr>
        <p:grpSp>
          <p:nvGrpSpPr>
            <p:cNvPr id="56" name="组合 55">
              <a:extLst>
                <a:ext uri="{FF2B5EF4-FFF2-40B4-BE49-F238E27FC236}">
                  <a16:creationId xmlns:a16="http://schemas.microsoft.com/office/drawing/2014/main" id="{69E982E6-A545-1FA1-F826-BA5DA0D4BB54}"/>
                </a:ext>
              </a:extLst>
            </p:cNvPr>
            <p:cNvGrpSpPr/>
            <p:nvPr/>
          </p:nvGrpSpPr>
          <p:grpSpPr>
            <a:xfrm>
              <a:off x="6113399" y="3421259"/>
              <a:ext cx="305947" cy="317131"/>
              <a:chOff x="2900828" y="3499219"/>
              <a:chExt cx="397997" cy="317131"/>
            </a:xfrm>
          </p:grpSpPr>
          <p:sp>
            <p:nvSpPr>
              <p:cNvPr id="58" name="矩形: 圆角 57">
                <a:extLst>
                  <a:ext uri="{FF2B5EF4-FFF2-40B4-BE49-F238E27FC236}">
                    <a16:creationId xmlns:a16="http://schemas.microsoft.com/office/drawing/2014/main" id="{4E0D6D40-9F52-A5F3-7B86-FDCB9F869658}"/>
                  </a:ext>
                </a:extLst>
              </p:cNvPr>
              <p:cNvSpPr/>
              <p:nvPr/>
            </p:nvSpPr>
            <p:spPr>
              <a:xfrm>
                <a:off x="2968850" y="3499219"/>
                <a:ext cx="329975" cy="317131"/>
              </a:xfrm>
              <a:prstGeom prst="roundRect">
                <a:avLst/>
              </a:prstGeom>
              <a:noFill/>
              <a:ln>
                <a:prstDash val="solid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400" b="1" dirty="0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9" name="文本框 58">
                    <a:extLst>
                      <a:ext uri="{FF2B5EF4-FFF2-40B4-BE49-F238E27FC236}">
                        <a16:creationId xmlns:a16="http://schemas.microsoft.com/office/drawing/2014/main" id="{DC81B960-0BBB-60EB-06CE-986D590066AA}"/>
                      </a:ext>
                    </a:extLst>
                  </p:cNvPr>
                  <p:cNvSpPr txBox="1"/>
                  <p:nvPr/>
                </p:nvSpPr>
                <p:spPr>
                  <a:xfrm>
                    <a:off x="2900828" y="3527018"/>
                    <a:ext cx="337722" cy="276999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oMath>
                      </m:oMathPara>
                    </a14:m>
                    <a:endParaRPr lang="zh-CN" altLang="en-US" sz="1200" dirty="0"/>
                  </a:p>
                </p:txBody>
              </p:sp>
            </mc:Choice>
            <mc:Fallback xmlns="">
              <p:sp>
                <p:nvSpPr>
                  <p:cNvPr id="59" name="文本框 58">
                    <a:extLst>
                      <a:ext uri="{FF2B5EF4-FFF2-40B4-BE49-F238E27FC236}">
                        <a16:creationId xmlns:a16="http://schemas.microsoft.com/office/drawing/2014/main" id="{2DD4FC53-62D0-0C47-F24D-95569C79D43A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900828" y="3527018"/>
                    <a:ext cx="337722" cy="276999"/>
                  </a:xfrm>
                  <a:prstGeom prst="rect">
                    <a:avLst/>
                  </a:prstGeom>
                  <a:blipFill>
                    <a:blip r:embed="rId4"/>
                    <a:stretch>
                      <a:fillRect r="-18750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cxnSp>
          <p:nvCxnSpPr>
            <p:cNvPr id="57" name="直接连接符 56">
              <a:extLst>
                <a:ext uri="{FF2B5EF4-FFF2-40B4-BE49-F238E27FC236}">
                  <a16:creationId xmlns:a16="http://schemas.microsoft.com/office/drawing/2014/main" id="{940675C5-8908-601E-4111-717E5F1C6478}"/>
                </a:ext>
              </a:extLst>
            </p:cNvPr>
            <p:cNvCxnSpPr>
              <a:cxnSpLocks/>
            </p:cNvCxnSpPr>
            <p:nvPr/>
          </p:nvCxnSpPr>
          <p:spPr>
            <a:xfrm>
              <a:off x="6126835" y="3284328"/>
              <a:ext cx="6270" cy="684109"/>
            </a:xfrm>
            <a:prstGeom prst="line">
              <a:avLst/>
            </a:prstGeom>
            <a:ln w="12700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0" name="组合 59">
            <a:extLst>
              <a:ext uri="{FF2B5EF4-FFF2-40B4-BE49-F238E27FC236}">
                <a16:creationId xmlns:a16="http://schemas.microsoft.com/office/drawing/2014/main" id="{DBE6FCFC-C642-671B-49DA-58E2FB73AD89}"/>
              </a:ext>
            </a:extLst>
          </p:cNvPr>
          <p:cNvGrpSpPr/>
          <p:nvPr/>
        </p:nvGrpSpPr>
        <p:grpSpPr>
          <a:xfrm>
            <a:off x="6963684" y="3284326"/>
            <a:ext cx="218297" cy="684109"/>
            <a:chOff x="6126835" y="3284328"/>
            <a:chExt cx="292511" cy="684109"/>
          </a:xfrm>
        </p:grpSpPr>
        <p:grpSp>
          <p:nvGrpSpPr>
            <p:cNvPr id="61" name="组合 60">
              <a:extLst>
                <a:ext uri="{FF2B5EF4-FFF2-40B4-BE49-F238E27FC236}">
                  <a16:creationId xmlns:a16="http://schemas.microsoft.com/office/drawing/2014/main" id="{83315596-BE4A-EF88-4227-3A4AC42B8E36}"/>
                </a:ext>
              </a:extLst>
            </p:cNvPr>
            <p:cNvGrpSpPr/>
            <p:nvPr/>
          </p:nvGrpSpPr>
          <p:grpSpPr>
            <a:xfrm>
              <a:off x="6133441" y="3421259"/>
              <a:ext cx="285905" cy="317131"/>
              <a:chOff x="2926900" y="3499219"/>
              <a:chExt cx="371925" cy="317131"/>
            </a:xfrm>
          </p:grpSpPr>
          <p:sp>
            <p:nvSpPr>
              <p:cNvPr id="63" name="矩形: 圆角 62">
                <a:extLst>
                  <a:ext uri="{FF2B5EF4-FFF2-40B4-BE49-F238E27FC236}">
                    <a16:creationId xmlns:a16="http://schemas.microsoft.com/office/drawing/2014/main" id="{20D2FAF1-139D-7A72-2F52-76A1A5298CA5}"/>
                  </a:ext>
                </a:extLst>
              </p:cNvPr>
              <p:cNvSpPr/>
              <p:nvPr/>
            </p:nvSpPr>
            <p:spPr>
              <a:xfrm>
                <a:off x="2968850" y="3499219"/>
                <a:ext cx="329975" cy="317131"/>
              </a:xfrm>
              <a:prstGeom prst="roundRect">
                <a:avLst/>
              </a:prstGeom>
              <a:noFill/>
              <a:ln>
                <a:prstDash val="solid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400" b="1" dirty="0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64" name="文本框 63">
                    <a:extLst>
                      <a:ext uri="{FF2B5EF4-FFF2-40B4-BE49-F238E27FC236}">
                        <a16:creationId xmlns:a16="http://schemas.microsoft.com/office/drawing/2014/main" id="{8111EF7D-04DC-95E7-F9E0-CEE1E80D0D8A}"/>
                      </a:ext>
                    </a:extLst>
                  </p:cNvPr>
                  <p:cNvSpPr txBox="1"/>
                  <p:nvPr/>
                </p:nvSpPr>
                <p:spPr>
                  <a:xfrm>
                    <a:off x="2926900" y="3527019"/>
                    <a:ext cx="337722" cy="276999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oMath>
                      </m:oMathPara>
                    </a14:m>
                    <a:endParaRPr lang="zh-CN" altLang="en-US" sz="1200" dirty="0"/>
                  </a:p>
                </p:txBody>
              </p:sp>
            </mc:Choice>
            <mc:Fallback xmlns="">
              <p:sp>
                <p:nvSpPr>
                  <p:cNvPr id="64" name="文本框 63">
                    <a:extLst>
                      <a:ext uri="{FF2B5EF4-FFF2-40B4-BE49-F238E27FC236}">
                        <a16:creationId xmlns:a16="http://schemas.microsoft.com/office/drawing/2014/main" id="{36D86E04-BB86-AEE6-39B0-C3F088EEB766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926900" y="3527019"/>
                    <a:ext cx="337722" cy="276999"/>
                  </a:xfrm>
                  <a:prstGeom prst="rect">
                    <a:avLst/>
                  </a:prstGeom>
                  <a:blipFill>
                    <a:blip r:embed="rId4"/>
                    <a:stretch>
                      <a:fillRect r="-18750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cxnSp>
          <p:nvCxnSpPr>
            <p:cNvPr id="62" name="直接连接符 61">
              <a:extLst>
                <a:ext uri="{FF2B5EF4-FFF2-40B4-BE49-F238E27FC236}">
                  <a16:creationId xmlns:a16="http://schemas.microsoft.com/office/drawing/2014/main" id="{E37075D7-CF09-1B4F-CD48-2791AD370F58}"/>
                </a:ext>
              </a:extLst>
            </p:cNvPr>
            <p:cNvCxnSpPr>
              <a:cxnSpLocks/>
            </p:cNvCxnSpPr>
            <p:nvPr/>
          </p:nvCxnSpPr>
          <p:spPr>
            <a:xfrm>
              <a:off x="6126835" y="3284328"/>
              <a:ext cx="6270" cy="684109"/>
            </a:xfrm>
            <a:prstGeom prst="line">
              <a:avLst/>
            </a:prstGeom>
            <a:ln w="12700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65" name="文本框 64">
                <a:extLst>
                  <a:ext uri="{FF2B5EF4-FFF2-40B4-BE49-F238E27FC236}">
                    <a16:creationId xmlns:a16="http://schemas.microsoft.com/office/drawing/2014/main" id="{67277802-AA04-818A-C85D-4844BA02FDD3}"/>
                  </a:ext>
                </a:extLst>
              </p:cNvPr>
              <p:cNvSpPr txBox="1"/>
              <p:nvPr/>
            </p:nvSpPr>
            <p:spPr>
              <a:xfrm>
                <a:off x="5439732" y="4749689"/>
                <a:ext cx="394660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600" b="0" i="1" smtClean="0">
                          <a:latin typeface="Cambria Math" panose="02040503050406030204" pitchFamily="18" charset="0"/>
                        </a:rPr>
                        <m:t>…</m:t>
                      </m:r>
                    </m:oMath>
                  </m:oMathPara>
                </a14:m>
                <a:endParaRPr lang="zh-CN" altLang="en-US" sz="1600" dirty="0"/>
              </a:p>
            </p:txBody>
          </p:sp>
        </mc:Choice>
        <mc:Fallback xmlns="">
          <p:sp>
            <p:nvSpPr>
              <p:cNvPr id="65" name="文本框 64">
                <a:extLst>
                  <a:ext uri="{FF2B5EF4-FFF2-40B4-BE49-F238E27FC236}">
                    <a16:creationId xmlns:a16="http://schemas.microsoft.com/office/drawing/2014/main" id="{67277802-AA04-818A-C85D-4844BA02FDD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39732" y="4749689"/>
                <a:ext cx="394660" cy="338554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6" name="矩形 65">
            <a:extLst>
              <a:ext uri="{FF2B5EF4-FFF2-40B4-BE49-F238E27FC236}">
                <a16:creationId xmlns:a16="http://schemas.microsoft.com/office/drawing/2014/main" id="{13620A73-CBFD-27DE-D22F-DC27D176F318}"/>
              </a:ext>
            </a:extLst>
          </p:cNvPr>
          <p:cNvSpPr/>
          <p:nvPr/>
        </p:nvSpPr>
        <p:spPr>
          <a:xfrm>
            <a:off x="3924300" y="2443246"/>
            <a:ext cx="3409950" cy="763427"/>
          </a:xfrm>
          <a:prstGeom prst="rect">
            <a:avLst/>
          </a:prstGeom>
          <a:noFill/>
          <a:ln>
            <a:solidFill>
              <a:srgbClr val="FF0000"/>
            </a:solidFill>
            <a:prstDash val="dash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7" name="文本框 66">
            <a:extLst>
              <a:ext uri="{FF2B5EF4-FFF2-40B4-BE49-F238E27FC236}">
                <a16:creationId xmlns:a16="http://schemas.microsoft.com/office/drawing/2014/main" id="{46567AEF-332B-3760-82B3-2E03023D0540}"/>
              </a:ext>
            </a:extLst>
          </p:cNvPr>
          <p:cNvSpPr txBox="1"/>
          <p:nvPr/>
        </p:nvSpPr>
        <p:spPr>
          <a:xfrm>
            <a:off x="3188177" y="2669417"/>
            <a:ext cx="798617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100" b="1" dirty="0"/>
              <a:t>最优解👉</a:t>
            </a:r>
          </a:p>
        </p:txBody>
      </p:sp>
      <p:grpSp>
        <p:nvGrpSpPr>
          <p:cNvPr id="98" name="组合 97">
            <a:extLst>
              <a:ext uri="{FF2B5EF4-FFF2-40B4-BE49-F238E27FC236}">
                <a16:creationId xmlns:a16="http://schemas.microsoft.com/office/drawing/2014/main" id="{47D17E23-5481-EC6F-E294-E968C43C8516}"/>
              </a:ext>
            </a:extLst>
          </p:cNvPr>
          <p:cNvGrpSpPr/>
          <p:nvPr/>
        </p:nvGrpSpPr>
        <p:grpSpPr>
          <a:xfrm>
            <a:off x="4041285" y="4220109"/>
            <a:ext cx="994265" cy="317131"/>
            <a:chOff x="2968850" y="3499219"/>
            <a:chExt cx="329975" cy="317131"/>
          </a:xfrm>
        </p:grpSpPr>
        <p:sp>
          <p:nvSpPr>
            <p:cNvPr id="99" name="矩形: 圆角 98">
              <a:extLst>
                <a:ext uri="{FF2B5EF4-FFF2-40B4-BE49-F238E27FC236}">
                  <a16:creationId xmlns:a16="http://schemas.microsoft.com/office/drawing/2014/main" id="{3081C918-6EE7-BEEB-9486-04BB6CC4B19A}"/>
                </a:ext>
              </a:extLst>
            </p:cNvPr>
            <p:cNvSpPr/>
            <p:nvPr/>
          </p:nvSpPr>
          <p:spPr>
            <a:xfrm>
              <a:off x="2968850" y="3499219"/>
              <a:ext cx="329975" cy="317131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0" name="文本框 99">
                  <a:extLst>
                    <a:ext uri="{FF2B5EF4-FFF2-40B4-BE49-F238E27FC236}">
                      <a16:creationId xmlns:a16="http://schemas.microsoft.com/office/drawing/2014/main" id="{88F47EC4-6CFE-6975-93E1-A4A7F351E42D}"/>
                    </a:ext>
                  </a:extLst>
                </p:cNvPr>
                <p:cNvSpPr txBox="1"/>
                <p:nvPr/>
              </p:nvSpPr>
              <p:spPr>
                <a:xfrm>
                  <a:off x="3057605" y="3519284"/>
                  <a:ext cx="121559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 xmlns="">
            <p:sp>
              <p:nvSpPr>
                <p:cNvPr id="100" name="文本框 99">
                  <a:extLst>
                    <a:ext uri="{FF2B5EF4-FFF2-40B4-BE49-F238E27FC236}">
                      <a16:creationId xmlns:a16="http://schemas.microsoft.com/office/drawing/2014/main" id="{0C74FCAA-1384-DC06-F8B1-67530E98B8B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057605" y="3519284"/>
                  <a:ext cx="121559" cy="276999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01" name="组合 100">
            <a:extLst>
              <a:ext uri="{FF2B5EF4-FFF2-40B4-BE49-F238E27FC236}">
                <a16:creationId xmlns:a16="http://schemas.microsoft.com/office/drawing/2014/main" id="{401FBAA4-2D23-8924-B649-5F4586B61AE1}"/>
              </a:ext>
            </a:extLst>
          </p:cNvPr>
          <p:cNvGrpSpPr/>
          <p:nvPr/>
        </p:nvGrpSpPr>
        <p:grpSpPr>
          <a:xfrm>
            <a:off x="6211750" y="4200042"/>
            <a:ext cx="992510" cy="317131"/>
            <a:chOff x="2968850" y="3499219"/>
            <a:chExt cx="329975" cy="317131"/>
          </a:xfrm>
        </p:grpSpPr>
        <p:sp>
          <p:nvSpPr>
            <p:cNvPr id="102" name="矩形: 圆角 101">
              <a:extLst>
                <a:ext uri="{FF2B5EF4-FFF2-40B4-BE49-F238E27FC236}">
                  <a16:creationId xmlns:a16="http://schemas.microsoft.com/office/drawing/2014/main" id="{76C014AB-F419-85EE-6658-81E4C0FDB52B}"/>
                </a:ext>
              </a:extLst>
            </p:cNvPr>
            <p:cNvSpPr/>
            <p:nvPr/>
          </p:nvSpPr>
          <p:spPr>
            <a:xfrm>
              <a:off x="2968850" y="3499219"/>
              <a:ext cx="329975" cy="317131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3" name="文本框 102">
                  <a:extLst>
                    <a:ext uri="{FF2B5EF4-FFF2-40B4-BE49-F238E27FC236}">
                      <a16:creationId xmlns:a16="http://schemas.microsoft.com/office/drawing/2014/main" id="{46780FDA-B6B6-EFF6-DDFB-E8038FF69858}"/>
                    </a:ext>
                  </a:extLst>
                </p:cNvPr>
                <p:cNvSpPr txBox="1"/>
                <p:nvPr/>
              </p:nvSpPr>
              <p:spPr>
                <a:xfrm>
                  <a:off x="3057605" y="3519284"/>
                  <a:ext cx="121559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 xmlns="">
            <p:sp>
              <p:nvSpPr>
                <p:cNvPr id="103" name="文本框 102">
                  <a:extLst>
                    <a:ext uri="{FF2B5EF4-FFF2-40B4-BE49-F238E27FC236}">
                      <a16:creationId xmlns:a16="http://schemas.microsoft.com/office/drawing/2014/main" id="{0F1B5299-EA35-3C84-2499-8CA038CE516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057605" y="3519284"/>
                  <a:ext cx="121559" cy="276999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104" name="直接连接符 103">
            <a:extLst>
              <a:ext uri="{FF2B5EF4-FFF2-40B4-BE49-F238E27FC236}">
                <a16:creationId xmlns:a16="http://schemas.microsoft.com/office/drawing/2014/main" id="{03AE0EE8-D7C7-AB4C-2A7A-EDC81D8F9265}"/>
              </a:ext>
            </a:extLst>
          </p:cNvPr>
          <p:cNvCxnSpPr>
            <a:cxnSpLocks/>
          </p:cNvCxnSpPr>
          <p:nvPr/>
        </p:nvCxnSpPr>
        <p:spPr>
          <a:xfrm>
            <a:off x="6163504" y="4068449"/>
            <a:ext cx="6270" cy="684109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5" name="组合 104">
            <a:extLst>
              <a:ext uri="{FF2B5EF4-FFF2-40B4-BE49-F238E27FC236}">
                <a16:creationId xmlns:a16="http://schemas.microsoft.com/office/drawing/2014/main" id="{29AF8AFE-CEA2-C7F4-9E08-6C63F94D344C}"/>
              </a:ext>
            </a:extLst>
          </p:cNvPr>
          <p:cNvGrpSpPr/>
          <p:nvPr/>
        </p:nvGrpSpPr>
        <p:grpSpPr>
          <a:xfrm>
            <a:off x="5066385" y="4083180"/>
            <a:ext cx="218300" cy="684109"/>
            <a:chOff x="6126835" y="3284328"/>
            <a:chExt cx="292515" cy="684109"/>
          </a:xfrm>
        </p:grpSpPr>
        <p:grpSp>
          <p:nvGrpSpPr>
            <p:cNvPr id="106" name="组合 105">
              <a:extLst>
                <a:ext uri="{FF2B5EF4-FFF2-40B4-BE49-F238E27FC236}">
                  <a16:creationId xmlns:a16="http://schemas.microsoft.com/office/drawing/2014/main" id="{0C71E8C3-2077-BA64-C289-761CCDD4B638}"/>
                </a:ext>
              </a:extLst>
            </p:cNvPr>
            <p:cNvGrpSpPr/>
            <p:nvPr/>
          </p:nvGrpSpPr>
          <p:grpSpPr>
            <a:xfrm>
              <a:off x="6132635" y="3421259"/>
              <a:ext cx="286715" cy="317131"/>
              <a:chOff x="2925847" y="3499219"/>
              <a:chExt cx="372978" cy="317131"/>
            </a:xfrm>
          </p:grpSpPr>
          <p:sp>
            <p:nvSpPr>
              <p:cNvPr id="108" name="矩形: 圆角 107">
                <a:extLst>
                  <a:ext uri="{FF2B5EF4-FFF2-40B4-BE49-F238E27FC236}">
                    <a16:creationId xmlns:a16="http://schemas.microsoft.com/office/drawing/2014/main" id="{29BA93AD-FE87-F1FC-752A-0E268BC3844C}"/>
                  </a:ext>
                </a:extLst>
              </p:cNvPr>
              <p:cNvSpPr/>
              <p:nvPr/>
            </p:nvSpPr>
            <p:spPr>
              <a:xfrm>
                <a:off x="2968850" y="3499219"/>
                <a:ext cx="329975" cy="317131"/>
              </a:xfrm>
              <a:prstGeom prst="roundRect">
                <a:avLst/>
              </a:prstGeom>
              <a:noFill/>
              <a:ln>
                <a:prstDash val="solid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400" b="1" dirty="0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09" name="文本框 108">
                    <a:extLst>
                      <a:ext uri="{FF2B5EF4-FFF2-40B4-BE49-F238E27FC236}">
                        <a16:creationId xmlns:a16="http://schemas.microsoft.com/office/drawing/2014/main" id="{58D0D8F7-9CBB-8915-0D65-5AF5DF02D9E5}"/>
                      </a:ext>
                    </a:extLst>
                  </p:cNvPr>
                  <p:cNvSpPr txBox="1"/>
                  <p:nvPr/>
                </p:nvSpPr>
                <p:spPr>
                  <a:xfrm>
                    <a:off x="2925847" y="3519282"/>
                    <a:ext cx="337723" cy="276999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oMath>
                      </m:oMathPara>
                    </a14:m>
                    <a:endParaRPr lang="zh-CN" altLang="en-US" sz="1200" dirty="0"/>
                  </a:p>
                </p:txBody>
              </p:sp>
            </mc:Choice>
            <mc:Fallback xmlns="">
              <p:sp>
                <p:nvSpPr>
                  <p:cNvPr id="109" name="文本框 108">
                    <a:extLst>
                      <a:ext uri="{FF2B5EF4-FFF2-40B4-BE49-F238E27FC236}">
                        <a16:creationId xmlns:a16="http://schemas.microsoft.com/office/drawing/2014/main" id="{1E7FDFDC-50B9-4837-DCF8-FC13D5C86297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925847" y="3519282"/>
                    <a:ext cx="337723" cy="276999"/>
                  </a:xfrm>
                  <a:prstGeom prst="rect">
                    <a:avLst/>
                  </a:prstGeom>
                  <a:blipFill>
                    <a:blip r:embed="rId4"/>
                    <a:stretch>
                      <a:fillRect r="-18750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cxnSp>
          <p:nvCxnSpPr>
            <p:cNvPr id="107" name="直接连接符 106">
              <a:extLst>
                <a:ext uri="{FF2B5EF4-FFF2-40B4-BE49-F238E27FC236}">
                  <a16:creationId xmlns:a16="http://schemas.microsoft.com/office/drawing/2014/main" id="{D47805A5-8519-61DB-64F6-73AEA8EF0D01}"/>
                </a:ext>
              </a:extLst>
            </p:cNvPr>
            <p:cNvCxnSpPr>
              <a:cxnSpLocks/>
            </p:cNvCxnSpPr>
            <p:nvPr/>
          </p:nvCxnSpPr>
          <p:spPr>
            <a:xfrm>
              <a:off x="6126835" y="3284328"/>
              <a:ext cx="6270" cy="684109"/>
            </a:xfrm>
            <a:prstGeom prst="line">
              <a:avLst/>
            </a:prstGeom>
            <a:ln w="12700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10" name="组合 109">
            <a:extLst>
              <a:ext uri="{FF2B5EF4-FFF2-40B4-BE49-F238E27FC236}">
                <a16:creationId xmlns:a16="http://schemas.microsoft.com/office/drawing/2014/main" id="{0486A9A3-5095-E9CB-8574-C6BCD0E9C464}"/>
              </a:ext>
            </a:extLst>
          </p:cNvPr>
          <p:cNvGrpSpPr/>
          <p:nvPr/>
        </p:nvGrpSpPr>
        <p:grpSpPr>
          <a:xfrm>
            <a:off x="5304877" y="4083179"/>
            <a:ext cx="231277" cy="684109"/>
            <a:chOff x="6109445" y="3284328"/>
            <a:chExt cx="309904" cy="684109"/>
          </a:xfrm>
        </p:grpSpPr>
        <p:grpSp>
          <p:nvGrpSpPr>
            <p:cNvPr id="111" name="组合 110">
              <a:extLst>
                <a:ext uri="{FF2B5EF4-FFF2-40B4-BE49-F238E27FC236}">
                  <a16:creationId xmlns:a16="http://schemas.microsoft.com/office/drawing/2014/main" id="{E7AA9821-90D0-0E48-3FD9-C969D23E6AE8}"/>
                </a:ext>
              </a:extLst>
            </p:cNvPr>
            <p:cNvGrpSpPr/>
            <p:nvPr/>
          </p:nvGrpSpPr>
          <p:grpSpPr>
            <a:xfrm>
              <a:off x="6109445" y="3421259"/>
              <a:ext cx="309904" cy="317131"/>
              <a:chOff x="2895681" y="3499219"/>
              <a:chExt cx="403144" cy="317131"/>
            </a:xfrm>
          </p:grpSpPr>
          <p:sp>
            <p:nvSpPr>
              <p:cNvPr id="113" name="矩形: 圆角 112">
                <a:extLst>
                  <a:ext uri="{FF2B5EF4-FFF2-40B4-BE49-F238E27FC236}">
                    <a16:creationId xmlns:a16="http://schemas.microsoft.com/office/drawing/2014/main" id="{B7A707AB-1F45-52FA-8F21-618023956426}"/>
                  </a:ext>
                </a:extLst>
              </p:cNvPr>
              <p:cNvSpPr/>
              <p:nvPr/>
            </p:nvSpPr>
            <p:spPr>
              <a:xfrm>
                <a:off x="2968850" y="3499219"/>
                <a:ext cx="329975" cy="317131"/>
              </a:xfrm>
              <a:prstGeom prst="roundRect">
                <a:avLst/>
              </a:prstGeom>
              <a:noFill/>
              <a:ln>
                <a:prstDash val="solid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400" b="1" dirty="0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14" name="文本框 113">
                    <a:extLst>
                      <a:ext uri="{FF2B5EF4-FFF2-40B4-BE49-F238E27FC236}">
                        <a16:creationId xmlns:a16="http://schemas.microsoft.com/office/drawing/2014/main" id="{F15887E3-7163-1B8B-D963-0D1DCCC80547}"/>
                      </a:ext>
                    </a:extLst>
                  </p:cNvPr>
                  <p:cNvSpPr txBox="1"/>
                  <p:nvPr/>
                </p:nvSpPr>
                <p:spPr>
                  <a:xfrm>
                    <a:off x="2895681" y="3527016"/>
                    <a:ext cx="337722" cy="276999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oMath>
                      </m:oMathPara>
                    </a14:m>
                    <a:endParaRPr lang="zh-CN" altLang="en-US" sz="1200" dirty="0"/>
                  </a:p>
                </p:txBody>
              </p:sp>
            </mc:Choice>
            <mc:Fallback xmlns="">
              <p:sp>
                <p:nvSpPr>
                  <p:cNvPr id="114" name="文本框 113">
                    <a:extLst>
                      <a:ext uri="{FF2B5EF4-FFF2-40B4-BE49-F238E27FC236}">
                        <a16:creationId xmlns:a16="http://schemas.microsoft.com/office/drawing/2014/main" id="{08DF3FE1-501D-DF3C-DD08-D8DB1C9C9140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895681" y="3527016"/>
                    <a:ext cx="337722" cy="276999"/>
                  </a:xfrm>
                  <a:prstGeom prst="rect">
                    <a:avLst/>
                  </a:prstGeom>
                  <a:blipFill>
                    <a:blip r:embed="rId4"/>
                    <a:stretch>
                      <a:fillRect r="-18750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cxnSp>
          <p:nvCxnSpPr>
            <p:cNvPr id="112" name="直接连接符 111">
              <a:extLst>
                <a:ext uri="{FF2B5EF4-FFF2-40B4-BE49-F238E27FC236}">
                  <a16:creationId xmlns:a16="http://schemas.microsoft.com/office/drawing/2014/main" id="{8683984C-5C33-54C6-233A-76D972BDC022}"/>
                </a:ext>
              </a:extLst>
            </p:cNvPr>
            <p:cNvCxnSpPr>
              <a:cxnSpLocks/>
            </p:cNvCxnSpPr>
            <p:nvPr/>
          </p:nvCxnSpPr>
          <p:spPr>
            <a:xfrm>
              <a:off x="6126835" y="3284328"/>
              <a:ext cx="6270" cy="684109"/>
            </a:xfrm>
            <a:prstGeom prst="line">
              <a:avLst/>
            </a:prstGeom>
            <a:ln w="12700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15" name="组合 114">
            <a:extLst>
              <a:ext uri="{FF2B5EF4-FFF2-40B4-BE49-F238E27FC236}">
                <a16:creationId xmlns:a16="http://schemas.microsoft.com/office/drawing/2014/main" id="{0960FC14-7E57-CF37-9D43-9B72A9D75AC4}"/>
              </a:ext>
            </a:extLst>
          </p:cNvPr>
          <p:cNvGrpSpPr/>
          <p:nvPr/>
        </p:nvGrpSpPr>
        <p:grpSpPr>
          <a:xfrm>
            <a:off x="5632931" y="4083178"/>
            <a:ext cx="228324" cy="684109"/>
            <a:chOff x="6113399" y="3284328"/>
            <a:chExt cx="305947" cy="684109"/>
          </a:xfrm>
        </p:grpSpPr>
        <p:grpSp>
          <p:nvGrpSpPr>
            <p:cNvPr id="116" name="组合 115">
              <a:extLst>
                <a:ext uri="{FF2B5EF4-FFF2-40B4-BE49-F238E27FC236}">
                  <a16:creationId xmlns:a16="http://schemas.microsoft.com/office/drawing/2014/main" id="{5FD45C38-12EC-0C02-F1C9-5AC908C6B545}"/>
                </a:ext>
              </a:extLst>
            </p:cNvPr>
            <p:cNvGrpSpPr/>
            <p:nvPr/>
          </p:nvGrpSpPr>
          <p:grpSpPr>
            <a:xfrm>
              <a:off x="6113399" y="3421259"/>
              <a:ext cx="305947" cy="317131"/>
              <a:chOff x="2900828" y="3499219"/>
              <a:chExt cx="397997" cy="317131"/>
            </a:xfrm>
          </p:grpSpPr>
          <p:sp>
            <p:nvSpPr>
              <p:cNvPr id="118" name="矩形: 圆角 117">
                <a:extLst>
                  <a:ext uri="{FF2B5EF4-FFF2-40B4-BE49-F238E27FC236}">
                    <a16:creationId xmlns:a16="http://schemas.microsoft.com/office/drawing/2014/main" id="{818A7FBB-ED21-916D-0B03-267FA6FF35C1}"/>
                  </a:ext>
                </a:extLst>
              </p:cNvPr>
              <p:cNvSpPr/>
              <p:nvPr/>
            </p:nvSpPr>
            <p:spPr>
              <a:xfrm>
                <a:off x="2968850" y="3499219"/>
                <a:ext cx="329975" cy="317131"/>
              </a:xfrm>
              <a:prstGeom prst="roundRect">
                <a:avLst/>
              </a:prstGeom>
              <a:noFill/>
              <a:ln>
                <a:prstDash val="solid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400" b="1" dirty="0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19" name="文本框 118">
                    <a:extLst>
                      <a:ext uri="{FF2B5EF4-FFF2-40B4-BE49-F238E27FC236}">
                        <a16:creationId xmlns:a16="http://schemas.microsoft.com/office/drawing/2014/main" id="{177AF2FE-23F9-1EA8-E238-E972EE6E1119}"/>
                      </a:ext>
                    </a:extLst>
                  </p:cNvPr>
                  <p:cNvSpPr txBox="1"/>
                  <p:nvPr/>
                </p:nvSpPr>
                <p:spPr>
                  <a:xfrm>
                    <a:off x="2900828" y="3527018"/>
                    <a:ext cx="337722" cy="276999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oMath>
                      </m:oMathPara>
                    </a14:m>
                    <a:endParaRPr lang="zh-CN" altLang="en-US" sz="1200" dirty="0"/>
                  </a:p>
                </p:txBody>
              </p:sp>
            </mc:Choice>
            <mc:Fallback xmlns="">
              <p:sp>
                <p:nvSpPr>
                  <p:cNvPr id="119" name="文本框 118">
                    <a:extLst>
                      <a:ext uri="{FF2B5EF4-FFF2-40B4-BE49-F238E27FC236}">
                        <a16:creationId xmlns:a16="http://schemas.microsoft.com/office/drawing/2014/main" id="{C84A19EB-6E38-A583-3D59-5A6979FC610F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900828" y="3527018"/>
                    <a:ext cx="337722" cy="276999"/>
                  </a:xfrm>
                  <a:prstGeom prst="rect">
                    <a:avLst/>
                  </a:prstGeom>
                  <a:blipFill>
                    <a:blip r:embed="rId4"/>
                    <a:stretch>
                      <a:fillRect r="-18750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cxnSp>
          <p:nvCxnSpPr>
            <p:cNvPr id="117" name="直接连接符 116">
              <a:extLst>
                <a:ext uri="{FF2B5EF4-FFF2-40B4-BE49-F238E27FC236}">
                  <a16:creationId xmlns:a16="http://schemas.microsoft.com/office/drawing/2014/main" id="{6A74C325-32C4-EE71-B5AB-14805A3E3F1E}"/>
                </a:ext>
              </a:extLst>
            </p:cNvPr>
            <p:cNvCxnSpPr>
              <a:cxnSpLocks/>
            </p:cNvCxnSpPr>
            <p:nvPr/>
          </p:nvCxnSpPr>
          <p:spPr>
            <a:xfrm>
              <a:off x="6126835" y="3284328"/>
              <a:ext cx="6270" cy="684109"/>
            </a:xfrm>
            <a:prstGeom prst="line">
              <a:avLst/>
            </a:prstGeom>
            <a:ln w="12700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20" name="组合 119">
            <a:extLst>
              <a:ext uri="{FF2B5EF4-FFF2-40B4-BE49-F238E27FC236}">
                <a16:creationId xmlns:a16="http://schemas.microsoft.com/office/drawing/2014/main" id="{BF02B406-7EAD-DE28-15E1-22CEE9D3AC4A}"/>
              </a:ext>
            </a:extLst>
          </p:cNvPr>
          <p:cNvGrpSpPr/>
          <p:nvPr/>
        </p:nvGrpSpPr>
        <p:grpSpPr>
          <a:xfrm>
            <a:off x="5903231" y="4083178"/>
            <a:ext cx="218297" cy="684109"/>
            <a:chOff x="6126835" y="3284328"/>
            <a:chExt cx="292511" cy="684109"/>
          </a:xfrm>
        </p:grpSpPr>
        <p:grpSp>
          <p:nvGrpSpPr>
            <p:cNvPr id="121" name="组合 120">
              <a:extLst>
                <a:ext uri="{FF2B5EF4-FFF2-40B4-BE49-F238E27FC236}">
                  <a16:creationId xmlns:a16="http://schemas.microsoft.com/office/drawing/2014/main" id="{3FCAE65E-AE76-2AFE-C768-E0858EBD3413}"/>
                </a:ext>
              </a:extLst>
            </p:cNvPr>
            <p:cNvGrpSpPr/>
            <p:nvPr/>
          </p:nvGrpSpPr>
          <p:grpSpPr>
            <a:xfrm>
              <a:off x="6133441" y="3421259"/>
              <a:ext cx="285905" cy="317131"/>
              <a:chOff x="2926900" y="3499219"/>
              <a:chExt cx="371925" cy="317131"/>
            </a:xfrm>
          </p:grpSpPr>
          <p:sp>
            <p:nvSpPr>
              <p:cNvPr id="123" name="矩形: 圆角 122">
                <a:extLst>
                  <a:ext uri="{FF2B5EF4-FFF2-40B4-BE49-F238E27FC236}">
                    <a16:creationId xmlns:a16="http://schemas.microsoft.com/office/drawing/2014/main" id="{375AF24B-D9F2-A1E8-5054-5EA30999D37A}"/>
                  </a:ext>
                </a:extLst>
              </p:cNvPr>
              <p:cNvSpPr/>
              <p:nvPr/>
            </p:nvSpPr>
            <p:spPr>
              <a:xfrm>
                <a:off x="2968850" y="3499219"/>
                <a:ext cx="329975" cy="317131"/>
              </a:xfrm>
              <a:prstGeom prst="roundRect">
                <a:avLst/>
              </a:prstGeom>
              <a:noFill/>
              <a:ln>
                <a:prstDash val="solid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400" b="1" dirty="0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24" name="文本框 123">
                    <a:extLst>
                      <a:ext uri="{FF2B5EF4-FFF2-40B4-BE49-F238E27FC236}">
                        <a16:creationId xmlns:a16="http://schemas.microsoft.com/office/drawing/2014/main" id="{D655672F-937E-E41C-85F0-8EA5A8791B8E}"/>
                      </a:ext>
                    </a:extLst>
                  </p:cNvPr>
                  <p:cNvSpPr txBox="1"/>
                  <p:nvPr/>
                </p:nvSpPr>
                <p:spPr>
                  <a:xfrm>
                    <a:off x="2926900" y="3527019"/>
                    <a:ext cx="337722" cy="276999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oMath>
                      </m:oMathPara>
                    </a14:m>
                    <a:endParaRPr lang="zh-CN" altLang="en-US" sz="1200" dirty="0"/>
                  </a:p>
                </p:txBody>
              </p:sp>
            </mc:Choice>
            <mc:Fallback xmlns="">
              <p:sp>
                <p:nvSpPr>
                  <p:cNvPr id="124" name="文本框 123">
                    <a:extLst>
                      <a:ext uri="{FF2B5EF4-FFF2-40B4-BE49-F238E27FC236}">
                        <a16:creationId xmlns:a16="http://schemas.microsoft.com/office/drawing/2014/main" id="{BC4DF220-F8ED-4872-CAFC-E410280F07F8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926900" y="3527019"/>
                    <a:ext cx="337722" cy="276999"/>
                  </a:xfrm>
                  <a:prstGeom prst="rect">
                    <a:avLst/>
                  </a:prstGeom>
                  <a:blipFill>
                    <a:blip r:embed="rId4"/>
                    <a:stretch>
                      <a:fillRect r="-18750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cxnSp>
          <p:nvCxnSpPr>
            <p:cNvPr id="122" name="直接连接符 121">
              <a:extLst>
                <a:ext uri="{FF2B5EF4-FFF2-40B4-BE49-F238E27FC236}">
                  <a16:creationId xmlns:a16="http://schemas.microsoft.com/office/drawing/2014/main" id="{83950B87-C0FD-4091-DC7B-D8CC4B0A9640}"/>
                </a:ext>
              </a:extLst>
            </p:cNvPr>
            <p:cNvCxnSpPr>
              <a:cxnSpLocks/>
            </p:cNvCxnSpPr>
            <p:nvPr/>
          </p:nvCxnSpPr>
          <p:spPr>
            <a:xfrm>
              <a:off x="6126835" y="3284328"/>
              <a:ext cx="6270" cy="684109"/>
            </a:xfrm>
            <a:prstGeom prst="line">
              <a:avLst/>
            </a:prstGeom>
            <a:ln w="12700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9076951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728C0F-78B6-7568-943B-C00E1A67AC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>
            <a:extLst>
              <a:ext uri="{FF2B5EF4-FFF2-40B4-BE49-F238E27FC236}">
                <a16:creationId xmlns:a16="http://schemas.microsoft.com/office/drawing/2014/main" id="{315F95F1-C6CF-EBED-885B-E0954D47CAE0}"/>
              </a:ext>
            </a:extLst>
          </p:cNvPr>
          <p:cNvGrpSpPr/>
          <p:nvPr/>
        </p:nvGrpSpPr>
        <p:grpSpPr>
          <a:xfrm>
            <a:off x="6704967" y="645860"/>
            <a:ext cx="402182" cy="293017"/>
            <a:chOff x="2920185" y="3499219"/>
            <a:chExt cx="427304" cy="317131"/>
          </a:xfrm>
        </p:grpSpPr>
        <p:sp>
          <p:nvSpPr>
            <p:cNvPr id="3" name="矩形: 圆角 2">
              <a:extLst>
                <a:ext uri="{FF2B5EF4-FFF2-40B4-BE49-F238E27FC236}">
                  <a16:creationId xmlns:a16="http://schemas.microsoft.com/office/drawing/2014/main" id="{A8AD7DAF-1225-5509-6164-8A802FF2AB33}"/>
                </a:ext>
              </a:extLst>
            </p:cNvPr>
            <p:cNvSpPr/>
            <p:nvPr/>
          </p:nvSpPr>
          <p:spPr>
            <a:xfrm>
              <a:off x="2968850" y="3499219"/>
              <a:ext cx="329975" cy="317131"/>
            </a:xfrm>
            <a:prstGeom prst="roundRect">
              <a:avLst/>
            </a:prstGeom>
            <a:noFill/>
            <a:ln>
              <a:solidFill>
                <a:schemeClr val="accent2"/>
              </a:solidFill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" name="文本框 3">
                  <a:extLst>
                    <a:ext uri="{FF2B5EF4-FFF2-40B4-BE49-F238E27FC236}">
                      <a16:creationId xmlns:a16="http://schemas.microsoft.com/office/drawing/2014/main" id="{73552F1B-4010-7000-B651-7B8D13831AA3}"/>
                    </a:ext>
                  </a:extLst>
                </p:cNvPr>
                <p:cNvSpPr txBox="1"/>
                <p:nvPr/>
              </p:nvSpPr>
              <p:spPr>
                <a:xfrm>
                  <a:off x="2920185" y="3519284"/>
                  <a:ext cx="427304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 xmlns="">
            <p:sp>
              <p:nvSpPr>
                <p:cNvPr id="4" name="文本框 3">
                  <a:extLst>
                    <a:ext uri="{FF2B5EF4-FFF2-40B4-BE49-F238E27FC236}">
                      <a16:creationId xmlns:a16="http://schemas.microsoft.com/office/drawing/2014/main" id="{73552F1B-4010-7000-B651-7B8D13831AA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20185" y="3519284"/>
                  <a:ext cx="427304" cy="276999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8" name="组合 7">
            <a:extLst>
              <a:ext uri="{FF2B5EF4-FFF2-40B4-BE49-F238E27FC236}">
                <a16:creationId xmlns:a16="http://schemas.microsoft.com/office/drawing/2014/main" id="{CE6F598D-62FF-E3BA-7FAA-8DFC19F87B6A}"/>
              </a:ext>
            </a:extLst>
          </p:cNvPr>
          <p:cNvGrpSpPr/>
          <p:nvPr/>
        </p:nvGrpSpPr>
        <p:grpSpPr>
          <a:xfrm>
            <a:off x="6405558" y="1319034"/>
            <a:ext cx="764576" cy="327976"/>
            <a:chOff x="2920185" y="3499219"/>
            <a:chExt cx="427304" cy="317131"/>
          </a:xfrm>
        </p:grpSpPr>
        <p:sp>
          <p:nvSpPr>
            <p:cNvPr id="9" name="矩形: 圆角 8">
              <a:extLst>
                <a:ext uri="{FF2B5EF4-FFF2-40B4-BE49-F238E27FC236}">
                  <a16:creationId xmlns:a16="http://schemas.microsoft.com/office/drawing/2014/main" id="{217B5F0B-8773-BA14-34DA-A22561E6A109}"/>
                </a:ext>
              </a:extLst>
            </p:cNvPr>
            <p:cNvSpPr/>
            <p:nvPr/>
          </p:nvSpPr>
          <p:spPr>
            <a:xfrm>
              <a:off x="2968850" y="3499219"/>
              <a:ext cx="329975" cy="317131"/>
            </a:xfrm>
            <a:prstGeom prst="roundRect">
              <a:avLst/>
            </a:prstGeom>
            <a:noFill/>
            <a:ln>
              <a:solidFill>
                <a:schemeClr val="accent2"/>
              </a:solidFill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文本框 9">
                  <a:extLst>
                    <a:ext uri="{FF2B5EF4-FFF2-40B4-BE49-F238E27FC236}">
                      <a16:creationId xmlns:a16="http://schemas.microsoft.com/office/drawing/2014/main" id="{A53A4F57-0D79-8294-D323-F60EA3103A42}"/>
                    </a:ext>
                  </a:extLst>
                </p:cNvPr>
                <p:cNvSpPr txBox="1"/>
                <p:nvPr/>
              </p:nvSpPr>
              <p:spPr>
                <a:xfrm>
                  <a:off x="2920185" y="3519284"/>
                  <a:ext cx="427304" cy="2769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 xmlns="">
            <p:sp>
              <p:nvSpPr>
                <p:cNvPr id="10" name="文本框 9">
                  <a:extLst>
                    <a:ext uri="{FF2B5EF4-FFF2-40B4-BE49-F238E27FC236}">
                      <a16:creationId xmlns:a16="http://schemas.microsoft.com/office/drawing/2014/main" id="{A53A4F57-0D79-8294-D323-F60EA3103A4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20185" y="3519284"/>
                  <a:ext cx="427304" cy="276999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9" name="组合 28">
            <a:extLst>
              <a:ext uri="{FF2B5EF4-FFF2-40B4-BE49-F238E27FC236}">
                <a16:creationId xmlns:a16="http://schemas.microsoft.com/office/drawing/2014/main" id="{90058913-3E75-666F-205D-1B2A246841FA}"/>
              </a:ext>
            </a:extLst>
          </p:cNvPr>
          <p:cNvGrpSpPr/>
          <p:nvPr/>
        </p:nvGrpSpPr>
        <p:grpSpPr>
          <a:xfrm>
            <a:off x="4436445" y="648290"/>
            <a:ext cx="2174421" cy="317131"/>
            <a:chOff x="2968850" y="3499219"/>
            <a:chExt cx="329975" cy="317131"/>
          </a:xfrm>
        </p:grpSpPr>
        <p:sp>
          <p:nvSpPr>
            <p:cNvPr id="30" name="矩形: 圆角 29">
              <a:extLst>
                <a:ext uri="{FF2B5EF4-FFF2-40B4-BE49-F238E27FC236}">
                  <a16:creationId xmlns:a16="http://schemas.microsoft.com/office/drawing/2014/main" id="{F33F661F-58AD-54B7-D4C2-A0396ED45520}"/>
                </a:ext>
              </a:extLst>
            </p:cNvPr>
            <p:cNvSpPr/>
            <p:nvPr/>
          </p:nvSpPr>
          <p:spPr>
            <a:xfrm>
              <a:off x="2968850" y="3499219"/>
              <a:ext cx="329975" cy="317131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1" name="文本框 30">
                  <a:extLst>
                    <a:ext uri="{FF2B5EF4-FFF2-40B4-BE49-F238E27FC236}">
                      <a16:creationId xmlns:a16="http://schemas.microsoft.com/office/drawing/2014/main" id="{8042B7EB-BB2C-F819-B5C0-65A415525C71}"/>
                    </a:ext>
                  </a:extLst>
                </p:cNvPr>
                <p:cNvSpPr txBox="1"/>
                <p:nvPr/>
              </p:nvSpPr>
              <p:spPr>
                <a:xfrm>
                  <a:off x="3096955" y="3522228"/>
                  <a:ext cx="83166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CN" sz="1200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>
            <p:sp>
              <p:nvSpPr>
                <p:cNvPr id="31" name="文本框 30">
                  <a:extLst>
                    <a:ext uri="{FF2B5EF4-FFF2-40B4-BE49-F238E27FC236}">
                      <a16:creationId xmlns:a16="http://schemas.microsoft.com/office/drawing/2014/main" id="{8042B7EB-BB2C-F819-B5C0-65A415525C7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096955" y="3522228"/>
                  <a:ext cx="83166" cy="276999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34" name="组合 133">
            <a:extLst>
              <a:ext uri="{FF2B5EF4-FFF2-40B4-BE49-F238E27FC236}">
                <a16:creationId xmlns:a16="http://schemas.microsoft.com/office/drawing/2014/main" id="{43CE37BA-0F23-47D6-61FE-1FA5F9D1F723}"/>
              </a:ext>
            </a:extLst>
          </p:cNvPr>
          <p:cNvGrpSpPr/>
          <p:nvPr/>
        </p:nvGrpSpPr>
        <p:grpSpPr>
          <a:xfrm>
            <a:off x="718281" y="613535"/>
            <a:ext cx="3035491" cy="3445840"/>
            <a:chOff x="708773" y="846149"/>
            <a:chExt cx="3035491" cy="3445840"/>
          </a:xfrm>
        </p:grpSpPr>
        <p:grpSp>
          <p:nvGrpSpPr>
            <p:cNvPr id="5" name="组合 4">
              <a:extLst>
                <a:ext uri="{FF2B5EF4-FFF2-40B4-BE49-F238E27FC236}">
                  <a16:creationId xmlns:a16="http://schemas.microsoft.com/office/drawing/2014/main" id="{B7F518F6-45AC-0C0D-2E70-D872462F5B3D}"/>
                </a:ext>
              </a:extLst>
            </p:cNvPr>
            <p:cNvGrpSpPr/>
            <p:nvPr/>
          </p:nvGrpSpPr>
          <p:grpSpPr>
            <a:xfrm>
              <a:off x="708773" y="2410505"/>
              <a:ext cx="2624977" cy="317131"/>
              <a:chOff x="2968850" y="3499219"/>
              <a:chExt cx="329975" cy="317131"/>
            </a:xfrm>
          </p:grpSpPr>
          <p:sp>
            <p:nvSpPr>
              <p:cNvPr id="6" name="矩形: 圆角 5">
                <a:extLst>
                  <a:ext uri="{FF2B5EF4-FFF2-40B4-BE49-F238E27FC236}">
                    <a16:creationId xmlns:a16="http://schemas.microsoft.com/office/drawing/2014/main" id="{3948A650-06F0-1D7E-B32C-8266EF3C69D4}"/>
                  </a:ext>
                </a:extLst>
              </p:cNvPr>
              <p:cNvSpPr/>
              <p:nvPr/>
            </p:nvSpPr>
            <p:spPr>
              <a:xfrm>
                <a:off x="2968850" y="3499219"/>
                <a:ext cx="329975" cy="317131"/>
              </a:xfrm>
              <a:prstGeom prst="roundRect">
                <a:avLst/>
              </a:prstGeom>
              <a:noFill/>
              <a:ln>
                <a:prstDash val="solid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400" b="1" dirty="0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7" name="文本框 6">
                    <a:extLst>
                      <a:ext uri="{FF2B5EF4-FFF2-40B4-BE49-F238E27FC236}">
                        <a16:creationId xmlns:a16="http://schemas.microsoft.com/office/drawing/2014/main" id="{D9DD427E-2E53-4BB4-8241-1D8ABF270A6B}"/>
                      </a:ext>
                    </a:extLst>
                  </p:cNvPr>
                  <p:cNvSpPr txBox="1"/>
                  <p:nvPr/>
                </p:nvSpPr>
                <p:spPr>
                  <a:xfrm>
                    <a:off x="3115875" y="3519284"/>
                    <a:ext cx="29043" cy="276999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oMath>
                      </m:oMathPara>
                    </a14:m>
                    <a:endParaRPr lang="zh-CN" altLang="en-US" sz="1200" dirty="0"/>
                  </a:p>
                </p:txBody>
              </p:sp>
            </mc:Choice>
            <mc:Fallback xmlns="">
              <p:sp>
                <p:nvSpPr>
                  <p:cNvPr id="7" name="文本框 6">
                    <a:extLst>
                      <a:ext uri="{FF2B5EF4-FFF2-40B4-BE49-F238E27FC236}">
                        <a16:creationId xmlns:a16="http://schemas.microsoft.com/office/drawing/2014/main" id="{D9DD427E-2E53-4BB4-8241-1D8ABF270A6B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115875" y="3519284"/>
                    <a:ext cx="29043" cy="276999"/>
                  </a:xfrm>
                  <a:prstGeom prst="rect">
                    <a:avLst/>
                  </a:prstGeom>
                  <a:blipFill>
                    <a:blip r:embed="rId5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cxnSp>
          <p:nvCxnSpPr>
            <p:cNvPr id="33" name="直接连接符 32">
              <a:extLst>
                <a:ext uri="{FF2B5EF4-FFF2-40B4-BE49-F238E27FC236}">
                  <a16:creationId xmlns:a16="http://schemas.microsoft.com/office/drawing/2014/main" id="{56A3F668-BBF8-6BC3-E09A-4AFC75772095}"/>
                </a:ext>
              </a:extLst>
            </p:cNvPr>
            <p:cNvCxnSpPr>
              <a:cxnSpLocks/>
            </p:cNvCxnSpPr>
            <p:nvPr/>
          </p:nvCxnSpPr>
          <p:spPr>
            <a:xfrm>
              <a:off x="2599410" y="2238504"/>
              <a:ext cx="6270" cy="684109"/>
            </a:xfrm>
            <a:prstGeom prst="line">
              <a:avLst/>
            </a:prstGeom>
            <a:ln w="12700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5" name="文本框 44">
                  <a:extLst>
                    <a:ext uri="{FF2B5EF4-FFF2-40B4-BE49-F238E27FC236}">
                      <a16:creationId xmlns:a16="http://schemas.microsoft.com/office/drawing/2014/main" id="{AF81E40A-8E2D-B70A-0547-C8615829AC54}"/>
                    </a:ext>
                  </a:extLst>
                </p:cNvPr>
                <p:cNvSpPr txBox="1"/>
                <p:nvPr/>
              </p:nvSpPr>
              <p:spPr>
                <a:xfrm>
                  <a:off x="2854195" y="2436203"/>
                  <a:ext cx="292068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0" i="1" smtClean="0">
                            <a:latin typeface="Cambria Math" panose="02040503050406030204" pitchFamily="18" charset="0"/>
                          </a:rPr>
                          <m:t>?</m:t>
                        </m:r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 xmlns="">
            <p:sp>
              <p:nvSpPr>
                <p:cNvPr id="45" name="文本框 44">
                  <a:extLst>
                    <a:ext uri="{FF2B5EF4-FFF2-40B4-BE49-F238E27FC236}">
                      <a16:creationId xmlns:a16="http://schemas.microsoft.com/office/drawing/2014/main" id="{AF81E40A-8E2D-B70A-0547-C8615829AC5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854195" y="2436203"/>
                  <a:ext cx="292068" cy="276999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6" name="左大括号 45">
              <a:extLst>
                <a:ext uri="{FF2B5EF4-FFF2-40B4-BE49-F238E27FC236}">
                  <a16:creationId xmlns:a16="http://schemas.microsoft.com/office/drawing/2014/main" id="{15B88D56-808C-EBC9-0FB5-CA67D058E729}"/>
                </a:ext>
              </a:extLst>
            </p:cNvPr>
            <p:cNvSpPr/>
            <p:nvPr/>
          </p:nvSpPr>
          <p:spPr>
            <a:xfrm>
              <a:off x="3403858" y="846149"/>
              <a:ext cx="340406" cy="3445840"/>
            </a:xfrm>
            <a:prstGeom prst="leftBrace">
              <a:avLst>
                <a:gd name="adj1" fmla="val 63363"/>
                <a:gd name="adj2" fmla="val 50000"/>
              </a:avLst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47" name="组合 46">
            <a:extLst>
              <a:ext uri="{FF2B5EF4-FFF2-40B4-BE49-F238E27FC236}">
                <a16:creationId xmlns:a16="http://schemas.microsoft.com/office/drawing/2014/main" id="{6CCF926B-80D8-7FFC-D211-FFEEDA07FB95}"/>
              </a:ext>
            </a:extLst>
          </p:cNvPr>
          <p:cNvGrpSpPr/>
          <p:nvPr/>
        </p:nvGrpSpPr>
        <p:grpSpPr>
          <a:xfrm>
            <a:off x="4445723" y="1329879"/>
            <a:ext cx="1920807" cy="317131"/>
            <a:chOff x="2968850" y="3499219"/>
            <a:chExt cx="329975" cy="317131"/>
          </a:xfrm>
        </p:grpSpPr>
        <p:sp>
          <p:nvSpPr>
            <p:cNvPr id="48" name="矩形: 圆角 47">
              <a:extLst>
                <a:ext uri="{FF2B5EF4-FFF2-40B4-BE49-F238E27FC236}">
                  <a16:creationId xmlns:a16="http://schemas.microsoft.com/office/drawing/2014/main" id="{D48A5120-43F4-380F-60FF-A534E81B793E}"/>
                </a:ext>
              </a:extLst>
            </p:cNvPr>
            <p:cNvSpPr/>
            <p:nvPr/>
          </p:nvSpPr>
          <p:spPr>
            <a:xfrm>
              <a:off x="2968850" y="3499219"/>
              <a:ext cx="329975" cy="317131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68" name="文本框 67">
                  <a:extLst>
                    <a:ext uri="{FF2B5EF4-FFF2-40B4-BE49-F238E27FC236}">
                      <a16:creationId xmlns:a16="http://schemas.microsoft.com/office/drawing/2014/main" id="{533DA24C-C9AA-B225-589F-9B1726D42961}"/>
                    </a:ext>
                  </a:extLst>
                </p:cNvPr>
                <p:cNvSpPr txBox="1"/>
                <p:nvPr/>
              </p:nvSpPr>
              <p:spPr>
                <a:xfrm>
                  <a:off x="3095729" y="3518785"/>
                  <a:ext cx="94147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CN" sz="1200" b="0" i="1" smtClean="0">
                            <a:latin typeface="Cambria Math" panose="02040503050406030204" pitchFamily="18" charset="0"/>
                          </a:rPr>
                          <m:t>−4</m:t>
                        </m:r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>
            <p:sp>
              <p:nvSpPr>
                <p:cNvPr id="68" name="文本框 67">
                  <a:extLst>
                    <a:ext uri="{FF2B5EF4-FFF2-40B4-BE49-F238E27FC236}">
                      <a16:creationId xmlns:a16="http://schemas.microsoft.com/office/drawing/2014/main" id="{533DA24C-C9AA-B225-589F-9B1726D4296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095729" y="3518785"/>
                  <a:ext cx="94147" cy="276999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72" name="直接连接符 71">
            <a:extLst>
              <a:ext uri="{FF2B5EF4-FFF2-40B4-BE49-F238E27FC236}">
                <a16:creationId xmlns:a16="http://schemas.microsoft.com/office/drawing/2014/main" id="{C7AD4927-AE17-792E-8821-7E62BCF1C65A}"/>
              </a:ext>
            </a:extLst>
          </p:cNvPr>
          <p:cNvCxnSpPr>
            <a:cxnSpLocks/>
          </p:cNvCxnSpPr>
          <p:nvPr/>
        </p:nvCxnSpPr>
        <p:spPr>
          <a:xfrm>
            <a:off x="6666890" y="566341"/>
            <a:ext cx="0" cy="505139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直接连接符 73">
            <a:extLst>
              <a:ext uri="{FF2B5EF4-FFF2-40B4-BE49-F238E27FC236}">
                <a16:creationId xmlns:a16="http://schemas.microsoft.com/office/drawing/2014/main" id="{42D0C95A-1543-A96B-13F8-DBE76CC74A19}"/>
              </a:ext>
            </a:extLst>
          </p:cNvPr>
          <p:cNvCxnSpPr>
            <a:cxnSpLocks/>
          </p:cNvCxnSpPr>
          <p:nvPr/>
        </p:nvCxnSpPr>
        <p:spPr>
          <a:xfrm>
            <a:off x="6438304" y="1230451"/>
            <a:ext cx="0" cy="505139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7" name="组合 96">
            <a:extLst>
              <a:ext uri="{FF2B5EF4-FFF2-40B4-BE49-F238E27FC236}">
                <a16:creationId xmlns:a16="http://schemas.microsoft.com/office/drawing/2014/main" id="{469EA6FC-B825-01D9-DF49-3C032A9B5B03}"/>
              </a:ext>
            </a:extLst>
          </p:cNvPr>
          <p:cNvGrpSpPr/>
          <p:nvPr/>
        </p:nvGrpSpPr>
        <p:grpSpPr>
          <a:xfrm>
            <a:off x="4445723" y="1790721"/>
            <a:ext cx="2748557" cy="505139"/>
            <a:chOff x="4162368" y="1660480"/>
            <a:chExt cx="2748557" cy="505139"/>
          </a:xfrm>
        </p:grpSpPr>
        <p:grpSp>
          <p:nvGrpSpPr>
            <p:cNvPr id="21" name="组合 20">
              <a:extLst>
                <a:ext uri="{FF2B5EF4-FFF2-40B4-BE49-F238E27FC236}">
                  <a16:creationId xmlns:a16="http://schemas.microsoft.com/office/drawing/2014/main" id="{1B98E04F-099F-BD19-C999-14CB20AAAD1C}"/>
                </a:ext>
              </a:extLst>
            </p:cNvPr>
            <p:cNvGrpSpPr/>
            <p:nvPr/>
          </p:nvGrpSpPr>
          <p:grpSpPr>
            <a:xfrm>
              <a:off x="5769525" y="1759522"/>
              <a:ext cx="1141400" cy="293017"/>
              <a:chOff x="2920186" y="3499219"/>
              <a:chExt cx="427304" cy="317131"/>
            </a:xfrm>
          </p:grpSpPr>
          <p:sp>
            <p:nvSpPr>
              <p:cNvPr id="23" name="矩形: 圆角 22">
                <a:extLst>
                  <a:ext uri="{FF2B5EF4-FFF2-40B4-BE49-F238E27FC236}">
                    <a16:creationId xmlns:a16="http://schemas.microsoft.com/office/drawing/2014/main" id="{96D3510D-9E0E-3DB0-FBFF-5C0CAA77D4D1}"/>
                  </a:ext>
                </a:extLst>
              </p:cNvPr>
              <p:cNvSpPr/>
              <p:nvPr/>
            </p:nvSpPr>
            <p:spPr>
              <a:xfrm>
                <a:off x="2968850" y="3499219"/>
                <a:ext cx="329975" cy="317131"/>
              </a:xfrm>
              <a:prstGeom prst="roundRect">
                <a:avLst/>
              </a:prstGeom>
              <a:noFill/>
              <a:ln>
                <a:solidFill>
                  <a:schemeClr val="accent2"/>
                </a:solidFill>
                <a:prstDash val="solid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400" b="1" dirty="0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4" name="文本框 23">
                    <a:extLst>
                      <a:ext uri="{FF2B5EF4-FFF2-40B4-BE49-F238E27FC236}">
                        <a16:creationId xmlns:a16="http://schemas.microsoft.com/office/drawing/2014/main" id="{54273500-8F07-0A0F-DEB8-0E85442E9AD2}"/>
                      </a:ext>
                    </a:extLst>
                  </p:cNvPr>
                  <p:cNvSpPr txBox="1"/>
                  <p:nvPr/>
                </p:nvSpPr>
                <p:spPr>
                  <a:xfrm>
                    <a:off x="2920185" y="3519284"/>
                    <a:ext cx="427304" cy="276999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  <m:t>9</m:t>
                          </m:r>
                        </m:oMath>
                      </m:oMathPara>
                    </a14:m>
                    <a:endParaRPr lang="zh-CN" altLang="en-US" sz="1200" dirty="0"/>
                  </a:p>
                </p:txBody>
              </p:sp>
            </mc:Choice>
            <mc:Fallback xmlns="">
              <p:sp>
                <p:nvSpPr>
                  <p:cNvPr id="24" name="文本框 23">
                    <a:extLst>
                      <a:ext uri="{FF2B5EF4-FFF2-40B4-BE49-F238E27FC236}">
                        <a16:creationId xmlns:a16="http://schemas.microsoft.com/office/drawing/2014/main" id="{54273500-8F07-0A0F-DEB8-0E85442E9AD2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920185" y="3519284"/>
                    <a:ext cx="427304" cy="276999"/>
                  </a:xfrm>
                  <a:prstGeom prst="rect">
                    <a:avLst/>
                  </a:prstGeom>
                  <a:blipFill>
                    <a:blip r:embed="rId8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69" name="组合 68">
              <a:extLst>
                <a:ext uri="{FF2B5EF4-FFF2-40B4-BE49-F238E27FC236}">
                  <a16:creationId xmlns:a16="http://schemas.microsoft.com/office/drawing/2014/main" id="{38CB1070-0A94-AA9B-4944-DD4B4E679A2A}"/>
                </a:ext>
              </a:extLst>
            </p:cNvPr>
            <p:cNvGrpSpPr/>
            <p:nvPr/>
          </p:nvGrpSpPr>
          <p:grpSpPr>
            <a:xfrm>
              <a:off x="4162368" y="1754486"/>
              <a:ext cx="1657611" cy="317131"/>
              <a:chOff x="2968850" y="3499219"/>
              <a:chExt cx="329975" cy="317131"/>
            </a:xfrm>
          </p:grpSpPr>
          <p:sp>
            <p:nvSpPr>
              <p:cNvPr id="70" name="矩形: 圆角 69">
                <a:extLst>
                  <a:ext uri="{FF2B5EF4-FFF2-40B4-BE49-F238E27FC236}">
                    <a16:creationId xmlns:a16="http://schemas.microsoft.com/office/drawing/2014/main" id="{7A73AC80-0850-E3CE-7138-D0D581E1951C}"/>
                  </a:ext>
                </a:extLst>
              </p:cNvPr>
              <p:cNvSpPr/>
              <p:nvPr/>
            </p:nvSpPr>
            <p:spPr>
              <a:xfrm>
                <a:off x="2968850" y="3499219"/>
                <a:ext cx="329975" cy="317131"/>
              </a:xfrm>
              <a:prstGeom prst="roundRect">
                <a:avLst/>
              </a:prstGeom>
              <a:noFill/>
              <a:ln>
                <a:prstDash val="solid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400" b="1" dirty="0"/>
              </a:p>
            </p:txBody>
          </p:sp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71" name="文本框 70">
                    <a:extLst>
                      <a:ext uri="{FF2B5EF4-FFF2-40B4-BE49-F238E27FC236}">
                        <a16:creationId xmlns:a16="http://schemas.microsoft.com/office/drawing/2014/main" id="{CA3DAC13-3379-158F-5732-53B75977B461}"/>
                      </a:ext>
                    </a:extLst>
                  </p:cNvPr>
                  <p:cNvSpPr txBox="1"/>
                  <p:nvPr/>
                </p:nvSpPr>
                <p:spPr>
                  <a:xfrm>
                    <a:off x="3084469" y="3526340"/>
                    <a:ext cx="109095" cy="276999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  <m:t>−9</m:t>
                          </m:r>
                        </m:oMath>
                      </m:oMathPara>
                    </a14:m>
                    <a:endParaRPr lang="zh-CN" altLang="en-US" sz="1200" dirty="0"/>
                  </a:p>
                </p:txBody>
              </p:sp>
            </mc:Choice>
            <mc:Fallback>
              <p:sp>
                <p:nvSpPr>
                  <p:cNvPr id="71" name="文本框 70">
                    <a:extLst>
                      <a:ext uri="{FF2B5EF4-FFF2-40B4-BE49-F238E27FC236}">
                        <a16:creationId xmlns:a16="http://schemas.microsoft.com/office/drawing/2014/main" id="{CA3DAC13-3379-158F-5732-53B75977B461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084469" y="3526340"/>
                    <a:ext cx="109095" cy="276999"/>
                  </a:xfrm>
                  <a:prstGeom prst="rect">
                    <a:avLst/>
                  </a:prstGeom>
                  <a:blipFill>
                    <a:blip r:embed="rId9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cxnSp>
          <p:nvCxnSpPr>
            <p:cNvPr id="75" name="直接连接符 74">
              <a:extLst>
                <a:ext uri="{FF2B5EF4-FFF2-40B4-BE49-F238E27FC236}">
                  <a16:creationId xmlns:a16="http://schemas.microsoft.com/office/drawing/2014/main" id="{DE6EDB9A-8BBD-291B-EF9D-101B4BEC8A37}"/>
                </a:ext>
              </a:extLst>
            </p:cNvPr>
            <p:cNvCxnSpPr>
              <a:cxnSpLocks/>
            </p:cNvCxnSpPr>
            <p:nvPr/>
          </p:nvCxnSpPr>
          <p:spPr>
            <a:xfrm>
              <a:off x="5859674" y="1660480"/>
              <a:ext cx="0" cy="505139"/>
            </a:xfrm>
            <a:prstGeom prst="line">
              <a:avLst/>
            </a:prstGeom>
            <a:ln w="12700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83" name="文本框 82">
                <a:extLst>
                  <a:ext uri="{FF2B5EF4-FFF2-40B4-BE49-F238E27FC236}">
                    <a16:creationId xmlns:a16="http://schemas.microsoft.com/office/drawing/2014/main" id="{673258E9-2EC4-0B16-4545-D1C05EA40965}"/>
                  </a:ext>
                </a:extLst>
              </p:cNvPr>
              <p:cNvSpPr txBox="1"/>
              <p:nvPr/>
            </p:nvSpPr>
            <p:spPr>
              <a:xfrm>
                <a:off x="5508501" y="2767633"/>
                <a:ext cx="369012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400" b="0" i="1" smtClean="0">
                          <a:latin typeface="Cambria Math" panose="02040503050406030204" pitchFamily="18" charset="0"/>
                        </a:rPr>
                        <m:t>…</m:t>
                      </m:r>
                    </m:oMath>
                  </m:oMathPara>
                </a14:m>
                <a:endParaRPr lang="zh-CN" altLang="en-US" sz="1400" dirty="0"/>
              </a:p>
            </p:txBody>
          </p:sp>
        </mc:Choice>
        <mc:Fallback>
          <p:sp>
            <p:nvSpPr>
              <p:cNvPr id="83" name="文本框 82">
                <a:extLst>
                  <a:ext uri="{FF2B5EF4-FFF2-40B4-BE49-F238E27FC236}">
                    <a16:creationId xmlns:a16="http://schemas.microsoft.com/office/drawing/2014/main" id="{673258E9-2EC4-0B16-4545-D1C05EA4096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08501" y="2767633"/>
                <a:ext cx="369012" cy="307777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89" name="组合 88">
            <a:extLst>
              <a:ext uri="{FF2B5EF4-FFF2-40B4-BE49-F238E27FC236}">
                <a16:creationId xmlns:a16="http://schemas.microsoft.com/office/drawing/2014/main" id="{AB068BE5-45AC-DAF9-A9E3-55EC43FF891C}"/>
              </a:ext>
            </a:extLst>
          </p:cNvPr>
          <p:cNvGrpSpPr/>
          <p:nvPr/>
        </p:nvGrpSpPr>
        <p:grpSpPr>
          <a:xfrm>
            <a:off x="4141436" y="3150540"/>
            <a:ext cx="3145908" cy="802219"/>
            <a:chOff x="3702051" y="2381197"/>
            <a:chExt cx="3145908" cy="802219"/>
          </a:xfrm>
        </p:grpSpPr>
        <p:grpSp>
          <p:nvGrpSpPr>
            <p:cNvPr id="79" name="组合 78">
              <a:extLst>
                <a:ext uri="{FF2B5EF4-FFF2-40B4-BE49-F238E27FC236}">
                  <a16:creationId xmlns:a16="http://schemas.microsoft.com/office/drawing/2014/main" id="{E64831CC-948A-B319-3D4D-79F8EB7246F3}"/>
                </a:ext>
              </a:extLst>
            </p:cNvPr>
            <p:cNvGrpSpPr/>
            <p:nvPr/>
          </p:nvGrpSpPr>
          <p:grpSpPr>
            <a:xfrm>
              <a:off x="4012950" y="2518516"/>
              <a:ext cx="2618559" cy="317131"/>
              <a:chOff x="2994405" y="3499219"/>
              <a:chExt cx="295777" cy="317131"/>
            </a:xfrm>
          </p:grpSpPr>
          <p:sp>
            <p:nvSpPr>
              <p:cNvPr id="80" name="矩形: 圆角 79">
                <a:extLst>
                  <a:ext uri="{FF2B5EF4-FFF2-40B4-BE49-F238E27FC236}">
                    <a16:creationId xmlns:a16="http://schemas.microsoft.com/office/drawing/2014/main" id="{E7A63A6E-213B-358B-504C-12995A509D1F}"/>
                  </a:ext>
                </a:extLst>
              </p:cNvPr>
              <p:cNvSpPr/>
              <p:nvPr/>
            </p:nvSpPr>
            <p:spPr>
              <a:xfrm>
                <a:off x="2994405" y="3499219"/>
                <a:ext cx="295777" cy="317131"/>
              </a:xfrm>
              <a:prstGeom prst="roundRect">
                <a:avLst/>
              </a:prstGeom>
              <a:noFill/>
              <a:ln>
                <a:solidFill>
                  <a:schemeClr val="accent2"/>
                </a:solidFill>
                <a:prstDash val="solid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400" b="1" dirty="0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81" name="文本框 80">
                    <a:extLst>
                      <a:ext uri="{FF2B5EF4-FFF2-40B4-BE49-F238E27FC236}">
                        <a16:creationId xmlns:a16="http://schemas.microsoft.com/office/drawing/2014/main" id="{5022DB97-B4E5-4D9B-69CF-7DC4D10B37C2}"/>
                      </a:ext>
                    </a:extLst>
                  </p:cNvPr>
                  <p:cNvSpPr txBox="1"/>
                  <p:nvPr/>
                </p:nvSpPr>
                <p:spPr>
                  <a:xfrm>
                    <a:off x="3115875" y="3519284"/>
                    <a:ext cx="29043" cy="276999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oMath>
                      </m:oMathPara>
                    </a14:m>
                    <a:endParaRPr lang="zh-CN" altLang="en-US" sz="1200" dirty="0"/>
                  </a:p>
                </p:txBody>
              </p:sp>
            </mc:Choice>
            <mc:Fallback xmlns="">
              <p:sp>
                <p:nvSpPr>
                  <p:cNvPr id="81" name="文本框 80">
                    <a:extLst>
                      <a:ext uri="{FF2B5EF4-FFF2-40B4-BE49-F238E27FC236}">
                        <a16:creationId xmlns:a16="http://schemas.microsoft.com/office/drawing/2014/main" id="{5022DB97-B4E5-4D9B-69CF-7DC4D10B37C2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115875" y="3519284"/>
                    <a:ext cx="29043" cy="276999"/>
                  </a:xfrm>
                  <a:prstGeom prst="rect">
                    <a:avLst/>
                  </a:prstGeom>
                  <a:blipFill>
                    <a:blip r:embed="rId11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4" name="文本框 83">
                  <a:extLst>
                    <a:ext uri="{FF2B5EF4-FFF2-40B4-BE49-F238E27FC236}">
                      <a16:creationId xmlns:a16="http://schemas.microsoft.com/office/drawing/2014/main" id="{5B98383F-684A-E5E7-A9BB-6BE53CE31302}"/>
                    </a:ext>
                  </a:extLst>
                </p:cNvPr>
                <p:cNvSpPr txBox="1"/>
                <p:nvPr/>
              </p:nvSpPr>
              <p:spPr>
                <a:xfrm>
                  <a:off x="4291036" y="2906417"/>
                  <a:ext cx="2108832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a:rPr lang="zh-CN" altLang="en-US" sz="1200" i="1">
                          <a:latin typeface="Cambria Math" panose="02040503050406030204" pitchFamily="18" charset="0"/>
                        </a:rPr>
                        <m:t>当</m:t>
                      </m:r>
                      <m:r>
                        <a:rPr lang="en-US" altLang="zh-CN" sz="1200" i="1" dirty="0" smtClean="0">
                          <a:latin typeface="Cambria Math" panose="02040503050406030204" pitchFamily="18" charset="0"/>
                        </a:rPr>
                        <m:t>𝑖</m:t>
                      </m:r>
                    </m:oMath>
                  </a14:m>
                  <a:r>
                    <a:rPr lang="zh-CN" altLang="en-US" sz="1200" dirty="0"/>
                    <a:t>本身就是完全平方数时</a:t>
                  </a:r>
                </a:p>
              </p:txBody>
            </p:sp>
          </mc:Choice>
          <mc:Fallback xmlns="">
            <p:sp>
              <p:nvSpPr>
                <p:cNvPr id="84" name="文本框 83">
                  <a:extLst>
                    <a:ext uri="{FF2B5EF4-FFF2-40B4-BE49-F238E27FC236}">
                      <a16:creationId xmlns:a16="http://schemas.microsoft.com/office/drawing/2014/main" id="{5B98383F-684A-E5E7-A9BB-6BE53CE3130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291036" y="2906417"/>
                  <a:ext cx="2108832" cy="276999"/>
                </a:xfrm>
                <a:prstGeom prst="rect">
                  <a:avLst/>
                </a:prstGeom>
                <a:blipFill>
                  <a:blip r:embed="rId12"/>
                  <a:stretch>
                    <a:fillRect t="-2222" b="-17778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85" name="矩形 84">
              <a:extLst>
                <a:ext uri="{FF2B5EF4-FFF2-40B4-BE49-F238E27FC236}">
                  <a16:creationId xmlns:a16="http://schemas.microsoft.com/office/drawing/2014/main" id="{EE456909-63EB-FADB-42BE-C936A1BF7F0C}"/>
                </a:ext>
              </a:extLst>
            </p:cNvPr>
            <p:cNvSpPr/>
            <p:nvPr/>
          </p:nvSpPr>
          <p:spPr>
            <a:xfrm>
              <a:off x="3702051" y="2381197"/>
              <a:ext cx="3145908" cy="784155"/>
            </a:xfrm>
            <a:prstGeom prst="rect">
              <a:avLst/>
            </a:prstGeom>
            <a:noFill/>
            <a:ln>
              <a:solidFill>
                <a:srgbClr val="FF0000"/>
              </a:solidFill>
              <a:prstDash val="dash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7" name="矩形: 圆角 86">
              <a:extLst>
                <a:ext uri="{FF2B5EF4-FFF2-40B4-BE49-F238E27FC236}">
                  <a16:creationId xmlns:a16="http://schemas.microsoft.com/office/drawing/2014/main" id="{6A3C5346-69C9-4EF0-EAAC-170BC66E593F}"/>
                </a:ext>
              </a:extLst>
            </p:cNvPr>
            <p:cNvSpPr/>
            <p:nvPr/>
          </p:nvSpPr>
          <p:spPr>
            <a:xfrm>
              <a:off x="3779103" y="2518516"/>
              <a:ext cx="134815" cy="317131"/>
            </a:xfrm>
            <a:prstGeom prst="roundRect">
              <a:avLst/>
            </a:prstGeom>
            <a:noFill/>
            <a:ln>
              <a:prstDash val="sysDot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400" b="1" dirty="0">
                  <a:solidFill>
                    <a:schemeClr val="tx1"/>
                  </a:solidFill>
                </a:rPr>
                <a:t>0</a:t>
              </a:r>
              <a:endParaRPr lang="zh-CN" altLang="en-US" sz="1400" b="1" dirty="0">
                <a:solidFill>
                  <a:schemeClr val="tx1"/>
                </a:solidFill>
              </a:endParaRPr>
            </a:p>
          </p:txBody>
        </p:sp>
        <p:cxnSp>
          <p:nvCxnSpPr>
            <p:cNvPr id="88" name="直接连接符 87">
              <a:extLst>
                <a:ext uri="{FF2B5EF4-FFF2-40B4-BE49-F238E27FC236}">
                  <a16:creationId xmlns:a16="http://schemas.microsoft.com/office/drawing/2014/main" id="{E0EDFCB2-8209-CD8A-C261-E896E1306380}"/>
                </a:ext>
              </a:extLst>
            </p:cNvPr>
            <p:cNvCxnSpPr>
              <a:cxnSpLocks/>
            </p:cNvCxnSpPr>
            <p:nvPr/>
          </p:nvCxnSpPr>
          <p:spPr>
            <a:xfrm>
              <a:off x="3960820" y="2472240"/>
              <a:ext cx="0" cy="505139"/>
            </a:xfrm>
            <a:prstGeom prst="line">
              <a:avLst/>
            </a:prstGeom>
            <a:ln w="12700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25" name="组合 124">
            <a:extLst>
              <a:ext uri="{FF2B5EF4-FFF2-40B4-BE49-F238E27FC236}">
                <a16:creationId xmlns:a16="http://schemas.microsoft.com/office/drawing/2014/main" id="{CBFF7F27-36ED-E0F6-D0A2-56130ACFD7AC}"/>
              </a:ext>
            </a:extLst>
          </p:cNvPr>
          <p:cNvGrpSpPr/>
          <p:nvPr/>
        </p:nvGrpSpPr>
        <p:grpSpPr>
          <a:xfrm>
            <a:off x="4445720" y="2400920"/>
            <a:ext cx="2618565" cy="505139"/>
            <a:chOff x="4162365" y="1688710"/>
            <a:chExt cx="2618565" cy="505139"/>
          </a:xfrm>
        </p:grpSpPr>
        <p:grpSp>
          <p:nvGrpSpPr>
            <p:cNvPr id="126" name="组合 125">
              <a:extLst>
                <a:ext uri="{FF2B5EF4-FFF2-40B4-BE49-F238E27FC236}">
                  <a16:creationId xmlns:a16="http://schemas.microsoft.com/office/drawing/2014/main" id="{E261F202-2AB6-55F6-038D-01D1FE20B2FC}"/>
                </a:ext>
              </a:extLst>
            </p:cNvPr>
            <p:cNvGrpSpPr/>
            <p:nvPr/>
          </p:nvGrpSpPr>
          <p:grpSpPr>
            <a:xfrm>
              <a:off x="5594158" y="1759522"/>
              <a:ext cx="1186772" cy="293017"/>
              <a:chOff x="2854535" y="3499219"/>
              <a:chExt cx="444290" cy="317131"/>
            </a:xfrm>
          </p:grpSpPr>
          <p:sp>
            <p:nvSpPr>
              <p:cNvPr id="131" name="矩形: 圆角 130">
                <a:extLst>
                  <a:ext uri="{FF2B5EF4-FFF2-40B4-BE49-F238E27FC236}">
                    <a16:creationId xmlns:a16="http://schemas.microsoft.com/office/drawing/2014/main" id="{162D3093-6183-6F6F-2FC3-CAF9E28282CB}"/>
                  </a:ext>
                </a:extLst>
              </p:cNvPr>
              <p:cNvSpPr/>
              <p:nvPr/>
            </p:nvSpPr>
            <p:spPr>
              <a:xfrm>
                <a:off x="2854535" y="3499219"/>
                <a:ext cx="444290" cy="317131"/>
              </a:xfrm>
              <a:prstGeom prst="roundRect">
                <a:avLst/>
              </a:prstGeom>
              <a:noFill/>
              <a:ln>
                <a:solidFill>
                  <a:schemeClr val="accent2"/>
                </a:solidFill>
                <a:prstDash val="solid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400" b="1" dirty="0"/>
              </a:p>
            </p:txBody>
          </p:sp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132" name="文本框 131">
                    <a:extLst>
                      <a:ext uri="{FF2B5EF4-FFF2-40B4-BE49-F238E27FC236}">
                        <a16:creationId xmlns:a16="http://schemas.microsoft.com/office/drawing/2014/main" id="{5E10233E-44BC-EE8E-2AC5-33EA141C162E}"/>
                      </a:ext>
                    </a:extLst>
                  </p:cNvPr>
                  <p:cNvSpPr txBox="1"/>
                  <p:nvPr/>
                </p:nvSpPr>
                <p:spPr>
                  <a:xfrm>
                    <a:off x="2863028" y="3508035"/>
                    <a:ext cx="427304" cy="299794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  <m:t>16</m:t>
                          </m:r>
                        </m:oMath>
                      </m:oMathPara>
                    </a14:m>
                    <a:endParaRPr lang="zh-CN" altLang="en-US" sz="1200" dirty="0"/>
                  </a:p>
                </p:txBody>
              </p:sp>
            </mc:Choice>
            <mc:Fallback>
              <p:sp>
                <p:nvSpPr>
                  <p:cNvPr id="132" name="文本框 131">
                    <a:extLst>
                      <a:ext uri="{FF2B5EF4-FFF2-40B4-BE49-F238E27FC236}">
                        <a16:creationId xmlns:a16="http://schemas.microsoft.com/office/drawing/2014/main" id="{5E10233E-44BC-EE8E-2AC5-33EA141C162E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863028" y="3508035"/>
                    <a:ext cx="427304" cy="299794"/>
                  </a:xfrm>
                  <a:prstGeom prst="rect">
                    <a:avLst/>
                  </a:prstGeom>
                  <a:blipFill>
                    <a:blip r:embed="rId13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127" name="组合 126">
              <a:extLst>
                <a:ext uri="{FF2B5EF4-FFF2-40B4-BE49-F238E27FC236}">
                  <a16:creationId xmlns:a16="http://schemas.microsoft.com/office/drawing/2014/main" id="{CFF41582-1B79-E287-852F-F7BD0F0518E3}"/>
                </a:ext>
              </a:extLst>
            </p:cNvPr>
            <p:cNvGrpSpPr/>
            <p:nvPr/>
          </p:nvGrpSpPr>
          <p:grpSpPr>
            <a:xfrm>
              <a:off x="4162365" y="1754486"/>
              <a:ext cx="1130973" cy="317131"/>
              <a:chOff x="2968850" y="3499219"/>
              <a:chExt cx="225139" cy="317131"/>
            </a:xfrm>
          </p:grpSpPr>
          <p:sp>
            <p:nvSpPr>
              <p:cNvPr id="129" name="矩形: 圆角 128">
                <a:extLst>
                  <a:ext uri="{FF2B5EF4-FFF2-40B4-BE49-F238E27FC236}">
                    <a16:creationId xmlns:a16="http://schemas.microsoft.com/office/drawing/2014/main" id="{8E7579A6-47D0-8AFE-02B0-177C74E6CAE9}"/>
                  </a:ext>
                </a:extLst>
              </p:cNvPr>
              <p:cNvSpPr/>
              <p:nvPr/>
            </p:nvSpPr>
            <p:spPr>
              <a:xfrm>
                <a:off x="2968850" y="3499219"/>
                <a:ext cx="225139" cy="317131"/>
              </a:xfrm>
              <a:prstGeom prst="roundRect">
                <a:avLst/>
              </a:prstGeom>
              <a:noFill/>
              <a:ln>
                <a:prstDash val="solid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400" b="1" dirty="0"/>
              </a:p>
            </p:txBody>
          </p:sp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130" name="文本框 129">
                    <a:extLst>
                      <a:ext uri="{FF2B5EF4-FFF2-40B4-BE49-F238E27FC236}">
                        <a16:creationId xmlns:a16="http://schemas.microsoft.com/office/drawing/2014/main" id="{C8DFB045-5594-298F-FE64-4C44F59E63C9}"/>
                      </a:ext>
                    </a:extLst>
                  </p:cNvPr>
                  <p:cNvSpPr txBox="1"/>
                  <p:nvPr/>
                </p:nvSpPr>
                <p:spPr>
                  <a:xfrm>
                    <a:off x="3028056" y="3512400"/>
                    <a:ext cx="126008" cy="276999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  <m:t>−16</m:t>
                          </m:r>
                        </m:oMath>
                      </m:oMathPara>
                    </a14:m>
                    <a:endParaRPr lang="zh-CN" altLang="en-US" sz="1200" dirty="0"/>
                  </a:p>
                </p:txBody>
              </p:sp>
            </mc:Choice>
            <mc:Fallback>
              <p:sp>
                <p:nvSpPr>
                  <p:cNvPr id="130" name="文本框 129">
                    <a:extLst>
                      <a:ext uri="{FF2B5EF4-FFF2-40B4-BE49-F238E27FC236}">
                        <a16:creationId xmlns:a16="http://schemas.microsoft.com/office/drawing/2014/main" id="{C8DFB045-5594-298F-FE64-4C44F59E63C9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028056" y="3512400"/>
                    <a:ext cx="126008" cy="276999"/>
                  </a:xfrm>
                  <a:prstGeom prst="rect">
                    <a:avLst/>
                  </a:prstGeom>
                  <a:blipFill>
                    <a:blip r:embed="rId14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cxnSp>
          <p:nvCxnSpPr>
            <p:cNvPr id="128" name="直接连接符 127">
              <a:extLst>
                <a:ext uri="{FF2B5EF4-FFF2-40B4-BE49-F238E27FC236}">
                  <a16:creationId xmlns:a16="http://schemas.microsoft.com/office/drawing/2014/main" id="{187BE848-3E14-4011-6F4B-A686E223991C}"/>
                </a:ext>
              </a:extLst>
            </p:cNvPr>
            <p:cNvCxnSpPr>
              <a:cxnSpLocks/>
            </p:cNvCxnSpPr>
            <p:nvPr/>
          </p:nvCxnSpPr>
          <p:spPr>
            <a:xfrm>
              <a:off x="5443749" y="1688710"/>
              <a:ext cx="0" cy="505139"/>
            </a:xfrm>
            <a:prstGeom prst="line">
              <a:avLst/>
            </a:prstGeom>
            <a:ln w="12700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8CE9C8F6-CA1C-3A64-636A-5849B1D7BB79}"/>
                  </a:ext>
                </a:extLst>
              </p:cNvPr>
              <p:cNvSpPr txBox="1"/>
              <p:nvPr/>
            </p:nvSpPr>
            <p:spPr>
              <a:xfrm>
                <a:off x="1782271" y="2667023"/>
                <a:ext cx="496996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b="0" i="1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altLang="zh-CN" sz="12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sz="1200" b="0" i="1" smtClean="0"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en-US" altLang="zh-CN" sz="12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sz="1200" dirty="0"/>
              </a:p>
            </p:txBody>
          </p:sp>
        </mc:Choice>
        <mc:Fallback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8CE9C8F6-CA1C-3A64-636A-5849B1D7BB7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82271" y="2667023"/>
                <a:ext cx="496996" cy="276999"/>
              </a:xfrm>
              <a:prstGeom prst="rect">
                <a:avLst/>
              </a:prstGeom>
              <a:blipFill>
                <a:blip r:embed="rId15"/>
                <a:stretch>
                  <a:fillRect b="-888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id="{9154A90D-DF46-85B9-A147-A77FE077F048}"/>
                  </a:ext>
                </a:extLst>
              </p:cNvPr>
              <p:cNvSpPr txBox="1"/>
              <p:nvPr/>
            </p:nvSpPr>
            <p:spPr>
              <a:xfrm>
                <a:off x="3679033" y="680569"/>
                <a:ext cx="765722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b="0" i="1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altLang="zh-CN" sz="12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sz="1200" b="0" i="1" smtClean="0"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en-US" altLang="zh-CN" sz="1200" b="0" i="1" smtClean="0">
                          <a:latin typeface="Cambria Math" panose="02040503050406030204" pitchFamily="18" charset="0"/>
                        </a:rPr>
                        <m:t>−1)</m:t>
                      </m:r>
                    </m:oMath>
                  </m:oMathPara>
                </a14:m>
                <a:endParaRPr lang="zh-CN" altLang="en-US" sz="1200" dirty="0"/>
              </a:p>
            </p:txBody>
          </p:sp>
        </mc:Choice>
        <mc:Fallback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id="{9154A90D-DF46-85B9-A147-A77FE077F04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79033" y="680569"/>
                <a:ext cx="765722" cy="276999"/>
              </a:xfrm>
              <a:prstGeom prst="rect">
                <a:avLst/>
              </a:prstGeom>
              <a:blipFill>
                <a:blip r:embed="rId16"/>
                <a:stretch>
                  <a:fillRect b="-888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3" name="文本框 12">
                <a:extLst>
                  <a:ext uri="{FF2B5EF4-FFF2-40B4-BE49-F238E27FC236}">
                    <a16:creationId xmlns:a16="http://schemas.microsoft.com/office/drawing/2014/main" id="{0B0584C8-3DC3-44BF-921B-D046B092FEBB}"/>
                  </a:ext>
                </a:extLst>
              </p:cNvPr>
              <p:cNvSpPr txBox="1"/>
              <p:nvPr/>
            </p:nvSpPr>
            <p:spPr>
              <a:xfrm>
                <a:off x="3679033" y="1362158"/>
                <a:ext cx="765722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b="0" i="1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altLang="zh-CN" sz="12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sz="1200" b="0" i="1" smtClean="0"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en-US" altLang="zh-CN" sz="1200" b="0" i="1" smtClean="0">
                          <a:latin typeface="Cambria Math" panose="02040503050406030204" pitchFamily="18" charset="0"/>
                        </a:rPr>
                        <m:t>−4)</m:t>
                      </m:r>
                    </m:oMath>
                  </m:oMathPara>
                </a14:m>
                <a:endParaRPr lang="zh-CN" altLang="en-US" sz="1200" dirty="0"/>
              </a:p>
            </p:txBody>
          </p:sp>
        </mc:Choice>
        <mc:Fallback>
          <p:sp>
            <p:nvSpPr>
              <p:cNvPr id="13" name="文本框 12">
                <a:extLst>
                  <a:ext uri="{FF2B5EF4-FFF2-40B4-BE49-F238E27FC236}">
                    <a16:creationId xmlns:a16="http://schemas.microsoft.com/office/drawing/2014/main" id="{0B0584C8-3DC3-44BF-921B-D046B092FEB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79033" y="1362158"/>
                <a:ext cx="765722" cy="276999"/>
              </a:xfrm>
              <a:prstGeom prst="rect">
                <a:avLst/>
              </a:prstGeom>
              <a:blipFill>
                <a:blip r:embed="rId17"/>
                <a:stretch>
                  <a:fillRect b="-652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4" name="文本框 13">
                <a:extLst>
                  <a:ext uri="{FF2B5EF4-FFF2-40B4-BE49-F238E27FC236}">
                    <a16:creationId xmlns:a16="http://schemas.microsoft.com/office/drawing/2014/main" id="{3E91F490-B543-EB7E-D886-1EF9BC2E7489}"/>
                  </a:ext>
                </a:extLst>
              </p:cNvPr>
              <p:cNvSpPr txBox="1"/>
              <p:nvPr/>
            </p:nvSpPr>
            <p:spPr>
              <a:xfrm>
                <a:off x="3670723" y="1884727"/>
                <a:ext cx="765722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b="0" i="1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altLang="zh-CN" sz="12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sz="1200" b="0" i="1" smtClean="0"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en-US" altLang="zh-CN" sz="1200" b="0" i="1" smtClean="0">
                          <a:latin typeface="Cambria Math" panose="02040503050406030204" pitchFamily="18" charset="0"/>
                        </a:rPr>
                        <m:t>−9)</m:t>
                      </m:r>
                    </m:oMath>
                  </m:oMathPara>
                </a14:m>
                <a:endParaRPr lang="zh-CN" altLang="en-US" sz="1200" dirty="0"/>
              </a:p>
            </p:txBody>
          </p:sp>
        </mc:Choice>
        <mc:Fallback>
          <p:sp>
            <p:nvSpPr>
              <p:cNvPr id="14" name="文本框 13">
                <a:extLst>
                  <a:ext uri="{FF2B5EF4-FFF2-40B4-BE49-F238E27FC236}">
                    <a16:creationId xmlns:a16="http://schemas.microsoft.com/office/drawing/2014/main" id="{3E91F490-B543-EB7E-D886-1EF9BC2E748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70723" y="1884727"/>
                <a:ext cx="765722" cy="276999"/>
              </a:xfrm>
              <a:prstGeom prst="rect">
                <a:avLst/>
              </a:prstGeom>
              <a:blipFill>
                <a:blip r:embed="rId18"/>
                <a:stretch>
                  <a:fillRect b="-652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5" name="文本框 14">
                <a:extLst>
                  <a:ext uri="{FF2B5EF4-FFF2-40B4-BE49-F238E27FC236}">
                    <a16:creationId xmlns:a16="http://schemas.microsoft.com/office/drawing/2014/main" id="{00BB6EA8-597F-65A4-138E-5E769709EB7B}"/>
                  </a:ext>
                </a:extLst>
              </p:cNvPr>
              <p:cNvSpPr txBox="1"/>
              <p:nvPr/>
            </p:nvSpPr>
            <p:spPr>
              <a:xfrm>
                <a:off x="3640676" y="2487750"/>
                <a:ext cx="850682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b="0" i="1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altLang="zh-CN" sz="12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sz="1200" b="0" i="1" smtClean="0"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en-US" altLang="zh-CN" sz="1200" b="0" i="1" smtClean="0">
                          <a:latin typeface="Cambria Math" panose="02040503050406030204" pitchFamily="18" charset="0"/>
                        </a:rPr>
                        <m:t>−16)</m:t>
                      </m:r>
                    </m:oMath>
                  </m:oMathPara>
                </a14:m>
                <a:endParaRPr lang="zh-CN" altLang="en-US" sz="1200" dirty="0"/>
              </a:p>
            </p:txBody>
          </p:sp>
        </mc:Choice>
        <mc:Fallback>
          <p:sp>
            <p:nvSpPr>
              <p:cNvPr id="15" name="文本框 14">
                <a:extLst>
                  <a:ext uri="{FF2B5EF4-FFF2-40B4-BE49-F238E27FC236}">
                    <a16:creationId xmlns:a16="http://schemas.microsoft.com/office/drawing/2014/main" id="{00BB6EA8-597F-65A4-138E-5E769709EB7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40676" y="2487750"/>
                <a:ext cx="850682" cy="276999"/>
              </a:xfrm>
              <a:prstGeom prst="rect">
                <a:avLst/>
              </a:prstGeom>
              <a:blipFill>
                <a:blip r:embed="rId19"/>
                <a:stretch>
                  <a:fillRect b="-652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6" name="文本框 15">
                <a:extLst>
                  <a:ext uri="{FF2B5EF4-FFF2-40B4-BE49-F238E27FC236}">
                    <a16:creationId xmlns:a16="http://schemas.microsoft.com/office/drawing/2014/main" id="{F9F31DB3-2144-7E92-6DB8-2222988919D9}"/>
                  </a:ext>
                </a:extLst>
              </p:cNvPr>
              <p:cNvSpPr txBox="1"/>
              <p:nvPr/>
            </p:nvSpPr>
            <p:spPr>
              <a:xfrm>
                <a:off x="3612445" y="3374872"/>
                <a:ext cx="528991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b="0" i="1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altLang="zh-CN" sz="1200" b="0" i="1" smtClean="0">
                          <a:latin typeface="Cambria Math" panose="02040503050406030204" pitchFamily="18" charset="0"/>
                        </a:rPr>
                        <m:t>(0)</m:t>
                      </m:r>
                    </m:oMath>
                  </m:oMathPara>
                </a14:m>
                <a:endParaRPr lang="zh-CN" altLang="en-US" sz="1200" dirty="0"/>
              </a:p>
            </p:txBody>
          </p:sp>
        </mc:Choice>
        <mc:Fallback>
          <p:sp>
            <p:nvSpPr>
              <p:cNvPr id="16" name="文本框 15">
                <a:extLst>
                  <a:ext uri="{FF2B5EF4-FFF2-40B4-BE49-F238E27FC236}">
                    <a16:creationId xmlns:a16="http://schemas.microsoft.com/office/drawing/2014/main" id="{F9F31DB3-2144-7E92-6DB8-2222988919D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12445" y="3374872"/>
                <a:ext cx="528991" cy="276999"/>
              </a:xfrm>
              <a:prstGeom prst="rect">
                <a:avLst/>
              </a:prstGeom>
              <a:blipFill>
                <a:blip r:embed="rId20"/>
                <a:stretch>
                  <a:fillRect b="-888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8509854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1785</TotalTime>
  <Words>222</Words>
  <Application>Microsoft Office PowerPoint</Application>
  <PresentationFormat>宽屏</PresentationFormat>
  <Paragraphs>125</Paragraphs>
  <Slides>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12" baseType="lpstr">
      <vt:lpstr>等线</vt:lpstr>
      <vt:lpstr>等线 Light</vt:lpstr>
      <vt:lpstr>Arial</vt:lpstr>
      <vt:lpstr>Calibri</vt:lpstr>
      <vt:lpstr>Cambria Math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昕 许</dc:creator>
  <cp:lastModifiedBy>昕 许</cp:lastModifiedBy>
  <cp:revision>8</cp:revision>
  <dcterms:created xsi:type="dcterms:W3CDTF">2025-04-14T10:26:00Z</dcterms:created>
  <dcterms:modified xsi:type="dcterms:W3CDTF">2026-04-08T09:25:17Z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C8A80F63587440BF9DD05ED80C96F806_12</vt:lpwstr>
  </property>
  <property fmtid="{D5CDD505-2E9C-101B-9397-08002B2CF9AE}" pid="3" name="KSOProductBuildVer">
    <vt:lpwstr>2052-12.1.0.20784</vt:lpwstr>
  </property>
</Properties>
</file>