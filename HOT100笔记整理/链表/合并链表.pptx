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9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93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63.xml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3894455" y="2093595"/>
            <a:ext cx="655955" cy="598170"/>
          </a:xfrm>
          <a:prstGeom prst="rect">
            <a:avLst/>
          </a:prstGeom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3169285" y="2169795"/>
            <a:ext cx="7251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L1</a:t>
            </a:r>
            <a:endParaRPr lang="en-US" altLang="zh-CN" sz="2800"/>
          </a:p>
        </p:txBody>
      </p:sp>
      <p:sp>
        <p:nvSpPr>
          <p:cNvPr id="18" name="文本框 17"/>
          <p:cNvSpPr txBox="1"/>
          <p:nvPr/>
        </p:nvSpPr>
        <p:spPr>
          <a:xfrm>
            <a:off x="3169285" y="3482340"/>
            <a:ext cx="72517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/>
              <a:t>L2</a:t>
            </a:r>
            <a:endParaRPr lang="en-US" altLang="zh-CN" sz="2800"/>
          </a:p>
        </p:txBody>
      </p:sp>
      <p:sp>
        <p:nvSpPr>
          <p:cNvPr id="19" name="矩形 18"/>
          <p:cNvSpPr/>
          <p:nvPr/>
        </p:nvSpPr>
        <p:spPr>
          <a:xfrm>
            <a:off x="3894455" y="3406140"/>
            <a:ext cx="655955" cy="598170"/>
          </a:xfrm>
          <a:prstGeom prst="rect">
            <a:avLst/>
          </a:prstGeom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0" name="直接箭头连接符 19"/>
          <p:cNvCxnSpPr>
            <a:stCxn id="4" idx="3"/>
          </p:cNvCxnSpPr>
          <p:nvPr/>
        </p:nvCxnSpPr>
        <p:spPr>
          <a:xfrm>
            <a:off x="4550410" y="2392680"/>
            <a:ext cx="791210" cy="50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1" name="矩形 20"/>
          <p:cNvSpPr/>
          <p:nvPr/>
        </p:nvSpPr>
        <p:spPr>
          <a:xfrm>
            <a:off x="5341620" y="2093595"/>
            <a:ext cx="655955" cy="598170"/>
          </a:xfrm>
          <a:prstGeom prst="rect">
            <a:avLst/>
          </a:prstGeom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2" name="直接箭头连接符 21"/>
          <p:cNvCxnSpPr/>
          <p:nvPr/>
        </p:nvCxnSpPr>
        <p:spPr>
          <a:xfrm>
            <a:off x="5997575" y="2397760"/>
            <a:ext cx="791210" cy="50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3" name="矩形 22"/>
          <p:cNvSpPr/>
          <p:nvPr/>
        </p:nvSpPr>
        <p:spPr>
          <a:xfrm>
            <a:off x="6788785" y="2093595"/>
            <a:ext cx="655955" cy="598170"/>
          </a:xfrm>
          <a:prstGeom prst="rect">
            <a:avLst/>
          </a:prstGeom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4" name="直接箭头连接符 23"/>
          <p:cNvCxnSpPr/>
          <p:nvPr/>
        </p:nvCxnSpPr>
        <p:spPr>
          <a:xfrm>
            <a:off x="4550410" y="3740785"/>
            <a:ext cx="791210" cy="50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5341620" y="3406140"/>
            <a:ext cx="655955" cy="598170"/>
          </a:xfrm>
          <a:prstGeom prst="rect">
            <a:avLst/>
          </a:prstGeom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27" name="直接箭头连接符 26"/>
          <p:cNvCxnSpPr/>
          <p:nvPr/>
        </p:nvCxnSpPr>
        <p:spPr>
          <a:xfrm>
            <a:off x="5997575" y="3735705"/>
            <a:ext cx="791210" cy="50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6788785" y="3406140"/>
            <a:ext cx="655955" cy="598170"/>
          </a:xfrm>
          <a:prstGeom prst="rect">
            <a:avLst/>
          </a:prstGeom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9" name="文本框 28"/>
          <p:cNvSpPr txBox="1"/>
          <p:nvPr/>
        </p:nvSpPr>
        <p:spPr>
          <a:xfrm>
            <a:off x="4029075" y="2114550"/>
            <a:ext cx="4546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1</a:t>
            </a:r>
            <a:endParaRPr lang="en-US" altLang="zh-CN" sz="3200"/>
          </a:p>
        </p:txBody>
      </p:sp>
      <p:sp>
        <p:nvSpPr>
          <p:cNvPr id="30" name="文本框 29"/>
          <p:cNvSpPr txBox="1"/>
          <p:nvPr/>
        </p:nvSpPr>
        <p:spPr>
          <a:xfrm>
            <a:off x="5483860" y="2115185"/>
            <a:ext cx="4546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2</a:t>
            </a:r>
            <a:endParaRPr lang="en-US" altLang="zh-CN" sz="3200"/>
          </a:p>
        </p:txBody>
      </p:sp>
      <p:sp>
        <p:nvSpPr>
          <p:cNvPr id="31" name="文本框 30"/>
          <p:cNvSpPr txBox="1"/>
          <p:nvPr/>
        </p:nvSpPr>
        <p:spPr>
          <a:xfrm>
            <a:off x="6936740" y="2121535"/>
            <a:ext cx="4546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4</a:t>
            </a:r>
            <a:endParaRPr lang="en-US" altLang="zh-CN" sz="3200"/>
          </a:p>
        </p:txBody>
      </p:sp>
      <p:sp>
        <p:nvSpPr>
          <p:cNvPr id="32" name="文本框 31"/>
          <p:cNvSpPr txBox="1"/>
          <p:nvPr/>
        </p:nvSpPr>
        <p:spPr>
          <a:xfrm>
            <a:off x="4023360" y="3427730"/>
            <a:ext cx="4546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1</a:t>
            </a:r>
            <a:endParaRPr lang="en-US" altLang="zh-CN" sz="3200"/>
          </a:p>
        </p:txBody>
      </p:sp>
      <p:sp>
        <p:nvSpPr>
          <p:cNvPr id="33" name="文本框 32"/>
          <p:cNvSpPr txBox="1"/>
          <p:nvPr/>
        </p:nvSpPr>
        <p:spPr>
          <a:xfrm>
            <a:off x="5463540" y="3427730"/>
            <a:ext cx="4546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3</a:t>
            </a:r>
            <a:endParaRPr lang="en-US" altLang="zh-CN" sz="3200"/>
          </a:p>
        </p:txBody>
      </p:sp>
      <p:sp>
        <p:nvSpPr>
          <p:cNvPr id="34" name="文本框 33"/>
          <p:cNvSpPr txBox="1"/>
          <p:nvPr/>
        </p:nvSpPr>
        <p:spPr>
          <a:xfrm>
            <a:off x="6924675" y="3434715"/>
            <a:ext cx="4546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4</a:t>
            </a:r>
            <a:endParaRPr lang="en-US" altLang="zh-CN" sz="3200"/>
          </a:p>
        </p:txBody>
      </p:sp>
      <p:sp>
        <p:nvSpPr>
          <p:cNvPr id="35" name="矩形 34"/>
          <p:cNvSpPr/>
          <p:nvPr/>
        </p:nvSpPr>
        <p:spPr>
          <a:xfrm>
            <a:off x="1487805" y="5039995"/>
            <a:ext cx="1073150" cy="598170"/>
          </a:xfrm>
          <a:prstGeom prst="rect">
            <a:avLst/>
          </a:prstGeom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6" name="文本框 35"/>
          <p:cNvSpPr txBox="1"/>
          <p:nvPr/>
        </p:nvSpPr>
        <p:spPr>
          <a:xfrm>
            <a:off x="1487805" y="5054600"/>
            <a:ext cx="183261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head</a:t>
            </a:r>
            <a:endParaRPr lang="en-US" altLang="zh-CN" sz="3200"/>
          </a:p>
        </p:txBody>
      </p:sp>
      <p:cxnSp>
        <p:nvCxnSpPr>
          <p:cNvPr id="38" name="直接箭头连接符 37"/>
          <p:cNvCxnSpPr>
            <a:endCxn id="29" idx="2"/>
          </p:cNvCxnSpPr>
          <p:nvPr/>
        </p:nvCxnSpPr>
        <p:spPr>
          <a:xfrm flipV="1">
            <a:off x="4253865" y="2698115"/>
            <a:ext cx="2540" cy="51879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/>
          <p:nvPr/>
        </p:nvCxnSpPr>
        <p:spPr>
          <a:xfrm flipV="1">
            <a:off x="5659120" y="2698115"/>
            <a:ext cx="2540" cy="51879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/>
          <p:nvPr/>
        </p:nvCxnSpPr>
        <p:spPr>
          <a:xfrm flipV="1">
            <a:off x="7132320" y="2691765"/>
            <a:ext cx="2540" cy="518795"/>
          </a:xfrm>
          <a:prstGeom prst="straightConnector1">
            <a:avLst/>
          </a:prstGeom>
          <a:ln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/>
          <p:nvPr/>
        </p:nvCxnSpPr>
        <p:spPr>
          <a:xfrm flipV="1">
            <a:off x="4256405" y="4004310"/>
            <a:ext cx="2540" cy="518795"/>
          </a:xfrm>
          <a:prstGeom prst="straightConnector1">
            <a:avLst/>
          </a:prstGeom>
          <a:ln>
            <a:solidFill>
              <a:srgbClr val="00B0F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/>
          <p:nvPr/>
        </p:nvCxnSpPr>
        <p:spPr>
          <a:xfrm flipV="1">
            <a:off x="5654040" y="4011295"/>
            <a:ext cx="2540" cy="518795"/>
          </a:xfrm>
          <a:prstGeom prst="straightConnector1">
            <a:avLst/>
          </a:prstGeom>
          <a:ln>
            <a:solidFill>
              <a:srgbClr val="00B0F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/>
          <p:nvPr/>
        </p:nvCxnSpPr>
        <p:spPr>
          <a:xfrm flipV="1">
            <a:off x="7143750" y="4004310"/>
            <a:ext cx="2540" cy="518795"/>
          </a:xfrm>
          <a:prstGeom prst="straightConnector1">
            <a:avLst/>
          </a:prstGeom>
          <a:ln>
            <a:solidFill>
              <a:srgbClr val="00B0F0"/>
            </a:solidFill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文本框 48"/>
              <p:cNvSpPr txBox="1"/>
              <p:nvPr/>
            </p:nvSpPr>
            <p:spPr>
              <a:xfrm>
                <a:off x="8554720" y="2785110"/>
                <a:ext cx="1401445" cy="69723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i="1">
                          <a:latin typeface="Cambria Math" panose="02040503050406030204" charset="0"/>
                          <a:cs typeface="Cambria Math" panose="02040503050406030204" charset="0"/>
                        </a:rPr>
                        <m:t>1</m:t>
                      </m:r>
                      <m:r>
                        <a:rPr lang="en-US" altLang="zh-CN" sz="3200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3200" i="1">
                          <a:latin typeface="Cambria Math" panose="02040503050406030204" charset="0"/>
                          <a:cs typeface="Cambria Math" panose="02040503050406030204" charset="0"/>
                        </a:rPr>
                        <m:t>1</m:t>
                      </m:r>
                    </m:oMath>
                  </m:oMathPara>
                </a14:m>
                <a:endParaRPr lang="zh-CN" altLang="en-US" sz="3200"/>
              </a:p>
            </p:txBody>
          </p:sp>
        </mc:Choice>
        <mc:Fallback>
          <p:sp>
            <p:nvSpPr>
              <p:cNvPr id="49" name="文本框 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4720" y="2785110"/>
                <a:ext cx="1401445" cy="697230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0" name="直接箭头连接符 49"/>
          <p:cNvCxnSpPr/>
          <p:nvPr/>
        </p:nvCxnSpPr>
        <p:spPr>
          <a:xfrm>
            <a:off x="2560955" y="5337810"/>
            <a:ext cx="791210" cy="50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1" name="矩形 50"/>
          <p:cNvSpPr/>
          <p:nvPr/>
        </p:nvSpPr>
        <p:spPr>
          <a:xfrm>
            <a:off x="3352165" y="5031740"/>
            <a:ext cx="655955" cy="598170"/>
          </a:xfrm>
          <a:prstGeom prst="rect">
            <a:avLst/>
          </a:prstGeom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2" name="文本框 51"/>
          <p:cNvSpPr txBox="1"/>
          <p:nvPr/>
        </p:nvSpPr>
        <p:spPr>
          <a:xfrm>
            <a:off x="3482975" y="5072380"/>
            <a:ext cx="4546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1</a:t>
            </a:r>
            <a:endParaRPr lang="en-US" altLang="zh-CN" sz="32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3" name="文本框 52"/>
              <p:cNvSpPr txBox="1"/>
              <p:nvPr/>
            </p:nvSpPr>
            <p:spPr>
              <a:xfrm>
                <a:off x="8554720" y="2737485"/>
                <a:ext cx="1401445" cy="69723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i="1">
                          <a:latin typeface="Cambria Math" panose="02040503050406030204" charset="0"/>
                          <a:cs typeface="Cambria Math" panose="02040503050406030204" charset="0"/>
                        </a:rPr>
                        <m:t>2</m:t>
                      </m:r>
                      <m:r>
                        <a:rPr lang="en-US" altLang="zh-CN" sz="3200" i="1">
                          <a:latin typeface="Cambria Math" panose="02040503050406030204" charset="0"/>
                          <a:cs typeface="Cambria Math" panose="02040503050406030204" charset="0"/>
                        </a:rPr>
                        <m:t>&gt;</m:t>
                      </m:r>
                      <m:r>
                        <a:rPr lang="en-US" altLang="zh-CN" sz="3200" i="1">
                          <a:latin typeface="Cambria Math" panose="02040503050406030204" charset="0"/>
                          <a:cs typeface="Cambria Math" panose="02040503050406030204" charset="0"/>
                        </a:rPr>
                        <m:t>1</m:t>
                      </m:r>
                    </m:oMath>
                  </m:oMathPara>
                </a14:m>
                <a:endParaRPr lang="zh-CN" altLang="en-US" sz="3200"/>
              </a:p>
            </p:txBody>
          </p:sp>
        </mc:Choice>
        <mc:Fallback>
          <p:sp>
            <p:nvSpPr>
              <p:cNvPr id="53" name="文本框 5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4720" y="2737485"/>
                <a:ext cx="1401445" cy="69723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4" name="直接箭头连接符 53"/>
          <p:cNvCxnSpPr/>
          <p:nvPr/>
        </p:nvCxnSpPr>
        <p:spPr>
          <a:xfrm>
            <a:off x="4017645" y="5310505"/>
            <a:ext cx="791210" cy="50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5" name="矩形 54"/>
          <p:cNvSpPr/>
          <p:nvPr/>
        </p:nvSpPr>
        <p:spPr>
          <a:xfrm>
            <a:off x="4818380" y="5007610"/>
            <a:ext cx="655955" cy="598170"/>
          </a:xfrm>
          <a:prstGeom prst="rect">
            <a:avLst/>
          </a:prstGeom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6" name="文本框 55"/>
          <p:cNvSpPr txBox="1"/>
          <p:nvPr/>
        </p:nvSpPr>
        <p:spPr>
          <a:xfrm>
            <a:off x="4956810" y="5030470"/>
            <a:ext cx="4546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1</a:t>
            </a:r>
            <a:endParaRPr lang="en-US" altLang="zh-CN" sz="32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7" name="文本框 56"/>
              <p:cNvSpPr txBox="1"/>
              <p:nvPr/>
            </p:nvSpPr>
            <p:spPr>
              <a:xfrm>
                <a:off x="8554720" y="2691765"/>
                <a:ext cx="1401445" cy="69723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i="1">
                          <a:latin typeface="Cambria Math" panose="02040503050406030204" charset="0"/>
                          <a:cs typeface="Cambria Math" panose="02040503050406030204" charset="0"/>
                        </a:rPr>
                        <m:t>2</m:t>
                      </m:r>
                      <m:r>
                        <a:rPr lang="en-US" altLang="zh-CN" sz="3200" i="1">
                          <a:latin typeface="Cambria Math" panose="02040503050406030204" charset="0"/>
                          <a:cs typeface="Cambria Math" panose="02040503050406030204" charset="0"/>
                        </a:rPr>
                        <m:t>&lt;</m:t>
                      </m:r>
                      <m:r>
                        <a:rPr lang="en-US" altLang="zh-CN" sz="3200" i="1">
                          <a:latin typeface="Cambria Math" panose="02040503050406030204" charset="0"/>
                          <a:cs typeface="Cambria Math" panose="02040503050406030204" charset="0"/>
                        </a:rPr>
                        <m:t>3</m:t>
                      </m:r>
                    </m:oMath>
                  </m:oMathPara>
                </a14:m>
                <a:endParaRPr lang="zh-CN" altLang="en-US" sz="3200"/>
              </a:p>
            </p:txBody>
          </p:sp>
        </mc:Choice>
        <mc:Fallback>
          <p:sp>
            <p:nvSpPr>
              <p:cNvPr id="57" name="文本框 5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4720" y="2691765"/>
                <a:ext cx="1401445" cy="69723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8" name="直接箭头连接符 57"/>
          <p:cNvCxnSpPr/>
          <p:nvPr/>
        </p:nvCxnSpPr>
        <p:spPr>
          <a:xfrm>
            <a:off x="5473700" y="5342890"/>
            <a:ext cx="791210" cy="50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59" name="文本框 58"/>
          <p:cNvSpPr txBox="1"/>
          <p:nvPr/>
        </p:nvSpPr>
        <p:spPr>
          <a:xfrm>
            <a:off x="6405880" y="5032375"/>
            <a:ext cx="4546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2</a:t>
            </a:r>
            <a:endParaRPr lang="en-US" altLang="zh-CN" sz="3200"/>
          </a:p>
        </p:txBody>
      </p:sp>
      <p:sp>
        <p:nvSpPr>
          <p:cNvPr id="60" name="矩形 59"/>
          <p:cNvSpPr/>
          <p:nvPr/>
        </p:nvSpPr>
        <p:spPr>
          <a:xfrm>
            <a:off x="6265545" y="5007610"/>
            <a:ext cx="655955" cy="598170"/>
          </a:xfrm>
          <a:prstGeom prst="rect">
            <a:avLst/>
          </a:prstGeom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文本框 61"/>
              <p:cNvSpPr txBox="1"/>
              <p:nvPr/>
            </p:nvSpPr>
            <p:spPr>
              <a:xfrm>
                <a:off x="8554720" y="2730500"/>
                <a:ext cx="1401445" cy="69723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i="1">
                          <a:latin typeface="Cambria Math" panose="02040503050406030204" charset="0"/>
                          <a:cs typeface="Cambria Math" panose="02040503050406030204" charset="0"/>
                        </a:rPr>
                        <m:t>4</m:t>
                      </m:r>
                      <m:r>
                        <a:rPr lang="en-US" altLang="zh-CN" sz="3200" i="1">
                          <a:latin typeface="Cambria Math" panose="02040503050406030204" charset="0"/>
                          <a:cs typeface="Cambria Math" panose="02040503050406030204" charset="0"/>
                        </a:rPr>
                        <m:t>&gt;</m:t>
                      </m:r>
                      <m:r>
                        <a:rPr lang="en-US" altLang="zh-CN" sz="3200" i="1">
                          <a:latin typeface="Cambria Math" panose="02040503050406030204" charset="0"/>
                          <a:cs typeface="Cambria Math" panose="02040503050406030204" charset="0"/>
                        </a:rPr>
                        <m:t>3</m:t>
                      </m:r>
                    </m:oMath>
                  </m:oMathPara>
                </a14:m>
                <a:endParaRPr lang="zh-CN" altLang="en-US" sz="3200"/>
              </a:p>
            </p:txBody>
          </p:sp>
        </mc:Choice>
        <mc:Fallback>
          <p:sp>
            <p:nvSpPr>
              <p:cNvPr id="62" name="文本框 6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4720" y="2730500"/>
                <a:ext cx="1401445" cy="69723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3" name="直接箭头连接符 62"/>
          <p:cNvCxnSpPr/>
          <p:nvPr/>
        </p:nvCxnSpPr>
        <p:spPr>
          <a:xfrm>
            <a:off x="6972300" y="5315585"/>
            <a:ext cx="791210" cy="50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4" name="矩形 63"/>
          <p:cNvSpPr/>
          <p:nvPr/>
        </p:nvSpPr>
        <p:spPr>
          <a:xfrm>
            <a:off x="7763510" y="5015865"/>
            <a:ext cx="655955" cy="598170"/>
          </a:xfrm>
          <a:prstGeom prst="rect">
            <a:avLst/>
          </a:prstGeom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5" name="文本框 64"/>
          <p:cNvSpPr txBox="1"/>
          <p:nvPr/>
        </p:nvSpPr>
        <p:spPr>
          <a:xfrm>
            <a:off x="7889240" y="5039995"/>
            <a:ext cx="4546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3</a:t>
            </a:r>
            <a:endParaRPr lang="en-US" altLang="zh-CN" sz="32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6" name="文本框 65"/>
              <p:cNvSpPr txBox="1"/>
              <p:nvPr/>
            </p:nvSpPr>
            <p:spPr>
              <a:xfrm>
                <a:off x="8554720" y="2705100"/>
                <a:ext cx="1401445" cy="697230"/>
              </a:xfrm>
              <a:prstGeom prst="rect">
                <a:avLst/>
              </a:prstGeom>
              <a:noFill/>
            </p:spPr>
            <p:txBody>
              <a:bodyPr wrap="square" rtlCol="0">
                <a:noAutofit/>
              </a:bodyPr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3200" i="1">
                          <a:latin typeface="Cambria Math" panose="02040503050406030204" charset="0"/>
                          <a:cs typeface="Cambria Math" panose="02040503050406030204" charset="0"/>
                        </a:rPr>
                        <m:t>4</m:t>
                      </m:r>
                      <m:r>
                        <a:rPr lang="en-US" altLang="zh-CN" sz="3200" i="1">
                          <a:latin typeface="Cambria Math" panose="02040503050406030204" charset="0"/>
                          <a:cs typeface="Cambria Math" panose="02040503050406030204" charset="0"/>
                        </a:rPr>
                        <m:t>=</m:t>
                      </m:r>
                      <m:r>
                        <a:rPr lang="en-US" altLang="zh-CN" sz="3200" i="1">
                          <a:latin typeface="Cambria Math" panose="02040503050406030204" charset="0"/>
                          <a:cs typeface="Cambria Math" panose="02040503050406030204" charset="0"/>
                        </a:rPr>
                        <m:t>4</m:t>
                      </m:r>
                    </m:oMath>
                  </m:oMathPara>
                </a14:m>
                <a:endParaRPr lang="zh-CN" altLang="en-US" sz="3200"/>
              </a:p>
            </p:txBody>
          </p:sp>
        </mc:Choice>
        <mc:Fallback>
          <p:sp>
            <p:nvSpPr>
              <p:cNvPr id="66" name="文本框 6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54720" y="2705100"/>
                <a:ext cx="1401445" cy="69723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7" name="直接箭头连接符 66"/>
          <p:cNvCxnSpPr/>
          <p:nvPr/>
        </p:nvCxnSpPr>
        <p:spPr>
          <a:xfrm>
            <a:off x="8419465" y="5320665"/>
            <a:ext cx="791210" cy="50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68" name="文本框 67"/>
          <p:cNvSpPr txBox="1"/>
          <p:nvPr/>
        </p:nvSpPr>
        <p:spPr>
          <a:xfrm>
            <a:off x="9351010" y="5032375"/>
            <a:ext cx="4546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4</a:t>
            </a:r>
            <a:endParaRPr lang="en-US" altLang="zh-CN" sz="3200"/>
          </a:p>
        </p:txBody>
      </p:sp>
      <p:sp>
        <p:nvSpPr>
          <p:cNvPr id="69" name="矩形 68"/>
          <p:cNvSpPr/>
          <p:nvPr/>
        </p:nvSpPr>
        <p:spPr>
          <a:xfrm>
            <a:off x="9210675" y="4993005"/>
            <a:ext cx="655955" cy="598170"/>
          </a:xfrm>
          <a:prstGeom prst="rect">
            <a:avLst/>
          </a:prstGeom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70" name="直接箭头连接符 69"/>
          <p:cNvCxnSpPr/>
          <p:nvPr/>
        </p:nvCxnSpPr>
        <p:spPr>
          <a:xfrm>
            <a:off x="9866630" y="5305425"/>
            <a:ext cx="791210" cy="508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sp>
        <p:nvSpPr>
          <p:cNvPr id="71" name="矩形 70"/>
          <p:cNvSpPr/>
          <p:nvPr/>
        </p:nvSpPr>
        <p:spPr>
          <a:xfrm>
            <a:off x="10657840" y="4993005"/>
            <a:ext cx="655955" cy="598170"/>
          </a:xfrm>
          <a:prstGeom prst="rect">
            <a:avLst/>
          </a:prstGeom>
          <a:ln w="19050"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2" name="文本框 71"/>
          <p:cNvSpPr txBox="1"/>
          <p:nvPr/>
        </p:nvSpPr>
        <p:spPr>
          <a:xfrm>
            <a:off x="10791825" y="5026025"/>
            <a:ext cx="454660" cy="583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3200"/>
              <a:t>4</a:t>
            </a:r>
            <a:endParaRPr lang="en-US" altLang="zh-CN" sz="3200"/>
          </a:p>
        </p:txBody>
      </p:sp>
    </p:spTree>
    <p:custDataLst>
      <p:tags r:id="rId6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4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0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>
                      <p:stCondLst>
                        <p:cond delay="indefinite"/>
                      </p:stCondLst>
                      <p:childTnLst>
                        <p:par>
                          <p:cTn id="117" fill="hold">
                            <p:stCondLst>
                              <p:cond delay="0"/>
                            </p:stCondLst>
                            <p:childTnLst>
                              <p:par>
                                <p:cTn id="1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0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8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>
                      <p:stCondLst>
                        <p:cond delay="indefinite"/>
                      </p:stCondLst>
                      <p:childTnLst>
                        <p:par>
                          <p:cTn id="150" fill="hold">
                            <p:stCondLst>
                              <p:cond delay="0"/>
                            </p:stCondLst>
                            <p:childTnLst>
                              <p:par>
                                <p:cTn id="1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3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>
                      <p:stCondLst>
                        <p:cond delay="indefinite"/>
                      </p:stCondLst>
                      <p:childTnLst>
                        <p:par>
                          <p:cTn id="168" fill="hold">
                            <p:stCondLst>
                              <p:cond delay="0"/>
                            </p:stCondLst>
                            <p:childTnLst>
                              <p:par>
                                <p:cTn id="1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1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>
                      <p:stCondLst>
                        <p:cond delay="indefinite"/>
                      </p:stCondLst>
                      <p:childTnLst>
                        <p:par>
                          <p:cTn id="173" fill="hold">
                            <p:stCondLst>
                              <p:cond delay="0"/>
                            </p:stCondLst>
                            <p:childTnLst>
                              <p:par>
                                <p:cTn id="174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1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>
                      <p:stCondLst>
                        <p:cond delay="indefinite"/>
                      </p:stCondLst>
                      <p:childTnLst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6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3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5" fill="hold">
                      <p:stCondLst>
                        <p:cond delay="indefinite"/>
                      </p:stCondLst>
                      <p:childTnLst>
                        <p:par>
                          <p:cTn id="196" fill="hold">
                            <p:stCondLst>
                              <p:cond delay="0"/>
                            </p:stCondLst>
                            <p:childTnLst>
                              <p:par>
                                <p:cTn id="197" presetID="10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9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>
                      <p:stCondLst>
                        <p:cond delay="indefinite"/>
                      </p:stCondLst>
                      <p:childTnLst>
                        <p:par>
                          <p:cTn id="201" fill="hold">
                            <p:stCondLst>
                              <p:cond delay="0"/>
                            </p:stCondLst>
                            <p:childTnLst>
                              <p:par>
                                <p:cTn id="20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4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10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9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0" fill="hold">
                      <p:stCondLst>
                        <p:cond delay="indefinite"/>
                      </p:stCondLst>
                      <p:childTnLst>
                        <p:par>
                          <p:cTn id="211" fill="hold">
                            <p:stCondLst>
                              <p:cond delay="0"/>
                            </p:stCondLst>
                            <p:childTnLst>
                              <p:par>
                                <p:cTn id="21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4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5" fill="hold">
                      <p:stCondLst>
                        <p:cond delay="indefinite"/>
                      </p:stCondLst>
                      <p:childTnLst>
                        <p:par>
                          <p:cTn id="216" fill="hold">
                            <p:stCondLst>
                              <p:cond delay="0"/>
                            </p:stCondLst>
                            <p:childTnLst>
                              <p:par>
                                <p:cTn id="2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9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2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0" presetClass="exit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26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>
                      <p:stCondLst>
                        <p:cond delay="indefinite"/>
                      </p:stCondLst>
                      <p:childTnLst>
                        <p:par>
                          <p:cTn id="229" fill="hold">
                            <p:stCondLst>
                              <p:cond delay="0"/>
                            </p:stCondLst>
                            <p:childTnLst>
                              <p:par>
                                <p:cTn id="2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5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6" fill="hold">
                      <p:stCondLst>
                        <p:cond delay="indefinite"/>
                      </p:stCondLst>
                      <p:childTnLst>
                        <p:par>
                          <p:cTn id="237" fill="hold">
                            <p:stCondLst>
                              <p:cond delay="0"/>
                            </p:stCondLst>
                            <p:childTnLst>
                              <p:par>
                                <p:cTn id="2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29" grpId="0"/>
      <p:bldP spid="4" grpId="0" animBg="1"/>
      <p:bldP spid="30" grpId="0"/>
      <p:bldP spid="21" grpId="0" animBg="1"/>
      <p:bldP spid="31" grpId="0"/>
      <p:bldP spid="23" grpId="0" animBg="1"/>
      <p:bldP spid="18" grpId="0"/>
      <p:bldP spid="32" grpId="0"/>
      <p:bldP spid="19" grpId="0" animBg="1"/>
      <p:bldP spid="33" grpId="0"/>
      <p:bldP spid="25" grpId="0" animBg="1"/>
      <p:bldP spid="34" grpId="0"/>
      <p:bldP spid="28" grpId="0" animBg="1"/>
      <p:bldP spid="36" grpId="0"/>
      <p:bldP spid="35" grpId="0" bldLvl="0" animBg="1"/>
      <p:bldP spid="49" grpId="0"/>
      <p:bldP spid="51" grpId="0" bldLvl="0" animBg="1"/>
      <p:bldP spid="52" grpId="0"/>
      <p:bldP spid="49" grpId="1"/>
      <p:bldP spid="53" grpId="0"/>
      <p:bldP spid="55" grpId="0" bldLvl="0" animBg="1"/>
      <p:bldP spid="56" grpId="0"/>
      <p:bldP spid="53" grpId="1"/>
      <p:bldP spid="57" grpId="0"/>
      <p:bldP spid="59" grpId="0"/>
      <p:bldP spid="60" grpId="0" bldLvl="0" animBg="1"/>
      <p:bldP spid="57" grpId="1"/>
      <p:bldP spid="62" grpId="1"/>
      <p:bldP spid="64" grpId="0" bldLvl="0" animBg="1"/>
      <p:bldP spid="65" grpId="0"/>
      <p:bldP spid="62" grpId="2"/>
      <p:bldP spid="66" grpId="1"/>
      <p:bldP spid="68" grpId="0"/>
      <p:bldP spid="69" grpId="0" bldLvl="0" animBg="1"/>
      <p:bldP spid="66" grpId="2"/>
      <p:bldP spid="71" grpId="0" bldLvl="0" animBg="1"/>
      <p:bldP spid="72" grpId="0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</Words>
  <Application>WPS 演示</Application>
  <PresentationFormat>宽屏</PresentationFormat>
  <Paragraphs>40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Cambria Math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splay1</cp:lastModifiedBy>
  <cp:revision>157</cp:revision>
  <dcterms:created xsi:type="dcterms:W3CDTF">2019-06-19T02:08:00Z</dcterms:created>
  <dcterms:modified xsi:type="dcterms:W3CDTF">2026-04-20T06:42:43Z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2052-12.1.0.25865</vt:lpwstr>
  </property>
  <property fmtid="{D5CDD505-2E9C-101B-9397-08002B2CF9AE}" pid="3" name="ICV">
    <vt:lpwstr>5960185765DF4808ABCDE1598ADD35A2_11</vt:lpwstr>
  </property>
</Properties>
</file>