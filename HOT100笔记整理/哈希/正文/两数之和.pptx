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96" r:id="rId2"/>
    <p:sldId id="299" r:id="rId3"/>
    <p:sldId id="298" r:id="rId4"/>
    <p:sldId id="29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02DCC-1F78-46FE-BFFB-D58771E11E66}" v="116" dt="2026-04-12T13:20:37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9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2T13:20:43.001" v="6937" actId="1076"/>
      <pc:docMkLst>
        <pc:docMk/>
      </pc:docMkLst>
      <pc:sldChg chg="addSp delSp modSp add mod">
        <pc:chgData name="昕 许" userId="a2975fcd840abfc3" providerId="LiveId" clId="{49CCD4F9-177C-4270-9A14-60236FF377E8}" dt="2026-04-08T04:29:58.722" v="6690" actId="1076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19:10.882" v="6546" actId="1076"/>
          <ac:spMkLst>
            <pc:docMk/>
            <pc:sldMk cId="3949537576" sldId="296"/>
            <ac:spMk id="2" creationId="{93ED3568-C3BD-02E3-0BBC-A0097D40D9A6}"/>
          </ac:spMkLst>
        </pc:spChg>
        <pc:spChg chg="mod">
          <ac:chgData name="昕 许" userId="a2975fcd840abfc3" providerId="LiveId" clId="{49CCD4F9-177C-4270-9A14-60236FF377E8}" dt="2026-04-07T08:28:30.604" v="6155" actId="20577"/>
          <ac:spMkLst>
            <pc:docMk/>
            <pc:sldMk cId="3949537576" sldId="296"/>
            <ac:spMk id="5" creationId="{FEBA7257-CA89-3D26-2266-434DE6DD1EE1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mod">
          <ac:chgData name="昕 许" userId="a2975fcd840abfc3" providerId="LiveId" clId="{49CCD4F9-177C-4270-9A14-60236FF377E8}" dt="2026-04-07T08:28:36.048" v="6156" actId="1076"/>
          <ac:spMkLst>
            <pc:docMk/>
            <pc:sldMk cId="3949537576" sldId="296"/>
            <ac:spMk id="7" creationId="{E6E82A98-D7CB-A2D1-6699-B143510EF1F9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add mod">
          <ac:chgData name="昕 许" userId="a2975fcd840abfc3" providerId="LiveId" clId="{49CCD4F9-177C-4270-9A14-60236FF377E8}" dt="2026-04-08T02:19:20.310" v="6549" actId="14100"/>
          <ac:spMkLst>
            <pc:docMk/>
            <pc:sldMk cId="3949537576" sldId="296"/>
            <ac:spMk id="9" creationId="{7CA01102-9AB2-770B-364A-4F3B17D7DA9A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1" creationId="{B08C2C63-CB46-247E-D6A2-CC89AAD35D37}"/>
          </ac:spMkLst>
        </pc:spChg>
        <pc:spChg chg="add mod">
          <ac:chgData name="昕 许" userId="a2975fcd840abfc3" providerId="LiveId" clId="{49CCD4F9-177C-4270-9A14-60236FF377E8}" dt="2026-04-08T04:29:45.012" v="6687" actId="1076"/>
          <ac:spMkLst>
            <pc:docMk/>
            <pc:sldMk cId="3949537576" sldId="296"/>
            <ac:spMk id="12" creationId="{ABA4B141-5286-3BC2-546D-F9B3BC321EE6}"/>
          </ac:spMkLst>
        </pc:spChg>
        <pc:spChg chg="add mod">
          <ac:chgData name="昕 许" userId="a2975fcd840abfc3" providerId="LiveId" clId="{49CCD4F9-177C-4270-9A14-60236FF377E8}" dt="2026-04-08T04:29:58.722" v="6690" actId="1076"/>
          <ac:spMkLst>
            <pc:docMk/>
            <pc:sldMk cId="3949537576" sldId="296"/>
            <ac:spMk id="13" creationId="{4C7DAFBC-D0A9-5837-6449-795B1208391F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7" creationId="{C66912E7-B9C8-5753-8E2F-A683A3DEDBB1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8" creationId="{3E8DA863-FA8F-D02E-90C0-433120187F63}"/>
          </ac:spMkLst>
        </pc:spChg>
        <pc:spChg chg="add del 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4" creationId="{43989227-692F-035F-5FB2-9EE992EBB6E6}"/>
          </ac:spMkLst>
        </pc:spChg>
        <pc:spChg chg="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5" creationId="{9A889F65-D905-13B5-5293-ED8B39845715}"/>
          </ac:spMkLst>
        </pc:spChg>
        <pc:spChg chg="add mod">
          <ac:chgData name="昕 许" userId="a2975fcd840abfc3" providerId="LiveId" clId="{49CCD4F9-177C-4270-9A14-60236FF377E8}" dt="2026-04-08T02:19:25.774" v="6551" actId="1076"/>
          <ac:spMkLst>
            <pc:docMk/>
            <pc:sldMk cId="3949537576" sldId="296"/>
            <ac:spMk id="26" creationId="{920F174C-2B54-DC23-CEFC-42A458DAE0C8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28" creationId="{E9F90DCE-F867-A459-29C9-90FC8DBF483D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0" creationId="{0412CA92-316F-14DB-C72A-AFB5CE1867C3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2" creationId="{4804D495-C58A-290B-556E-078AF03697A3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43" creationId="{E5327BEE-626D-85E5-EB8B-3204BA69B1F7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add mod">
          <ac:chgData name="昕 许" userId="a2975fcd840abfc3" providerId="LiveId" clId="{49CCD4F9-177C-4270-9A14-60236FF377E8}" dt="2026-04-08T02:21:33.276" v="6568" actId="1076"/>
          <ac:spMkLst>
            <pc:docMk/>
            <pc:sldMk cId="3949537576" sldId="296"/>
            <ac:spMk id="54" creationId="{D4D0B9A9-8F29-FA4D-57D7-30C10AEDA1EB}"/>
          </ac:spMkLst>
        </pc:spChg>
        <pc:spChg chg="add mod">
          <ac:chgData name="昕 许" userId="a2975fcd840abfc3" providerId="LiveId" clId="{49CCD4F9-177C-4270-9A14-60236FF377E8}" dt="2026-04-08T02:22:22.880" v="6584" actId="1076"/>
          <ac:spMkLst>
            <pc:docMk/>
            <pc:sldMk cId="3949537576" sldId="296"/>
            <ac:spMk id="55" creationId="{97734FF5-CAC4-CBF2-8B1B-206F5955CC03}"/>
          </ac:spMkLst>
        </pc:spChg>
        <pc:spChg chg="add mod">
          <ac:chgData name="昕 许" userId="a2975fcd840abfc3" providerId="LiveId" clId="{49CCD4F9-177C-4270-9A14-60236FF377E8}" dt="2026-04-08T02:22:46.107" v="6592" actId="208"/>
          <ac:spMkLst>
            <pc:docMk/>
            <pc:sldMk cId="3949537576" sldId="296"/>
            <ac:spMk id="58" creationId="{DF6CC7D6-4BC8-B6A2-E13B-29550DD7517E}"/>
          </ac:spMkLst>
        </pc:spChg>
        <pc:spChg chg="add mod">
          <ac:chgData name="昕 许" userId="a2975fcd840abfc3" providerId="LiveId" clId="{49CCD4F9-177C-4270-9A14-60236FF377E8}" dt="2026-04-08T02:23:11.013" v="6602" actId="1076"/>
          <ac:spMkLst>
            <pc:docMk/>
            <pc:sldMk cId="3949537576" sldId="296"/>
            <ac:spMk id="59" creationId="{FA289EB0-A010-8F8E-7B25-6ACBE9482B27}"/>
          </ac:spMkLst>
        </pc:spChg>
        <pc:spChg chg="add mod">
          <ac:chgData name="昕 许" userId="a2975fcd840abfc3" providerId="LiveId" clId="{49CCD4F9-177C-4270-9A14-60236FF377E8}" dt="2026-04-08T02:23:15.966" v="6606" actId="20577"/>
          <ac:spMkLst>
            <pc:docMk/>
            <pc:sldMk cId="3949537576" sldId="296"/>
            <ac:spMk id="60" creationId="{AA0087FA-9434-C4FD-D305-2E0F66DA287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3" creationId="{9AECBCE9-F025-F2A8-8D3C-79D7A2E811EC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5" creationId="{DA24EAB9-C175-7191-0DDB-4A2FC5938A22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9" creationId="{27843F9C-11A8-D2DA-7DA1-CCABB1E0F5CC}"/>
          </ac:spMkLst>
        </pc:spChg>
        <pc:spChg chg="mod">
          <ac:chgData name="昕 许" userId="a2975fcd840abfc3" providerId="LiveId" clId="{49CCD4F9-177C-4270-9A14-60236FF377E8}" dt="2026-04-08T02:24:10.314" v="6625" actId="693"/>
          <ac:spMkLst>
            <pc:docMk/>
            <pc:sldMk cId="3949537576" sldId="296"/>
            <ac:spMk id="71" creationId="{E1C8107B-7BA2-4E5C-C387-9659949721C2}"/>
          </ac:spMkLst>
        </pc:spChg>
        <pc:spChg chg="mod">
          <ac:chgData name="昕 许" userId="a2975fcd840abfc3" providerId="LiveId" clId="{49CCD4F9-177C-4270-9A14-60236FF377E8}" dt="2026-04-08T02:24:03.456" v="6624" actId="693"/>
          <ac:spMkLst>
            <pc:docMk/>
            <pc:sldMk cId="3949537576" sldId="296"/>
            <ac:spMk id="72" creationId="{EB7D53FE-8F04-C932-498A-5A4E4370D1A2}"/>
          </ac:spMkLst>
        </pc:spChg>
        <pc:spChg chg="mod">
          <ac:chgData name="昕 许" userId="a2975fcd840abfc3" providerId="LiveId" clId="{49CCD4F9-177C-4270-9A14-60236FF377E8}" dt="2026-04-08T02:23:25.950" v="6608" actId="1076"/>
          <ac:spMkLst>
            <pc:docMk/>
            <pc:sldMk cId="3949537576" sldId="296"/>
            <ac:spMk id="73" creationId="{F2EF11F8-DAF9-236C-AA52-E81D54CA0C18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5" creationId="{44DA7D33-7EA2-1AB7-5375-BE6DE3CCC44F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6" creationId="{D27EB1E2-87E9-8D76-B3EF-4F5401E84C9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9" creationId="{95BD811E-6FE4-073E-9D6D-FF90BAF413E5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0" creationId="{E4A73A70-600E-2A37-C2FC-3DF732F4958A}"/>
          </ac:spMkLst>
        </pc:spChg>
        <pc:spChg chg="add mod">
          <ac:chgData name="昕 许" userId="a2975fcd840abfc3" providerId="LiveId" clId="{49CCD4F9-177C-4270-9A14-60236FF377E8}" dt="2026-04-08T02:23:25.950" v="6608" actId="1076"/>
          <ac:spMkLst>
            <pc:docMk/>
            <pc:sldMk cId="3949537576" sldId="296"/>
            <ac:spMk id="81" creationId="{B9154DA9-428D-E6E7-C282-C49B99BBDB6C}"/>
          </ac:spMkLst>
        </pc:spChg>
        <pc:spChg chg="add mod">
          <ac:chgData name="昕 许" userId="a2975fcd840abfc3" providerId="LiveId" clId="{49CCD4F9-177C-4270-9A14-60236FF377E8}" dt="2026-04-08T02:24:50.981" v="6637" actId="208"/>
          <ac:spMkLst>
            <pc:docMk/>
            <pc:sldMk cId="3949537576" sldId="296"/>
            <ac:spMk id="82" creationId="{879F7E1A-1AF2-2984-9CC9-129881D5B8CE}"/>
          </ac:spMkLst>
        </pc:spChg>
        <pc:spChg chg="add mod">
          <ac:chgData name="昕 许" userId="a2975fcd840abfc3" providerId="LiveId" clId="{49CCD4F9-177C-4270-9A14-60236FF377E8}" dt="2026-04-08T02:24:55.633" v="6639" actId="20577"/>
          <ac:spMkLst>
            <pc:docMk/>
            <pc:sldMk cId="3949537576" sldId="296"/>
            <ac:spMk id="83" creationId="{5B88DC42-FE3D-7C12-CCD1-74F3135B015E}"/>
          </ac:spMkLst>
        </pc:spChg>
        <pc:spChg chg="add mod">
          <ac:chgData name="昕 许" userId="a2975fcd840abfc3" providerId="LiveId" clId="{49CCD4F9-177C-4270-9A14-60236FF377E8}" dt="2026-04-08T02:23:41.725" v="6614" actId="1076"/>
          <ac:spMkLst>
            <pc:docMk/>
            <pc:sldMk cId="3949537576" sldId="296"/>
            <ac:spMk id="84" creationId="{2695A767-FFE1-50A4-A45E-BF019F570D21}"/>
          </ac:spMkLst>
        </pc:spChg>
        <pc:spChg chg="add mod">
          <ac:chgData name="昕 许" userId="a2975fcd840abfc3" providerId="LiveId" clId="{49CCD4F9-177C-4270-9A14-60236FF377E8}" dt="2026-04-08T02:23:47.578" v="6621" actId="20577"/>
          <ac:spMkLst>
            <pc:docMk/>
            <pc:sldMk cId="3949537576" sldId="296"/>
            <ac:spMk id="85" creationId="{F9D665A2-0796-66EE-94B3-5A81D325D52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6" creationId="{016D5F25-D5E2-76AB-B9DE-B32215B84957}"/>
          </ac:spMkLst>
        </pc:spChg>
        <pc:grpChg chg="add 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4" creationId="{DEAFE296-E131-148C-B469-63A6379D4190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0" creationId="{F47C2E10-894B-6E2F-6C59-0EF2033B6617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6" creationId="{6ED088AC-258A-F69B-1227-19C9A3AF5A29}"/>
          </ac:grpSpMkLst>
        </pc:grpChg>
        <pc:grpChg chg="add del mod">
          <ac:chgData name="昕 许" userId="a2975fcd840abfc3" providerId="LiveId" clId="{49CCD4F9-177C-4270-9A14-60236FF377E8}" dt="2026-04-08T02:22:35.959" v="6588" actId="21"/>
          <ac:grpSpMkLst>
            <pc:docMk/>
            <pc:sldMk cId="3949537576" sldId="296"/>
            <ac:grpSpMk id="20" creationId="{5FB1635B-DEEF-1662-223D-5786168B55A3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27" creationId="{D2B23B7A-F6C5-45A8-9E8B-6B4B16701D57}"/>
          </ac:grpSpMkLst>
        </pc:grpChg>
        <pc:grpChg chg="mod">
          <ac:chgData name="昕 许" userId="a2975fcd840abfc3" providerId="LiveId" clId="{49CCD4F9-177C-4270-9A14-60236FF377E8}" dt="2026-04-08T02:22:07.960" v="6573" actId="1076"/>
          <ac:grpSpMkLst>
            <pc:docMk/>
            <pc:sldMk cId="3949537576" sldId="296"/>
            <ac:grpSpMk id="31" creationId="{7253541D-C3AA-20B9-042E-3A3C4EC6D59C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38" creationId="{425C1743-596D-8BC8-7B42-18E523AC8D95}"/>
          </ac:grpSpMkLst>
        </pc:grpChg>
        <pc:grpChg chg="mod">
          <ac:chgData name="昕 许" userId="a2975fcd840abfc3" providerId="LiveId" clId="{49CCD4F9-177C-4270-9A14-60236FF377E8}" dt="2026-04-08T02:19:10.882" v="6546" actId="1076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1" creationId="{2D1F0448-128F-20EB-470D-43F563508976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4" creationId="{76B17D9F-35DD-C8F4-2FBE-796C88B744E0}"/>
          </ac:grpSpMkLst>
        </pc:grpChg>
        <pc:grpChg chg="mod">
          <ac:chgData name="昕 许" userId="a2975fcd840abfc3" providerId="LiveId" clId="{49CCD4F9-177C-4270-9A14-60236FF377E8}" dt="2026-04-08T02:24:20.387" v="6629" actId="1076"/>
          <ac:grpSpMkLst>
            <pc:docMk/>
            <pc:sldMk cId="3949537576" sldId="296"/>
            <ac:grpSpMk id="70" creationId="{DAC8A69F-EE6D-F58D-3A9F-66662955A109}"/>
          </ac:grpSpMkLst>
        </pc:grpChg>
        <pc:grpChg chg="mod">
          <ac:chgData name="昕 许" userId="a2975fcd840abfc3" providerId="LiveId" clId="{49CCD4F9-177C-4270-9A14-60236FF377E8}" dt="2026-04-08T02:24:41.715" v="6635" actId="164"/>
          <ac:grpSpMkLst>
            <pc:docMk/>
            <pc:sldMk cId="3949537576" sldId="296"/>
            <ac:grpSpMk id="74" creationId="{5B08EB05-F044-AE1D-4AD6-845F5E605EB9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77" creationId="{593ECE47-CD5D-882C-79D2-099D1C995A29}"/>
          </ac:grpSpMkLst>
        </pc:grpChg>
        <pc:grpChg chg="add mod">
          <ac:chgData name="昕 许" userId="a2975fcd840abfc3" providerId="LiveId" clId="{49CCD4F9-177C-4270-9A14-60236FF377E8}" dt="2026-04-08T02:24:44.988" v="6636" actId="1076"/>
          <ac:grpSpMkLst>
            <pc:docMk/>
            <pc:sldMk cId="3949537576" sldId="296"/>
            <ac:grpSpMk id="87" creationId="{4FFF0D0D-EBF5-8AFC-C482-8FB4DF956DB2}"/>
          </ac:grpSpMkLst>
        </pc:grpChg>
      </pc:sldChg>
      <pc:sldChg chg="addSp delSp modSp add mod">
        <pc:chgData name="昕 许" userId="a2975fcd840abfc3" providerId="LiveId" clId="{49CCD4F9-177C-4270-9A14-60236FF377E8}" dt="2026-04-12T13:20:43.001" v="6937" actId="1076"/>
        <pc:sldMkLst>
          <pc:docMk/>
          <pc:sldMk cId="3112887342" sldId="297"/>
        </pc:sldMkLst>
        <pc:spChg chg="mod topLvl">
          <ac:chgData name="昕 许" userId="a2975fcd840abfc3" providerId="LiveId" clId="{49CCD4F9-177C-4270-9A14-60236FF377E8}" dt="2026-04-12T13:17:37.924" v="6917" actId="20577"/>
          <ac:spMkLst>
            <pc:docMk/>
            <pc:sldMk cId="3112887342" sldId="297"/>
            <ac:spMk id="3" creationId="{091A4361-06B4-2AA7-22E3-490BAEBC29C0}"/>
          </ac:spMkLst>
        </pc:spChg>
        <pc:spChg chg="add del mod topLvl">
          <ac:chgData name="昕 许" userId="a2975fcd840abfc3" providerId="LiveId" clId="{49CCD4F9-177C-4270-9A14-60236FF377E8}" dt="2026-04-12T13:17:37.924" v="6917" actId="20577"/>
          <ac:spMkLst>
            <pc:docMk/>
            <pc:sldMk cId="3112887342" sldId="297"/>
            <ac:spMk id="4" creationId="{09923B17-A9EF-4D81-5B85-A416D19A91EA}"/>
          </ac:spMkLst>
        </pc:spChg>
        <pc:spChg chg="mod">
          <ac:chgData name="昕 许" userId="a2975fcd840abfc3" providerId="LiveId" clId="{49CCD4F9-177C-4270-9A14-60236FF377E8}" dt="2026-04-12T12:54:50.571" v="6692"/>
          <ac:spMkLst>
            <pc:docMk/>
            <pc:sldMk cId="3112887342" sldId="297"/>
            <ac:spMk id="6" creationId="{B4719E54-6016-6789-7599-7424FAEE55B1}"/>
          </ac:spMkLst>
        </pc:spChg>
        <pc:spChg chg="mod">
          <ac:chgData name="昕 许" userId="a2975fcd840abfc3" providerId="LiveId" clId="{49CCD4F9-177C-4270-9A14-60236FF377E8}" dt="2026-04-12T12:54:50.571" v="6692"/>
          <ac:spMkLst>
            <pc:docMk/>
            <pc:sldMk cId="3112887342" sldId="297"/>
            <ac:spMk id="7" creationId="{D7BDACAF-1B86-610E-B15A-D8FB0CD60344}"/>
          </ac:spMkLst>
        </pc:spChg>
        <pc:spChg chg="mod">
          <ac:chgData name="昕 许" userId="a2975fcd840abfc3" providerId="LiveId" clId="{49CCD4F9-177C-4270-9A14-60236FF377E8}" dt="2026-04-12T12:54:50.571" v="6692"/>
          <ac:spMkLst>
            <pc:docMk/>
            <pc:sldMk cId="3112887342" sldId="297"/>
            <ac:spMk id="9" creationId="{AE96D739-E1DD-8673-CC51-BB5F5D838EBB}"/>
          </ac:spMkLst>
        </pc:spChg>
        <pc:spChg chg="mod">
          <ac:chgData name="昕 许" userId="a2975fcd840abfc3" providerId="LiveId" clId="{49CCD4F9-177C-4270-9A14-60236FF377E8}" dt="2026-04-12T12:54:50.571" v="6692"/>
          <ac:spMkLst>
            <pc:docMk/>
            <pc:sldMk cId="3112887342" sldId="297"/>
            <ac:spMk id="10" creationId="{FC11918D-6500-C69C-2F17-38E231D5449D}"/>
          </ac:spMkLst>
        </pc:spChg>
        <pc:spChg chg="add del mod">
          <ac:chgData name="昕 许" userId="a2975fcd840abfc3" providerId="LiveId" clId="{49CCD4F9-177C-4270-9A14-60236FF377E8}" dt="2026-04-12T13:11:53.217" v="6865" actId="478"/>
          <ac:spMkLst>
            <pc:docMk/>
            <pc:sldMk cId="3112887342" sldId="297"/>
            <ac:spMk id="11" creationId="{CA056E23-1ABB-F0A7-E29C-FF182A56960F}"/>
          </ac:spMkLst>
        </pc:spChg>
        <pc:spChg chg="mod">
          <ac:chgData name="昕 许" userId="a2975fcd840abfc3" providerId="LiveId" clId="{49CCD4F9-177C-4270-9A14-60236FF377E8}" dt="2026-04-12T12:54:50.571" v="6692"/>
          <ac:spMkLst>
            <pc:docMk/>
            <pc:sldMk cId="3112887342" sldId="297"/>
            <ac:spMk id="13" creationId="{246737CF-F5A5-46EC-A101-E9D126E97129}"/>
          </ac:spMkLst>
        </pc:spChg>
        <pc:spChg chg="mod">
          <ac:chgData name="昕 许" userId="a2975fcd840abfc3" providerId="LiveId" clId="{49CCD4F9-177C-4270-9A14-60236FF377E8}" dt="2026-04-12T12:54:50.571" v="6692"/>
          <ac:spMkLst>
            <pc:docMk/>
            <pc:sldMk cId="3112887342" sldId="297"/>
            <ac:spMk id="14" creationId="{9CFFB989-5D95-C92E-5B0C-CDDC9BBBED42}"/>
          </ac:spMkLst>
        </pc:spChg>
        <pc:spChg chg="mod">
          <ac:chgData name="昕 许" userId="a2975fcd840abfc3" providerId="LiveId" clId="{49CCD4F9-177C-4270-9A14-60236FF377E8}" dt="2026-04-12T12:54:50.571" v="6692"/>
          <ac:spMkLst>
            <pc:docMk/>
            <pc:sldMk cId="3112887342" sldId="297"/>
            <ac:spMk id="17" creationId="{FF0EC636-D26B-9E75-C36C-CEF1C4ADC7FE}"/>
          </ac:spMkLst>
        </pc:spChg>
        <pc:spChg chg="add mod">
          <ac:chgData name="昕 许" userId="a2975fcd840abfc3" providerId="LiveId" clId="{49CCD4F9-177C-4270-9A14-60236FF377E8}" dt="2026-04-12T12:55:29.062" v="6719"/>
          <ac:spMkLst>
            <pc:docMk/>
            <pc:sldMk cId="3112887342" sldId="297"/>
            <ac:spMk id="18" creationId="{28F2BC44-0175-6DFF-EACF-B04293CD7C54}"/>
          </ac:spMkLst>
        </pc:spChg>
        <pc:spChg chg="add mod">
          <ac:chgData name="昕 许" userId="a2975fcd840abfc3" providerId="LiveId" clId="{49CCD4F9-177C-4270-9A14-60236FF377E8}" dt="2026-04-12T12:55:32.699" v="6722"/>
          <ac:spMkLst>
            <pc:docMk/>
            <pc:sldMk cId="3112887342" sldId="297"/>
            <ac:spMk id="19" creationId="{60738AF1-D4C6-CAE9-6909-3A6347E2F8FE}"/>
          </ac:spMkLst>
        </pc:spChg>
        <pc:spChg chg="mod">
          <ac:chgData name="昕 许" userId="a2975fcd840abfc3" providerId="LiveId" clId="{49CCD4F9-177C-4270-9A14-60236FF377E8}" dt="2026-04-12T12:55:38.541" v="6726" actId="20577"/>
          <ac:spMkLst>
            <pc:docMk/>
            <pc:sldMk cId="3112887342" sldId="297"/>
            <ac:spMk id="21" creationId="{8D4ED902-033A-63B4-2B07-631A6E9CFE5D}"/>
          </ac:spMkLst>
        </pc:spChg>
        <pc:spChg chg="mod">
          <ac:chgData name="昕 许" userId="a2975fcd840abfc3" providerId="LiveId" clId="{49CCD4F9-177C-4270-9A14-60236FF377E8}" dt="2026-04-12T13:17:37.924" v="6917" actId="20577"/>
          <ac:spMkLst>
            <pc:docMk/>
            <pc:sldMk cId="3112887342" sldId="297"/>
            <ac:spMk id="22" creationId="{2BD6B46C-0108-A3B2-DAA7-E91870773B78}"/>
          </ac:spMkLst>
        </pc:spChg>
        <pc:spChg chg="mod">
          <ac:chgData name="昕 许" userId="a2975fcd840abfc3" providerId="LiveId" clId="{49CCD4F9-177C-4270-9A14-60236FF377E8}" dt="2026-04-12T13:17:56.647" v="6920" actId="208"/>
          <ac:spMkLst>
            <pc:docMk/>
            <pc:sldMk cId="3112887342" sldId="297"/>
            <ac:spMk id="24" creationId="{97685EDC-3720-3CF7-0DA9-D78807206E22}"/>
          </ac:spMkLst>
        </pc:spChg>
        <pc:spChg chg="mod">
          <ac:chgData name="昕 许" userId="a2975fcd840abfc3" providerId="LiveId" clId="{49CCD4F9-177C-4270-9A14-60236FF377E8}" dt="2026-04-12T13:17:37.924" v="6917" actId="20577"/>
          <ac:spMkLst>
            <pc:docMk/>
            <pc:sldMk cId="3112887342" sldId="297"/>
            <ac:spMk id="25" creationId="{B40F33FE-E7C2-B2E6-D199-1F98574F7B66}"/>
          </ac:spMkLst>
        </pc:spChg>
        <pc:spChg chg="mod">
          <ac:chgData name="昕 许" userId="a2975fcd840abfc3" providerId="LiveId" clId="{49CCD4F9-177C-4270-9A14-60236FF377E8}" dt="2026-04-12T13:17:37.924" v="6917" actId="20577"/>
          <ac:spMkLst>
            <pc:docMk/>
            <pc:sldMk cId="3112887342" sldId="297"/>
            <ac:spMk id="27" creationId="{14E5E655-E018-FAC9-4B58-C9DF89E76395}"/>
          </ac:spMkLst>
        </pc:spChg>
        <pc:spChg chg="mod">
          <ac:chgData name="昕 许" userId="a2975fcd840abfc3" providerId="LiveId" clId="{49CCD4F9-177C-4270-9A14-60236FF377E8}" dt="2026-04-12T13:17:37.924" v="6917" actId="20577"/>
          <ac:spMkLst>
            <pc:docMk/>
            <pc:sldMk cId="3112887342" sldId="297"/>
            <ac:spMk id="28" creationId="{FA327C0E-6FE6-30BD-9396-0E750933E4F3}"/>
          </ac:spMkLst>
        </pc:spChg>
        <pc:spChg chg="mod">
          <ac:chgData name="昕 许" userId="a2975fcd840abfc3" providerId="LiveId" clId="{49CCD4F9-177C-4270-9A14-60236FF377E8}" dt="2026-04-12T13:17:37.924" v="6917" actId="20577"/>
          <ac:spMkLst>
            <pc:docMk/>
            <pc:sldMk cId="3112887342" sldId="297"/>
            <ac:spMk id="30" creationId="{C953E0A6-A186-1EAB-F9E5-DB24266509D9}"/>
          </ac:spMkLst>
        </pc:spChg>
        <pc:spChg chg="mod">
          <ac:chgData name="昕 许" userId="a2975fcd840abfc3" providerId="LiveId" clId="{49CCD4F9-177C-4270-9A14-60236FF377E8}" dt="2026-04-12T12:58:59.706" v="6815" actId="20577"/>
          <ac:spMkLst>
            <pc:docMk/>
            <pc:sldMk cId="3112887342" sldId="297"/>
            <ac:spMk id="31" creationId="{5207241A-D223-CD08-D682-87C375A57794}"/>
          </ac:spMkLst>
        </pc:spChg>
        <pc:spChg chg="add mod">
          <ac:chgData name="昕 许" userId="a2975fcd840abfc3" providerId="LiveId" clId="{49CCD4F9-177C-4270-9A14-60236FF377E8}" dt="2026-04-12T13:17:37.924" v="6917" actId="20577"/>
          <ac:spMkLst>
            <pc:docMk/>
            <pc:sldMk cId="3112887342" sldId="297"/>
            <ac:spMk id="32" creationId="{DF3BDD69-ED58-2B12-FD01-D1A430E8749B}"/>
          </ac:spMkLst>
        </pc:spChg>
        <pc:spChg chg="add mod">
          <ac:chgData name="昕 许" userId="a2975fcd840abfc3" providerId="LiveId" clId="{49CCD4F9-177C-4270-9A14-60236FF377E8}" dt="2026-04-12T12:58:39.256" v="6809" actId="164"/>
          <ac:spMkLst>
            <pc:docMk/>
            <pc:sldMk cId="3112887342" sldId="297"/>
            <ac:spMk id="35" creationId="{6B04640E-B433-04C3-BFC3-FD02B804EAD0}"/>
          </ac:spMkLst>
        </pc:spChg>
        <pc:spChg chg="add mod">
          <ac:chgData name="昕 许" userId="a2975fcd840abfc3" providerId="LiveId" clId="{49CCD4F9-177C-4270-9A14-60236FF377E8}" dt="2026-04-12T13:17:37.924" v="6917" actId="20577"/>
          <ac:spMkLst>
            <pc:docMk/>
            <pc:sldMk cId="3112887342" sldId="297"/>
            <ac:spMk id="36" creationId="{6AEBD7AC-17F5-E33E-492E-72E19D74A438}"/>
          </ac:spMkLst>
        </pc:spChg>
        <pc:spChg chg="del mod">
          <ac:chgData name="昕 许" userId="a2975fcd840abfc3" providerId="LiveId" clId="{49CCD4F9-177C-4270-9A14-60236FF377E8}" dt="2026-04-12T13:11:54.631" v="6866" actId="478"/>
          <ac:spMkLst>
            <pc:docMk/>
            <pc:sldMk cId="3112887342" sldId="297"/>
            <ac:spMk id="46" creationId="{3253340C-9019-D957-CBF1-B354F2C2629D}"/>
          </ac:spMkLst>
        </pc:spChg>
        <pc:spChg chg="mod">
          <ac:chgData name="昕 许" userId="a2975fcd840abfc3" providerId="LiveId" clId="{49CCD4F9-177C-4270-9A14-60236FF377E8}" dt="2026-04-12T12:58:52.818" v="6813" actId="164"/>
          <ac:spMkLst>
            <pc:docMk/>
            <pc:sldMk cId="3112887342" sldId="297"/>
            <ac:spMk id="51" creationId="{E681F816-C18B-1BB2-153C-A7A1570F0BFA}"/>
          </ac:spMkLst>
        </pc:spChg>
        <pc:spChg chg="mod topLvl">
          <ac:chgData name="昕 许" userId="a2975fcd840abfc3" providerId="LiveId" clId="{49CCD4F9-177C-4270-9A14-60236FF377E8}" dt="2026-04-12T13:16:45.931" v="6897" actId="164"/>
          <ac:spMkLst>
            <pc:docMk/>
            <pc:sldMk cId="3112887342" sldId="297"/>
            <ac:spMk id="53" creationId="{ED8FA889-BF4A-186C-CDC6-1C56A4B3E2D0}"/>
          </ac:spMkLst>
        </pc:spChg>
        <pc:spChg chg="mod topLvl">
          <ac:chgData name="昕 许" userId="a2975fcd840abfc3" providerId="LiveId" clId="{49CCD4F9-177C-4270-9A14-60236FF377E8}" dt="2026-04-12T13:16:45.931" v="6897" actId="164"/>
          <ac:spMkLst>
            <pc:docMk/>
            <pc:sldMk cId="3112887342" sldId="297"/>
            <ac:spMk id="54" creationId="{763C5243-C94B-5811-6F59-66488781C706}"/>
          </ac:spMkLst>
        </pc:spChg>
        <pc:spChg chg="mod">
          <ac:chgData name="昕 许" userId="a2975fcd840abfc3" providerId="LiveId" clId="{49CCD4F9-177C-4270-9A14-60236FF377E8}" dt="2026-04-12T12:58:50.012" v="6812" actId="165"/>
          <ac:spMkLst>
            <pc:docMk/>
            <pc:sldMk cId="3112887342" sldId="297"/>
            <ac:spMk id="55" creationId="{4B073C1C-FA82-177D-F902-FFE45372EF52}"/>
          </ac:spMkLst>
        </pc:spChg>
        <pc:spChg chg="mod">
          <ac:chgData name="昕 许" userId="a2975fcd840abfc3" providerId="LiveId" clId="{49CCD4F9-177C-4270-9A14-60236FF377E8}" dt="2026-04-12T12:59:07.495" v="6817" actId="20577"/>
          <ac:spMkLst>
            <pc:docMk/>
            <pc:sldMk cId="3112887342" sldId="297"/>
            <ac:spMk id="56" creationId="{0C68BFB8-17D0-E689-B722-24FB5183DF27}"/>
          </ac:spMkLst>
        </pc:spChg>
        <pc:spChg chg="mod">
          <ac:chgData name="昕 许" userId="a2975fcd840abfc3" providerId="LiveId" clId="{49CCD4F9-177C-4270-9A14-60236FF377E8}" dt="2026-04-12T12:58:50.012" v="6812" actId="165"/>
          <ac:spMkLst>
            <pc:docMk/>
            <pc:sldMk cId="3112887342" sldId="297"/>
            <ac:spMk id="57" creationId="{A5A5609F-5C55-DACA-16A2-65301CF1AEDB}"/>
          </ac:spMkLst>
        </pc:spChg>
        <pc:spChg chg="mod">
          <ac:chgData name="昕 许" userId="a2975fcd840abfc3" providerId="LiveId" clId="{49CCD4F9-177C-4270-9A14-60236FF377E8}" dt="2026-04-12T12:58:50.012" v="6812" actId="165"/>
          <ac:spMkLst>
            <pc:docMk/>
            <pc:sldMk cId="3112887342" sldId="297"/>
            <ac:spMk id="58" creationId="{E9222F70-0820-C1A0-EDAC-D589C1944F5D}"/>
          </ac:spMkLst>
        </pc:spChg>
        <pc:spChg chg="mod">
          <ac:chgData name="昕 许" userId="a2975fcd840abfc3" providerId="LiveId" clId="{49CCD4F9-177C-4270-9A14-60236FF377E8}" dt="2026-04-12T12:59:31.477" v="6829" actId="208"/>
          <ac:spMkLst>
            <pc:docMk/>
            <pc:sldMk cId="3112887342" sldId="297"/>
            <ac:spMk id="59" creationId="{2511DEDC-84D9-A503-8362-AA93277D3EF8}"/>
          </ac:spMkLst>
        </pc:spChg>
        <pc:spChg chg="mod">
          <ac:chgData name="昕 许" userId="a2975fcd840abfc3" providerId="LiveId" clId="{49CCD4F9-177C-4270-9A14-60236FF377E8}" dt="2026-04-12T12:59:26.292" v="6828" actId="208"/>
          <ac:spMkLst>
            <pc:docMk/>
            <pc:sldMk cId="3112887342" sldId="297"/>
            <ac:spMk id="60" creationId="{22B0BB71-B171-532F-BD92-94F2A0F248A5}"/>
          </ac:spMkLst>
        </pc:spChg>
        <pc:spChg chg="mod">
          <ac:chgData name="昕 许" userId="a2975fcd840abfc3" providerId="LiveId" clId="{49CCD4F9-177C-4270-9A14-60236FF377E8}" dt="2026-04-12T13:00:00.568" v="6834" actId="20577"/>
          <ac:spMkLst>
            <pc:docMk/>
            <pc:sldMk cId="3112887342" sldId="297"/>
            <ac:spMk id="62" creationId="{74849665-B80F-5FAF-6C90-CEC3ECE01175}"/>
          </ac:spMkLst>
        </pc:spChg>
        <pc:spChg chg="mod">
          <ac:chgData name="昕 许" userId="a2975fcd840abfc3" providerId="LiveId" clId="{49CCD4F9-177C-4270-9A14-60236FF377E8}" dt="2026-04-12T12:59:42.990" v="6832" actId="208"/>
          <ac:spMkLst>
            <pc:docMk/>
            <pc:sldMk cId="3112887342" sldId="297"/>
            <ac:spMk id="63" creationId="{300F95AD-C8C7-165C-3D38-294FB41583D8}"/>
          </ac:spMkLst>
        </pc:spChg>
        <pc:spChg chg="mod">
          <ac:chgData name="昕 许" userId="a2975fcd840abfc3" providerId="LiveId" clId="{49CCD4F9-177C-4270-9A14-60236FF377E8}" dt="2026-04-12T12:58:50.012" v="6812" actId="165"/>
          <ac:spMkLst>
            <pc:docMk/>
            <pc:sldMk cId="3112887342" sldId="297"/>
            <ac:spMk id="64" creationId="{D54D0B58-1C95-49CD-9858-8A05933CFDA1}"/>
          </ac:spMkLst>
        </pc:spChg>
        <pc:spChg chg="mod topLvl">
          <ac:chgData name="昕 许" userId="a2975fcd840abfc3" providerId="LiveId" clId="{49CCD4F9-177C-4270-9A14-60236FF377E8}" dt="2026-04-12T13:17:17.222" v="6906" actId="1076"/>
          <ac:spMkLst>
            <pc:docMk/>
            <pc:sldMk cId="3112887342" sldId="297"/>
            <ac:spMk id="71" creationId="{B09DAE37-CAA4-638C-C1CC-2DEBA0D7D06C}"/>
          </ac:spMkLst>
        </pc:spChg>
        <pc:spChg chg="mod topLvl">
          <ac:chgData name="昕 许" userId="a2975fcd840abfc3" providerId="LiveId" clId="{49CCD4F9-177C-4270-9A14-60236FF377E8}" dt="2026-04-12T13:12:09.538" v="6871" actId="164"/>
          <ac:spMkLst>
            <pc:docMk/>
            <pc:sldMk cId="3112887342" sldId="297"/>
            <ac:spMk id="76" creationId="{E541DCA7-3B18-A40E-4493-F01FE48F0FFF}"/>
          </ac:spMkLst>
        </pc:spChg>
        <pc:spChg chg="mod topLvl">
          <ac:chgData name="昕 许" userId="a2975fcd840abfc3" providerId="LiveId" clId="{49CCD4F9-177C-4270-9A14-60236FF377E8}" dt="2026-04-12T13:17:07.465" v="6904" actId="1076"/>
          <ac:spMkLst>
            <pc:docMk/>
            <pc:sldMk cId="3112887342" sldId="297"/>
            <ac:spMk id="78" creationId="{95A2A2AE-2508-73A1-CAB9-94A660EA10A6}"/>
          </ac:spMkLst>
        </pc:spChg>
        <pc:spChg chg="mod topLvl">
          <ac:chgData name="昕 许" userId="a2975fcd840abfc3" providerId="LiveId" clId="{49CCD4F9-177C-4270-9A14-60236FF377E8}" dt="2026-04-12T13:17:07.465" v="6904" actId="1076"/>
          <ac:spMkLst>
            <pc:docMk/>
            <pc:sldMk cId="3112887342" sldId="297"/>
            <ac:spMk id="79" creationId="{E21B169F-B7BC-935B-24C3-6DA31EBAE87C}"/>
          </ac:spMkLst>
        </pc:spChg>
        <pc:spChg chg="mod">
          <ac:chgData name="昕 许" userId="a2975fcd840abfc3" providerId="LiveId" clId="{49CCD4F9-177C-4270-9A14-60236FF377E8}" dt="2026-04-12T13:12:06.649" v="6870" actId="165"/>
          <ac:spMkLst>
            <pc:docMk/>
            <pc:sldMk cId="3112887342" sldId="297"/>
            <ac:spMk id="81" creationId="{7E2321DC-25C3-9F87-F678-A02E5B0DEA3D}"/>
          </ac:spMkLst>
        </pc:spChg>
        <pc:spChg chg="mod">
          <ac:chgData name="昕 许" userId="a2975fcd840abfc3" providerId="LiveId" clId="{49CCD4F9-177C-4270-9A14-60236FF377E8}" dt="2026-04-12T13:12:51.175" v="6886" actId="20577"/>
          <ac:spMkLst>
            <pc:docMk/>
            <pc:sldMk cId="3112887342" sldId="297"/>
            <ac:spMk id="83" creationId="{57206088-E87F-B9F9-3FAD-C3A50B818746}"/>
          </ac:spMkLst>
        </pc:spChg>
        <pc:spChg chg="mod">
          <ac:chgData name="昕 许" userId="a2975fcd840abfc3" providerId="LiveId" clId="{49CCD4F9-177C-4270-9A14-60236FF377E8}" dt="2026-04-12T13:00:57.766" v="6851" actId="208"/>
          <ac:spMkLst>
            <pc:docMk/>
            <pc:sldMk cId="3112887342" sldId="297"/>
            <ac:spMk id="87" creationId="{87F29D21-D2B0-124F-75D1-ED08DBD8B32C}"/>
          </ac:spMkLst>
        </pc:spChg>
        <pc:spChg chg="mod">
          <ac:chgData name="昕 许" userId="a2975fcd840abfc3" providerId="LiveId" clId="{49CCD4F9-177C-4270-9A14-60236FF377E8}" dt="2026-04-12T13:12:06.649" v="6870" actId="165"/>
          <ac:spMkLst>
            <pc:docMk/>
            <pc:sldMk cId="3112887342" sldId="297"/>
            <ac:spMk id="88" creationId="{C0840B39-1AB3-1EE2-1601-7DC2CDD3B9E8}"/>
          </ac:spMkLst>
        </pc:spChg>
        <pc:spChg chg="mod">
          <ac:chgData name="昕 许" userId="a2975fcd840abfc3" providerId="LiveId" clId="{49CCD4F9-177C-4270-9A14-60236FF377E8}" dt="2026-04-12T13:12:26.141" v="6877" actId="208"/>
          <ac:spMkLst>
            <pc:docMk/>
            <pc:sldMk cId="3112887342" sldId="297"/>
            <ac:spMk id="89" creationId="{857237A7-E4FB-BED9-8600-96E5577726C4}"/>
          </ac:spMkLst>
        </pc:spChg>
        <pc:spChg chg="mod">
          <ac:chgData name="昕 许" userId="a2975fcd840abfc3" providerId="LiveId" clId="{49CCD4F9-177C-4270-9A14-60236FF377E8}" dt="2026-04-12T13:12:06.649" v="6870" actId="165"/>
          <ac:spMkLst>
            <pc:docMk/>
            <pc:sldMk cId="3112887342" sldId="297"/>
            <ac:spMk id="90" creationId="{0203D333-3255-FAF4-BFD6-05AFF58D3F42}"/>
          </ac:spMkLst>
        </pc:spChg>
        <pc:spChg chg="mod">
          <ac:chgData name="昕 许" userId="a2975fcd840abfc3" providerId="LiveId" clId="{49CCD4F9-177C-4270-9A14-60236FF377E8}" dt="2026-04-12T13:12:06.649" v="6870" actId="165"/>
          <ac:spMkLst>
            <pc:docMk/>
            <pc:sldMk cId="3112887342" sldId="297"/>
            <ac:spMk id="92" creationId="{3FBBDA60-8CD9-B350-0102-70114D4857CB}"/>
          </ac:spMkLst>
        </pc:spChg>
        <pc:spChg chg="del mod">
          <ac:chgData name="昕 许" userId="a2975fcd840abfc3" providerId="LiveId" clId="{49CCD4F9-177C-4270-9A14-60236FF377E8}" dt="2026-04-12T13:11:50.989" v="6864" actId="478"/>
          <ac:spMkLst>
            <pc:docMk/>
            <pc:sldMk cId="3112887342" sldId="297"/>
            <ac:spMk id="104" creationId="{729C98CF-1C9C-E9CE-091C-A426A8C292C8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09" creationId="{4C54C9FE-3104-801D-2CCB-91F003B26B97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11" creationId="{515BE63D-2946-47A0-E525-04004E1ED89A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12" creationId="{0A1A7B0F-7638-D7EA-900F-8DE6E5238EFC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14" creationId="{54B185AC-4A4D-C6F3-ECB9-00AB7535E684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15" creationId="{DD99FC6F-5A9B-8727-6E0E-79E06C92F64C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17" creationId="{2F8C6DD1-EA72-DEB4-58DF-380AD1B960D1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18" creationId="{9E62BD49-1DE1-A332-0C1B-0A193CA9AF8C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20" creationId="{C26BE730-737D-7FE8-E4E3-A0580CA16554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21" creationId="{1D4B540E-B72C-0EB2-C7A7-B5DC54F53475}"/>
          </ac:spMkLst>
        </pc:spChg>
        <pc:spChg chg="mod">
          <ac:chgData name="昕 许" userId="a2975fcd840abfc3" providerId="LiveId" clId="{49CCD4F9-177C-4270-9A14-60236FF377E8}" dt="2026-04-12T13:17:31.656" v="6910" actId="20577"/>
          <ac:spMkLst>
            <pc:docMk/>
            <pc:sldMk cId="3112887342" sldId="297"/>
            <ac:spMk id="122" creationId="{692A0975-1C00-2EE3-FD2E-C5AC4D271C78}"/>
          </ac:spMkLst>
        </pc:spChg>
        <pc:spChg chg="add mod">
          <ac:chgData name="昕 许" userId="a2975fcd840abfc3" providerId="LiveId" clId="{49CCD4F9-177C-4270-9A14-60236FF377E8}" dt="2026-04-12T13:17:07.465" v="6904" actId="1076"/>
          <ac:spMkLst>
            <pc:docMk/>
            <pc:sldMk cId="3112887342" sldId="297"/>
            <ac:spMk id="125" creationId="{269DEBF1-55C1-F49D-A6DB-09C350320A37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37" creationId="{02818F77-4EB2-E621-6377-71FA4F8418A6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38" creationId="{BE4B2E58-0883-8CEA-D693-FB7FCD9161F8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39" creationId="{D4F1AE0C-98ED-E150-E6F7-724DA5A7AC54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40" creationId="{D22062D4-8E9D-2459-1AE1-2F90903503F1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41" creationId="{73D7C44C-1DE9-E469-6AEE-9BA758D976FE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43" creationId="{A7B4B103-4120-FB10-4ED4-3A8581D2FD3A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44" creationId="{0DE8C72B-F050-88A1-EAEF-5971E505FBB4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45" creationId="{02AABE3A-1B78-5CB3-9DD0-3056712FFAC5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46" creationId="{10F94D6E-670F-4004-0367-833C166F106B}"/>
          </ac:spMkLst>
        </pc:spChg>
        <pc:spChg chg="mod">
          <ac:chgData name="昕 许" userId="a2975fcd840abfc3" providerId="LiveId" clId="{49CCD4F9-177C-4270-9A14-60236FF377E8}" dt="2026-04-12T13:13:18.816" v="6890"/>
          <ac:spMkLst>
            <pc:docMk/>
            <pc:sldMk cId="3112887342" sldId="297"/>
            <ac:spMk id="147" creationId="{0BA69D54-0FD5-FE86-F1E7-6093B47937A1}"/>
          </ac:spMkLst>
        </pc:spChg>
        <pc:spChg chg="add mod">
          <ac:chgData name="昕 许" userId="a2975fcd840abfc3" providerId="LiveId" clId="{49CCD4F9-177C-4270-9A14-60236FF377E8}" dt="2026-04-12T13:18:08.911" v="6921" actId="1076"/>
          <ac:spMkLst>
            <pc:docMk/>
            <pc:sldMk cId="3112887342" sldId="297"/>
            <ac:spMk id="152" creationId="{ED04941C-C2DB-B7D7-5EBD-32964ED936D7}"/>
          </ac:spMkLst>
        </pc:spChg>
        <pc:spChg chg="add mod">
          <ac:chgData name="昕 许" userId="a2975fcd840abfc3" providerId="LiveId" clId="{49CCD4F9-177C-4270-9A14-60236FF377E8}" dt="2026-04-12T13:20:23.205" v="6931" actId="1076"/>
          <ac:spMkLst>
            <pc:docMk/>
            <pc:sldMk cId="3112887342" sldId="297"/>
            <ac:spMk id="154" creationId="{ABF54BDC-31E1-E507-F17A-018CD00FE85F}"/>
          </ac:spMkLst>
        </pc:spChg>
        <pc:spChg chg="add mod">
          <ac:chgData name="昕 许" userId="a2975fcd840abfc3" providerId="LiveId" clId="{49CCD4F9-177C-4270-9A14-60236FF377E8}" dt="2026-04-12T13:20:06.272" v="6926"/>
          <ac:spMkLst>
            <pc:docMk/>
            <pc:sldMk cId="3112887342" sldId="297"/>
            <ac:spMk id="155" creationId="{E6FB9999-06F1-3013-E90F-E62E1B9DA14A}"/>
          </ac:spMkLst>
        </pc:spChg>
        <pc:spChg chg="add mod">
          <ac:chgData name="昕 许" userId="a2975fcd840abfc3" providerId="LiveId" clId="{49CCD4F9-177C-4270-9A14-60236FF377E8}" dt="2026-04-12T13:20:31.728" v="6933" actId="1076"/>
          <ac:spMkLst>
            <pc:docMk/>
            <pc:sldMk cId="3112887342" sldId="297"/>
            <ac:spMk id="156" creationId="{34138344-0815-3528-EF68-A4EF18B82EE1}"/>
          </ac:spMkLst>
        </pc:spChg>
        <pc:spChg chg="add mod">
          <ac:chgData name="昕 许" userId="a2975fcd840abfc3" providerId="LiveId" clId="{49CCD4F9-177C-4270-9A14-60236FF377E8}" dt="2026-04-12T13:20:36.356" v="6935" actId="1076"/>
          <ac:spMkLst>
            <pc:docMk/>
            <pc:sldMk cId="3112887342" sldId="297"/>
            <ac:spMk id="157" creationId="{D47695D2-E224-02FD-F271-A4DF0A5F5BB8}"/>
          </ac:spMkLst>
        </pc:spChg>
        <pc:spChg chg="add mod">
          <ac:chgData name="昕 许" userId="a2975fcd840abfc3" providerId="LiveId" clId="{49CCD4F9-177C-4270-9A14-60236FF377E8}" dt="2026-04-12T13:20:43.001" v="6937" actId="1076"/>
          <ac:spMkLst>
            <pc:docMk/>
            <pc:sldMk cId="3112887342" sldId="297"/>
            <ac:spMk id="158" creationId="{9DE1A8E8-82DA-1506-1441-C69F67D324D4}"/>
          </ac:spMkLst>
        </pc:spChg>
        <pc:grpChg chg="add del mod">
          <ac:chgData name="昕 许" userId="a2975fcd840abfc3" providerId="LiveId" clId="{49CCD4F9-177C-4270-9A14-60236FF377E8}" dt="2026-04-12T12:58:39.256" v="6809" actId="164"/>
          <ac:grpSpMkLst>
            <pc:docMk/>
            <pc:sldMk cId="3112887342" sldId="297"/>
            <ac:grpSpMk id="2" creationId="{3F4D13AB-F1CE-8AF1-6496-7CA8509E097C}"/>
          </ac:grpSpMkLst>
        </pc:grpChg>
        <pc:grpChg chg="del">
          <ac:chgData name="昕 许" userId="a2975fcd840abfc3" providerId="LiveId" clId="{49CCD4F9-177C-4270-9A14-60236FF377E8}" dt="2026-04-12T12:55:26.136" v="6718" actId="478"/>
          <ac:grpSpMkLst>
            <pc:docMk/>
            <pc:sldMk cId="3112887342" sldId="297"/>
            <ac:grpSpMk id="5" creationId="{E171029E-75CA-B086-011C-FDEECCDE4515}"/>
          </ac:grpSpMkLst>
        </pc:grpChg>
        <pc:grpChg chg="del">
          <ac:chgData name="昕 许" userId="a2975fcd840abfc3" providerId="LiveId" clId="{49CCD4F9-177C-4270-9A14-60236FF377E8}" dt="2026-04-12T12:55:26.136" v="6718" actId="478"/>
          <ac:grpSpMkLst>
            <pc:docMk/>
            <pc:sldMk cId="3112887342" sldId="297"/>
            <ac:grpSpMk id="8" creationId="{47877E45-5DC0-34F6-25EE-90386B533361}"/>
          </ac:grpSpMkLst>
        </pc:grpChg>
        <pc:grpChg chg="del">
          <ac:chgData name="昕 许" userId="a2975fcd840abfc3" providerId="LiveId" clId="{49CCD4F9-177C-4270-9A14-60236FF377E8}" dt="2026-04-12T12:55:26.136" v="6718" actId="478"/>
          <ac:grpSpMkLst>
            <pc:docMk/>
            <pc:sldMk cId="3112887342" sldId="297"/>
            <ac:grpSpMk id="12" creationId="{5DC6E6E9-E7B2-38F8-97A5-EE9BDAFDBAE3}"/>
          </ac:grpSpMkLst>
        </pc:grpChg>
        <pc:grpChg chg="del mod">
          <ac:chgData name="昕 许" userId="a2975fcd840abfc3" providerId="LiveId" clId="{49CCD4F9-177C-4270-9A14-60236FF377E8}" dt="2026-04-12T12:55:26.136" v="6718" actId="478"/>
          <ac:grpSpMkLst>
            <pc:docMk/>
            <pc:sldMk cId="3112887342" sldId="297"/>
            <ac:grpSpMk id="15" creationId="{352B689D-89BB-0621-EE96-FE7DD9D2ECA8}"/>
          </ac:grpSpMkLst>
        </pc:grpChg>
        <pc:grpChg chg="add mod">
          <ac:chgData name="昕 许" userId="a2975fcd840abfc3" providerId="LiveId" clId="{49CCD4F9-177C-4270-9A14-60236FF377E8}" dt="2026-04-12T12:58:39.256" v="6809" actId="164"/>
          <ac:grpSpMkLst>
            <pc:docMk/>
            <pc:sldMk cId="3112887342" sldId="297"/>
            <ac:grpSpMk id="20" creationId="{2E45C585-503D-64F6-B663-B206551FA7FC}"/>
          </ac:grpSpMkLst>
        </pc:grpChg>
        <pc:grpChg chg="add mod">
          <ac:chgData name="昕 许" userId="a2975fcd840abfc3" providerId="LiveId" clId="{49CCD4F9-177C-4270-9A14-60236FF377E8}" dt="2026-04-12T12:58:39.256" v="6809" actId="164"/>
          <ac:grpSpMkLst>
            <pc:docMk/>
            <pc:sldMk cId="3112887342" sldId="297"/>
            <ac:grpSpMk id="23" creationId="{FAE5C5D8-07EE-0A99-306D-D46EFC7BFEA8}"/>
          </ac:grpSpMkLst>
        </pc:grpChg>
        <pc:grpChg chg="add mod">
          <ac:chgData name="昕 许" userId="a2975fcd840abfc3" providerId="LiveId" clId="{49CCD4F9-177C-4270-9A14-60236FF377E8}" dt="2026-04-12T12:58:39.256" v="6809" actId="164"/>
          <ac:grpSpMkLst>
            <pc:docMk/>
            <pc:sldMk cId="3112887342" sldId="297"/>
            <ac:grpSpMk id="26" creationId="{7494E0D5-78B3-7559-6C1C-8AA015A40D99}"/>
          </ac:grpSpMkLst>
        </pc:grpChg>
        <pc:grpChg chg="add mod">
          <ac:chgData name="昕 许" userId="a2975fcd840abfc3" providerId="LiveId" clId="{49CCD4F9-177C-4270-9A14-60236FF377E8}" dt="2026-04-12T12:58:39.256" v="6809" actId="164"/>
          <ac:grpSpMkLst>
            <pc:docMk/>
            <pc:sldMk cId="3112887342" sldId="297"/>
            <ac:grpSpMk id="29" creationId="{519816BE-BE85-FEF9-54E4-D53597F068E5}"/>
          </ac:grpSpMkLst>
        </pc:grpChg>
        <pc:grpChg chg="add mod">
          <ac:chgData name="昕 许" userId="a2975fcd840abfc3" providerId="LiveId" clId="{49CCD4F9-177C-4270-9A14-60236FF377E8}" dt="2026-04-12T13:18:08.911" v="6921" actId="1076"/>
          <ac:grpSpMkLst>
            <pc:docMk/>
            <pc:sldMk cId="3112887342" sldId="297"/>
            <ac:grpSpMk id="42" creationId="{93FF95A9-5747-05FC-99F9-FB33C7635F8D}"/>
          </ac:grpSpMkLst>
        </pc:grpChg>
        <pc:grpChg chg="mod">
          <ac:chgData name="昕 许" userId="a2975fcd840abfc3" providerId="LiveId" clId="{49CCD4F9-177C-4270-9A14-60236FF377E8}" dt="2026-04-12T12:58:45.798" v="6811" actId="1076"/>
          <ac:grpSpMkLst>
            <pc:docMk/>
            <pc:sldMk cId="3112887342" sldId="297"/>
            <ac:grpSpMk id="43" creationId="{B84DD5DC-5A14-816D-A123-F45508C1C2DA}"/>
          </ac:grpSpMkLst>
        </pc:grpChg>
        <pc:grpChg chg="mod">
          <ac:chgData name="昕 许" userId="a2975fcd840abfc3" providerId="LiveId" clId="{49CCD4F9-177C-4270-9A14-60236FF377E8}" dt="2026-04-12T13:16:45.931" v="6897" actId="164"/>
          <ac:grpSpMkLst>
            <pc:docMk/>
            <pc:sldMk cId="3112887342" sldId="297"/>
            <ac:grpSpMk id="45" creationId="{56BA0361-5DBA-7BFF-A3B0-467A36B7D508}"/>
          </ac:grpSpMkLst>
        </pc:grpChg>
        <pc:grpChg chg="mod">
          <ac:chgData name="昕 许" userId="a2975fcd840abfc3" providerId="LiveId" clId="{49CCD4F9-177C-4270-9A14-60236FF377E8}" dt="2026-04-12T13:16:45.931" v="6897" actId="164"/>
          <ac:grpSpMkLst>
            <pc:docMk/>
            <pc:sldMk cId="3112887342" sldId="297"/>
            <ac:grpSpMk id="47" creationId="{B8F112E8-C0D4-1911-7196-41FF7550FDB2}"/>
          </ac:grpSpMkLst>
        </pc:grpChg>
        <pc:grpChg chg="mod">
          <ac:chgData name="昕 许" userId="a2975fcd840abfc3" providerId="LiveId" clId="{49CCD4F9-177C-4270-9A14-60236FF377E8}" dt="2026-04-12T13:16:45.931" v="6897" actId="164"/>
          <ac:grpSpMkLst>
            <pc:docMk/>
            <pc:sldMk cId="3112887342" sldId="297"/>
            <ac:grpSpMk id="48" creationId="{F8380B9D-A51A-F9A1-7E22-53C01D048B77}"/>
          </ac:grpSpMkLst>
        </pc:grpChg>
        <pc:grpChg chg="mod">
          <ac:chgData name="昕 许" userId="a2975fcd840abfc3" providerId="LiveId" clId="{49CCD4F9-177C-4270-9A14-60236FF377E8}" dt="2026-04-12T13:16:45.931" v="6897" actId="164"/>
          <ac:grpSpMkLst>
            <pc:docMk/>
            <pc:sldMk cId="3112887342" sldId="297"/>
            <ac:grpSpMk id="49" creationId="{8D89D3E1-9249-BE57-F672-C1864BE24273}"/>
          </ac:grpSpMkLst>
        </pc:grpChg>
        <pc:grpChg chg="mod">
          <ac:chgData name="昕 许" userId="a2975fcd840abfc3" providerId="LiveId" clId="{49CCD4F9-177C-4270-9A14-60236FF377E8}" dt="2026-04-12T13:16:45.931" v="6897" actId="164"/>
          <ac:grpSpMkLst>
            <pc:docMk/>
            <pc:sldMk cId="3112887342" sldId="297"/>
            <ac:grpSpMk id="50" creationId="{9D7657DD-6C74-3ACA-B333-89EC313DB4EC}"/>
          </ac:grpSpMkLst>
        </pc:grpChg>
        <pc:grpChg chg="add mod">
          <ac:chgData name="昕 许" userId="a2975fcd840abfc3" providerId="LiveId" clId="{49CCD4F9-177C-4270-9A14-60236FF377E8}" dt="2026-04-12T13:16:45.931" v="6897" actId="164"/>
          <ac:grpSpMkLst>
            <pc:docMk/>
            <pc:sldMk cId="3112887342" sldId="297"/>
            <ac:grpSpMk id="65" creationId="{0AD8D8C3-9A3C-CBD5-9FFC-A7C34FBBC9C9}"/>
          </ac:grpSpMkLst>
        </pc:grpChg>
        <pc:grpChg chg="mod">
          <ac:chgData name="昕 许" userId="a2975fcd840abfc3" providerId="LiveId" clId="{49CCD4F9-177C-4270-9A14-60236FF377E8}" dt="2026-04-12T13:11:45.768" v="6862" actId="1076"/>
          <ac:grpSpMkLst>
            <pc:docMk/>
            <pc:sldMk cId="3112887342" sldId="297"/>
            <ac:grpSpMk id="68" creationId="{65D1A280-E6ED-38BA-A60C-D30A55D5D77D}"/>
          </ac:grpSpMkLst>
        </pc:grpChg>
        <pc:grpChg chg="mod">
          <ac:chgData name="昕 许" userId="a2975fcd840abfc3" providerId="LiveId" clId="{49CCD4F9-177C-4270-9A14-60236FF377E8}" dt="2026-04-12T13:17:07.465" v="6904" actId="1076"/>
          <ac:grpSpMkLst>
            <pc:docMk/>
            <pc:sldMk cId="3112887342" sldId="297"/>
            <ac:grpSpMk id="72" creationId="{EDFC3975-F766-B3C9-5D59-A7734C34F481}"/>
          </ac:grpSpMkLst>
        </pc:grpChg>
        <pc:grpChg chg="mod">
          <ac:chgData name="昕 许" userId="a2975fcd840abfc3" providerId="LiveId" clId="{49CCD4F9-177C-4270-9A14-60236FF377E8}" dt="2026-04-12T13:17:07.465" v="6904" actId="1076"/>
          <ac:grpSpMkLst>
            <pc:docMk/>
            <pc:sldMk cId="3112887342" sldId="297"/>
            <ac:grpSpMk id="73" creationId="{B912E3F7-D08A-F293-D2EB-AC99B3BFCF1E}"/>
          </ac:grpSpMkLst>
        </pc:grpChg>
        <pc:grpChg chg="mod">
          <ac:chgData name="昕 许" userId="a2975fcd840abfc3" providerId="LiveId" clId="{49CCD4F9-177C-4270-9A14-60236FF377E8}" dt="2026-04-12T13:17:07.465" v="6904" actId="1076"/>
          <ac:grpSpMkLst>
            <pc:docMk/>
            <pc:sldMk cId="3112887342" sldId="297"/>
            <ac:grpSpMk id="75" creationId="{DD053B29-5119-96A2-2EC2-E1B96DEC9BCF}"/>
          </ac:grpSpMkLst>
        </pc:grpChg>
        <pc:grpChg chg="del mod">
          <ac:chgData name="昕 许" userId="a2975fcd840abfc3" providerId="LiveId" clId="{49CCD4F9-177C-4270-9A14-60236FF377E8}" dt="2026-04-12T12:54:49.738" v="6691" actId="478"/>
          <ac:grpSpMkLst>
            <pc:docMk/>
            <pc:sldMk cId="3112887342" sldId="297"/>
            <ac:grpSpMk id="84" creationId="{8334FB7F-C0E9-F2B0-08D6-B8C6B893EDC0}"/>
          </ac:grpSpMkLst>
        </pc:grpChg>
        <pc:grpChg chg="mod">
          <ac:chgData name="昕 许" userId="a2975fcd840abfc3" providerId="LiveId" clId="{49CCD4F9-177C-4270-9A14-60236FF377E8}" dt="2026-04-12T13:17:07.465" v="6904" actId="1076"/>
          <ac:grpSpMkLst>
            <pc:docMk/>
            <pc:sldMk cId="3112887342" sldId="297"/>
            <ac:grpSpMk id="101" creationId="{55EF1A0B-1E7B-35E4-9DC4-0D5171DF721C}"/>
          </ac:grpSpMkLst>
        </pc:grpChg>
        <pc:grpChg chg="add mod">
          <ac:chgData name="昕 许" userId="a2975fcd840abfc3" providerId="LiveId" clId="{49CCD4F9-177C-4270-9A14-60236FF377E8}" dt="2026-04-12T13:17:07.465" v="6904" actId="1076"/>
          <ac:grpSpMkLst>
            <pc:docMk/>
            <pc:sldMk cId="3112887342" sldId="297"/>
            <ac:grpSpMk id="124" creationId="{899EE800-6CD8-DB40-F380-CDBD3A344513}"/>
          </ac:grpSpMkLst>
        </pc:grpChg>
        <pc:grpChg chg="del mod">
          <ac:chgData name="昕 许" userId="a2975fcd840abfc3" providerId="LiveId" clId="{49CCD4F9-177C-4270-9A14-60236FF377E8}" dt="2026-04-12T13:16:37.267" v="6893" actId="478"/>
          <ac:grpSpMkLst>
            <pc:docMk/>
            <pc:sldMk cId="3112887342" sldId="297"/>
            <ac:grpSpMk id="127" creationId="{B443BDB3-329D-FFC3-9FED-53844F38FFC3}"/>
          </ac:grpSpMkLst>
        </pc:grpChg>
        <pc:grpChg chg="add mod">
          <ac:chgData name="昕 许" userId="a2975fcd840abfc3" providerId="LiveId" clId="{49CCD4F9-177C-4270-9A14-60236FF377E8}" dt="2026-04-12T13:18:08.911" v="6921" actId="1076"/>
          <ac:grpSpMkLst>
            <pc:docMk/>
            <pc:sldMk cId="3112887342" sldId="297"/>
            <ac:grpSpMk id="150" creationId="{223A93A6-0539-AF49-30FC-13A7A8E440E1}"/>
          </ac:grpSpMkLst>
        </pc:grpChg>
        <pc:cxnChg chg="add mod">
          <ac:chgData name="昕 许" userId="a2975fcd840abfc3" providerId="LiveId" clId="{49CCD4F9-177C-4270-9A14-60236FF377E8}" dt="2026-04-12T12:56:23.764" v="6746" actId="208"/>
          <ac:cxnSpMkLst>
            <pc:docMk/>
            <pc:sldMk cId="3112887342" sldId="297"/>
            <ac:cxnSpMk id="34" creationId="{93DDA007-135D-9071-D42F-21DE5CAEF4E6}"/>
          </ac:cxnSpMkLst>
        </pc:cxnChg>
        <pc:cxnChg chg="add del mod ord">
          <ac:chgData name="昕 许" userId="a2975fcd840abfc3" providerId="LiveId" clId="{49CCD4F9-177C-4270-9A14-60236FF377E8}" dt="2026-04-12T13:17:35.383" v="6913" actId="478"/>
          <ac:cxnSpMkLst>
            <pc:docMk/>
            <pc:sldMk cId="3112887342" sldId="297"/>
            <ac:cxnSpMk id="37" creationId="{6F37DC7D-1172-7908-65B4-88B055E16CD1}"/>
          </ac:cxnSpMkLst>
        </pc:cxnChg>
        <pc:cxnChg chg="mod">
          <ac:chgData name="昕 许" userId="a2975fcd840abfc3" providerId="LiveId" clId="{49CCD4F9-177C-4270-9A14-60236FF377E8}" dt="2026-04-12T13:16:45.931" v="6897" actId="164"/>
          <ac:cxnSpMkLst>
            <pc:docMk/>
            <pc:sldMk cId="3112887342" sldId="297"/>
            <ac:cxnSpMk id="44" creationId="{1234FBBE-A717-5D78-A101-072DC48BC760}"/>
          </ac:cxnSpMkLst>
        </pc:cxnChg>
        <pc:cxnChg chg="mod">
          <ac:chgData name="昕 许" userId="a2975fcd840abfc3" providerId="LiveId" clId="{49CCD4F9-177C-4270-9A14-60236FF377E8}" dt="2026-04-12T12:58:52.818" v="6813" actId="164"/>
          <ac:cxnSpMkLst>
            <pc:docMk/>
            <pc:sldMk cId="3112887342" sldId="297"/>
            <ac:cxnSpMk id="52" creationId="{2A949FED-1891-1A0B-0490-13F624C722AE}"/>
          </ac:cxnSpMkLst>
        </pc:cxnChg>
        <pc:cxnChg chg="del mod">
          <ac:chgData name="昕 许" userId="a2975fcd840abfc3" providerId="LiveId" clId="{49CCD4F9-177C-4270-9A14-60236FF377E8}" dt="2026-04-12T13:12:02.133" v="6869" actId="478"/>
          <ac:cxnSpMkLst>
            <pc:docMk/>
            <pc:sldMk cId="3112887342" sldId="297"/>
            <ac:cxnSpMk id="69" creationId="{5C3C4BBF-4A28-628F-0C6E-1247854C6DED}"/>
          </ac:cxnSpMkLst>
        </pc:cxnChg>
        <pc:cxnChg chg="mod">
          <ac:chgData name="昕 许" userId="a2975fcd840abfc3" providerId="LiveId" clId="{49CCD4F9-177C-4270-9A14-60236FF377E8}" dt="2026-04-12T13:12:09.538" v="6871" actId="164"/>
          <ac:cxnSpMkLst>
            <pc:docMk/>
            <pc:sldMk cId="3112887342" sldId="297"/>
            <ac:cxnSpMk id="77" creationId="{99CB0113-3B94-9E52-CB9A-1FEB30D7D18D}"/>
          </ac:cxnSpMkLst>
        </pc:cxnChg>
        <pc:cxnChg chg="add del mod">
          <ac:chgData name="昕 许" userId="a2975fcd840abfc3" providerId="LiveId" clId="{49CCD4F9-177C-4270-9A14-60236FF377E8}" dt="2026-04-12T13:16:43.126" v="6895" actId="478"/>
          <ac:cxnSpMkLst>
            <pc:docMk/>
            <pc:sldMk cId="3112887342" sldId="297"/>
            <ac:cxnSpMk id="93" creationId="{A6F8C458-3747-D3A9-7A3C-08ED57D7BACD}"/>
          </ac:cxnSpMkLst>
        </pc:cxnChg>
        <pc:cxnChg chg="add del mod">
          <ac:chgData name="昕 许" userId="a2975fcd840abfc3" providerId="LiveId" clId="{49CCD4F9-177C-4270-9A14-60236FF377E8}" dt="2026-04-12T13:16:43.661" v="6896" actId="478"/>
          <ac:cxnSpMkLst>
            <pc:docMk/>
            <pc:sldMk cId="3112887342" sldId="297"/>
            <ac:cxnSpMk id="99" creationId="{C3FCC0FA-EFF4-5A69-BF24-17258A54C474}"/>
          </ac:cxnSpMkLst>
        </pc:cxnChg>
        <pc:cxnChg chg="mod">
          <ac:chgData name="昕 许" userId="a2975fcd840abfc3" providerId="LiveId" clId="{49CCD4F9-177C-4270-9A14-60236FF377E8}" dt="2026-04-12T13:16:31.076" v="6892" actId="14100"/>
          <ac:cxnSpMkLst>
            <pc:docMk/>
            <pc:sldMk cId="3112887342" sldId="297"/>
            <ac:cxnSpMk id="102" creationId="{BB19F295-5EC0-D934-D7DA-F9E66E5FC29A}"/>
          </ac:cxnSpMkLst>
        </pc:cxnChg>
        <pc:cxnChg chg="add mod">
          <ac:chgData name="昕 许" userId="a2975fcd840abfc3" providerId="LiveId" clId="{49CCD4F9-177C-4270-9A14-60236FF377E8}" dt="2026-04-12T13:13:11.451" v="6889" actId="1076"/>
          <ac:cxnSpMkLst>
            <pc:docMk/>
            <pc:sldMk cId="3112887342" sldId="297"/>
            <ac:cxnSpMk id="126" creationId="{864DDD46-1E13-7122-EA4E-9F2E37A89EBA}"/>
          </ac:cxnSpMkLst>
        </pc:cxnChg>
        <pc:cxnChg chg="mod">
          <ac:chgData name="昕 许" userId="a2975fcd840abfc3" providerId="LiveId" clId="{49CCD4F9-177C-4270-9A14-60236FF377E8}" dt="2026-04-12T13:16:37.267" v="6893" actId="478"/>
          <ac:cxnSpMkLst>
            <pc:docMk/>
            <pc:sldMk cId="3112887342" sldId="297"/>
            <ac:cxnSpMk id="128" creationId="{D4D3EC8A-79C4-C846-4B68-53C22B9AF6BC}"/>
          </ac:cxnSpMkLst>
        </pc:cxnChg>
        <pc:cxnChg chg="mod">
          <ac:chgData name="昕 许" userId="a2975fcd840abfc3" providerId="LiveId" clId="{49CCD4F9-177C-4270-9A14-60236FF377E8}" dt="2026-04-12T13:16:37.267" v="6893" actId="478"/>
          <ac:cxnSpMkLst>
            <pc:docMk/>
            <pc:sldMk cId="3112887342" sldId="297"/>
            <ac:cxnSpMk id="135" creationId="{C43ED043-97FE-8D11-4D57-03DE2CD5E6D6}"/>
          </ac:cxnSpMkLst>
        </pc:cxnChg>
        <pc:cxnChg chg="mod">
          <ac:chgData name="昕 许" userId="a2975fcd840abfc3" providerId="LiveId" clId="{49CCD4F9-177C-4270-9A14-60236FF377E8}" dt="2026-04-12T13:18:08.911" v="6921" actId="1076"/>
          <ac:cxnSpMkLst>
            <pc:docMk/>
            <pc:sldMk cId="3112887342" sldId="297"/>
            <ac:cxnSpMk id="148" creationId="{23801E88-3A4A-9E31-01CC-A88F8BFAEA2D}"/>
          </ac:cxnSpMkLst>
        </pc:cxnChg>
        <pc:cxnChg chg="add mod">
          <ac:chgData name="昕 许" userId="a2975fcd840abfc3" providerId="LiveId" clId="{49CCD4F9-177C-4270-9A14-60236FF377E8}" dt="2026-04-12T13:18:08.911" v="6921" actId="1076"/>
          <ac:cxnSpMkLst>
            <pc:docMk/>
            <pc:sldMk cId="3112887342" sldId="297"/>
            <ac:cxnSpMk id="151" creationId="{DD08DDB6-D7C9-B7F5-26C9-912AB2BEAF8B}"/>
          </ac:cxnSpMkLst>
        </pc:cxnChg>
      </pc:sldChg>
      <pc:sldChg chg="addSp delSp modSp add mod">
        <pc:chgData name="昕 许" userId="a2975fcd840abfc3" providerId="LiveId" clId="{49CCD4F9-177C-4270-9A14-60236FF377E8}" dt="2026-04-08T02:11:21.642" v="6386" actId="478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">
        <pc:chgData name="昕 许" userId="a2975fcd840abfc3" providerId="LiveId" clId="{49CCD4F9-177C-4270-9A14-60236FF377E8}" dt="2026-04-08T02:16:03.829" v="6539" actId="14100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08T02:14:28.408" v="6491" actId="164"/>
          <ac:spMkLst>
            <pc:docMk/>
            <pc:sldMk cId="2087942255" sldId="299"/>
            <ac:spMk id="4" creationId="{0459DF52-F3BC-9895-E7A5-87F7941D9165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" creationId="{A3E4FC68-31D0-CAEB-1C3E-5874BD9014EC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7" creationId="{A53CCB03-81AF-2E11-2B14-7A344AC26D59}"/>
          </ac:spMkLst>
        </pc:spChg>
        <pc:spChg chg="add mod">
          <ac:chgData name="昕 许" userId="a2975fcd840abfc3" providerId="LiveId" clId="{49CCD4F9-177C-4270-9A14-60236FF377E8}" dt="2026-04-08T02:13:49.211" v="6435" actId="1076"/>
          <ac:spMkLst>
            <pc:docMk/>
            <pc:sldMk cId="2087942255" sldId="299"/>
            <ac:spMk id="28" creationId="{1433307C-B519-F500-4C3D-C241FC14592E}"/>
          </ac:spMkLst>
        </pc:spChg>
        <pc:spChg chg="add mod">
          <ac:chgData name="昕 许" userId="a2975fcd840abfc3" providerId="LiveId" clId="{49CCD4F9-177C-4270-9A14-60236FF377E8}" dt="2026-04-08T02:15:27.593" v="6538" actId="1076"/>
          <ac:spMkLst>
            <pc:docMk/>
            <pc:sldMk cId="2087942255" sldId="299"/>
            <ac:spMk id="30" creationId="{3FEC2684-F8F6-77E5-8A0A-E358D6441BBD}"/>
          </ac:spMkLst>
        </pc:spChg>
        <pc:spChg chg="add mod">
          <ac:chgData name="昕 许" userId="a2975fcd840abfc3" providerId="LiveId" clId="{49CCD4F9-177C-4270-9A14-60236FF377E8}" dt="2026-04-08T02:14:34.074" v="6493" actId="208"/>
          <ac:spMkLst>
            <pc:docMk/>
            <pc:sldMk cId="2087942255" sldId="299"/>
            <ac:spMk id="31" creationId="{8990F44E-4BB4-D351-805C-97F3AA80C3CB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3" creationId="{90B59C30-26D5-392E-D0EF-C88DFD86A88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7" creationId="{7C16D5E4-3A07-7405-47DD-AA497363ECD8}"/>
          </ac:spMkLst>
        </pc:spChg>
        <pc:spChg chg="add del mod">
          <ac:chgData name="昕 许" userId="a2975fcd840abfc3" providerId="LiveId" clId="{49CCD4F9-177C-4270-9A14-60236FF377E8}" dt="2026-04-08T02:13:41.343" v="6433" actId="1076"/>
          <ac:spMkLst>
            <pc:docMk/>
            <pc:sldMk cId="2087942255" sldId="299"/>
            <ac:spMk id="41" creationId="{B3CFC016-6951-70B6-69FF-18978C9F632C}"/>
          </ac:spMkLst>
        </pc:spChg>
        <pc:spChg chg="add mod">
          <ac:chgData name="昕 许" userId="a2975fcd840abfc3" providerId="LiveId" clId="{49CCD4F9-177C-4270-9A14-60236FF377E8}" dt="2026-04-08T02:15:21.843" v="6525" actId="20577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0" creationId="{E6CB7FDD-DDF3-843B-0FB0-9D027FBD5B2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3" creationId="{61B926F5-6E38-CC30-E4B3-9B97C99A383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7" creationId="{2CF31388-1CCB-A5B7-2089-3C98DCCC122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8" creationId="{673BEBC7-1246-3978-18E0-AE2095B41642}"/>
          </ac:spMkLst>
        </pc:s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3" creationId="{6393215C-73F5-D39B-47C8-F5E031F29CC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29" creationId="{94506944-F2C3-FF52-EC20-FD301A0BF142}"/>
          </ac:grpSpMkLst>
        </pc:grpChg>
        <pc:grpChg chg="add mod">
          <ac:chgData name="昕 许" userId="a2975fcd840abfc3" providerId="LiveId" clId="{49CCD4F9-177C-4270-9A14-60236FF377E8}" dt="2026-04-08T02:14:30.159" v="6492" actId="1076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08T02:14:53.421" v="6514" actId="1076"/>
          <ac:grpSpMkLst>
            <pc:docMk/>
            <pc:sldMk cId="2087942255" sldId="299"/>
            <ac:grpSpMk id="66" creationId="{F06FB169-EFD3-5D08-ED8D-7392275729E2}"/>
          </ac:grpSpMkLst>
        </pc:grpChg>
        <pc:cxnChg chg="add mod">
          <ac:chgData name="昕 许" userId="a2975fcd840abfc3" providerId="LiveId" clId="{49CCD4F9-177C-4270-9A14-60236FF377E8}" dt="2026-04-08T02:16:03.829" v="6539" actId="14100"/>
          <ac:cxnSpMkLst>
            <pc:docMk/>
            <pc:sldMk cId="2087942255" sldId="299"/>
            <ac:cxnSpMk id="8" creationId="{B289958C-7B97-AF46-361A-45CCFC2DA484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1.png"/><Relationship Id="rId3" Type="http://schemas.openxmlformats.org/officeDocument/2006/relationships/image" Target="../media/image91.png"/><Relationship Id="rId7" Type="http://schemas.openxmlformats.org/officeDocument/2006/relationships/image" Target="../media/image110.png"/><Relationship Id="rId12" Type="http://schemas.openxmlformats.org/officeDocument/2006/relationships/image" Target="../media/image16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0" Type="http://schemas.openxmlformats.org/officeDocument/2006/relationships/image" Target="../media/image140.png"/><Relationship Id="rId4" Type="http://schemas.openxmlformats.org/officeDocument/2006/relationships/image" Target="../media/image101.png"/><Relationship Id="rId9" Type="http://schemas.openxmlformats.org/officeDocument/2006/relationships/image" Target="../media/image130.png"/><Relationship Id="rId14" Type="http://schemas.openxmlformats.org/officeDocument/2006/relationships/image" Target="../media/image18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5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3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4D2C8253-070C-2815-1438-1CAB507650EB}"/>
              </a:ext>
            </a:extLst>
          </p:cNvPr>
          <p:cNvGrpSpPr/>
          <p:nvPr/>
        </p:nvGrpSpPr>
        <p:grpSpPr>
          <a:xfrm>
            <a:off x="3381538" y="2710760"/>
            <a:ext cx="379848" cy="317132"/>
            <a:chOff x="2958207" y="3499218"/>
            <a:chExt cx="379848" cy="31713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6620095-9602-67AB-12CE-9265CA6A4E7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25C1743-596D-8BC8-7B42-18E523AC8D95}"/>
              </a:ext>
            </a:extLst>
          </p:cNvPr>
          <p:cNvGrpSpPr/>
          <p:nvPr/>
        </p:nvGrpSpPr>
        <p:grpSpPr>
          <a:xfrm>
            <a:off x="3727399" y="2708219"/>
            <a:ext cx="383438" cy="321492"/>
            <a:chOff x="2942118" y="3494858"/>
            <a:chExt cx="383438" cy="321492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8A703EA2-4E82-80CE-E613-ACDAED2DC0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F53A073-C87C-44C9-EAE1-1F789FB72C15}"/>
              </a:ext>
            </a:extLst>
          </p:cNvPr>
          <p:cNvGrpSpPr/>
          <p:nvPr/>
        </p:nvGrpSpPr>
        <p:grpSpPr>
          <a:xfrm>
            <a:off x="4639568" y="2708219"/>
            <a:ext cx="509114" cy="317131"/>
            <a:chOff x="2864822" y="3499219"/>
            <a:chExt cx="560026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4CD813C-3C0D-41B5-E2F1-80FA2BE7686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E813EB35-099D-99F3-88DB-1ECC82106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/>
              <p:nvPr/>
            </p:nvSpPr>
            <p:spPr>
              <a:xfrm>
                <a:off x="4074781" y="2742158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ED3568-C3BD-02E3-0BBC-A0097D40D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81" y="2742158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C906A4FB-56A2-4777-ECC8-46BDEBC2E27D}"/>
              </a:ext>
            </a:extLst>
          </p:cNvPr>
          <p:cNvGrpSpPr/>
          <p:nvPr/>
        </p:nvGrpSpPr>
        <p:grpSpPr>
          <a:xfrm>
            <a:off x="5080278" y="27037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EBA7257-CA89-3D26-2266-434DE6DD1EE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AFE296-E131-148C-B469-63A6379D4190}"/>
              </a:ext>
            </a:extLst>
          </p:cNvPr>
          <p:cNvGrpSpPr/>
          <p:nvPr/>
        </p:nvGrpSpPr>
        <p:grpSpPr>
          <a:xfrm>
            <a:off x="4273498" y="2710760"/>
            <a:ext cx="509114" cy="317131"/>
            <a:chOff x="2864822" y="3499219"/>
            <a:chExt cx="560026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46D1873-7A33-5BCD-5971-75A8B65F965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30A4342-8DD0-D236-C1C7-9299082CBE4E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30A4342-8DD0-D236-C1C7-9299082CB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左大括号 8">
            <a:extLst>
              <a:ext uri="{FF2B5EF4-FFF2-40B4-BE49-F238E27FC236}">
                <a16:creationId xmlns:a16="http://schemas.microsoft.com/office/drawing/2014/main" id="{7CA01102-9AB2-770B-364A-4F3B17D7DA9A}"/>
              </a:ext>
            </a:extLst>
          </p:cNvPr>
          <p:cNvSpPr/>
          <p:nvPr/>
        </p:nvSpPr>
        <p:spPr>
          <a:xfrm>
            <a:off x="5471389" y="2036233"/>
            <a:ext cx="265480" cy="1703917"/>
          </a:xfrm>
          <a:prstGeom prst="leftBrace">
            <a:avLst>
              <a:gd name="adj1" fmla="val 489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47C2E10-894B-6E2F-6C59-0EF2033B6617}"/>
              </a:ext>
            </a:extLst>
          </p:cNvPr>
          <p:cNvGrpSpPr/>
          <p:nvPr/>
        </p:nvGrpSpPr>
        <p:grpSpPr>
          <a:xfrm>
            <a:off x="5921538" y="1991094"/>
            <a:ext cx="379848" cy="317132"/>
            <a:chOff x="2958207" y="3499218"/>
            <a:chExt cx="379848" cy="31713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08C2C63-CB46-247E-D6A2-CC89AAD35D3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82BF998-763D-7043-B0A0-802D31CE15AD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ED088AC-258A-F69B-1227-19C9A3AF5A29}"/>
              </a:ext>
            </a:extLst>
          </p:cNvPr>
          <p:cNvGrpSpPr/>
          <p:nvPr/>
        </p:nvGrpSpPr>
        <p:grpSpPr>
          <a:xfrm>
            <a:off x="6267399" y="1988553"/>
            <a:ext cx="383438" cy="321492"/>
            <a:chOff x="2942118" y="3494858"/>
            <a:chExt cx="383438" cy="321492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C66912E7-B9C8-5753-8E2F-A683A3DEDBB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E8DA863-FA8F-D02E-90C0-433120187F63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FB1635B-DEEF-1662-223D-5786168B55A3}"/>
              </a:ext>
            </a:extLst>
          </p:cNvPr>
          <p:cNvGrpSpPr/>
          <p:nvPr/>
        </p:nvGrpSpPr>
        <p:grpSpPr>
          <a:xfrm>
            <a:off x="7175335" y="1359373"/>
            <a:ext cx="509114" cy="317131"/>
            <a:chOff x="2864822" y="3499219"/>
            <a:chExt cx="560026" cy="31713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3989227-692F-035F-5FB2-9EE992EBB6E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889F65-D905-13B5-5293-ED8B39845715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889F65-D905-13B5-5293-ED8B39845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0F174C-2B54-DC23-CEFC-42A458DAE0C8}"/>
                  </a:ext>
                </a:extLst>
              </p:cNvPr>
              <p:cNvSpPr txBox="1"/>
              <p:nvPr/>
            </p:nvSpPr>
            <p:spPr>
              <a:xfrm>
                <a:off x="6614781" y="2022492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0F174C-2B54-DC23-CEFC-42A458DAE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781" y="2022492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D2B23B7A-F6C5-45A8-9E8B-6B4B16701D57}"/>
              </a:ext>
            </a:extLst>
          </p:cNvPr>
          <p:cNvGrpSpPr/>
          <p:nvPr/>
        </p:nvGrpSpPr>
        <p:grpSpPr>
          <a:xfrm>
            <a:off x="7620278" y="1984055"/>
            <a:ext cx="361636" cy="317131"/>
            <a:chOff x="2936428" y="3499219"/>
            <a:chExt cx="397801" cy="317131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9F90DCE-F867-A459-29C9-90FC8DBF483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412CA92-316F-14DB-C72A-AFB5CE1867C3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E6E82A98-D7CB-A2D1-6699-B143510EF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253541D-C3AA-20B9-042E-3A3C4EC6D59C}"/>
              </a:ext>
            </a:extLst>
          </p:cNvPr>
          <p:cNvGrpSpPr/>
          <p:nvPr/>
        </p:nvGrpSpPr>
        <p:grpSpPr>
          <a:xfrm>
            <a:off x="6813498" y="1991094"/>
            <a:ext cx="509114" cy="317131"/>
            <a:chOff x="2864822" y="3499219"/>
            <a:chExt cx="560026" cy="31713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4804D495-C58A-290B-556E-078AF03697A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5327BEE-626D-85E5-EB8B-3204BA69B1F7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5327BEE-626D-85E5-EB8B-3204BA69B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4D0B9A9-8F29-FA4D-57D7-30C10AEDA1EB}"/>
              </a:ext>
            </a:extLst>
          </p:cNvPr>
          <p:cNvSpPr txBox="1"/>
          <p:nvPr/>
        </p:nvSpPr>
        <p:spPr>
          <a:xfrm>
            <a:off x="7594111" y="1714094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7734FF5-CAC4-CBF2-8B1B-206F5955CC03}"/>
                  </a:ext>
                </a:extLst>
              </p:cNvPr>
              <p:cNvSpPr txBox="1"/>
              <p:nvPr/>
            </p:nvSpPr>
            <p:spPr>
              <a:xfrm>
                <a:off x="6908069" y="1410216"/>
                <a:ext cx="4187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i="1">
                          <a:latin typeface="Cambria Math" panose="02040503050406030204" pitchFamily="18" charset="0"/>
                        </a:rPr>
                        <m:t>移除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7734FF5-CAC4-CBF2-8B1B-206F5955C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069" y="1410216"/>
                <a:ext cx="41870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F6CC7D6-4BC8-B6A2-E13B-29550DD7517E}"/>
              </a:ext>
            </a:extLst>
          </p:cNvPr>
          <p:cNvSpPr/>
          <p:nvPr/>
        </p:nvSpPr>
        <p:spPr>
          <a:xfrm>
            <a:off x="5881842" y="1944476"/>
            <a:ext cx="1420658" cy="42195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A289EB0-A010-8F8E-7B25-6ACBE9482B27}"/>
                  </a:ext>
                </a:extLst>
              </p:cNvPr>
              <p:cNvSpPr txBox="1"/>
              <p:nvPr/>
            </p:nvSpPr>
            <p:spPr>
              <a:xfrm>
                <a:off x="4152611" y="3128950"/>
                <a:ext cx="4441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A289EB0-A010-8F8E-7B25-6ACBE9482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611" y="3128950"/>
                <a:ext cx="444161" cy="246221"/>
              </a:xfrm>
              <a:prstGeom prst="rect">
                <a:avLst/>
              </a:prstGeom>
              <a:blipFill>
                <a:blip r:embed="rId11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0087FA-9434-C4FD-D305-2E0F66DA2877}"/>
                  </a:ext>
                </a:extLst>
              </p:cNvPr>
              <p:cNvSpPr txBox="1"/>
              <p:nvPr/>
            </p:nvSpPr>
            <p:spPr>
              <a:xfrm>
                <a:off x="6389405" y="2395289"/>
                <a:ext cx="6678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0087FA-9434-C4FD-D305-2E0F66DA2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405" y="2395289"/>
                <a:ext cx="667812" cy="246221"/>
              </a:xfrm>
              <a:prstGeom prst="rect">
                <a:avLst/>
              </a:prstGeom>
              <a:blipFill>
                <a:blip r:embed="rId1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>
            <a:extLst>
              <a:ext uri="{FF2B5EF4-FFF2-40B4-BE49-F238E27FC236}">
                <a16:creationId xmlns:a16="http://schemas.microsoft.com/office/drawing/2014/main" id="{2D1F0448-128F-20EB-470D-43F563508976}"/>
              </a:ext>
            </a:extLst>
          </p:cNvPr>
          <p:cNvGrpSpPr/>
          <p:nvPr/>
        </p:nvGrpSpPr>
        <p:grpSpPr>
          <a:xfrm>
            <a:off x="5865561" y="3375171"/>
            <a:ext cx="379848" cy="317132"/>
            <a:chOff x="2958207" y="3499218"/>
            <a:chExt cx="379848" cy="317132"/>
          </a:xfrm>
        </p:grpSpPr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6B557084-D816-204A-D891-0CCD628B028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AECBCE9-F025-F2A8-8D3C-79D7A2E811EC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6B17D9F-35DD-C8F4-2FBE-796C88B744E0}"/>
              </a:ext>
            </a:extLst>
          </p:cNvPr>
          <p:cNvGrpSpPr/>
          <p:nvPr/>
        </p:nvGrpSpPr>
        <p:grpSpPr>
          <a:xfrm>
            <a:off x="6211422" y="3372630"/>
            <a:ext cx="383438" cy="321492"/>
            <a:chOff x="2942118" y="3494858"/>
            <a:chExt cx="383438" cy="321492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DA24EAB9-C175-7191-0DDB-4A2FC5938A2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27843F9C-11A8-D2DA-7DA1-CCABB1E0F5CC}"/>
                    </a:ext>
                  </a:extLst>
                </p:cNvPr>
                <p:cNvSpPr txBox="1"/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1ABAC8C5-8AAA-4CA2-AF59-CD714BD611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118" y="349485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AC8A69F-EE6D-F58D-3A9F-66662955A109}"/>
              </a:ext>
            </a:extLst>
          </p:cNvPr>
          <p:cNvGrpSpPr/>
          <p:nvPr/>
        </p:nvGrpSpPr>
        <p:grpSpPr>
          <a:xfrm>
            <a:off x="7186917" y="3353693"/>
            <a:ext cx="509114" cy="317131"/>
            <a:chOff x="2864822" y="3499219"/>
            <a:chExt cx="560026" cy="317131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E1C8107B-7BA2-4E5C-C387-9659949721C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EB7D53FE-8F04-C932-498A-5A4E4370D1A2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EB7D53FE-8F04-C932-498A-5A4E4370D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2EF11F8-DAF9-236C-AA52-E81D54CA0C18}"/>
                  </a:ext>
                </a:extLst>
              </p:cNvPr>
              <p:cNvSpPr txBox="1"/>
              <p:nvPr/>
            </p:nvSpPr>
            <p:spPr>
              <a:xfrm>
                <a:off x="6558804" y="340656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2EF11F8-DAF9-236C-AA52-E81D54CA0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04" y="3406569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593ECE47-CD5D-882C-79D2-099D1C995A29}"/>
              </a:ext>
            </a:extLst>
          </p:cNvPr>
          <p:cNvGrpSpPr/>
          <p:nvPr/>
        </p:nvGrpSpPr>
        <p:grpSpPr>
          <a:xfrm>
            <a:off x="6757521" y="3375171"/>
            <a:ext cx="509114" cy="317131"/>
            <a:chOff x="2864822" y="3499219"/>
            <a:chExt cx="560026" cy="317131"/>
          </a:xfrm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EB2F79C6-1BCA-ED47-B3FA-FF50847BEA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5BD811E-6FE4-073E-9D6D-FF90BAF413E5}"/>
                    </a:ext>
                  </a:extLst>
                </p:cNvPr>
                <p:cNvSpPr txBox="1"/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5BD811E-6FE4-073E-9D6D-FF90BAF413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822" y="3501761"/>
                  <a:ext cx="560026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B9154DA9-428D-E6E7-C282-C49B99BBDB6C}"/>
                  </a:ext>
                </a:extLst>
              </p:cNvPr>
              <p:cNvSpPr txBox="1"/>
              <p:nvPr/>
            </p:nvSpPr>
            <p:spPr>
              <a:xfrm>
                <a:off x="6852092" y="2794293"/>
                <a:ext cx="4187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i="1">
                          <a:latin typeface="Cambria Math" panose="02040503050406030204" pitchFamily="18" charset="0"/>
                        </a:rPr>
                        <m:t>移除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B9154DA9-428D-E6E7-C282-C49B99BBD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092" y="2794293"/>
                <a:ext cx="41870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879F7E1A-1AF2-2984-9CC9-129881D5B8CE}"/>
              </a:ext>
            </a:extLst>
          </p:cNvPr>
          <p:cNvSpPr/>
          <p:nvPr/>
        </p:nvSpPr>
        <p:spPr>
          <a:xfrm>
            <a:off x="5822271" y="3309510"/>
            <a:ext cx="1823887" cy="421957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88DC42-FE3D-7C12-CCD1-74F3135B015E}"/>
                  </a:ext>
                </a:extLst>
              </p:cNvPr>
              <p:cNvSpPr txBox="1"/>
              <p:nvPr/>
            </p:nvSpPr>
            <p:spPr>
              <a:xfrm>
                <a:off x="6333428" y="3779366"/>
                <a:ext cx="6678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B88DC42-FE3D-7C12-CCD1-74F3135B0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428" y="3779366"/>
                <a:ext cx="667812" cy="246221"/>
              </a:xfrm>
              <a:prstGeom prst="rect">
                <a:avLst/>
              </a:prstGeom>
              <a:blipFill>
                <a:blip r:embed="rId1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695A767-FFE1-50A4-A45E-BF019F570D21}"/>
                  </a:ext>
                </a:extLst>
              </p:cNvPr>
              <p:cNvSpPr txBox="1"/>
              <p:nvPr/>
            </p:nvSpPr>
            <p:spPr>
              <a:xfrm>
                <a:off x="7310974" y="2386045"/>
                <a:ext cx="3161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2695A767-FFE1-50A4-A45E-BF019F570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974" y="2386045"/>
                <a:ext cx="316112" cy="2462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9D665A2-0796-66EE-94B3-5A81D325D52F}"/>
                  </a:ext>
                </a:extLst>
              </p:cNvPr>
              <p:cNvSpPr txBox="1"/>
              <p:nvPr/>
            </p:nvSpPr>
            <p:spPr>
              <a:xfrm>
                <a:off x="7641684" y="2383932"/>
                <a:ext cx="33265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9D665A2-0796-66EE-94B3-5A81D325D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684" y="2383932"/>
                <a:ext cx="332655" cy="24622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组合 86">
            <a:extLst>
              <a:ext uri="{FF2B5EF4-FFF2-40B4-BE49-F238E27FC236}">
                <a16:creationId xmlns:a16="http://schemas.microsoft.com/office/drawing/2014/main" id="{4FFF0D0D-EBF5-8AFC-C482-8FB4DF956DB2}"/>
              </a:ext>
            </a:extLst>
          </p:cNvPr>
          <p:cNvGrpSpPr/>
          <p:nvPr/>
        </p:nvGrpSpPr>
        <p:grpSpPr>
          <a:xfrm>
            <a:off x="7858692" y="3094760"/>
            <a:ext cx="418704" cy="832737"/>
            <a:chOff x="7620278" y="3075009"/>
            <a:chExt cx="418704" cy="832737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5B08EB05-F044-AE1D-4AD6-845F5E605EB9}"/>
                </a:ext>
              </a:extLst>
            </p:cNvPr>
            <p:cNvGrpSpPr/>
            <p:nvPr/>
          </p:nvGrpSpPr>
          <p:grpSpPr>
            <a:xfrm>
              <a:off x="7646445" y="3344970"/>
              <a:ext cx="361636" cy="317131"/>
              <a:chOff x="2936428" y="3499219"/>
              <a:chExt cx="397801" cy="317131"/>
            </a:xfrm>
          </p:grpSpPr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44DA7D33-7EA2-1AB7-5375-BE6DE3CCC44F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D27EB1E2-87E9-8D76-B3EF-4F5401E84C97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4A73A70-600E-2A37-C2FC-3DF732F4958A}"/>
                </a:ext>
              </a:extLst>
            </p:cNvPr>
            <p:cNvSpPr txBox="1"/>
            <p:nvPr/>
          </p:nvSpPr>
          <p:spPr>
            <a:xfrm>
              <a:off x="7620278" y="3075009"/>
              <a:ext cx="3962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16D5F25-D5E2-76AB-B9DE-B32215B84957}"/>
                    </a:ext>
                  </a:extLst>
                </p:cNvPr>
                <p:cNvSpPr txBox="1"/>
                <p:nvPr/>
              </p:nvSpPr>
              <p:spPr>
                <a:xfrm>
                  <a:off x="7620278" y="3692302"/>
                  <a:ext cx="41870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移除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16D5F25-D5E2-76AB-B9DE-B32215B84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278" y="3692302"/>
                  <a:ext cx="418704" cy="21544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4B141-5286-3BC2-546D-F9B3BC321EE6}"/>
                  </a:ext>
                </a:extLst>
              </p:cNvPr>
              <p:cNvSpPr txBox="1"/>
              <p:nvPr/>
            </p:nvSpPr>
            <p:spPr>
              <a:xfrm>
                <a:off x="4245661" y="4318248"/>
                <a:ext cx="26799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BA4B141-5286-3BC2-546D-F9B3BC321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661" y="4318248"/>
                <a:ext cx="2679964" cy="276999"/>
              </a:xfrm>
              <a:prstGeom prst="rect">
                <a:avLst/>
              </a:prstGeom>
              <a:blipFill>
                <a:blip r:embed="rId1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箭头: 下 12">
            <a:extLst>
              <a:ext uri="{FF2B5EF4-FFF2-40B4-BE49-F238E27FC236}">
                <a16:creationId xmlns:a16="http://schemas.microsoft.com/office/drawing/2014/main" id="{4C7DAFBC-D0A9-5837-6449-795B1208391F}"/>
              </a:ext>
            </a:extLst>
          </p:cNvPr>
          <p:cNvSpPr/>
          <p:nvPr/>
        </p:nvSpPr>
        <p:spPr>
          <a:xfrm>
            <a:off x="5541193" y="3984312"/>
            <a:ext cx="88900" cy="276999"/>
          </a:xfrm>
          <a:prstGeom prst="down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393215C-73F5-D39B-47C8-F5E031F29CCC}"/>
              </a:ext>
            </a:extLst>
          </p:cNvPr>
          <p:cNvGrpSpPr/>
          <p:nvPr/>
        </p:nvGrpSpPr>
        <p:grpSpPr>
          <a:xfrm>
            <a:off x="6312219" y="2223663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E4FC68-31D0-CAEB-1C3E-5874BD9014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506944-F2C3-FF52-EC20-FD301A0BF142}"/>
              </a:ext>
            </a:extLst>
          </p:cNvPr>
          <p:cNvGrpSpPr/>
          <p:nvPr/>
        </p:nvGrpSpPr>
        <p:grpSpPr>
          <a:xfrm>
            <a:off x="6312219" y="2718963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B59C30-26D5-392E-D0EF-C88DFD86A8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/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A6A0A-886E-0DA6-6008-B5A091D9B858}"/>
              </a:ext>
            </a:extLst>
          </p:cNvPr>
          <p:cNvGrpSpPr/>
          <p:nvPr/>
        </p:nvGrpSpPr>
        <p:grpSpPr>
          <a:xfrm>
            <a:off x="6312219" y="3401290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CB7FDD-DDF3-843B-0FB0-9D027FBD5B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06FB169-EFD3-5D08-ED8D-7392275729E2}"/>
              </a:ext>
            </a:extLst>
          </p:cNvPr>
          <p:cNvGrpSpPr/>
          <p:nvPr/>
        </p:nvGrpSpPr>
        <p:grpSpPr>
          <a:xfrm>
            <a:off x="6345242" y="3964215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F31388-1CCB-A5B7-2089-3C98DCCC122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89958C-7B97-AF46-361A-45CCFC2DA484}"/>
              </a:ext>
            </a:extLst>
          </p:cNvPr>
          <p:cNvCxnSpPr>
            <a:cxnSpLocks/>
          </p:cNvCxnSpPr>
          <p:nvPr/>
        </p:nvCxnSpPr>
        <p:spPr>
          <a:xfrm>
            <a:off x="6239846" y="19007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433307C-B519-F500-4C3D-C241FC14592E}"/>
              </a:ext>
            </a:extLst>
          </p:cNvPr>
          <p:cNvSpPr/>
          <p:nvPr/>
        </p:nvSpPr>
        <p:spPr>
          <a:xfrm>
            <a:off x="4281521" y="2161921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C2684-F8F6-77E5-8A0A-E358D6441BBD}"/>
              </a:ext>
            </a:extLst>
          </p:cNvPr>
          <p:cNvSpPr txBox="1"/>
          <p:nvPr/>
        </p:nvSpPr>
        <p:spPr>
          <a:xfrm>
            <a:off x="5068544" y="402603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/>
              <a:t>②空数组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55760D-13FE-FABC-1996-9E5A5389117C}"/>
              </a:ext>
            </a:extLst>
          </p:cNvPr>
          <p:cNvGrpSpPr/>
          <p:nvPr/>
        </p:nvGrpSpPr>
        <p:grpSpPr>
          <a:xfrm>
            <a:off x="5701156" y="3950762"/>
            <a:ext cx="393053" cy="381369"/>
            <a:chOff x="5510771" y="3966887"/>
            <a:chExt cx="393053" cy="381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/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990F44E-4BB4-D351-805C-97F3AA80C3CB}"/>
                </a:ext>
              </a:extLst>
            </p:cNvPr>
            <p:cNvSpPr/>
            <p:nvPr/>
          </p:nvSpPr>
          <p:spPr>
            <a:xfrm>
              <a:off x="5524490" y="3966887"/>
              <a:ext cx="379334" cy="381369"/>
            </a:xfrm>
            <a:prstGeom prst="rect">
              <a:avLst/>
            </a:prstGeom>
            <a:noFill/>
            <a:ln>
              <a:solidFill>
                <a:srgbClr val="92D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/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①所有以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为结尾的子数组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93FF95A9-5747-05FC-99F9-FB33C7635F8D}"/>
              </a:ext>
            </a:extLst>
          </p:cNvPr>
          <p:cNvGrpSpPr/>
          <p:nvPr/>
        </p:nvGrpSpPr>
        <p:grpSpPr>
          <a:xfrm>
            <a:off x="2756318" y="2643188"/>
            <a:ext cx="2383142" cy="1499758"/>
            <a:chOff x="3205915" y="1487546"/>
            <a:chExt cx="2383142" cy="1499758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3F4D13AB-F1CE-8AF1-6496-7CA8509E097C}"/>
                </a:ext>
              </a:extLst>
            </p:cNvPr>
            <p:cNvGrpSpPr/>
            <p:nvPr/>
          </p:nvGrpSpPr>
          <p:grpSpPr>
            <a:xfrm>
              <a:off x="3618665" y="2022844"/>
              <a:ext cx="329975" cy="317131"/>
              <a:chOff x="2968850" y="3499219"/>
              <a:chExt cx="329975" cy="317131"/>
            </a:xfrm>
          </p:grpSpPr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091A4361-06B4-2AA7-22E3-490BAEBC29C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09923B17-A9EF-4D81-5B85-A416D19A91EA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09923B17-A9EF-4D81-5B85-A416D19A91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3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E45C585-503D-64F6-B663-B206551FA7FC}"/>
                </a:ext>
              </a:extLst>
            </p:cNvPr>
            <p:cNvGrpSpPr/>
            <p:nvPr/>
          </p:nvGrpSpPr>
          <p:grpSpPr>
            <a:xfrm>
              <a:off x="4012365" y="2022844"/>
              <a:ext cx="329975" cy="317131"/>
              <a:chOff x="2968850" y="3499219"/>
              <a:chExt cx="329975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8D4ED902-033A-63B4-2B07-631A6E9CFE5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2BD6B46C-0108-A3B2-DAA7-E91870773B78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2BD6B46C-0108-A3B2-DAA7-E91870773B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AE5C5D8-07EE-0A99-306D-D46EFC7BFEA8}"/>
                </a:ext>
              </a:extLst>
            </p:cNvPr>
            <p:cNvGrpSpPr/>
            <p:nvPr/>
          </p:nvGrpSpPr>
          <p:grpSpPr>
            <a:xfrm>
              <a:off x="4433582" y="2022844"/>
              <a:ext cx="329975" cy="317131"/>
              <a:chOff x="2968850" y="3499219"/>
              <a:chExt cx="329975" cy="317131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97685EDC-3720-3CF7-0DA9-D78807206E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B40F33FE-E7C2-B2E6-D199-1F98574F7B66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B40F33FE-E7C2-B2E6-D199-1F98574F7B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7494E0D5-78B3-7559-6C1C-8AA015A40D99}"/>
                </a:ext>
              </a:extLst>
            </p:cNvPr>
            <p:cNvGrpSpPr/>
            <p:nvPr/>
          </p:nvGrpSpPr>
          <p:grpSpPr>
            <a:xfrm>
              <a:off x="4827282" y="2022844"/>
              <a:ext cx="329975" cy="317131"/>
              <a:chOff x="2968850" y="3499219"/>
              <a:chExt cx="329975" cy="317131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14E5E655-E018-FAC9-4B58-C9DF89E7639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FA327C0E-6FE6-30BD-9396-0E750933E4F3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FA327C0E-6FE6-30BD-9396-0E750933E4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19816BE-BE85-FEF9-54E4-D53597F068E5}"/>
                </a:ext>
              </a:extLst>
            </p:cNvPr>
            <p:cNvGrpSpPr/>
            <p:nvPr/>
          </p:nvGrpSpPr>
          <p:grpSpPr>
            <a:xfrm>
              <a:off x="5259082" y="2022481"/>
              <a:ext cx="329975" cy="317131"/>
              <a:chOff x="2968850" y="3499219"/>
              <a:chExt cx="329975" cy="317131"/>
            </a:xfrm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C953E0A6-A186-1EAB-F9E5-DB24266509D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5207241A-D223-CD08-D682-87C375A57794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5207241A-D223-CD08-D682-87C375A577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F3BDD69-ED58-2B12-FD01-D1A430E8749B}"/>
                    </a:ext>
                  </a:extLst>
                </p:cNvPr>
                <p:cNvSpPr txBox="1"/>
                <p:nvPr/>
              </p:nvSpPr>
              <p:spPr>
                <a:xfrm>
                  <a:off x="4867095" y="1487546"/>
                  <a:ext cx="268599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F3BDD69-ED58-2B12-FD01-D1A430E874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7095" y="1487546"/>
                  <a:ext cx="268599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93DDA007-135D-9071-D42F-21DE5CAEF4E6}"/>
                </a:ext>
              </a:extLst>
            </p:cNvPr>
            <p:cNvCxnSpPr>
              <a:stCxn id="32" idx="2"/>
            </p:cNvCxnSpPr>
            <p:nvPr/>
          </p:nvCxnSpPr>
          <p:spPr>
            <a:xfrm>
              <a:off x="5001395" y="1733767"/>
              <a:ext cx="0" cy="2537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6B04640E-B433-04C3-BFC3-FD02B804EAD0}"/>
                </a:ext>
              </a:extLst>
            </p:cNvPr>
            <p:cNvSpPr/>
            <p:nvPr/>
          </p:nvSpPr>
          <p:spPr>
            <a:xfrm>
              <a:off x="3503436" y="1969705"/>
              <a:ext cx="1299282" cy="42195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AEBD7AC-17F5-E33E-492E-72E19D74A438}"/>
                    </a:ext>
                  </a:extLst>
                </p:cNvPr>
                <p:cNvSpPr txBox="1"/>
                <p:nvPr/>
              </p:nvSpPr>
              <p:spPr>
                <a:xfrm>
                  <a:off x="3205915" y="2741083"/>
                  <a:ext cx="213180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 dirty="0" smtClean="0">
                            <a:latin typeface="Cambria Math" panose="02040503050406030204" pitchFamily="18" charset="0"/>
                          </a:rPr>
                          <m:t>寻找</m:t>
                        </m:r>
                        <m:r>
                          <a:rPr lang="en-US" altLang="zh-CN" sz="1000" i="1" dirty="0" smtClean="0">
                            <a:latin typeface="Cambria Math" panose="02040503050406030204" pitchFamily="18" charset="0"/>
                          </a:rPr>
                          <m:t>𝑇𝑎𝑟𝑔𝑒𝑡</m:t>
                        </m:r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=9−3=6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AEBD7AC-17F5-E33E-492E-72E19D74A4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5915" y="2741083"/>
                  <a:ext cx="2131802" cy="246221"/>
                </a:xfrm>
                <a:prstGeom prst="rect">
                  <a:avLst/>
                </a:prstGeom>
                <a:blipFill>
                  <a:blip r:embed="rId7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223A93A6-0539-AF49-30FC-13A7A8E440E1}"/>
              </a:ext>
            </a:extLst>
          </p:cNvPr>
          <p:cNvGrpSpPr/>
          <p:nvPr/>
        </p:nvGrpSpPr>
        <p:grpSpPr>
          <a:xfrm>
            <a:off x="5623164" y="2563917"/>
            <a:ext cx="2383142" cy="1503257"/>
            <a:chOff x="6226747" y="2536618"/>
            <a:chExt cx="2383142" cy="1503257"/>
          </a:xfrm>
        </p:grpSpPr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1234FBBE-A717-5D78-A101-072DC48BC760}"/>
                </a:ext>
              </a:extLst>
            </p:cNvPr>
            <p:cNvCxnSpPr>
              <a:cxnSpLocks/>
              <a:stCxn id="54" idx="0"/>
              <a:endCxn id="63" idx="2"/>
            </p:cNvCxnSpPr>
            <p:nvPr/>
          </p:nvCxnSpPr>
          <p:spPr>
            <a:xfrm flipH="1" flipV="1">
              <a:off x="6804485" y="3392546"/>
              <a:ext cx="488163" cy="4011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56BA0361-5DBA-7BFF-A3B0-467A36B7D508}"/>
                </a:ext>
              </a:extLst>
            </p:cNvPr>
            <p:cNvGrpSpPr/>
            <p:nvPr/>
          </p:nvGrpSpPr>
          <p:grpSpPr>
            <a:xfrm>
              <a:off x="6639497" y="3075415"/>
              <a:ext cx="329975" cy="317131"/>
              <a:chOff x="2968850" y="3499219"/>
              <a:chExt cx="329975" cy="317131"/>
            </a:xfrm>
          </p:grpSpPr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300F95AD-C8C7-165C-3D38-294FB41583D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D54D0B58-1C95-49CD-9858-8A05933CFDA1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D54D0B58-1C95-49CD-9858-8A05933CF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3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B8F112E8-C0D4-1911-7196-41FF7550FDB2}"/>
                </a:ext>
              </a:extLst>
            </p:cNvPr>
            <p:cNvGrpSpPr/>
            <p:nvPr/>
          </p:nvGrpSpPr>
          <p:grpSpPr>
            <a:xfrm>
              <a:off x="7033197" y="3075415"/>
              <a:ext cx="329975" cy="317131"/>
              <a:chOff x="2968850" y="3499219"/>
              <a:chExt cx="329975" cy="317131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8E5F0FC7-3371-4D03-F5B3-F0ACD5D365F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74849665-B80F-5FAF-6C90-CEC3ECE01175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74849665-B80F-5FAF-6C90-CEC3ECE011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F8380B9D-A51A-F9A1-7E22-53C01D048B77}"/>
                </a:ext>
              </a:extLst>
            </p:cNvPr>
            <p:cNvGrpSpPr/>
            <p:nvPr/>
          </p:nvGrpSpPr>
          <p:grpSpPr>
            <a:xfrm>
              <a:off x="7454414" y="3075415"/>
              <a:ext cx="329975" cy="317131"/>
              <a:chOff x="2968850" y="3499219"/>
              <a:chExt cx="329975" cy="317131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2511DEDC-84D9-A503-8362-AA93277D3EF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22B0BB71-B171-532F-BD92-94F2A0F248A5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22B0BB71-B171-532F-BD92-94F2A0F248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D89D3E1-9249-BE57-F672-C1864BE24273}"/>
                </a:ext>
              </a:extLst>
            </p:cNvPr>
            <p:cNvGrpSpPr/>
            <p:nvPr/>
          </p:nvGrpSpPr>
          <p:grpSpPr>
            <a:xfrm>
              <a:off x="7848114" y="3075415"/>
              <a:ext cx="329975" cy="317131"/>
              <a:chOff x="2968850" y="3499219"/>
              <a:chExt cx="329975" cy="317131"/>
            </a:xfrm>
          </p:grpSpPr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A5A5609F-5C55-DACA-16A2-65301CF1AED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E9222F70-0820-C1A0-EDAC-D589C1944F5D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E9222F70-0820-C1A0-EDAC-D589C1944F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9D7657DD-6C74-3ACA-B333-89EC313DB4EC}"/>
                </a:ext>
              </a:extLst>
            </p:cNvPr>
            <p:cNvGrpSpPr/>
            <p:nvPr/>
          </p:nvGrpSpPr>
          <p:grpSpPr>
            <a:xfrm>
              <a:off x="8279914" y="3075052"/>
              <a:ext cx="329975" cy="317131"/>
              <a:chOff x="2968850" y="3499219"/>
              <a:chExt cx="329975" cy="317131"/>
            </a:xfrm>
          </p:grpSpPr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4B073C1C-FA82-177D-F902-FFE45372EF5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0C68BFB8-17D0-E689-B722-24FB5183DF27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0C68BFB8-17D0-E689-B722-24FB5183DF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0AD8D8C3-9A3C-CBD5-9FFC-A7C34FBBC9C9}"/>
                </a:ext>
              </a:extLst>
            </p:cNvPr>
            <p:cNvGrpSpPr/>
            <p:nvPr/>
          </p:nvGrpSpPr>
          <p:grpSpPr>
            <a:xfrm>
              <a:off x="8319727" y="2536618"/>
              <a:ext cx="268599" cy="500004"/>
              <a:chOff x="7767277" y="1479667"/>
              <a:chExt cx="268599" cy="50000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E681F816-C18B-1BB2-153C-A7A1570F0BFA}"/>
                      </a:ext>
                    </a:extLst>
                  </p:cNvPr>
                  <p:cNvSpPr txBox="1"/>
                  <p:nvPr/>
                </p:nvSpPr>
                <p:spPr>
                  <a:xfrm>
                    <a:off x="7767277" y="1479667"/>
                    <a:ext cx="268599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1000" dirty="0"/>
                  </a:p>
                </p:txBody>
              </p:sp>
            </mc:Choice>
            <mc:Fallback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E681F816-C18B-1BB2-153C-A7A1570F0B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7277" y="1479667"/>
                    <a:ext cx="268599" cy="2462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2A949FED-1891-1A0B-0490-13F624C722AE}"/>
                  </a:ext>
                </a:extLst>
              </p:cNvPr>
              <p:cNvCxnSpPr>
                <a:stCxn id="51" idx="2"/>
              </p:cNvCxnSpPr>
              <p:nvPr/>
            </p:nvCxnSpPr>
            <p:spPr>
              <a:xfrm>
                <a:off x="7901577" y="1725888"/>
                <a:ext cx="0" cy="25378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ED8FA889-BF4A-186C-CDC6-1C56A4B3E2D0}"/>
                </a:ext>
              </a:extLst>
            </p:cNvPr>
            <p:cNvSpPr/>
            <p:nvPr/>
          </p:nvSpPr>
          <p:spPr>
            <a:xfrm>
              <a:off x="6524267" y="3022276"/>
              <a:ext cx="1716275" cy="42195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763C5243-C94B-5811-6F59-66488781C706}"/>
                    </a:ext>
                  </a:extLst>
                </p:cNvPr>
                <p:cNvSpPr txBox="1"/>
                <p:nvPr/>
              </p:nvSpPr>
              <p:spPr>
                <a:xfrm>
                  <a:off x="6226747" y="3793654"/>
                  <a:ext cx="213180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 dirty="0" smtClean="0">
                            <a:latin typeface="Cambria Math" panose="02040503050406030204" pitchFamily="18" charset="0"/>
                          </a:rPr>
                          <m:t>寻找</m:t>
                        </m:r>
                        <m:r>
                          <a:rPr lang="en-US" altLang="zh-CN" sz="1000" i="1" dirty="0" smtClean="0">
                            <a:latin typeface="Cambria Math" panose="02040503050406030204" pitchFamily="18" charset="0"/>
                          </a:rPr>
                          <m:t>𝑇𝑎𝑟𝑔𝑒𝑡</m:t>
                        </m:r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=9−6=3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763C5243-C94B-5811-6F59-66488781C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6747" y="3793654"/>
                  <a:ext cx="2131802" cy="246221"/>
                </a:xfrm>
                <a:prstGeom prst="rect">
                  <a:avLst/>
                </a:prstGeom>
                <a:blipFill>
                  <a:blip r:embed="rId13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285FD63-6218-9DA6-38E5-30ACAC81B99F}"/>
              </a:ext>
            </a:extLst>
          </p:cNvPr>
          <p:cNvGrpSpPr/>
          <p:nvPr/>
        </p:nvGrpSpPr>
        <p:grpSpPr>
          <a:xfrm>
            <a:off x="3114511" y="1347515"/>
            <a:ext cx="329975" cy="317131"/>
            <a:chOff x="2968850" y="3499219"/>
            <a:chExt cx="329975" cy="317131"/>
          </a:xfrm>
        </p:grpSpPr>
        <p:sp>
          <p:nvSpPr>
            <p:cNvPr id="91" name="矩形: 圆角 90">
              <a:extLst>
                <a:ext uri="{FF2B5EF4-FFF2-40B4-BE49-F238E27FC236}">
                  <a16:creationId xmlns:a16="http://schemas.microsoft.com/office/drawing/2014/main" id="{DE4ECD1A-3EB3-D513-5462-E7F277D2569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3FBBDA60-8CD9-B350-0102-70114D4857CB}"/>
                    </a:ext>
                  </a:extLst>
                </p:cNvPr>
                <p:cNvSpPr txBox="1"/>
                <p:nvPr/>
              </p:nvSpPr>
              <p:spPr>
                <a:xfrm>
                  <a:off x="2987311" y="3518923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3FBBDA60-8CD9-B350-0102-70114D4857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311" y="3518923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09DAE37-CAA4-638C-C1CC-2DEBA0D7D06C}"/>
                  </a:ext>
                </a:extLst>
              </p:cNvPr>
              <p:cNvSpPr txBox="1"/>
              <p:nvPr/>
            </p:nvSpPr>
            <p:spPr>
              <a:xfrm>
                <a:off x="4968617" y="438472"/>
                <a:ext cx="11995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m:rPr>
                          <m:sty m:val="p"/>
                        </m:rPr>
                        <a:rPr lang="en-US" altLang="zh-CN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arget</m:t>
                      </m:r>
                      <m:r>
                        <a:rPr lang="en-US" altLang="zh-CN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09DAE37-CAA4-638C-C1CC-2DEBA0D7D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617" y="438472"/>
                <a:ext cx="1199559" cy="338554"/>
              </a:xfrm>
              <a:prstGeom prst="rect">
                <a:avLst/>
              </a:prstGeom>
              <a:blipFill>
                <a:blip r:embed="rId14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组合 71">
            <a:extLst>
              <a:ext uri="{FF2B5EF4-FFF2-40B4-BE49-F238E27FC236}">
                <a16:creationId xmlns:a16="http://schemas.microsoft.com/office/drawing/2014/main" id="{EDFC3975-F766-B3C9-5D59-A7734C34F481}"/>
              </a:ext>
            </a:extLst>
          </p:cNvPr>
          <p:cNvGrpSpPr/>
          <p:nvPr/>
        </p:nvGrpSpPr>
        <p:grpSpPr>
          <a:xfrm>
            <a:off x="3508211" y="1347515"/>
            <a:ext cx="329975" cy="317131"/>
            <a:chOff x="2968850" y="3499219"/>
            <a:chExt cx="329975" cy="317131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857237A7-E4FB-BED9-8600-96E5577726C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0203D333-3255-FAF4-BFD6-05AFF58D3F42}"/>
                    </a:ext>
                  </a:extLst>
                </p:cNvPr>
                <p:cNvSpPr txBox="1"/>
                <p:nvPr/>
              </p:nvSpPr>
              <p:spPr>
                <a:xfrm>
                  <a:off x="2987311" y="3518923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0203D333-3255-FAF4-BFD6-05AFF58D3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311" y="3518923"/>
                  <a:ext cx="31130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B912E3F7-D08A-F293-D2EB-AC99B3BFCF1E}"/>
              </a:ext>
            </a:extLst>
          </p:cNvPr>
          <p:cNvGrpSpPr/>
          <p:nvPr/>
        </p:nvGrpSpPr>
        <p:grpSpPr>
          <a:xfrm>
            <a:off x="3929428" y="1347515"/>
            <a:ext cx="329975" cy="317131"/>
            <a:chOff x="2968850" y="3499219"/>
            <a:chExt cx="329975" cy="317131"/>
          </a:xfrm>
        </p:grpSpPr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87F29D21-D2B0-124F-75D1-ED08DBD8B32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C0840B39-1AB3-1EE2-1601-7DC2CDD3B9E8}"/>
                    </a:ext>
                  </a:extLst>
                </p:cNvPr>
                <p:cNvSpPr txBox="1"/>
                <p:nvPr/>
              </p:nvSpPr>
              <p:spPr>
                <a:xfrm>
                  <a:off x="2987311" y="3518923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C0840B39-1AB3-1EE2-1601-7DC2CDD3B9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311" y="3518923"/>
                  <a:ext cx="311304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7F75515-18B3-7958-108A-33A1E2BE2525}"/>
              </a:ext>
            </a:extLst>
          </p:cNvPr>
          <p:cNvGrpSpPr/>
          <p:nvPr/>
        </p:nvGrpSpPr>
        <p:grpSpPr>
          <a:xfrm>
            <a:off x="4323128" y="1347515"/>
            <a:ext cx="329975" cy="317131"/>
            <a:chOff x="2968850" y="3499219"/>
            <a:chExt cx="329975" cy="31713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AF46D169-E21C-9715-C056-18D956A61C5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57206088-E87F-B9F9-3FAD-C3A50B818746}"/>
                    </a:ext>
                  </a:extLst>
                </p:cNvPr>
                <p:cNvSpPr txBox="1"/>
                <p:nvPr/>
              </p:nvSpPr>
              <p:spPr>
                <a:xfrm>
                  <a:off x="2987311" y="3518923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57206088-E87F-B9F9-3FAD-C3A50B8187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311" y="3518923"/>
                  <a:ext cx="31130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DD053B29-5119-96A2-2EC2-E1B96DEC9BCF}"/>
              </a:ext>
            </a:extLst>
          </p:cNvPr>
          <p:cNvGrpSpPr/>
          <p:nvPr/>
        </p:nvGrpSpPr>
        <p:grpSpPr>
          <a:xfrm>
            <a:off x="4754928" y="1347152"/>
            <a:ext cx="329975" cy="317131"/>
            <a:chOff x="2968850" y="3499219"/>
            <a:chExt cx="329975" cy="317131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81698C99-BA14-CD12-7477-27533D61DF6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E2321DC-25C3-9F87-F678-A02E5B0DEA3D}"/>
                    </a:ext>
                  </a:extLst>
                </p:cNvPr>
                <p:cNvSpPr txBox="1"/>
                <p:nvPr/>
              </p:nvSpPr>
              <p:spPr>
                <a:xfrm>
                  <a:off x="2987311" y="3518923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7E2321DC-25C3-9F87-F678-A02E5B0DE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311" y="3518923"/>
                  <a:ext cx="311304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99EE800-6CD8-DB40-F380-CDBD3A344513}"/>
              </a:ext>
            </a:extLst>
          </p:cNvPr>
          <p:cNvGrpSpPr/>
          <p:nvPr/>
        </p:nvGrpSpPr>
        <p:grpSpPr>
          <a:xfrm>
            <a:off x="3538898" y="827083"/>
            <a:ext cx="268599" cy="500004"/>
            <a:chOff x="1931398" y="688392"/>
            <a:chExt cx="268599" cy="50000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E541DCA7-3B18-A40E-4493-F01FE48F0FFF}"/>
                    </a:ext>
                  </a:extLst>
                </p:cNvPr>
                <p:cNvSpPr txBox="1"/>
                <p:nvPr/>
              </p:nvSpPr>
              <p:spPr>
                <a:xfrm>
                  <a:off x="1931398" y="688392"/>
                  <a:ext cx="268599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E541DCA7-3B18-A40E-4493-F01FE48F0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1398" y="688392"/>
                  <a:ext cx="268599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99CB0113-3B94-9E52-CB9A-1FEB30D7D18D}"/>
                </a:ext>
              </a:extLst>
            </p:cNvPr>
            <p:cNvCxnSpPr>
              <a:stCxn id="76" idx="2"/>
            </p:cNvCxnSpPr>
            <p:nvPr/>
          </p:nvCxnSpPr>
          <p:spPr>
            <a:xfrm>
              <a:off x="2065698" y="934613"/>
              <a:ext cx="0" cy="2537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95A2A2AE-2508-73A1-CAB9-94A660EA10A6}"/>
              </a:ext>
            </a:extLst>
          </p:cNvPr>
          <p:cNvSpPr/>
          <p:nvPr/>
        </p:nvSpPr>
        <p:spPr>
          <a:xfrm>
            <a:off x="3058567" y="1294376"/>
            <a:ext cx="420050" cy="42195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E21B169F-B7BC-935B-24C3-6DA31EBAE87C}"/>
                  </a:ext>
                </a:extLst>
              </p:cNvPr>
              <p:cNvSpPr txBox="1"/>
              <p:nvPr/>
            </p:nvSpPr>
            <p:spPr>
              <a:xfrm>
                <a:off x="3028514" y="2065754"/>
                <a:ext cx="213180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000" i="1" dirty="0" smtClean="0">
                          <a:latin typeface="Cambria Math" panose="02040503050406030204" pitchFamily="18" charset="0"/>
                        </a:rPr>
                        <m:t>寻找</m:t>
                      </m:r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𝑇𝑎𝑟𝑔𝑒𝑡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𝑛𝑢𝑚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=9−4=5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E21B169F-B7BC-935B-24C3-6DA31EBAE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514" y="2065754"/>
                <a:ext cx="2131802" cy="246221"/>
              </a:xfrm>
              <a:prstGeom prst="rect">
                <a:avLst/>
              </a:prstGeom>
              <a:blipFill>
                <a:blip r:embed="rId1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55EF1A0B-1E7B-35E4-9DC4-0D5171DF721C}"/>
              </a:ext>
            </a:extLst>
          </p:cNvPr>
          <p:cNvGrpSpPr/>
          <p:nvPr/>
        </p:nvGrpSpPr>
        <p:grpSpPr>
          <a:xfrm>
            <a:off x="5655841" y="819876"/>
            <a:ext cx="2383142" cy="1499758"/>
            <a:chOff x="3205915" y="1487546"/>
            <a:chExt cx="2383142" cy="1499758"/>
          </a:xfrm>
        </p:grpSpPr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BB19F295-5EC0-D934-D7DA-F9E66E5FC29A}"/>
                </a:ext>
              </a:extLst>
            </p:cNvPr>
            <p:cNvCxnSpPr>
              <a:cxnSpLocks/>
              <a:stCxn id="112" idx="0"/>
              <a:endCxn id="119" idx="2"/>
            </p:cNvCxnSpPr>
            <p:nvPr/>
          </p:nvCxnSpPr>
          <p:spPr>
            <a:xfrm flipH="1" flipV="1">
              <a:off x="4177353" y="2339975"/>
              <a:ext cx="94463" cy="4011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C1261181-CB16-8571-4648-7EFE499BC606}"/>
                </a:ext>
              </a:extLst>
            </p:cNvPr>
            <p:cNvGrpSpPr/>
            <p:nvPr/>
          </p:nvGrpSpPr>
          <p:grpSpPr>
            <a:xfrm>
              <a:off x="3618665" y="2022844"/>
              <a:ext cx="329975" cy="317131"/>
              <a:chOff x="2968850" y="3499219"/>
              <a:chExt cx="329975" cy="317131"/>
            </a:xfrm>
          </p:grpSpPr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1D4B540E-B72C-0EB2-C7A7-B5DC54F5347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2" name="文本框 121">
                    <a:extLst>
                      <a:ext uri="{FF2B5EF4-FFF2-40B4-BE49-F238E27FC236}">
                        <a16:creationId xmlns:a16="http://schemas.microsoft.com/office/drawing/2014/main" id="{692A0975-1C00-2EE3-FD2E-C5AC4D271C78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22" name="文本框 121">
                    <a:extLst>
                      <a:ext uri="{FF2B5EF4-FFF2-40B4-BE49-F238E27FC236}">
                        <a16:creationId xmlns:a16="http://schemas.microsoft.com/office/drawing/2014/main" id="{692A0975-1C00-2EE3-FD2E-C5AC4D271C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3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6A844F50-2CDE-EE3B-5FF5-7DE3C9ECFBBE}"/>
                </a:ext>
              </a:extLst>
            </p:cNvPr>
            <p:cNvGrpSpPr/>
            <p:nvPr/>
          </p:nvGrpSpPr>
          <p:grpSpPr>
            <a:xfrm>
              <a:off x="4012365" y="2022844"/>
              <a:ext cx="329975" cy="317131"/>
              <a:chOff x="2968850" y="3499219"/>
              <a:chExt cx="329975" cy="317131"/>
            </a:xfrm>
          </p:grpSpPr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43873156-7C8E-966F-1346-B0608342A96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C26BE730-737D-7FE8-E4E3-A0580CA16554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C26BE730-737D-7FE8-E4E3-A0580CA165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2E6AC121-56A8-9765-1644-D9D70D53FA5B}"/>
                </a:ext>
              </a:extLst>
            </p:cNvPr>
            <p:cNvGrpSpPr/>
            <p:nvPr/>
          </p:nvGrpSpPr>
          <p:grpSpPr>
            <a:xfrm>
              <a:off x="4433582" y="2022844"/>
              <a:ext cx="329975" cy="317131"/>
              <a:chOff x="2968850" y="3499219"/>
              <a:chExt cx="329975" cy="317131"/>
            </a:xfrm>
          </p:grpSpPr>
          <p:sp>
            <p:nvSpPr>
              <p:cNvPr id="117" name="矩形: 圆角 116">
                <a:extLst>
                  <a:ext uri="{FF2B5EF4-FFF2-40B4-BE49-F238E27FC236}">
                    <a16:creationId xmlns:a16="http://schemas.microsoft.com/office/drawing/2014/main" id="{2F8C6DD1-EA72-DEB4-58DF-380AD1B960D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9E62BD49-1DE1-A332-0C1B-0A193CA9AF8C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9E62BD49-1DE1-A332-0C1B-0A193CA9AF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B1452D1F-BE29-0645-96C8-13D9DD5FC12E}"/>
                </a:ext>
              </a:extLst>
            </p:cNvPr>
            <p:cNvGrpSpPr/>
            <p:nvPr/>
          </p:nvGrpSpPr>
          <p:grpSpPr>
            <a:xfrm>
              <a:off x="4827282" y="2022844"/>
              <a:ext cx="329975" cy="317131"/>
              <a:chOff x="2968850" y="3499219"/>
              <a:chExt cx="329975" cy="317131"/>
            </a:xfrm>
          </p:grpSpPr>
          <p:sp>
            <p:nvSpPr>
              <p:cNvPr id="115" name="矩形: 圆角 114">
                <a:extLst>
                  <a:ext uri="{FF2B5EF4-FFF2-40B4-BE49-F238E27FC236}">
                    <a16:creationId xmlns:a16="http://schemas.microsoft.com/office/drawing/2014/main" id="{DD99FC6F-5A9B-8727-6E0E-79E06C92F64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125914FA-55C0-584B-B565-AE97F479874A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125914FA-55C0-584B-B565-AE97F47987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F0AFABBD-94A3-FBDA-50E4-7B6486F9B0AD}"/>
                </a:ext>
              </a:extLst>
            </p:cNvPr>
            <p:cNvGrpSpPr/>
            <p:nvPr/>
          </p:nvGrpSpPr>
          <p:grpSpPr>
            <a:xfrm>
              <a:off x="5259082" y="2022481"/>
              <a:ext cx="329975" cy="317131"/>
              <a:chOff x="2968850" y="3499219"/>
              <a:chExt cx="329975" cy="317131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CF4736FB-5E6D-4C60-24CB-32FC945908F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54B185AC-4A4D-C6F3-ECB9-00AB7535E684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54B185AC-4A4D-C6F3-ECB9-00AB7535E6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311" y="3518923"/>
                    <a:ext cx="311304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4C54C9FE-3104-801D-2CCB-91F003B26B97}"/>
                    </a:ext>
                  </a:extLst>
                </p:cNvPr>
                <p:cNvSpPr txBox="1"/>
                <p:nvPr/>
              </p:nvSpPr>
              <p:spPr>
                <a:xfrm>
                  <a:off x="4448502" y="1487546"/>
                  <a:ext cx="268599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4C54C9FE-3104-801D-2CCB-91F003B26B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8502" y="1487546"/>
                  <a:ext cx="268599" cy="24622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9AC8009B-8252-8CE7-C614-98F7E59A75E0}"/>
                </a:ext>
              </a:extLst>
            </p:cNvPr>
            <p:cNvCxnSpPr>
              <a:stCxn id="109" idx="2"/>
            </p:cNvCxnSpPr>
            <p:nvPr/>
          </p:nvCxnSpPr>
          <p:spPr>
            <a:xfrm>
              <a:off x="4582802" y="1733767"/>
              <a:ext cx="0" cy="2537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515BE63D-2946-47A0-E525-04004E1ED89A}"/>
                </a:ext>
              </a:extLst>
            </p:cNvPr>
            <p:cNvSpPr/>
            <p:nvPr/>
          </p:nvSpPr>
          <p:spPr>
            <a:xfrm>
              <a:off x="3503436" y="1969705"/>
              <a:ext cx="884785" cy="42195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0A1A7B0F-7638-D7EA-900F-8DE6E5238EFC}"/>
                    </a:ext>
                  </a:extLst>
                </p:cNvPr>
                <p:cNvSpPr txBox="1"/>
                <p:nvPr/>
              </p:nvSpPr>
              <p:spPr>
                <a:xfrm>
                  <a:off x="3205915" y="2741083"/>
                  <a:ext cx="213180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 dirty="0" smtClean="0">
                            <a:latin typeface="Cambria Math" panose="02040503050406030204" pitchFamily="18" charset="0"/>
                          </a:rPr>
                          <m:t>寻找</m:t>
                        </m:r>
                        <m:r>
                          <a:rPr lang="en-US" altLang="zh-CN" sz="1000" i="1" dirty="0" smtClean="0">
                            <a:latin typeface="Cambria Math" panose="02040503050406030204" pitchFamily="18" charset="0"/>
                          </a:rPr>
                          <m:t>𝑇𝑎𝑟𝑔𝑒𝑡</m:t>
                        </m:r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0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</a:rPr>
                          <m:t>=9−5=4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0A1A7B0F-7638-D7EA-900F-8DE6E5238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5915" y="2741083"/>
                  <a:ext cx="2131802" cy="246221"/>
                </a:xfrm>
                <a:prstGeom prst="rect">
                  <a:avLst/>
                </a:prstGeom>
                <a:blipFill>
                  <a:blip r:embed="rId18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5" name="文本框 124">
            <a:extLst>
              <a:ext uri="{FF2B5EF4-FFF2-40B4-BE49-F238E27FC236}">
                <a16:creationId xmlns:a16="http://schemas.microsoft.com/office/drawing/2014/main" id="{269DEBF1-55C1-F49D-A6DB-09C350320A37}"/>
              </a:ext>
            </a:extLst>
          </p:cNvPr>
          <p:cNvSpPr txBox="1"/>
          <p:nvPr/>
        </p:nvSpPr>
        <p:spPr>
          <a:xfrm>
            <a:off x="3058567" y="1726519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❌</a:t>
            </a:r>
          </a:p>
        </p:txBody>
      </p: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864DDD46-1E13-7122-EA4E-9F2E37A89EBA}"/>
              </a:ext>
            </a:extLst>
          </p:cNvPr>
          <p:cNvCxnSpPr>
            <a:cxnSpLocks/>
          </p:cNvCxnSpPr>
          <p:nvPr/>
        </p:nvCxnSpPr>
        <p:spPr>
          <a:xfrm>
            <a:off x="5374392" y="1513013"/>
            <a:ext cx="30819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23801E88-3A4A-9E31-01CC-A88F8BFAEA2D}"/>
              </a:ext>
            </a:extLst>
          </p:cNvPr>
          <p:cNvCxnSpPr>
            <a:cxnSpLocks/>
          </p:cNvCxnSpPr>
          <p:nvPr/>
        </p:nvCxnSpPr>
        <p:spPr>
          <a:xfrm>
            <a:off x="5351956" y="3336325"/>
            <a:ext cx="30819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DD08DDB6-D7C9-B7F5-26C9-912AB2BEAF8B}"/>
              </a:ext>
            </a:extLst>
          </p:cNvPr>
          <p:cNvCxnSpPr>
            <a:cxnSpLocks/>
          </p:cNvCxnSpPr>
          <p:nvPr/>
        </p:nvCxnSpPr>
        <p:spPr>
          <a:xfrm>
            <a:off x="2592507" y="3336325"/>
            <a:ext cx="30819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本框 151">
            <a:extLst>
              <a:ext uri="{FF2B5EF4-FFF2-40B4-BE49-F238E27FC236}">
                <a16:creationId xmlns:a16="http://schemas.microsoft.com/office/drawing/2014/main" id="{ED04941C-C2DB-B7D7-5EBD-32964ED936D7}"/>
              </a:ext>
            </a:extLst>
          </p:cNvPr>
          <p:cNvSpPr txBox="1"/>
          <p:nvPr/>
        </p:nvSpPr>
        <p:spPr>
          <a:xfrm>
            <a:off x="3538750" y="3530808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❌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ABF54BDC-31E1-E507-F17A-018CD00FE85F}"/>
              </a:ext>
            </a:extLst>
          </p:cNvPr>
          <p:cNvSpPr txBox="1"/>
          <p:nvPr/>
        </p:nvSpPr>
        <p:spPr>
          <a:xfrm>
            <a:off x="3219405" y="1317787"/>
            <a:ext cx="2795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/>
              <a:t>⭐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34138344-0815-3528-EF68-A4EF18B82EE1}"/>
              </a:ext>
            </a:extLst>
          </p:cNvPr>
          <p:cNvSpPr txBox="1"/>
          <p:nvPr/>
        </p:nvSpPr>
        <p:spPr>
          <a:xfrm>
            <a:off x="6573671" y="1334746"/>
            <a:ext cx="2795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/>
              <a:t>⭐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D47695D2-E224-02FD-F271-A4DF0A5F5BB8}"/>
              </a:ext>
            </a:extLst>
          </p:cNvPr>
          <p:cNvSpPr txBox="1"/>
          <p:nvPr/>
        </p:nvSpPr>
        <p:spPr>
          <a:xfrm>
            <a:off x="4091210" y="3136270"/>
            <a:ext cx="2795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/>
              <a:t>⭐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9DE1A8E8-82DA-1506-1441-C69F67D324D4}"/>
              </a:ext>
            </a:extLst>
          </p:cNvPr>
          <p:cNvSpPr txBox="1"/>
          <p:nvPr/>
        </p:nvSpPr>
        <p:spPr>
          <a:xfrm>
            <a:off x="7348067" y="3063921"/>
            <a:ext cx="2795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/>
              <a:t>⭐</a:t>
            </a:r>
          </a:p>
        </p:txBody>
      </p: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197</Words>
  <Application>Microsoft Office PowerPoint</Application>
  <PresentationFormat>宽屏</PresentationFormat>
  <Paragraphs>100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2026-04-12T13:20:43Z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