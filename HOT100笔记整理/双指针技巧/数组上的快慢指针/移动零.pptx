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96" r:id="rId2"/>
    <p:sldId id="299" r:id="rId3"/>
    <p:sldId id="297" r:id="rId4"/>
    <p:sldId id="300" r:id="rId5"/>
    <p:sldId id="301" r:id="rId6"/>
    <p:sldId id="302" r:id="rId7"/>
    <p:sldId id="303" r:id="rId8"/>
    <p:sldId id="304" r:id="rId9"/>
    <p:sldId id="30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850EDD-6548-4517-BE3A-375632E7C873}" v="191" dt="2026-04-30T13:34:17.1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73" autoAdjust="0"/>
  </p:normalViewPr>
  <p:slideViewPr>
    <p:cSldViewPr snapToGrid="0">
      <p:cViewPr varScale="1">
        <p:scale>
          <a:sx n="152" d="100"/>
          <a:sy n="152" d="100"/>
        </p:scale>
        <p:origin x="416" y="8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">
      <pc:chgData name="昕 许" userId="a2975fcd840abfc3" providerId="LiveId" clId="{49CCD4F9-177C-4270-9A14-60236FF377E8}" dt="2026-04-30T13:34:17.164" v="7269"/>
      <pc:docMkLst>
        <pc:docMk/>
      </pc:docMkLst>
      <pc:sldChg chg="addSp delSp modSp add mod modTransition">
        <pc:chgData name="昕 许" userId="a2975fcd840abfc3" providerId="LiveId" clId="{49CCD4F9-177C-4270-9A14-60236FF377E8}" dt="2026-04-12T02:59:11.101" v="7267"/>
        <pc:sldMkLst>
          <pc:docMk/>
          <pc:sldMk cId="3949537576" sldId="296"/>
        </pc:sldMkLst>
        <pc:spChg chg="add mod">
          <ac:chgData name="昕 许" userId="a2975fcd840abfc3" providerId="LiveId" clId="{49CCD4F9-177C-4270-9A14-60236FF377E8}" dt="2026-04-08T02:52:01.533" v="6796" actId="164"/>
          <ac:spMkLst>
            <pc:docMk/>
            <pc:sldMk cId="3949537576" sldId="296"/>
            <ac:spMk id="2" creationId="{93ED3568-C3BD-02E3-0BBC-A0097D40D9A6}"/>
          </ac:spMkLst>
        </pc:spChg>
        <pc:spChg chg="mod">
          <ac:chgData name="昕 许" userId="a2975fcd840abfc3" providerId="LiveId" clId="{49CCD4F9-177C-4270-9A14-60236FF377E8}" dt="2026-04-08T02:54:50.533" v="6841" actId="208"/>
          <ac:spMkLst>
            <pc:docMk/>
            <pc:sldMk cId="3949537576" sldId="296"/>
            <ac:spMk id="5" creationId="{FEBA7257-CA89-3D26-2266-434DE6DD1EE1}"/>
          </ac:spMkLst>
        </pc:spChg>
        <pc:spChg chg="mod">
          <ac:chgData name="昕 许" userId="a2975fcd840abfc3" providerId="LiveId" clId="{49CCD4F9-177C-4270-9A14-60236FF377E8}" dt="2026-04-08T02:18:47.407" v="6545" actId="20577"/>
          <ac:spMkLst>
            <pc:docMk/>
            <pc:sldMk cId="3949537576" sldId="296"/>
            <ac:spMk id="6" creationId="{246D1873-7A33-5BCD-5971-75A8B65F9655}"/>
          </ac:spMkLst>
        </pc:spChg>
        <pc:spChg chg="mod">
          <ac:chgData name="昕 许" userId="a2975fcd840abfc3" providerId="LiveId" clId="{49CCD4F9-177C-4270-9A14-60236FF377E8}" dt="2026-04-08T02:54:02.554" v="6831" actId="208"/>
          <ac:spMkLst>
            <pc:docMk/>
            <pc:sldMk cId="3949537576" sldId="296"/>
            <ac:spMk id="7" creationId="{E6E82A98-D7CB-A2D1-6699-B143510EF1F9}"/>
          </ac:spMkLst>
        </pc:spChg>
        <pc:spChg chg="mod">
          <ac:chgData name="昕 许" userId="a2975fcd840abfc3" providerId="LiveId" clId="{49CCD4F9-177C-4270-9A14-60236FF377E8}" dt="2026-04-08T02:18:47.407" v="6545" actId="20577"/>
          <ac:spMkLst>
            <pc:docMk/>
            <pc:sldMk cId="3949537576" sldId="296"/>
            <ac:spMk id="8" creationId="{730A4342-8DD0-D236-C1C7-9299082CBE4E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13" creationId="{533352CE-9226-E856-0153-F8EF9B4BCC3D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14" creationId="{88E3DE39-CC2A-6441-AF6A-072D4F3C5F87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21" creationId="{54CDCD59-5CBD-2B98-8A6B-1EF3DC1D8EC6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22" creationId="{43FF6DF0-EBED-9EB5-2967-FAC4F53CBB51}"/>
          </ac:spMkLst>
        </pc:spChg>
        <pc:spChg chg="mod">
          <ac:chgData name="昕 许" userId="a2975fcd840abfc3" providerId="LiveId" clId="{49CCD4F9-177C-4270-9A14-60236FF377E8}" dt="2026-04-08T02:53:28.663" v="6823" actId="208"/>
          <ac:spMkLst>
            <pc:docMk/>
            <pc:sldMk cId="3949537576" sldId="296"/>
            <ac:spMk id="29" creationId="{133524D4-2FDB-57FE-82DE-01EED342BF48}"/>
          </ac:spMkLst>
        </pc:spChg>
        <pc:spChg chg="mod">
          <ac:chgData name="昕 许" userId="a2975fcd840abfc3" providerId="LiveId" clId="{49CCD4F9-177C-4270-9A14-60236FF377E8}" dt="2026-04-08T02:53:17.240" v="6822" actId="208"/>
          <ac:spMkLst>
            <pc:docMk/>
            <pc:sldMk cId="3949537576" sldId="296"/>
            <ac:spMk id="33" creationId="{CBD04CEB-D3FD-130B-3C65-51660CCA181C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35" creationId="{96620095-9602-67AB-12CE-9265CA6A4E77}"/>
          </ac:spMkLst>
        </pc:spChg>
        <pc:spChg chg="mod">
          <ac:chgData name="昕 许" userId="a2975fcd840abfc3" providerId="LiveId" clId="{49CCD4F9-177C-4270-9A14-60236FF377E8}" dt="2026-04-07T09:17:02.832" v="6369" actId="1076"/>
          <ac:spMkLst>
            <pc:docMk/>
            <pc:sldMk cId="3949537576" sldId="296"/>
            <ac:spMk id="36" creationId="{4F82CAAF-05A1-CF22-BE3A-94D52D1EF612}"/>
          </ac:spMkLst>
        </pc:spChg>
        <pc:spChg chg="add mod">
          <ac:chgData name="昕 许" userId="a2975fcd840abfc3" providerId="LiveId" clId="{49CCD4F9-177C-4270-9A14-60236FF377E8}" dt="2026-04-08T02:49:07.650" v="6664" actId="164"/>
          <ac:spMkLst>
            <pc:docMk/>
            <pc:sldMk cId="3949537576" sldId="296"/>
            <ac:spMk id="37" creationId="{29080CF5-BEB3-5D2E-04B8-A008A6AA6C29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39" creationId="{8A703EA2-4E82-80CE-E613-ACDAED2DC045}"/>
          </ac:spMkLst>
        </pc:spChg>
        <pc:spChg chg="mod">
          <ac:chgData name="昕 许" userId="a2975fcd840abfc3" providerId="LiveId" clId="{49CCD4F9-177C-4270-9A14-60236FF377E8}" dt="2026-04-07T09:17:01.087" v="6368" actId="1076"/>
          <ac:spMkLst>
            <pc:docMk/>
            <pc:sldMk cId="3949537576" sldId="296"/>
            <ac:spMk id="40" creationId="{1ABAC8C5-8AAA-4CA2-AF59-CD714BD611E3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42" creationId="{2FCC8BA2-7E4F-CC56-08D4-ACBC26D831F7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44" creationId="{A9329CDC-419D-EB68-006C-2876CB4D0282}"/>
          </ac:spMkLst>
        </pc:spChg>
        <pc:spChg chg="add mod">
          <ac:chgData name="昕 许" userId="a2975fcd840abfc3" providerId="LiveId" clId="{49CCD4F9-177C-4270-9A14-60236FF377E8}" dt="2026-04-08T02:49:35.219" v="6676" actId="1076"/>
          <ac:spMkLst>
            <pc:docMk/>
            <pc:sldMk cId="3949537576" sldId="296"/>
            <ac:spMk id="45" creationId="{7382A03F-8C4E-0946-C22C-FBC4230B073F}"/>
          </ac:spMkLst>
        </pc:spChg>
        <pc:spChg chg="add mod">
          <ac:chgData name="昕 许" userId="a2975fcd840abfc3" providerId="LiveId" clId="{49CCD4F9-177C-4270-9A14-60236FF377E8}" dt="2026-04-08T02:49:07.650" v="6664" actId="164"/>
          <ac:spMkLst>
            <pc:docMk/>
            <pc:sldMk cId="3949537576" sldId="296"/>
            <ac:spMk id="47" creationId="{B2A5B0D9-FA9B-7BB2-0EA1-0374C713DA1B}"/>
          </ac:spMkLst>
        </pc:spChg>
        <pc:spChg chg="mod">
          <ac:chgData name="昕 许" userId="a2975fcd840abfc3" providerId="LiveId" clId="{49CCD4F9-177C-4270-9A14-60236FF377E8}" dt="2026-04-07T08:28:22.048" v="6150" actId="255"/>
          <ac:spMkLst>
            <pc:docMk/>
            <pc:sldMk cId="3949537576" sldId="296"/>
            <ac:spMk id="51" creationId="{74CD813C-3C0D-41B5-E2F1-80FA2BE76867}"/>
          </ac:spMkLst>
        </pc:spChg>
        <pc:spChg chg="mod">
          <ac:chgData name="昕 许" userId="a2975fcd840abfc3" providerId="LiveId" clId="{49CCD4F9-177C-4270-9A14-60236FF377E8}" dt="2026-04-07T08:28:24.927" v="6151" actId="1076"/>
          <ac:spMkLst>
            <pc:docMk/>
            <pc:sldMk cId="3949537576" sldId="296"/>
            <ac:spMk id="52" creationId="{E813EB35-099D-99F3-88DB-1ECC821064EE}"/>
          </ac:spMkLst>
        </pc:spChg>
        <pc:spChg chg="add mod">
          <ac:chgData name="昕 许" userId="a2975fcd840abfc3" providerId="LiveId" clId="{49CCD4F9-177C-4270-9A14-60236FF377E8}" dt="2026-04-08T02:52:01.533" v="6796" actId="164"/>
          <ac:spMkLst>
            <pc:docMk/>
            <pc:sldMk cId="3949537576" sldId="296"/>
            <ac:spMk id="59" creationId="{FA289EB0-A010-8F8E-7B25-6ACBE9482B27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66" creationId="{A17CF7A1-7AF1-B87C-5AE3-13FF257304BF}"/>
          </ac:spMkLst>
        </pc:spChg>
        <pc:spChg chg="mod">
          <ac:chgData name="昕 许" userId="a2975fcd840abfc3" providerId="LiveId" clId="{49CCD4F9-177C-4270-9A14-60236FF377E8}" dt="2026-04-08T02:49:39.354" v="6677" actId="1076"/>
          <ac:spMkLst>
            <pc:docMk/>
            <pc:sldMk cId="3949537576" sldId="296"/>
            <ac:spMk id="68" creationId="{C54C63D5-02C7-472B-9AD3-55635F5EBC27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88" creationId="{CA3397EC-CCAA-9DD1-B866-64DE52D10BF1}"/>
          </ac:spMkLst>
        </pc:spChg>
        <pc:spChg chg="mod">
          <ac:chgData name="昕 许" userId="a2975fcd840abfc3" providerId="LiveId" clId="{49CCD4F9-177C-4270-9A14-60236FF377E8}" dt="2026-04-08T02:53:33.043" v="6824" actId="208"/>
          <ac:spMkLst>
            <pc:docMk/>
            <pc:sldMk cId="3949537576" sldId="296"/>
            <ac:spMk id="89" creationId="{BDEA76F5-2049-3DD5-E413-3D6401B6B020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0" creationId="{2AE56B4E-C9C6-5358-1663-5888423D9886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3" creationId="{F4A1E632-70BB-7431-CBC3-15FCC775455E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4" creationId="{8D786F36-68E1-AB33-B4BB-C0D30DA00CC5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5" creationId="{D6D921EA-CECC-9BA9-F901-9404B66398F5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6" creationId="{46BF372E-26EF-193A-88B1-6C0FAD97D589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0" creationId="{F102EE2B-0C5A-D71B-CE11-0A3CE9E861CA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2" creationId="{A853FD31-5031-737C-E51B-953B3E98BE31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3" creationId="{18330FD2-7BC4-EF3F-68E0-2FA3FCE089F5}"/>
          </ac:spMkLst>
        </pc:spChg>
        <pc:spChg chg="mod">
          <ac:chgData name="昕 许" userId="a2975fcd840abfc3" providerId="LiveId" clId="{49CCD4F9-177C-4270-9A14-60236FF377E8}" dt="2026-04-08T02:53:38.702" v="6825" actId="208"/>
          <ac:spMkLst>
            <pc:docMk/>
            <pc:sldMk cId="3949537576" sldId="296"/>
            <ac:spMk id="104" creationId="{F4ABC4DE-BCDF-83D9-4261-BCC9ED1F0965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5" creationId="{4440DD44-D77C-F96B-8512-E2219A6B0600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6" creationId="{F62A44F4-F222-20D3-D7CF-375496568021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7" creationId="{D257A9DA-7546-E65F-F0AA-8A83EFB2ECD0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8" creationId="{BD52418A-1401-8658-2EA0-03104E9A07BD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9" creationId="{33FED4DE-0F45-66DF-3665-7F4D4223AF23}"/>
          </ac:spMkLst>
        </pc:spChg>
        <pc:spChg chg="add mod">
          <ac:chgData name="昕 许" userId="a2975fcd840abfc3" providerId="LiveId" clId="{49CCD4F9-177C-4270-9A14-60236FF377E8}" dt="2026-04-08T02:51:22.717" v="6774" actId="1076"/>
          <ac:spMkLst>
            <pc:docMk/>
            <pc:sldMk cId="3949537576" sldId="296"/>
            <ac:spMk id="110" creationId="{7900DBBF-6CCF-7A82-7367-A86914F33896}"/>
          </ac:spMkLst>
        </pc:spChg>
        <pc:spChg chg="mod topLvl">
          <ac:chgData name="昕 许" userId="a2975fcd840abfc3" providerId="LiveId" clId="{49CCD4F9-177C-4270-9A14-60236FF377E8}" dt="2026-04-08T02:51:27.818" v="6783" actId="20577"/>
          <ac:spMkLst>
            <pc:docMk/>
            <pc:sldMk cId="3949537576" sldId="296"/>
            <ac:spMk id="116" creationId="{6E089FCD-C0DD-28D5-7DF6-37EA23C504A9}"/>
          </ac:spMkLst>
        </pc:spChg>
        <pc:spChg chg="mod topLvl">
          <ac:chgData name="昕 许" userId="a2975fcd840abfc3" providerId="LiveId" clId="{49CCD4F9-177C-4270-9A14-60236FF377E8}" dt="2026-04-08T02:50:48.191" v="6709" actId="164"/>
          <ac:spMkLst>
            <pc:docMk/>
            <pc:sldMk cId="3949537576" sldId="296"/>
            <ac:spMk id="117" creationId="{9F1BB99A-DD0F-8B42-B668-F01B482A3FB4}"/>
          </ac:spMkLst>
        </pc:spChg>
        <pc:spChg chg="mod">
          <ac:chgData name="昕 许" userId="a2975fcd840abfc3" providerId="LiveId" clId="{49CCD4F9-177C-4270-9A14-60236FF377E8}" dt="2026-04-08T02:53:44.752" v="6826" actId="208"/>
          <ac:spMkLst>
            <pc:docMk/>
            <pc:sldMk cId="3949537576" sldId="296"/>
            <ac:spMk id="120" creationId="{49F8F5AA-6F88-BDDA-97B6-F59BD6F200F2}"/>
          </ac:spMkLst>
        </pc:spChg>
        <pc:spChg chg="add del mod">
          <ac:chgData name="昕 许" userId="a2975fcd840abfc3" providerId="LiveId" clId="{49CCD4F9-177C-4270-9A14-60236FF377E8}" dt="2026-04-08T02:52:10.619" v="6799" actId="1076"/>
          <ac:spMkLst>
            <pc:docMk/>
            <pc:sldMk cId="3949537576" sldId="296"/>
            <ac:spMk id="121" creationId="{E0707791-6A4E-128D-0B20-2C234B2A2557}"/>
          </ac:spMkLst>
        </pc:spChg>
        <pc:spChg chg="mod">
          <ac:chgData name="昕 许" userId="a2975fcd840abfc3" providerId="LiveId" clId="{49CCD4F9-177C-4270-9A14-60236FF377E8}" dt="2026-04-08T02:50:46" v="6708" actId="165"/>
          <ac:spMkLst>
            <pc:docMk/>
            <pc:sldMk cId="3949537576" sldId="296"/>
            <ac:spMk id="122" creationId="{28725E1F-7A5F-41FB-6019-50A76AFBBAA9}"/>
          </ac:spMkLst>
        </pc:spChg>
        <pc:spChg chg="mod">
          <ac:chgData name="昕 许" userId="a2975fcd840abfc3" providerId="LiveId" clId="{49CCD4F9-177C-4270-9A14-60236FF377E8}" dt="2026-04-08T02:50:46" v="6708" actId="165"/>
          <ac:spMkLst>
            <pc:docMk/>
            <pc:sldMk cId="3949537576" sldId="296"/>
            <ac:spMk id="123" creationId="{F1D40F7F-3F2F-B93C-28EB-2A4AACCF836A}"/>
          </ac:spMkLst>
        </pc:spChg>
        <pc:spChg chg="add mod">
          <ac:chgData name="昕 许" userId="a2975fcd840abfc3" providerId="LiveId" clId="{49CCD4F9-177C-4270-9A14-60236FF377E8}" dt="2026-04-08T02:51:30.161" v="6787" actId="20577"/>
          <ac:spMkLst>
            <pc:docMk/>
            <pc:sldMk cId="3949537576" sldId="296"/>
            <ac:spMk id="125" creationId="{7A8DCD33-184C-BB44-E7FD-0669F7D805E4}"/>
          </ac:spMkLst>
        </pc:spChg>
        <pc:spChg chg="mod topLvl">
          <ac:chgData name="昕 许" userId="a2975fcd840abfc3" providerId="LiveId" clId="{49CCD4F9-177C-4270-9A14-60236FF377E8}" dt="2026-04-08T02:51:54.481" v="6794" actId="1076"/>
          <ac:spMkLst>
            <pc:docMk/>
            <pc:sldMk cId="3949537576" sldId="296"/>
            <ac:spMk id="129" creationId="{D091E5A9-DF64-9498-EC68-55A941BC970C}"/>
          </ac:spMkLst>
        </pc:spChg>
        <pc:spChg chg="mod">
          <ac:chgData name="昕 许" userId="a2975fcd840abfc3" providerId="LiveId" clId="{49CCD4F9-177C-4270-9A14-60236FF377E8}" dt="2026-04-08T02:53:55.479" v="6829" actId="208"/>
          <ac:spMkLst>
            <pc:docMk/>
            <pc:sldMk cId="3949537576" sldId="296"/>
            <ac:spMk id="132" creationId="{A97D06B2-49A4-5602-681C-39964945855C}"/>
          </ac:spMkLst>
        </pc:spChg>
        <pc:spChg chg="mod">
          <ac:chgData name="昕 许" userId="a2975fcd840abfc3" providerId="LiveId" clId="{49CCD4F9-177C-4270-9A14-60236FF377E8}" dt="2026-04-08T02:53:51.783" v="6828" actId="208"/>
          <ac:spMkLst>
            <pc:docMk/>
            <pc:sldMk cId="3949537576" sldId="296"/>
            <ac:spMk id="133" creationId="{BC0E0DBB-DADD-FAA2-9E33-984F96ED3AFA}"/>
          </ac:spMkLst>
        </pc:spChg>
        <pc:spChg chg="add mod">
          <ac:chgData name="昕 许" userId="a2975fcd840abfc3" providerId="LiveId" clId="{49CCD4F9-177C-4270-9A14-60236FF377E8}" dt="2026-04-08T02:55:47.760" v="6871" actId="20577"/>
          <ac:spMkLst>
            <pc:docMk/>
            <pc:sldMk cId="3949537576" sldId="296"/>
            <ac:spMk id="150" creationId="{D76D4234-5907-C081-FC1F-618B0E71059E}"/>
          </ac:spMkLst>
        </pc:spChg>
        <pc:spChg chg="add mod">
          <ac:chgData name="昕 许" userId="a2975fcd840abfc3" providerId="LiveId" clId="{49CCD4F9-177C-4270-9A14-60236FF377E8}" dt="2026-04-08T02:55:47.760" v="6871" actId="20577"/>
          <ac:spMkLst>
            <pc:docMk/>
            <pc:sldMk cId="3949537576" sldId="296"/>
            <ac:spMk id="151" creationId="{85C99217-B663-FE69-2CAF-50B0527629CF}"/>
          </ac:spMkLst>
        </pc:spChg>
        <pc:spChg chg="mod">
          <ac:chgData name="昕 许" userId="a2975fcd840abfc3" providerId="LiveId" clId="{49CCD4F9-177C-4270-9A14-60236FF377E8}" dt="2026-04-08T02:55:56.887" v="6877" actId="20577"/>
          <ac:spMkLst>
            <pc:docMk/>
            <pc:sldMk cId="3949537576" sldId="296"/>
            <ac:spMk id="154" creationId="{93AB0140-84C6-AB5D-B8EF-C358D878FBE1}"/>
          </ac:spMkLst>
        </pc:spChg>
        <pc:spChg chg="mod">
          <ac:chgData name="昕 许" userId="a2975fcd840abfc3" providerId="LiveId" clId="{49CCD4F9-177C-4270-9A14-60236FF377E8}" dt="2026-04-08T02:55:56.887" v="6877" actId="20577"/>
          <ac:spMkLst>
            <pc:docMk/>
            <pc:sldMk cId="3949537576" sldId="296"/>
            <ac:spMk id="155" creationId="{D5B14998-7B36-4F20-9FDB-CB77B85A3BE5}"/>
          </ac:spMkLst>
        </pc:spChg>
        <pc:spChg chg="add mod">
          <ac:chgData name="昕 许" userId="a2975fcd840abfc3" providerId="LiveId" clId="{49CCD4F9-177C-4270-9A14-60236FF377E8}" dt="2026-04-08T02:55:31.257" v="6852" actId="1076"/>
          <ac:spMkLst>
            <pc:docMk/>
            <pc:sldMk cId="3949537576" sldId="296"/>
            <ac:spMk id="156" creationId="{782B4E1A-873C-A5C5-2AEA-223F608B1E1B}"/>
          </ac:spMkLst>
        </pc:spChg>
        <pc:spChg chg="add mod">
          <ac:chgData name="昕 许" userId="a2975fcd840abfc3" providerId="LiveId" clId="{49CCD4F9-177C-4270-9A14-60236FF377E8}" dt="2026-04-08T02:55:41.948" v="6869" actId="1076"/>
          <ac:spMkLst>
            <pc:docMk/>
            <pc:sldMk cId="3949537576" sldId="296"/>
            <ac:spMk id="157" creationId="{F30B9282-1CF5-EEA2-3009-74B9E8F50F80}"/>
          </ac:spMkLst>
        </pc:spChg>
        <pc:grpChg chg="add 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3" creationId="{C906A4FB-56A2-4777-ECC8-46BDEBC2E27D}"/>
          </ac:grpSpMkLst>
        </pc:grpChg>
        <pc:grpChg chg="add 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4" creationId="{DEAFE296-E131-148C-B469-63A6379D4190}"/>
          </ac:grpSpMkLst>
        </pc:grpChg>
        <pc:grpChg chg="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12" creationId="{AF68540B-D49F-B24C-15F0-680BCED0C495}"/>
          </ac:grpSpMkLst>
        </pc:grpChg>
        <pc:grpChg chg="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19" creationId="{9D1B4BA3-3F93-2C71-669C-756333F9BE7D}"/>
          </ac:grpSpMkLst>
        </pc:grpChg>
        <pc:grpChg chg="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23" creationId="{26D2D033-26CF-7F71-E0D4-54793AA22FCF}"/>
          </ac:grpSpMkLst>
        </pc:grpChg>
        <pc:grpChg chg="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34" creationId="{4D2C8253-070C-2815-1438-1CAB507650EB}"/>
          </ac:grpSpMkLst>
        </pc:grpChg>
        <pc:grpChg chg="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38" creationId="{425C1743-596D-8BC8-7B42-18E523AC8D95}"/>
          </ac:grpSpMkLst>
        </pc:grpChg>
        <pc:grpChg chg="add 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41" creationId="{B47C8EE2-DF07-81DF-C993-A25A95BB8B30}"/>
          </ac:grpSpMkLst>
        </pc:grpChg>
        <pc:grpChg chg="add 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48" creationId="{2B0871AB-C6BF-58F9-1FFD-A9161FB603B2}"/>
          </ac:grpSpMkLst>
        </pc:grpChg>
        <pc:grpChg chg="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49" creationId="{EF53A073-C87C-44C9-EAE1-1F789FB72C15}"/>
          </ac:grpSpMkLst>
        </pc:grpChg>
        <pc:grpChg chg="mod">
          <ac:chgData name="昕 许" userId="a2975fcd840abfc3" providerId="LiveId" clId="{49CCD4F9-177C-4270-9A14-60236FF377E8}" dt="2026-04-08T02:51:06.751" v="6736" actId="1035"/>
          <ac:grpSpMkLst>
            <pc:docMk/>
            <pc:sldMk cId="3949537576" sldId="296"/>
            <ac:grpSpMk id="50" creationId="{A38C6DDE-E299-4108-55B9-93201B0ED14A}"/>
          </ac:grpSpMkLst>
        </pc:grpChg>
        <pc:grpChg chg="add mod">
          <ac:chgData name="昕 许" userId="a2975fcd840abfc3" providerId="LiveId" clId="{49CCD4F9-177C-4270-9A14-60236FF377E8}" dt="2026-04-08T02:51:16.680" v="6762" actId="1035"/>
          <ac:grpSpMkLst>
            <pc:docMk/>
            <pc:sldMk cId="3949537576" sldId="296"/>
            <ac:grpSpMk id="97" creationId="{2A211E87-9E6C-1E63-8A06-63615723139C}"/>
          </ac:grpSpMkLst>
        </pc:grpChg>
        <pc:grpChg chg="mod topLvl">
          <ac:chgData name="昕 许" userId="a2975fcd840abfc3" providerId="LiveId" clId="{49CCD4F9-177C-4270-9A14-60236FF377E8}" dt="2026-04-08T02:50:48.191" v="6709" actId="164"/>
          <ac:grpSpMkLst>
            <pc:docMk/>
            <pc:sldMk cId="3949537576" sldId="296"/>
            <ac:grpSpMk id="112" creationId="{BBD153AC-F00D-B49A-FEFD-18162817E201}"/>
          </ac:grpSpMkLst>
        </pc:grpChg>
        <pc:grpChg chg="add del mod topLvl">
          <ac:chgData name="昕 许" userId="a2975fcd840abfc3" providerId="LiveId" clId="{49CCD4F9-177C-4270-9A14-60236FF377E8}" dt="2026-04-08T02:50:48.191" v="6709" actId="164"/>
          <ac:grpSpMkLst>
            <pc:docMk/>
            <pc:sldMk cId="3949537576" sldId="296"/>
            <ac:grpSpMk id="113" creationId="{7A993EB4-D5F3-DEC1-05EC-17461FB623D7}"/>
          </ac:grpSpMkLst>
        </pc:grpChg>
        <pc:grpChg chg="add mod">
          <ac:chgData name="昕 许" userId="a2975fcd840abfc3" providerId="LiveId" clId="{49CCD4F9-177C-4270-9A14-60236FF377E8}" dt="2026-04-08T02:51:24.699" v="6779" actId="1035"/>
          <ac:grpSpMkLst>
            <pc:docMk/>
            <pc:sldMk cId="3949537576" sldId="296"/>
            <ac:grpSpMk id="124" creationId="{7EF76028-ABA6-FAFF-357A-C4DD91F90F8C}"/>
          </ac:grpSpMkLst>
        </pc:grpChg>
        <pc:grpChg chg="mod topLvl">
          <ac:chgData name="昕 许" userId="a2975fcd840abfc3" providerId="LiveId" clId="{49CCD4F9-177C-4270-9A14-60236FF377E8}" dt="2026-04-08T02:51:54.481" v="6794" actId="1076"/>
          <ac:grpSpMkLst>
            <pc:docMk/>
            <pc:sldMk cId="3949537576" sldId="296"/>
            <ac:grpSpMk id="127" creationId="{A15259C5-A17D-5DBC-9678-13DFDA0F1949}"/>
          </ac:grpSpMkLst>
        </pc:grpChg>
        <pc:grpChg chg="add mod">
          <ac:chgData name="昕 许" userId="a2975fcd840abfc3" providerId="LiveId" clId="{49CCD4F9-177C-4270-9A14-60236FF377E8}" dt="2026-04-08T02:52:02.965" v="6797" actId="1076"/>
          <ac:grpSpMkLst>
            <pc:docMk/>
            <pc:sldMk cId="3949537576" sldId="296"/>
            <ac:grpSpMk id="134" creationId="{7E65DD75-4EDC-6D99-A01F-CB8FFD8F3FEB}"/>
          </ac:grpSpMkLst>
        </pc:grpChg>
        <pc:grpChg chg="add mod">
          <ac:chgData name="昕 许" userId="a2975fcd840abfc3" providerId="LiveId" clId="{49CCD4F9-177C-4270-9A14-60236FF377E8}" dt="2026-04-08T02:55:47.760" v="6871" actId="20577"/>
          <ac:grpSpMkLst>
            <pc:docMk/>
            <pc:sldMk cId="3949537576" sldId="296"/>
            <ac:grpSpMk id="152" creationId="{EDFF5D89-AF73-D372-CBB2-3BAC004DC621}"/>
          </ac:grpSpMkLst>
        </pc:grpChg>
        <pc:grpChg chg="add mod">
          <ac:chgData name="昕 许" userId="a2975fcd840abfc3" providerId="LiveId" clId="{49CCD4F9-177C-4270-9A14-60236FF377E8}" dt="2026-04-08T02:55:56.887" v="6877" actId="20577"/>
          <ac:grpSpMkLst>
            <pc:docMk/>
            <pc:sldMk cId="3949537576" sldId="296"/>
            <ac:grpSpMk id="153" creationId="{F58C131C-87EB-FC13-EA71-BC6CD391837B}"/>
          </ac:grpSpMkLst>
        </pc:grp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36" creationId="{9E7B66AE-C991-B337-7E74-0EB92E54817C}"/>
          </ac:cxnSpMkLst>
        </pc:cxn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37" creationId="{364D2A02-E640-9ED5-1AA6-58856DD21395}"/>
          </ac:cxnSpMkLst>
        </pc:cxn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40" creationId="{92EF0427-FA05-FCA5-EC49-7064049FB7E8}"/>
          </ac:cxnSpMkLst>
        </pc:cxn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43" creationId="{8C456521-40AE-5192-C3AA-2B36F4593E24}"/>
          </ac:cxnSpMkLst>
        </pc:cxnChg>
        <pc:cxnChg chg="add mod">
          <ac:chgData name="昕 许" userId="a2975fcd840abfc3" providerId="LiveId" clId="{49CCD4F9-177C-4270-9A14-60236FF377E8}" dt="2026-04-08T02:54:19.363" v="6834" actId="208"/>
          <ac:cxnSpMkLst>
            <pc:docMk/>
            <pc:sldMk cId="3949537576" sldId="296"/>
            <ac:cxnSpMk id="146" creationId="{5A191705-37A4-6D26-8D45-20738179B4B2}"/>
          </ac:cxnSpMkLst>
        </pc:cxnChg>
      </pc:sldChg>
      <pc:sldChg chg="addSp delSp modSp add mod modTransition">
        <pc:chgData name="昕 许" userId="a2975fcd840abfc3" providerId="LiveId" clId="{49CCD4F9-177C-4270-9A14-60236FF377E8}" dt="2026-04-12T02:59:11.101" v="7267"/>
        <pc:sldMkLst>
          <pc:docMk/>
          <pc:sldMk cId="3112887342" sldId="297"/>
        </pc:sldMkLst>
        <pc:spChg chg="mod">
          <ac:chgData name="昕 许" userId="a2975fcd840abfc3" providerId="LiveId" clId="{49CCD4F9-177C-4270-9A14-60236FF377E8}" dt="2026-04-12T02:39:36.597" v="6891" actId="20577"/>
          <ac:spMkLst>
            <pc:docMk/>
            <pc:sldMk cId="3112887342" sldId="297"/>
            <ac:spMk id="5" creationId="{65608A7D-E6E1-E94F-70E4-1C62461CCE1E}"/>
          </ac:spMkLst>
        </pc:spChg>
        <pc:spChg chg="mod">
          <ac:chgData name="昕 许" userId="a2975fcd840abfc3" providerId="LiveId" clId="{49CCD4F9-177C-4270-9A14-60236FF377E8}" dt="2026-04-12T02:39:38.983" v="6892" actId="1076"/>
          <ac:spMkLst>
            <pc:docMk/>
            <pc:sldMk cId="3112887342" sldId="297"/>
            <ac:spMk id="6" creationId="{3607D0A2-4578-2FD2-A9B1-23ED1EF1F403}"/>
          </ac:spMkLst>
        </pc:spChg>
        <pc:spChg chg="mod">
          <ac:chgData name="昕 许" userId="a2975fcd840abfc3" providerId="LiveId" clId="{49CCD4F9-177C-4270-9A14-60236FF377E8}" dt="2026-04-12T02:39:58.318" v="6900" actId="20577"/>
          <ac:spMkLst>
            <pc:docMk/>
            <pc:sldMk cId="3112887342" sldId="297"/>
            <ac:spMk id="8" creationId="{B9E78FBA-4709-1D99-BA0B-56F2F6258ACC}"/>
          </ac:spMkLst>
        </pc:spChg>
        <pc:spChg chg="mod">
          <ac:chgData name="昕 许" userId="a2975fcd840abfc3" providerId="LiveId" clId="{49CCD4F9-177C-4270-9A14-60236FF377E8}" dt="2026-04-12T02:39:58.318" v="6900" actId="20577"/>
          <ac:spMkLst>
            <pc:docMk/>
            <pc:sldMk cId="3112887342" sldId="297"/>
            <ac:spMk id="9" creationId="{A423E740-752E-C232-71C9-9C190DE31DF4}"/>
          </ac:spMkLst>
        </pc:spChg>
        <pc:spChg chg="mod">
          <ac:chgData name="昕 许" userId="a2975fcd840abfc3" providerId="LiveId" clId="{49CCD4F9-177C-4270-9A14-60236FF377E8}" dt="2026-04-12T02:40:01.293" v="6902" actId="20577"/>
          <ac:spMkLst>
            <pc:docMk/>
            <pc:sldMk cId="3112887342" sldId="297"/>
            <ac:spMk id="11" creationId="{CD13E4E6-16E6-2A7D-B8CB-880FCA55C416}"/>
          </ac:spMkLst>
        </pc:spChg>
        <pc:spChg chg="mod">
          <ac:chgData name="昕 许" userId="a2975fcd840abfc3" providerId="LiveId" clId="{49CCD4F9-177C-4270-9A14-60236FF377E8}" dt="2026-04-12T02:40:01.293" v="6902" actId="20577"/>
          <ac:spMkLst>
            <pc:docMk/>
            <pc:sldMk cId="3112887342" sldId="297"/>
            <ac:spMk id="12" creationId="{6B004975-0E43-4D97-671A-4B65E68042C7}"/>
          </ac:spMkLst>
        </pc:spChg>
        <pc:spChg chg="mod">
          <ac:chgData name="昕 许" userId="a2975fcd840abfc3" providerId="LiveId" clId="{49CCD4F9-177C-4270-9A14-60236FF377E8}" dt="2026-04-12T02:40:04.381" v="6904" actId="20577"/>
          <ac:spMkLst>
            <pc:docMk/>
            <pc:sldMk cId="3112887342" sldId="297"/>
            <ac:spMk id="14" creationId="{50B187A4-D974-207E-4519-6E5ADC3839B6}"/>
          </ac:spMkLst>
        </pc:spChg>
        <pc:spChg chg="mod">
          <ac:chgData name="昕 许" userId="a2975fcd840abfc3" providerId="LiveId" clId="{49CCD4F9-177C-4270-9A14-60236FF377E8}" dt="2026-04-12T02:40:04.381" v="6904" actId="20577"/>
          <ac:spMkLst>
            <pc:docMk/>
            <pc:sldMk cId="3112887342" sldId="297"/>
            <ac:spMk id="15" creationId="{49F5A26C-0F2F-9B28-DFC4-58E91DB17C62}"/>
          </ac:spMkLst>
        </pc:spChg>
        <pc:spChg chg="mod">
          <ac:chgData name="昕 许" userId="a2975fcd840abfc3" providerId="LiveId" clId="{49CCD4F9-177C-4270-9A14-60236FF377E8}" dt="2026-04-12T02:40:06.341" v="6906" actId="20577"/>
          <ac:spMkLst>
            <pc:docMk/>
            <pc:sldMk cId="3112887342" sldId="297"/>
            <ac:spMk id="17" creationId="{D54ECF98-1508-E0DA-AE99-6C70017CCD8A}"/>
          </ac:spMkLst>
        </pc:spChg>
        <pc:spChg chg="mod">
          <ac:chgData name="昕 许" userId="a2975fcd840abfc3" providerId="LiveId" clId="{49CCD4F9-177C-4270-9A14-60236FF377E8}" dt="2026-04-12T02:40:06.341" v="6906" actId="20577"/>
          <ac:spMkLst>
            <pc:docMk/>
            <pc:sldMk cId="3112887342" sldId="297"/>
            <ac:spMk id="18" creationId="{FF1C0FB6-10AB-722E-2E30-EE57EE4439FB}"/>
          </ac:spMkLst>
        </pc:spChg>
        <pc:spChg chg="mod">
          <ac:chgData name="昕 许" userId="a2975fcd840abfc3" providerId="LiveId" clId="{49CCD4F9-177C-4270-9A14-60236FF377E8}" dt="2026-04-12T02:40:09.355" v="6908" actId="20577"/>
          <ac:spMkLst>
            <pc:docMk/>
            <pc:sldMk cId="3112887342" sldId="297"/>
            <ac:spMk id="20" creationId="{6D9DFD25-FE84-8908-04BF-04CF8FFF0827}"/>
          </ac:spMkLst>
        </pc:spChg>
        <pc:spChg chg="mod">
          <ac:chgData name="昕 许" userId="a2975fcd840abfc3" providerId="LiveId" clId="{49CCD4F9-177C-4270-9A14-60236FF377E8}" dt="2026-04-12T02:40:09.355" v="6908" actId="20577"/>
          <ac:spMkLst>
            <pc:docMk/>
            <pc:sldMk cId="3112887342" sldId="297"/>
            <ac:spMk id="21" creationId="{0B4AF54C-5EE8-C76E-34B4-BF4AD90490D2}"/>
          </ac:spMkLst>
        </pc:spChg>
        <pc:spChg chg="mod">
          <ac:chgData name="昕 许" userId="a2975fcd840abfc3" providerId="LiveId" clId="{49CCD4F9-177C-4270-9A14-60236FF377E8}" dt="2026-04-12T02:40:15.938" v="6912" actId="20577"/>
          <ac:spMkLst>
            <pc:docMk/>
            <pc:sldMk cId="3112887342" sldId="297"/>
            <ac:spMk id="23" creationId="{CDEEEAF2-79AF-8603-9752-ED6AB88D8F36}"/>
          </ac:spMkLst>
        </pc:spChg>
        <pc:spChg chg="mod">
          <ac:chgData name="昕 许" userId="a2975fcd840abfc3" providerId="LiveId" clId="{49CCD4F9-177C-4270-9A14-60236FF377E8}" dt="2026-04-12T02:40:15.938" v="6912" actId="20577"/>
          <ac:spMkLst>
            <pc:docMk/>
            <pc:sldMk cId="3112887342" sldId="297"/>
            <ac:spMk id="24" creationId="{FCF00D60-BC21-0B9A-0E5B-99169001CE47}"/>
          </ac:spMkLst>
        </pc:spChg>
        <pc:spChg chg="mod">
          <ac:chgData name="昕 许" userId="a2975fcd840abfc3" providerId="LiveId" clId="{49CCD4F9-177C-4270-9A14-60236FF377E8}" dt="2026-04-12T02:40:17.708" v="6914" actId="20577"/>
          <ac:spMkLst>
            <pc:docMk/>
            <pc:sldMk cId="3112887342" sldId="297"/>
            <ac:spMk id="26" creationId="{AD01FD77-B981-F74A-0585-E45028942636}"/>
          </ac:spMkLst>
        </pc:spChg>
        <pc:spChg chg="mod">
          <ac:chgData name="昕 许" userId="a2975fcd840abfc3" providerId="LiveId" clId="{49CCD4F9-177C-4270-9A14-60236FF377E8}" dt="2026-04-12T02:40:17.708" v="6914" actId="20577"/>
          <ac:spMkLst>
            <pc:docMk/>
            <pc:sldMk cId="3112887342" sldId="297"/>
            <ac:spMk id="27" creationId="{FCFDE599-7020-3001-72E1-7E959C131017}"/>
          </ac:spMkLst>
        </pc:spChg>
        <pc:spChg chg="mod">
          <ac:chgData name="昕 许" userId="a2975fcd840abfc3" providerId="LiveId" clId="{49CCD4F9-177C-4270-9A14-60236FF377E8}" dt="2026-04-12T02:40:19.503" v="6916" actId="20577"/>
          <ac:spMkLst>
            <pc:docMk/>
            <pc:sldMk cId="3112887342" sldId="297"/>
            <ac:spMk id="29" creationId="{06C09BE9-7860-A404-8D41-C4E74560CD93}"/>
          </ac:spMkLst>
        </pc:spChg>
        <pc:spChg chg="mod">
          <ac:chgData name="昕 许" userId="a2975fcd840abfc3" providerId="LiveId" clId="{49CCD4F9-177C-4270-9A14-60236FF377E8}" dt="2026-04-12T02:40:19.503" v="6916" actId="20577"/>
          <ac:spMkLst>
            <pc:docMk/>
            <pc:sldMk cId="3112887342" sldId="297"/>
            <ac:spMk id="30" creationId="{090ED9BE-E0DC-D5E6-1C9C-3C9C90561936}"/>
          </ac:spMkLst>
        </pc:spChg>
        <pc:spChg chg="add mod">
          <ac:chgData name="昕 许" userId="a2975fcd840abfc3" providerId="LiveId" clId="{49CCD4F9-177C-4270-9A14-60236FF377E8}" dt="2026-04-12T02:41:21.839" v="6930" actId="164"/>
          <ac:spMkLst>
            <pc:docMk/>
            <pc:sldMk cId="3112887342" sldId="297"/>
            <ac:spMk id="34" creationId="{A5A5BC0B-3A4C-89E3-BD5E-81E31D1C2DE9}"/>
          </ac:spMkLst>
        </pc:spChg>
        <pc:spChg chg="mod">
          <ac:chgData name="昕 许" userId="a2975fcd840abfc3" providerId="LiveId" clId="{49CCD4F9-177C-4270-9A14-60236FF377E8}" dt="2026-04-12T02:41:55.718" v="6952" actId="1076"/>
          <ac:spMkLst>
            <pc:docMk/>
            <pc:sldMk cId="3112887342" sldId="297"/>
            <ac:spMk id="38" creationId="{6A17A775-2FE0-D3C6-1F60-F18433EEBC9C}"/>
          </ac:spMkLst>
        </pc:spChg>
        <pc:grpChg chg="add mod">
          <ac:chgData name="昕 许" userId="a2975fcd840abfc3" providerId="LiveId" clId="{49CCD4F9-177C-4270-9A14-60236FF377E8}" dt="2026-04-12T02:39:36.597" v="6891" actId="20577"/>
          <ac:grpSpMkLst>
            <pc:docMk/>
            <pc:sldMk cId="3112887342" sldId="297"/>
            <ac:grpSpMk id="4" creationId="{04FD75EE-CB5B-542A-91B9-443FFA047A82}"/>
          </ac:grpSpMkLst>
        </pc:grpChg>
        <pc:grpChg chg="add mod">
          <ac:chgData name="昕 许" userId="a2975fcd840abfc3" providerId="LiveId" clId="{49CCD4F9-177C-4270-9A14-60236FF377E8}" dt="2026-04-12T02:39:58.318" v="6900" actId="20577"/>
          <ac:grpSpMkLst>
            <pc:docMk/>
            <pc:sldMk cId="3112887342" sldId="297"/>
            <ac:grpSpMk id="7" creationId="{EC32701E-F74C-F049-9D75-DA1D31E5C682}"/>
          </ac:grpSpMkLst>
        </pc:grpChg>
        <pc:grpChg chg="add mod">
          <ac:chgData name="昕 许" userId="a2975fcd840abfc3" providerId="LiveId" clId="{49CCD4F9-177C-4270-9A14-60236FF377E8}" dt="2026-04-12T02:40:01.293" v="6902" actId="20577"/>
          <ac:grpSpMkLst>
            <pc:docMk/>
            <pc:sldMk cId="3112887342" sldId="297"/>
            <ac:grpSpMk id="10" creationId="{302B11E4-E27E-2E0C-F46F-C8A95D937273}"/>
          </ac:grpSpMkLst>
        </pc:grpChg>
        <pc:grpChg chg="add mod">
          <ac:chgData name="昕 许" userId="a2975fcd840abfc3" providerId="LiveId" clId="{49CCD4F9-177C-4270-9A14-60236FF377E8}" dt="2026-04-12T02:40:04.381" v="6904" actId="20577"/>
          <ac:grpSpMkLst>
            <pc:docMk/>
            <pc:sldMk cId="3112887342" sldId="297"/>
            <ac:grpSpMk id="13" creationId="{14761FB9-262D-DB87-FF9B-5E18445C91D0}"/>
          </ac:grpSpMkLst>
        </pc:grpChg>
        <pc:grpChg chg="mod">
          <ac:chgData name="昕 许" userId="a2975fcd840abfc3" providerId="LiveId" clId="{49CCD4F9-177C-4270-9A14-60236FF377E8}" dt="2026-04-12T02:40:06.341" v="6906" actId="20577"/>
          <ac:grpSpMkLst>
            <pc:docMk/>
            <pc:sldMk cId="3112887342" sldId="297"/>
            <ac:grpSpMk id="16" creationId="{0DE62564-0E85-589E-1A0B-CEC54BEF5204}"/>
          </ac:grpSpMkLst>
        </pc:grpChg>
        <pc:grpChg chg="add mod">
          <ac:chgData name="昕 许" userId="a2975fcd840abfc3" providerId="LiveId" clId="{49CCD4F9-177C-4270-9A14-60236FF377E8}" dt="2026-04-12T02:40:09.355" v="6908" actId="20577"/>
          <ac:grpSpMkLst>
            <pc:docMk/>
            <pc:sldMk cId="3112887342" sldId="297"/>
            <ac:grpSpMk id="19" creationId="{53C24869-3B41-02B3-0396-B3A4E734C648}"/>
          </ac:grpSpMkLst>
        </pc:grpChg>
        <pc:grpChg chg="mod">
          <ac:chgData name="昕 许" userId="a2975fcd840abfc3" providerId="LiveId" clId="{49CCD4F9-177C-4270-9A14-60236FF377E8}" dt="2026-04-12T02:40:15.938" v="6912" actId="20577"/>
          <ac:grpSpMkLst>
            <pc:docMk/>
            <pc:sldMk cId="3112887342" sldId="297"/>
            <ac:grpSpMk id="22" creationId="{DEC2F06D-B5A1-6FC4-C572-93A8AE85115A}"/>
          </ac:grpSpMkLst>
        </pc:grpChg>
        <pc:grpChg chg="add mod">
          <ac:chgData name="昕 许" userId="a2975fcd840abfc3" providerId="LiveId" clId="{49CCD4F9-177C-4270-9A14-60236FF377E8}" dt="2026-04-12T02:40:17.708" v="6914" actId="20577"/>
          <ac:grpSpMkLst>
            <pc:docMk/>
            <pc:sldMk cId="3112887342" sldId="297"/>
            <ac:grpSpMk id="25" creationId="{F350968C-9C95-43CE-344D-911B02716297}"/>
          </ac:grpSpMkLst>
        </pc:grpChg>
        <pc:grpChg chg="add mod">
          <ac:chgData name="昕 许" userId="a2975fcd840abfc3" providerId="LiveId" clId="{49CCD4F9-177C-4270-9A14-60236FF377E8}" dt="2026-04-12T02:40:19.503" v="6916" actId="20577"/>
          <ac:grpSpMkLst>
            <pc:docMk/>
            <pc:sldMk cId="3112887342" sldId="297"/>
            <ac:grpSpMk id="28" creationId="{CB9A1F1E-952F-25E3-BEA6-AFAE821F6421}"/>
          </ac:grpSpMkLst>
        </pc:grpChg>
        <pc:grpChg chg="add mod">
          <ac:chgData name="昕 许" userId="a2975fcd840abfc3" providerId="LiveId" clId="{49CCD4F9-177C-4270-9A14-60236FF377E8}" dt="2026-04-12T02:41:21.839" v="6930" actId="164"/>
          <ac:grpSpMkLst>
            <pc:docMk/>
            <pc:sldMk cId="3112887342" sldId="297"/>
            <ac:grpSpMk id="35" creationId="{B367E2BA-1E96-023B-8680-A31B7FD5FA17}"/>
          </ac:grpSpMkLst>
        </pc:grpChg>
        <pc:grpChg chg="add mod">
          <ac:chgData name="昕 许" userId="a2975fcd840abfc3" providerId="LiveId" clId="{49CCD4F9-177C-4270-9A14-60236FF377E8}" dt="2026-04-12T02:41:49.226" v="6950" actId="20577"/>
          <ac:grpSpMkLst>
            <pc:docMk/>
            <pc:sldMk cId="3112887342" sldId="297"/>
            <ac:grpSpMk id="36" creationId="{08B3DF41-0EB3-5462-6FCA-FC41AB87805A}"/>
          </ac:grpSpMkLst>
        </pc:grpChg>
        <pc:cxnChg chg="add mod">
          <ac:chgData name="昕 许" userId="a2975fcd840abfc3" providerId="LiveId" clId="{49CCD4F9-177C-4270-9A14-60236FF377E8}" dt="2026-04-12T02:41:21.839" v="6930" actId="164"/>
          <ac:cxnSpMkLst>
            <pc:docMk/>
            <pc:sldMk cId="3112887342" sldId="297"/>
            <ac:cxnSpMk id="33" creationId="{159FFEBF-4C26-C612-9E6A-979AC2D280BE}"/>
          </ac:cxnSpMkLst>
        </pc:cxnChg>
        <pc:cxnChg chg="mod">
          <ac:chgData name="昕 许" userId="a2975fcd840abfc3" providerId="LiveId" clId="{49CCD4F9-177C-4270-9A14-60236FF377E8}" dt="2026-04-12T02:41:49.226" v="6950" actId="20577"/>
          <ac:cxnSpMkLst>
            <pc:docMk/>
            <pc:sldMk cId="3112887342" sldId="297"/>
            <ac:cxnSpMk id="37" creationId="{8C4CAEB7-0E2D-DEEE-487E-CDC5931F63AC}"/>
          </ac:cxnSpMkLst>
        </pc:cxnChg>
      </pc:sldChg>
      <pc:sldChg chg="addSp delSp modSp add mod modTransition">
        <pc:chgData name="昕 许" userId="a2975fcd840abfc3" providerId="LiveId" clId="{49CCD4F9-177C-4270-9A14-60236FF377E8}" dt="2026-04-30T13:34:17.164" v="7269"/>
        <pc:sldMkLst>
          <pc:docMk/>
          <pc:sldMk cId="2087942255" sldId="299"/>
        </pc:sldMkLst>
        <pc:spChg chg="add mod">
          <ac:chgData name="昕 许" userId="a2975fcd840abfc3" providerId="LiveId" clId="{49CCD4F9-177C-4270-9A14-60236FF377E8}" dt="2026-04-08T02:14:28.408" v="6491" actId="164"/>
          <ac:spMkLst>
            <pc:docMk/>
            <pc:sldMk cId="2087942255" sldId="299"/>
            <ac:spMk id="4" creationId="{0459DF52-F3BC-9895-E7A5-87F7941D9165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" creationId="{A3E4FC68-31D0-CAEB-1C3E-5874BD9014EC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7" creationId="{A53CCB03-81AF-2E11-2B14-7A344AC26D59}"/>
          </ac:spMkLst>
        </pc:spChg>
        <pc:spChg chg="add mod">
          <ac:chgData name="昕 许" userId="a2975fcd840abfc3" providerId="LiveId" clId="{49CCD4F9-177C-4270-9A14-60236FF377E8}" dt="2026-04-08T02:13:49.211" v="6435" actId="1076"/>
          <ac:spMkLst>
            <pc:docMk/>
            <pc:sldMk cId="2087942255" sldId="299"/>
            <ac:spMk id="28" creationId="{1433307C-B519-F500-4C3D-C241FC14592E}"/>
          </ac:spMkLst>
        </pc:spChg>
        <pc:spChg chg="add mod">
          <ac:chgData name="昕 许" userId="a2975fcd840abfc3" providerId="LiveId" clId="{49CCD4F9-177C-4270-9A14-60236FF377E8}" dt="2026-04-08T02:15:27.593" v="6538" actId="1076"/>
          <ac:spMkLst>
            <pc:docMk/>
            <pc:sldMk cId="2087942255" sldId="299"/>
            <ac:spMk id="30" creationId="{3FEC2684-F8F6-77E5-8A0A-E358D6441BBD}"/>
          </ac:spMkLst>
        </pc:spChg>
        <pc:spChg chg="add mod">
          <ac:chgData name="昕 许" userId="a2975fcd840abfc3" providerId="LiveId" clId="{49CCD4F9-177C-4270-9A14-60236FF377E8}" dt="2026-04-08T02:14:34.074" v="6493" actId="208"/>
          <ac:spMkLst>
            <pc:docMk/>
            <pc:sldMk cId="2087942255" sldId="299"/>
            <ac:spMk id="31" creationId="{8990F44E-4BB4-D351-805C-97F3AA80C3CB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33" creationId="{90B59C30-26D5-392E-D0EF-C88DFD86A887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37" creationId="{7C16D5E4-3A07-7405-47DD-AA497363ECD8}"/>
          </ac:spMkLst>
        </pc:spChg>
        <pc:spChg chg="add del mod">
          <ac:chgData name="昕 许" userId="a2975fcd840abfc3" providerId="LiveId" clId="{49CCD4F9-177C-4270-9A14-60236FF377E8}" dt="2026-04-08T02:13:41.343" v="6433" actId="1076"/>
          <ac:spMkLst>
            <pc:docMk/>
            <pc:sldMk cId="2087942255" sldId="299"/>
            <ac:spMk id="41" creationId="{B3CFC016-6951-70B6-69FF-18978C9F632C}"/>
          </ac:spMkLst>
        </pc:spChg>
        <pc:spChg chg="add mod">
          <ac:chgData name="昕 许" userId="a2975fcd840abfc3" providerId="LiveId" clId="{49CCD4F9-177C-4270-9A14-60236FF377E8}" dt="2026-04-08T02:15:21.843" v="6525" actId="20577"/>
          <ac:spMkLst>
            <pc:docMk/>
            <pc:sldMk cId="2087942255" sldId="299"/>
            <ac:spMk id="43" creationId="{46966E59-216A-C3E2-FEB2-52C35C5F0D80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0" creationId="{E6CB7FDD-DDF3-843B-0FB0-9D027FBD5B27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53" creationId="{61B926F5-6E38-CC30-E4B3-9B97C99A383D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67" creationId="{2CF31388-1CCB-A5B7-2089-3C98DCCC122D}"/>
          </ac:spMkLst>
        </pc:spChg>
        <pc:spChg chg="mod">
          <ac:chgData name="昕 许" userId="a2975fcd840abfc3" providerId="LiveId" clId="{49CCD4F9-177C-4270-9A14-60236FF377E8}" dt="2026-04-08T02:13:11.450" v="6428" actId="207"/>
          <ac:spMkLst>
            <pc:docMk/>
            <pc:sldMk cId="2087942255" sldId="299"/>
            <ac:spMk id="68" creationId="{673BEBC7-1246-3978-18E0-AE2095B41642}"/>
          </ac:spMkLst>
        </pc:s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3" creationId="{6393215C-73F5-D39B-47C8-F5E031F29CCC}"/>
          </ac:grpSpMkLst>
        </pc:gr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29" creationId="{94506944-F2C3-FF52-EC20-FD301A0BF142}"/>
          </ac:grpSpMkLst>
        </pc:grpChg>
        <pc:grpChg chg="add mod">
          <ac:chgData name="昕 许" userId="a2975fcd840abfc3" providerId="LiveId" clId="{49CCD4F9-177C-4270-9A14-60236FF377E8}" dt="2026-04-08T02:14:30.159" v="6492" actId="1076"/>
          <ac:grpSpMkLst>
            <pc:docMk/>
            <pc:sldMk cId="2087942255" sldId="299"/>
            <ac:grpSpMk id="32" creationId="{E255760D-13FE-FABC-1996-9E5A5389117C}"/>
          </ac:grpSpMkLst>
        </pc:grpChg>
        <pc:grpChg chg="add del mod">
          <ac:chgData name="昕 许" userId="a2975fcd840abfc3" providerId="LiveId" clId="{49CCD4F9-177C-4270-9A14-60236FF377E8}" dt="2026-04-08T02:13:41.343" v="6433" actId="1076"/>
          <ac:grpSpMkLst>
            <pc:docMk/>
            <pc:sldMk cId="2087942255" sldId="299"/>
            <ac:grpSpMk id="48" creationId="{F37A6A0A-886E-0DA6-6008-B5A091D9B858}"/>
          </ac:grpSpMkLst>
        </pc:grpChg>
        <pc:grpChg chg="add del mod">
          <ac:chgData name="昕 许" userId="a2975fcd840abfc3" providerId="LiveId" clId="{49CCD4F9-177C-4270-9A14-60236FF377E8}" dt="2026-04-08T02:14:53.421" v="6514" actId="1076"/>
          <ac:grpSpMkLst>
            <pc:docMk/>
            <pc:sldMk cId="2087942255" sldId="299"/>
            <ac:grpSpMk id="66" creationId="{F06FB169-EFD3-5D08-ED8D-7392275729E2}"/>
          </ac:grpSpMkLst>
        </pc:grpChg>
        <pc:cxnChg chg="add mod">
          <ac:chgData name="昕 许" userId="a2975fcd840abfc3" providerId="LiveId" clId="{49CCD4F9-177C-4270-9A14-60236FF377E8}" dt="2026-04-30T13:34:17.164" v="7269"/>
          <ac:cxnSpMkLst>
            <pc:docMk/>
            <pc:sldMk cId="2087942255" sldId="299"/>
            <ac:cxnSpMk id="6" creationId="{D75EFD8A-8B58-B8FC-F81B-5FA4CB229765}"/>
          </ac:cxnSpMkLst>
        </pc:cxnChg>
        <pc:cxnChg chg="add mod">
          <ac:chgData name="昕 许" userId="a2975fcd840abfc3" providerId="LiveId" clId="{49CCD4F9-177C-4270-9A14-60236FF377E8}" dt="2026-04-08T02:16:03.829" v="6539" actId="14100"/>
          <ac:cxnSpMkLst>
            <pc:docMk/>
            <pc:sldMk cId="2087942255" sldId="299"/>
            <ac:cxnSpMk id="8" creationId="{B289958C-7B97-AF46-361A-45CCFC2DA484}"/>
          </ac:cxnSpMkLst>
        </pc:cxnChg>
      </pc:sldChg>
      <pc:sldChg chg="addSp delSp modSp add mod modTransition">
        <pc:chgData name="昕 许" userId="a2975fcd840abfc3" providerId="LiveId" clId="{49CCD4F9-177C-4270-9A14-60236FF377E8}" dt="2026-04-12T02:59:11.101" v="7267"/>
        <pc:sldMkLst>
          <pc:docMk/>
          <pc:sldMk cId="1881908062" sldId="300"/>
        </pc:sldMkLst>
        <pc:spChg chg="mod">
          <ac:chgData name="昕 许" userId="a2975fcd840abfc3" providerId="LiveId" clId="{49CCD4F9-177C-4270-9A14-60236FF377E8}" dt="2026-04-12T02:42:32.665" v="6960" actId="164"/>
          <ac:spMkLst>
            <pc:docMk/>
            <pc:sldMk cId="1881908062" sldId="300"/>
            <ac:spMk id="34" creationId="{E64C8C97-92F1-6751-B395-D279D9F260B8}"/>
          </ac:spMkLst>
        </pc:spChg>
        <pc:spChg chg="mod">
          <ac:chgData name="昕 许" userId="a2975fcd840abfc3" providerId="LiveId" clId="{49CCD4F9-177C-4270-9A14-60236FF377E8}" dt="2026-04-12T02:42:32.665" v="6960" actId="164"/>
          <ac:spMkLst>
            <pc:docMk/>
            <pc:sldMk cId="1881908062" sldId="300"/>
            <ac:spMk id="38" creationId="{F2DBDDEC-7DF9-EC1C-5B21-CF1A67EA2405}"/>
          </ac:spMkLst>
        </pc:spChg>
        <pc:spChg chg="add mod">
          <ac:chgData name="昕 许" userId="a2975fcd840abfc3" providerId="LiveId" clId="{49CCD4F9-177C-4270-9A14-60236FF377E8}" dt="2026-04-12T02:51:02.191" v="7192" actId="1076"/>
          <ac:spMkLst>
            <pc:docMk/>
            <pc:sldMk cId="1881908062" sldId="300"/>
            <ac:spMk id="51" creationId="{0F9311C0-552C-0DF3-CD0C-0B53ABAAB165}"/>
          </ac:spMkLst>
        </pc:spChg>
        <pc:spChg chg="add mod">
          <ac:chgData name="昕 许" userId="a2975fcd840abfc3" providerId="LiveId" clId="{49CCD4F9-177C-4270-9A14-60236FF377E8}" dt="2026-04-12T02:51:02.191" v="7192" actId="1076"/>
          <ac:spMkLst>
            <pc:docMk/>
            <pc:sldMk cId="1881908062" sldId="300"/>
            <ac:spMk id="52" creationId="{D6FE7BB1-9B81-2E3D-6A9B-AFC1A4569665}"/>
          </ac:spMkLst>
        </pc:spChg>
        <pc:spChg chg="mod">
          <ac:chgData name="昕 许" userId="a2975fcd840abfc3" providerId="LiveId" clId="{49CCD4F9-177C-4270-9A14-60236FF377E8}" dt="2026-04-12T02:51:09.566" v="7193"/>
          <ac:spMkLst>
            <pc:docMk/>
            <pc:sldMk cId="1881908062" sldId="300"/>
            <ac:spMk id="54" creationId="{CFACFCBB-0298-CF80-8CBD-59C5AA729C99}"/>
          </ac:spMkLst>
        </pc:spChg>
        <pc:spChg chg="mod">
          <ac:chgData name="昕 许" userId="a2975fcd840abfc3" providerId="LiveId" clId="{49CCD4F9-177C-4270-9A14-60236FF377E8}" dt="2026-04-12T02:51:09.566" v="7193"/>
          <ac:spMkLst>
            <pc:docMk/>
            <pc:sldMk cId="1881908062" sldId="300"/>
            <ac:spMk id="55" creationId="{3422AC8E-023E-5449-BECF-B6C71BF79C3E}"/>
          </ac:spMkLst>
        </pc:spChg>
        <pc:spChg chg="mod">
          <ac:chgData name="昕 许" userId="a2975fcd840abfc3" providerId="LiveId" clId="{49CCD4F9-177C-4270-9A14-60236FF377E8}" dt="2026-04-12T02:51:09.566" v="7193"/>
          <ac:spMkLst>
            <pc:docMk/>
            <pc:sldMk cId="1881908062" sldId="300"/>
            <ac:spMk id="60" creationId="{72778EB6-025F-D732-CAFE-4DAC0D6AD1A7}"/>
          </ac:spMkLst>
        </pc:spChg>
        <pc:spChg chg="mod">
          <ac:chgData name="昕 许" userId="a2975fcd840abfc3" providerId="LiveId" clId="{49CCD4F9-177C-4270-9A14-60236FF377E8}" dt="2026-04-12T02:51:21.179" v="7199" actId="20577"/>
          <ac:spMkLst>
            <pc:docMk/>
            <pc:sldMk cId="1881908062" sldId="300"/>
            <ac:spMk id="63" creationId="{DADBF12C-19A9-40EF-21A9-3180039CA408}"/>
          </ac:spMkLst>
        </pc:spChg>
        <pc:spChg chg="mod">
          <ac:chgData name="昕 许" userId="a2975fcd840abfc3" providerId="LiveId" clId="{49CCD4F9-177C-4270-9A14-60236FF377E8}" dt="2026-04-12T02:51:21.179" v="7199" actId="20577"/>
          <ac:spMkLst>
            <pc:docMk/>
            <pc:sldMk cId="1881908062" sldId="300"/>
            <ac:spMk id="64" creationId="{29EB528D-6AB4-B1B3-976E-EBE01B91BCE9}"/>
          </ac:spMkLst>
        </pc:spChg>
        <pc:spChg chg="mod">
          <ac:chgData name="昕 许" userId="a2975fcd840abfc3" providerId="LiveId" clId="{49CCD4F9-177C-4270-9A14-60236FF377E8}" dt="2026-04-12T02:51:22.770" v="7201" actId="20577"/>
          <ac:spMkLst>
            <pc:docMk/>
            <pc:sldMk cId="1881908062" sldId="300"/>
            <ac:spMk id="66" creationId="{808AC887-40D2-5E8F-397C-53C229125DF3}"/>
          </ac:spMkLst>
        </pc:spChg>
        <pc:spChg chg="mod">
          <ac:chgData name="昕 许" userId="a2975fcd840abfc3" providerId="LiveId" clId="{49CCD4F9-177C-4270-9A14-60236FF377E8}" dt="2026-04-12T02:51:22.770" v="7201" actId="20577"/>
          <ac:spMkLst>
            <pc:docMk/>
            <pc:sldMk cId="1881908062" sldId="300"/>
            <ac:spMk id="67" creationId="{63190865-5C80-197F-37DC-E4170BD78C8E}"/>
          </ac:spMkLst>
        </pc:spChg>
        <pc:spChg chg="mod">
          <ac:chgData name="昕 许" userId="a2975fcd840abfc3" providerId="LiveId" clId="{49CCD4F9-177C-4270-9A14-60236FF377E8}" dt="2026-04-12T02:51:24.353" v="7203" actId="20577"/>
          <ac:spMkLst>
            <pc:docMk/>
            <pc:sldMk cId="1881908062" sldId="300"/>
            <ac:spMk id="69" creationId="{68C0883D-EC30-8A74-CB87-615B397C3FA9}"/>
          </ac:spMkLst>
        </pc:spChg>
        <pc:spChg chg="mod">
          <ac:chgData name="昕 许" userId="a2975fcd840abfc3" providerId="LiveId" clId="{49CCD4F9-177C-4270-9A14-60236FF377E8}" dt="2026-04-12T02:51:24.353" v="7203" actId="20577"/>
          <ac:spMkLst>
            <pc:docMk/>
            <pc:sldMk cId="1881908062" sldId="300"/>
            <ac:spMk id="70" creationId="{65C04C46-28F5-0B09-1E5A-7DE2F32FBBE3}"/>
          </ac:spMkLst>
        </pc:spChg>
        <pc:spChg chg="mod">
          <ac:chgData name="昕 许" userId="a2975fcd840abfc3" providerId="LiveId" clId="{49CCD4F9-177C-4270-9A14-60236FF377E8}" dt="2026-04-12T02:51:26.289" v="7205" actId="20577"/>
          <ac:spMkLst>
            <pc:docMk/>
            <pc:sldMk cId="1881908062" sldId="300"/>
            <ac:spMk id="72" creationId="{B3AC283A-8557-91D8-7452-3818AFD30218}"/>
          </ac:spMkLst>
        </pc:spChg>
        <pc:spChg chg="mod">
          <ac:chgData name="昕 许" userId="a2975fcd840abfc3" providerId="LiveId" clId="{49CCD4F9-177C-4270-9A14-60236FF377E8}" dt="2026-04-12T02:51:26.289" v="7205" actId="20577"/>
          <ac:spMkLst>
            <pc:docMk/>
            <pc:sldMk cId="1881908062" sldId="300"/>
            <ac:spMk id="73" creationId="{8845DCA2-F9C4-7F40-4FA7-BA098141968C}"/>
          </ac:spMkLst>
        </pc:spChg>
        <pc:spChg chg="mod">
          <ac:chgData name="昕 许" userId="a2975fcd840abfc3" providerId="LiveId" clId="{49CCD4F9-177C-4270-9A14-60236FF377E8}" dt="2026-04-12T02:51:28.383" v="7207" actId="20577"/>
          <ac:spMkLst>
            <pc:docMk/>
            <pc:sldMk cId="1881908062" sldId="300"/>
            <ac:spMk id="75" creationId="{989AC98B-A0EB-BD41-708D-80A96CECD47C}"/>
          </ac:spMkLst>
        </pc:spChg>
        <pc:spChg chg="mod">
          <ac:chgData name="昕 许" userId="a2975fcd840abfc3" providerId="LiveId" clId="{49CCD4F9-177C-4270-9A14-60236FF377E8}" dt="2026-04-12T02:51:28.383" v="7207" actId="20577"/>
          <ac:spMkLst>
            <pc:docMk/>
            <pc:sldMk cId="1881908062" sldId="300"/>
            <ac:spMk id="76" creationId="{FE1F0160-3497-5A7C-1CF9-6F360F6E8F08}"/>
          </ac:spMkLst>
        </pc:spChg>
        <pc:spChg chg="mod">
          <ac:chgData name="昕 许" userId="a2975fcd840abfc3" providerId="LiveId" clId="{49CCD4F9-177C-4270-9A14-60236FF377E8}" dt="2026-04-12T02:51:30.005" v="7209" actId="20577"/>
          <ac:spMkLst>
            <pc:docMk/>
            <pc:sldMk cId="1881908062" sldId="300"/>
            <ac:spMk id="78" creationId="{4C3D55FB-4DF2-E331-C526-AC58B68822F9}"/>
          </ac:spMkLst>
        </pc:spChg>
        <pc:spChg chg="mod">
          <ac:chgData name="昕 许" userId="a2975fcd840abfc3" providerId="LiveId" clId="{49CCD4F9-177C-4270-9A14-60236FF377E8}" dt="2026-04-12T02:51:30.005" v="7209" actId="20577"/>
          <ac:spMkLst>
            <pc:docMk/>
            <pc:sldMk cId="1881908062" sldId="300"/>
            <ac:spMk id="79" creationId="{05FD1E22-9B93-5C16-2194-C405105D2F99}"/>
          </ac:spMkLst>
        </pc:spChg>
        <pc:spChg chg="add mod">
          <ac:chgData name="昕 许" userId="a2975fcd840abfc3" providerId="LiveId" clId="{49CCD4F9-177C-4270-9A14-60236FF377E8}" dt="2026-04-12T02:52:20.621" v="7235" actId="1076"/>
          <ac:spMkLst>
            <pc:docMk/>
            <pc:sldMk cId="1881908062" sldId="300"/>
            <ac:spMk id="90" creationId="{88EFB81F-F2CD-8494-67B0-67AF01F66924}"/>
          </ac:spMkLst>
        </pc:spChg>
        <pc:spChg chg="add mod">
          <ac:chgData name="昕 许" userId="a2975fcd840abfc3" providerId="LiveId" clId="{49CCD4F9-177C-4270-9A14-60236FF377E8}" dt="2026-04-12T02:52:06.606" v="7231" actId="14100"/>
          <ac:spMkLst>
            <pc:docMk/>
            <pc:sldMk cId="1881908062" sldId="300"/>
            <ac:spMk id="93" creationId="{CA4AA5E7-3EB0-6312-0DC6-F2AE01E61688}"/>
          </ac:spMkLst>
        </pc:s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4" creationId="{61AE3A11-85BB-5814-EFCD-140142709004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13" creationId="{9CE29CA8-0B24-24BA-3AA0-B5D609F1DAE1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16" creationId="{9A595E12-984B-D566-EAA8-46F9E4D64F17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19" creationId="{449B024E-0A7C-22CC-F16A-B6CE23B19CFC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22" creationId="{046D5AD6-830F-9D79-1204-003F81152950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25" creationId="{D1570FE3-AFE5-1777-DAB7-FD0A70EFF51D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28" creationId="{6AA59212-FD2C-5F6B-513C-43F561AEEEE5}"/>
          </ac:grpSpMkLst>
        </pc:grpChg>
        <pc:grpChg chg="mod">
          <ac:chgData name="昕 许" userId="a2975fcd840abfc3" providerId="LiveId" clId="{49CCD4F9-177C-4270-9A14-60236FF377E8}" dt="2026-04-12T02:46:32.500" v="7002" actId="164"/>
          <ac:grpSpMkLst>
            <pc:docMk/>
            <pc:sldMk cId="1881908062" sldId="300"/>
            <ac:grpSpMk id="35" creationId="{64F539CA-C5D8-1652-9B77-E326C175B134}"/>
          </ac:grpSpMkLst>
        </pc:grpChg>
        <pc:grpChg chg="mod">
          <ac:chgData name="昕 许" userId="a2975fcd840abfc3" providerId="LiveId" clId="{49CCD4F9-177C-4270-9A14-60236FF377E8}" dt="2026-04-12T02:46:32.500" v="7002" actId="164"/>
          <ac:grpSpMkLst>
            <pc:docMk/>
            <pc:sldMk cId="1881908062" sldId="300"/>
            <ac:grpSpMk id="36" creationId="{88A4CF8C-A9EF-C414-350D-B28497E3DD97}"/>
          </ac:grpSpMkLst>
        </pc:grpChg>
        <pc:grpChg chg="add 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50" creationId="{162D9EA1-5574-1E31-0699-65A5C0A91162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53" creationId="{CFB772BE-DB9E-EC52-F60D-D1199053A30C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56" creationId="{8705648F-33DF-63A3-0658-D38CF1341064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59" creationId="{E53E8B7B-B4BE-1E66-8D41-7C2A7CBDC194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62" creationId="{9D0E71FC-DC23-77C3-DFB6-A583D1104934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65" creationId="{7EC26C8D-D5E3-0572-E07E-D16B0A485FEB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68" creationId="{08ECE9F6-1A2F-A337-ED10-0BC39763DE78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71" creationId="{5A7BA942-9E34-B306-FACF-DE34CDF2C914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74" creationId="{F63233AC-F54B-253B-7FD9-934BD752630F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77" creationId="{A954BF1E-76DA-3A37-2AC1-43883C2D16ED}"/>
          </ac:grpSpMkLst>
        </pc:grpChg>
        <pc:cxnChg chg="mod">
          <ac:chgData name="昕 许" userId="a2975fcd840abfc3" providerId="LiveId" clId="{49CCD4F9-177C-4270-9A14-60236FF377E8}" dt="2026-04-12T02:42:32.665" v="6960" actId="164"/>
          <ac:cxnSpMkLst>
            <pc:docMk/>
            <pc:sldMk cId="1881908062" sldId="300"/>
            <ac:cxnSpMk id="33" creationId="{ADAEF6A1-C69B-0F68-6C48-8BCF27017FA1}"/>
          </ac:cxnSpMkLst>
        </pc:cxnChg>
        <pc:cxnChg chg="mod">
          <ac:chgData name="昕 许" userId="a2975fcd840abfc3" providerId="LiveId" clId="{49CCD4F9-177C-4270-9A14-60236FF377E8}" dt="2026-04-12T02:42:32.665" v="6960" actId="164"/>
          <ac:cxnSpMkLst>
            <pc:docMk/>
            <pc:sldMk cId="1881908062" sldId="300"/>
            <ac:cxnSpMk id="37" creationId="{577CDDFF-2853-EE87-E2E4-3BE79E7BBB90}"/>
          </ac:cxnSpMkLst>
        </pc:cxnChg>
        <pc:cxnChg chg="add mod">
          <ac:chgData name="昕 许" userId="a2975fcd840abfc3" providerId="LiveId" clId="{49CCD4F9-177C-4270-9A14-60236FF377E8}" dt="2026-04-12T02:52:18.286" v="7234" actId="208"/>
          <ac:cxnSpMkLst>
            <pc:docMk/>
            <pc:sldMk cId="1881908062" sldId="300"/>
            <ac:cxnSpMk id="95" creationId="{671365A4-BA4C-504E-3FD4-7DFABD998CF8}"/>
          </ac:cxnSpMkLst>
        </pc:cxnChg>
      </pc:sldChg>
      <pc:sldChg chg="add modTransition">
        <pc:chgData name="昕 许" userId="a2975fcd840abfc3" providerId="LiveId" clId="{49CCD4F9-177C-4270-9A14-60236FF377E8}" dt="2026-04-12T02:59:11.101" v="7267"/>
        <pc:sldMkLst>
          <pc:docMk/>
          <pc:sldMk cId="1168477561" sldId="301"/>
        </pc:sldMkLst>
      </pc:sldChg>
      <pc:sldChg chg="addSp delSp modSp add mod modTransition">
        <pc:chgData name="昕 许" userId="a2975fcd840abfc3" providerId="LiveId" clId="{49CCD4F9-177C-4270-9A14-60236FF377E8}" dt="2026-04-12T02:59:11.101" v="7267"/>
        <pc:sldMkLst>
          <pc:docMk/>
          <pc:sldMk cId="2676725650" sldId="302"/>
        </pc:sldMkLst>
        <pc:spChg chg="mod">
          <ac:chgData name="昕 许" userId="a2975fcd840abfc3" providerId="LiveId" clId="{49CCD4F9-177C-4270-9A14-60236FF377E8}" dt="2026-04-12T02:49:40.095" v="7120" actId="20577"/>
          <ac:spMkLst>
            <pc:docMk/>
            <pc:sldMk cId="2676725650" sldId="302"/>
            <ac:spMk id="14" creationId="{5906373C-0A01-3971-AB71-6A71150CB672}"/>
          </ac:spMkLst>
        </pc:spChg>
        <pc:spChg chg="mod">
          <ac:chgData name="昕 许" userId="a2975fcd840abfc3" providerId="LiveId" clId="{49CCD4F9-177C-4270-9A14-60236FF377E8}" dt="2026-04-12T02:49:40.095" v="7120" actId="20577"/>
          <ac:spMkLst>
            <pc:docMk/>
            <pc:sldMk cId="2676725650" sldId="302"/>
            <ac:spMk id="15" creationId="{B3137A5B-627F-BEC3-CBC0-410328D8AC94}"/>
          </ac:spMkLst>
        </pc:spChg>
        <pc:spChg chg="mod">
          <ac:chgData name="昕 许" userId="a2975fcd840abfc3" providerId="LiveId" clId="{49CCD4F9-177C-4270-9A14-60236FF377E8}" dt="2026-04-12T02:49:41.780" v="7122" actId="20577"/>
          <ac:spMkLst>
            <pc:docMk/>
            <pc:sldMk cId="2676725650" sldId="302"/>
            <ac:spMk id="23" creationId="{FC9B85BD-8059-13EA-69F1-F46F573DB3C5}"/>
          </ac:spMkLst>
        </pc:spChg>
        <pc:spChg chg="mod">
          <ac:chgData name="昕 许" userId="a2975fcd840abfc3" providerId="LiveId" clId="{49CCD4F9-177C-4270-9A14-60236FF377E8}" dt="2026-04-12T02:49:41.780" v="7122" actId="20577"/>
          <ac:spMkLst>
            <pc:docMk/>
            <pc:sldMk cId="2676725650" sldId="302"/>
            <ac:spMk id="24" creationId="{51005C3C-D42E-8B7C-54DC-BE870F00C410}"/>
          </ac:spMkLst>
        </pc:spChg>
        <pc:spChg chg="mod">
          <ac:chgData name="昕 许" userId="a2975fcd840abfc3" providerId="LiveId" clId="{49CCD4F9-177C-4270-9A14-60236FF377E8}" dt="2026-04-12T02:47:44.953" v="7013"/>
          <ac:spMkLst>
            <pc:docMk/>
            <pc:sldMk cId="2676725650" sldId="302"/>
            <ac:spMk id="39" creationId="{04012097-1F17-92BF-A035-ACF67A2F80F0}"/>
          </ac:spMkLst>
        </pc:spChg>
        <pc:spChg chg="add mod">
          <ac:chgData name="昕 许" userId="a2975fcd840abfc3" providerId="LiveId" clId="{49CCD4F9-177C-4270-9A14-60236FF377E8}" dt="2026-04-12T02:49:38.850" v="7118" actId="1076"/>
          <ac:spMkLst>
            <pc:docMk/>
            <pc:sldMk cId="2676725650" sldId="302"/>
            <ac:spMk id="46" creationId="{AF7194E5-6233-DA24-AAC0-00D479CCA784}"/>
          </ac:spMkLst>
        </pc:spChg>
        <pc:spChg chg="add mod">
          <ac:chgData name="昕 许" userId="a2975fcd840abfc3" providerId="LiveId" clId="{49CCD4F9-177C-4270-9A14-60236FF377E8}" dt="2026-04-12T02:50:06.124" v="7165" actId="20577"/>
          <ac:spMkLst>
            <pc:docMk/>
            <pc:sldMk cId="2676725650" sldId="302"/>
            <ac:spMk id="57" creationId="{7FFF280E-2F15-B0FE-6EDC-F1C088EC5522}"/>
          </ac:spMkLst>
        </pc:spChg>
        <pc:spChg chg="add mod">
          <ac:chgData name="昕 许" userId="a2975fcd840abfc3" providerId="LiveId" clId="{49CCD4F9-177C-4270-9A14-60236FF377E8}" dt="2026-04-12T02:50:00.803" v="7163"/>
          <ac:spMkLst>
            <pc:docMk/>
            <pc:sldMk cId="2676725650" sldId="302"/>
            <ac:spMk id="58" creationId="{335565AA-325B-A502-D339-2C82B1ED1B6E}"/>
          </ac:spMkLst>
        </pc:spChg>
        <pc:grpChg chg="add mod">
          <ac:chgData name="昕 许" userId="a2975fcd840abfc3" providerId="LiveId" clId="{49CCD4F9-177C-4270-9A14-60236FF377E8}" dt="2026-04-12T02:47:49.708" v="7014" actId="1076"/>
          <ac:grpSpMkLst>
            <pc:docMk/>
            <pc:sldMk cId="2676725650" sldId="302"/>
            <ac:grpSpMk id="3" creationId="{FA74162B-F2C3-ED34-B1C6-805DF843D63A}"/>
          </ac:grpSpMkLst>
        </pc:grpChg>
        <pc:grpChg chg="mod">
          <ac:chgData name="昕 许" userId="a2975fcd840abfc3" providerId="LiveId" clId="{49CCD4F9-177C-4270-9A14-60236FF377E8}" dt="2026-04-12T02:49:40.095" v="7120" actId="20577"/>
          <ac:grpSpMkLst>
            <pc:docMk/>
            <pc:sldMk cId="2676725650" sldId="302"/>
            <ac:grpSpMk id="13" creationId="{4D844C1A-D81A-AF38-0EAD-4F21A821B29A}"/>
          </ac:grpSpMkLst>
        </pc:grpChg>
        <pc:grpChg chg="mod">
          <ac:chgData name="昕 许" userId="a2975fcd840abfc3" providerId="LiveId" clId="{49CCD4F9-177C-4270-9A14-60236FF377E8}" dt="2026-04-12T02:49:41.780" v="7122" actId="20577"/>
          <ac:grpSpMkLst>
            <pc:docMk/>
            <pc:sldMk cId="2676725650" sldId="302"/>
            <ac:grpSpMk id="22" creationId="{0A06E403-F296-D3A8-36A0-E0C19C8834EB}"/>
          </ac:grpSpMkLst>
        </pc:grpChg>
        <pc:grpChg chg="mod">
          <ac:chgData name="昕 许" userId="a2975fcd840abfc3" providerId="LiveId" clId="{49CCD4F9-177C-4270-9A14-60236FF377E8}" dt="2026-04-12T02:47:30.274" v="7012" actId="1076"/>
          <ac:grpSpMkLst>
            <pc:docMk/>
            <pc:sldMk cId="2676725650" sldId="302"/>
            <ac:grpSpMk id="35" creationId="{F150BAF9-5B6D-80C1-69D9-70B2B97DE9A8}"/>
          </ac:grpSpMkLst>
        </pc:grpChg>
        <pc:cxnChg chg="mod">
          <ac:chgData name="昕 许" userId="a2975fcd840abfc3" providerId="LiveId" clId="{49CCD4F9-177C-4270-9A14-60236FF377E8}" dt="2026-04-12T02:48:00.748" v="7015" actId="693"/>
          <ac:cxnSpMkLst>
            <pc:docMk/>
            <pc:sldMk cId="2676725650" sldId="302"/>
            <ac:cxnSpMk id="31" creationId="{710D1EA1-B027-DF3D-C7E3-8B4BB0F30263}"/>
          </ac:cxnSpMkLst>
        </pc:cxnChg>
        <pc:cxnChg chg="add mod">
          <ac:chgData name="昕 许" userId="a2975fcd840abfc3" providerId="LiveId" clId="{49CCD4F9-177C-4270-9A14-60236FF377E8}" dt="2026-04-12T02:48:15.236" v="7019" actId="208"/>
          <ac:cxnSpMkLst>
            <pc:docMk/>
            <pc:sldMk cId="2676725650" sldId="302"/>
            <ac:cxnSpMk id="44" creationId="{34284A78-9CD1-3522-4D08-9CB2C71902D7}"/>
          </ac:cxnSpMkLst>
        </pc:cxnChg>
        <pc:cxnChg chg="add mod">
          <ac:chgData name="昕 许" userId="a2975fcd840abfc3" providerId="LiveId" clId="{49CCD4F9-177C-4270-9A14-60236FF377E8}" dt="2026-04-12T02:49:41.780" v="7122" actId="20577"/>
          <ac:cxnSpMkLst>
            <pc:docMk/>
            <pc:sldMk cId="2676725650" sldId="302"/>
            <ac:cxnSpMk id="50" creationId="{95A40362-75A6-80A3-B27D-284A7AA451AB}"/>
          </ac:cxnSpMkLst>
        </pc:cxnChg>
        <pc:cxnChg chg="add mod">
          <ac:chgData name="昕 许" userId="a2975fcd840abfc3" providerId="LiveId" clId="{49CCD4F9-177C-4270-9A14-60236FF377E8}" dt="2026-04-12T02:49:13.096" v="7096" actId="14100"/>
          <ac:cxnSpMkLst>
            <pc:docMk/>
            <pc:sldMk cId="2676725650" sldId="302"/>
            <ac:cxnSpMk id="54" creationId="{B42DDFBA-223D-CCB6-2988-DBB49F383E6D}"/>
          </ac:cxnSpMkLst>
        </pc:cxnChg>
      </pc:sldChg>
      <pc:sldChg chg="addSp delSp modSp add mod modTransition">
        <pc:chgData name="昕 许" userId="a2975fcd840abfc3" providerId="LiveId" clId="{49CCD4F9-177C-4270-9A14-60236FF377E8}" dt="2026-04-12T02:59:11.101" v="7267"/>
        <pc:sldMkLst>
          <pc:docMk/>
          <pc:sldMk cId="3617853704" sldId="303"/>
        </pc:sldMkLst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6" creationId="{C45AC71D-E1BE-EC5B-EE82-FD25F5D4E5B8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8" creationId="{8A79F3EA-4096-1189-B5B9-D7CBE59B3C7D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9" creationId="{700506FB-A3CA-4EEF-C55F-483F5DDA8D80}"/>
          </ac:spMkLst>
        </pc:spChg>
        <pc:spChg chg="mod">
          <ac:chgData name="昕 许" userId="a2975fcd840abfc3" providerId="LiveId" clId="{49CCD4F9-177C-4270-9A14-60236FF377E8}" dt="2026-04-12T02:56:33.471" v="7238" actId="20577"/>
          <ac:spMkLst>
            <pc:docMk/>
            <pc:sldMk cId="3617853704" sldId="303"/>
            <ac:spMk id="11" creationId="{3692F36F-D105-1293-E57A-403890AADE09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12" creationId="{8AF75EC7-65E7-B2DA-3D28-6CC91336E9DC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14" creationId="{365BACCC-2F6C-9127-6631-1C392F357D71}"/>
          </ac:spMkLst>
        </pc:spChg>
        <pc:spChg chg="mod">
          <ac:chgData name="昕 许" userId="a2975fcd840abfc3" providerId="LiveId" clId="{49CCD4F9-177C-4270-9A14-60236FF377E8}" dt="2026-04-12T02:56:35.197" v="7240" actId="20577"/>
          <ac:spMkLst>
            <pc:docMk/>
            <pc:sldMk cId="3617853704" sldId="303"/>
            <ac:spMk id="15" creationId="{CB35ADA2-8193-F152-4475-E1FC41ACA72E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20" creationId="{04DDD07E-F861-65B3-4A36-B7F8183686CB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24" creationId="{64AA4C36-A313-5774-27B0-CEB47D24F6D0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26" creationId="{135418A5-DC6D-4C43-91DD-68C84EFE2451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27" creationId="{D18EFF28-228A-5304-450F-7665020FD44F}"/>
          </ac:spMkLst>
        </pc:spChg>
        <pc:spChg chg="mod">
          <ac:chgData name="昕 许" userId="a2975fcd840abfc3" providerId="LiveId" clId="{49CCD4F9-177C-4270-9A14-60236FF377E8}" dt="2026-04-12T02:56:40.115" v="7244" actId="20577"/>
          <ac:spMkLst>
            <pc:docMk/>
            <pc:sldMk cId="3617853704" sldId="303"/>
            <ac:spMk id="29" creationId="{BD5834A7-EFB4-A10A-1487-5B4BC421FD31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30" creationId="{5CB4A824-A06A-B0CA-F4BC-AACFECF3A467}"/>
          </ac:spMkLst>
        </pc:s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4" creationId="{E175050F-41B9-87EC-7DB2-ABB7132BAA4A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7" creationId="{7B058F6D-75E3-71E7-2257-9D281A6BD528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10" creationId="{2AD21907-5533-ADDC-1076-FC69CC3BC908}"/>
          </ac:grpSpMkLst>
        </pc:grpChg>
        <pc:grpChg chg="mod">
          <ac:chgData name="昕 许" userId="a2975fcd840abfc3" providerId="LiveId" clId="{49CCD4F9-177C-4270-9A14-60236FF377E8}" dt="2026-04-12T02:57:16.256" v="7246" actId="1076"/>
          <ac:grpSpMkLst>
            <pc:docMk/>
            <pc:sldMk cId="3617853704" sldId="303"/>
            <ac:grpSpMk id="13" creationId="{FA5B60BA-9C3C-87AB-6B27-6FE66D7D16C5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16" creationId="{C57FC3DC-632D-049B-7DC5-AAC503C74763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19" creationId="{D8CF8983-D700-8BF8-6E1E-FB7ADD5A2D78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22" creationId="{AAA04FEA-A900-B9AE-6F0B-78F36208B651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25" creationId="{A0DF3E5F-D3FE-E353-8953-BEA2D8F3DF7A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28" creationId="{66DF9BAC-3953-9935-9D99-63CA5108468C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36" creationId="{B603A59A-50AC-4C86-C6A3-4C13055ACBAD}"/>
          </ac:grpSpMkLst>
        </pc:grpChg>
      </pc:sldChg>
      <pc:sldChg chg="addSp delSp modSp add mod modTransition">
        <pc:chgData name="昕 许" userId="a2975fcd840abfc3" providerId="LiveId" clId="{49CCD4F9-177C-4270-9A14-60236FF377E8}" dt="2026-04-12T02:59:11.101" v="7267"/>
        <pc:sldMkLst>
          <pc:docMk/>
          <pc:sldMk cId="3825945024" sldId="304"/>
        </pc:sldMkLst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8" creationId="{57BB4959-A46A-048B-8964-A47EDB18B56C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11" creationId="{15BB1004-C3A7-CB7A-C383-8AB4D78923DD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12" creationId="{7E575A87-D965-0171-DEAE-33A1E89FBAEE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14" creationId="{FD34B194-B591-31DF-EB26-6F6DBC83C499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15" creationId="{CCC7CA42-5881-3C95-A17E-F41BAEE87E18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21" creationId="{9B6D3EEE-E047-FA18-02C9-CA8C45224E1C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23" creationId="{862E8E3D-5943-FE42-C5F6-5090FDC55538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24" creationId="{7EA4F07E-9885-4DC4-5F8C-B1654AB9FB25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27" creationId="{F297894A-6B30-F4D4-2BD7-354752E43B54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34" creationId="{FE728B2C-DC03-5537-612A-0F56AA0AB686}"/>
          </ac:spMkLst>
        </pc:spChg>
        <pc:grpChg chg="add mod">
          <ac:chgData name="昕 许" userId="a2975fcd840abfc3" providerId="LiveId" clId="{49CCD4F9-177C-4270-9A14-60236FF377E8}" dt="2026-04-12T02:58:33.390" v="7262" actId="1076"/>
          <ac:grpSpMkLst>
            <pc:docMk/>
            <pc:sldMk cId="3825945024" sldId="304"/>
            <ac:grpSpMk id="3" creationId="{F5AFD05A-E304-0F0D-4773-4730265A08C4}"/>
          </ac:grpSpMkLst>
        </pc:grpChg>
        <pc:grpChg chg="mod">
          <ac:chgData name="昕 许" userId="a2975fcd840abfc3" providerId="LiveId" clId="{49CCD4F9-177C-4270-9A14-60236FF377E8}" dt="2026-04-12T02:58:27.752" v="7259" actId="164"/>
          <ac:grpSpMkLst>
            <pc:docMk/>
            <pc:sldMk cId="3825945024" sldId="304"/>
            <ac:grpSpMk id="35" creationId="{86027791-67EF-9E2A-1345-61E336BA668C}"/>
          </ac:grpSpMkLst>
        </pc:grpChg>
        <pc:grpChg chg="mod">
          <ac:chgData name="昕 许" userId="a2975fcd840abfc3" providerId="LiveId" clId="{49CCD4F9-177C-4270-9A14-60236FF377E8}" dt="2026-04-12T02:58:27.752" v="7259" actId="164"/>
          <ac:grpSpMkLst>
            <pc:docMk/>
            <pc:sldMk cId="3825945024" sldId="304"/>
            <ac:grpSpMk id="36" creationId="{B06F5A71-61CD-0292-3835-46B8A116C17B}"/>
          </ac:grpSpMkLst>
        </pc:grpChg>
      </pc:sldChg>
      <pc:sldChg chg="modSp add mod modTransition">
        <pc:chgData name="昕 许" userId="a2975fcd840abfc3" providerId="LiveId" clId="{49CCD4F9-177C-4270-9A14-60236FF377E8}" dt="2026-04-12T02:59:11.101" v="7267"/>
        <pc:sldMkLst>
          <pc:docMk/>
          <pc:sldMk cId="4267806618" sldId="305"/>
        </pc:sldMkLst>
        <pc:grpChg chg="mod">
          <ac:chgData name="昕 许" userId="a2975fcd840abfc3" providerId="LiveId" clId="{49CCD4F9-177C-4270-9A14-60236FF377E8}" dt="2026-04-12T02:58:38.306" v="7264" actId="1076"/>
          <ac:grpSpMkLst>
            <pc:docMk/>
            <pc:sldMk cId="4267806618" sldId="305"/>
            <ac:grpSpMk id="3" creationId="{9F69C13F-590B-65BC-C5E5-27640FA934A9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88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2D417-2224-5C7B-9D3A-D87B13E1E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40BEA9-9A59-276F-904A-8AE51974A2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AFD73B-F2C9-BB8A-CBC6-0556EA347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2A07F0-1E4A-0D37-8969-40625A7AB7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1649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50638-76B3-8221-C521-4D14788B3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F04C2F-A559-B7E2-13B5-084D570A3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9A1FAF-E924-8C52-3EBE-BFD0087A2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4287BA-1154-9D95-6F44-1AEAFF93C1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625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71.png"/><Relationship Id="rId3" Type="http://schemas.openxmlformats.org/officeDocument/2006/relationships/image" Target="../media/image91.png"/><Relationship Id="rId7" Type="http://schemas.openxmlformats.org/officeDocument/2006/relationships/image" Target="../media/image110.png"/><Relationship Id="rId12" Type="http://schemas.openxmlformats.org/officeDocument/2006/relationships/image" Target="../media/image161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150.png"/><Relationship Id="rId5" Type="http://schemas.openxmlformats.org/officeDocument/2006/relationships/image" Target="../media/image90.png"/><Relationship Id="rId10" Type="http://schemas.openxmlformats.org/officeDocument/2006/relationships/image" Target="../media/image140.png"/><Relationship Id="rId4" Type="http://schemas.openxmlformats.org/officeDocument/2006/relationships/image" Target="../media/image101.png"/><Relationship Id="rId9" Type="http://schemas.openxmlformats.org/officeDocument/2006/relationships/image" Target="../media/image130.png"/><Relationship Id="rId14" Type="http://schemas.openxmlformats.org/officeDocument/2006/relationships/image" Target="../media/image18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3.png"/><Relationship Id="rId7" Type="http://schemas.openxmlformats.org/officeDocument/2006/relationships/image" Target="../media/image32.png"/><Relationship Id="rId12" Type="http://schemas.openxmlformats.org/officeDocument/2006/relationships/image" Target="../media/image2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4.png"/><Relationship Id="rId5" Type="http://schemas.openxmlformats.org/officeDocument/2006/relationships/image" Target="../media/image25.png"/><Relationship Id="rId10" Type="http://schemas.openxmlformats.org/officeDocument/2006/relationships/image" Target="../media/image33.png"/><Relationship Id="rId4" Type="http://schemas.openxmlformats.org/officeDocument/2006/relationships/image" Target="../media/image24.png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1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6.png"/><Relationship Id="rId5" Type="http://schemas.openxmlformats.org/officeDocument/2006/relationships/image" Target="../media/image25.png"/><Relationship Id="rId10" Type="http://schemas.openxmlformats.org/officeDocument/2006/relationships/image" Target="../media/image3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8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12" Type="http://schemas.openxmlformats.org/officeDocument/2006/relationships/image" Target="../media/image1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6.png"/><Relationship Id="rId5" Type="http://schemas.openxmlformats.org/officeDocument/2006/relationships/image" Target="../media/image27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3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5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D33C-9298-3693-579E-A26AC372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7E65DD75-4EDC-6D99-A01F-CB8FFD8F3FEB}"/>
              </a:ext>
            </a:extLst>
          </p:cNvPr>
          <p:cNvGrpSpPr/>
          <p:nvPr/>
        </p:nvGrpSpPr>
        <p:grpSpPr>
          <a:xfrm>
            <a:off x="6995239" y="3005200"/>
            <a:ext cx="2047125" cy="671450"/>
            <a:chOff x="6668214" y="2986150"/>
            <a:chExt cx="2047125" cy="671450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4D2C8253-070C-2815-1438-1CAB507650EB}"/>
                </a:ext>
              </a:extLst>
            </p:cNvPr>
            <p:cNvGrpSpPr/>
            <p:nvPr/>
          </p:nvGrpSpPr>
          <p:grpSpPr>
            <a:xfrm>
              <a:off x="6668214" y="3004024"/>
              <a:ext cx="379848" cy="317132"/>
              <a:chOff x="2958207" y="3499218"/>
              <a:chExt cx="379848" cy="317132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96620095-9602-67AB-12CE-9265CA6A4E7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425C1743-596D-8BC8-7B42-18E523AC8D95}"/>
                </a:ext>
              </a:extLst>
            </p:cNvPr>
            <p:cNvGrpSpPr/>
            <p:nvPr/>
          </p:nvGrpSpPr>
          <p:grpSpPr>
            <a:xfrm>
              <a:off x="7014075" y="3001483"/>
              <a:ext cx="383438" cy="321492"/>
              <a:chOff x="2942118" y="3494858"/>
              <a:chExt cx="383438" cy="32149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8A703EA2-4E82-80CE-E613-ACDAED2DC04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EF53A073-C87C-44C9-EAE1-1F789FB72C15}"/>
                </a:ext>
              </a:extLst>
            </p:cNvPr>
            <p:cNvGrpSpPr/>
            <p:nvPr/>
          </p:nvGrpSpPr>
          <p:grpSpPr>
            <a:xfrm>
              <a:off x="7912993" y="2990648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74CD813C-3C0D-41B5-E2F1-80FA2BE7686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E813EB35-099D-99F3-88DB-1ECC821064EE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E813EB35-099D-99F3-88DB-1ECC821064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3ED3568-C3BD-02E3-0BBC-A0097D40D9A6}"/>
                    </a:ext>
                  </a:extLst>
                </p:cNvPr>
                <p:cNvSpPr txBox="1"/>
                <p:nvPr/>
              </p:nvSpPr>
              <p:spPr>
                <a:xfrm>
                  <a:off x="7348206" y="30245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3ED3568-C3BD-02E3-0BBC-A0097D40D9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8206" y="30245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C906A4FB-56A2-4777-ECC8-46BDEBC2E27D}"/>
                </a:ext>
              </a:extLst>
            </p:cNvPr>
            <p:cNvGrpSpPr/>
            <p:nvPr/>
          </p:nvGrpSpPr>
          <p:grpSpPr>
            <a:xfrm>
              <a:off x="8353703" y="2986150"/>
              <a:ext cx="361636" cy="317131"/>
              <a:chOff x="2936428" y="3499219"/>
              <a:chExt cx="397801" cy="317131"/>
            </a:xfrm>
          </p:grpSpPr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FEBA7257-CA89-3D26-2266-434DE6DD1EE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E6E82A98-D7CB-A2D1-6699-B143510EF1F9}"/>
                      </a:ext>
                    </a:extLst>
                  </p:cNvPr>
                  <p:cNvSpPr txBox="1"/>
                  <p:nvPr/>
                </p:nvSpPr>
                <p:spPr>
                  <a:xfrm>
                    <a:off x="2936428" y="3506258"/>
                    <a:ext cx="397801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E6E82A98-D7CB-A2D1-6699-B143510EF1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6428" y="3506258"/>
                    <a:ext cx="397801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DEAFE296-E131-148C-B469-63A6379D4190}"/>
                </a:ext>
              </a:extLst>
            </p:cNvPr>
            <p:cNvGrpSpPr/>
            <p:nvPr/>
          </p:nvGrpSpPr>
          <p:grpSpPr>
            <a:xfrm>
              <a:off x="7546923" y="2993189"/>
              <a:ext cx="509114" cy="317131"/>
              <a:chOff x="2864822" y="3499219"/>
              <a:chExt cx="560026" cy="317131"/>
            </a:xfrm>
          </p:grpSpPr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246D1873-7A33-5BCD-5971-75A8B65F965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FA289EB0-A010-8F8E-7B25-6ACBE9482B27}"/>
                    </a:ext>
                  </a:extLst>
                </p:cNvPr>
                <p:cNvSpPr txBox="1"/>
                <p:nvPr/>
              </p:nvSpPr>
              <p:spPr>
                <a:xfrm>
                  <a:off x="7426036" y="3411379"/>
                  <a:ext cx="444161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FA289EB0-A010-8F8E-7B25-6ACBE9482B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6036" y="3411379"/>
                  <a:ext cx="444161" cy="246221"/>
                </a:xfrm>
                <a:prstGeom prst="rect">
                  <a:avLst/>
                </a:prstGeom>
                <a:blipFill>
                  <a:blip r:embed="rId8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2B0871AB-C6BF-58F9-1FFD-A9161FB603B2}"/>
              </a:ext>
            </a:extLst>
          </p:cNvPr>
          <p:cNvGrpSpPr/>
          <p:nvPr/>
        </p:nvGrpSpPr>
        <p:grpSpPr>
          <a:xfrm>
            <a:off x="2713659" y="1816204"/>
            <a:ext cx="2558314" cy="507018"/>
            <a:chOff x="2713659" y="1816204"/>
            <a:chExt cx="2558314" cy="507018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F68540B-D49F-B24C-15F0-680BCED0C495}"/>
                </a:ext>
              </a:extLst>
            </p:cNvPr>
            <p:cNvGrpSpPr/>
            <p:nvPr/>
          </p:nvGrpSpPr>
          <p:grpSpPr>
            <a:xfrm>
              <a:off x="2860838" y="1913689"/>
              <a:ext cx="379848" cy="317132"/>
              <a:chOff x="2958207" y="3499218"/>
              <a:chExt cx="379848" cy="31713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533352CE-9226-E856-0153-F8EF9B4BCC3D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88E3DE39-CC2A-6441-AF6A-072D4F3C5F87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9D1B4BA3-3F93-2C71-669C-756333F9BE7D}"/>
                </a:ext>
              </a:extLst>
            </p:cNvPr>
            <p:cNvGrpSpPr/>
            <p:nvPr/>
          </p:nvGrpSpPr>
          <p:grpSpPr>
            <a:xfrm>
              <a:off x="3206699" y="1911148"/>
              <a:ext cx="383438" cy="321492"/>
              <a:chOff x="2942118" y="3494858"/>
              <a:chExt cx="383438" cy="321492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54CDCD59-5CBD-2B98-8A6B-1EF3DC1D8EC6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43FF6DF0-EBED-9EB5-2967-FAC4F53CBB51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26D2D033-26CF-7F71-E0D4-54793AA22FCF}"/>
                </a:ext>
              </a:extLst>
            </p:cNvPr>
            <p:cNvGrpSpPr/>
            <p:nvPr/>
          </p:nvGrpSpPr>
          <p:grpSpPr>
            <a:xfrm>
              <a:off x="4118868" y="1911148"/>
              <a:ext cx="509114" cy="317131"/>
              <a:chOff x="2864822" y="3499219"/>
              <a:chExt cx="560026" cy="317131"/>
            </a:xfrm>
          </p:grpSpPr>
          <p:sp>
            <p:nvSpPr>
              <p:cNvPr id="29" name="矩形: 圆角 28">
                <a:extLst>
                  <a:ext uri="{FF2B5EF4-FFF2-40B4-BE49-F238E27FC236}">
                    <a16:creationId xmlns:a16="http://schemas.microsoft.com/office/drawing/2014/main" id="{133524D4-2FDB-57FE-82DE-01EED342BF48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CBD04CEB-D3FD-130B-3C65-51660CCA181C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CBD04CEB-D3FD-130B-3C65-51660CCA18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9080CF5-BEB3-5D2E-04B8-A008A6AA6C29}"/>
                    </a:ext>
                  </a:extLst>
                </p:cNvPr>
                <p:cNvSpPr txBox="1"/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9080CF5-BEB3-5D2E-04B8-A008A6AA6C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B47C8EE2-DF07-81DF-C993-A25A95BB8B30}"/>
                </a:ext>
              </a:extLst>
            </p:cNvPr>
            <p:cNvGrpSpPr/>
            <p:nvPr/>
          </p:nvGrpSpPr>
          <p:grpSpPr>
            <a:xfrm>
              <a:off x="3752798" y="1913689"/>
              <a:ext cx="509114" cy="317131"/>
              <a:chOff x="2864822" y="3499219"/>
              <a:chExt cx="560026" cy="317131"/>
            </a:xfrm>
          </p:grpSpPr>
          <p:sp>
            <p:nvSpPr>
              <p:cNvPr id="42" name="矩形: 圆角 41">
                <a:extLst>
                  <a:ext uri="{FF2B5EF4-FFF2-40B4-BE49-F238E27FC236}">
                    <a16:creationId xmlns:a16="http://schemas.microsoft.com/office/drawing/2014/main" id="{2FCC8BA2-7E4F-CC56-08D4-ACBC26D831F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文本框 43">
                    <a:extLst>
                      <a:ext uri="{FF2B5EF4-FFF2-40B4-BE49-F238E27FC236}">
                        <a16:creationId xmlns:a16="http://schemas.microsoft.com/office/drawing/2014/main" id="{A9329CDC-419D-EB68-006C-2876CB4D0282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7382A03F-8C4E-0946-C22C-FBC4230B073F}"/>
                    </a:ext>
                  </a:extLst>
                </p:cNvPr>
                <p:cNvSpPr txBox="1"/>
                <p:nvPr/>
              </p:nvSpPr>
              <p:spPr>
                <a:xfrm>
                  <a:off x="4604161" y="1941926"/>
                  <a:ext cx="66781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7382A03F-8C4E-0946-C22C-FBC4230B07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4161" y="1941926"/>
                  <a:ext cx="667812" cy="246221"/>
                </a:xfrm>
                <a:prstGeom prst="rect">
                  <a:avLst/>
                </a:prstGeom>
                <a:blipFill>
                  <a:blip r:embed="rId10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B2A5B0D9-FA9B-7BB2-0EA1-0374C713DA1B}"/>
                </a:ext>
              </a:extLst>
            </p:cNvPr>
            <p:cNvSpPr/>
            <p:nvPr/>
          </p:nvSpPr>
          <p:spPr>
            <a:xfrm>
              <a:off x="2713659" y="1816204"/>
              <a:ext cx="1914323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A38C6DDE-E299-4108-55B9-93201B0ED14A}"/>
              </a:ext>
            </a:extLst>
          </p:cNvPr>
          <p:cNvGrpSpPr/>
          <p:nvPr/>
        </p:nvGrpSpPr>
        <p:grpSpPr>
          <a:xfrm>
            <a:off x="3050762" y="2451246"/>
            <a:ext cx="2175672" cy="507018"/>
            <a:chOff x="2713659" y="1816204"/>
            <a:chExt cx="2175672" cy="507018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FBAFAC97-F408-9C4E-5285-6AC7659C3B57}"/>
                </a:ext>
              </a:extLst>
            </p:cNvPr>
            <p:cNvGrpSpPr/>
            <p:nvPr/>
          </p:nvGrpSpPr>
          <p:grpSpPr>
            <a:xfrm>
              <a:off x="2860838" y="1913689"/>
              <a:ext cx="379848" cy="317132"/>
              <a:chOff x="2958207" y="3499218"/>
              <a:chExt cx="379848" cy="317132"/>
            </a:xfrm>
          </p:grpSpPr>
          <p:sp>
            <p:nvSpPr>
              <p:cNvPr id="95" name="矩形: 圆角 94">
                <a:extLst>
                  <a:ext uri="{FF2B5EF4-FFF2-40B4-BE49-F238E27FC236}">
                    <a16:creationId xmlns:a16="http://schemas.microsoft.com/office/drawing/2014/main" id="{D6D921EA-CECC-9BA9-F901-9404B66398F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46BF372E-26EF-193A-88B1-6C0FAD97D589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67B5824C-BADD-E639-0C43-C5E1B33E5AEA}"/>
                </a:ext>
              </a:extLst>
            </p:cNvPr>
            <p:cNvGrpSpPr/>
            <p:nvPr/>
          </p:nvGrpSpPr>
          <p:grpSpPr>
            <a:xfrm>
              <a:off x="3206699" y="1911148"/>
              <a:ext cx="383438" cy="321492"/>
              <a:chOff x="2942118" y="3494858"/>
              <a:chExt cx="383438" cy="321492"/>
            </a:xfrm>
          </p:grpSpPr>
          <p:sp>
            <p:nvSpPr>
              <p:cNvPr id="93" name="矩形: 圆角 92">
                <a:extLst>
                  <a:ext uri="{FF2B5EF4-FFF2-40B4-BE49-F238E27FC236}">
                    <a16:creationId xmlns:a16="http://schemas.microsoft.com/office/drawing/2014/main" id="{F4A1E632-70BB-7431-CBC3-15FCC775455E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文本框 93">
                    <a:extLst>
                      <a:ext uri="{FF2B5EF4-FFF2-40B4-BE49-F238E27FC236}">
                        <a16:creationId xmlns:a16="http://schemas.microsoft.com/office/drawing/2014/main" id="{8D786F36-68E1-AB33-B4BB-C0D30DA00CC5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A17CF7A1-7AF1-B87C-5AE3-13FF257304BF}"/>
                    </a:ext>
                  </a:extLst>
                </p:cNvPr>
                <p:cNvSpPr txBox="1"/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A17CF7A1-7AF1-B87C-5AE3-13FF257304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5F05DAA3-18F6-871F-3B89-6CA5DC35FEA4}"/>
                </a:ext>
              </a:extLst>
            </p:cNvPr>
            <p:cNvGrpSpPr/>
            <p:nvPr/>
          </p:nvGrpSpPr>
          <p:grpSpPr>
            <a:xfrm>
              <a:off x="3752798" y="1913689"/>
              <a:ext cx="509114" cy="317131"/>
              <a:chOff x="2864822" y="3499219"/>
              <a:chExt cx="560026" cy="317131"/>
            </a:xfrm>
          </p:grpSpPr>
          <p:sp>
            <p:nvSpPr>
              <p:cNvPr id="89" name="矩形: 圆角 88">
                <a:extLst>
                  <a:ext uri="{FF2B5EF4-FFF2-40B4-BE49-F238E27FC236}">
                    <a16:creationId xmlns:a16="http://schemas.microsoft.com/office/drawing/2014/main" id="{BDEA76F5-2049-3DD5-E413-3D6401B6B020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文本框 89">
                    <a:extLst>
                      <a:ext uri="{FF2B5EF4-FFF2-40B4-BE49-F238E27FC236}">
                        <a16:creationId xmlns:a16="http://schemas.microsoft.com/office/drawing/2014/main" id="{2AE56B4E-C9C6-5358-1663-5888423D9886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C54C63D5-02C7-472B-9AD3-55635F5EBC27}"/>
                    </a:ext>
                  </a:extLst>
                </p:cNvPr>
                <p:cNvSpPr txBox="1"/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C54C63D5-02C7-472B-9AD3-55635F5EBC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blipFill>
                  <a:blip r:embed="rId11"/>
                  <a:stretch>
                    <a:fillRect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矩形: 圆角 87">
              <a:extLst>
                <a:ext uri="{FF2B5EF4-FFF2-40B4-BE49-F238E27FC236}">
                  <a16:creationId xmlns:a16="http://schemas.microsoft.com/office/drawing/2014/main" id="{CA3397EC-CCAA-9DD1-B866-64DE52D10BF1}"/>
                </a:ext>
              </a:extLst>
            </p:cNvPr>
            <p:cNvSpPr/>
            <p:nvPr/>
          </p:nvSpPr>
          <p:spPr>
            <a:xfrm>
              <a:off x="2713659" y="1816204"/>
              <a:ext cx="1531157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2A211E87-9E6C-1E63-8A06-63615723139C}"/>
              </a:ext>
            </a:extLst>
          </p:cNvPr>
          <p:cNvGrpSpPr/>
          <p:nvPr/>
        </p:nvGrpSpPr>
        <p:grpSpPr>
          <a:xfrm>
            <a:off x="3050762" y="3098224"/>
            <a:ext cx="2175672" cy="507018"/>
            <a:chOff x="2713659" y="1816204"/>
            <a:chExt cx="2175672" cy="507018"/>
          </a:xfrm>
        </p:grpSpPr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B03B23B8-0E62-57DA-AD6C-05501E6B770D}"/>
                </a:ext>
              </a:extLst>
            </p:cNvPr>
            <p:cNvGrpSpPr/>
            <p:nvPr/>
          </p:nvGrpSpPr>
          <p:grpSpPr>
            <a:xfrm>
              <a:off x="2860838" y="1913689"/>
              <a:ext cx="379848" cy="317132"/>
              <a:chOff x="2958207" y="3499218"/>
              <a:chExt cx="379848" cy="317132"/>
            </a:xfrm>
          </p:grpSpPr>
          <p:sp>
            <p:nvSpPr>
              <p:cNvPr id="108" name="矩形: 圆角 107">
                <a:extLst>
                  <a:ext uri="{FF2B5EF4-FFF2-40B4-BE49-F238E27FC236}">
                    <a16:creationId xmlns:a16="http://schemas.microsoft.com/office/drawing/2014/main" id="{BD52418A-1401-8658-2EA0-03104E9A07BD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33FED4DE-0F45-66DF-3665-7F4D4223AF23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629DAE9B-0F41-F778-969A-19303FD25667}"/>
                </a:ext>
              </a:extLst>
            </p:cNvPr>
            <p:cNvGrpSpPr/>
            <p:nvPr/>
          </p:nvGrpSpPr>
          <p:grpSpPr>
            <a:xfrm>
              <a:off x="3206699" y="1911148"/>
              <a:ext cx="383438" cy="321492"/>
              <a:chOff x="2942118" y="3494858"/>
              <a:chExt cx="383438" cy="321492"/>
            </a:xfrm>
          </p:grpSpPr>
          <p:sp>
            <p:nvSpPr>
              <p:cNvPr id="106" name="矩形: 圆角 105">
                <a:extLst>
                  <a:ext uri="{FF2B5EF4-FFF2-40B4-BE49-F238E27FC236}">
                    <a16:creationId xmlns:a16="http://schemas.microsoft.com/office/drawing/2014/main" id="{F62A44F4-F222-20D3-D7CF-37549656802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文本框 106">
                    <a:extLst>
                      <a:ext uri="{FF2B5EF4-FFF2-40B4-BE49-F238E27FC236}">
                        <a16:creationId xmlns:a16="http://schemas.microsoft.com/office/drawing/2014/main" id="{D257A9DA-7546-E65F-F0AA-8A83EFB2ECD0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F102EE2B-0C5A-D71B-CE11-0A3CE9E861CA}"/>
                    </a:ext>
                  </a:extLst>
                </p:cNvPr>
                <p:cNvSpPr txBox="1"/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F102EE2B-0C5A-D71B-CE11-0A3CE9E861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C7A320B8-89DC-17CD-698C-3CED255C399F}"/>
                </a:ext>
              </a:extLst>
            </p:cNvPr>
            <p:cNvGrpSpPr/>
            <p:nvPr/>
          </p:nvGrpSpPr>
          <p:grpSpPr>
            <a:xfrm>
              <a:off x="3752798" y="1913689"/>
              <a:ext cx="509114" cy="317131"/>
              <a:chOff x="2864822" y="3499219"/>
              <a:chExt cx="560026" cy="317131"/>
            </a:xfrm>
          </p:grpSpPr>
          <p:sp>
            <p:nvSpPr>
              <p:cNvPr id="104" name="矩形: 圆角 103">
                <a:extLst>
                  <a:ext uri="{FF2B5EF4-FFF2-40B4-BE49-F238E27FC236}">
                    <a16:creationId xmlns:a16="http://schemas.microsoft.com/office/drawing/2014/main" id="{F4ABC4DE-BCDF-83D9-4261-BCC9ED1F096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4440DD44-D77C-F96B-8512-E2219A6B0600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4440DD44-D77C-F96B-8512-E2219A6B06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A853FD31-5031-737C-E51B-953B3E98BE31}"/>
                    </a:ext>
                  </a:extLst>
                </p:cNvPr>
                <p:cNvSpPr txBox="1"/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−3)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A853FD31-5031-737C-E51B-953B3E98BE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blipFill>
                  <a:blip r:embed="rId13"/>
                  <a:stretch>
                    <a:fillRect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3" name="矩形: 圆角 102">
              <a:extLst>
                <a:ext uri="{FF2B5EF4-FFF2-40B4-BE49-F238E27FC236}">
                  <a16:creationId xmlns:a16="http://schemas.microsoft.com/office/drawing/2014/main" id="{18330FD2-7BC4-EF3F-68E0-2FA3FCE089F5}"/>
                </a:ext>
              </a:extLst>
            </p:cNvPr>
            <p:cNvSpPr/>
            <p:nvPr/>
          </p:nvSpPr>
          <p:spPr>
            <a:xfrm>
              <a:off x="2713659" y="1816204"/>
              <a:ext cx="1531157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7900DBBF-6CCF-7A82-7367-A86914F33896}"/>
                  </a:ext>
                </a:extLst>
              </p:cNvPr>
              <p:cNvSpPr txBox="1"/>
              <p:nvPr/>
            </p:nvSpPr>
            <p:spPr>
              <a:xfrm>
                <a:off x="3871679" y="3541696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7900DBBF-6CCF-7A82-7367-A86914F33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679" y="3541696"/>
                <a:ext cx="341760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6E089FCD-C0DD-28D5-7DF6-37EA23C504A9}"/>
                  </a:ext>
                </a:extLst>
              </p:cNvPr>
              <p:cNvSpPr txBox="1"/>
              <p:nvPr/>
            </p:nvSpPr>
            <p:spPr>
              <a:xfrm>
                <a:off x="4544328" y="3940454"/>
                <a:ext cx="47057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6E089FCD-C0DD-28D5-7DF6-37EA23C50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328" y="3940454"/>
                <a:ext cx="470578" cy="246221"/>
              </a:xfrm>
              <a:prstGeom prst="rect">
                <a:avLst/>
              </a:prstGeom>
              <a:blipFill>
                <a:blip r:embed="rId15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7EF76028-ABA6-FAFF-357A-C4DD91F90F8C}"/>
              </a:ext>
            </a:extLst>
          </p:cNvPr>
          <p:cNvGrpSpPr/>
          <p:nvPr/>
        </p:nvGrpSpPr>
        <p:grpSpPr>
          <a:xfrm>
            <a:off x="3609472" y="3840903"/>
            <a:ext cx="960857" cy="507018"/>
            <a:chOff x="3036468" y="4046521"/>
            <a:chExt cx="960857" cy="507018"/>
          </a:xfrm>
        </p:grpSpPr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BBD153AC-F00D-B49A-FEFD-18162817E201}"/>
                </a:ext>
              </a:extLst>
            </p:cNvPr>
            <p:cNvGrpSpPr/>
            <p:nvPr/>
          </p:nvGrpSpPr>
          <p:grpSpPr>
            <a:xfrm>
              <a:off x="3183647" y="4144006"/>
              <a:ext cx="379848" cy="317132"/>
              <a:chOff x="2958207" y="3499218"/>
              <a:chExt cx="379848" cy="317132"/>
            </a:xfrm>
          </p:grpSpPr>
          <p:sp>
            <p:nvSpPr>
              <p:cNvPr id="122" name="矩形: 圆角 121">
                <a:extLst>
                  <a:ext uri="{FF2B5EF4-FFF2-40B4-BE49-F238E27FC236}">
                    <a16:creationId xmlns:a16="http://schemas.microsoft.com/office/drawing/2014/main" id="{28725E1F-7A5F-41FB-6019-50A76AFBBAA9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" name="文本框 122">
                    <a:extLst>
                      <a:ext uri="{FF2B5EF4-FFF2-40B4-BE49-F238E27FC236}">
                        <a16:creationId xmlns:a16="http://schemas.microsoft.com/office/drawing/2014/main" id="{F1D40F7F-3F2F-B93C-28EB-2A4AACCF836A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3" name="组合 112">
              <a:extLst>
                <a:ext uri="{FF2B5EF4-FFF2-40B4-BE49-F238E27FC236}">
                  <a16:creationId xmlns:a16="http://schemas.microsoft.com/office/drawing/2014/main" id="{7A993EB4-D5F3-DEC1-05EC-17461FB623D7}"/>
                </a:ext>
              </a:extLst>
            </p:cNvPr>
            <p:cNvGrpSpPr/>
            <p:nvPr/>
          </p:nvGrpSpPr>
          <p:grpSpPr>
            <a:xfrm>
              <a:off x="3529508" y="4141465"/>
              <a:ext cx="383438" cy="321492"/>
              <a:chOff x="2942118" y="3494858"/>
              <a:chExt cx="383438" cy="321492"/>
            </a:xfrm>
          </p:grpSpPr>
          <p:sp>
            <p:nvSpPr>
              <p:cNvPr id="120" name="矩形: 圆角 119">
                <a:extLst>
                  <a:ext uri="{FF2B5EF4-FFF2-40B4-BE49-F238E27FC236}">
                    <a16:creationId xmlns:a16="http://schemas.microsoft.com/office/drawing/2014/main" id="{49F8F5AA-6F88-BDDA-97B6-F59BD6F200F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文本框 120">
                    <a:extLst>
                      <a:ext uri="{FF2B5EF4-FFF2-40B4-BE49-F238E27FC236}">
                        <a16:creationId xmlns:a16="http://schemas.microsoft.com/office/drawing/2014/main" id="{E0707791-6A4E-128D-0B20-2C234B2A2557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1" name="文本框 120">
                    <a:extLst>
                      <a:ext uri="{FF2B5EF4-FFF2-40B4-BE49-F238E27FC236}">
                        <a16:creationId xmlns:a16="http://schemas.microsoft.com/office/drawing/2014/main" id="{E0707791-6A4E-128D-0B20-2C234B2A25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7" name="矩形: 圆角 116">
              <a:extLst>
                <a:ext uri="{FF2B5EF4-FFF2-40B4-BE49-F238E27FC236}">
                  <a16:creationId xmlns:a16="http://schemas.microsoft.com/office/drawing/2014/main" id="{9F1BB99A-DD0F-8B42-B668-F01B482A3FB4}"/>
                </a:ext>
              </a:extLst>
            </p:cNvPr>
            <p:cNvSpPr/>
            <p:nvPr/>
          </p:nvSpPr>
          <p:spPr>
            <a:xfrm>
              <a:off x="3036468" y="4046521"/>
              <a:ext cx="960857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7A8DCD33-184C-BB44-E7FD-0669F7D805E4}"/>
                  </a:ext>
                </a:extLst>
              </p:cNvPr>
              <p:cNvSpPr txBox="1"/>
              <p:nvPr/>
            </p:nvSpPr>
            <p:spPr>
              <a:xfrm>
                <a:off x="4544328" y="4662358"/>
                <a:ext cx="47057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7A8DCD33-184C-BB44-E7FD-0669F7D80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328" y="4662358"/>
                <a:ext cx="470578" cy="246221"/>
              </a:xfrm>
              <a:prstGeom prst="rect">
                <a:avLst/>
              </a:prstGeom>
              <a:blipFill>
                <a:blip r:embed="rId17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15259C5-A17D-5DBC-9678-13DFDA0F1949}"/>
              </a:ext>
            </a:extLst>
          </p:cNvPr>
          <p:cNvGrpSpPr/>
          <p:nvPr/>
        </p:nvGrpSpPr>
        <p:grpSpPr>
          <a:xfrm>
            <a:off x="4082328" y="4645543"/>
            <a:ext cx="379848" cy="317132"/>
            <a:chOff x="2958207" y="3499218"/>
            <a:chExt cx="379848" cy="317132"/>
          </a:xfrm>
        </p:grpSpPr>
        <p:sp>
          <p:nvSpPr>
            <p:cNvPr id="132" name="矩形: 圆角 131">
              <a:extLst>
                <a:ext uri="{FF2B5EF4-FFF2-40B4-BE49-F238E27FC236}">
                  <a16:creationId xmlns:a16="http://schemas.microsoft.com/office/drawing/2014/main" id="{A97D06B2-49A4-5602-681C-39964945855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BC0E0DBB-DADD-FAA2-9E33-984F96ED3AFA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BC0E0DBB-DADD-FAA2-9E33-984F96ED3A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9" name="矩形: 圆角 128">
            <a:extLst>
              <a:ext uri="{FF2B5EF4-FFF2-40B4-BE49-F238E27FC236}">
                <a16:creationId xmlns:a16="http://schemas.microsoft.com/office/drawing/2014/main" id="{D091E5A9-DF64-9498-EC68-55A941BC970C}"/>
              </a:ext>
            </a:extLst>
          </p:cNvPr>
          <p:cNvSpPr/>
          <p:nvPr/>
        </p:nvSpPr>
        <p:spPr>
          <a:xfrm>
            <a:off x="3935150" y="4548058"/>
            <a:ext cx="623472" cy="507018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9E7B66AE-C991-B337-7E74-0EB92E54817C}"/>
              </a:ext>
            </a:extLst>
          </p:cNvPr>
          <p:cNvCxnSpPr>
            <a:stCxn id="45" idx="3"/>
            <a:endCxn id="36" idx="1"/>
          </p:cNvCxnSpPr>
          <p:nvPr/>
        </p:nvCxnSpPr>
        <p:spPr>
          <a:xfrm>
            <a:off x="5271973" y="2065037"/>
            <a:ext cx="1723266" cy="109653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364D2A02-E640-9ED5-1AA6-58856DD21395}"/>
              </a:ext>
            </a:extLst>
          </p:cNvPr>
          <p:cNvCxnSpPr>
            <a:cxnSpLocks/>
            <a:stCxn id="68" idx="3"/>
            <a:endCxn id="36" idx="1"/>
          </p:cNvCxnSpPr>
          <p:nvPr/>
        </p:nvCxnSpPr>
        <p:spPr>
          <a:xfrm>
            <a:off x="5226434" y="2703240"/>
            <a:ext cx="1768805" cy="45833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92EF0427-FA05-FCA5-EC49-7064049FB7E8}"/>
              </a:ext>
            </a:extLst>
          </p:cNvPr>
          <p:cNvCxnSpPr>
            <a:cxnSpLocks/>
            <a:stCxn id="102" idx="3"/>
            <a:endCxn id="36" idx="1"/>
          </p:cNvCxnSpPr>
          <p:nvPr/>
        </p:nvCxnSpPr>
        <p:spPr>
          <a:xfrm flipV="1">
            <a:off x="5226434" y="3161574"/>
            <a:ext cx="1768805" cy="18864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8C456521-40AE-5192-C3AA-2B36F4593E24}"/>
              </a:ext>
            </a:extLst>
          </p:cNvPr>
          <p:cNvCxnSpPr>
            <a:cxnSpLocks/>
            <a:stCxn id="116" idx="3"/>
            <a:endCxn id="36" idx="1"/>
          </p:cNvCxnSpPr>
          <p:nvPr/>
        </p:nvCxnSpPr>
        <p:spPr>
          <a:xfrm flipV="1">
            <a:off x="5014906" y="3161574"/>
            <a:ext cx="1980333" cy="90199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5A191705-37A4-6D26-8D45-20738179B4B2}"/>
              </a:ext>
            </a:extLst>
          </p:cNvPr>
          <p:cNvCxnSpPr>
            <a:cxnSpLocks/>
            <a:stCxn id="125" idx="3"/>
            <a:endCxn id="36" idx="1"/>
          </p:cNvCxnSpPr>
          <p:nvPr/>
        </p:nvCxnSpPr>
        <p:spPr>
          <a:xfrm flipV="1">
            <a:off x="5014906" y="3161574"/>
            <a:ext cx="1980333" cy="162389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EDFF5D89-AF73-D372-CBB2-3BAC004DC621}"/>
              </a:ext>
            </a:extLst>
          </p:cNvPr>
          <p:cNvGrpSpPr/>
          <p:nvPr/>
        </p:nvGrpSpPr>
        <p:grpSpPr>
          <a:xfrm>
            <a:off x="6717172" y="4398789"/>
            <a:ext cx="361637" cy="317131"/>
            <a:chOff x="7411130" y="4183407"/>
            <a:chExt cx="361637" cy="317131"/>
          </a:xfrm>
        </p:grpSpPr>
        <p:sp>
          <p:nvSpPr>
            <p:cNvPr id="150" name="矩形: 圆角 149">
              <a:extLst>
                <a:ext uri="{FF2B5EF4-FFF2-40B4-BE49-F238E27FC236}">
                  <a16:creationId xmlns:a16="http://schemas.microsoft.com/office/drawing/2014/main" id="{D76D4234-5907-C081-FC1F-618B0E71059E}"/>
                </a:ext>
              </a:extLst>
            </p:cNvPr>
            <p:cNvSpPr/>
            <p:nvPr/>
          </p:nvSpPr>
          <p:spPr>
            <a:xfrm>
              <a:off x="7440604" y="4183407"/>
              <a:ext cx="299976" cy="317131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85C99217-B663-FE69-2CAF-50B0527629CF}"/>
                    </a:ext>
                  </a:extLst>
                </p:cNvPr>
                <p:cNvSpPr txBox="1"/>
                <p:nvPr/>
              </p:nvSpPr>
              <p:spPr>
                <a:xfrm>
                  <a:off x="7411130" y="4190446"/>
                  <a:ext cx="36163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85C99217-B663-FE69-2CAF-50B0527629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1130" y="4190446"/>
                  <a:ext cx="361637" cy="2769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F58C131C-87EB-FC13-EA71-BC6CD391837B}"/>
              </a:ext>
            </a:extLst>
          </p:cNvPr>
          <p:cNvGrpSpPr/>
          <p:nvPr/>
        </p:nvGrpSpPr>
        <p:grpSpPr>
          <a:xfrm>
            <a:off x="6005142" y="4404760"/>
            <a:ext cx="388311" cy="317131"/>
            <a:chOff x="7411130" y="4183407"/>
            <a:chExt cx="388311" cy="317131"/>
          </a:xfrm>
        </p:grpSpPr>
        <p:sp>
          <p:nvSpPr>
            <p:cNvPr id="154" name="矩形: 圆角 153">
              <a:extLst>
                <a:ext uri="{FF2B5EF4-FFF2-40B4-BE49-F238E27FC236}">
                  <a16:creationId xmlns:a16="http://schemas.microsoft.com/office/drawing/2014/main" id="{93AB0140-84C6-AB5D-B8EF-C358D878FBE1}"/>
                </a:ext>
              </a:extLst>
            </p:cNvPr>
            <p:cNvSpPr/>
            <p:nvPr/>
          </p:nvSpPr>
          <p:spPr>
            <a:xfrm>
              <a:off x="7440604" y="4183407"/>
              <a:ext cx="299976" cy="31713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D5B14998-7B36-4F20-9FDB-CB77B85A3BE5}"/>
                    </a:ext>
                  </a:extLst>
                </p:cNvPr>
                <p:cNvSpPr txBox="1"/>
                <p:nvPr/>
              </p:nvSpPr>
              <p:spPr>
                <a:xfrm>
                  <a:off x="7411130" y="4190446"/>
                  <a:ext cx="38831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D5B14998-7B36-4F20-9FDB-CB77B85A3B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1130" y="4190446"/>
                  <a:ext cx="388311" cy="27699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782B4E1A-873C-A5C5-2AEA-223F608B1E1B}"/>
                  </a:ext>
                </a:extLst>
              </p:cNvPr>
              <p:cNvSpPr txBox="1"/>
              <p:nvPr/>
            </p:nvSpPr>
            <p:spPr>
              <a:xfrm>
                <a:off x="6384053" y="4398789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782B4E1A-873C-A5C5-2AEA-223F608B1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053" y="4398789"/>
                <a:ext cx="341760" cy="2769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F30B9282-1CF5-EEA2-3009-74B9E8F50F80}"/>
                  </a:ext>
                </a:extLst>
              </p:cNvPr>
              <p:cNvSpPr txBox="1"/>
              <p:nvPr/>
            </p:nvSpPr>
            <p:spPr>
              <a:xfrm>
                <a:off x="5704854" y="4420704"/>
                <a:ext cx="28964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atin typeface="Cambria Math" panose="02040503050406030204" pitchFamily="18" charset="0"/>
                        </a:rPr>
                        <m:t>当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F30B9282-1CF5-EEA2-3009-74B9E8F50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854" y="4420704"/>
                <a:ext cx="289645" cy="276999"/>
              </a:xfrm>
              <a:prstGeom prst="rect">
                <a:avLst/>
              </a:prstGeom>
              <a:blipFill>
                <a:blip r:embed="rId22"/>
                <a:stretch>
                  <a:fillRect r="-8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9537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7FC7F-847D-6863-287C-7DF28C822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393215C-73F5-D39B-47C8-F5E031F29CCC}"/>
              </a:ext>
            </a:extLst>
          </p:cNvPr>
          <p:cNvGrpSpPr/>
          <p:nvPr/>
        </p:nvGrpSpPr>
        <p:grpSpPr>
          <a:xfrm>
            <a:off x="6312219" y="2223663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3E4FC68-31D0-CAEB-1C3E-5874BD9014E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53CCB03-81AF-2E11-2B14-7A344AC26D5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A53CCB03-81AF-2E11-2B14-7A344AC26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4506944-F2C3-FF52-EC20-FD301A0BF142}"/>
              </a:ext>
            </a:extLst>
          </p:cNvPr>
          <p:cNvGrpSpPr/>
          <p:nvPr/>
        </p:nvGrpSpPr>
        <p:grpSpPr>
          <a:xfrm>
            <a:off x="6312219" y="2718963"/>
            <a:ext cx="361636" cy="317131"/>
            <a:chOff x="2936428" y="3499219"/>
            <a:chExt cx="397801" cy="31713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90B59C30-26D5-392E-D0EF-C88DFD86A88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C16D5E4-3A07-7405-47DD-AA497363ECD8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C16D5E4-3A07-7405-47DD-AA497363EC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3CFC016-6951-70B6-69FF-18978C9F632C}"/>
                  </a:ext>
                </a:extLst>
              </p:cNvPr>
              <p:cNvSpPr txBox="1"/>
              <p:nvPr/>
            </p:nvSpPr>
            <p:spPr>
              <a:xfrm>
                <a:off x="6312219" y="3047631"/>
                <a:ext cx="39465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3CFC016-6951-70B6-69FF-18978C9F6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219" y="3047631"/>
                <a:ext cx="394659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36C3D542-4B4B-5661-0B55-80B3CFDB4898}"/>
              </a:ext>
            </a:extLst>
          </p:cNvPr>
          <p:cNvGrpSpPr/>
          <p:nvPr/>
        </p:nvGrpSpPr>
        <p:grpSpPr>
          <a:xfrm>
            <a:off x="4456766" y="2200861"/>
            <a:ext cx="1495191" cy="1515018"/>
            <a:chOff x="4593291" y="2205359"/>
            <a:chExt cx="1495191" cy="1515018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B329BCE6-9A18-5474-62C6-81883A2B2964}"/>
                </a:ext>
              </a:extLst>
            </p:cNvPr>
            <p:cNvGrpSpPr/>
            <p:nvPr/>
          </p:nvGrpSpPr>
          <p:grpSpPr>
            <a:xfrm>
              <a:off x="4593291" y="2221121"/>
              <a:ext cx="444930" cy="338554"/>
              <a:chOff x="2945466" y="3492179"/>
              <a:chExt cx="444930" cy="338554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23FEA8AF-364C-5DD6-85FC-44CCA871ED3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D16034-40B5-C804-AB46-CB6300FE13D5}"/>
                      </a:ext>
                    </a:extLst>
                  </p:cNvPr>
                  <p:cNvSpPr txBox="1"/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5466" y="3492179"/>
                    <a:ext cx="444930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514D3551-AB95-003C-9694-55A8407069B7}"/>
                </a:ext>
              </a:extLst>
            </p:cNvPr>
            <p:cNvGrpSpPr/>
            <p:nvPr/>
          </p:nvGrpSpPr>
          <p:grpSpPr>
            <a:xfrm>
              <a:off x="4931032" y="2205359"/>
              <a:ext cx="449674" cy="341752"/>
              <a:chOff x="2921257" y="3474598"/>
              <a:chExt cx="449674" cy="34175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2B106B89-F091-2F0F-CAB8-AB781BB388B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831996CB-4664-EEA3-58E5-3A7359F207B9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BB804463-1D58-180E-6F7B-6C258D81CB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E72908D1-95F2-B720-6F04-8B6622683EE1}"/>
                </a:ext>
              </a:extLst>
            </p:cNvPr>
            <p:cNvGrpSpPr/>
            <p:nvPr/>
          </p:nvGrpSpPr>
          <p:grpSpPr>
            <a:xfrm>
              <a:off x="5579368" y="2225619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41F1AC06-49BE-DF6B-4AAC-6226BE0A73A8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F09B1C81-8673-F233-3585-DA551BA2E5FB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E6095DE-90BD-E7E6-8008-F31D44E0CDF8}"/>
                    </a:ext>
                  </a:extLst>
                </p:cNvPr>
                <p:cNvSpPr txBox="1"/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0FE03FEA-B9A7-19BE-E61F-14633832BD5A}"/>
                </a:ext>
              </a:extLst>
            </p:cNvPr>
            <p:cNvGrpSpPr/>
            <p:nvPr/>
          </p:nvGrpSpPr>
          <p:grpSpPr>
            <a:xfrm>
              <a:off x="4931032" y="2700659"/>
              <a:ext cx="449674" cy="341752"/>
              <a:chOff x="2921257" y="3474598"/>
              <a:chExt cx="449674" cy="34175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08AE0B51-FDD2-6E7D-4DB8-43B4D12B99A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95A7B2C9-4AA2-7A93-5CC9-5D925043A064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D8754AF-55F4-4214-19B8-3BCBC5B26268}"/>
                </a:ext>
              </a:extLst>
            </p:cNvPr>
            <p:cNvGrpSpPr/>
            <p:nvPr/>
          </p:nvGrpSpPr>
          <p:grpSpPr>
            <a:xfrm>
              <a:off x="5579368" y="2720919"/>
              <a:ext cx="509114" cy="317131"/>
              <a:chOff x="2864822" y="3499219"/>
              <a:chExt cx="560026" cy="317131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5E553461-D892-2F3A-9C14-8B054220302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8919459B-5951-6EDE-E405-A45F60439F0C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A138F48-DBDB-A31A-824F-E2DC6CCF698D}"/>
                    </a:ext>
                  </a:extLst>
                </p:cNvPr>
                <p:cNvSpPr txBox="1"/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C75EDE08-D871-2D81-1D99-D0FB0BD474CE}"/>
                </a:ext>
              </a:extLst>
            </p:cNvPr>
            <p:cNvGrpSpPr/>
            <p:nvPr/>
          </p:nvGrpSpPr>
          <p:grpSpPr>
            <a:xfrm>
              <a:off x="5579368" y="3403246"/>
              <a:ext cx="509114" cy="317131"/>
              <a:chOff x="2864822" y="3499219"/>
              <a:chExt cx="560026" cy="317131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C7985850-D412-8917-C107-C7A1C61C741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40F86C17-4856-6A8E-19B7-09E1265C3465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37A6A0A-886E-0DA6-6008-B5A091D9B858}"/>
              </a:ext>
            </a:extLst>
          </p:cNvPr>
          <p:cNvGrpSpPr/>
          <p:nvPr/>
        </p:nvGrpSpPr>
        <p:grpSpPr>
          <a:xfrm>
            <a:off x="6312219" y="3401290"/>
            <a:ext cx="361636" cy="317131"/>
            <a:chOff x="2936428" y="3499219"/>
            <a:chExt cx="397801" cy="317131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E6CB7FDD-DDF3-843B-0FB0-9D027FBD5B2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1B926F5-6E38-CC30-E4B3-9B97C99A383D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1B926F5-6E38-CC30-E4B3-9B97C99A38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F06FB169-EFD3-5D08-ED8D-7392275729E2}"/>
              </a:ext>
            </a:extLst>
          </p:cNvPr>
          <p:cNvGrpSpPr/>
          <p:nvPr/>
        </p:nvGrpSpPr>
        <p:grpSpPr>
          <a:xfrm>
            <a:off x="6345242" y="3964215"/>
            <a:ext cx="361636" cy="317131"/>
            <a:chOff x="2936428" y="3499219"/>
            <a:chExt cx="397801" cy="31713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2CF31388-1CCB-A5B7-2089-3C98DCCC122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673BEBC7-1246-3978-18E0-AE2095B41642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673BEBC7-1246-3978-18E0-AE2095B416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289958C-7B97-AF46-361A-45CCFC2DA484}"/>
              </a:ext>
            </a:extLst>
          </p:cNvPr>
          <p:cNvCxnSpPr>
            <a:cxnSpLocks/>
          </p:cNvCxnSpPr>
          <p:nvPr/>
        </p:nvCxnSpPr>
        <p:spPr>
          <a:xfrm>
            <a:off x="6239846" y="1900767"/>
            <a:ext cx="24291" cy="265049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1433307C-B519-F500-4C3D-C241FC14592E}"/>
              </a:ext>
            </a:extLst>
          </p:cNvPr>
          <p:cNvSpPr/>
          <p:nvPr/>
        </p:nvSpPr>
        <p:spPr>
          <a:xfrm>
            <a:off x="4281521" y="2161921"/>
            <a:ext cx="1819117" cy="1682159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FEC2684-F8F6-77E5-8A0A-E358D6441BBD}"/>
              </a:ext>
            </a:extLst>
          </p:cNvPr>
          <p:cNvSpPr txBox="1"/>
          <p:nvPr/>
        </p:nvSpPr>
        <p:spPr>
          <a:xfrm>
            <a:off x="5068544" y="4026030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/>
              <a:t>②空数组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255760D-13FE-FABC-1996-9E5A5389117C}"/>
              </a:ext>
            </a:extLst>
          </p:cNvPr>
          <p:cNvGrpSpPr/>
          <p:nvPr/>
        </p:nvGrpSpPr>
        <p:grpSpPr>
          <a:xfrm>
            <a:off x="5701156" y="3950762"/>
            <a:ext cx="393053" cy="381369"/>
            <a:chOff x="5510771" y="3966887"/>
            <a:chExt cx="393053" cy="3813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459DF52-F3BC-9895-E7A5-87F7941D9165}"/>
                    </a:ext>
                  </a:extLst>
                </p:cNvPr>
                <p:cNvSpPr txBox="1"/>
                <p:nvPr/>
              </p:nvSpPr>
              <p:spPr>
                <a:xfrm>
                  <a:off x="5510771" y="3980340"/>
                  <a:ext cx="36901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459DF52-F3BC-9895-E7A5-87F7941D91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0771" y="3980340"/>
                  <a:ext cx="369012" cy="3385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990F44E-4BB4-D351-805C-97F3AA80C3CB}"/>
                </a:ext>
              </a:extLst>
            </p:cNvPr>
            <p:cNvSpPr/>
            <p:nvPr/>
          </p:nvSpPr>
          <p:spPr>
            <a:xfrm>
              <a:off x="5524490" y="3966887"/>
              <a:ext cx="379334" cy="381369"/>
            </a:xfrm>
            <a:prstGeom prst="rect">
              <a:avLst/>
            </a:prstGeom>
            <a:noFill/>
            <a:ln>
              <a:solidFill>
                <a:srgbClr val="92D05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6966E59-216A-C3E2-FEB2-52C35C5F0D80}"/>
                  </a:ext>
                </a:extLst>
              </p:cNvPr>
              <p:cNvSpPr txBox="1"/>
              <p:nvPr/>
            </p:nvSpPr>
            <p:spPr>
              <a:xfrm>
                <a:off x="4189468" y="1921156"/>
                <a:ext cx="167385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b="1" dirty="0"/>
                  <a:t>①所有以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900" b="1" dirty="0"/>
                  <a:t>为结尾的子数组</a:t>
                </a: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6966E59-216A-C3E2-FEB2-52C35C5F0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9468" y="1921156"/>
                <a:ext cx="1673856" cy="230832"/>
              </a:xfrm>
              <a:prstGeom prst="rect">
                <a:avLst/>
              </a:prstGeom>
              <a:blipFill>
                <a:blip r:embed="rId14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75EFD8A-8B58-B8FC-F81B-5FA4CB229765}"/>
              </a:ext>
            </a:extLst>
          </p:cNvPr>
          <p:cNvCxnSpPr>
            <a:cxnSpLocks/>
          </p:cNvCxnSpPr>
          <p:nvPr/>
        </p:nvCxnSpPr>
        <p:spPr>
          <a:xfrm>
            <a:off x="6392246" y="2053167"/>
            <a:ext cx="24291" cy="265049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942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E6CB9-4E63-B970-218A-42036AA4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4FD75EE-CB5B-542A-91B9-443FFA047A82}"/>
              </a:ext>
            </a:extLst>
          </p:cNvPr>
          <p:cNvGrpSpPr/>
          <p:nvPr/>
        </p:nvGrpSpPr>
        <p:grpSpPr>
          <a:xfrm>
            <a:off x="3984211" y="1887746"/>
            <a:ext cx="311303" cy="317131"/>
            <a:chOff x="2968850" y="3499219"/>
            <a:chExt cx="342435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65608A7D-E6E1-E94F-70E4-1C62461CCE1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3607D0A2-4578-2FD2-A9B1-23ED1EF1F403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3607D0A2-4578-2FD2-A9B1-23ED1EF1F4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5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EC32701E-F74C-F049-9D75-DA1D31E5C682}"/>
              </a:ext>
            </a:extLst>
          </p:cNvPr>
          <p:cNvGrpSpPr/>
          <p:nvPr/>
        </p:nvGrpSpPr>
        <p:grpSpPr>
          <a:xfrm>
            <a:off x="4381087" y="1887746"/>
            <a:ext cx="311304" cy="317131"/>
            <a:chOff x="2968850" y="3499219"/>
            <a:chExt cx="342436" cy="31713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B9E78FBA-4709-1D99-BA0B-56F2F6258AC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A423E740-752E-C232-71C9-9C190DE31DF4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A423E740-752E-C232-71C9-9C190DE31D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02B11E4-E27E-2E0C-F46F-C8A95D937273}"/>
              </a:ext>
            </a:extLst>
          </p:cNvPr>
          <p:cNvGrpSpPr/>
          <p:nvPr/>
        </p:nvGrpSpPr>
        <p:grpSpPr>
          <a:xfrm>
            <a:off x="4736687" y="1887746"/>
            <a:ext cx="311304" cy="317131"/>
            <a:chOff x="2968850" y="3499219"/>
            <a:chExt cx="342436" cy="317131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CD13E4E6-16E6-2A7D-B8CB-880FCA55C41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6B004975-0E43-4D97-671A-4B65E68042C7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6B004975-0E43-4D97-671A-4B65E68042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4761FB9-262D-DB87-FF9B-5E18445C91D0}"/>
              </a:ext>
            </a:extLst>
          </p:cNvPr>
          <p:cNvGrpSpPr/>
          <p:nvPr/>
        </p:nvGrpSpPr>
        <p:grpSpPr>
          <a:xfrm>
            <a:off x="5133562" y="1887746"/>
            <a:ext cx="311304" cy="317131"/>
            <a:chOff x="2968850" y="3499219"/>
            <a:chExt cx="342436" cy="317131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50B187A4-D974-207E-4519-6E5ADC3839B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49F5A26C-0F2F-9B28-DFC4-58E91DB17C62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49F5A26C-0F2F-9B28-DFC4-58E91DB17C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DE62564-0E85-589E-1A0B-CEC54BEF5204}"/>
              </a:ext>
            </a:extLst>
          </p:cNvPr>
          <p:cNvGrpSpPr/>
          <p:nvPr/>
        </p:nvGrpSpPr>
        <p:grpSpPr>
          <a:xfrm>
            <a:off x="5519110" y="1887746"/>
            <a:ext cx="311304" cy="317131"/>
            <a:chOff x="2968850" y="3499219"/>
            <a:chExt cx="342436" cy="317131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D54ECF98-1508-E0DA-AE99-6C70017CCD8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FF1C0FB6-10AB-722E-2E30-EE57EE4439FB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FF1C0FB6-10AB-722E-2E30-EE57EE4439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3C24869-3B41-02B3-0396-B3A4E734C648}"/>
              </a:ext>
            </a:extLst>
          </p:cNvPr>
          <p:cNvGrpSpPr/>
          <p:nvPr/>
        </p:nvGrpSpPr>
        <p:grpSpPr>
          <a:xfrm>
            <a:off x="5915985" y="1887746"/>
            <a:ext cx="311304" cy="317131"/>
            <a:chOff x="2968850" y="3499219"/>
            <a:chExt cx="342436" cy="317131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6D9DFD25-FE84-8908-04BF-04CF8FFF082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B4AF54C-5EE8-C76E-34B4-BF4AD90490D2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B4AF54C-5EE8-C76E-34B4-BF4AD90490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EC2F06D-B5A1-6FC4-C572-93A8AE85115A}"/>
              </a:ext>
            </a:extLst>
          </p:cNvPr>
          <p:cNvGrpSpPr/>
          <p:nvPr/>
        </p:nvGrpSpPr>
        <p:grpSpPr>
          <a:xfrm>
            <a:off x="6271585" y="1887746"/>
            <a:ext cx="311304" cy="317131"/>
            <a:chOff x="2968850" y="3499219"/>
            <a:chExt cx="342436" cy="317131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CDEEEAF2-79AF-8603-9752-ED6AB88D8F3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FCF00D60-BC21-0B9A-0E5B-99169001CE47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FCF00D60-BC21-0B9A-0E5B-99169001CE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350968C-9C95-43CE-344D-911B02716297}"/>
              </a:ext>
            </a:extLst>
          </p:cNvPr>
          <p:cNvGrpSpPr/>
          <p:nvPr/>
        </p:nvGrpSpPr>
        <p:grpSpPr>
          <a:xfrm>
            <a:off x="6668460" y="1887746"/>
            <a:ext cx="311304" cy="317131"/>
            <a:chOff x="2968850" y="3499219"/>
            <a:chExt cx="342436" cy="317131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AD01FD77-B981-F74A-0585-E4502894263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FCFDE599-7020-3001-72E1-7E959C131017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FCFDE599-7020-3001-72E1-7E959C1310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CB9A1F1E-952F-25E3-BEA6-AFAE821F6421}"/>
              </a:ext>
            </a:extLst>
          </p:cNvPr>
          <p:cNvGrpSpPr/>
          <p:nvPr/>
        </p:nvGrpSpPr>
        <p:grpSpPr>
          <a:xfrm>
            <a:off x="7065335" y="1887744"/>
            <a:ext cx="311304" cy="317131"/>
            <a:chOff x="2968850" y="3499219"/>
            <a:chExt cx="342436" cy="317131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06C09BE9-7860-A404-8D41-C4E74560CD9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90ED9BE-E0DC-D5E6-1C9C-3C9C90561936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90ED9BE-E0DC-D5E6-1C9C-3C9C905619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367E2BA-1E96-023B-8680-A31B7FD5FA17}"/>
              </a:ext>
            </a:extLst>
          </p:cNvPr>
          <p:cNvGrpSpPr/>
          <p:nvPr/>
        </p:nvGrpSpPr>
        <p:grpSpPr>
          <a:xfrm>
            <a:off x="3991660" y="1251256"/>
            <a:ext cx="285078" cy="582307"/>
            <a:chOff x="3991660" y="1251256"/>
            <a:chExt cx="285078" cy="582307"/>
          </a:xfrm>
        </p:grpSpPr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159FFEBF-4C26-C612-9E6A-979AC2D280BE}"/>
                </a:ext>
              </a:extLst>
            </p:cNvPr>
            <p:cNvCxnSpPr/>
            <p:nvPr/>
          </p:nvCxnSpPr>
          <p:spPr>
            <a:xfrm>
              <a:off x="4121150" y="1538288"/>
              <a:ext cx="0" cy="2952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A5A5BC0B-3A4C-89E3-BD5E-81E31D1C2DE9}"/>
                    </a:ext>
                  </a:extLst>
                </p:cNvPr>
                <p:cNvSpPr txBox="1"/>
                <p:nvPr/>
              </p:nvSpPr>
              <p:spPr>
                <a:xfrm>
                  <a:off x="3991660" y="1251256"/>
                  <a:ext cx="28507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A5A5BC0B-3A4C-89E3-BD5E-81E31D1C2D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1660" y="1251256"/>
                  <a:ext cx="285078" cy="276999"/>
                </a:xfrm>
                <a:prstGeom prst="rect">
                  <a:avLst/>
                </a:prstGeom>
                <a:blipFill>
                  <a:blip r:embed="rId10"/>
                  <a:stretch>
                    <a:fillRect b="-217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08B3DF41-0EB3-5462-6FCA-FC41AB87805A}"/>
              </a:ext>
            </a:extLst>
          </p:cNvPr>
          <p:cNvGrpSpPr/>
          <p:nvPr/>
        </p:nvGrpSpPr>
        <p:grpSpPr>
          <a:xfrm>
            <a:off x="3991660" y="2268538"/>
            <a:ext cx="279307" cy="554553"/>
            <a:chOff x="3976472" y="1260734"/>
            <a:chExt cx="279307" cy="554553"/>
          </a:xfrm>
        </p:grpSpPr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8C4CAEB7-0E2D-DEEE-487E-CDC5931F63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1150" y="1260734"/>
              <a:ext cx="0" cy="2775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6A17A775-2FE0-D3C6-1F60-F18433EEBC9C}"/>
                    </a:ext>
                  </a:extLst>
                </p:cNvPr>
                <p:cNvSpPr txBox="1"/>
                <p:nvPr/>
              </p:nvSpPr>
              <p:spPr>
                <a:xfrm>
                  <a:off x="3976472" y="1538288"/>
                  <a:ext cx="27930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6A17A775-2FE0-D3C6-1F60-F18433EEBC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6472" y="1538288"/>
                  <a:ext cx="279307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12887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702C4-2D1E-B406-DC82-D54DC1AC1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1AE3A11-85BB-5814-EFCD-140142709004}"/>
              </a:ext>
            </a:extLst>
          </p:cNvPr>
          <p:cNvGrpSpPr/>
          <p:nvPr/>
        </p:nvGrpSpPr>
        <p:grpSpPr>
          <a:xfrm>
            <a:off x="3969394" y="990280"/>
            <a:ext cx="311303" cy="317131"/>
            <a:chOff x="2968850" y="3499219"/>
            <a:chExt cx="342435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CD6FD94-5910-1DA4-3851-1DEC3572CE0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D99E121B-5E96-6155-7880-842012CB3911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D99E121B-5E96-6155-7880-842012CB39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5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5229C48E-45DA-C339-2BB2-A689D58E3D12}"/>
              </a:ext>
            </a:extLst>
          </p:cNvPr>
          <p:cNvGrpSpPr/>
          <p:nvPr/>
        </p:nvGrpSpPr>
        <p:grpSpPr>
          <a:xfrm>
            <a:off x="4366270" y="990280"/>
            <a:ext cx="311304" cy="317131"/>
            <a:chOff x="2968850" y="3499219"/>
            <a:chExt cx="342436" cy="31713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5C7EF3B3-2064-0026-3169-B07ED90E6C1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A7CA7476-3DC3-A7DD-72DD-BC92AB91679D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A7CA7476-3DC3-A7DD-72DD-BC92AB9167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36284CE-333A-18D0-30E9-088BB4C38DCD}"/>
              </a:ext>
            </a:extLst>
          </p:cNvPr>
          <p:cNvGrpSpPr/>
          <p:nvPr/>
        </p:nvGrpSpPr>
        <p:grpSpPr>
          <a:xfrm>
            <a:off x="4721870" y="990280"/>
            <a:ext cx="311304" cy="317131"/>
            <a:chOff x="2968850" y="3499219"/>
            <a:chExt cx="342436" cy="317131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DD18CBDD-8708-C59B-ED72-3E3ED645525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83E3F017-50C5-8D49-B2BB-89FC9C5FC950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83E3F017-50C5-8D49-B2BB-89FC9C5FC9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CE29CA8-0B24-24BA-3AA0-B5D609F1DAE1}"/>
              </a:ext>
            </a:extLst>
          </p:cNvPr>
          <p:cNvGrpSpPr/>
          <p:nvPr/>
        </p:nvGrpSpPr>
        <p:grpSpPr>
          <a:xfrm>
            <a:off x="5118745" y="990280"/>
            <a:ext cx="311304" cy="317131"/>
            <a:chOff x="2968850" y="3499219"/>
            <a:chExt cx="342436" cy="317131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E2C11086-0403-C7E1-BBFF-B05C1F8E9A5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453BB91B-E079-E3E7-5D0E-3AEF81538818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453BB91B-E079-E3E7-5D0E-3AEF815388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A595E12-984B-D566-EAA8-46F9E4D64F17}"/>
              </a:ext>
            </a:extLst>
          </p:cNvPr>
          <p:cNvGrpSpPr/>
          <p:nvPr/>
        </p:nvGrpSpPr>
        <p:grpSpPr>
          <a:xfrm>
            <a:off x="5504293" y="990280"/>
            <a:ext cx="311304" cy="317131"/>
            <a:chOff x="2968850" y="3499219"/>
            <a:chExt cx="342436" cy="317131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342B50B7-25A6-4161-ED24-15B12E29AB5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2B87529B-C303-6CB9-F75B-B75403E2757E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2B87529B-C303-6CB9-F75B-B75403E275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9B024E-0A7C-22CC-F16A-B6CE23B19CFC}"/>
              </a:ext>
            </a:extLst>
          </p:cNvPr>
          <p:cNvGrpSpPr/>
          <p:nvPr/>
        </p:nvGrpSpPr>
        <p:grpSpPr>
          <a:xfrm>
            <a:off x="5901168" y="990280"/>
            <a:ext cx="311304" cy="317131"/>
            <a:chOff x="2968850" y="3499219"/>
            <a:chExt cx="342436" cy="317131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CBD2E383-A50C-A708-E904-4AB1F1DD89B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EBF77C61-348B-C40B-6865-4C0DFE2B13E5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EBF77C61-348B-C40B-6865-4C0DFE2B13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046D5AD6-830F-9D79-1204-003F81152950}"/>
              </a:ext>
            </a:extLst>
          </p:cNvPr>
          <p:cNvGrpSpPr/>
          <p:nvPr/>
        </p:nvGrpSpPr>
        <p:grpSpPr>
          <a:xfrm>
            <a:off x="6256768" y="990280"/>
            <a:ext cx="311304" cy="317131"/>
            <a:chOff x="2968850" y="3499219"/>
            <a:chExt cx="342436" cy="317131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2E618B42-5E32-418F-91E5-9AA049FD8B2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FDA98D91-DA81-F455-5C79-455928A6270E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FDA98D91-DA81-F455-5C79-455928A627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1570FE3-AFE5-1777-DAB7-FD0A70EFF51D}"/>
              </a:ext>
            </a:extLst>
          </p:cNvPr>
          <p:cNvGrpSpPr/>
          <p:nvPr/>
        </p:nvGrpSpPr>
        <p:grpSpPr>
          <a:xfrm>
            <a:off x="6653643" y="990280"/>
            <a:ext cx="311304" cy="317131"/>
            <a:chOff x="2968850" y="3499219"/>
            <a:chExt cx="342436" cy="317131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A52162E0-405D-1214-4723-C9F21B9923E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EDAD04CC-E1E7-90D5-080F-8332C3C1CAB6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EDAD04CC-E1E7-90D5-080F-8332C3C1CA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AA59212-FD2C-5F6B-513C-43F561AEEEE5}"/>
              </a:ext>
            </a:extLst>
          </p:cNvPr>
          <p:cNvGrpSpPr/>
          <p:nvPr/>
        </p:nvGrpSpPr>
        <p:grpSpPr>
          <a:xfrm>
            <a:off x="7050518" y="990278"/>
            <a:ext cx="311304" cy="317131"/>
            <a:chOff x="2968850" y="3499219"/>
            <a:chExt cx="342436" cy="317131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029045A9-79C6-2B46-FAAA-F52A95D88D6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9902B328-DE7C-1E10-A04E-5D10D0D2D60D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9902B328-DE7C-1E10-A04E-5D10D0D2D6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162D9EA1-5574-1E31-0699-65A5C0A91162}"/>
              </a:ext>
            </a:extLst>
          </p:cNvPr>
          <p:cNvGrpSpPr/>
          <p:nvPr/>
        </p:nvGrpSpPr>
        <p:grpSpPr>
          <a:xfrm>
            <a:off x="3973118" y="344362"/>
            <a:ext cx="292527" cy="1608959"/>
            <a:chOff x="5137439" y="1235299"/>
            <a:chExt cx="292527" cy="1608959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64F539CA-C5D8-1652-9B77-E326C175B134}"/>
                </a:ext>
              </a:extLst>
            </p:cNvPr>
            <p:cNvGrpSpPr/>
            <p:nvPr/>
          </p:nvGrpSpPr>
          <p:grpSpPr>
            <a:xfrm>
              <a:off x="5144888" y="1235299"/>
              <a:ext cx="285078" cy="582307"/>
              <a:chOff x="3991660" y="1251256"/>
              <a:chExt cx="285078" cy="582307"/>
            </a:xfrm>
          </p:grpSpPr>
          <p:cxnSp>
            <p:nvCxnSpPr>
              <p:cNvPr id="33" name="直接箭头连接符 32">
                <a:extLst>
                  <a:ext uri="{FF2B5EF4-FFF2-40B4-BE49-F238E27FC236}">
                    <a16:creationId xmlns:a16="http://schemas.microsoft.com/office/drawing/2014/main" id="{ADAEF6A1-C69B-0F68-6C48-8BCF27017FA1}"/>
                  </a:ext>
                </a:extLst>
              </p:cNvPr>
              <p:cNvCxnSpPr/>
              <p:nvPr/>
            </p:nvCxnSpPr>
            <p:spPr>
              <a:xfrm>
                <a:off x="4121150" y="1538288"/>
                <a:ext cx="0" cy="29527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E64C8C97-92F1-6751-B395-D279D9F260B8}"/>
                      </a:ext>
                    </a:extLst>
                  </p:cNvPr>
                  <p:cNvSpPr txBox="1"/>
                  <p:nvPr/>
                </p:nvSpPr>
                <p:spPr>
                  <a:xfrm>
                    <a:off x="3991660" y="1251256"/>
                    <a:ext cx="28507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E64C8C97-92F1-6751-B395-D279D9F260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91660" y="1251256"/>
                    <a:ext cx="285078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217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88A4CF8C-A9EF-C414-350D-B28497E3DD97}"/>
                </a:ext>
              </a:extLst>
            </p:cNvPr>
            <p:cNvGrpSpPr/>
            <p:nvPr/>
          </p:nvGrpSpPr>
          <p:grpSpPr>
            <a:xfrm>
              <a:off x="5137439" y="2289705"/>
              <a:ext cx="279307" cy="554553"/>
              <a:chOff x="3976472" y="1260734"/>
              <a:chExt cx="279307" cy="554553"/>
            </a:xfrm>
          </p:grpSpPr>
          <p:cxnSp>
            <p:nvCxnSpPr>
              <p:cNvPr id="37" name="直接箭头连接符 36">
                <a:extLst>
                  <a:ext uri="{FF2B5EF4-FFF2-40B4-BE49-F238E27FC236}">
                    <a16:creationId xmlns:a16="http://schemas.microsoft.com/office/drawing/2014/main" id="{577CDDFF-2853-EE87-E2E4-3BE79E7BBB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21150" y="1260734"/>
                <a:ext cx="0" cy="27755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F2DBDDEC-7DF9-EC1C-5B21-CF1A67EA2405}"/>
                      </a:ext>
                    </a:extLst>
                  </p:cNvPr>
                  <p:cNvSpPr txBox="1"/>
                  <p:nvPr/>
                </p:nvSpPr>
                <p:spPr>
                  <a:xfrm>
                    <a:off x="3976472" y="1538288"/>
                    <a:ext cx="279307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F2DBDDEC-7DF9-EC1C-5B21-CF1A67EA24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76472" y="1538288"/>
                    <a:ext cx="279307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0F9311C0-552C-0DF3-CD0C-0B53ABAAB165}"/>
              </a:ext>
            </a:extLst>
          </p:cNvPr>
          <p:cNvSpPr/>
          <p:nvPr/>
        </p:nvSpPr>
        <p:spPr>
          <a:xfrm>
            <a:off x="5072266" y="878417"/>
            <a:ext cx="1157084" cy="579967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D6FE7BB1-9B81-2E3D-6A9B-AFC1A4569665}"/>
                  </a:ext>
                </a:extLst>
              </p:cNvPr>
              <p:cNvSpPr txBox="1"/>
              <p:nvPr/>
            </p:nvSpPr>
            <p:spPr>
              <a:xfrm>
                <a:off x="5424756" y="642906"/>
                <a:ext cx="47641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800" b="1" dirty="0"/>
                  <a:t>“</a:t>
                </a:r>
                <a:r>
                  <a:rPr lang="zh-CN" altLang="en-US" sz="800" b="1" dirty="0"/>
                  <a:t>零</a:t>
                </a:r>
                <a:r>
                  <a:rPr lang="en-US" altLang="zh-CN" sz="800" b="1" dirty="0"/>
                  <a:t>”</a:t>
                </a:r>
                <a14:m>
                  <m:oMath xmlns:m="http://schemas.openxmlformats.org/officeDocument/2006/math">
                    <m:r>
                      <a:rPr lang="zh-CN" altLang="en-US" sz="800" b="1" i="1" dirty="0">
                        <a:latin typeface="Cambria Math" panose="02040503050406030204" pitchFamily="18" charset="0"/>
                      </a:rPr>
                      <m:t>区</m:t>
                    </m:r>
                  </m:oMath>
                </a14:m>
                <a:endParaRPr lang="zh-CN" altLang="en-US" sz="800" b="1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D6FE7BB1-9B81-2E3D-6A9B-AFC1A4569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756" y="642906"/>
                <a:ext cx="476412" cy="215444"/>
              </a:xfrm>
              <a:prstGeom prst="rect">
                <a:avLst/>
              </a:prstGeom>
              <a:blipFill>
                <a:blip r:embed="rId11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组合 52">
            <a:extLst>
              <a:ext uri="{FF2B5EF4-FFF2-40B4-BE49-F238E27FC236}">
                <a16:creationId xmlns:a16="http://schemas.microsoft.com/office/drawing/2014/main" id="{CFB772BE-DB9E-EC52-F60D-D1199053A30C}"/>
              </a:ext>
            </a:extLst>
          </p:cNvPr>
          <p:cNvGrpSpPr/>
          <p:nvPr/>
        </p:nvGrpSpPr>
        <p:grpSpPr>
          <a:xfrm>
            <a:off x="3980567" y="2180139"/>
            <a:ext cx="311303" cy="317131"/>
            <a:chOff x="2968850" y="3499219"/>
            <a:chExt cx="342435" cy="317131"/>
          </a:xfrm>
        </p:grpSpPr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CFACFCBB-0298-CF80-8CBD-59C5AA729C9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3422AC8E-023E-5449-BECF-B6C71BF79C3E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3422AC8E-023E-5449-BECF-B6C71BF79C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5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8705648F-33DF-63A3-0658-D38CF1341064}"/>
              </a:ext>
            </a:extLst>
          </p:cNvPr>
          <p:cNvGrpSpPr/>
          <p:nvPr/>
        </p:nvGrpSpPr>
        <p:grpSpPr>
          <a:xfrm>
            <a:off x="4377443" y="2180139"/>
            <a:ext cx="311304" cy="317131"/>
            <a:chOff x="2968850" y="3499219"/>
            <a:chExt cx="342436" cy="317131"/>
          </a:xfrm>
        </p:grpSpPr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37748DDC-1417-4F44-8653-09F408639D0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C5489A2-6A05-0361-3D80-A6F0A7F57B25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C5489A2-6A05-0361-3D80-A6F0A7F57B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E53E8B7B-B4BE-1E66-8D41-7C2A7CBDC194}"/>
              </a:ext>
            </a:extLst>
          </p:cNvPr>
          <p:cNvGrpSpPr/>
          <p:nvPr/>
        </p:nvGrpSpPr>
        <p:grpSpPr>
          <a:xfrm>
            <a:off x="4733043" y="2180139"/>
            <a:ext cx="311304" cy="317131"/>
            <a:chOff x="2968850" y="3499219"/>
            <a:chExt cx="342436" cy="317131"/>
          </a:xfrm>
        </p:grpSpPr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72778EB6-025F-D732-CAFE-4DAC0D6AD1A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62502BD9-0896-88D9-2593-1FA141BE2466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62502BD9-0896-88D9-2593-1FA141BE24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9D0E71FC-DC23-77C3-DFB6-A583D1104934}"/>
              </a:ext>
            </a:extLst>
          </p:cNvPr>
          <p:cNvGrpSpPr/>
          <p:nvPr/>
        </p:nvGrpSpPr>
        <p:grpSpPr>
          <a:xfrm>
            <a:off x="5129918" y="2180139"/>
            <a:ext cx="311304" cy="317131"/>
            <a:chOff x="2968850" y="3499219"/>
            <a:chExt cx="342436" cy="317131"/>
          </a:xfrm>
        </p:grpSpPr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DADBF12C-19A9-40EF-21A9-3180039CA40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29EB528D-6AB4-B1B3-976E-EBE01B91BCE9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29EB528D-6AB4-B1B3-976E-EBE01B91BC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7EC26C8D-D5E3-0572-E07E-D16B0A485FEB}"/>
              </a:ext>
            </a:extLst>
          </p:cNvPr>
          <p:cNvGrpSpPr/>
          <p:nvPr/>
        </p:nvGrpSpPr>
        <p:grpSpPr>
          <a:xfrm>
            <a:off x="5515466" y="2180139"/>
            <a:ext cx="311304" cy="317131"/>
            <a:chOff x="2968850" y="3499219"/>
            <a:chExt cx="342436" cy="317131"/>
          </a:xfrm>
        </p:grpSpPr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808AC887-40D2-5E8F-397C-53C229125DF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63190865-5C80-197F-37DC-E4170BD78C8E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63190865-5C80-197F-37DC-E4170BD78C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08ECE9F6-1A2F-A337-ED10-0BC39763DE78}"/>
              </a:ext>
            </a:extLst>
          </p:cNvPr>
          <p:cNvGrpSpPr/>
          <p:nvPr/>
        </p:nvGrpSpPr>
        <p:grpSpPr>
          <a:xfrm>
            <a:off x="5912341" y="2180139"/>
            <a:ext cx="311304" cy="317131"/>
            <a:chOff x="2968850" y="3499219"/>
            <a:chExt cx="342436" cy="317131"/>
          </a:xfrm>
        </p:grpSpPr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68C0883D-EC30-8A74-CB87-615B397C3FA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65C04C46-28F5-0B09-1E5A-7DE2F32FBBE3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65C04C46-28F5-0B09-1E5A-7DE2F32FBB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5A7BA942-9E34-B306-FACF-DE34CDF2C914}"/>
              </a:ext>
            </a:extLst>
          </p:cNvPr>
          <p:cNvGrpSpPr/>
          <p:nvPr/>
        </p:nvGrpSpPr>
        <p:grpSpPr>
          <a:xfrm>
            <a:off x="6267941" y="2180139"/>
            <a:ext cx="311304" cy="317131"/>
            <a:chOff x="2968850" y="3499219"/>
            <a:chExt cx="342436" cy="317131"/>
          </a:xfrm>
        </p:grpSpPr>
        <p:sp>
          <p:nvSpPr>
            <p:cNvPr id="72" name="矩形: 圆角 71">
              <a:extLst>
                <a:ext uri="{FF2B5EF4-FFF2-40B4-BE49-F238E27FC236}">
                  <a16:creationId xmlns:a16="http://schemas.microsoft.com/office/drawing/2014/main" id="{B3AC283A-8557-91D8-7452-3818AFD3021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8845DCA2-F9C4-7F40-4FA7-BA098141968C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8845DCA2-F9C4-7F40-4FA7-BA09814196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F63233AC-F54B-253B-7FD9-934BD752630F}"/>
              </a:ext>
            </a:extLst>
          </p:cNvPr>
          <p:cNvGrpSpPr/>
          <p:nvPr/>
        </p:nvGrpSpPr>
        <p:grpSpPr>
          <a:xfrm>
            <a:off x="6664816" y="2180139"/>
            <a:ext cx="311304" cy="317131"/>
            <a:chOff x="2968850" y="3499219"/>
            <a:chExt cx="342436" cy="317131"/>
          </a:xfrm>
        </p:grpSpPr>
        <p:sp>
          <p:nvSpPr>
            <p:cNvPr id="75" name="矩形: 圆角 74">
              <a:extLst>
                <a:ext uri="{FF2B5EF4-FFF2-40B4-BE49-F238E27FC236}">
                  <a16:creationId xmlns:a16="http://schemas.microsoft.com/office/drawing/2014/main" id="{989AC98B-A0EB-BD41-708D-80A96CECD47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FE1F0160-3497-5A7C-1CF9-6F360F6E8F08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FE1F0160-3497-5A7C-1CF9-6F360F6E8F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A954BF1E-76DA-3A37-2AC1-43883C2D16ED}"/>
              </a:ext>
            </a:extLst>
          </p:cNvPr>
          <p:cNvGrpSpPr/>
          <p:nvPr/>
        </p:nvGrpSpPr>
        <p:grpSpPr>
          <a:xfrm>
            <a:off x="7061691" y="2180137"/>
            <a:ext cx="311304" cy="317131"/>
            <a:chOff x="2968850" y="3499219"/>
            <a:chExt cx="342436" cy="317131"/>
          </a:xfrm>
        </p:grpSpPr>
        <p:sp>
          <p:nvSpPr>
            <p:cNvPr id="78" name="矩形: 圆角 77">
              <a:extLst>
                <a:ext uri="{FF2B5EF4-FFF2-40B4-BE49-F238E27FC236}">
                  <a16:creationId xmlns:a16="http://schemas.microsoft.com/office/drawing/2014/main" id="{4C3D55FB-4DF2-E331-C526-AC58B68822F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05FD1E22-9B93-5C16-2194-C405105D2F99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05FD1E22-9B93-5C16-2194-C405105D2F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0" name="文本框 89">
            <a:extLst>
              <a:ext uri="{FF2B5EF4-FFF2-40B4-BE49-F238E27FC236}">
                <a16:creationId xmlns:a16="http://schemas.microsoft.com/office/drawing/2014/main" id="{88EFB81F-F2CD-8494-67B0-67AF01F66924}"/>
              </a:ext>
            </a:extLst>
          </p:cNvPr>
          <p:cNvSpPr txBox="1"/>
          <p:nvPr/>
        </p:nvSpPr>
        <p:spPr>
          <a:xfrm>
            <a:off x="6096000" y="1569941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目标</a:t>
            </a: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CA4AA5E7-3EB0-6312-0DC6-F2AE01E61688}"/>
              </a:ext>
            </a:extLst>
          </p:cNvPr>
          <p:cNvSpPr/>
          <p:nvPr/>
        </p:nvSpPr>
        <p:spPr>
          <a:xfrm>
            <a:off x="6236261" y="2067984"/>
            <a:ext cx="1165721" cy="507999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cxnSp>
        <p:nvCxnSpPr>
          <p:cNvPr id="95" name="连接符: 曲线 94">
            <a:extLst>
              <a:ext uri="{FF2B5EF4-FFF2-40B4-BE49-F238E27FC236}">
                <a16:creationId xmlns:a16="http://schemas.microsoft.com/office/drawing/2014/main" id="{671365A4-BA4C-504E-3FD4-7DFABD998CF8}"/>
              </a:ext>
            </a:extLst>
          </p:cNvPr>
          <p:cNvCxnSpPr>
            <a:stCxn id="51" idx="2"/>
            <a:endCxn id="93" idx="0"/>
          </p:cNvCxnSpPr>
          <p:nvPr/>
        </p:nvCxnSpPr>
        <p:spPr>
          <a:xfrm rot="16200000" flipH="1">
            <a:off x="5930165" y="1179027"/>
            <a:ext cx="609600" cy="1168314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908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FD65A-B1EA-DEFF-CC74-196EB7EE8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BEA0664C-F08E-EF14-168B-184047179070}"/>
              </a:ext>
            </a:extLst>
          </p:cNvPr>
          <p:cNvGrpSpPr/>
          <p:nvPr/>
        </p:nvGrpSpPr>
        <p:grpSpPr>
          <a:xfrm>
            <a:off x="3984211" y="1887746"/>
            <a:ext cx="311303" cy="317131"/>
            <a:chOff x="2968850" y="3499219"/>
            <a:chExt cx="342435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95321766-3FB4-7CBD-27BD-167765BE004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D2FBCFE0-EC5D-A58F-A7A4-4BE8D5FC8474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D2FBCFE0-EC5D-A58F-A7A4-4BE8D5FC84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5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A177E355-26FE-A8E9-ABF1-6358F319B83B}"/>
              </a:ext>
            </a:extLst>
          </p:cNvPr>
          <p:cNvGrpSpPr/>
          <p:nvPr/>
        </p:nvGrpSpPr>
        <p:grpSpPr>
          <a:xfrm>
            <a:off x="4381087" y="1887746"/>
            <a:ext cx="311304" cy="317131"/>
            <a:chOff x="2968850" y="3499219"/>
            <a:chExt cx="342436" cy="31713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AC91A37-CAE1-15A8-B900-F1F6C8919D9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25C980EA-D36D-9EE4-AFB0-3CBEE980082A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25C980EA-D36D-9EE4-AFB0-3CBEE98008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6AF6AA0-48C0-B60B-7B63-F5B0225B1EFB}"/>
              </a:ext>
            </a:extLst>
          </p:cNvPr>
          <p:cNvGrpSpPr/>
          <p:nvPr/>
        </p:nvGrpSpPr>
        <p:grpSpPr>
          <a:xfrm>
            <a:off x="4736687" y="1887746"/>
            <a:ext cx="311304" cy="317131"/>
            <a:chOff x="2968850" y="3499219"/>
            <a:chExt cx="342436" cy="317131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51AE169C-0836-BD7B-3CC3-35D40BD1E9D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9D1A77E3-8865-12FD-9661-756F89B73981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9D1A77E3-8865-12FD-9661-756F89B739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4F75F47-72DD-01A5-04FF-FFDFC3FCBAE2}"/>
              </a:ext>
            </a:extLst>
          </p:cNvPr>
          <p:cNvGrpSpPr/>
          <p:nvPr/>
        </p:nvGrpSpPr>
        <p:grpSpPr>
          <a:xfrm>
            <a:off x="5133562" y="1887746"/>
            <a:ext cx="311304" cy="317131"/>
            <a:chOff x="2968850" y="3499219"/>
            <a:chExt cx="342436" cy="317131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32D533A4-891D-680E-AB19-5E5F39AA581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87DF7AF0-538B-C80F-3767-07AC80DA3762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87DF7AF0-538B-C80F-3767-07AC80DA37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675B2E5-CA8F-F9A3-0FF3-857967BD1996}"/>
              </a:ext>
            </a:extLst>
          </p:cNvPr>
          <p:cNvGrpSpPr/>
          <p:nvPr/>
        </p:nvGrpSpPr>
        <p:grpSpPr>
          <a:xfrm>
            <a:off x="5519110" y="1887746"/>
            <a:ext cx="311304" cy="317131"/>
            <a:chOff x="2968850" y="3499219"/>
            <a:chExt cx="342436" cy="317131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E0F45126-7C4D-D135-1A97-8AB2F4E4EAF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AFB5BC96-051D-F251-4B74-1348BA49E657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AFB5BC96-051D-F251-4B74-1348BA49E6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12499D2-B9D3-8E8C-5655-60461F07A893}"/>
              </a:ext>
            </a:extLst>
          </p:cNvPr>
          <p:cNvGrpSpPr/>
          <p:nvPr/>
        </p:nvGrpSpPr>
        <p:grpSpPr>
          <a:xfrm>
            <a:off x="5915985" y="1887746"/>
            <a:ext cx="311304" cy="317131"/>
            <a:chOff x="2968850" y="3499219"/>
            <a:chExt cx="342436" cy="317131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2B36F0B4-B527-1E0C-B850-83DEBEEE740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5CBF2A6E-4B5B-17B7-9E72-073BB0460B7C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5CBF2A6E-4B5B-17B7-9E72-073BB0460B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A1A18A3-D1AA-A62E-B9AB-5BF2F56BB618}"/>
              </a:ext>
            </a:extLst>
          </p:cNvPr>
          <p:cNvGrpSpPr/>
          <p:nvPr/>
        </p:nvGrpSpPr>
        <p:grpSpPr>
          <a:xfrm>
            <a:off x="6271585" y="1887746"/>
            <a:ext cx="311304" cy="317131"/>
            <a:chOff x="2968850" y="3499219"/>
            <a:chExt cx="342436" cy="317131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94930B81-D9F1-5D76-7CCD-999BFACED8E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1A6C2587-8049-FE9C-F882-287C461D2350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1A6C2587-8049-FE9C-F882-287C461D23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7376ED2-B462-EF3C-11EF-0E49F9229B24}"/>
              </a:ext>
            </a:extLst>
          </p:cNvPr>
          <p:cNvGrpSpPr/>
          <p:nvPr/>
        </p:nvGrpSpPr>
        <p:grpSpPr>
          <a:xfrm>
            <a:off x="6668460" y="1887746"/>
            <a:ext cx="311304" cy="317131"/>
            <a:chOff x="2968850" y="3499219"/>
            <a:chExt cx="342436" cy="317131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A758C7E7-1A17-5402-E950-A2FC9DBAA00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4768DC0F-0358-2367-8669-2740D0572F27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4768DC0F-0358-2367-8669-2740D0572F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95151570-3139-05E6-3DE1-3FE054AF7550}"/>
              </a:ext>
            </a:extLst>
          </p:cNvPr>
          <p:cNvGrpSpPr/>
          <p:nvPr/>
        </p:nvGrpSpPr>
        <p:grpSpPr>
          <a:xfrm>
            <a:off x="7065335" y="1887744"/>
            <a:ext cx="311304" cy="317131"/>
            <a:chOff x="2968850" y="3499219"/>
            <a:chExt cx="342436" cy="317131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3D455E7C-C17B-39BE-2B12-3FE29B6FEB5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28146F2D-FEE6-10B5-9C87-9D79682553D8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28146F2D-FEE6-10B5-9C87-9D79682553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A00EFFE-65DB-9292-8300-2C43063AA3E8}"/>
              </a:ext>
            </a:extLst>
          </p:cNvPr>
          <p:cNvGrpSpPr/>
          <p:nvPr/>
        </p:nvGrpSpPr>
        <p:grpSpPr>
          <a:xfrm>
            <a:off x="5144888" y="1235299"/>
            <a:ext cx="285078" cy="582307"/>
            <a:chOff x="3991660" y="1251256"/>
            <a:chExt cx="285078" cy="582307"/>
          </a:xfrm>
        </p:grpSpPr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ABF74BF2-C0F7-D337-3BC9-8BD616C5CC8E}"/>
                </a:ext>
              </a:extLst>
            </p:cNvPr>
            <p:cNvCxnSpPr/>
            <p:nvPr/>
          </p:nvCxnSpPr>
          <p:spPr>
            <a:xfrm>
              <a:off x="4121150" y="1538288"/>
              <a:ext cx="0" cy="2952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6CE767E-8F9C-5517-CB5B-7BC1CDB240FE}"/>
                    </a:ext>
                  </a:extLst>
                </p:cNvPr>
                <p:cNvSpPr txBox="1"/>
                <p:nvPr/>
              </p:nvSpPr>
              <p:spPr>
                <a:xfrm>
                  <a:off x="3991660" y="1251256"/>
                  <a:ext cx="28507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6CE767E-8F9C-5517-CB5B-7BC1CDB240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1660" y="1251256"/>
                  <a:ext cx="285078" cy="276999"/>
                </a:xfrm>
                <a:prstGeom prst="rect">
                  <a:avLst/>
                </a:prstGeom>
                <a:blipFill>
                  <a:blip r:embed="rId10"/>
                  <a:stretch>
                    <a:fillRect b="-22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56F6B582-F96B-044F-7528-A28EDE2CA0D3}"/>
              </a:ext>
            </a:extLst>
          </p:cNvPr>
          <p:cNvGrpSpPr/>
          <p:nvPr/>
        </p:nvGrpSpPr>
        <p:grpSpPr>
          <a:xfrm>
            <a:off x="5137439" y="2289705"/>
            <a:ext cx="279307" cy="554553"/>
            <a:chOff x="3976472" y="1260734"/>
            <a:chExt cx="279307" cy="554553"/>
          </a:xfrm>
        </p:grpSpPr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CE487CB9-479D-B597-AF2A-2FAC455F04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1150" y="1260734"/>
              <a:ext cx="0" cy="2775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D1BD4654-BA0E-03CE-F449-697E79C9B47D}"/>
                    </a:ext>
                  </a:extLst>
                </p:cNvPr>
                <p:cNvSpPr txBox="1"/>
                <p:nvPr/>
              </p:nvSpPr>
              <p:spPr>
                <a:xfrm>
                  <a:off x="3976472" y="1538288"/>
                  <a:ext cx="27930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D1BD4654-BA0E-03CE-F449-697E79C9B4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6472" y="1538288"/>
                  <a:ext cx="279307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5A46750-0FAA-7555-7EF0-1173BFEFB019}"/>
              </a:ext>
            </a:extLst>
          </p:cNvPr>
          <p:cNvSpPr/>
          <p:nvPr/>
        </p:nvSpPr>
        <p:spPr>
          <a:xfrm>
            <a:off x="3904763" y="1512298"/>
            <a:ext cx="1184503" cy="1226669"/>
          </a:xfrm>
          <a:prstGeom prst="roundRect">
            <a:avLst/>
          </a:prstGeom>
          <a:noFill/>
          <a:ln>
            <a:solidFill>
              <a:schemeClr val="accent6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636CFB31-FA32-ECBC-5C38-C96704547A9F}"/>
              </a:ext>
            </a:extLst>
          </p:cNvPr>
          <p:cNvCxnSpPr>
            <a:cxnSpLocks/>
          </p:cNvCxnSpPr>
          <p:nvPr/>
        </p:nvCxnSpPr>
        <p:spPr>
          <a:xfrm rot="16200000" flipH="1">
            <a:off x="4143547" y="1801150"/>
            <a:ext cx="18356" cy="162131"/>
          </a:xfrm>
          <a:prstGeom prst="curvedConnector4">
            <a:avLst>
              <a:gd name="adj1" fmla="val -1245369"/>
              <a:gd name="adj2" fmla="val 980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连接符: 曲线 40">
            <a:extLst>
              <a:ext uri="{FF2B5EF4-FFF2-40B4-BE49-F238E27FC236}">
                <a16:creationId xmlns:a16="http://schemas.microsoft.com/office/drawing/2014/main" id="{6C94750B-B59E-2067-200D-77D55BB5076D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27835" y="1798358"/>
            <a:ext cx="18356" cy="162131"/>
          </a:xfrm>
          <a:prstGeom prst="curvedConnector4">
            <a:avLst>
              <a:gd name="adj1" fmla="val -1245369"/>
              <a:gd name="adj2" fmla="val 980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接符: 曲线 44">
            <a:extLst>
              <a:ext uri="{FF2B5EF4-FFF2-40B4-BE49-F238E27FC236}">
                <a16:creationId xmlns:a16="http://schemas.microsoft.com/office/drawing/2014/main" id="{D1CC3E67-0499-6365-4C99-9BFD284CE216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94041" y="1802963"/>
            <a:ext cx="18356" cy="162131"/>
          </a:xfrm>
          <a:prstGeom prst="curvedConnector4">
            <a:avLst>
              <a:gd name="adj1" fmla="val -1245369"/>
              <a:gd name="adj2" fmla="val 980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图形 46" descr="复选标记 纯色填充">
            <a:extLst>
              <a:ext uri="{FF2B5EF4-FFF2-40B4-BE49-F238E27FC236}">
                <a16:creationId xmlns:a16="http://schemas.microsoft.com/office/drawing/2014/main" id="{73150090-9F9D-6AA8-7357-4226A75DAC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21086" y="2252133"/>
            <a:ext cx="212705" cy="212705"/>
          </a:xfrm>
          <a:prstGeom prst="rect">
            <a:avLst/>
          </a:prstGeom>
        </p:spPr>
      </p:pic>
      <p:pic>
        <p:nvPicPr>
          <p:cNvPr id="48" name="图形 47" descr="复选标记 纯色填充">
            <a:extLst>
              <a:ext uri="{FF2B5EF4-FFF2-40B4-BE49-F238E27FC236}">
                <a16:creationId xmlns:a16="http://schemas.microsoft.com/office/drawing/2014/main" id="{9E2ECECD-473C-3511-4A3C-74AD5FA5D3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24722" y="2246549"/>
            <a:ext cx="212705" cy="212705"/>
          </a:xfrm>
          <a:prstGeom prst="rect">
            <a:avLst/>
          </a:prstGeom>
        </p:spPr>
      </p:pic>
      <p:pic>
        <p:nvPicPr>
          <p:cNvPr id="49" name="图形 48" descr="复选标记 纯色填充">
            <a:extLst>
              <a:ext uri="{FF2B5EF4-FFF2-40B4-BE49-F238E27FC236}">
                <a16:creationId xmlns:a16="http://schemas.microsoft.com/office/drawing/2014/main" id="{CA3D0A6E-139B-7453-9085-C03E56CF8C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80322" y="2246549"/>
            <a:ext cx="212705" cy="21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477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92338-5BEC-0DB0-BB13-6B8AB695A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2F89039-CEE9-8B27-68A5-78916894E2D4}"/>
              </a:ext>
            </a:extLst>
          </p:cNvPr>
          <p:cNvGrpSpPr/>
          <p:nvPr/>
        </p:nvGrpSpPr>
        <p:grpSpPr>
          <a:xfrm>
            <a:off x="3984211" y="1887746"/>
            <a:ext cx="311303" cy="317131"/>
            <a:chOff x="2968850" y="3499219"/>
            <a:chExt cx="342435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A45D80C-1E74-8865-C513-42C1EADF2C1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C4AB2A63-C0EB-1859-9E29-E03415FA82D5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C4AB2A63-C0EB-1859-9E29-E03415FA82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5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6D208E1B-378E-23C0-12C7-B7A7722CF6AD}"/>
              </a:ext>
            </a:extLst>
          </p:cNvPr>
          <p:cNvGrpSpPr/>
          <p:nvPr/>
        </p:nvGrpSpPr>
        <p:grpSpPr>
          <a:xfrm>
            <a:off x="4381087" y="1887746"/>
            <a:ext cx="311304" cy="317131"/>
            <a:chOff x="2968850" y="3499219"/>
            <a:chExt cx="342436" cy="31713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B03197A7-94A9-0541-AD10-E27967953BA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FDFC463D-A7B8-EFB7-13CF-9419C4071295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FDFC463D-A7B8-EFB7-13CF-9419C40712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D97DA17-00E8-34CC-3EE0-D9CD1A210826}"/>
              </a:ext>
            </a:extLst>
          </p:cNvPr>
          <p:cNvGrpSpPr/>
          <p:nvPr/>
        </p:nvGrpSpPr>
        <p:grpSpPr>
          <a:xfrm>
            <a:off x="4736687" y="1887746"/>
            <a:ext cx="311304" cy="317131"/>
            <a:chOff x="2968850" y="3499219"/>
            <a:chExt cx="342436" cy="317131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793907E3-6BCF-5627-DCE1-81DB32A77CA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69402232-21BB-E505-6165-F2F7AEB6DBA0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69402232-21BB-E505-6165-F2F7AEB6DB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D844C1A-D81A-AF38-0EAD-4F21A821B29A}"/>
              </a:ext>
            </a:extLst>
          </p:cNvPr>
          <p:cNvGrpSpPr/>
          <p:nvPr/>
        </p:nvGrpSpPr>
        <p:grpSpPr>
          <a:xfrm>
            <a:off x="5133562" y="1887746"/>
            <a:ext cx="311304" cy="317131"/>
            <a:chOff x="2968850" y="3499219"/>
            <a:chExt cx="342436" cy="317131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5906373C-0A01-3971-AB71-6A71150CB67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3137A5B-627F-BEC3-CBC0-410328D8AC94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3137A5B-627F-BEC3-CBC0-410328D8AC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D70656D-691B-D03A-047A-8505CD9C854A}"/>
              </a:ext>
            </a:extLst>
          </p:cNvPr>
          <p:cNvGrpSpPr/>
          <p:nvPr/>
        </p:nvGrpSpPr>
        <p:grpSpPr>
          <a:xfrm>
            <a:off x="5519110" y="1887746"/>
            <a:ext cx="311304" cy="317131"/>
            <a:chOff x="2968850" y="3499219"/>
            <a:chExt cx="342436" cy="317131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579E362-6A24-9027-5A20-DF1C34CDE85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BDACF35E-CC65-10FF-7BE5-6264C065A85C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BDACF35E-CC65-10FF-7BE5-6264C065A8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357F630-5905-5C41-C17C-BD3ECD2CD260}"/>
              </a:ext>
            </a:extLst>
          </p:cNvPr>
          <p:cNvGrpSpPr/>
          <p:nvPr/>
        </p:nvGrpSpPr>
        <p:grpSpPr>
          <a:xfrm>
            <a:off x="5915985" y="1887746"/>
            <a:ext cx="311304" cy="317131"/>
            <a:chOff x="2968850" y="3499219"/>
            <a:chExt cx="342436" cy="317131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76F5F232-9F85-2BCD-1D94-D910710526A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121F8AF4-B022-C0EB-4399-16AC666B0072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121F8AF4-B022-C0EB-4399-16AC666B00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0A06E403-F296-D3A8-36A0-E0C19C8834EB}"/>
              </a:ext>
            </a:extLst>
          </p:cNvPr>
          <p:cNvGrpSpPr/>
          <p:nvPr/>
        </p:nvGrpSpPr>
        <p:grpSpPr>
          <a:xfrm>
            <a:off x="6271585" y="1887746"/>
            <a:ext cx="311304" cy="317131"/>
            <a:chOff x="2968850" y="3499219"/>
            <a:chExt cx="342436" cy="317131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FC9B85BD-8059-13EA-69F1-F46F573DB3C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51005C3C-D42E-8B7C-54DC-BE870F00C410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51005C3C-D42E-8B7C-54DC-BE870F00C4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601BA5E3-9120-5A9D-9CE1-96ADB785FF01}"/>
              </a:ext>
            </a:extLst>
          </p:cNvPr>
          <p:cNvGrpSpPr/>
          <p:nvPr/>
        </p:nvGrpSpPr>
        <p:grpSpPr>
          <a:xfrm>
            <a:off x="6668460" y="1887746"/>
            <a:ext cx="311304" cy="317131"/>
            <a:chOff x="2968850" y="3499219"/>
            <a:chExt cx="342436" cy="317131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00B95C40-A089-C829-84C9-721AB2EF452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29A162D4-1A75-5258-F365-D9C1C878B14D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29A162D4-1A75-5258-F365-D9C1C878B1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7F36B9B-6A0F-FEA1-9A15-8BA64428A2DD}"/>
              </a:ext>
            </a:extLst>
          </p:cNvPr>
          <p:cNvGrpSpPr/>
          <p:nvPr/>
        </p:nvGrpSpPr>
        <p:grpSpPr>
          <a:xfrm>
            <a:off x="7065335" y="1887744"/>
            <a:ext cx="311304" cy="317131"/>
            <a:chOff x="2968850" y="3499219"/>
            <a:chExt cx="342436" cy="317131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30F6494C-820B-A95D-3D6E-95135BE79A5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43CF1329-D962-4011-5FC6-40BBAC0B351B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43CF1329-D962-4011-5FC6-40BBAC0B35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342436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F150BAF9-5B6D-80C1-69D9-70B2B97DE9A8}"/>
              </a:ext>
            </a:extLst>
          </p:cNvPr>
          <p:cNvGrpSpPr/>
          <p:nvPr/>
        </p:nvGrpSpPr>
        <p:grpSpPr>
          <a:xfrm>
            <a:off x="6297811" y="1235299"/>
            <a:ext cx="285078" cy="582307"/>
            <a:chOff x="3991660" y="1251256"/>
            <a:chExt cx="285078" cy="582307"/>
          </a:xfrm>
        </p:grpSpPr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BACB0552-2C35-CA0D-BFCE-805EF87FEF48}"/>
                </a:ext>
              </a:extLst>
            </p:cNvPr>
            <p:cNvCxnSpPr/>
            <p:nvPr/>
          </p:nvCxnSpPr>
          <p:spPr>
            <a:xfrm>
              <a:off x="4121150" y="1538288"/>
              <a:ext cx="0" cy="2952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FD06C662-A14B-BCA4-3D85-A1B7F2E949C8}"/>
                    </a:ext>
                  </a:extLst>
                </p:cNvPr>
                <p:cNvSpPr txBox="1"/>
                <p:nvPr/>
              </p:nvSpPr>
              <p:spPr>
                <a:xfrm>
                  <a:off x="3991660" y="1251256"/>
                  <a:ext cx="28507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FD06C662-A14B-BCA4-3D85-A1B7F2E949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1660" y="1251256"/>
                  <a:ext cx="285078" cy="276999"/>
                </a:xfrm>
                <a:prstGeom prst="rect">
                  <a:avLst/>
                </a:prstGeom>
                <a:blipFill>
                  <a:blip r:embed="rId10"/>
                  <a:stretch>
                    <a:fillRect b="-22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6A7312B9-F4F2-BF6E-A2C8-E0EA34FF0032}"/>
              </a:ext>
            </a:extLst>
          </p:cNvPr>
          <p:cNvGrpSpPr/>
          <p:nvPr/>
        </p:nvGrpSpPr>
        <p:grpSpPr>
          <a:xfrm>
            <a:off x="5137439" y="2289705"/>
            <a:ext cx="279307" cy="554553"/>
            <a:chOff x="3976472" y="1260734"/>
            <a:chExt cx="279307" cy="554553"/>
          </a:xfrm>
        </p:grpSpPr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34C8D3FE-8830-EFCB-9D46-9A32056EC5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1150" y="1260734"/>
              <a:ext cx="0" cy="2775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6A2ED744-727A-3331-1F28-BA35312B2238}"/>
                    </a:ext>
                  </a:extLst>
                </p:cNvPr>
                <p:cNvSpPr txBox="1"/>
                <p:nvPr/>
              </p:nvSpPr>
              <p:spPr>
                <a:xfrm>
                  <a:off x="3976472" y="1538288"/>
                  <a:ext cx="27930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6A2ED744-727A-3331-1F28-BA35312B22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6472" y="1538288"/>
                  <a:ext cx="279307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52BDFA0-29E1-CA70-A9A4-8F98F1BD4514}"/>
              </a:ext>
            </a:extLst>
          </p:cNvPr>
          <p:cNvSpPr/>
          <p:nvPr/>
        </p:nvSpPr>
        <p:spPr>
          <a:xfrm>
            <a:off x="3904763" y="1512298"/>
            <a:ext cx="1184503" cy="1226669"/>
          </a:xfrm>
          <a:prstGeom prst="roundRect">
            <a:avLst/>
          </a:prstGeom>
          <a:noFill/>
          <a:ln>
            <a:solidFill>
              <a:schemeClr val="accent6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85ACC40F-3BF0-9CF4-719C-47D815F327CE}"/>
              </a:ext>
            </a:extLst>
          </p:cNvPr>
          <p:cNvCxnSpPr>
            <a:cxnSpLocks/>
          </p:cNvCxnSpPr>
          <p:nvPr/>
        </p:nvCxnSpPr>
        <p:spPr>
          <a:xfrm rot="16200000" flipH="1">
            <a:off x="4143547" y="1801150"/>
            <a:ext cx="18356" cy="162131"/>
          </a:xfrm>
          <a:prstGeom prst="curvedConnector4">
            <a:avLst>
              <a:gd name="adj1" fmla="val -1245369"/>
              <a:gd name="adj2" fmla="val 980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连接符: 曲线 40">
            <a:extLst>
              <a:ext uri="{FF2B5EF4-FFF2-40B4-BE49-F238E27FC236}">
                <a16:creationId xmlns:a16="http://schemas.microsoft.com/office/drawing/2014/main" id="{C475D292-D850-04B6-8A85-1034CE5AF6E2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27835" y="1798358"/>
            <a:ext cx="18356" cy="162131"/>
          </a:xfrm>
          <a:prstGeom prst="curvedConnector4">
            <a:avLst>
              <a:gd name="adj1" fmla="val -1245369"/>
              <a:gd name="adj2" fmla="val 980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接符: 曲线 44">
            <a:extLst>
              <a:ext uri="{FF2B5EF4-FFF2-40B4-BE49-F238E27FC236}">
                <a16:creationId xmlns:a16="http://schemas.microsoft.com/office/drawing/2014/main" id="{0F2BCC8C-ABDF-E13D-52BD-D2F2EDD5D61A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94041" y="1802963"/>
            <a:ext cx="18356" cy="162131"/>
          </a:xfrm>
          <a:prstGeom prst="curvedConnector4">
            <a:avLst>
              <a:gd name="adj1" fmla="val -1245369"/>
              <a:gd name="adj2" fmla="val 980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图形 46" descr="复选标记 纯色填充">
            <a:extLst>
              <a:ext uri="{FF2B5EF4-FFF2-40B4-BE49-F238E27FC236}">
                <a16:creationId xmlns:a16="http://schemas.microsoft.com/office/drawing/2014/main" id="{0E4B299C-E513-B8DA-4CF9-DBAA4B9167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21086" y="2252133"/>
            <a:ext cx="212705" cy="212705"/>
          </a:xfrm>
          <a:prstGeom prst="rect">
            <a:avLst/>
          </a:prstGeom>
        </p:spPr>
      </p:pic>
      <p:pic>
        <p:nvPicPr>
          <p:cNvPr id="48" name="图形 47" descr="复选标记 纯色填充">
            <a:extLst>
              <a:ext uri="{FF2B5EF4-FFF2-40B4-BE49-F238E27FC236}">
                <a16:creationId xmlns:a16="http://schemas.microsoft.com/office/drawing/2014/main" id="{9D36E00B-E6B6-294C-1BE7-83FC7DA1ED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24722" y="2246549"/>
            <a:ext cx="212705" cy="212705"/>
          </a:xfrm>
          <a:prstGeom prst="rect">
            <a:avLst/>
          </a:prstGeom>
        </p:spPr>
      </p:pic>
      <p:pic>
        <p:nvPicPr>
          <p:cNvPr id="49" name="图形 48" descr="复选标记 纯色填充">
            <a:extLst>
              <a:ext uri="{FF2B5EF4-FFF2-40B4-BE49-F238E27FC236}">
                <a16:creationId xmlns:a16="http://schemas.microsoft.com/office/drawing/2014/main" id="{E0246980-A082-7229-98C7-2E928CD1CD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80322" y="2246549"/>
            <a:ext cx="212705" cy="212705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FA74162B-F2C3-ED34-B1C6-805DF843D63A}"/>
              </a:ext>
            </a:extLst>
          </p:cNvPr>
          <p:cNvGrpSpPr/>
          <p:nvPr/>
        </p:nvGrpSpPr>
        <p:grpSpPr>
          <a:xfrm>
            <a:off x="5142166" y="1241038"/>
            <a:ext cx="285078" cy="582307"/>
            <a:chOff x="3991660" y="1251256"/>
            <a:chExt cx="285078" cy="582307"/>
          </a:xfrm>
        </p:grpSpPr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710D1EA1-B027-DF3D-C7E3-8B4BB0F30263}"/>
                </a:ext>
              </a:extLst>
            </p:cNvPr>
            <p:cNvCxnSpPr/>
            <p:nvPr/>
          </p:nvCxnSpPr>
          <p:spPr>
            <a:xfrm>
              <a:off x="4121150" y="1538288"/>
              <a:ext cx="0" cy="295275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04012097-1F17-92BF-A035-ACF67A2F80F0}"/>
                    </a:ext>
                  </a:extLst>
                </p:cNvPr>
                <p:cNvSpPr txBox="1"/>
                <p:nvPr/>
              </p:nvSpPr>
              <p:spPr>
                <a:xfrm>
                  <a:off x="3991660" y="1251256"/>
                  <a:ext cx="28507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04012097-1F17-92BF-A035-ACF67A2F8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1660" y="1251256"/>
                  <a:ext cx="285078" cy="276999"/>
                </a:xfrm>
                <a:prstGeom prst="rect">
                  <a:avLst/>
                </a:prstGeom>
                <a:blipFill>
                  <a:blip r:embed="rId13"/>
                  <a:stretch>
                    <a:fillRect b="-22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4" name="连接符: 曲线 43">
            <a:extLst>
              <a:ext uri="{FF2B5EF4-FFF2-40B4-BE49-F238E27FC236}">
                <a16:creationId xmlns:a16="http://schemas.microsoft.com/office/drawing/2014/main" id="{34284A78-9CD1-3522-4D08-9CB2C71902D7}"/>
              </a:ext>
            </a:extLst>
          </p:cNvPr>
          <p:cNvCxnSpPr>
            <a:stCxn id="39" idx="0"/>
            <a:endCxn id="34" idx="0"/>
          </p:cNvCxnSpPr>
          <p:nvPr/>
        </p:nvCxnSpPr>
        <p:spPr>
          <a:xfrm rot="5400000" flipH="1" flipV="1">
            <a:off x="5859658" y="660347"/>
            <a:ext cx="5739" cy="1155645"/>
          </a:xfrm>
          <a:prstGeom prst="curvedConnector3">
            <a:avLst>
              <a:gd name="adj1" fmla="val 408327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AF7194E5-6233-DA24-AAC0-00D479CCA784}"/>
                  </a:ext>
                </a:extLst>
              </p:cNvPr>
              <p:cNvSpPr txBox="1"/>
              <p:nvPr/>
            </p:nvSpPr>
            <p:spPr>
              <a:xfrm>
                <a:off x="5282117" y="773356"/>
                <a:ext cx="109517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800" b="1" i="1" dirty="0" smtClean="0">
                          <a:latin typeface="Cambria Math" panose="02040503050406030204" pitchFamily="18" charset="0"/>
                        </a:rPr>
                        <m:t>向后找第一个非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zh-CN" altLang="en-US" sz="800" b="1" i="1" dirty="0">
                          <a:latin typeface="Cambria Math" panose="02040503050406030204" pitchFamily="18" charset="0"/>
                        </a:rPr>
                        <m:t>数</m:t>
                      </m:r>
                    </m:oMath>
                  </m:oMathPara>
                </a14:m>
                <a:endParaRPr lang="zh-CN" altLang="en-US" sz="800" b="1" dirty="0"/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AF7194E5-6233-DA24-AAC0-00D479CCA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117" y="773356"/>
                <a:ext cx="1095172" cy="21544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连接符: 曲线 49">
            <a:extLst>
              <a:ext uri="{FF2B5EF4-FFF2-40B4-BE49-F238E27FC236}">
                <a16:creationId xmlns:a16="http://schemas.microsoft.com/office/drawing/2014/main" id="{95A40362-75A6-80A3-B27D-284A7AA451AB}"/>
              </a:ext>
            </a:extLst>
          </p:cNvPr>
          <p:cNvCxnSpPr>
            <a:cxnSpLocks/>
            <a:stCxn id="14" idx="2"/>
            <a:endCxn id="24" idx="2"/>
          </p:cNvCxnSpPr>
          <p:nvPr/>
        </p:nvCxnSpPr>
        <p:spPr>
          <a:xfrm rot="5400000" flipH="1" flipV="1">
            <a:off x="5845359" y="1623000"/>
            <a:ext cx="20067" cy="1143687"/>
          </a:xfrm>
          <a:prstGeom prst="curvedConnector3">
            <a:avLst>
              <a:gd name="adj1" fmla="val -1139184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连接符: 曲线 53">
            <a:extLst>
              <a:ext uri="{FF2B5EF4-FFF2-40B4-BE49-F238E27FC236}">
                <a16:creationId xmlns:a16="http://schemas.microsoft.com/office/drawing/2014/main" id="{B42DDFBA-223D-CCB6-2988-DBB49F383E6D}"/>
              </a:ext>
            </a:extLst>
          </p:cNvPr>
          <p:cNvCxnSpPr>
            <a:cxnSpLocks/>
            <a:stCxn id="23" idx="0"/>
            <a:endCxn id="14" idx="0"/>
          </p:cNvCxnSpPr>
          <p:nvPr/>
        </p:nvCxnSpPr>
        <p:spPr>
          <a:xfrm rot="16200000" flipV="1">
            <a:off x="5852562" y="1318734"/>
            <a:ext cx="12700" cy="1138023"/>
          </a:xfrm>
          <a:prstGeom prst="curvedConnector3">
            <a:avLst>
              <a:gd name="adj1" fmla="val 180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7FFF280E-2F15-B0FE-6EDC-F1C088EC5522}"/>
                  </a:ext>
                </a:extLst>
              </p:cNvPr>
              <p:cNvSpPr txBox="1"/>
              <p:nvPr/>
            </p:nvSpPr>
            <p:spPr>
              <a:xfrm>
                <a:off x="5603738" y="2218592"/>
                <a:ext cx="41870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800" b="1" i="1" dirty="0">
                          <a:latin typeface="Cambria Math" panose="02040503050406030204" pitchFamily="18" charset="0"/>
                        </a:rPr>
                        <m:t>交换</m:t>
                      </m:r>
                    </m:oMath>
                  </m:oMathPara>
                </a14:m>
                <a:endParaRPr lang="zh-CN" altLang="en-US" sz="800" b="1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7FFF280E-2F15-B0FE-6EDC-F1C088EC5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738" y="2218592"/>
                <a:ext cx="418704" cy="21544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文本框 57">
            <a:extLst>
              <a:ext uri="{FF2B5EF4-FFF2-40B4-BE49-F238E27FC236}">
                <a16:creationId xmlns:a16="http://schemas.microsoft.com/office/drawing/2014/main" id="{335565AA-325B-A502-D339-2C82B1ED1B6E}"/>
              </a:ext>
            </a:extLst>
          </p:cNvPr>
          <p:cNvSpPr txBox="1"/>
          <p:nvPr/>
        </p:nvSpPr>
        <p:spPr>
          <a:xfrm>
            <a:off x="4822153" y="2821919"/>
            <a:ext cx="8579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i="0" dirty="0">
                <a:latin typeface="+mj-lt"/>
              </a:rPr>
              <a:t>留在</a:t>
            </a:r>
            <a:r>
              <a:rPr lang="zh-CN" altLang="en-US" sz="800" b="1" dirty="0"/>
              <a:t>原地指向</a:t>
            </a:r>
            <a:r>
              <a:rPr lang="en-US" altLang="zh-CN" sz="800" b="1" dirty="0"/>
              <a:t>0</a:t>
            </a:r>
            <a:endParaRPr lang="zh-CN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2676725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150B2-0576-7C36-6B9C-4159D5041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E175050F-41B9-87EC-7DB2-ABB7132BAA4A}"/>
              </a:ext>
            </a:extLst>
          </p:cNvPr>
          <p:cNvGrpSpPr/>
          <p:nvPr/>
        </p:nvGrpSpPr>
        <p:grpSpPr>
          <a:xfrm>
            <a:off x="2830964" y="3115506"/>
            <a:ext cx="579357" cy="623527"/>
            <a:chOff x="2968850" y="3499219"/>
            <a:chExt cx="329975" cy="322846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963A331B-7771-D4B1-18B3-F0B055847A8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C45AC71D-E1BE-EC5B-EE82-FD25F5D4E5B8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C45AC71D-E1BE-EC5B-EE82-FD25F5D4E5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7B058F6D-75E3-71E7-2257-9D281A6BD528}"/>
              </a:ext>
            </a:extLst>
          </p:cNvPr>
          <p:cNvGrpSpPr/>
          <p:nvPr/>
        </p:nvGrpSpPr>
        <p:grpSpPr>
          <a:xfrm>
            <a:off x="3597467" y="3115506"/>
            <a:ext cx="579357" cy="623527"/>
            <a:chOff x="2968850" y="3499219"/>
            <a:chExt cx="329975" cy="322846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8A79F3EA-4096-1189-B5B9-D7CBE59B3C7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700506FB-A3CA-4EEF-C55F-483F5DDA8D80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700506FB-A3CA-4EEF-C55F-483F5DDA8D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AD21907-5533-ADDC-1076-FC69CC3BC908}"/>
              </a:ext>
            </a:extLst>
          </p:cNvPr>
          <p:cNvGrpSpPr/>
          <p:nvPr/>
        </p:nvGrpSpPr>
        <p:grpSpPr>
          <a:xfrm>
            <a:off x="4284253" y="3115506"/>
            <a:ext cx="579357" cy="623527"/>
            <a:chOff x="2968850" y="3499219"/>
            <a:chExt cx="329975" cy="322846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3692F36F-D105-1293-E57A-403890AADE0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8AF75EC7-65E7-B2DA-3D28-6CC91336E9DC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8AF75EC7-65E7-B2DA-3D28-6CC91336E9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A5B60BA-9C3C-87AB-6B27-6FE66D7D16C5}"/>
              </a:ext>
            </a:extLst>
          </p:cNvPr>
          <p:cNvGrpSpPr/>
          <p:nvPr/>
        </p:nvGrpSpPr>
        <p:grpSpPr>
          <a:xfrm>
            <a:off x="5050756" y="3115506"/>
            <a:ext cx="579357" cy="623527"/>
            <a:chOff x="2968850" y="3499219"/>
            <a:chExt cx="329975" cy="322846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365BACCC-2F6C-9127-6631-1C392F357D7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CB35ADA2-8193-F152-4475-E1FC41ACA72E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CB35ADA2-8193-F152-4475-E1FC41ACA7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57FC3DC-632D-049B-7DC5-AAC503C74763}"/>
              </a:ext>
            </a:extLst>
          </p:cNvPr>
          <p:cNvGrpSpPr/>
          <p:nvPr/>
        </p:nvGrpSpPr>
        <p:grpSpPr>
          <a:xfrm>
            <a:off x="5795383" y="3115506"/>
            <a:ext cx="579357" cy="623527"/>
            <a:chOff x="2968850" y="3499219"/>
            <a:chExt cx="329975" cy="322846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A430D380-0390-3C1B-EBFB-D4878AD556D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7673B5E2-D348-AC64-C33A-F5ADC606D13F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7673B5E2-D348-AC64-C33A-F5ADC606D1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8CF8983-D700-8BF8-6E1E-FB7ADD5A2D78}"/>
              </a:ext>
            </a:extLst>
          </p:cNvPr>
          <p:cNvGrpSpPr/>
          <p:nvPr/>
        </p:nvGrpSpPr>
        <p:grpSpPr>
          <a:xfrm>
            <a:off x="6561885" y="3115506"/>
            <a:ext cx="579357" cy="623527"/>
            <a:chOff x="2968850" y="3499219"/>
            <a:chExt cx="329975" cy="322846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04DDD07E-F861-65B3-4A36-B7F8183686C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2EA04324-0501-AA32-B299-A93966BF7C70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2EA04324-0501-AA32-B299-A93966BF7C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AAA04FEA-A900-B9AE-6F0B-78F36208B651}"/>
              </a:ext>
            </a:extLst>
          </p:cNvPr>
          <p:cNvGrpSpPr/>
          <p:nvPr/>
        </p:nvGrpSpPr>
        <p:grpSpPr>
          <a:xfrm>
            <a:off x="7248672" y="3115506"/>
            <a:ext cx="579357" cy="623527"/>
            <a:chOff x="2968850" y="3499219"/>
            <a:chExt cx="329975" cy="322846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298DEA2F-F1E4-74B2-9ADC-1FC4D93CC7B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64AA4C36-A313-5774-27B0-CEB47D24F6D0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64AA4C36-A313-5774-27B0-CEB47D24F6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0DF3E5F-D3FE-E353-8953-BEA2D8F3DF7A}"/>
              </a:ext>
            </a:extLst>
          </p:cNvPr>
          <p:cNvGrpSpPr/>
          <p:nvPr/>
        </p:nvGrpSpPr>
        <p:grpSpPr>
          <a:xfrm>
            <a:off x="8015175" y="3115506"/>
            <a:ext cx="579357" cy="623527"/>
            <a:chOff x="2968850" y="3499219"/>
            <a:chExt cx="329975" cy="322846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135418A5-DC6D-4C43-91DD-68C84EFE245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D18EFF28-228A-5304-450F-7665020FD44F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D18EFF28-228A-5304-450F-7665020FD4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6DF9BAC-3953-9935-9D99-63CA5108468C}"/>
              </a:ext>
            </a:extLst>
          </p:cNvPr>
          <p:cNvGrpSpPr/>
          <p:nvPr/>
        </p:nvGrpSpPr>
        <p:grpSpPr>
          <a:xfrm>
            <a:off x="8781678" y="3115502"/>
            <a:ext cx="579357" cy="623527"/>
            <a:chOff x="2968850" y="3499219"/>
            <a:chExt cx="329975" cy="322846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BD5834A7-EFB4-A10A-1487-5B4BC421FD3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5CB4A824-A06A-B0CA-F4BC-AACFECF3A467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5CB4A824-A06A-B0CA-F4BC-AACFECF3A4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B068242-5E59-665E-D0E5-1A808EAA6FCA}"/>
              </a:ext>
            </a:extLst>
          </p:cNvPr>
          <p:cNvGrpSpPr/>
          <p:nvPr/>
        </p:nvGrpSpPr>
        <p:grpSpPr>
          <a:xfrm>
            <a:off x="2845347" y="1886224"/>
            <a:ext cx="451342" cy="1124636"/>
            <a:chOff x="3991660" y="1251256"/>
            <a:chExt cx="233693" cy="582307"/>
          </a:xfrm>
        </p:grpSpPr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31DFE4B8-D9B0-5839-8E12-AD85AFD6CEB9}"/>
                </a:ext>
              </a:extLst>
            </p:cNvPr>
            <p:cNvCxnSpPr/>
            <p:nvPr/>
          </p:nvCxnSpPr>
          <p:spPr>
            <a:xfrm>
              <a:off x="4121150" y="1538288"/>
              <a:ext cx="0" cy="2952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067C0EC-433B-3652-1266-804A5F9A0DBE}"/>
                    </a:ext>
                  </a:extLst>
                </p:cNvPr>
                <p:cNvSpPr txBox="1"/>
                <p:nvPr/>
              </p:nvSpPr>
              <p:spPr>
                <a:xfrm>
                  <a:off x="3991660" y="1251256"/>
                  <a:ext cx="23369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067C0EC-433B-3652-1266-804A5F9A0D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1660" y="1251256"/>
                  <a:ext cx="233693" cy="30278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B603A59A-50AC-4C86-C6A3-4C13055ACBAD}"/>
              </a:ext>
            </a:extLst>
          </p:cNvPr>
          <p:cNvGrpSpPr/>
          <p:nvPr/>
        </p:nvGrpSpPr>
        <p:grpSpPr>
          <a:xfrm>
            <a:off x="2845347" y="3850947"/>
            <a:ext cx="439737" cy="1120828"/>
            <a:chOff x="3976472" y="1260734"/>
            <a:chExt cx="227684" cy="580335"/>
          </a:xfrm>
        </p:grpSpPr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B19BD4BB-45B7-C1DF-CED5-C241199553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1150" y="1260734"/>
              <a:ext cx="0" cy="2775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E674399B-873C-F3DA-3B5F-FF431668A516}"/>
                    </a:ext>
                  </a:extLst>
                </p:cNvPr>
                <p:cNvSpPr txBox="1"/>
                <p:nvPr/>
              </p:nvSpPr>
              <p:spPr>
                <a:xfrm>
                  <a:off x="3976472" y="1538288"/>
                  <a:ext cx="227684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E674399B-873C-F3DA-3B5F-FF431668A5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6472" y="1538288"/>
                  <a:ext cx="227684" cy="30278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17853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18E39-B418-A479-17FD-402DA6FCB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0E744E7-F612-24A5-B844-D25BA81C80B3}"/>
              </a:ext>
            </a:extLst>
          </p:cNvPr>
          <p:cNvGrpSpPr/>
          <p:nvPr/>
        </p:nvGrpSpPr>
        <p:grpSpPr>
          <a:xfrm>
            <a:off x="2830964" y="3115506"/>
            <a:ext cx="579357" cy="623527"/>
            <a:chOff x="2968850" y="3499219"/>
            <a:chExt cx="329975" cy="322846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617A53F2-04F8-F795-FFCF-509B668C930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C6CA8BBB-FA7C-C37A-EA95-085DB92CE76C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C6CA8BBB-FA7C-C37A-EA95-085DB92CE7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0BFF3D42-6785-E0C7-1C00-1BA2D330D1C3}"/>
              </a:ext>
            </a:extLst>
          </p:cNvPr>
          <p:cNvGrpSpPr/>
          <p:nvPr/>
        </p:nvGrpSpPr>
        <p:grpSpPr>
          <a:xfrm>
            <a:off x="3597467" y="3115506"/>
            <a:ext cx="579357" cy="623527"/>
            <a:chOff x="2968850" y="3499219"/>
            <a:chExt cx="329975" cy="322846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57BB4959-A46A-048B-8964-A47EDB18B56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E69F0BC3-AC60-555A-C656-B920FC560C7F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E69F0BC3-AC60-555A-C656-B920FC560C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1796F37-3F19-A883-435E-A0E79B7C318B}"/>
              </a:ext>
            </a:extLst>
          </p:cNvPr>
          <p:cNvGrpSpPr/>
          <p:nvPr/>
        </p:nvGrpSpPr>
        <p:grpSpPr>
          <a:xfrm>
            <a:off x="4284253" y="3115506"/>
            <a:ext cx="579357" cy="623527"/>
            <a:chOff x="2968850" y="3499219"/>
            <a:chExt cx="329975" cy="322846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15BB1004-C3A7-CB7A-C383-8AB4D78923D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7E575A87-D965-0171-DEAE-33A1E89FBAEE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7E575A87-D965-0171-DEAE-33A1E89FBA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E436C7F-8F74-9873-F750-BE983F5A5140}"/>
              </a:ext>
            </a:extLst>
          </p:cNvPr>
          <p:cNvGrpSpPr/>
          <p:nvPr/>
        </p:nvGrpSpPr>
        <p:grpSpPr>
          <a:xfrm>
            <a:off x="5050756" y="3115506"/>
            <a:ext cx="579357" cy="623527"/>
            <a:chOff x="2968850" y="3499219"/>
            <a:chExt cx="329975" cy="322846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FD34B194-B591-31DF-EB26-6F6DBC83C49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CCC7CA42-5881-3C95-A17E-F41BAEE87E18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CCC7CA42-5881-3C95-A17E-F41BAEE87E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7002C1B-FA95-253E-6499-08BC8AB69EA8}"/>
              </a:ext>
            </a:extLst>
          </p:cNvPr>
          <p:cNvGrpSpPr/>
          <p:nvPr/>
        </p:nvGrpSpPr>
        <p:grpSpPr>
          <a:xfrm>
            <a:off x="5795383" y="3115506"/>
            <a:ext cx="579357" cy="623527"/>
            <a:chOff x="2968850" y="3499219"/>
            <a:chExt cx="329975" cy="322846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42282F88-F588-1833-248F-0C9DBF0B5EE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5CA584C3-1F56-AEE8-F885-055AFDCAA091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5CA584C3-1F56-AEE8-F885-055AFDCAA0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2691844-3940-1254-3595-277B380F9AA8}"/>
              </a:ext>
            </a:extLst>
          </p:cNvPr>
          <p:cNvGrpSpPr/>
          <p:nvPr/>
        </p:nvGrpSpPr>
        <p:grpSpPr>
          <a:xfrm>
            <a:off x="6561885" y="3115506"/>
            <a:ext cx="579357" cy="623527"/>
            <a:chOff x="2968850" y="3499219"/>
            <a:chExt cx="329975" cy="322846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0E004218-AC6D-B1D8-92FD-6050BEDE343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B6D3EEE-E047-FA18-02C9-CA8C45224E1C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B6D3EEE-E047-FA18-02C9-CA8C45224E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C2E2B7D-6CCF-E617-0DF4-7CEEFFF793A1}"/>
              </a:ext>
            </a:extLst>
          </p:cNvPr>
          <p:cNvGrpSpPr/>
          <p:nvPr/>
        </p:nvGrpSpPr>
        <p:grpSpPr>
          <a:xfrm>
            <a:off x="7248672" y="3115506"/>
            <a:ext cx="579357" cy="623527"/>
            <a:chOff x="2968850" y="3499219"/>
            <a:chExt cx="329975" cy="322846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862E8E3D-5943-FE42-C5F6-5090FDC5553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7EA4F07E-9885-4DC4-5F8C-B1654AB9FB25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7EA4F07E-9885-4DC4-5F8C-B1654AB9FB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9BB27741-006E-A23C-9A3E-F8D08DCDA394}"/>
              </a:ext>
            </a:extLst>
          </p:cNvPr>
          <p:cNvGrpSpPr/>
          <p:nvPr/>
        </p:nvGrpSpPr>
        <p:grpSpPr>
          <a:xfrm>
            <a:off x="8015175" y="3115506"/>
            <a:ext cx="579357" cy="623527"/>
            <a:chOff x="2968850" y="3499219"/>
            <a:chExt cx="329975" cy="322846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6B0FB4D4-5BE9-A22F-D586-AEBB5519093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F297894A-6B30-F4D4-2BD7-354752E43B54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F297894A-6B30-F4D4-2BD7-354752E43B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8CF2F935-47CD-23B5-3F69-AC962337DFAD}"/>
              </a:ext>
            </a:extLst>
          </p:cNvPr>
          <p:cNvGrpSpPr/>
          <p:nvPr/>
        </p:nvGrpSpPr>
        <p:grpSpPr>
          <a:xfrm>
            <a:off x="8781678" y="3115502"/>
            <a:ext cx="579357" cy="623527"/>
            <a:chOff x="2968850" y="3499219"/>
            <a:chExt cx="329975" cy="322846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97714E29-49D4-BFD2-B0B4-DB727D83103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992F83E7-2CAD-B838-C1A1-57C7C359AB38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992F83E7-2CAD-B838-C1A1-57C7C359AB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AFD05A-E304-0F0D-4773-4730265A08C4}"/>
              </a:ext>
            </a:extLst>
          </p:cNvPr>
          <p:cNvGrpSpPr/>
          <p:nvPr/>
        </p:nvGrpSpPr>
        <p:grpSpPr>
          <a:xfrm>
            <a:off x="3590912" y="1886224"/>
            <a:ext cx="451342" cy="3085551"/>
            <a:chOff x="2845347" y="1886224"/>
            <a:chExt cx="451342" cy="3085551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86027791-67EF-9E2A-1345-61E336BA668C}"/>
                </a:ext>
              </a:extLst>
            </p:cNvPr>
            <p:cNvGrpSpPr/>
            <p:nvPr/>
          </p:nvGrpSpPr>
          <p:grpSpPr>
            <a:xfrm>
              <a:off x="2845347" y="1886224"/>
              <a:ext cx="451342" cy="1124636"/>
              <a:chOff x="3991660" y="1251256"/>
              <a:chExt cx="233693" cy="582307"/>
            </a:xfrm>
          </p:grpSpPr>
          <p:cxnSp>
            <p:nvCxnSpPr>
              <p:cNvPr id="33" name="直接箭头连接符 32">
                <a:extLst>
                  <a:ext uri="{FF2B5EF4-FFF2-40B4-BE49-F238E27FC236}">
                    <a16:creationId xmlns:a16="http://schemas.microsoft.com/office/drawing/2014/main" id="{52171102-E0D6-154B-6539-9C0A2AFE872D}"/>
                  </a:ext>
                </a:extLst>
              </p:cNvPr>
              <p:cNvCxnSpPr/>
              <p:nvPr/>
            </p:nvCxnSpPr>
            <p:spPr>
              <a:xfrm>
                <a:off x="4121150" y="1538288"/>
                <a:ext cx="0" cy="29527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FE728B2C-DC03-5537-612A-0F56AA0AB686}"/>
                      </a:ext>
                    </a:extLst>
                  </p:cNvPr>
                  <p:cNvSpPr txBox="1"/>
                  <p:nvPr/>
                </p:nvSpPr>
                <p:spPr>
                  <a:xfrm>
                    <a:off x="3991660" y="1251256"/>
                    <a:ext cx="233693" cy="30278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oMath>
                      </m:oMathPara>
                    </a14:m>
                    <a:endParaRPr lang="zh-CN" altLang="en-US" sz="3200" dirty="0"/>
                  </a:p>
                </p:txBody>
              </p:sp>
            </mc:Choice>
            <mc:Fallback xmlns="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FE728B2C-DC03-5537-612A-0F56AA0AB6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91660" y="1251256"/>
                    <a:ext cx="233693" cy="30278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B06F5A71-61CD-0292-3835-46B8A116C17B}"/>
                </a:ext>
              </a:extLst>
            </p:cNvPr>
            <p:cNvGrpSpPr/>
            <p:nvPr/>
          </p:nvGrpSpPr>
          <p:grpSpPr>
            <a:xfrm>
              <a:off x="2845347" y="3850947"/>
              <a:ext cx="439737" cy="1120828"/>
              <a:chOff x="3976472" y="1260734"/>
              <a:chExt cx="227684" cy="580335"/>
            </a:xfrm>
          </p:grpSpPr>
          <p:cxnSp>
            <p:nvCxnSpPr>
              <p:cNvPr id="37" name="直接箭头连接符 36">
                <a:extLst>
                  <a:ext uri="{FF2B5EF4-FFF2-40B4-BE49-F238E27FC236}">
                    <a16:creationId xmlns:a16="http://schemas.microsoft.com/office/drawing/2014/main" id="{473F1A7F-FDD0-D38E-5A5D-1449D4117F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21150" y="1260734"/>
                <a:ext cx="0" cy="27755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0B44A44B-682D-DAAF-F826-E2AD601E5DF6}"/>
                      </a:ext>
                    </a:extLst>
                  </p:cNvPr>
                  <p:cNvSpPr txBox="1"/>
                  <p:nvPr/>
                </p:nvSpPr>
                <p:spPr>
                  <a:xfrm>
                    <a:off x="3976472" y="1538288"/>
                    <a:ext cx="227684" cy="30278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oMath>
                      </m:oMathPara>
                    </a14:m>
                    <a:endParaRPr lang="zh-CN" altLang="en-US" sz="3200" dirty="0"/>
                  </a:p>
                </p:txBody>
              </p:sp>
            </mc:Choice>
            <mc:Fallback xmlns="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0B44A44B-682D-DAAF-F826-E2AD601E5D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76472" y="1538288"/>
                    <a:ext cx="227684" cy="30278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825945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341FF-A705-3EF8-94F9-92956B327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D6BF0511-A3E3-0849-83FB-3CD78841276C}"/>
              </a:ext>
            </a:extLst>
          </p:cNvPr>
          <p:cNvGrpSpPr/>
          <p:nvPr/>
        </p:nvGrpSpPr>
        <p:grpSpPr>
          <a:xfrm>
            <a:off x="2830964" y="3115506"/>
            <a:ext cx="579357" cy="623527"/>
            <a:chOff x="2968850" y="3499219"/>
            <a:chExt cx="329975" cy="322846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DED9A13A-DCB4-5B16-9397-E76256B8CB2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262CC28B-5886-8935-20C3-8FB36DE07FF4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262CC28B-5886-8935-20C3-8FB36DE07F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AEC6031E-A737-39C8-7B69-0E66DEC97B31}"/>
              </a:ext>
            </a:extLst>
          </p:cNvPr>
          <p:cNvGrpSpPr/>
          <p:nvPr/>
        </p:nvGrpSpPr>
        <p:grpSpPr>
          <a:xfrm>
            <a:off x="3597467" y="3115506"/>
            <a:ext cx="579357" cy="623527"/>
            <a:chOff x="2968850" y="3499219"/>
            <a:chExt cx="329975" cy="322846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CB038FA-C3ED-E045-6D51-1900A38A5C0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C8994F61-2637-1827-DB79-3645D0077CCA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C8994F61-2637-1827-DB79-3645D0077C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1136873-00A3-D4CC-D9CD-DC51A15108AE}"/>
              </a:ext>
            </a:extLst>
          </p:cNvPr>
          <p:cNvGrpSpPr/>
          <p:nvPr/>
        </p:nvGrpSpPr>
        <p:grpSpPr>
          <a:xfrm>
            <a:off x="4284253" y="3115506"/>
            <a:ext cx="579357" cy="623527"/>
            <a:chOff x="2968850" y="3499219"/>
            <a:chExt cx="329975" cy="322846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9330B892-6705-012F-5E3D-F0E8412A1E0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9C0EF1F1-F34A-349D-9080-064FE4E8B8D0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9C0EF1F1-F34A-349D-9080-064FE4E8B8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536CC22-AB63-67F3-BA27-F8D5A8B6906C}"/>
              </a:ext>
            </a:extLst>
          </p:cNvPr>
          <p:cNvGrpSpPr/>
          <p:nvPr/>
        </p:nvGrpSpPr>
        <p:grpSpPr>
          <a:xfrm>
            <a:off x="5050756" y="3115506"/>
            <a:ext cx="579357" cy="623527"/>
            <a:chOff x="2968850" y="3499219"/>
            <a:chExt cx="329975" cy="322846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0D367151-5E0F-AECD-8F3F-2FA7FCFFB25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5379A356-8B6E-C3CA-E0D4-D4129A8F1A3E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5379A356-8B6E-C3CA-E0D4-D4129A8F1A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3F90227-8BAD-60A2-B9B7-EF39570B8F6D}"/>
              </a:ext>
            </a:extLst>
          </p:cNvPr>
          <p:cNvGrpSpPr/>
          <p:nvPr/>
        </p:nvGrpSpPr>
        <p:grpSpPr>
          <a:xfrm>
            <a:off x="5795383" y="3115506"/>
            <a:ext cx="579357" cy="623527"/>
            <a:chOff x="2968850" y="3499219"/>
            <a:chExt cx="329975" cy="322846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EBCF422F-DD74-68C4-7236-C2062C48D15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3ACBF0E0-6FB9-B5D2-2764-E866D880BAD6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3ACBF0E0-6FB9-B5D2-2764-E866D880BA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2A1EE69-5192-09EA-2676-F1101AB9EB52}"/>
              </a:ext>
            </a:extLst>
          </p:cNvPr>
          <p:cNvGrpSpPr/>
          <p:nvPr/>
        </p:nvGrpSpPr>
        <p:grpSpPr>
          <a:xfrm>
            <a:off x="6561885" y="3115506"/>
            <a:ext cx="579357" cy="623527"/>
            <a:chOff x="2968850" y="3499219"/>
            <a:chExt cx="329975" cy="322846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1A297A09-C597-6103-C9EC-C4E5DB1FA09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E0575199-B837-B577-63B4-D047BC628B89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E0575199-B837-B577-63B4-D047BC628B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BD250EE-530E-9B0D-4CC1-4E563ADBE3BE}"/>
              </a:ext>
            </a:extLst>
          </p:cNvPr>
          <p:cNvGrpSpPr/>
          <p:nvPr/>
        </p:nvGrpSpPr>
        <p:grpSpPr>
          <a:xfrm>
            <a:off x="7248672" y="3115506"/>
            <a:ext cx="579357" cy="623527"/>
            <a:chOff x="2968850" y="3499219"/>
            <a:chExt cx="329975" cy="322846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B28B2276-7758-E215-4F6C-19E17490F89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992F82C4-A5B8-C687-69E1-C31170830083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992F82C4-A5B8-C687-69E1-C311708300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99C83D77-0C8A-247D-C906-275FE6267D5F}"/>
              </a:ext>
            </a:extLst>
          </p:cNvPr>
          <p:cNvGrpSpPr/>
          <p:nvPr/>
        </p:nvGrpSpPr>
        <p:grpSpPr>
          <a:xfrm>
            <a:off x="8015175" y="3115506"/>
            <a:ext cx="579357" cy="623527"/>
            <a:chOff x="2968850" y="3499219"/>
            <a:chExt cx="329975" cy="322846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08DA559F-0ECB-2B4B-94A1-2E74882FA09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59BCA469-4F9F-5481-5DD8-C3E1B9901CAD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59BCA469-4F9F-5481-5DD8-C3E1B9901C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3AE0A03-4D64-D4B0-7B69-CEA630CC90B1}"/>
              </a:ext>
            </a:extLst>
          </p:cNvPr>
          <p:cNvGrpSpPr/>
          <p:nvPr/>
        </p:nvGrpSpPr>
        <p:grpSpPr>
          <a:xfrm>
            <a:off x="8781678" y="3115502"/>
            <a:ext cx="579357" cy="623527"/>
            <a:chOff x="2968850" y="3499219"/>
            <a:chExt cx="329975" cy="322846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1B8CC806-0857-242E-6929-E8C9E465CBE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26340EAF-1F0C-09CD-B47D-849C90EEF93B}"/>
                    </a:ext>
                  </a:extLst>
                </p:cNvPr>
                <p:cNvSpPr txBox="1"/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26340EAF-1F0C-09CD-B47D-849C90EEF9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50" y="3519284"/>
                  <a:ext cx="298733" cy="30278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9F69C13F-590B-65BC-C5E5-27640FA934A9}"/>
              </a:ext>
            </a:extLst>
          </p:cNvPr>
          <p:cNvGrpSpPr/>
          <p:nvPr/>
        </p:nvGrpSpPr>
        <p:grpSpPr>
          <a:xfrm>
            <a:off x="4284253" y="1886224"/>
            <a:ext cx="451342" cy="3085551"/>
            <a:chOff x="2845347" y="1886224"/>
            <a:chExt cx="451342" cy="3085551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2FFDDD1C-9FC8-BB67-D107-ABCBAB57CE1E}"/>
                </a:ext>
              </a:extLst>
            </p:cNvPr>
            <p:cNvGrpSpPr/>
            <p:nvPr/>
          </p:nvGrpSpPr>
          <p:grpSpPr>
            <a:xfrm>
              <a:off x="2845347" y="1886224"/>
              <a:ext cx="451342" cy="1124636"/>
              <a:chOff x="3991660" y="1251256"/>
              <a:chExt cx="233693" cy="582307"/>
            </a:xfrm>
          </p:grpSpPr>
          <p:cxnSp>
            <p:nvCxnSpPr>
              <p:cNvPr id="33" name="直接箭头连接符 32">
                <a:extLst>
                  <a:ext uri="{FF2B5EF4-FFF2-40B4-BE49-F238E27FC236}">
                    <a16:creationId xmlns:a16="http://schemas.microsoft.com/office/drawing/2014/main" id="{D65865EB-7DF6-CD63-C055-DBAF8E8098BF}"/>
                  </a:ext>
                </a:extLst>
              </p:cNvPr>
              <p:cNvCxnSpPr/>
              <p:nvPr/>
            </p:nvCxnSpPr>
            <p:spPr>
              <a:xfrm>
                <a:off x="4121150" y="1538288"/>
                <a:ext cx="0" cy="29527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58148DCA-A591-199B-20E0-E469E6D8EE54}"/>
                      </a:ext>
                    </a:extLst>
                  </p:cNvPr>
                  <p:cNvSpPr txBox="1"/>
                  <p:nvPr/>
                </p:nvSpPr>
                <p:spPr>
                  <a:xfrm>
                    <a:off x="3991660" y="1251256"/>
                    <a:ext cx="233693" cy="30278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oMath>
                      </m:oMathPara>
                    </a14:m>
                    <a:endParaRPr lang="zh-CN" altLang="en-US" sz="3200" dirty="0"/>
                  </a:p>
                </p:txBody>
              </p:sp>
            </mc:Choice>
            <mc:Fallback xmlns="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58148DCA-A591-199B-20E0-E469E6D8EE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91660" y="1251256"/>
                    <a:ext cx="233693" cy="30278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42AD665E-E562-F977-2660-C282D154F682}"/>
                </a:ext>
              </a:extLst>
            </p:cNvPr>
            <p:cNvGrpSpPr/>
            <p:nvPr/>
          </p:nvGrpSpPr>
          <p:grpSpPr>
            <a:xfrm>
              <a:off x="2845347" y="3850947"/>
              <a:ext cx="439737" cy="1120828"/>
              <a:chOff x="3976472" y="1260734"/>
              <a:chExt cx="227684" cy="580335"/>
            </a:xfrm>
          </p:grpSpPr>
          <p:cxnSp>
            <p:nvCxnSpPr>
              <p:cNvPr id="37" name="直接箭头连接符 36">
                <a:extLst>
                  <a:ext uri="{FF2B5EF4-FFF2-40B4-BE49-F238E27FC236}">
                    <a16:creationId xmlns:a16="http://schemas.microsoft.com/office/drawing/2014/main" id="{58BD9309-5D54-3120-E3BD-3D6C7401BB8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21150" y="1260734"/>
                <a:ext cx="0" cy="27755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B5F3CA50-36D2-3470-8FEF-BC7ADC1FF0ED}"/>
                      </a:ext>
                    </a:extLst>
                  </p:cNvPr>
                  <p:cNvSpPr txBox="1"/>
                  <p:nvPr/>
                </p:nvSpPr>
                <p:spPr>
                  <a:xfrm>
                    <a:off x="3976472" y="1538288"/>
                    <a:ext cx="227684" cy="30278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oMath>
                      </m:oMathPara>
                    </a14:m>
                    <a:endParaRPr lang="zh-CN" altLang="en-US" sz="3200" dirty="0"/>
                  </a:p>
                </p:txBody>
              </p:sp>
            </mc:Choice>
            <mc:Fallback xmlns="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B5F3CA50-36D2-3470-8FEF-BC7ADC1FF0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76472" y="1538288"/>
                    <a:ext cx="227684" cy="30278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4267806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1575</TotalTime>
  <Words>190</Words>
  <Application>Microsoft Office PowerPoint</Application>
  <PresentationFormat>宽屏</PresentationFormat>
  <Paragraphs>144</Paragraphs>
  <Slides>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2026-04-30T13:34:28Z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