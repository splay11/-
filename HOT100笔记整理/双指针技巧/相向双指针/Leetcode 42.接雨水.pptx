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6" r:id="rId2"/>
    <p:sldId id="305" r:id="rId3"/>
    <p:sldId id="306" r:id="rId4"/>
    <p:sldId id="307" r:id="rId5"/>
    <p:sldId id="308" r:id="rId6"/>
    <p:sldId id="30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50EDD-6548-4517-BE3A-375632E7C873}" v="190" dt="2026-04-12T02:59:11.101"/>
    <p1510:client id="{11F0BE18-7815-45DB-A1F3-C61C0B2D6380}" v="452" dt="2026-04-12T11:24:33.721"/>
    <p1510:client id="{1A085D02-187D-4342-B115-C8500817C975}" v="158" dt="2026-04-12T05:58:39.347"/>
    <p1510:client id="{25EB4133-E0AF-4189-8B0D-B553F8E3C66B}" v="329" dt="2026-04-12T10:16:29.690"/>
    <p1510:client id="{501E1AC4-7871-44FE-A7E6-63711EC35318}" v="54" dt="2026-04-12T04:58:25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73" autoAdjust="0"/>
  </p:normalViewPr>
  <p:slideViewPr>
    <p:cSldViewPr snapToGrid="0">
      <p:cViewPr>
        <p:scale>
          <a:sx n="200" d="100"/>
          <a:sy n="200" d="100"/>
        </p:scale>
        <p:origin x="-11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2T11:24:36.211" v="8929" actId="14100"/>
      <pc:docMkLst>
        <pc:docMk/>
      </pc:docMkLst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8T02:54:50.533" v="6841" actId="208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mod">
          <ac:chgData name="昕 许" userId="a2975fcd840abfc3" providerId="LiveId" clId="{49CCD4F9-177C-4270-9A14-60236FF377E8}" dt="2026-04-08T02:54:02.554" v="6831" actId="208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3" creationId="{533352CE-9226-E856-0153-F8EF9B4BCC3D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4" creationId="{88E3DE39-CC2A-6441-AF6A-072D4F3C5F8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1" creationId="{54CDCD59-5CBD-2B98-8A6B-1EF3DC1D8EC6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2" creationId="{43FF6DF0-EBED-9EB5-2967-FAC4F53CBB51}"/>
          </ac:spMkLst>
        </pc:spChg>
        <pc:spChg chg="mod">
          <ac:chgData name="昕 许" userId="a2975fcd840abfc3" providerId="LiveId" clId="{49CCD4F9-177C-4270-9A14-60236FF377E8}" dt="2026-04-08T02:53:28.663" v="6823" actId="208"/>
          <ac:spMkLst>
            <pc:docMk/>
            <pc:sldMk cId="3949537576" sldId="296"/>
            <ac:spMk id="29" creationId="{133524D4-2FDB-57FE-82DE-01EED342BF48}"/>
          </ac:spMkLst>
        </pc:spChg>
        <pc:spChg chg="mod">
          <ac:chgData name="昕 许" userId="a2975fcd840abfc3" providerId="LiveId" clId="{49CCD4F9-177C-4270-9A14-60236FF377E8}" dt="2026-04-08T02:53:17.240" v="6822" actId="208"/>
          <ac:spMkLst>
            <pc:docMk/>
            <pc:sldMk cId="3949537576" sldId="296"/>
            <ac:spMk id="33" creationId="{CBD04CEB-D3FD-130B-3C65-51660CCA181C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37" creationId="{29080CF5-BEB3-5D2E-04B8-A008A6AA6C29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2" creationId="{2FCC8BA2-7E4F-CC56-08D4-ACBC26D831F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4" creationId="{A9329CDC-419D-EB68-006C-2876CB4D0282}"/>
          </ac:spMkLst>
        </pc:spChg>
        <pc:spChg chg="add mod">
          <ac:chgData name="昕 许" userId="a2975fcd840abfc3" providerId="LiveId" clId="{49CCD4F9-177C-4270-9A14-60236FF377E8}" dt="2026-04-08T02:49:35.219" v="6676" actId="1076"/>
          <ac:spMkLst>
            <pc:docMk/>
            <pc:sldMk cId="3949537576" sldId="296"/>
            <ac:spMk id="45" creationId="{7382A03F-8C4E-0946-C22C-FBC4230B073F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47" creationId="{B2A5B0D9-FA9B-7BB2-0EA1-0374C713DA1B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59" creationId="{FA289EB0-A010-8F8E-7B25-6ACBE9482B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66" creationId="{A17CF7A1-7AF1-B87C-5AE3-13FF257304BF}"/>
          </ac:spMkLst>
        </pc:spChg>
        <pc:spChg chg="mod">
          <ac:chgData name="昕 许" userId="a2975fcd840abfc3" providerId="LiveId" clId="{49CCD4F9-177C-4270-9A14-60236FF377E8}" dt="2026-04-08T02:49:39.354" v="6677" actId="1076"/>
          <ac:spMkLst>
            <pc:docMk/>
            <pc:sldMk cId="3949537576" sldId="296"/>
            <ac:spMk id="68" creationId="{C54C63D5-02C7-472B-9AD3-55635F5EBC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88" creationId="{CA3397EC-CCAA-9DD1-B866-64DE52D10BF1}"/>
          </ac:spMkLst>
        </pc:spChg>
        <pc:spChg chg="mod">
          <ac:chgData name="昕 许" userId="a2975fcd840abfc3" providerId="LiveId" clId="{49CCD4F9-177C-4270-9A14-60236FF377E8}" dt="2026-04-08T02:53:33.043" v="6824" actId="208"/>
          <ac:spMkLst>
            <pc:docMk/>
            <pc:sldMk cId="3949537576" sldId="296"/>
            <ac:spMk id="89" creationId="{BDEA76F5-2049-3DD5-E413-3D6401B6B020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0" creationId="{2AE56B4E-C9C6-5358-1663-5888423D9886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3" creationId="{F4A1E632-70BB-7431-CBC3-15FCC775455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4" creationId="{8D786F36-68E1-AB33-B4BB-C0D30DA00CC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5" creationId="{D6D921EA-CECC-9BA9-F901-9404B66398F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6" creationId="{46BF372E-26EF-193A-88B1-6C0FAD97D589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0" creationId="{F102EE2B-0C5A-D71B-CE11-0A3CE9E861C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2" creationId="{A853FD31-5031-737C-E51B-953B3E98BE3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3" creationId="{18330FD2-7BC4-EF3F-68E0-2FA3FCE089F5}"/>
          </ac:spMkLst>
        </pc:spChg>
        <pc:spChg chg="mod">
          <ac:chgData name="昕 许" userId="a2975fcd840abfc3" providerId="LiveId" clId="{49CCD4F9-177C-4270-9A14-60236FF377E8}" dt="2026-04-08T02:53:38.702" v="6825" actId="208"/>
          <ac:spMkLst>
            <pc:docMk/>
            <pc:sldMk cId="3949537576" sldId="296"/>
            <ac:spMk id="104" creationId="{F4ABC4DE-BCDF-83D9-4261-BCC9ED1F0965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5" creationId="{4440DD44-D77C-F96B-8512-E2219A6B060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6" creationId="{F62A44F4-F222-20D3-D7CF-37549656802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7" creationId="{D257A9DA-7546-E65F-F0AA-8A83EFB2ECD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8" creationId="{BD52418A-1401-8658-2EA0-03104E9A07BD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9" creationId="{33FED4DE-0F45-66DF-3665-7F4D4223AF23}"/>
          </ac:spMkLst>
        </pc:spChg>
        <pc:spChg chg="add mod">
          <ac:chgData name="昕 许" userId="a2975fcd840abfc3" providerId="LiveId" clId="{49CCD4F9-177C-4270-9A14-60236FF377E8}" dt="2026-04-08T02:51:22.717" v="6774" actId="1076"/>
          <ac:spMkLst>
            <pc:docMk/>
            <pc:sldMk cId="3949537576" sldId="296"/>
            <ac:spMk id="110" creationId="{7900DBBF-6CCF-7A82-7367-A86914F33896}"/>
          </ac:spMkLst>
        </pc:spChg>
        <pc:spChg chg="mod topLvl">
          <ac:chgData name="昕 许" userId="a2975fcd840abfc3" providerId="LiveId" clId="{49CCD4F9-177C-4270-9A14-60236FF377E8}" dt="2026-04-08T02:51:27.818" v="6783" actId="20577"/>
          <ac:spMkLst>
            <pc:docMk/>
            <pc:sldMk cId="3949537576" sldId="296"/>
            <ac:spMk id="116" creationId="{6E089FCD-C0DD-28D5-7DF6-37EA23C504A9}"/>
          </ac:spMkLst>
        </pc:spChg>
        <pc:spChg chg="mod topLvl">
          <ac:chgData name="昕 许" userId="a2975fcd840abfc3" providerId="LiveId" clId="{49CCD4F9-177C-4270-9A14-60236FF377E8}" dt="2026-04-08T02:50:48.191" v="6709" actId="164"/>
          <ac:spMkLst>
            <pc:docMk/>
            <pc:sldMk cId="3949537576" sldId="296"/>
            <ac:spMk id="117" creationId="{9F1BB99A-DD0F-8B42-B668-F01B482A3FB4}"/>
          </ac:spMkLst>
        </pc:spChg>
        <pc:spChg chg="mod">
          <ac:chgData name="昕 许" userId="a2975fcd840abfc3" providerId="LiveId" clId="{49CCD4F9-177C-4270-9A14-60236FF377E8}" dt="2026-04-08T02:53:44.752" v="6826" actId="208"/>
          <ac:spMkLst>
            <pc:docMk/>
            <pc:sldMk cId="3949537576" sldId="296"/>
            <ac:spMk id="120" creationId="{49F8F5AA-6F88-BDDA-97B6-F59BD6F200F2}"/>
          </ac:spMkLst>
        </pc:spChg>
        <pc:spChg chg="add del mod">
          <ac:chgData name="昕 许" userId="a2975fcd840abfc3" providerId="LiveId" clId="{49CCD4F9-177C-4270-9A14-60236FF377E8}" dt="2026-04-08T02:52:10.619" v="6799" actId="1076"/>
          <ac:spMkLst>
            <pc:docMk/>
            <pc:sldMk cId="3949537576" sldId="296"/>
            <ac:spMk id="121" creationId="{E0707791-6A4E-128D-0B20-2C234B2A2557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2" creationId="{28725E1F-7A5F-41FB-6019-50A76AFBBAA9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3" creationId="{F1D40F7F-3F2F-B93C-28EB-2A4AACCF836A}"/>
          </ac:spMkLst>
        </pc:spChg>
        <pc:spChg chg="add mod">
          <ac:chgData name="昕 许" userId="a2975fcd840abfc3" providerId="LiveId" clId="{49CCD4F9-177C-4270-9A14-60236FF377E8}" dt="2026-04-08T02:51:30.161" v="6787" actId="20577"/>
          <ac:spMkLst>
            <pc:docMk/>
            <pc:sldMk cId="3949537576" sldId="296"/>
            <ac:spMk id="125" creationId="{7A8DCD33-184C-BB44-E7FD-0669F7D805E4}"/>
          </ac:spMkLst>
        </pc:spChg>
        <pc:spChg chg="mod topLvl">
          <ac:chgData name="昕 许" userId="a2975fcd840abfc3" providerId="LiveId" clId="{49CCD4F9-177C-4270-9A14-60236FF377E8}" dt="2026-04-08T02:51:54.481" v="6794" actId="1076"/>
          <ac:spMkLst>
            <pc:docMk/>
            <pc:sldMk cId="3949537576" sldId="296"/>
            <ac:spMk id="129" creationId="{D091E5A9-DF64-9498-EC68-55A941BC970C}"/>
          </ac:spMkLst>
        </pc:spChg>
        <pc:spChg chg="mod">
          <ac:chgData name="昕 许" userId="a2975fcd840abfc3" providerId="LiveId" clId="{49CCD4F9-177C-4270-9A14-60236FF377E8}" dt="2026-04-08T02:53:55.479" v="6829" actId="208"/>
          <ac:spMkLst>
            <pc:docMk/>
            <pc:sldMk cId="3949537576" sldId="296"/>
            <ac:spMk id="132" creationId="{A97D06B2-49A4-5602-681C-39964945855C}"/>
          </ac:spMkLst>
        </pc:spChg>
        <pc:spChg chg="mod">
          <ac:chgData name="昕 许" userId="a2975fcd840abfc3" providerId="LiveId" clId="{49CCD4F9-177C-4270-9A14-60236FF377E8}" dt="2026-04-08T02:53:51.783" v="6828" actId="208"/>
          <ac:spMkLst>
            <pc:docMk/>
            <pc:sldMk cId="3949537576" sldId="296"/>
            <ac:spMk id="133" creationId="{BC0E0DBB-DADD-FAA2-9E33-984F96ED3AFA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0" creationId="{D76D4234-5907-C081-FC1F-618B0E71059E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1" creationId="{85C99217-B663-FE69-2CAF-50B0527629CF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4" creationId="{93AB0140-84C6-AB5D-B8EF-C358D878FBE1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5" creationId="{D5B14998-7B36-4F20-9FDB-CB77B85A3BE5}"/>
          </ac:spMkLst>
        </pc:spChg>
        <pc:spChg chg="add mod">
          <ac:chgData name="昕 许" userId="a2975fcd840abfc3" providerId="LiveId" clId="{49CCD4F9-177C-4270-9A14-60236FF377E8}" dt="2026-04-08T02:55:31.257" v="6852" actId="1076"/>
          <ac:spMkLst>
            <pc:docMk/>
            <pc:sldMk cId="3949537576" sldId="296"/>
            <ac:spMk id="156" creationId="{782B4E1A-873C-A5C5-2AEA-223F608B1E1B}"/>
          </ac:spMkLst>
        </pc:spChg>
        <pc:spChg chg="add mod">
          <ac:chgData name="昕 许" userId="a2975fcd840abfc3" providerId="LiveId" clId="{49CCD4F9-177C-4270-9A14-60236FF377E8}" dt="2026-04-08T02:55:41.948" v="6869" actId="1076"/>
          <ac:spMkLst>
            <pc:docMk/>
            <pc:sldMk cId="3949537576" sldId="296"/>
            <ac:spMk id="157" creationId="{F30B9282-1CF5-EEA2-3009-74B9E8F50F80}"/>
          </ac:spMkLst>
        </pc:s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" creationId="{DEAFE296-E131-148C-B469-63A6379D4190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2" creationId="{AF68540B-D49F-B24C-15F0-680BCED0C495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9" creationId="{9D1B4BA3-3F93-2C71-669C-756333F9BE7D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23" creationId="{26D2D033-26CF-7F71-E0D4-54793AA22FCF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1" creationId="{B47C8EE2-DF07-81DF-C993-A25A95BB8B30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8" creationId="{2B0871AB-C6BF-58F9-1FFD-A9161FB603B2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51:06.751" v="6736" actId="1035"/>
          <ac:grpSpMkLst>
            <pc:docMk/>
            <pc:sldMk cId="3949537576" sldId="296"/>
            <ac:grpSpMk id="50" creationId="{A38C6DDE-E299-4108-55B9-93201B0ED14A}"/>
          </ac:grpSpMkLst>
        </pc:grpChg>
        <pc:grpChg chg="add mod">
          <ac:chgData name="昕 许" userId="a2975fcd840abfc3" providerId="LiveId" clId="{49CCD4F9-177C-4270-9A14-60236FF377E8}" dt="2026-04-08T02:51:16.680" v="6762" actId="1035"/>
          <ac:grpSpMkLst>
            <pc:docMk/>
            <pc:sldMk cId="3949537576" sldId="296"/>
            <ac:grpSpMk id="97" creationId="{2A211E87-9E6C-1E63-8A06-63615723139C}"/>
          </ac:grpSpMkLst>
        </pc:grpChg>
        <pc:grpChg chg="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2" creationId="{BBD153AC-F00D-B49A-FEFD-18162817E201}"/>
          </ac:grpSpMkLst>
        </pc:grpChg>
        <pc:grpChg chg="add del 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3" creationId="{7A993EB4-D5F3-DEC1-05EC-17461FB623D7}"/>
          </ac:grpSpMkLst>
        </pc:grpChg>
        <pc:grpChg chg="add mod">
          <ac:chgData name="昕 许" userId="a2975fcd840abfc3" providerId="LiveId" clId="{49CCD4F9-177C-4270-9A14-60236FF377E8}" dt="2026-04-08T02:51:24.699" v="6779" actId="1035"/>
          <ac:grpSpMkLst>
            <pc:docMk/>
            <pc:sldMk cId="3949537576" sldId="296"/>
            <ac:grpSpMk id="124" creationId="{7EF76028-ABA6-FAFF-357A-C4DD91F90F8C}"/>
          </ac:grpSpMkLst>
        </pc:grpChg>
        <pc:grpChg chg="mod topLvl">
          <ac:chgData name="昕 许" userId="a2975fcd840abfc3" providerId="LiveId" clId="{49CCD4F9-177C-4270-9A14-60236FF377E8}" dt="2026-04-08T02:51:54.481" v="6794" actId="1076"/>
          <ac:grpSpMkLst>
            <pc:docMk/>
            <pc:sldMk cId="3949537576" sldId="296"/>
            <ac:grpSpMk id="127" creationId="{A15259C5-A17D-5DBC-9678-13DFDA0F1949}"/>
          </ac:grpSpMkLst>
        </pc:grpChg>
        <pc:grpChg chg="add mod">
          <ac:chgData name="昕 许" userId="a2975fcd840abfc3" providerId="LiveId" clId="{49CCD4F9-177C-4270-9A14-60236FF377E8}" dt="2026-04-08T02:52:02.965" v="6797" actId="1076"/>
          <ac:grpSpMkLst>
            <pc:docMk/>
            <pc:sldMk cId="3949537576" sldId="296"/>
            <ac:grpSpMk id="134" creationId="{7E65DD75-4EDC-6D99-A01F-CB8FFD8F3FEB}"/>
          </ac:grpSpMkLst>
        </pc:grpChg>
        <pc:grpChg chg="add mod">
          <ac:chgData name="昕 许" userId="a2975fcd840abfc3" providerId="LiveId" clId="{49CCD4F9-177C-4270-9A14-60236FF377E8}" dt="2026-04-08T02:55:47.760" v="6871" actId="20577"/>
          <ac:grpSpMkLst>
            <pc:docMk/>
            <pc:sldMk cId="3949537576" sldId="296"/>
            <ac:grpSpMk id="152" creationId="{EDFF5D89-AF73-D372-CBB2-3BAC004DC621}"/>
          </ac:grpSpMkLst>
        </pc:grpChg>
        <pc:grpChg chg="add mod">
          <ac:chgData name="昕 许" userId="a2975fcd840abfc3" providerId="LiveId" clId="{49CCD4F9-177C-4270-9A14-60236FF377E8}" dt="2026-04-08T02:55:56.887" v="6877" actId="20577"/>
          <ac:grpSpMkLst>
            <pc:docMk/>
            <pc:sldMk cId="3949537576" sldId="296"/>
            <ac:grpSpMk id="153" creationId="{F58C131C-87EB-FC13-EA71-BC6CD391837B}"/>
          </ac:grpSpMkLst>
        </pc:grp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6" creationId="{9E7B66AE-C991-B337-7E74-0EB92E54817C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7" creationId="{364D2A02-E640-9ED5-1AA6-58856DD21395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0" creationId="{92EF0427-FA05-FCA5-EC49-7064049FB7E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3" creationId="{8C456521-40AE-5192-C3AA-2B36F4593E24}"/>
          </ac:cxnSpMkLst>
        </pc:cxnChg>
        <pc:cxnChg chg="add mod">
          <ac:chgData name="昕 许" userId="a2975fcd840abfc3" providerId="LiveId" clId="{49CCD4F9-177C-4270-9A14-60236FF377E8}" dt="2026-04-08T02:54:19.363" v="6834" actId="208"/>
          <ac:cxnSpMkLst>
            <pc:docMk/>
            <pc:sldMk cId="3949537576" sldId="296"/>
            <ac:cxnSpMk id="146" creationId="{5A191705-37A4-6D26-8D45-20738179B4B2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3.557" v="7270" actId="47"/>
        <pc:sldMkLst>
          <pc:docMk/>
          <pc:sldMk cId="3112887342" sldId="297"/>
        </pc:sldMkLst>
        <pc:spChg chg="add mod">
          <ac:chgData name="昕 许" userId="a2975fcd840abfc3" providerId="LiveId" clId="{49CCD4F9-177C-4270-9A14-60236FF377E8}" dt="2026-04-12T02:39:13.566" v="6879"/>
          <ac:spMkLst>
            <pc:docMk/>
            <pc:sldMk cId="3112887342" sldId="297"/>
            <ac:spMk id="2" creationId="{EE245550-846E-7147-7C66-15674F639971}"/>
          </ac:spMkLst>
        </pc:spChg>
        <pc:spChg chg="add del mod">
          <ac:chgData name="昕 许" userId="a2975fcd840abfc3" providerId="LiveId" clId="{49CCD4F9-177C-4270-9A14-60236FF377E8}" dt="2026-04-12T02:39:29.815" v="6882" actId="478"/>
          <ac:spMkLst>
            <pc:docMk/>
            <pc:sldMk cId="3112887342" sldId="297"/>
            <ac:spMk id="3" creationId="{3C4EF479-E6A9-78DF-AE4B-2653A00CE3BB}"/>
          </ac:spMkLst>
        </pc:spChg>
        <pc:spChg chg="mod">
          <ac:chgData name="昕 许" userId="a2975fcd840abfc3" providerId="LiveId" clId="{49CCD4F9-177C-4270-9A14-60236FF377E8}" dt="2026-04-12T02:39:36.597" v="6891" actId="20577"/>
          <ac:spMkLst>
            <pc:docMk/>
            <pc:sldMk cId="3112887342" sldId="297"/>
            <ac:spMk id="5" creationId="{65608A7D-E6E1-E94F-70E4-1C62461CCE1E}"/>
          </ac:spMkLst>
        </pc:spChg>
        <pc:spChg chg="mod">
          <ac:chgData name="昕 许" userId="a2975fcd840abfc3" providerId="LiveId" clId="{49CCD4F9-177C-4270-9A14-60236FF377E8}" dt="2026-04-12T02:39:38.983" v="6892" actId="1076"/>
          <ac:spMkLst>
            <pc:docMk/>
            <pc:sldMk cId="3112887342" sldId="297"/>
            <ac:spMk id="6" creationId="{3607D0A2-4578-2FD2-A9B1-23ED1EF1F403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8" creationId="{B9E78FBA-4709-1D99-BA0B-56F2F6258ACC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9" creationId="{A423E740-752E-C232-71C9-9C190DE31DF4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1" creationId="{CD13E4E6-16E6-2A7D-B8CB-880FCA55C416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2" creationId="{6B004975-0E43-4D97-671A-4B65E68042C7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4" creationId="{50B187A4-D974-207E-4519-6E5ADC3839B6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5" creationId="{49F5A26C-0F2F-9B28-DFC4-58E91DB17C62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7" creationId="{D54ECF98-1508-E0DA-AE99-6C70017CCD8A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8" creationId="{FF1C0FB6-10AB-722E-2E30-EE57EE4439FB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0" creationId="{6D9DFD25-FE84-8908-04BF-04CF8FFF0827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1" creationId="{0B4AF54C-5EE8-C76E-34B4-BF4AD90490D2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3" creationId="{CDEEEAF2-79AF-8603-9752-ED6AB88D8F36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4" creationId="{FCF00D60-BC21-0B9A-0E5B-99169001CE47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6" creationId="{AD01FD77-B981-F74A-0585-E45028942636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7" creationId="{FCFDE599-7020-3001-72E1-7E959C131017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29" creationId="{06C09BE9-7860-A404-8D41-C4E74560CD93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30" creationId="{090ED9BE-E0DC-D5E6-1C9C-3C9C90561936}"/>
          </ac:spMkLst>
        </pc:spChg>
        <pc:spChg chg="add del mod">
          <ac:chgData name="昕 许" userId="a2975fcd840abfc3" providerId="LiveId" clId="{49CCD4F9-177C-4270-9A14-60236FF377E8}" dt="2026-04-12T02:41:02.551" v="6921" actId="478"/>
          <ac:spMkLst>
            <pc:docMk/>
            <pc:sldMk cId="3112887342" sldId="297"/>
            <ac:spMk id="31" creationId="{80E1B83E-EB31-8A6B-4BFD-810F75B0EC48}"/>
          </ac:spMkLst>
        </pc:spChg>
        <pc:spChg chg="add mod">
          <ac:chgData name="昕 许" userId="a2975fcd840abfc3" providerId="LiveId" clId="{49CCD4F9-177C-4270-9A14-60236FF377E8}" dt="2026-04-12T02:41:21.839" v="6930" actId="164"/>
          <ac:spMkLst>
            <pc:docMk/>
            <pc:sldMk cId="3112887342" sldId="297"/>
            <ac:spMk id="34" creationId="{A5A5BC0B-3A4C-89E3-BD5E-81E31D1C2DE9}"/>
          </ac:spMkLst>
        </pc:spChg>
        <pc:spChg chg="mod">
          <ac:chgData name="昕 许" userId="a2975fcd840abfc3" providerId="LiveId" clId="{49CCD4F9-177C-4270-9A14-60236FF377E8}" dt="2026-04-12T02:41:55.718" v="6952" actId="1076"/>
          <ac:spMkLst>
            <pc:docMk/>
            <pc:sldMk cId="3112887342" sldId="297"/>
            <ac:spMk id="38" creationId="{6A17A775-2FE0-D3C6-1F60-F18433EEBC9C}"/>
          </ac:spMkLst>
        </pc:spChg>
        <pc:grpChg chg="add mod">
          <ac:chgData name="昕 许" userId="a2975fcd840abfc3" providerId="LiveId" clId="{49CCD4F9-177C-4270-9A14-60236FF377E8}" dt="2026-04-12T02:39:36.597" v="6891" actId="20577"/>
          <ac:grpSpMkLst>
            <pc:docMk/>
            <pc:sldMk cId="3112887342" sldId="297"/>
            <ac:grpSpMk id="4" creationId="{04FD75EE-CB5B-542A-91B9-443FFA047A82}"/>
          </ac:grpSpMkLst>
        </pc:grpChg>
        <pc:grpChg chg="add mod">
          <ac:chgData name="昕 许" userId="a2975fcd840abfc3" providerId="LiveId" clId="{49CCD4F9-177C-4270-9A14-60236FF377E8}" dt="2026-04-12T02:39:58.318" v="6900" actId="20577"/>
          <ac:grpSpMkLst>
            <pc:docMk/>
            <pc:sldMk cId="3112887342" sldId="297"/>
            <ac:grpSpMk id="7" creationId="{EC32701E-F74C-F049-9D75-DA1D31E5C682}"/>
          </ac:grpSpMkLst>
        </pc:grpChg>
        <pc:grpChg chg="add mod">
          <ac:chgData name="昕 许" userId="a2975fcd840abfc3" providerId="LiveId" clId="{49CCD4F9-177C-4270-9A14-60236FF377E8}" dt="2026-04-12T02:40:01.293" v="6902" actId="20577"/>
          <ac:grpSpMkLst>
            <pc:docMk/>
            <pc:sldMk cId="3112887342" sldId="297"/>
            <ac:grpSpMk id="10" creationId="{302B11E4-E27E-2E0C-F46F-C8A95D937273}"/>
          </ac:grpSpMkLst>
        </pc:grpChg>
        <pc:grpChg chg="add mod">
          <ac:chgData name="昕 许" userId="a2975fcd840abfc3" providerId="LiveId" clId="{49CCD4F9-177C-4270-9A14-60236FF377E8}" dt="2026-04-12T02:40:04.381" v="6904" actId="20577"/>
          <ac:grpSpMkLst>
            <pc:docMk/>
            <pc:sldMk cId="3112887342" sldId="297"/>
            <ac:grpSpMk id="13" creationId="{14761FB9-262D-DB87-FF9B-5E18445C91D0}"/>
          </ac:grpSpMkLst>
        </pc:grpChg>
        <pc:grpChg chg="mod">
          <ac:chgData name="昕 许" userId="a2975fcd840abfc3" providerId="LiveId" clId="{49CCD4F9-177C-4270-9A14-60236FF377E8}" dt="2026-04-12T02:40:06.341" v="6906" actId="20577"/>
          <ac:grpSpMkLst>
            <pc:docMk/>
            <pc:sldMk cId="3112887342" sldId="297"/>
            <ac:grpSpMk id="16" creationId="{0DE62564-0E85-589E-1A0B-CEC54BEF5204}"/>
          </ac:grpSpMkLst>
        </pc:grpChg>
        <pc:grpChg chg="add mod">
          <ac:chgData name="昕 许" userId="a2975fcd840abfc3" providerId="LiveId" clId="{49CCD4F9-177C-4270-9A14-60236FF377E8}" dt="2026-04-12T02:40:09.355" v="6908" actId="20577"/>
          <ac:grpSpMkLst>
            <pc:docMk/>
            <pc:sldMk cId="3112887342" sldId="297"/>
            <ac:grpSpMk id="19" creationId="{53C24869-3B41-02B3-0396-B3A4E734C648}"/>
          </ac:grpSpMkLst>
        </pc:grpChg>
        <pc:grpChg chg="mod">
          <ac:chgData name="昕 许" userId="a2975fcd840abfc3" providerId="LiveId" clId="{49CCD4F9-177C-4270-9A14-60236FF377E8}" dt="2026-04-12T02:40:15.938" v="6912" actId="20577"/>
          <ac:grpSpMkLst>
            <pc:docMk/>
            <pc:sldMk cId="3112887342" sldId="297"/>
            <ac:grpSpMk id="22" creationId="{DEC2F06D-B5A1-6FC4-C572-93A8AE85115A}"/>
          </ac:grpSpMkLst>
        </pc:grpChg>
        <pc:grpChg chg="add mod">
          <ac:chgData name="昕 许" userId="a2975fcd840abfc3" providerId="LiveId" clId="{49CCD4F9-177C-4270-9A14-60236FF377E8}" dt="2026-04-12T02:40:17.708" v="6914" actId="20577"/>
          <ac:grpSpMkLst>
            <pc:docMk/>
            <pc:sldMk cId="3112887342" sldId="297"/>
            <ac:grpSpMk id="25" creationId="{F350968C-9C95-43CE-344D-911B02716297}"/>
          </ac:grpSpMkLst>
        </pc:grpChg>
        <pc:grpChg chg="add mod">
          <ac:chgData name="昕 许" userId="a2975fcd840abfc3" providerId="LiveId" clId="{49CCD4F9-177C-4270-9A14-60236FF377E8}" dt="2026-04-12T02:40:19.503" v="6916" actId="20577"/>
          <ac:grpSpMkLst>
            <pc:docMk/>
            <pc:sldMk cId="3112887342" sldId="297"/>
            <ac:grpSpMk id="28" creationId="{CB9A1F1E-952F-25E3-BEA6-AFAE821F6421}"/>
          </ac:grpSpMkLst>
        </pc:grpChg>
        <pc:grpChg chg="add mod">
          <ac:chgData name="昕 许" userId="a2975fcd840abfc3" providerId="LiveId" clId="{49CCD4F9-177C-4270-9A14-60236FF377E8}" dt="2026-04-12T02:41:21.839" v="6930" actId="164"/>
          <ac:grpSpMkLst>
            <pc:docMk/>
            <pc:sldMk cId="3112887342" sldId="297"/>
            <ac:grpSpMk id="35" creationId="{B367E2BA-1E96-023B-8680-A31B7FD5FA17}"/>
          </ac:grpSpMkLst>
        </pc:grpChg>
        <pc:grpChg chg="add mod">
          <ac:chgData name="昕 许" userId="a2975fcd840abfc3" providerId="LiveId" clId="{49CCD4F9-177C-4270-9A14-60236FF377E8}" dt="2026-04-12T02:41:49.226" v="6950" actId="20577"/>
          <ac:grpSpMkLst>
            <pc:docMk/>
            <pc:sldMk cId="3112887342" sldId="297"/>
            <ac:grpSpMk id="36" creationId="{08B3DF41-0EB3-5462-6FCA-FC41AB87805A}"/>
          </ac:grpSpMkLst>
        </pc:grpChg>
        <pc:grpChg chg="del mod">
          <ac:chgData name="昕 许" userId="a2975fcd840abfc3" providerId="LiveId" clId="{49CCD4F9-177C-4270-9A14-60236FF377E8}" dt="2026-04-12T02:38:52.388" v="6878" actId="478"/>
          <ac:grpSpMkLst>
            <pc:docMk/>
            <pc:sldMk cId="3112887342" sldId="297"/>
            <ac:grpSpMk id="84" creationId="{8334FB7F-C0E9-F2B0-08D6-B8C6B893EDC0}"/>
          </ac:grpSpMkLst>
        </pc:grpChg>
        <pc:cxnChg chg="add mod">
          <ac:chgData name="昕 许" userId="a2975fcd840abfc3" providerId="LiveId" clId="{49CCD4F9-177C-4270-9A14-60236FF377E8}" dt="2026-04-12T02:41:21.839" v="6930" actId="164"/>
          <ac:cxnSpMkLst>
            <pc:docMk/>
            <pc:sldMk cId="3112887342" sldId="297"/>
            <ac:cxnSpMk id="33" creationId="{159FFEBF-4C26-C612-9E6A-979AC2D280BE}"/>
          </ac:cxnSpMkLst>
        </pc:cxnChg>
        <pc:cxnChg chg="mod">
          <ac:chgData name="昕 许" userId="a2975fcd840abfc3" providerId="LiveId" clId="{49CCD4F9-177C-4270-9A14-60236FF377E8}" dt="2026-04-12T02:41:49.226" v="6950" actId="20577"/>
          <ac:cxnSpMkLst>
            <pc:docMk/>
            <pc:sldMk cId="3112887342" sldId="297"/>
            <ac:cxnSpMk id="37" creationId="{8C4CAEB7-0E2D-DEEE-487E-CDC5931F63AC}"/>
          </ac:cxnSpMkLst>
        </pc:cxnChg>
      </pc:sldChg>
      <pc:sldChg chg="addSp delSp modSp add del mod">
        <pc:chgData name="昕 许" userId="a2975fcd840abfc3" providerId="LiveId" clId="{49CCD4F9-177C-4270-9A14-60236FF377E8}" dt="2026-04-12T02:42:04.243" v="6953" actId="47"/>
        <pc:sldMkLst>
          <pc:docMk/>
          <pc:sldMk cId="592326987" sldId="298"/>
        </pc:sldMkLst>
      </pc:sldChg>
      <pc:sldChg chg="addSp delSp modSp add del mod modTransition">
        <pc:chgData name="昕 许" userId="a2975fcd840abfc3" providerId="LiveId" clId="{49CCD4F9-177C-4270-9A14-60236FF377E8}" dt="2026-04-12T04:54:23.381" v="7269" actId="47"/>
        <pc:sldMkLst>
          <pc:docMk/>
          <pc:sldMk cId="2087942255" sldId="299"/>
        </pc:sldMkLst>
      </pc:sldChg>
      <pc:sldChg chg="addSp delSp modSp add del mod modTransition">
        <pc:chgData name="昕 许" userId="a2975fcd840abfc3" providerId="LiveId" clId="{49CCD4F9-177C-4270-9A14-60236FF377E8}" dt="2026-04-12T04:54:23.738" v="7271" actId="47"/>
        <pc:sldMkLst>
          <pc:docMk/>
          <pc:sldMk cId="1881908062" sldId="300"/>
        </pc:sldMkLst>
        <pc:spChg chg="add del mod">
          <ac:chgData name="昕 许" userId="a2975fcd840abfc3" providerId="LiveId" clId="{49CCD4F9-177C-4270-9A14-60236FF377E8}" dt="2026-04-12T02:46:34.055" v="7003" actId="478"/>
          <ac:spMkLst>
            <pc:docMk/>
            <pc:sldMk cId="1881908062" sldId="300"/>
            <ac:spMk id="2" creationId="{BDDD2398-2F19-478F-399F-77067206BE3C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4" creationId="{E64C8C97-92F1-6751-B395-D279D9F260B8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8" creationId="{F2DBDDEC-7DF9-EC1C-5B21-CF1A67EA240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1" creationId="{0F9311C0-552C-0DF3-CD0C-0B53ABAAB16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2" creationId="{D6FE7BB1-9B81-2E3D-6A9B-AFC1A4569665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4" creationId="{CFACFCBB-0298-CF80-8CBD-59C5AA729C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5" creationId="{3422AC8E-023E-5449-BECF-B6C71BF79C3E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60" creationId="{72778EB6-025F-D732-CAFE-4DAC0D6AD1A7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3" creationId="{DADBF12C-19A9-40EF-21A9-3180039CA408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4" creationId="{29EB528D-6AB4-B1B3-976E-EBE01B91BCE9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6" creationId="{808AC887-40D2-5E8F-397C-53C229125DF3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7" creationId="{63190865-5C80-197F-37DC-E4170BD78C8E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69" creationId="{68C0883D-EC30-8A74-CB87-615B397C3FA9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70" creationId="{65C04C46-28F5-0B09-1E5A-7DE2F32FBBE3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2" creationId="{B3AC283A-8557-91D8-7452-3818AFD30218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3" creationId="{8845DCA2-F9C4-7F40-4FA7-BA098141968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5" creationId="{989AC98B-A0EB-BD41-708D-80A96CECD47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6" creationId="{FE1F0160-3497-5A7C-1CF9-6F360F6E8F08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8" creationId="{4C3D55FB-4DF2-E331-C526-AC58B68822F9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9" creationId="{05FD1E22-9B93-5C16-2194-C405105D2F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84" creationId="{E8579438-2682-A337-B130-0DB8C56EB249}"/>
          </ac:spMkLst>
        </pc:spChg>
        <pc:spChg chg="del mod">
          <ac:chgData name="昕 许" userId="a2975fcd840abfc3" providerId="LiveId" clId="{49CCD4F9-177C-4270-9A14-60236FF377E8}" dt="2026-04-12T02:51:17.998" v="7197" actId="478"/>
          <ac:spMkLst>
            <pc:docMk/>
            <pc:sldMk cId="1881908062" sldId="300"/>
            <ac:spMk id="87" creationId="{723C4730-968D-FD4C-E13E-E98B99863833}"/>
          </ac:spMkLst>
        </pc:spChg>
        <pc:spChg chg="add del mod">
          <ac:chgData name="昕 许" userId="a2975fcd840abfc3" providerId="LiveId" clId="{49CCD4F9-177C-4270-9A14-60236FF377E8}" dt="2026-04-12T02:51:16.962" v="7196" actId="478"/>
          <ac:spMkLst>
            <pc:docMk/>
            <pc:sldMk cId="1881908062" sldId="300"/>
            <ac:spMk id="88" creationId="{065D4FD3-3202-E41C-324E-325792212F02}"/>
          </ac:spMkLst>
        </pc:spChg>
        <pc:spChg chg="add mod">
          <ac:chgData name="昕 许" userId="a2975fcd840abfc3" providerId="LiveId" clId="{49CCD4F9-177C-4270-9A14-60236FF377E8}" dt="2026-04-12T02:52:20.621" v="7235" actId="1076"/>
          <ac:spMkLst>
            <pc:docMk/>
            <pc:sldMk cId="1881908062" sldId="300"/>
            <ac:spMk id="90" creationId="{88EFB81F-F2CD-8494-67B0-67AF01F66924}"/>
          </ac:spMkLst>
        </pc:spChg>
        <pc:spChg chg="add mod">
          <ac:chgData name="昕 许" userId="a2975fcd840abfc3" providerId="LiveId" clId="{49CCD4F9-177C-4270-9A14-60236FF377E8}" dt="2026-04-12T02:52:06.606" v="7231" actId="14100"/>
          <ac:spMkLst>
            <pc:docMk/>
            <pc:sldMk cId="1881908062" sldId="300"/>
            <ac:spMk id="93" creationId="{CA4AA5E7-3EB0-6312-0DC6-F2AE01E61688}"/>
          </ac:spMkLst>
        </pc:spChg>
        <pc:grpChg chg="add mod">
          <ac:chgData name="昕 许" userId="a2975fcd840abfc3" providerId="LiveId" clId="{49CCD4F9-177C-4270-9A14-60236FF377E8}" dt="2026-04-12T02:42:32.665" v="6960" actId="164"/>
          <ac:grpSpMkLst>
            <pc:docMk/>
            <pc:sldMk cId="1881908062" sldId="300"/>
            <ac:grpSpMk id="3" creationId="{943E04E4-14F2-4735-9333-1FB95E4FBE9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4" creationId="{61AE3A11-85BB-5814-EFCD-140142709004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3" creationId="{9CE29CA8-0B24-24BA-3AA0-B5D609F1DAE1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6" creationId="{9A595E12-984B-D566-EAA8-46F9E4D64F17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9" creationId="{449B024E-0A7C-22CC-F16A-B6CE23B19CFC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2" creationId="{046D5AD6-830F-9D79-1204-003F8115295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5" creationId="{D1570FE3-AFE5-1777-DAB7-FD0A70EFF51D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8" creationId="{6AA59212-FD2C-5F6B-513C-43F561AEEEE5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5" creationId="{64F539CA-C5D8-1652-9B77-E326C175B134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6" creationId="{88A4CF8C-A9EF-C414-350D-B28497E3DD97}"/>
          </ac:grpSpMkLst>
        </pc:grpChg>
        <pc:grpChg chg="add 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50" creationId="{162D9EA1-5574-1E31-0699-65A5C0A91162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3" creationId="{CFB772BE-DB9E-EC52-F60D-D1199053A30C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6" creationId="{8705648F-33DF-63A3-0658-D38CF134106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9" creationId="{E53E8B7B-B4BE-1E66-8D41-7C2A7CBDC19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2" creationId="{9D0E71FC-DC23-77C3-DFB6-A583D110493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5" creationId="{7EC26C8D-D5E3-0572-E07E-D16B0A485FEB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8" creationId="{08ECE9F6-1A2F-A337-ED10-0BC39763DE78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1" creationId="{5A7BA942-9E34-B306-FACF-DE34CDF2C91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4" creationId="{F63233AC-F54B-253B-7FD9-934BD752630F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7" creationId="{A954BF1E-76DA-3A37-2AC1-43883C2D16ED}"/>
          </ac:grpSpMkLst>
        </pc:grpChg>
        <pc:grpChg chg="del mod">
          <ac:chgData name="昕 许" userId="a2975fcd840abfc3" providerId="LiveId" clId="{49CCD4F9-177C-4270-9A14-60236FF377E8}" dt="2026-04-12T02:51:14.881" v="7195" actId="478"/>
          <ac:grpSpMkLst>
            <pc:docMk/>
            <pc:sldMk cId="1881908062" sldId="300"/>
            <ac:grpSpMk id="80" creationId="{B3026D13-E83A-18D2-6F06-DDA51AA4DCDC}"/>
          </ac:grpSpMkLst>
        </pc:grpChg>
        <pc:picChg chg="add del mod">
          <ac:chgData name="昕 许" userId="a2975fcd840abfc3" providerId="LiveId" clId="{49CCD4F9-177C-4270-9A14-60236FF377E8}" dt="2026-04-12T02:46:37.670" v="7009" actId="478"/>
          <ac:picMkLst>
            <pc:docMk/>
            <pc:sldMk cId="1881908062" sldId="300"/>
            <ac:picMk id="47" creationId="{0C697854-555B-5C1B-8A7B-7DBE990570EF}"/>
          </ac:picMkLst>
        </pc:picChg>
        <pc:picChg chg="add del mod">
          <ac:chgData name="昕 许" userId="a2975fcd840abfc3" providerId="LiveId" clId="{49CCD4F9-177C-4270-9A14-60236FF377E8}" dt="2026-04-12T02:46:35.900" v="7006" actId="478"/>
          <ac:picMkLst>
            <pc:docMk/>
            <pc:sldMk cId="1881908062" sldId="300"/>
            <ac:picMk id="48" creationId="{A487411B-FB83-48D3-2120-AED3C910B389}"/>
          </ac:picMkLst>
        </pc:picChg>
        <pc:picChg chg="add del mod">
          <ac:chgData name="昕 许" userId="a2975fcd840abfc3" providerId="LiveId" clId="{49CCD4F9-177C-4270-9A14-60236FF377E8}" dt="2026-04-12T02:46:35.267" v="7005" actId="478"/>
          <ac:picMkLst>
            <pc:docMk/>
            <pc:sldMk cId="1881908062" sldId="300"/>
            <ac:picMk id="49" creationId="{D111B1B2-C39E-7F76-222D-76C01824FF4A}"/>
          </ac:picMkLst>
        </pc:picChg>
        <pc:cxnChg chg="add del mod">
          <ac:chgData name="昕 许" userId="a2975fcd840abfc3" providerId="LiveId" clId="{49CCD4F9-177C-4270-9A14-60236FF377E8}" dt="2026-04-12T02:46:37.062" v="7008" actId="478"/>
          <ac:cxnSpMkLst>
            <pc:docMk/>
            <pc:sldMk cId="1881908062" sldId="300"/>
            <ac:cxnSpMk id="32" creationId="{3CF30E1B-0AEB-3D9E-CA3A-8267DBBC2664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3" creationId="{ADAEF6A1-C69B-0F68-6C48-8BCF27017FA1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7" creationId="{577CDDFF-2853-EE87-E2E4-3BE79E7BBB90}"/>
          </ac:cxnSpMkLst>
        </pc:cxnChg>
        <pc:cxnChg chg="add del mod">
          <ac:chgData name="昕 许" userId="a2975fcd840abfc3" providerId="LiveId" clId="{49CCD4F9-177C-4270-9A14-60236FF377E8}" dt="2026-04-12T02:46:36.474" v="7007" actId="478"/>
          <ac:cxnSpMkLst>
            <pc:docMk/>
            <pc:sldMk cId="1881908062" sldId="300"/>
            <ac:cxnSpMk id="41" creationId="{61BD552E-9CD1-FB25-2412-3E3214DE0895}"/>
          </ac:cxnSpMkLst>
        </pc:cxnChg>
        <pc:cxnChg chg="add del mod">
          <ac:chgData name="昕 许" userId="a2975fcd840abfc3" providerId="LiveId" clId="{49CCD4F9-177C-4270-9A14-60236FF377E8}" dt="2026-04-12T02:46:34.820" v="7004" actId="478"/>
          <ac:cxnSpMkLst>
            <pc:docMk/>
            <pc:sldMk cId="1881908062" sldId="300"/>
            <ac:cxnSpMk id="45" creationId="{A918233B-D4B5-AC82-971A-FCC6032470E2}"/>
          </ac:cxnSpMkLst>
        </pc:cxnChg>
        <pc:cxnChg chg="add del mod">
          <ac:chgData name="昕 许" userId="a2975fcd840abfc3" providerId="LiveId" clId="{49CCD4F9-177C-4270-9A14-60236FF377E8}" dt="2026-04-12T02:52:15.246" v="7233" actId="478"/>
          <ac:cxnSpMkLst>
            <pc:docMk/>
            <pc:sldMk cId="1881908062" sldId="300"/>
            <ac:cxnSpMk id="89" creationId="{43185D13-711E-DA18-5E62-FF97E22FE58F}"/>
          </ac:cxnSpMkLst>
        </pc:cxnChg>
        <pc:cxnChg chg="add del mod">
          <ac:chgData name="昕 许" userId="a2975fcd840abfc3" providerId="LiveId" clId="{49CCD4F9-177C-4270-9A14-60236FF377E8}" dt="2026-04-12T02:51:59.760" v="7227" actId="478"/>
          <ac:cxnSpMkLst>
            <pc:docMk/>
            <pc:sldMk cId="1881908062" sldId="300"/>
            <ac:cxnSpMk id="92" creationId="{B16DAD0D-006E-4FFA-1914-7DA24C262DEF}"/>
          </ac:cxnSpMkLst>
        </pc:cxnChg>
        <pc:cxnChg chg="add mod">
          <ac:chgData name="昕 许" userId="a2975fcd840abfc3" providerId="LiveId" clId="{49CCD4F9-177C-4270-9A14-60236FF377E8}" dt="2026-04-12T02:52:18.286" v="7234" actId="208"/>
          <ac:cxnSpMkLst>
            <pc:docMk/>
            <pc:sldMk cId="1881908062" sldId="300"/>
            <ac:cxnSpMk id="95" creationId="{671365A4-BA4C-504E-3FD4-7DFABD998CF8}"/>
          </ac:cxnSpMkLst>
        </pc:cxnChg>
      </pc:sldChg>
      <pc:sldChg chg="add del modTransition">
        <pc:chgData name="昕 许" userId="a2975fcd840abfc3" providerId="LiveId" clId="{49CCD4F9-177C-4270-9A14-60236FF377E8}" dt="2026-04-12T04:54:23.906" v="7272" actId="47"/>
        <pc:sldMkLst>
          <pc:docMk/>
          <pc:sldMk cId="1168477561" sldId="301"/>
        </pc:sldMkLst>
      </pc:sldChg>
      <pc:sldChg chg="addSp delSp modSp add del mod modTransition">
        <pc:chgData name="昕 许" userId="a2975fcd840abfc3" providerId="LiveId" clId="{49CCD4F9-177C-4270-9A14-60236FF377E8}" dt="2026-04-12T04:54:24.068" v="7273" actId="47"/>
        <pc:sldMkLst>
          <pc:docMk/>
          <pc:sldMk cId="2676725650" sldId="302"/>
        </pc:sldMkLst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4" creationId="{5906373C-0A01-3971-AB71-6A71150CB672}"/>
          </ac:spMkLst>
        </pc:spChg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5" creationId="{B3137A5B-627F-BEC3-CBC0-410328D8AC94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3" creationId="{FC9B85BD-8059-13EA-69F1-F46F573DB3C5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4" creationId="{51005C3C-D42E-8B7C-54DC-BE870F00C410}"/>
          </ac:spMkLst>
        </pc:spChg>
        <pc:spChg chg="mod">
          <ac:chgData name="昕 许" userId="a2975fcd840abfc3" providerId="LiveId" clId="{49CCD4F9-177C-4270-9A14-60236FF377E8}" dt="2026-04-12T02:47:44.953" v="7013"/>
          <ac:spMkLst>
            <pc:docMk/>
            <pc:sldMk cId="2676725650" sldId="302"/>
            <ac:spMk id="39" creationId="{04012097-1F17-92BF-A035-ACF67A2F80F0}"/>
          </ac:spMkLst>
        </pc:spChg>
        <pc:spChg chg="add mod">
          <ac:chgData name="昕 许" userId="a2975fcd840abfc3" providerId="LiveId" clId="{49CCD4F9-177C-4270-9A14-60236FF377E8}" dt="2026-04-12T02:49:38.850" v="7118" actId="1076"/>
          <ac:spMkLst>
            <pc:docMk/>
            <pc:sldMk cId="2676725650" sldId="302"/>
            <ac:spMk id="46" creationId="{AF7194E5-6233-DA24-AAC0-00D479CCA784}"/>
          </ac:spMkLst>
        </pc:spChg>
        <pc:spChg chg="add mod">
          <ac:chgData name="昕 许" userId="a2975fcd840abfc3" providerId="LiveId" clId="{49CCD4F9-177C-4270-9A14-60236FF377E8}" dt="2026-04-12T02:50:06.124" v="7165" actId="20577"/>
          <ac:spMkLst>
            <pc:docMk/>
            <pc:sldMk cId="2676725650" sldId="302"/>
            <ac:spMk id="57" creationId="{7FFF280E-2F15-B0FE-6EDC-F1C088EC5522}"/>
          </ac:spMkLst>
        </pc:spChg>
        <pc:spChg chg="add mod">
          <ac:chgData name="昕 许" userId="a2975fcd840abfc3" providerId="LiveId" clId="{49CCD4F9-177C-4270-9A14-60236FF377E8}" dt="2026-04-12T02:50:00.803" v="7163"/>
          <ac:spMkLst>
            <pc:docMk/>
            <pc:sldMk cId="2676725650" sldId="302"/>
            <ac:spMk id="58" creationId="{335565AA-325B-A502-D339-2C82B1ED1B6E}"/>
          </ac:spMkLst>
        </pc:spChg>
        <pc:grpChg chg="add mod">
          <ac:chgData name="昕 许" userId="a2975fcd840abfc3" providerId="LiveId" clId="{49CCD4F9-177C-4270-9A14-60236FF377E8}" dt="2026-04-12T02:47:49.708" v="7014" actId="1076"/>
          <ac:grpSpMkLst>
            <pc:docMk/>
            <pc:sldMk cId="2676725650" sldId="302"/>
            <ac:grpSpMk id="3" creationId="{FA74162B-F2C3-ED34-B1C6-805DF843D63A}"/>
          </ac:grpSpMkLst>
        </pc:grpChg>
        <pc:grpChg chg="mod">
          <ac:chgData name="昕 许" userId="a2975fcd840abfc3" providerId="LiveId" clId="{49CCD4F9-177C-4270-9A14-60236FF377E8}" dt="2026-04-12T02:49:40.095" v="7120" actId="20577"/>
          <ac:grpSpMkLst>
            <pc:docMk/>
            <pc:sldMk cId="2676725650" sldId="302"/>
            <ac:grpSpMk id="13" creationId="{4D844C1A-D81A-AF38-0EAD-4F21A821B29A}"/>
          </ac:grpSpMkLst>
        </pc:grpChg>
        <pc:grpChg chg="mod">
          <ac:chgData name="昕 许" userId="a2975fcd840abfc3" providerId="LiveId" clId="{49CCD4F9-177C-4270-9A14-60236FF377E8}" dt="2026-04-12T02:49:41.780" v="7122" actId="20577"/>
          <ac:grpSpMkLst>
            <pc:docMk/>
            <pc:sldMk cId="2676725650" sldId="302"/>
            <ac:grpSpMk id="22" creationId="{0A06E403-F296-D3A8-36A0-E0C19C8834EB}"/>
          </ac:grpSpMkLst>
        </pc:grpChg>
        <pc:grpChg chg="mod">
          <ac:chgData name="昕 许" userId="a2975fcd840abfc3" providerId="LiveId" clId="{49CCD4F9-177C-4270-9A14-60236FF377E8}" dt="2026-04-12T02:47:30.274" v="7012" actId="1076"/>
          <ac:grpSpMkLst>
            <pc:docMk/>
            <pc:sldMk cId="2676725650" sldId="302"/>
            <ac:grpSpMk id="35" creationId="{F150BAF9-5B6D-80C1-69D9-70B2B97DE9A8}"/>
          </ac:grpSpMkLst>
        </pc:grpChg>
        <pc:cxnChg chg="mod">
          <ac:chgData name="昕 许" userId="a2975fcd840abfc3" providerId="LiveId" clId="{49CCD4F9-177C-4270-9A14-60236FF377E8}" dt="2026-04-12T02:48:00.748" v="7015" actId="693"/>
          <ac:cxnSpMkLst>
            <pc:docMk/>
            <pc:sldMk cId="2676725650" sldId="302"/>
            <ac:cxnSpMk id="31" creationId="{710D1EA1-B027-DF3D-C7E3-8B4BB0F30263}"/>
          </ac:cxnSpMkLst>
        </pc:cxnChg>
        <pc:cxnChg chg="add del mod">
          <ac:chgData name="昕 许" userId="a2975fcd840abfc3" providerId="LiveId" clId="{49CCD4F9-177C-4270-9A14-60236FF377E8}" dt="2026-04-12T02:48:06.551" v="7017" actId="11529"/>
          <ac:cxnSpMkLst>
            <pc:docMk/>
            <pc:sldMk cId="2676725650" sldId="302"/>
            <ac:cxnSpMk id="42" creationId="{74DE958F-DC1D-D189-794E-58B03CF4A90B}"/>
          </ac:cxnSpMkLst>
        </pc:cxnChg>
        <pc:cxnChg chg="add mod">
          <ac:chgData name="昕 许" userId="a2975fcd840abfc3" providerId="LiveId" clId="{49CCD4F9-177C-4270-9A14-60236FF377E8}" dt="2026-04-12T02:48:15.236" v="7019" actId="208"/>
          <ac:cxnSpMkLst>
            <pc:docMk/>
            <pc:sldMk cId="2676725650" sldId="302"/>
            <ac:cxnSpMk id="44" creationId="{34284A78-9CD1-3522-4D08-9CB2C71902D7}"/>
          </ac:cxnSpMkLst>
        </pc:cxnChg>
        <pc:cxnChg chg="add mod">
          <ac:chgData name="昕 许" userId="a2975fcd840abfc3" providerId="LiveId" clId="{49CCD4F9-177C-4270-9A14-60236FF377E8}" dt="2026-04-12T02:49:41.780" v="7122" actId="20577"/>
          <ac:cxnSpMkLst>
            <pc:docMk/>
            <pc:sldMk cId="2676725650" sldId="302"/>
            <ac:cxnSpMk id="50" creationId="{95A40362-75A6-80A3-B27D-284A7AA451AB}"/>
          </ac:cxnSpMkLst>
        </pc:cxnChg>
        <pc:cxnChg chg="add mod">
          <ac:chgData name="昕 许" userId="a2975fcd840abfc3" providerId="LiveId" clId="{49CCD4F9-177C-4270-9A14-60236FF377E8}" dt="2026-04-12T02:49:13.096" v="7096" actId="14100"/>
          <ac:cxnSpMkLst>
            <pc:docMk/>
            <pc:sldMk cId="2676725650" sldId="302"/>
            <ac:cxnSpMk id="54" creationId="{B42DDFBA-223D-CCB6-2988-DBB49F383E6D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4.242" v="7274" actId="47"/>
        <pc:sldMkLst>
          <pc:docMk/>
          <pc:sldMk cId="3617853704" sldId="303"/>
        </pc:sldMkLst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6" creationId="{C45AC71D-E1BE-EC5B-EE82-FD25F5D4E5B8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8" creationId="{8A79F3EA-4096-1189-B5B9-D7CBE59B3C7D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9" creationId="{700506FB-A3CA-4EEF-C55F-483F5DDA8D80}"/>
          </ac:spMkLst>
        </pc:spChg>
        <pc:spChg chg="mod">
          <ac:chgData name="昕 许" userId="a2975fcd840abfc3" providerId="LiveId" clId="{49CCD4F9-177C-4270-9A14-60236FF377E8}" dt="2026-04-12T02:56:33.471" v="7238" actId="20577"/>
          <ac:spMkLst>
            <pc:docMk/>
            <pc:sldMk cId="3617853704" sldId="303"/>
            <ac:spMk id="11" creationId="{3692F36F-D105-1293-E57A-403890AADE09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2" creationId="{8AF75EC7-65E7-B2DA-3D28-6CC91336E9DC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4" creationId="{365BACCC-2F6C-9127-6631-1C392F357D71}"/>
          </ac:spMkLst>
        </pc:spChg>
        <pc:spChg chg="mod">
          <ac:chgData name="昕 许" userId="a2975fcd840abfc3" providerId="LiveId" clId="{49CCD4F9-177C-4270-9A14-60236FF377E8}" dt="2026-04-12T02:56:35.197" v="7240" actId="20577"/>
          <ac:spMkLst>
            <pc:docMk/>
            <pc:sldMk cId="3617853704" sldId="303"/>
            <ac:spMk id="15" creationId="{CB35ADA2-8193-F152-4475-E1FC41ACA72E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0" creationId="{04DDD07E-F861-65B3-4A36-B7F8183686CB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4" creationId="{64AA4C36-A313-5774-27B0-CEB47D24F6D0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6" creationId="{135418A5-DC6D-4C43-91DD-68C84EFE245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7" creationId="{D18EFF28-228A-5304-450F-7665020FD44F}"/>
          </ac:spMkLst>
        </pc:spChg>
        <pc:spChg chg="mod">
          <ac:chgData name="昕 许" userId="a2975fcd840abfc3" providerId="LiveId" clId="{49CCD4F9-177C-4270-9A14-60236FF377E8}" dt="2026-04-12T02:56:40.115" v="7244" actId="20577"/>
          <ac:spMkLst>
            <pc:docMk/>
            <pc:sldMk cId="3617853704" sldId="303"/>
            <ac:spMk id="29" creationId="{BD5834A7-EFB4-A10A-1487-5B4BC421FD3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30" creationId="{5CB4A824-A06A-B0CA-F4BC-AACFECF3A467}"/>
          </ac:spMkLst>
        </pc:spChg>
        <pc:grpChg chg="add mod">
          <ac:chgData name="昕 许" userId="a2975fcd840abfc3" providerId="LiveId" clId="{49CCD4F9-177C-4270-9A14-60236FF377E8}" dt="2026-04-12T02:58:13.480" v="7255" actId="1076"/>
          <ac:grpSpMkLst>
            <pc:docMk/>
            <pc:sldMk cId="3617853704" sldId="303"/>
            <ac:grpSpMk id="2" creationId="{F32B3FFD-8929-7C4D-713D-4426A7BBF9F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4" creationId="{E175050F-41B9-87EC-7DB2-ABB7132BAA4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7" creationId="{7B058F6D-75E3-71E7-2257-9D281A6BD52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0" creationId="{2AD21907-5533-ADDC-1076-FC69CC3BC908}"/>
          </ac:grpSpMkLst>
        </pc:grpChg>
        <pc:grpChg chg="mod">
          <ac:chgData name="昕 许" userId="a2975fcd840abfc3" providerId="LiveId" clId="{49CCD4F9-177C-4270-9A14-60236FF377E8}" dt="2026-04-12T02:57:16.256" v="7246" actId="1076"/>
          <ac:grpSpMkLst>
            <pc:docMk/>
            <pc:sldMk cId="3617853704" sldId="303"/>
            <ac:grpSpMk id="13" creationId="{FA5B60BA-9C3C-87AB-6B27-6FE66D7D16C5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6" creationId="{C57FC3DC-632D-049B-7DC5-AAC503C7476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9" creationId="{D8CF8983-D700-8BF8-6E1E-FB7ADD5A2D7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2" creationId="{AAA04FEA-A900-B9AE-6F0B-78F36208B651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5" creationId="{A0DF3E5F-D3FE-E353-8953-BEA2D8F3DF7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8" creationId="{66DF9BAC-3953-9935-9D99-63CA5108468C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36" creationId="{B603A59A-50AC-4C86-C6A3-4C13055ACBAD}"/>
          </ac:grpSpMkLst>
        </pc:grpChg>
      </pc:sldChg>
      <pc:sldChg chg="addSp delSp modSp add del mod modTransition">
        <pc:chgData name="昕 许" userId="a2975fcd840abfc3" providerId="LiveId" clId="{49CCD4F9-177C-4270-9A14-60236FF377E8}" dt="2026-04-12T04:54:24.635" v="7275" actId="47"/>
        <pc:sldMkLst>
          <pc:docMk/>
          <pc:sldMk cId="3825945024" sldId="304"/>
        </pc:sldMkLst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8" creationId="{57BB4959-A46A-048B-8964-A47EDB18B56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1" creationId="{15BB1004-C3A7-CB7A-C383-8AB4D78923DD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2" creationId="{7E575A87-D965-0171-DEAE-33A1E89FBAEE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4" creationId="{FD34B194-B591-31DF-EB26-6F6DBC83C499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5" creationId="{CCC7CA42-5881-3C95-A17E-F41BAEE87E1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1" creationId="{9B6D3EEE-E047-FA18-02C9-CA8C45224E1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3" creationId="{862E8E3D-5943-FE42-C5F6-5090FDC5553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4" creationId="{7EA4F07E-9885-4DC4-5F8C-B1654AB9FB25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7" creationId="{F297894A-6B30-F4D4-2BD7-354752E43B54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34" creationId="{FE728B2C-DC03-5537-612A-0F56AA0AB686}"/>
          </ac:spMkLst>
        </pc:spChg>
        <pc:grpChg chg="add mod">
          <ac:chgData name="昕 许" userId="a2975fcd840abfc3" providerId="LiveId" clId="{49CCD4F9-177C-4270-9A14-60236FF377E8}" dt="2026-04-12T02:58:33.390" v="7262" actId="1076"/>
          <ac:grpSpMkLst>
            <pc:docMk/>
            <pc:sldMk cId="3825945024" sldId="304"/>
            <ac:grpSpMk id="3" creationId="{F5AFD05A-E304-0F0D-4773-4730265A08C4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5" creationId="{86027791-67EF-9E2A-1345-61E336BA668C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6" creationId="{B06F5A71-61CD-0292-3835-46B8A116C17B}"/>
          </ac:grpSpMkLst>
        </pc:grpChg>
      </pc:sldChg>
      <pc:sldChg chg="addSp delSp modSp add mod modTransition">
        <pc:chgData name="昕 许" userId="a2975fcd840abfc3" providerId="LiveId" clId="{49CCD4F9-177C-4270-9A14-60236FF377E8}" dt="2026-04-12T10:16:29.690" v="8222" actId="207"/>
        <pc:sldMkLst>
          <pc:docMk/>
          <pc:sldMk cId="4267806618" sldId="305"/>
        </pc:sldMkLst>
        <pc:spChg chg="mod">
          <ac:chgData name="昕 许" userId="a2975fcd840abfc3" providerId="LiveId" clId="{49CCD4F9-177C-4270-9A14-60236FF377E8}" dt="2026-04-12T05:42:41.528" v="7377" actId="20577"/>
          <ac:spMkLst>
            <pc:docMk/>
            <pc:sldMk cId="4267806618" sldId="305"/>
            <ac:spMk id="3" creationId="{C059C67F-0DA8-B149-A5B4-49488A54D859}"/>
          </ac:spMkLst>
        </pc:spChg>
        <pc:spChg chg="mod">
          <ac:chgData name="昕 许" userId="a2975fcd840abfc3" providerId="LiveId" clId="{49CCD4F9-177C-4270-9A14-60236FF377E8}" dt="2026-04-12T05:58:33.590" v="7687" actId="207"/>
          <ac:spMkLst>
            <pc:docMk/>
            <pc:sldMk cId="4267806618" sldId="305"/>
            <ac:spMk id="4" creationId="{70C22BF3-8CED-0A98-B517-4C1F56F0BFB8}"/>
          </ac:spMkLst>
        </pc:spChg>
        <pc:spChg chg="mod">
          <ac:chgData name="昕 许" userId="a2975fcd840abfc3" providerId="LiveId" clId="{49CCD4F9-177C-4270-9A14-60236FF377E8}" dt="2026-04-12T05:42:44.281" v="7381" actId="20577"/>
          <ac:spMkLst>
            <pc:docMk/>
            <pc:sldMk cId="4267806618" sldId="305"/>
            <ac:spMk id="6" creationId="{7E725E85-366B-81BD-ECAE-49FA7A97D50E}"/>
          </ac:spMkLst>
        </pc:spChg>
        <pc:spChg chg="mod">
          <ac:chgData name="昕 许" userId="a2975fcd840abfc3" providerId="LiveId" clId="{49CCD4F9-177C-4270-9A14-60236FF377E8}" dt="2026-04-12T04:54:34.440" v="7279" actId="20577"/>
          <ac:spMkLst>
            <pc:docMk/>
            <pc:sldMk cId="4267806618" sldId="305"/>
            <ac:spMk id="8" creationId="{1CB038FA-C3ED-E045-6D51-1900A38A5C0E}"/>
          </ac:spMkLst>
        </pc:spChg>
        <pc:spChg chg="mod">
          <ac:chgData name="昕 许" userId="a2975fcd840abfc3" providerId="LiveId" clId="{49CCD4F9-177C-4270-9A14-60236FF377E8}" dt="2026-04-12T05:57:29.822" v="7673" actId="207"/>
          <ac:spMkLst>
            <pc:docMk/>
            <pc:sldMk cId="4267806618" sldId="305"/>
            <ac:spMk id="9" creationId="{C8994F61-2637-1827-DB79-3645D0077CCA}"/>
          </ac:spMkLst>
        </pc:spChg>
        <pc:spChg chg="mod">
          <ac:chgData name="昕 许" userId="a2975fcd840abfc3" providerId="LiveId" clId="{49CCD4F9-177C-4270-9A14-60236FF377E8}" dt="2026-04-12T05:57:34.543" v="7675" actId="207"/>
          <ac:spMkLst>
            <pc:docMk/>
            <pc:sldMk cId="4267806618" sldId="305"/>
            <ac:spMk id="12" creationId="{9C0EF1F1-F34A-349D-9080-064FE4E8B8D0}"/>
          </ac:spMkLst>
        </pc:spChg>
        <pc:spChg chg="mod">
          <ac:chgData name="昕 许" userId="a2975fcd840abfc3" providerId="LiveId" clId="{49CCD4F9-177C-4270-9A14-60236FF377E8}" dt="2026-04-12T05:45:02.199" v="7435" actId="20577"/>
          <ac:spMkLst>
            <pc:docMk/>
            <pc:sldMk cId="4267806618" sldId="305"/>
            <ac:spMk id="14" creationId="{0D367151-5E0F-AECD-8F3F-2FA7FCFFB25D}"/>
          </ac:spMkLst>
        </pc:spChg>
        <pc:spChg chg="mod">
          <ac:chgData name="昕 许" userId="a2975fcd840abfc3" providerId="LiveId" clId="{49CCD4F9-177C-4270-9A14-60236FF377E8}" dt="2026-04-12T05:57:36.378" v="7676" actId="207"/>
          <ac:spMkLst>
            <pc:docMk/>
            <pc:sldMk cId="4267806618" sldId="305"/>
            <ac:spMk id="15" creationId="{5379A356-8B6E-C3CA-E0D4-D4129A8F1A3E}"/>
          </ac:spMkLst>
        </pc:spChg>
        <pc:spChg chg="mod">
          <ac:chgData name="昕 许" userId="a2975fcd840abfc3" providerId="LiveId" clId="{49CCD4F9-177C-4270-9A14-60236FF377E8}" dt="2026-04-12T05:42:36.707" v="7375" actId="20577"/>
          <ac:spMkLst>
            <pc:docMk/>
            <pc:sldMk cId="4267806618" sldId="305"/>
            <ac:spMk id="17" creationId="{EBCF422F-DD74-68C4-7236-C2062C48D15B}"/>
          </ac:spMkLst>
        </pc:spChg>
        <pc:spChg chg="mod">
          <ac:chgData name="昕 许" userId="a2975fcd840abfc3" providerId="LiveId" clId="{49CCD4F9-177C-4270-9A14-60236FF377E8}" dt="2026-04-12T05:57:41.939" v="7678" actId="207"/>
          <ac:spMkLst>
            <pc:docMk/>
            <pc:sldMk cId="4267806618" sldId="305"/>
            <ac:spMk id="18" creationId="{3ACBF0E0-6FB9-B5D2-2764-E866D880BAD6}"/>
          </ac:spMkLst>
        </pc:spChg>
        <pc:spChg chg="mod">
          <ac:chgData name="昕 许" userId="a2975fcd840abfc3" providerId="LiveId" clId="{49CCD4F9-177C-4270-9A14-60236FF377E8}" dt="2026-04-12T05:42:55.594" v="7384" actId="20577"/>
          <ac:spMkLst>
            <pc:docMk/>
            <pc:sldMk cId="4267806618" sldId="305"/>
            <ac:spMk id="20" creationId="{1A297A09-C597-6103-C9EC-C4E5DB1FA098}"/>
          </ac:spMkLst>
        </pc:spChg>
        <pc:spChg chg="mod">
          <ac:chgData name="昕 许" userId="a2975fcd840abfc3" providerId="LiveId" clId="{49CCD4F9-177C-4270-9A14-60236FF377E8}" dt="2026-04-12T05:57:31.758" v="7674" actId="207"/>
          <ac:spMkLst>
            <pc:docMk/>
            <pc:sldMk cId="4267806618" sldId="305"/>
            <ac:spMk id="21" creationId="{E0575199-B837-B577-63B4-D047BC628B89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3" creationId="{B28B2276-7758-E215-4F6C-19E17490F894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4" creationId="{992F82C4-A5B8-C687-69E1-C31170830083}"/>
          </ac:spMkLst>
        </pc:spChg>
        <pc:spChg chg="mod">
          <ac:chgData name="昕 许" userId="a2975fcd840abfc3" providerId="LiveId" clId="{49CCD4F9-177C-4270-9A14-60236FF377E8}" dt="2026-04-12T05:58:36.354" v="7688" actId="207"/>
          <ac:spMkLst>
            <pc:docMk/>
            <pc:sldMk cId="4267806618" sldId="305"/>
            <ac:spMk id="25" creationId="{E4889FE8-B105-B153-0CF0-DE262D4B1A06}"/>
          </ac:spMkLst>
        </pc:spChg>
        <pc:spChg chg="mod">
          <ac:chgData name="昕 许" userId="a2975fcd840abfc3" providerId="LiveId" clId="{49CCD4F9-177C-4270-9A14-60236FF377E8}" dt="2026-04-12T05:42:59.316" v="7386" actId="20577"/>
          <ac:spMkLst>
            <pc:docMk/>
            <pc:sldMk cId="4267806618" sldId="305"/>
            <ac:spMk id="27" creationId="{6994616C-30D3-0C51-E760-3B3F64C79251}"/>
          </ac:spMkLst>
        </pc:spChg>
        <pc:spChg chg="mod">
          <ac:chgData name="昕 许" userId="a2975fcd840abfc3" providerId="LiveId" clId="{49CCD4F9-177C-4270-9A14-60236FF377E8}" dt="2026-04-12T05:58:39.347" v="7689" actId="207"/>
          <ac:spMkLst>
            <pc:docMk/>
            <pc:sldMk cId="4267806618" sldId="305"/>
            <ac:spMk id="28" creationId="{8057D3CF-2072-F1B4-C412-322640AB8ED0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29" creationId="{82091DF2-8678-5E09-AA37-01194E044CB9}"/>
          </ac:spMkLst>
        </pc:spChg>
        <pc:spChg chg="add del mod">
          <ac:chgData name="昕 许" userId="a2975fcd840abfc3" providerId="LiveId" clId="{49CCD4F9-177C-4270-9A14-60236FF377E8}" dt="2026-04-12T05:44:31.829" v="7419" actId="478"/>
          <ac:spMkLst>
            <pc:docMk/>
            <pc:sldMk cId="4267806618" sldId="305"/>
            <ac:spMk id="32" creationId="{E5B4AE2B-6629-E769-1009-40930E3624D2}"/>
          </ac:spMkLst>
        </pc:spChg>
        <pc:spChg chg="add del mod topLvl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33" creationId="{B4B5ED1C-9852-CF56-055F-B32EBBFF4733}"/>
          </ac:spMkLst>
        </pc:spChg>
        <pc:spChg chg="del">
          <ac:chgData name="昕 许" userId="a2975fcd840abfc3" providerId="LiveId" clId="{49CCD4F9-177C-4270-9A14-60236FF377E8}" dt="2026-04-12T04:54:30.266" v="7276" actId="478"/>
          <ac:spMkLst>
            <pc:docMk/>
            <pc:sldMk cId="4267806618" sldId="305"/>
            <ac:spMk id="34" creationId="{58148DCA-A591-199B-20E0-E469E6D8EE54}"/>
          </ac:spMkLst>
        </pc:spChg>
        <pc:spChg chg="add del mod topLvl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34" creationId="{B156ACCD-5506-805C-DAAD-7039BAE9ECAC}"/>
          </ac:spMkLst>
        </pc:spChg>
        <pc:spChg chg="add mod topLvl">
          <ac:chgData name="昕 许" userId="a2975fcd840abfc3" providerId="LiveId" clId="{49CCD4F9-177C-4270-9A14-60236FF377E8}" dt="2026-04-12T05:50:15.610" v="7654" actId="14100"/>
          <ac:spMkLst>
            <pc:docMk/>
            <pc:sldMk cId="4267806618" sldId="305"/>
            <ac:spMk id="35" creationId="{3B0CC706-D1A2-F2F1-6973-3C62195F0B86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6" creationId="{D765B551-7C3D-AD82-A813-93CB4123B6F0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7" creationId="{A0F10235-272A-52EA-827E-A3D737EB18D7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8" creationId="{D30F02E2-1379-7EDF-2607-D8812F65FAC7}"/>
          </ac:spMkLst>
        </pc:spChg>
        <pc:spChg chg="add del mod">
          <ac:chgData name="昕 许" userId="a2975fcd840abfc3" providerId="LiveId" clId="{49CCD4F9-177C-4270-9A14-60236FF377E8}" dt="2026-04-12T05:46:09.200" v="7467" actId="478"/>
          <ac:spMkLst>
            <pc:docMk/>
            <pc:sldMk cId="4267806618" sldId="305"/>
            <ac:spMk id="39" creationId="{D409EEFA-C901-8C9C-ED84-85A0CC494192}"/>
          </ac:spMkLst>
        </pc:spChg>
        <pc:spChg chg="add mod">
          <ac:chgData name="昕 许" userId="a2975fcd840abfc3" providerId="LiveId" clId="{49CCD4F9-177C-4270-9A14-60236FF377E8}" dt="2026-04-12T10:05:11.420" v="7888" actId="14100"/>
          <ac:spMkLst>
            <pc:docMk/>
            <pc:sldMk cId="4267806618" sldId="305"/>
            <ac:spMk id="39" creationId="{DDA80669-CA1A-CDA4-93EC-FEBAB323817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0" creationId="{6D8660B2-3C23-C9B4-A030-B9B300FA1891}"/>
          </ac:spMkLst>
        </pc:spChg>
        <pc:spChg chg="add del mod">
          <ac:chgData name="昕 许" userId="a2975fcd840abfc3" providerId="LiveId" clId="{49CCD4F9-177C-4270-9A14-60236FF377E8}" dt="2026-04-12T09:32:27.049" v="7704"/>
          <ac:spMkLst>
            <pc:docMk/>
            <pc:sldMk cId="4267806618" sldId="305"/>
            <ac:spMk id="41" creationId="{28CE2EA4-95EF-B60A-14BB-31833435792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42" creationId="{3EB330A2-06D1-8457-64D6-269E6FCC2D10}"/>
          </ac:spMkLst>
        </pc:spChg>
        <pc:spChg chg="add mod">
          <ac:chgData name="昕 许" userId="a2975fcd840abfc3" providerId="LiveId" clId="{49CCD4F9-177C-4270-9A14-60236FF377E8}" dt="2026-04-12T05:58:04.821" v="7683" actId="207"/>
          <ac:spMkLst>
            <pc:docMk/>
            <pc:sldMk cId="4267806618" sldId="305"/>
            <ac:spMk id="43" creationId="{1052FFC2-D342-E5C4-4153-B0D86958637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3" creationId="{4E76F248-8FBD-E90A-72F5-3A199CE8E90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4" creationId="{46504A1C-87BE-2C69-2D29-D1204357A64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5" creationId="{80F193E4-8C29-16A2-14C7-E49E78D2BDFB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6" creationId="{01C7CB34-47EF-EEAA-69BE-E51D8F67CB9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47" creationId="{BEDE57C3-5B6F-C033-A8B6-5650BC19609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7" creationId="{DE9CB12B-4C15-0D36-9B33-F21100F479ED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48" creationId="{306E5B6D-1028-2581-22AF-9581963BBE54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8" creationId="{68EA1D51-70FB-FFD4-2B2B-1D92B9D85FA8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9" creationId="{0768BB11-F650-BB4D-A8C7-9994C2E76D2B}"/>
          </ac:spMkLst>
        </pc:spChg>
        <pc:spChg chg="add mod">
          <ac:chgData name="昕 许" userId="a2975fcd840abfc3" providerId="LiveId" clId="{49CCD4F9-177C-4270-9A14-60236FF377E8}" dt="2026-04-12T05:48:48.233" v="7611" actId="164"/>
          <ac:spMkLst>
            <pc:docMk/>
            <pc:sldMk cId="4267806618" sldId="305"/>
            <ac:spMk id="49" creationId="{61B21EF9-75F0-5536-92E8-E35BA96AC804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0" creationId="{E888B825-9DC1-A7CA-A647-DBE38D46EF25}"/>
          </ac:spMkLst>
        </pc:spChg>
        <pc:spChg chg="add mod">
          <ac:chgData name="昕 许" userId="a2975fcd840abfc3" providerId="LiveId" clId="{49CCD4F9-177C-4270-9A14-60236FF377E8}" dt="2026-04-12T10:01:35.737" v="7849" actId="164"/>
          <ac:spMkLst>
            <pc:docMk/>
            <pc:sldMk cId="4267806618" sldId="305"/>
            <ac:spMk id="51" creationId="{3951019C-79F4-5AAB-5AAA-0C78ADA705FE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1" creationId="{8FB67E96-ACE4-13D7-3BCF-29472DBAA8AF}"/>
          </ac:spMkLst>
        </pc:spChg>
        <pc:spChg chg="add del mod">
          <ac:chgData name="昕 许" userId="a2975fcd840abfc3" providerId="LiveId" clId="{49CCD4F9-177C-4270-9A14-60236FF377E8}" dt="2026-04-12T05:42:09.190" v="7363" actId="478"/>
          <ac:spMkLst>
            <pc:docMk/>
            <pc:sldMk cId="4267806618" sldId="305"/>
            <ac:spMk id="52" creationId="{565E0C4F-E1F9-8DAA-2491-117329402BC9}"/>
          </ac:spMkLst>
        </pc:spChg>
        <pc:spChg chg="add del mod">
          <ac:chgData name="昕 许" userId="a2975fcd840abfc3" providerId="LiveId" clId="{49CCD4F9-177C-4270-9A14-60236FF377E8}" dt="2026-04-12T05:42:12.283" v="7365" actId="478"/>
          <ac:spMkLst>
            <pc:docMk/>
            <pc:sldMk cId="4267806618" sldId="305"/>
            <ac:spMk id="53" creationId="{0CEA562E-1D69-48EF-326F-8E328DFAE2DC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3" creationId="{93D90DC9-0A1C-0422-258C-29A7AB896365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4" creationId="{31FDE23D-4276-9D8C-A313-7019DECDA55B}"/>
          </ac:spMkLst>
        </pc:spChg>
        <pc:spChg chg="add del mod">
          <ac:chgData name="昕 许" userId="a2975fcd840abfc3" providerId="LiveId" clId="{49CCD4F9-177C-4270-9A14-60236FF377E8}" dt="2026-04-12T05:41:56.203" v="7360" actId="478"/>
          <ac:spMkLst>
            <pc:docMk/>
            <pc:sldMk cId="4267806618" sldId="305"/>
            <ac:spMk id="54" creationId="{C5F1AD0D-4800-464F-00DA-427F5542A7F0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5" creationId="{3E9B2A18-7966-578D-DDA4-98A056E1081C}"/>
          </ac:spMkLst>
        </pc:spChg>
        <pc:spChg chg="add del mod">
          <ac:chgData name="昕 许" userId="a2975fcd840abfc3" providerId="LiveId" clId="{49CCD4F9-177C-4270-9A14-60236FF377E8}" dt="2026-04-12T05:42:10.309" v="7364" actId="478"/>
          <ac:spMkLst>
            <pc:docMk/>
            <pc:sldMk cId="4267806618" sldId="305"/>
            <ac:spMk id="55" creationId="{E6AE2DB1-9F44-3AFD-B880-B91887CCD949}"/>
          </ac:spMkLst>
        </pc:spChg>
        <pc:spChg chg="add mod">
          <ac:chgData name="昕 许" userId="a2975fcd840abfc3" providerId="LiveId" clId="{49CCD4F9-177C-4270-9A14-60236FF377E8}" dt="2026-04-12T05:42:21.060" v="7370" actId="1076"/>
          <ac:spMkLst>
            <pc:docMk/>
            <pc:sldMk cId="4267806618" sldId="305"/>
            <ac:spMk id="56" creationId="{00982B1A-DF29-BD85-78BD-D2083BB6804D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58" creationId="{41C12657-BDA5-1845-8A46-2147E7986A8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58" creationId="{E7B0993D-4014-02D8-ABAF-3E71A995E069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9" creationId="{42F4D743-02AC-DDC8-7DDA-50B7A5D59911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60" creationId="{F514DDDD-15EB-E05B-72FF-706946AA0987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61" creationId="{3605F16F-7B52-639C-0A7D-B8AF7F55B60F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62" creationId="{72F2CB0B-E282-781D-8586-BE86E84C819A}"/>
          </ac:spMkLst>
        </pc:spChg>
        <pc:spChg chg="add del mod">
          <ac:chgData name="昕 许" userId="a2975fcd840abfc3" providerId="LiveId" clId="{49CCD4F9-177C-4270-9A14-60236FF377E8}" dt="2026-04-12T09:37:36.898" v="7824" actId="478"/>
          <ac:spMkLst>
            <pc:docMk/>
            <pc:sldMk cId="4267806618" sldId="305"/>
            <ac:spMk id="63" creationId="{25BEE058-8FF6-01E6-255A-85CB0D98D233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4" creationId="{451ADA87-1579-D33A-C905-DB69935D608C}"/>
          </ac:spMkLst>
        </pc:spChg>
        <pc:spChg chg="add del mod">
          <ac:chgData name="昕 许" userId="a2975fcd840abfc3" providerId="LiveId" clId="{49CCD4F9-177C-4270-9A14-60236FF377E8}" dt="2026-04-12T09:37:36.898" v="7824" actId="478"/>
          <ac:spMkLst>
            <pc:docMk/>
            <pc:sldMk cId="4267806618" sldId="305"/>
            <ac:spMk id="64" creationId="{FC73530D-C618-FEA2-765C-02B1B1D65C36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5" creationId="{64B95BEF-3A98-2EE3-D198-5BFC4B47C908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65" creationId="{890A15D2-1B27-C699-AA90-79F5AFA30DF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66" creationId="{239DD0B6-8BEE-2873-5E9F-B8CB5962FCFF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67" creationId="{B14CF018-8A66-56DB-6159-7A5B1A667FD4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8" creationId="{BF1E2E99-6554-BE02-0875-01B50B564281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0" creationId="{1C4C080C-8BAF-B23B-C3C5-BBA4F2CB6FB5}"/>
          </ac:spMkLst>
        </pc:spChg>
        <pc:spChg chg="add del mod">
          <ac:chgData name="昕 许" userId="a2975fcd840abfc3" providerId="LiveId" clId="{49CCD4F9-177C-4270-9A14-60236FF377E8}" dt="2026-04-12T10:01:32.769" v="7846" actId="478"/>
          <ac:spMkLst>
            <pc:docMk/>
            <pc:sldMk cId="4267806618" sldId="305"/>
            <ac:spMk id="70" creationId="{6C4A2A24-83F7-3030-58D1-8EBD792F3F87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1" creationId="{8C2EFD65-ACC8-C481-A151-E39E11A02888}"/>
          </ac:spMkLst>
        </pc:spChg>
        <pc:spChg chg="add del mod">
          <ac:chgData name="昕 许" userId="a2975fcd840abfc3" providerId="LiveId" clId="{49CCD4F9-177C-4270-9A14-60236FF377E8}" dt="2026-04-12T10:01:34.095" v="7848" actId="478"/>
          <ac:spMkLst>
            <pc:docMk/>
            <pc:sldMk cId="4267806618" sldId="305"/>
            <ac:spMk id="71" creationId="{C5189872-1CC8-3B40-5EE4-51C3DFA7833A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4" creationId="{0683C76F-E072-2129-CE1D-9499EDA70E10}"/>
          </ac:spMkLst>
        </pc:spChg>
        <pc:spChg chg="mod">
          <ac:chgData name="昕 许" userId="a2975fcd840abfc3" providerId="LiveId" clId="{49CCD4F9-177C-4270-9A14-60236FF377E8}" dt="2026-04-12T10:14:38.169" v="8213" actId="14100"/>
          <ac:spMkLst>
            <pc:docMk/>
            <pc:sldMk cId="4267806618" sldId="305"/>
            <ac:spMk id="74" creationId="{2C8C23C7-E68D-9C63-2A43-0D45CF78C48F}"/>
          </ac:spMkLst>
        </pc:spChg>
        <pc:spChg chg="mod">
          <ac:chgData name="昕 许" userId="a2975fcd840abfc3" providerId="LiveId" clId="{49CCD4F9-177C-4270-9A14-60236FF377E8}" dt="2026-04-12T10:02:31.848" v="7866" actId="20577"/>
          <ac:spMkLst>
            <pc:docMk/>
            <pc:sldMk cId="4267806618" sldId="305"/>
            <ac:spMk id="75" creationId="{204031FA-E2C8-63C0-9D4F-CB31F6DAB59F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5" creationId="{E761305A-582C-FC2A-0D7E-C7397A29759E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6" creationId="{B74ABA09-A833-2E85-6E89-86D7C4FA124D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8" creationId="{E0062178-07B8-73FD-E87B-5C5709C11CC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1" creationId="{16F6499F-DCA6-E82A-3E91-7D07663046E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2" creationId="{5E669E87-E480-3255-B831-1130A3AFA05E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4" creationId="{43B2FE7A-C77E-E8B2-8626-E85732581CEF}"/>
          </ac:spMkLst>
        </pc:spChg>
        <pc:spChg chg="mod">
          <ac:chgData name="昕 许" userId="a2975fcd840abfc3" providerId="LiveId" clId="{49CCD4F9-177C-4270-9A14-60236FF377E8}" dt="2026-04-12T04:58:22.846" v="7358" actId="207"/>
          <ac:spMkLst>
            <pc:docMk/>
            <pc:sldMk cId="4267806618" sldId="305"/>
            <ac:spMk id="85" creationId="{441BBFBC-B5EA-0D07-0263-86B62BD0B11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8" creationId="{4A502CA0-000F-71A4-2B46-BBF20785B34F}"/>
          </ac:spMkLst>
        </pc:spChg>
        <pc:spChg chg="mod">
          <ac:chgData name="昕 许" userId="a2975fcd840abfc3" providerId="LiveId" clId="{49CCD4F9-177C-4270-9A14-60236FF377E8}" dt="2026-04-12T04:56:59.601" v="7337" actId="20577"/>
          <ac:spMkLst>
            <pc:docMk/>
            <pc:sldMk cId="4267806618" sldId="305"/>
            <ac:spMk id="90" creationId="{DEA7DFCA-63E5-F59F-604A-42FB064ABADB}"/>
          </ac:spMkLst>
        </pc:spChg>
        <pc:spChg chg="mod">
          <ac:chgData name="昕 许" userId="a2975fcd840abfc3" providerId="LiveId" clId="{49CCD4F9-177C-4270-9A14-60236FF377E8}" dt="2026-04-12T04:58:25.403" v="7359" actId="207"/>
          <ac:spMkLst>
            <pc:docMk/>
            <pc:sldMk cId="4267806618" sldId="305"/>
            <ac:spMk id="91" creationId="{16D9813C-A9C7-648C-5912-150030169D9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3" creationId="{6287D4F9-E1CF-8508-3A5C-2BB60D9B111F}"/>
          </ac:spMkLst>
        </pc:spChg>
        <pc:spChg chg="add mod">
          <ac:chgData name="昕 许" userId="a2975fcd840abfc3" providerId="LiveId" clId="{49CCD4F9-177C-4270-9A14-60236FF377E8}" dt="2026-04-12T10:16:29.690" v="8222" actId="207"/>
          <ac:spMkLst>
            <pc:docMk/>
            <pc:sldMk cId="4267806618" sldId="305"/>
            <ac:spMk id="96" creationId="{763B6887-3651-245A-D2BB-5BDBA8EBFCC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7" creationId="{0A45C806-2ED4-68B1-7BBB-3BB7DD9C1F34}"/>
          </ac:spMkLst>
        </pc:spChg>
        <pc:spChg chg="add mod">
          <ac:chgData name="昕 许" userId="a2975fcd840abfc3" providerId="LiveId" clId="{49CCD4F9-177C-4270-9A14-60236FF377E8}" dt="2026-04-12T10:07:31.461" v="7969" actId="1582"/>
          <ac:spMkLst>
            <pc:docMk/>
            <pc:sldMk cId="4267806618" sldId="305"/>
            <ac:spMk id="97" creationId="{BA53B6C6-0F52-A352-ED3A-7525054795A2}"/>
          </ac:spMkLst>
        </pc:spChg>
        <pc:spChg chg="add mod">
          <ac:chgData name="昕 许" userId="a2975fcd840abfc3" providerId="LiveId" clId="{49CCD4F9-177C-4270-9A14-60236FF377E8}" dt="2026-04-12T10:08:19.098" v="8004" actId="1076"/>
          <ac:spMkLst>
            <pc:docMk/>
            <pc:sldMk cId="4267806618" sldId="305"/>
            <ac:spMk id="98" creationId="{C0B8267C-28F5-E1FA-54BA-84B24F38599C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98" creationId="{F39D943E-2107-5C5D-FD18-C35E348382A5}"/>
          </ac:spMkLst>
        </pc:spChg>
        <pc:spChg chg="add mod">
          <ac:chgData name="昕 许" userId="a2975fcd840abfc3" providerId="LiveId" clId="{49CCD4F9-177C-4270-9A14-60236FF377E8}" dt="2026-04-12T10:12:28.022" v="8206" actId="1076"/>
          <ac:spMkLst>
            <pc:docMk/>
            <pc:sldMk cId="4267806618" sldId="305"/>
            <ac:spMk id="99" creationId="{23F321FD-310A-C699-3790-F3E37F6FD477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99" creationId="{E4BE6311-26A3-27B9-E9A8-69D1F22F4222}"/>
          </ac:spMkLst>
        </pc:spChg>
        <pc:spChg chg="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0" creationId="{18F4096B-97B8-D5F7-C385-5A015493275A}"/>
          </ac:spMkLst>
        </pc:spChg>
        <pc:spChg chg="add mod">
          <ac:chgData name="昕 许" userId="a2975fcd840abfc3" providerId="LiveId" clId="{49CCD4F9-177C-4270-9A14-60236FF377E8}" dt="2026-04-12T10:10:26.514" v="8068" actId="1076"/>
          <ac:spMkLst>
            <pc:docMk/>
            <pc:sldMk cId="4267806618" sldId="305"/>
            <ac:spMk id="100" creationId="{D2B967A5-91DF-5D2C-4657-701A482E3BD3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1" creationId="{8110B78E-5F76-8465-E9CB-61487805162A}"/>
          </ac:spMkLst>
        </pc:spChg>
        <pc:spChg chg="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2" creationId="{65AE5747-0212-44C9-6AC1-C28834945BD9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3" creationId="{8F5B0382-96D8-DE35-9BB7-7A4D6FB57E20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4" creationId="{0958C360-0608-C0B1-3E63-A2D8275EE68A}"/>
          </ac:spMkLst>
        </pc:spChg>
        <pc:spChg chg="add mod">
          <ac:chgData name="昕 许" userId="a2975fcd840abfc3" providerId="LiveId" clId="{49CCD4F9-177C-4270-9A14-60236FF377E8}" dt="2026-04-12T10:14:10.588" v="8211" actId="20577"/>
          <ac:spMkLst>
            <pc:docMk/>
            <pc:sldMk cId="4267806618" sldId="305"/>
            <ac:spMk id="105" creationId="{9FD69151-F526-B2B9-EA6A-7BFEC13A6A2A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5" creationId="{E56F4A40-AFCE-5EC5-B48F-601FF7F83C80}"/>
          </ac:spMkLst>
        </pc:spChg>
        <pc:spChg chg="add mod">
          <ac:chgData name="昕 许" userId="a2975fcd840abfc3" providerId="LiveId" clId="{49CCD4F9-177C-4270-9A14-60236FF377E8}" dt="2026-04-12T10:12:15.830" v="8202" actId="164"/>
          <ac:spMkLst>
            <pc:docMk/>
            <pc:sldMk cId="4267806618" sldId="305"/>
            <ac:spMk id="106" creationId="{0E0B8EC5-FD49-C5E7-CCB3-1BA6055C1B07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6" creationId="{27AF74DC-1340-D59E-7D82-92AB679E992F}"/>
          </ac:spMkLst>
        </pc:spChg>
        <pc:spChg chg="add mod">
          <ac:chgData name="昕 许" userId="a2975fcd840abfc3" providerId="LiveId" clId="{49CCD4F9-177C-4270-9A14-60236FF377E8}" dt="2026-04-12T10:12:15.830" v="8202" actId="164"/>
          <ac:spMkLst>
            <pc:docMk/>
            <pc:sldMk cId="4267806618" sldId="305"/>
            <ac:spMk id="107" creationId="{207C4899-3D9D-28DD-062A-94F4FA94B4A9}"/>
          </ac:spMkLst>
        </pc:spChg>
        <pc:spChg chg="add mod">
          <ac:chgData name="昕 许" userId="a2975fcd840abfc3" providerId="LiveId" clId="{49CCD4F9-177C-4270-9A14-60236FF377E8}" dt="2026-04-12T10:12:38.644" v="8209" actId="1076"/>
          <ac:spMkLst>
            <pc:docMk/>
            <pc:sldMk cId="4267806618" sldId="305"/>
            <ac:spMk id="109" creationId="{49202DB6-C071-4EA0-9961-FB36323B971A}"/>
          </ac:spMkLst>
        </pc:s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2" creationId="{EF2C8E6C-3AB0-4A42-688A-4850DBDB6091}"/>
          </ac:grpSpMkLst>
        </pc:grpChg>
        <pc:grpChg chg="del mod">
          <ac:chgData name="昕 许" userId="a2975fcd840abfc3" providerId="LiveId" clId="{49CCD4F9-177C-4270-9A14-60236FF377E8}" dt="2026-04-12T04:54:31.637" v="7277" actId="478"/>
          <ac:grpSpMkLst>
            <pc:docMk/>
            <pc:sldMk cId="4267806618" sldId="305"/>
            <ac:grpSpMk id="3" creationId="{9F69C13F-590B-65BC-C5E5-27640FA934A9}"/>
          </ac:grpSpMkLst>
        </pc:grpChg>
        <pc:grpChg chg="del">
          <ac:chgData name="昕 许" userId="a2975fcd840abfc3" providerId="LiveId" clId="{49CCD4F9-177C-4270-9A14-60236FF377E8}" dt="2026-04-12T04:54:52.252" v="7293" actId="478"/>
          <ac:grpSpMkLst>
            <pc:docMk/>
            <pc:sldMk cId="4267806618" sldId="305"/>
            <ac:grpSpMk id="4" creationId="{D6BF0511-A3E3-0849-83FB-3CD78841276C}"/>
          </ac:grpSpMkLst>
        </pc:gr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5" creationId="{51A6B314-812F-7460-C372-30E2F9FC183A}"/>
          </ac:grpSpMkLst>
        </pc:grpChg>
        <pc:grpChg chg="mod">
          <ac:chgData name="昕 许" userId="a2975fcd840abfc3" providerId="LiveId" clId="{49CCD4F9-177C-4270-9A14-60236FF377E8}" dt="2026-04-12T04:54:34.440" v="7279" actId="20577"/>
          <ac:grpSpMkLst>
            <pc:docMk/>
            <pc:sldMk cId="4267806618" sldId="305"/>
            <ac:grpSpMk id="7" creationId="{AEC6031E-A737-39C8-7B69-0E66DEC97B31}"/>
          </ac:grpSpMkLst>
        </pc:grpChg>
        <pc:grpChg chg="mod">
          <ac:chgData name="昕 许" userId="a2975fcd840abfc3" providerId="LiveId" clId="{49CCD4F9-177C-4270-9A14-60236FF377E8}" dt="2026-04-12T04:56:45.329" v="7330" actId="1076"/>
          <ac:grpSpMkLst>
            <pc:docMk/>
            <pc:sldMk cId="4267806618" sldId="305"/>
            <ac:grpSpMk id="10" creationId="{F1136873-00A3-D4CC-D9CD-DC51A15108AE}"/>
          </ac:grpSpMkLst>
        </pc:grpChg>
        <pc:grpChg chg="mod">
          <ac:chgData name="昕 许" userId="a2975fcd840abfc3" providerId="LiveId" clId="{49CCD4F9-177C-4270-9A14-60236FF377E8}" dt="2026-04-12T05:45:02.199" v="7435" actId="20577"/>
          <ac:grpSpMkLst>
            <pc:docMk/>
            <pc:sldMk cId="4267806618" sldId="305"/>
            <ac:grpSpMk id="13" creationId="{8536CC22-AB63-67F3-BA27-F8D5A8B6906C}"/>
          </ac:grpSpMkLst>
        </pc:grpChg>
        <pc:grpChg chg="mod">
          <ac:chgData name="昕 许" userId="a2975fcd840abfc3" providerId="LiveId" clId="{49CCD4F9-177C-4270-9A14-60236FF377E8}" dt="2026-04-12T05:42:36.707" v="7375" actId="20577"/>
          <ac:grpSpMkLst>
            <pc:docMk/>
            <pc:sldMk cId="4267806618" sldId="305"/>
            <ac:grpSpMk id="16" creationId="{83F90227-8BAD-60A2-B9B7-EF39570B8F6D}"/>
          </ac:grpSpMkLst>
        </pc:grpChg>
        <pc:grpChg chg="mod">
          <ac:chgData name="昕 许" userId="a2975fcd840abfc3" providerId="LiveId" clId="{49CCD4F9-177C-4270-9A14-60236FF377E8}" dt="2026-04-12T05:42:55.594" v="7384" actId="20577"/>
          <ac:grpSpMkLst>
            <pc:docMk/>
            <pc:sldMk cId="4267806618" sldId="305"/>
            <ac:grpSpMk id="19" creationId="{B2A1EE69-5192-09EA-2676-F1101AB9EB52}"/>
          </ac:grpSpMkLst>
        </pc:grpChg>
        <pc:grpChg chg="mod">
          <ac:chgData name="昕 许" userId="a2975fcd840abfc3" providerId="LiveId" clId="{49CCD4F9-177C-4270-9A14-60236FF377E8}" dt="2026-04-12T04:57:13.473" v="7342" actId="1076"/>
          <ac:grpSpMkLst>
            <pc:docMk/>
            <pc:sldMk cId="4267806618" sldId="305"/>
            <ac:grpSpMk id="22" creationId="{6BD250EE-530E-9B0D-4CC1-4E563ADBE3BE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5" creationId="{99C83D77-0C8A-247D-C906-275FE6267D5F}"/>
          </ac:grpSpMkLst>
        </pc:gr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26" creationId="{DE6AD4AB-3051-B3DB-96EB-AB0600F09375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8" creationId="{03AE0A03-4D64-D4B0-7B69-CEA630CC90B1}"/>
          </ac:grpSpMkLst>
        </pc:grpChg>
        <pc:grpChg chg="del">
          <ac:chgData name="昕 许" userId="a2975fcd840abfc3" providerId="LiveId" clId="{49CCD4F9-177C-4270-9A14-60236FF377E8}" dt="2026-04-12T04:54:30.266" v="7276" actId="478"/>
          <ac:grpSpMkLst>
            <pc:docMk/>
            <pc:sldMk cId="4267806618" sldId="305"/>
            <ac:grpSpMk id="35" creationId="{2FFDDD1C-9FC8-BB67-D107-ABCBAB57CE1E}"/>
          </ac:grpSpMkLst>
        </pc:grpChg>
        <pc:grpChg chg="add mod">
          <ac:chgData name="昕 许" userId="a2975fcd840abfc3" providerId="LiveId" clId="{49CCD4F9-177C-4270-9A14-60236FF377E8}" dt="2026-04-12T05:57:57.938" v="7682" actId="207"/>
          <ac:grpSpMkLst>
            <pc:docMk/>
            <pc:sldMk cId="4267806618" sldId="305"/>
            <ac:grpSpMk id="40" creationId="{02672D9D-1999-20D8-C697-FC372C8CDBD7}"/>
          </ac:grpSpMkLst>
        </pc:grpChg>
        <pc:grpChg chg="add del mod">
          <ac:chgData name="昕 许" userId="a2975fcd840abfc3" providerId="LiveId" clId="{49CCD4F9-177C-4270-9A14-60236FF377E8}" dt="2026-04-12T05:50:10.790" v="7653" actId="165"/>
          <ac:grpSpMkLst>
            <pc:docMk/>
            <pc:sldMk cId="4267806618" sldId="305"/>
            <ac:grpSpMk id="41" creationId="{D94465D7-AFC5-3DE8-1975-BAB022D564BC}"/>
          </ac:grpSpMkLst>
        </pc:grpChg>
        <pc:grpChg chg="add mod">
          <ac:chgData name="昕 许" userId="a2975fcd840abfc3" providerId="LiveId" clId="{49CCD4F9-177C-4270-9A14-60236FF377E8}" dt="2026-04-12T05:57:57.938" v="7682" actId="207"/>
          <ac:grpSpMkLst>
            <pc:docMk/>
            <pc:sldMk cId="4267806618" sldId="305"/>
            <ac:grpSpMk id="44" creationId="{BCF85997-2FBE-6F42-7B24-CCCA9F09DF87}"/>
          </ac:grpSpMkLst>
        </pc:grpChg>
        <pc:grpChg chg="add mod">
          <ac:chgData name="昕 许" userId="a2975fcd840abfc3" providerId="LiveId" clId="{49CCD4F9-177C-4270-9A14-60236FF377E8}" dt="2026-04-12T05:49:55.681" v="7648" actId="1076"/>
          <ac:grpSpMkLst>
            <pc:docMk/>
            <pc:sldMk cId="4267806618" sldId="305"/>
            <ac:grpSpMk id="57" creationId="{CC6A924F-15DB-F404-D70C-AEDF376913CA}"/>
          </ac:grpSpMkLst>
        </pc:grpChg>
        <pc:grpChg chg="add mod">
          <ac:chgData name="昕 许" userId="a2975fcd840abfc3" providerId="LiveId" clId="{49CCD4F9-177C-4270-9A14-60236FF377E8}" dt="2026-04-12T10:01:37.416" v="7850" actId="1076"/>
          <ac:grpSpMkLst>
            <pc:docMk/>
            <pc:sldMk cId="4267806618" sldId="305"/>
            <ac:grpSpMk id="72" creationId="{5CB40622-6430-3DC0-54FE-9869DED9531F}"/>
          </ac:grpSpMkLst>
        </pc:grpChg>
        <pc:grpChg chg="add mod">
          <ac:chgData name="昕 许" userId="a2975fcd840abfc3" providerId="LiveId" clId="{49CCD4F9-177C-4270-9A14-60236FF377E8}" dt="2026-04-12T10:01:50.892" v="7854" actId="1076"/>
          <ac:grpSpMkLst>
            <pc:docMk/>
            <pc:sldMk cId="4267806618" sldId="305"/>
            <ac:grpSpMk id="73" creationId="{7BB1800D-181C-AAFF-C1B8-5C35A5C14420}"/>
          </ac:grpSpMkLst>
        </pc:grpChg>
        <pc:grpChg chg="del mod">
          <ac:chgData name="昕 许" userId="a2975fcd840abfc3" providerId="LiveId" clId="{49CCD4F9-177C-4270-9A14-60236FF377E8}" dt="2026-04-12T05:42:22.568" v="7371" actId="478"/>
          <ac:grpSpMkLst>
            <pc:docMk/>
            <pc:sldMk cId="4267806618" sldId="305"/>
            <ac:grpSpMk id="80" creationId="{F5E6B4D7-412B-7C0F-FA79-E1970569F6DB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3" creationId="{4EE06EA3-C152-A682-4F32-9713B5231D25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6" creationId="{6FB44231-F869-C47A-7EBA-E38E72B0C9FF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89" creationId="{24A41276-F349-4C66-50C5-56DE085E339E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2" creationId="{8F6AC266-B542-C8D5-4F0A-2FD74423D3C9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5" creationId="{597C053B-399B-1180-A224-43D48E70660C}"/>
          </ac:grpSpMkLst>
        </pc:grpChg>
        <pc:grpChg chg="add mod">
          <ac:chgData name="昕 许" userId="a2975fcd840abfc3" providerId="LiveId" clId="{49CCD4F9-177C-4270-9A14-60236FF377E8}" dt="2026-04-12T10:12:15.830" v="8202" actId="164"/>
          <ac:grpSpMkLst>
            <pc:docMk/>
            <pc:sldMk cId="4267806618" sldId="305"/>
            <ac:grpSpMk id="101" creationId="{62611BC4-294E-E071-D007-44D2F899B388}"/>
          </ac:grpSpMkLst>
        </pc:grpChg>
        <pc:grpChg chg="add mod">
          <ac:chgData name="昕 许" userId="a2975fcd840abfc3" providerId="LiveId" clId="{49CCD4F9-177C-4270-9A14-60236FF377E8}" dt="2026-04-12T10:12:18.839" v="8203" actId="1076"/>
          <ac:grpSpMkLst>
            <pc:docMk/>
            <pc:sldMk cId="4267806618" sldId="305"/>
            <ac:grpSpMk id="110" creationId="{91953205-FAC8-5800-C477-4096EE21A1FB}"/>
          </ac:grpSpMkLst>
        </pc:grpChg>
        <pc:cxnChg chg="add mod">
          <ac:chgData name="昕 许" userId="a2975fcd840abfc3" providerId="LiveId" clId="{49CCD4F9-177C-4270-9A14-60236FF377E8}" dt="2026-04-12T05:43:36.871" v="7395" actId="1582"/>
          <ac:cxnSpMkLst>
            <pc:docMk/>
            <pc:sldMk cId="4267806618" sldId="305"/>
            <ac:cxnSpMk id="31" creationId="{E5D72651-20A4-B337-8DD2-5196D7178278}"/>
          </ac:cxnSpMkLst>
        </pc:cxnChg>
        <pc:cxnChg chg="add mod">
          <ac:chgData name="昕 许" userId="a2975fcd840abfc3" providerId="LiveId" clId="{49CCD4F9-177C-4270-9A14-60236FF377E8}" dt="2026-04-12T09:34:31.195" v="7752" actId="1076"/>
          <ac:cxnSpMkLst>
            <pc:docMk/>
            <pc:sldMk cId="4267806618" sldId="305"/>
            <ac:cxnSpMk id="32" creationId="{4DE6C286-4604-4F40-E98B-47946F2B31E4}"/>
          </ac:cxnSpMkLst>
        </pc:cxnChg>
        <pc:cxnChg chg="add mod">
          <ac:chgData name="昕 许" userId="a2975fcd840abfc3" providerId="LiveId" clId="{49CCD4F9-177C-4270-9A14-60236FF377E8}" dt="2026-04-12T05:50:20.663" v="7658" actId="14100"/>
          <ac:cxnSpMkLst>
            <pc:docMk/>
            <pc:sldMk cId="4267806618" sldId="305"/>
            <ac:cxnSpMk id="46" creationId="{C3EC5E12-9D23-0761-2BCA-C6FB179BFF57}"/>
          </ac:cxnSpMkLst>
        </pc:cxnChg>
        <pc:cxnChg chg="add mod">
          <ac:chgData name="昕 许" userId="a2975fcd840abfc3" providerId="LiveId" clId="{49CCD4F9-177C-4270-9A14-60236FF377E8}" dt="2026-04-12T05:49:58.220" v="7649" actId="1076"/>
          <ac:cxnSpMkLst>
            <pc:docMk/>
            <pc:sldMk cId="4267806618" sldId="305"/>
            <ac:cxnSpMk id="50" creationId="{568775DC-7AA1-11E0-D6E6-7E267AF80896}"/>
          </ac:cxnSpMkLst>
        </pc:cxnChg>
        <pc:cxnChg chg="add mod ord">
          <ac:chgData name="昕 许" userId="a2975fcd840abfc3" providerId="LiveId" clId="{49CCD4F9-177C-4270-9A14-60236FF377E8}" dt="2026-04-12T10:02:25.246" v="7864" actId="166"/>
          <ac:cxnSpMkLst>
            <pc:docMk/>
            <pc:sldMk cId="4267806618" sldId="305"/>
            <ac:cxnSpMk id="52" creationId="{F7AF11BD-E23C-511C-AA54-91410C3E0035}"/>
          </ac:cxnSpMkLst>
        </pc:cxnChg>
        <pc:cxnChg chg="add del mod">
          <ac:chgData name="昕 许" userId="a2975fcd840abfc3" providerId="LiveId" clId="{49CCD4F9-177C-4270-9A14-60236FF377E8}" dt="2026-04-12T10:01:33.286" v="7847" actId="478"/>
          <ac:cxnSpMkLst>
            <pc:docMk/>
            <pc:sldMk cId="4267806618" sldId="305"/>
            <ac:cxnSpMk id="69" creationId="{4E6E837A-C82D-491C-D515-EFC1761EE89E}"/>
          </ac:cxnSpMkLst>
        </pc:cxnChg>
        <pc:cxnChg chg="add mod">
          <ac:chgData name="昕 许" userId="a2975fcd840abfc3" providerId="LiveId" clId="{49CCD4F9-177C-4270-9A14-60236FF377E8}" dt="2026-04-12T10:14:38.169" v="8213" actId="14100"/>
          <ac:cxnSpMkLst>
            <pc:docMk/>
            <pc:sldMk cId="4267806618" sldId="305"/>
            <ac:cxnSpMk id="77" creationId="{BF4D6DDA-2241-3C46-8877-09E18FA13092}"/>
          </ac:cxnSpMkLst>
        </pc:cxnChg>
        <pc:cxnChg chg="add mod">
          <ac:chgData name="昕 许" userId="a2975fcd840abfc3" providerId="LiveId" clId="{49CCD4F9-177C-4270-9A14-60236FF377E8}" dt="2026-04-12T10:14:38.169" v="8213" actId="14100"/>
          <ac:cxnSpMkLst>
            <pc:docMk/>
            <pc:sldMk cId="4267806618" sldId="305"/>
            <ac:cxnSpMk id="78" creationId="{5B212341-38FD-8028-4216-67999558A9F6}"/>
          </ac:cxnSpMkLst>
        </pc:cxnChg>
        <pc:cxnChg chg="add mod">
          <ac:chgData name="昕 许" userId="a2975fcd840abfc3" providerId="LiveId" clId="{49CCD4F9-177C-4270-9A14-60236FF377E8}" dt="2026-04-12T10:14:38.169" v="8213" actId="14100"/>
          <ac:cxnSpMkLst>
            <pc:docMk/>
            <pc:sldMk cId="4267806618" sldId="305"/>
            <ac:cxnSpMk id="81" creationId="{ED54D14D-F6C2-FA4C-5871-A24A6A6B9645}"/>
          </ac:cxnSpMkLst>
        </pc:cxnChg>
        <pc:cxnChg chg="add mod">
          <ac:chgData name="昕 许" userId="a2975fcd840abfc3" providerId="LiveId" clId="{49CCD4F9-177C-4270-9A14-60236FF377E8}" dt="2026-04-12T10:05:23.089" v="7889" actId="208"/>
          <ac:cxnSpMkLst>
            <pc:docMk/>
            <pc:sldMk cId="4267806618" sldId="305"/>
            <ac:cxnSpMk id="84" creationId="{7EF01D9B-FDF8-C47D-8CB8-32804CEF132D}"/>
          </ac:cxnSpMkLst>
        </pc:cxnChg>
        <pc:cxnChg chg="add mod">
          <ac:chgData name="昕 许" userId="a2975fcd840abfc3" providerId="LiveId" clId="{49CCD4F9-177C-4270-9A14-60236FF377E8}" dt="2026-04-12T10:05:23.089" v="7889" actId="208"/>
          <ac:cxnSpMkLst>
            <pc:docMk/>
            <pc:sldMk cId="4267806618" sldId="305"/>
            <ac:cxnSpMk id="87" creationId="{0023BBE9-0C9F-6D8D-9B02-EEB44998E372}"/>
          </ac:cxnSpMkLst>
        </pc:cxnChg>
        <pc:cxnChg chg="add mod">
          <ac:chgData name="昕 许" userId="a2975fcd840abfc3" providerId="LiveId" clId="{49CCD4F9-177C-4270-9A14-60236FF377E8}" dt="2026-04-12T10:05:23.089" v="7889" actId="208"/>
          <ac:cxnSpMkLst>
            <pc:docMk/>
            <pc:sldMk cId="4267806618" sldId="305"/>
            <ac:cxnSpMk id="90" creationId="{7BA8446C-7CDB-676F-4031-108977F03D9E}"/>
          </ac:cxnSpMkLst>
        </pc:cxnChg>
        <pc:cxnChg chg="add mod">
          <ac:chgData name="昕 许" userId="a2975fcd840abfc3" providerId="LiveId" clId="{49CCD4F9-177C-4270-9A14-60236FF377E8}" dt="2026-04-12T10:12:31.345" v="8207" actId="1076"/>
          <ac:cxnSpMkLst>
            <pc:docMk/>
            <pc:sldMk cId="4267806618" sldId="305"/>
            <ac:cxnSpMk id="103" creationId="{7443A901-27AF-A599-097F-2CFCE7AFB1DF}"/>
          </ac:cxnSpMkLst>
        </pc:cxnChg>
        <pc:cxnChg chg="add mod">
          <ac:chgData name="昕 许" userId="a2975fcd840abfc3" providerId="LiveId" clId="{49CCD4F9-177C-4270-9A14-60236FF377E8}" dt="2026-04-12T10:12:38.644" v="8209" actId="1076"/>
          <ac:cxnSpMkLst>
            <pc:docMk/>
            <pc:sldMk cId="4267806618" sldId="305"/>
            <ac:cxnSpMk id="108" creationId="{AF255F8E-03A6-D134-7E14-84FF128134D6}"/>
          </ac:cxnSpMkLst>
        </pc:cxnChg>
      </pc:sldChg>
      <pc:sldChg chg="add">
        <pc:chgData name="昕 许" userId="a2975fcd840abfc3" providerId="LiveId" clId="{49CCD4F9-177C-4270-9A14-60236FF377E8}" dt="2026-04-12T10:14:24.877" v="8212"/>
        <pc:sldMkLst>
          <pc:docMk/>
          <pc:sldMk cId="250730926" sldId="306"/>
        </pc:sldMkLst>
      </pc:sldChg>
      <pc:sldChg chg="add del modTransition">
        <pc:chgData name="昕 许" userId="a2975fcd840abfc3" providerId="LiveId" clId="{49CCD4F9-177C-4270-9A14-60236FF377E8}" dt="2026-04-12T02:59:32.922" v="7268" actId="47"/>
        <pc:sldMkLst>
          <pc:docMk/>
          <pc:sldMk cId="285029931" sldId="306"/>
        </pc:sldMkLst>
      </pc:sldChg>
      <pc:sldChg chg="addSp delSp modSp add mod">
        <pc:chgData name="昕 许" userId="a2975fcd840abfc3" providerId="LiveId" clId="{49CCD4F9-177C-4270-9A14-60236FF377E8}" dt="2026-04-12T10:39:04.593" v="8420" actId="1076"/>
        <pc:sldMkLst>
          <pc:docMk/>
          <pc:sldMk cId="2327228361" sldId="307"/>
        </pc:sldMkLst>
        <pc:spChg chg="add mod">
          <ac:chgData name="昕 许" userId="a2975fcd840abfc3" providerId="LiveId" clId="{49CCD4F9-177C-4270-9A14-60236FF377E8}" dt="2026-04-12T10:24:29.207" v="8258" actId="1076"/>
          <ac:spMkLst>
            <pc:docMk/>
            <pc:sldMk cId="2327228361" sldId="307"/>
            <ac:spMk id="2" creationId="{2D86C989-6300-D982-7F5C-2C55DDA146FB}"/>
          </ac:spMkLst>
        </pc:spChg>
        <pc:spChg chg="add mod">
          <ac:chgData name="昕 许" userId="a2975fcd840abfc3" providerId="LiveId" clId="{49CCD4F9-177C-4270-9A14-60236FF377E8}" dt="2026-04-12T10:24:40.021" v="8262" actId="1076"/>
          <ac:spMkLst>
            <pc:docMk/>
            <pc:sldMk cId="2327228361" sldId="307"/>
            <ac:spMk id="3" creationId="{7C44BD53-988E-9D34-C6CC-CDD79A777090}"/>
          </ac:spMkLst>
        </pc:spChg>
        <pc:spChg chg="add mod">
          <ac:chgData name="昕 许" userId="a2975fcd840abfc3" providerId="LiveId" clId="{49CCD4F9-177C-4270-9A14-60236FF377E8}" dt="2026-04-12T10:24:45.600" v="8264" actId="1076"/>
          <ac:spMkLst>
            <pc:docMk/>
            <pc:sldMk cId="2327228361" sldId="307"/>
            <ac:spMk id="4" creationId="{BAE389BB-2639-666E-DDF6-C96D21FA88C7}"/>
          </ac:spMkLst>
        </pc:spChg>
        <pc:spChg chg="add mod">
          <ac:chgData name="昕 许" userId="a2975fcd840abfc3" providerId="LiveId" clId="{49CCD4F9-177C-4270-9A14-60236FF377E8}" dt="2026-04-12T10:24:54.842" v="8267" actId="14100"/>
          <ac:spMkLst>
            <pc:docMk/>
            <pc:sldMk cId="2327228361" sldId="307"/>
            <ac:spMk id="5" creationId="{AF1C218B-12AE-B121-E792-0B2CDF5C89BE}"/>
          </ac:spMkLst>
        </pc:spChg>
        <pc:spChg chg="add mod">
          <ac:chgData name="昕 许" userId="a2975fcd840abfc3" providerId="LiveId" clId="{49CCD4F9-177C-4270-9A14-60236FF377E8}" dt="2026-04-12T10:25:02.654" v="8270" actId="1076"/>
          <ac:spMkLst>
            <pc:docMk/>
            <pc:sldMk cId="2327228361" sldId="307"/>
            <ac:spMk id="6" creationId="{8CC8B2FE-9B27-CD08-263E-EB841AD1FF89}"/>
          </ac:spMkLst>
        </pc:spChg>
        <pc:spChg chg="add mod">
          <ac:chgData name="昕 许" userId="a2975fcd840abfc3" providerId="LiveId" clId="{49CCD4F9-177C-4270-9A14-60236FF377E8}" dt="2026-04-12T10:25:16.256" v="8276" actId="14100"/>
          <ac:spMkLst>
            <pc:docMk/>
            <pc:sldMk cId="2327228361" sldId="307"/>
            <ac:spMk id="7" creationId="{FE0E1130-1713-EE04-8674-DA14F07234F5}"/>
          </ac:spMkLst>
        </pc:spChg>
        <pc:spChg chg="add mod">
          <ac:chgData name="昕 许" userId="a2975fcd840abfc3" providerId="LiveId" clId="{49CCD4F9-177C-4270-9A14-60236FF377E8}" dt="2026-04-12T10:25:14.538" v="8275" actId="1076"/>
          <ac:spMkLst>
            <pc:docMk/>
            <pc:sldMk cId="2327228361" sldId="307"/>
            <ac:spMk id="8" creationId="{1B1212EC-966D-DD44-C8B4-17E969998BE2}"/>
          </ac:spMkLst>
        </pc:spChg>
        <pc:spChg chg="add mod">
          <ac:chgData name="昕 许" userId="a2975fcd840abfc3" providerId="LiveId" clId="{49CCD4F9-177C-4270-9A14-60236FF377E8}" dt="2026-04-12T10:25:27.530" v="8279" actId="1076"/>
          <ac:spMkLst>
            <pc:docMk/>
            <pc:sldMk cId="2327228361" sldId="307"/>
            <ac:spMk id="9" creationId="{51D2B5D1-265A-BDF6-F663-2677BDD4700C}"/>
          </ac:spMkLst>
        </pc:spChg>
        <pc:spChg chg="add mod">
          <ac:chgData name="昕 许" userId="a2975fcd840abfc3" providerId="LiveId" clId="{49CCD4F9-177C-4270-9A14-60236FF377E8}" dt="2026-04-12T10:25:54.629" v="8287" actId="14100"/>
          <ac:spMkLst>
            <pc:docMk/>
            <pc:sldMk cId="2327228361" sldId="307"/>
            <ac:spMk id="10" creationId="{3EFCD503-E493-8FE2-692D-5A70B6B7AB12}"/>
          </ac:spMkLst>
        </pc:spChg>
        <pc:spChg chg="add mod">
          <ac:chgData name="昕 许" userId="a2975fcd840abfc3" providerId="LiveId" clId="{49CCD4F9-177C-4270-9A14-60236FF377E8}" dt="2026-04-12T10:26:02.978" v="8290" actId="14100"/>
          <ac:spMkLst>
            <pc:docMk/>
            <pc:sldMk cId="2327228361" sldId="307"/>
            <ac:spMk id="11" creationId="{74AFFCC2-C2EF-5CB9-8561-02E69149CAF3}"/>
          </ac:spMkLst>
        </pc:spChg>
        <pc:spChg chg="add mod">
          <ac:chgData name="昕 许" userId="a2975fcd840abfc3" providerId="LiveId" clId="{49CCD4F9-177C-4270-9A14-60236FF377E8}" dt="2026-04-12T10:26:50.762" v="8302" actId="14100"/>
          <ac:spMkLst>
            <pc:docMk/>
            <pc:sldMk cId="2327228361" sldId="307"/>
            <ac:spMk id="15" creationId="{92C12C94-BBCB-8A72-98EA-5FFD9A3D605E}"/>
          </ac:spMkLst>
        </pc:spChg>
        <pc:spChg chg="add mod">
          <ac:chgData name="昕 许" userId="a2975fcd840abfc3" providerId="LiveId" clId="{49CCD4F9-177C-4270-9A14-60236FF377E8}" dt="2026-04-12T10:26:58.380" v="8305" actId="14100"/>
          <ac:spMkLst>
            <pc:docMk/>
            <pc:sldMk cId="2327228361" sldId="307"/>
            <ac:spMk id="16" creationId="{3E3A5FB7-A1F3-DAC6-6E69-268AA0E29484}"/>
          </ac:spMkLst>
        </pc:spChg>
        <pc:spChg chg="add mod">
          <ac:chgData name="昕 许" userId="a2975fcd840abfc3" providerId="LiveId" clId="{49CCD4F9-177C-4270-9A14-60236FF377E8}" dt="2026-04-12T10:27:20.522" v="8311" actId="164"/>
          <ac:spMkLst>
            <pc:docMk/>
            <pc:sldMk cId="2327228361" sldId="307"/>
            <ac:spMk id="17" creationId="{004466B6-5B8D-AD8B-DF3D-C11BF00FCB5D}"/>
          </ac:spMkLst>
        </pc:spChg>
        <pc:spChg chg="mod">
          <ac:chgData name="昕 许" userId="a2975fcd840abfc3" providerId="LiveId" clId="{49CCD4F9-177C-4270-9A14-60236FF377E8}" dt="2026-04-12T10:27:33.911" v="8318" actId="20577"/>
          <ac:spMkLst>
            <pc:docMk/>
            <pc:sldMk cId="2327228361" sldId="307"/>
            <ac:spMk id="21" creationId="{F4CD9E26-6055-9D0A-F570-10A7D765F5E9}"/>
          </ac:spMkLst>
        </pc:spChg>
        <pc:spChg chg="mod">
          <ac:chgData name="昕 许" userId="a2975fcd840abfc3" providerId="LiveId" clId="{49CCD4F9-177C-4270-9A14-60236FF377E8}" dt="2026-04-12T10:28:16.657" v="8323" actId="20577"/>
          <ac:spMkLst>
            <pc:docMk/>
            <pc:sldMk cId="2327228361" sldId="307"/>
            <ac:spMk id="24" creationId="{502D713F-6857-EC8F-257F-884914706B3D}"/>
          </ac:spMkLst>
        </pc:spChg>
        <pc:spChg chg="add mod">
          <ac:chgData name="昕 许" userId="a2975fcd840abfc3" providerId="LiveId" clId="{49CCD4F9-177C-4270-9A14-60236FF377E8}" dt="2026-04-12T10:28:18.861" v="8324"/>
          <ac:spMkLst>
            <pc:docMk/>
            <pc:sldMk cId="2327228361" sldId="307"/>
            <ac:spMk id="25" creationId="{15E31AFD-2E4B-9BBE-30C2-3D056DE2A65D}"/>
          </ac:spMkLst>
        </pc:spChg>
        <pc:spChg chg="mod">
          <ac:chgData name="昕 许" userId="a2975fcd840abfc3" providerId="LiveId" clId="{49CCD4F9-177C-4270-9A14-60236FF377E8}" dt="2026-04-12T10:28:29.987" v="8328" actId="20577"/>
          <ac:spMkLst>
            <pc:docMk/>
            <pc:sldMk cId="2327228361" sldId="307"/>
            <ac:spMk id="28" creationId="{9D313024-5D37-84BC-9F01-9BEAD35D11D1}"/>
          </ac:spMkLst>
        </pc:spChg>
        <pc:spChg chg="add mod">
          <ac:chgData name="昕 许" userId="a2975fcd840abfc3" providerId="LiveId" clId="{49CCD4F9-177C-4270-9A14-60236FF377E8}" dt="2026-04-12T10:28:32.236" v="8329"/>
          <ac:spMkLst>
            <pc:docMk/>
            <pc:sldMk cId="2327228361" sldId="307"/>
            <ac:spMk id="29" creationId="{40AB2FEE-DF9C-C151-ECEB-61418816FBC4}"/>
          </ac:spMkLst>
        </pc:spChg>
        <pc:spChg chg="mod">
          <ac:chgData name="昕 许" userId="a2975fcd840abfc3" providerId="LiveId" clId="{49CCD4F9-177C-4270-9A14-60236FF377E8}" dt="2026-04-12T10:28:34.581" v="8330"/>
          <ac:spMkLst>
            <pc:docMk/>
            <pc:sldMk cId="2327228361" sldId="307"/>
            <ac:spMk id="33" creationId="{8F03F310-00E8-D63B-4C90-85CF545D2C73}"/>
          </ac:spMkLst>
        </pc:spChg>
        <pc:spChg chg="add mod">
          <ac:chgData name="昕 许" userId="a2975fcd840abfc3" providerId="LiveId" clId="{49CCD4F9-177C-4270-9A14-60236FF377E8}" dt="2026-04-12T10:29:00.407" v="8345" actId="1076"/>
          <ac:spMkLst>
            <pc:docMk/>
            <pc:sldMk cId="2327228361" sldId="307"/>
            <ac:spMk id="34" creationId="{A52C91AA-EE43-455A-13C7-24D70DE4B23E}"/>
          </ac:spMkLst>
        </pc:spChg>
        <pc:spChg chg="add mod">
          <ac:chgData name="昕 许" userId="a2975fcd840abfc3" providerId="LiveId" clId="{49CCD4F9-177C-4270-9A14-60236FF377E8}" dt="2026-04-12T10:29:08.425" v="8350" actId="1076"/>
          <ac:spMkLst>
            <pc:docMk/>
            <pc:sldMk cId="2327228361" sldId="307"/>
            <ac:spMk id="35" creationId="{12E7DDA9-C3FE-AC07-0B07-4015B7EAEA2E}"/>
          </ac:spMkLst>
        </pc:spChg>
        <pc:spChg chg="add mod">
          <ac:chgData name="昕 许" userId="a2975fcd840abfc3" providerId="LiveId" clId="{49CCD4F9-177C-4270-9A14-60236FF377E8}" dt="2026-04-12T10:29:13.613" v="8352" actId="1076"/>
          <ac:spMkLst>
            <pc:docMk/>
            <pc:sldMk cId="2327228361" sldId="307"/>
            <ac:spMk id="36" creationId="{0D050E85-EA26-4F87-660F-3E8BB91AD059}"/>
          </ac:spMkLst>
        </pc:spChg>
        <pc:spChg chg="add mod">
          <ac:chgData name="昕 许" userId="a2975fcd840abfc3" providerId="LiveId" clId="{49CCD4F9-177C-4270-9A14-60236FF377E8}" dt="2026-04-12T10:29:17.052" v="8354" actId="1076"/>
          <ac:spMkLst>
            <pc:docMk/>
            <pc:sldMk cId="2327228361" sldId="307"/>
            <ac:spMk id="37" creationId="{E4C73169-D75F-6E84-F252-9A26124B91A7}"/>
          </ac:spMkLst>
        </pc:spChg>
        <pc:spChg chg="add mod">
          <ac:chgData name="昕 许" userId="a2975fcd840abfc3" providerId="LiveId" clId="{49CCD4F9-177C-4270-9A14-60236FF377E8}" dt="2026-04-12T10:29:21.090" v="8356" actId="1076"/>
          <ac:spMkLst>
            <pc:docMk/>
            <pc:sldMk cId="2327228361" sldId="307"/>
            <ac:spMk id="38" creationId="{64A3ADAA-780A-1194-AC8C-4039914079B0}"/>
          </ac:spMkLst>
        </pc:spChg>
        <pc:spChg chg="add mod">
          <ac:chgData name="昕 许" userId="a2975fcd840abfc3" providerId="LiveId" clId="{49CCD4F9-177C-4270-9A14-60236FF377E8}" dt="2026-04-12T10:30:32.948" v="8373" actId="164"/>
          <ac:spMkLst>
            <pc:docMk/>
            <pc:sldMk cId="2327228361" sldId="307"/>
            <ac:spMk id="42" creationId="{05897646-EB20-85EF-DA78-F06304F2167A}"/>
          </ac:spMkLst>
        </pc:spChg>
        <pc:spChg chg="mod">
          <ac:chgData name="昕 许" userId="a2975fcd840abfc3" providerId="LiveId" clId="{49CCD4F9-177C-4270-9A14-60236FF377E8}" dt="2026-04-12T10:30:38.187" v="8377" actId="20577"/>
          <ac:spMkLst>
            <pc:docMk/>
            <pc:sldMk cId="2327228361" sldId="307"/>
            <ac:spMk id="47" creationId="{02DBD886-1BF3-FF23-6847-52528ED0A642}"/>
          </ac:spMkLst>
        </pc:spChg>
        <pc:spChg chg="mod">
          <ac:chgData name="昕 许" userId="a2975fcd840abfc3" providerId="LiveId" clId="{49CCD4F9-177C-4270-9A14-60236FF377E8}" dt="2026-04-12T10:31:08.052" v="8386" actId="20577"/>
          <ac:spMkLst>
            <pc:docMk/>
            <pc:sldMk cId="2327228361" sldId="307"/>
            <ac:spMk id="50" creationId="{40C77A49-A051-CA3E-D932-29B56F3753BC}"/>
          </ac:spMkLst>
        </pc:spChg>
        <pc:spChg chg="del">
          <ac:chgData name="昕 许" userId="a2975fcd840abfc3" providerId="LiveId" clId="{49CCD4F9-177C-4270-9A14-60236FF377E8}" dt="2026-04-12T10:23:57.585" v="8239" actId="478"/>
          <ac:spMkLst>
            <pc:docMk/>
            <pc:sldMk cId="2327228361" sldId="307"/>
            <ac:spMk id="53" creationId="{46B2962E-4557-F263-1415-7FDDB74CAE46}"/>
          </ac:spMkLst>
        </pc:spChg>
        <pc:spChg chg="del">
          <ac:chgData name="昕 许" userId="a2975fcd840abfc3" providerId="LiveId" clId="{49CCD4F9-177C-4270-9A14-60236FF377E8}" dt="2026-04-12T10:23:57.014" v="8238" actId="478"/>
          <ac:spMkLst>
            <pc:docMk/>
            <pc:sldMk cId="2327228361" sldId="307"/>
            <ac:spMk id="54" creationId="{F2689A08-160A-038C-3CEB-B174F043AFA4}"/>
          </ac:spMkLst>
        </pc:spChg>
        <pc:spChg chg="del">
          <ac:chgData name="昕 许" userId="a2975fcd840abfc3" providerId="LiveId" clId="{49CCD4F9-177C-4270-9A14-60236FF377E8}" dt="2026-04-12T10:24:07.088" v="8246" actId="478"/>
          <ac:spMkLst>
            <pc:docMk/>
            <pc:sldMk cId="2327228361" sldId="307"/>
            <ac:spMk id="55" creationId="{67569564-2F2A-C69C-32AB-28D2C6C1D053}"/>
          </ac:spMkLst>
        </pc:spChg>
        <pc:spChg chg="add mod">
          <ac:chgData name="昕 许" userId="a2975fcd840abfc3" providerId="LiveId" clId="{49CCD4F9-177C-4270-9A14-60236FF377E8}" dt="2026-04-12T10:31:30.970" v="8392" actId="20577"/>
          <ac:spMkLst>
            <pc:docMk/>
            <pc:sldMk cId="2327228361" sldId="307"/>
            <ac:spMk id="57" creationId="{D22B473F-5447-3E76-C828-32C837FC9D1C}"/>
          </ac:spMkLst>
        </pc:spChg>
        <pc:spChg chg="mod">
          <ac:chgData name="昕 许" userId="a2975fcd840abfc3" providerId="LiveId" clId="{49CCD4F9-177C-4270-9A14-60236FF377E8}" dt="2026-04-12T10:24:20.930" v="8253" actId="14100"/>
          <ac:spMkLst>
            <pc:docMk/>
            <pc:sldMk cId="2327228361" sldId="307"/>
            <ac:spMk id="59" creationId="{94A537EC-1418-6882-6D73-52A70D2CCB2E}"/>
          </ac:spMkLst>
        </pc:spChg>
        <pc:spChg chg="del">
          <ac:chgData name="昕 许" userId="a2975fcd840abfc3" providerId="LiveId" clId="{49CCD4F9-177C-4270-9A14-60236FF377E8}" dt="2026-04-12T10:24:08.666" v="8249" actId="478"/>
          <ac:spMkLst>
            <pc:docMk/>
            <pc:sldMk cId="2327228361" sldId="307"/>
            <ac:spMk id="60" creationId="{1DC67D1F-4A2E-996F-49CB-3E5AD29FCF38}"/>
          </ac:spMkLst>
        </pc:spChg>
        <pc:spChg chg="del mod">
          <ac:chgData name="昕 许" userId="a2975fcd840abfc3" providerId="LiveId" clId="{49CCD4F9-177C-4270-9A14-60236FF377E8}" dt="2026-04-12T10:24:08.061" v="8248" actId="478"/>
          <ac:spMkLst>
            <pc:docMk/>
            <pc:sldMk cId="2327228361" sldId="307"/>
            <ac:spMk id="62" creationId="{7419CB22-05C9-275C-240E-F5899A52B5DE}"/>
          </ac:spMkLst>
        </pc:spChg>
        <pc:spChg chg="del">
          <ac:chgData name="昕 许" userId="a2975fcd840abfc3" providerId="LiveId" clId="{49CCD4F9-177C-4270-9A14-60236FF377E8}" dt="2026-04-12T10:24:00.844" v="8242" actId="478"/>
          <ac:spMkLst>
            <pc:docMk/>
            <pc:sldMk cId="2327228361" sldId="307"/>
            <ac:spMk id="67" creationId="{8ED18FA3-A699-42CB-E51A-1C33B66546FE}"/>
          </ac:spMkLst>
        </pc:spChg>
        <pc:spChg chg="del topLvl">
          <ac:chgData name="昕 许" userId="a2975fcd840abfc3" providerId="LiveId" clId="{49CCD4F9-177C-4270-9A14-60236FF377E8}" dt="2026-04-12T10:23:59.522" v="8241" actId="478"/>
          <ac:spMkLst>
            <pc:docMk/>
            <pc:sldMk cId="2327228361" sldId="307"/>
            <ac:spMk id="74" creationId="{8BA4F3DC-45D5-0007-2005-321C49C42888}"/>
          </ac:spMkLst>
        </pc:spChg>
        <pc:spChg chg="del topLvl">
          <ac:chgData name="昕 许" userId="a2975fcd840abfc3" providerId="LiveId" clId="{49CCD4F9-177C-4270-9A14-60236FF377E8}" dt="2026-04-12T10:23:54.936" v="8236" actId="478"/>
          <ac:spMkLst>
            <pc:docMk/>
            <pc:sldMk cId="2327228361" sldId="307"/>
            <ac:spMk id="75" creationId="{7CFA306F-03C9-0ADC-CCFC-D34E48AF50B4}"/>
          </ac:spMkLst>
        </pc:spChg>
        <pc:spChg chg="del">
          <ac:chgData name="昕 许" userId="a2975fcd840abfc3" providerId="LiveId" clId="{49CCD4F9-177C-4270-9A14-60236FF377E8}" dt="2026-04-12T10:23:50.004" v="8229" actId="478"/>
          <ac:spMkLst>
            <pc:docMk/>
            <pc:sldMk cId="2327228361" sldId="307"/>
            <ac:spMk id="97" creationId="{F37821CB-0F04-E663-5DB1-EC2BAF863241}"/>
          </ac:spMkLst>
        </pc:spChg>
        <pc:spChg chg="del mod">
          <ac:chgData name="昕 许" userId="a2975fcd840abfc3" providerId="LiveId" clId="{49CCD4F9-177C-4270-9A14-60236FF377E8}" dt="2026-04-12T10:23:49.263" v="8228" actId="478"/>
          <ac:spMkLst>
            <pc:docMk/>
            <pc:sldMk cId="2327228361" sldId="307"/>
            <ac:spMk id="98" creationId="{D26CD344-DC88-0FFD-D17C-946DEAFB86F9}"/>
          </ac:spMkLst>
        </pc:spChg>
        <pc:spChg chg="del">
          <ac:chgData name="昕 许" userId="a2975fcd840abfc3" providerId="LiveId" clId="{49CCD4F9-177C-4270-9A14-60236FF377E8}" dt="2026-04-12T10:23:47.398" v="8226" actId="478"/>
          <ac:spMkLst>
            <pc:docMk/>
            <pc:sldMk cId="2327228361" sldId="307"/>
            <ac:spMk id="105" creationId="{1CE5C054-6FF9-07AE-CA58-4401D2F79B10}"/>
          </ac:spMkLst>
        </pc:spChg>
        <pc:spChg chg="del">
          <ac:chgData name="昕 许" userId="a2975fcd840abfc3" providerId="LiveId" clId="{49CCD4F9-177C-4270-9A14-60236FF377E8}" dt="2026-04-12T10:23:47.398" v="8226" actId="478"/>
          <ac:spMkLst>
            <pc:docMk/>
            <pc:sldMk cId="2327228361" sldId="307"/>
            <ac:spMk id="109" creationId="{9342ADD7-2694-AA4A-47A1-A18934AB2726}"/>
          </ac:spMkLst>
        </pc:spChg>
        <pc:grpChg chg="add mod">
          <ac:chgData name="昕 许" userId="a2975fcd840abfc3" providerId="LiveId" clId="{49CCD4F9-177C-4270-9A14-60236FF377E8}" dt="2026-04-12T10:39:04.593" v="8420" actId="1076"/>
          <ac:grpSpMkLst>
            <pc:docMk/>
            <pc:sldMk cId="2327228361" sldId="307"/>
            <ac:grpSpMk id="18" creationId="{6967AD11-8831-5BFD-EB2E-BED3CB297322}"/>
          </ac:grpSpMkLst>
        </pc:grpChg>
        <pc:grpChg chg="add mod">
          <ac:chgData name="昕 许" userId="a2975fcd840abfc3" providerId="LiveId" clId="{49CCD4F9-177C-4270-9A14-60236FF377E8}" dt="2026-04-12T10:27:28.234" v="8314" actId="1076"/>
          <ac:grpSpMkLst>
            <pc:docMk/>
            <pc:sldMk cId="2327228361" sldId="307"/>
            <ac:grpSpMk id="19" creationId="{2E7C29D1-5B19-1B4C-E955-0B58D275F5A7}"/>
          </ac:grpSpMkLst>
        </pc:grpChg>
        <pc:grpChg chg="add mod">
          <ac:chgData name="昕 许" userId="a2975fcd840abfc3" providerId="LiveId" clId="{49CCD4F9-177C-4270-9A14-60236FF377E8}" dt="2026-04-12T10:27:42.055" v="8320" actId="1076"/>
          <ac:grpSpMkLst>
            <pc:docMk/>
            <pc:sldMk cId="2327228361" sldId="307"/>
            <ac:grpSpMk id="22" creationId="{10930CA6-B7D6-0560-F7A2-0649E40E6E5C}"/>
          </ac:grpSpMkLst>
        </pc:grpChg>
        <pc:grpChg chg="add mod">
          <ac:chgData name="昕 许" userId="a2975fcd840abfc3" providerId="LiveId" clId="{49CCD4F9-177C-4270-9A14-60236FF377E8}" dt="2026-04-12T10:28:36.735" v="8332" actId="1076"/>
          <ac:grpSpMkLst>
            <pc:docMk/>
            <pc:sldMk cId="2327228361" sldId="307"/>
            <ac:grpSpMk id="26" creationId="{E739E364-69A5-C7E6-BA83-5D7AD3E0BBC3}"/>
          </ac:grpSpMkLst>
        </pc:grpChg>
        <pc:grpChg chg="add mod">
          <ac:chgData name="昕 许" userId="a2975fcd840abfc3" providerId="LiveId" clId="{49CCD4F9-177C-4270-9A14-60236FF377E8}" dt="2026-04-12T10:28:41.332" v="8333" actId="1076"/>
          <ac:grpSpMkLst>
            <pc:docMk/>
            <pc:sldMk cId="2327228361" sldId="307"/>
            <ac:grpSpMk id="30" creationId="{A2DEDED9-2440-9B21-6787-E657761D2ED2}"/>
          </ac:grpSpMkLst>
        </pc:grpChg>
        <pc:grpChg chg="add mod">
          <ac:chgData name="昕 许" userId="a2975fcd840abfc3" providerId="LiveId" clId="{49CCD4F9-177C-4270-9A14-60236FF377E8}" dt="2026-04-12T10:30:58.870" v="8381" actId="1076"/>
          <ac:grpSpMkLst>
            <pc:docMk/>
            <pc:sldMk cId="2327228361" sldId="307"/>
            <ac:grpSpMk id="45" creationId="{D9133CD3-B868-7CDD-EF7C-B15E6810855D}"/>
          </ac:grpSpMkLst>
        </pc:grpChg>
        <pc:grpChg chg="add mod">
          <ac:chgData name="昕 许" userId="a2975fcd840abfc3" providerId="LiveId" clId="{49CCD4F9-177C-4270-9A14-60236FF377E8}" dt="2026-04-12T10:31:00.708" v="8382" actId="1076"/>
          <ac:grpSpMkLst>
            <pc:docMk/>
            <pc:sldMk cId="2327228361" sldId="307"/>
            <ac:grpSpMk id="46" creationId="{F376EE7D-F713-64C7-9199-68DF30388534}"/>
          </ac:grpSpMkLst>
        </pc:grpChg>
        <pc:grpChg chg="add mod">
          <ac:chgData name="昕 许" userId="a2975fcd840abfc3" providerId="LiveId" clId="{49CCD4F9-177C-4270-9A14-60236FF377E8}" dt="2026-04-12T10:31:06.892" v="8384" actId="1076"/>
          <ac:grpSpMkLst>
            <pc:docMk/>
            <pc:sldMk cId="2327228361" sldId="307"/>
            <ac:grpSpMk id="49" creationId="{7F212561-1135-5C14-C5D7-E9EB2C9A63E4}"/>
          </ac:grpSpMkLst>
        </pc:grpChg>
        <pc:grpChg chg="del">
          <ac:chgData name="昕 许" userId="a2975fcd840abfc3" providerId="LiveId" clId="{49CCD4F9-177C-4270-9A14-60236FF377E8}" dt="2026-04-12T10:23:55.930" v="8237" actId="478"/>
          <ac:grpSpMkLst>
            <pc:docMk/>
            <pc:sldMk cId="2327228361" sldId="307"/>
            <ac:grpSpMk id="72" creationId="{F1C1022F-9DA3-6E6C-39B4-045AFDF39639}"/>
          </ac:grpSpMkLst>
        </pc:grpChg>
        <pc:grpChg chg="del">
          <ac:chgData name="昕 许" userId="a2975fcd840abfc3" providerId="LiveId" clId="{49CCD4F9-177C-4270-9A14-60236FF377E8}" dt="2026-04-12T10:23:54.936" v="8236" actId="478"/>
          <ac:grpSpMkLst>
            <pc:docMk/>
            <pc:sldMk cId="2327228361" sldId="307"/>
            <ac:grpSpMk id="73" creationId="{9613B969-ACD0-327E-3E71-3FE60FAA6829}"/>
          </ac:grpSpMkLst>
        </pc:grpChg>
        <pc:grpChg chg="del mod">
          <ac:chgData name="昕 许" userId="a2975fcd840abfc3" providerId="LiveId" clId="{49CCD4F9-177C-4270-9A14-60236FF377E8}" dt="2026-04-12T10:23:46.343" v="8225" actId="478"/>
          <ac:grpSpMkLst>
            <pc:docMk/>
            <pc:sldMk cId="2327228361" sldId="307"/>
            <ac:grpSpMk id="110" creationId="{CC317FB8-86E6-3DA4-F705-68144E249CC7}"/>
          </ac:grpSpMkLst>
        </pc:grpChg>
        <pc:cxnChg chg="add mod">
          <ac:chgData name="昕 许" userId="a2975fcd840abfc3" providerId="LiveId" clId="{49CCD4F9-177C-4270-9A14-60236FF377E8}" dt="2026-04-12T10:27:20.522" v="8311" actId="164"/>
          <ac:cxnSpMkLst>
            <pc:docMk/>
            <pc:sldMk cId="2327228361" sldId="307"/>
            <ac:cxnSpMk id="13" creationId="{B31FB489-CB9E-F913-4CE5-DDD8C492858C}"/>
          </ac:cxnSpMkLst>
        </pc:cxnChg>
        <pc:cxnChg chg="mod">
          <ac:chgData name="昕 许" userId="a2975fcd840abfc3" providerId="LiveId" clId="{49CCD4F9-177C-4270-9A14-60236FF377E8}" dt="2026-04-12T10:27:21.361" v="8312"/>
          <ac:cxnSpMkLst>
            <pc:docMk/>
            <pc:sldMk cId="2327228361" sldId="307"/>
            <ac:cxnSpMk id="20" creationId="{9C9B9128-C90F-3BB3-2885-74E2673767C7}"/>
          </ac:cxnSpMkLst>
        </pc:cxnChg>
        <pc:cxnChg chg="mod">
          <ac:chgData name="昕 许" userId="a2975fcd840abfc3" providerId="LiveId" clId="{49CCD4F9-177C-4270-9A14-60236FF377E8}" dt="2026-04-12T10:27:36.830" v="8319"/>
          <ac:cxnSpMkLst>
            <pc:docMk/>
            <pc:sldMk cId="2327228361" sldId="307"/>
            <ac:cxnSpMk id="23" creationId="{2D3700C3-300B-C993-491E-4FCB73BAE86E}"/>
          </ac:cxnSpMkLst>
        </pc:cxnChg>
        <pc:cxnChg chg="mod">
          <ac:chgData name="昕 许" userId="a2975fcd840abfc3" providerId="LiveId" clId="{49CCD4F9-177C-4270-9A14-60236FF377E8}" dt="2026-04-12T10:28:21.371" v="8325"/>
          <ac:cxnSpMkLst>
            <pc:docMk/>
            <pc:sldMk cId="2327228361" sldId="307"/>
            <ac:cxnSpMk id="27" creationId="{411777C3-5D26-B496-4539-34B62BDDC14D}"/>
          </ac:cxnSpMkLst>
        </pc:cxnChg>
        <pc:cxnChg chg="mod">
          <ac:chgData name="昕 许" userId="a2975fcd840abfc3" providerId="LiveId" clId="{49CCD4F9-177C-4270-9A14-60236FF377E8}" dt="2026-04-12T10:28:34.581" v="8330"/>
          <ac:cxnSpMkLst>
            <pc:docMk/>
            <pc:sldMk cId="2327228361" sldId="307"/>
            <ac:cxnSpMk id="31" creationId="{5D0D71B8-B872-DC23-2AC3-CA43E5A93EFE}"/>
          </ac:cxnSpMkLst>
        </pc:cxnChg>
        <pc:cxnChg chg="add mod">
          <ac:chgData name="昕 许" userId="a2975fcd840abfc3" providerId="LiveId" clId="{49CCD4F9-177C-4270-9A14-60236FF377E8}" dt="2026-04-12T10:30:03.463" v="8360" actId="1076"/>
          <ac:cxnSpMkLst>
            <pc:docMk/>
            <pc:sldMk cId="2327228361" sldId="307"/>
            <ac:cxnSpMk id="41" creationId="{48F7B891-FC55-B7FA-039A-C32C92D8E8B5}"/>
          </ac:cxnSpMkLst>
        </pc:cxnChg>
        <pc:cxnChg chg="add mod">
          <ac:chgData name="昕 许" userId="a2975fcd840abfc3" providerId="LiveId" clId="{49CCD4F9-177C-4270-9A14-60236FF377E8}" dt="2026-04-12T10:30:32.948" v="8373" actId="164"/>
          <ac:cxnSpMkLst>
            <pc:docMk/>
            <pc:sldMk cId="2327228361" sldId="307"/>
            <ac:cxnSpMk id="43" creationId="{89277EF9-DF3C-6010-42A6-5B8FE1577CA1}"/>
          </ac:cxnSpMkLst>
        </pc:cxnChg>
        <pc:cxnChg chg="mod">
          <ac:chgData name="昕 许" userId="a2975fcd840abfc3" providerId="LiveId" clId="{49CCD4F9-177C-4270-9A14-60236FF377E8}" dt="2026-04-12T10:30:33.703" v="8374"/>
          <ac:cxnSpMkLst>
            <pc:docMk/>
            <pc:sldMk cId="2327228361" sldId="307"/>
            <ac:cxnSpMk id="48" creationId="{968BA189-704B-60B9-7AFF-290613645F7E}"/>
          </ac:cxnSpMkLst>
        </pc:cxnChg>
        <pc:cxnChg chg="del">
          <ac:chgData name="昕 许" userId="a2975fcd840abfc3" providerId="LiveId" clId="{49CCD4F9-177C-4270-9A14-60236FF377E8}" dt="2026-04-12T10:23:58.322" v="8240" actId="478"/>
          <ac:cxnSpMkLst>
            <pc:docMk/>
            <pc:sldMk cId="2327228361" sldId="307"/>
            <ac:cxnSpMk id="52" creationId="{E3A28008-7980-D9D4-5583-EFCFCED75C62}"/>
          </ac:cxnSpMkLst>
        </pc:cxnChg>
        <pc:cxnChg chg="mod">
          <ac:chgData name="昕 许" userId="a2975fcd840abfc3" providerId="LiveId" clId="{49CCD4F9-177C-4270-9A14-60236FF377E8}" dt="2026-04-12T10:30:40.046" v="8378"/>
          <ac:cxnSpMkLst>
            <pc:docMk/>
            <pc:sldMk cId="2327228361" sldId="307"/>
            <ac:cxnSpMk id="56" creationId="{13255FF3-4AE0-A462-4588-756701D2A368}"/>
          </ac:cxnSpMkLst>
        </pc:cxnChg>
        <pc:cxnChg chg="del mod">
          <ac:chgData name="昕 许" userId="a2975fcd840abfc3" providerId="LiveId" clId="{49CCD4F9-177C-4270-9A14-60236FF377E8}" dt="2026-04-12T10:23:51.748" v="8230" actId="478"/>
          <ac:cxnSpMkLst>
            <pc:docMk/>
            <pc:sldMk cId="2327228361" sldId="307"/>
            <ac:cxnSpMk id="77" creationId="{18DAD4EB-DEFB-5175-D975-E813E5961582}"/>
          </ac:cxnSpMkLst>
        </pc:cxnChg>
        <pc:cxnChg chg="del mod">
          <ac:chgData name="昕 许" userId="a2975fcd840abfc3" providerId="LiveId" clId="{49CCD4F9-177C-4270-9A14-60236FF377E8}" dt="2026-04-12T10:23:52.693" v="8232" actId="478"/>
          <ac:cxnSpMkLst>
            <pc:docMk/>
            <pc:sldMk cId="2327228361" sldId="307"/>
            <ac:cxnSpMk id="78" creationId="{C9C6F4E9-81AA-6C61-79A5-299EAB7CAB67}"/>
          </ac:cxnSpMkLst>
        </pc:cxnChg>
        <pc:cxnChg chg="del mod">
          <ac:chgData name="昕 许" userId="a2975fcd840abfc3" providerId="LiveId" clId="{49CCD4F9-177C-4270-9A14-60236FF377E8}" dt="2026-04-12T10:23:53.037" v="8233" actId="478"/>
          <ac:cxnSpMkLst>
            <pc:docMk/>
            <pc:sldMk cId="2327228361" sldId="307"/>
            <ac:cxnSpMk id="81" creationId="{15A56649-D289-650B-8712-AB60616F4A06}"/>
          </ac:cxnSpMkLst>
        </pc:cxnChg>
        <pc:cxnChg chg="del mod">
          <ac:chgData name="昕 许" userId="a2975fcd840abfc3" providerId="LiveId" clId="{49CCD4F9-177C-4270-9A14-60236FF377E8}" dt="2026-04-12T10:23:53.949" v="8235" actId="478"/>
          <ac:cxnSpMkLst>
            <pc:docMk/>
            <pc:sldMk cId="2327228361" sldId="307"/>
            <ac:cxnSpMk id="84" creationId="{8F91D232-A550-0D03-1E93-C70D3CF30CF5}"/>
          </ac:cxnSpMkLst>
        </pc:cxnChg>
        <pc:cxnChg chg="del mod">
          <ac:chgData name="昕 许" userId="a2975fcd840abfc3" providerId="LiveId" clId="{49CCD4F9-177C-4270-9A14-60236FF377E8}" dt="2026-04-12T10:23:52.171" v="8231" actId="478"/>
          <ac:cxnSpMkLst>
            <pc:docMk/>
            <pc:sldMk cId="2327228361" sldId="307"/>
            <ac:cxnSpMk id="87" creationId="{50F7700A-9AE6-DA1E-B904-578F54BB8334}"/>
          </ac:cxnSpMkLst>
        </pc:cxnChg>
        <pc:cxnChg chg="del mod">
          <ac:chgData name="昕 许" userId="a2975fcd840abfc3" providerId="LiveId" clId="{49CCD4F9-177C-4270-9A14-60236FF377E8}" dt="2026-04-12T10:23:53.553" v="8234" actId="478"/>
          <ac:cxnSpMkLst>
            <pc:docMk/>
            <pc:sldMk cId="2327228361" sldId="307"/>
            <ac:cxnSpMk id="90" creationId="{BCC7348A-099A-A0BF-387E-67AAAAF6EC3E}"/>
          </ac:cxnSpMkLst>
        </pc:cxnChg>
        <pc:cxnChg chg="del">
          <ac:chgData name="昕 许" userId="a2975fcd840abfc3" providerId="LiveId" clId="{49CCD4F9-177C-4270-9A14-60236FF377E8}" dt="2026-04-12T10:23:47.398" v="8226" actId="478"/>
          <ac:cxnSpMkLst>
            <pc:docMk/>
            <pc:sldMk cId="2327228361" sldId="307"/>
            <ac:cxnSpMk id="103" creationId="{F13CB464-9543-817C-26BA-25809C95E2AD}"/>
          </ac:cxnSpMkLst>
        </pc:cxnChg>
        <pc:cxnChg chg="del">
          <ac:chgData name="昕 许" userId="a2975fcd840abfc3" providerId="LiveId" clId="{49CCD4F9-177C-4270-9A14-60236FF377E8}" dt="2026-04-12T10:23:47.398" v="8226" actId="478"/>
          <ac:cxnSpMkLst>
            <pc:docMk/>
            <pc:sldMk cId="2327228361" sldId="307"/>
            <ac:cxnSpMk id="108" creationId="{657C1A47-5D7D-DF5F-A11B-9C8197FC93F5}"/>
          </ac:cxnSpMkLst>
        </pc:cxnChg>
      </pc:sldChg>
      <pc:sldChg chg="addSp delSp modSp add mod">
        <pc:chgData name="昕 许" userId="a2975fcd840abfc3" providerId="LiveId" clId="{49CCD4F9-177C-4270-9A14-60236FF377E8}" dt="2026-04-12T10:49:08.737" v="8608" actId="1076"/>
        <pc:sldMkLst>
          <pc:docMk/>
          <pc:sldMk cId="2166912455" sldId="308"/>
        </pc:sldMkLst>
        <pc:spChg chg="mod">
          <ac:chgData name="昕 许" userId="a2975fcd840abfc3" providerId="LiveId" clId="{49CCD4F9-177C-4270-9A14-60236FF377E8}" dt="2026-04-12T10:38:37.394" v="8413" actId="207"/>
          <ac:spMkLst>
            <pc:docMk/>
            <pc:sldMk cId="2166912455" sldId="308"/>
            <ac:spMk id="2" creationId="{EFD8B943-FC89-B2DE-100A-B1697F339D45}"/>
          </ac:spMkLst>
        </pc:spChg>
        <pc:spChg chg="mod">
          <ac:chgData name="昕 许" userId="a2975fcd840abfc3" providerId="LiveId" clId="{49CCD4F9-177C-4270-9A14-60236FF377E8}" dt="2026-04-12T10:38:56.380" v="8414" actId="207"/>
          <ac:spMkLst>
            <pc:docMk/>
            <pc:sldMk cId="2166912455" sldId="308"/>
            <ac:spMk id="5" creationId="{F94A174F-9169-D33A-3C73-A564379B9D98}"/>
          </ac:spMkLst>
        </pc:spChg>
        <pc:spChg chg="del">
          <ac:chgData name="昕 许" userId="a2975fcd840abfc3" providerId="LiveId" clId="{49CCD4F9-177C-4270-9A14-60236FF377E8}" dt="2026-04-12T10:42:00.918" v="8429" actId="478"/>
          <ac:spMkLst>
            <pc:docMk/>
            <pc:sldMk cId="2166912455" sldId="308"/>
            <ac:spMk id="10" creationId="{407CD315-9378-FD35-43F9-043210315118}"/>
          </ac:spMkLst>
        </pc:spChg>
        <pc:spChg chg="del mod topLvl">
          <ac:chgData name="昕 许" userId="a2975fcd840abfc3" providerId="LiveId" clId="{49CCD4F9-177C-4270-9A14-60236FF377E8}" dt="2026-04-12T10:39:01.577" v="8419" actId="478"/>
          <ac:spMkLst>
            <pc:docMk/>
            <pc:sldMk cId="2166912455" sldId="308"/>
            <ac:spMk id="11" creationId="{890E3B1A-26BB-3DFF-EBF3-548A12B7C210}"/>
          </ac:spMkLst>
        </pc:spChg>
        <pc:spChg chg="add del mod">
          <ac:chgData name="昕 许" userId="a2975fcd840abfc3" providerId="LiveId" clId="{49CCD4F9-177C-4270-9A14-60236FF377E8}" dt="2026-04-12T10:38:57.726" v="8415" actId="478"/>
          <ac:spMkLst>
            <pc:docMk/>
            <pc:sldMk cId="2166912455" sldId="308"/>
            <ac:spMk id="12" creationId="{AAA392CB-A839-9D80-C732-F03D54D44C76}"/>
          </ac:spMkLst>
        </pc:spChg>
        <pc:spChg chg="add del mod topLvl">
          <ac:chgData name="昕 许" userId="a2975fcd840abfc3" providerId="LiveId" clId="{49CCD4F9-177C-4270-9A14-60236FF377E8}" dt="2026-04-12T10:39:00.536" v="8418" actId="478"/>
          <ac:spMkLst>
            <pc:docMk/>
            <pc:sldMk cId="2166912455" sldId="308"/>
            <ac:spMk id="14" creationId="{9E7A1A54-2C99-0690-0D89-FF0757765F56}"/>
          </ac:spMkLst>
        </pc:spChg>
        <pc:spChg chg="del mod">
          <ac:chgData name="昕 许" userId="a2975fcd840abfc3" providerId="LiveId" clId="{49CCD4F9-177C-4270-9A14-60236FF377E8}" dt="2026-04-12T10:38:58.368" v="8416" actId="478"/>
          <ac:spMkLst>
            <pc:docMk/>
            <pc:sldMk cId="2166912455" sldId="308"/>
            <ac:spMk id="15" creationId="{2DCEE5EC-0E3E-2964-AF55-671FCC6CE083}"/>
          </ac:spMkLst>
        </pc:spChg>
        <pc:spChg chg="del">
          <ac:chgData name="昕 许" userId="a2975fcd840abfc3" providerId="LiveId" clId="{49CCD4F9-177C-4270-9A14-60236FF377E8}" dt="2026-04-12T10:38:58.918" v="8417" actId="478"/>
          <ac:spMkLst>
            <pc:docMk/>
            <pc:sldMk cId="2166912455" sldId="308"/>
            <ac:spMk id="16" creationId="{B37A6AC4-94EE-C44B-0209-934A6B000A4E}"/>
          </ac:spMkLst>
        </pc:spChg>
        <pc:spChg chg="del">
          <ac:chgData name="昕 许" userId="a2975fcd840abfc3" providerId="LiveId" clId="{49CCD4F9-177C-4270-9A14-60236FF377E8}" dt="2026-04-12T10:37:25.873" v="8394" actId="478"/>
          <ac:spMkLst>
            <pc:docMk/>
            <pc:sldMk cId="2166912455" sldId="308"/>
            <ac:spMk id="34" creationId="{5331E8AC-3870-8AD3-1A42-F36555167674}"/>
          </ac:spMkLst>
        </pc:spChg>
        <pc:spChg chg="del">
          <ac:chgData name="昕 许" userId="a2975fcd840abfc3" providerId="LiveId" clId="{49CCD4F9-177C-4270-9A14-60236FF377E8}" dt="2026-04-12T10:37:25.873" v="8394" actId="478"/>
          <ac:spMkLst>
            <pc:docMk/>
            <pc:sldMk cId="2166912455" sldId="308"/>
            <ac:spMk id="35" creationId="{104991D9-7158-22BC-955C-0469E33B70D6}"/>
          </ac:spMkLst>
        </pc:spChg>
        <pc:spChg chg="del">
          <ac:chgData name="昕 许" userId="a2975fcd840abfc3" providerId="LiveId" clId="{49CCD4F9-177C-4270-9A14-60236FF377E8}" dt="2026-04-12T10:37:25.873" v="8394" actId="478"/>
          <ac:spMkLst>
            <pc:docMk/>
            <pc:sldMk cId="2166912455" sldId="308"/>
            <ac:spMk id="36" creationId="{3B8F9A0D-EC0C-4581-B81A-0A984EC5F625}"/>
          </ac:spMkLst>
        </pc:spChg>
        <pc:spChg chg="del">
          <ac:chgData name="昕 许" userId="a2975fcd840abfc3" providerId="LiveId" clId="{49CCD4F9-177C-4270-9A14-60236FF377E8}" dt="2026-04-12T10:37:25.873" v="8394" actId="478"/>
          <ac:spMkLst>
            <pc:docMk/>
            <pc:sldMk cId="2166912455" sldId="308"/>
            <ac:spMk id="37" creationId="{BFF52CC8-00A1-94FE-59E0-EBC0DF391B2A}"/>
          </ac:spMkLst>
        </pc:spChg>
        <pc:spChg chg="del">
          <ac:chgData name="昕 许" userId="a2975fcd840abfc3" providerId="LiveId" clId="{49CCD4F9-177C-4270-9A14-60236FF377E8}" dt="2026-04-12T10:37:25.873" v="8394" actId="478"/>
          <ac:spMkLst>
            <pc:docMk/>
            <pc:sldMk cId="2166912455" sldId="308"/>
            <ac:spMk id="38" creationId="{F801EAB5-D52D-A05C-A4C9-C2F250CC56A8}"/>
          </ac:spMkLst>
        </pc:spChg>
        <pc:spChg chg="del mod topLvl">
          <ac:chgData name="昕 许" userId="a2975fcd840abfc3" providerId="LiveId" clId="{49CCD4F9-177C-4270-9A14-60236FF377E8}" dt="2026-04-12T10:39:08.832" v="8422" actId="478"/>
          <ac:spMkLst>
            <pc:docMk/>
            <pc:sldMk cId="2166912455" sldId="308"/>
            <ac:spMk id="40" creationId="{FD15C58E-1612-2A16-21B9-CA1097169A1B}"/>
          </ac:spMkLst>
        </pc:spChg>
        <pc:spChg chg="add mod">
          <ac:chgData name="昕 许" userId="a2975fcd840abfc3" providerId="LiveId" clId="{49CCD4F9-177C-4270-9A14-60236FF377E8}" dt="2026-04-12T10:49:08.737" v="8608" actId="1076"/>
          <ac:spMkLst>
            <pc:docMk/>
            <pc:sldMk cId="2166912455" sldId="308"/>
            <ac:spMk id="51" creationId="{73A697E2-EE94-1B37-8A42-B0029FCC2C07}"/>
          </ac:spMkLst>
        </pc:spChg>
        <pc:spChg chg="add mod">
          <ac:chgData name="昕 许" userId="a2975fcd840abfc3" providerId="LiveId" clId="{49CCD4F9-177C-4270-9A14-60236FF377E8}" dt="2026-04-12T10:46:43.474" v="8487" actId="20577"/>
          <ac:spMkLst>
            <pc:docMk/>
            <pc:sldMk cId="2166912455" sldId="308"/>
            <ac:spMk id="52" creationId="{26960609-27A6-C656-CA0E-D5CA1F3DA11B}"/>
          </ac:spMkLst>
        </pc:spChg>
        <pc:spChg chg="add mod">
          <ac:chgData name="昕 许" userId="a2975fcd840abfc3" providerId="LiveId" clId="{49CCD4F9-177C-4270-9A14-60236FF377E8}" dt="2026-04-12T10:46:47.539" v="8496" actId="20577"/>
          <ac:spMkLst>
            <pc:docMk/>
            <pc:sldMk cId="2166912455" sldId="308"/>
            <ac:spMk id="53" creationId="{EB313B0A-AF3D-0BDA-8AFD-CA38E4F52AF9}"/>
          </ac:spMkLst>
        </pc:spChg>
        <pc:spChg chg="del">
          <ac:chgData name="昕 许" userId="a2975fcd840abfc3" providerId="LiveId" clId="{49CCD4F9-177C-4270-9A14-60236FF377E8}" dt="2026-04-12T10:37:25.873" v="8394" actId="478"/>
          <ac:spMkLst>
            <pc:docMk/>
            <pc:sldMk cId="2166912455" sldId="308"/>
            <ac:spMk id="57" creationId="{EFD2346C-A1B3-B1FF-0B61-B3D65E4B6096}"/>
          </ac:spMkLst>
        </pc:spChg>
        <pc:spChg chg="mod">
          <ac:chgData name="昕 许" userId="a2975fcd840abfc3" providerId="LiveId" clId="{49CCD4F9-177C-4270-9A14-60236FF377E8}" dt="2026-04-12T10:43:50.466" v="8460" actId="14100"/>
          <ac:spMkLst>
            <pc:docMk/>
            <pc:sldMk cId="2166912455" sldId="308"/>
            <ac:spMk id="68" creationId="{E7C334A9-C105-3099-C2B1-158911DFC41A}"/>
          </ac:spMkLst>
        </pc:spChg>
        <pc:spChg chg="mod">
          <ac:chgData name="昕 许" userId="a2975fcd840abfc3" providerId="LiveId" clId="{49CCD4F9-177C-4270-9A14-60236FF377E8}" dt="2026-04-12T10:46:52.331" v="8503" actId="1076"/>
          <ac:spMkLst>
            <pc:docMk/>
            <pc:sldMk cId="2166912455" sldId="308"/>
            <ac:spMk id="69" creationId="{42C6A39D-D303-28FF-CFE5-10FEE03033DD}"/>
          </ac:spMkLst>
        </pc:spChg>
        <pc:spChg chg="add mod">
          <ac:chgData name="昕 许" userId="a2975fcd840abfc3" providerId="LiveId" clId="{49CCD4F9-177C-4270-9A14-60236FF377E8}" dt="2026-04-12T10:48:59.781" v="8606" actId="14100"/>
          <ac:spMkLst>
            <pc:docMk/>
            <pc:sldMk cId="2166912455" sldId="308"/>
            <ac:spMk id="73" creationId="{66C20DB8-6A72-D652-4505-9F9BBDC69E06}"/>
          </ac:spMkLst>
        </pc:spChg>
        <pc:grpChg chg="del">
          <ac:chgData name="昕 许" userId="a2975fcd840abfc3" providerId="LiveId" clId="{49CCD4F9-177C-4270-9A14-60236FF377E8}" dt="2026-04-12T10:37:25.873" v="8394" actId="478"/>
          <ac:grpSpMkLst>
            <pc:docMk/>
            <pc:sldMk cId="2166912455" sldId="308"/>
            <ac:grpSpMk id="18" creationId="{1252BBBE-66B5-C8B8-657A-8715F01FF9A3}"/>
          </ac:grpSpMkLst>
        </pc:grpChg>
        <pc:grpChg chg="del">
          <ac:chgData name="昕 许" userId="a2975fcd840abfc3" providerId="LiveId" clId="{49CCD4F9-177C-4270-9A14-60236FF377E8}" dt="2026-04-12T10:37:26.959" v="8395" actId="478"/>
          <ac:grpSpMkLst>
            <pc:docMk/>
            <pc:sldMk cId="2166912455" sldId="308"/>
            <ac:grpSpMk id="19" creationId="{B2E316D0-806A-6A72-FF35-7498D6684E2B}"/>
          </ac:grpSpMkLst>
        </pc:grpChg>
        <pc:grpChg chg="del">
          <ac:chgData name="昕 许" userId="a2975fcd840abfc3" providerId="LiveId" clId="{49CCD4F9-177C-4270-9A14-60236FF377E8}" dt="2026-04-12T10:37:25.873" v="8394" actId="478"/>
          <ac:grpSpMkLst>
            <pc:docMk/>
            <pc:sldMk cId="2166912455" sldId="308"/>
            <ac:grpSpMk id="22" creationId="{3650A81F-EB23-BA1C-F58F-01F8261CE98B}"/>
          </ac:grpSpMkLst>
        </pc:grpChg>
        <pc:grpChg chg="add del mod">
          <ac:chgData name="昕 许" userId="a2975fcd840abfc3" providerId="LiveId" clId="{49CCD4F9-177C-4270-9A14-60236FF377E8}" dt="2026-04-12T10:39:00.536" v="8418" actId="478"/>
          <ac:grpSpMkLst>
            <pc:docMk/>
            <pc:sldMk cId="2166912455" sldId="308"/>
            <ac:grpSpMk id="25" creationId="{55CEC663-7D62-0CEE-8C9C-B70D66E8CDEA}"/>
          </ac:grpSpMkLst>
        </pc:grpChg>
        <pc:grpChg chg="del">
          <ac:chgData name="昕 许" userId="a2975fcd840abfc3" providerId="LiveId" clId="{49CCD4F9-177C-4270-9A14-60236FF377E8}" dt="2026-04-12T10:37:25.873" v="8394" actId="478"/>
          <ac:grpSpMkLst>
            <pc:docMk/>
            <pc:sldMk cId="2166912455" sldId="308"/>
            <ac:grpSpMk id="26" creationId="{00B37C81-61B2-3797-B56A-F6E812B07BED}"/>
          </ac:grpSpMkLst>
        </pc:grpChg>
        <pc:grpChg chg="add del mod">
          <ac:chgData name="昕 许" userId="a2975fcd840abfc3" providerId="LiveId" clId="{49CCD4F9-177C-4270-9A14-60236FF377E8}" dt="2026-04-12T10:39:08.832" v="8422" actId="478"/>
          <ac:grpSpMkLst>
            <pc:docMk/>
            <pc:sldMk cId="2166912455" sldId="308"/>
            <ac:grpSpMk id="29" creationId="{8714034E-7965-D03F-D943-2F77346ADDF5}"/>
          </ac:grpSpMkLst>
        </pc:grpChg>
        <pc:grpChg chg="del">
          <ac:chgData name="昕 许" userId="a2975fcd840abfc3" providerId="LiveId" clId="{49CCD4F9-177C-4270-9A14-60236FF377E8}" dt="2026-04-12T10:37:25.873" v="8394" actId="478"/>
          <ac:grpSpMkLst>
            <pc:docMk/>
            <pc:sldMk cId="2166912455" sldId="308"/>
            <ac:grpSpMk id="30" creationId="{056D4D31-2722-E270-91B1-1E8034DA7327}"/>
          </ac:grpSpMkLst>
        </pc:grpChg>
        <pc:grpChg chg="add mod">
          <ac:chgData name="昕 许" userId="a2975fcd840abfc3" providerId="LiveId" clId="{49CCD4F9-177C-4270-9A14-60236FF377E8}" dt="2026-04-12T10:46:43.474" v="8487" actId="20577"/>
          <ac:grpSpMkLst>
            <pc:docMk/>
            <pc:sldMk cId="2166912455" sldId="308"/>
            <ac:grpSpMk id="54" creationId="{AA349E40-0D34-2795-44F9-91F4DF707DBE}"/>
          </ac:grpSpMkLst>
        </pc:grpChg>
        <pc:grpChg chg="add mod">
          <ac:chgData name="昕 许" userId="a2975fcd840abfc3" providerId="LiveId" clId="{49CCD4F9-177C-4270-9A14-60236FF377E8}" dt="2026-04-12T10:46:43.474" v="8487" actId="20577"/>
          <ac:grpSpMkLst>
            <pc:docMk/>
            <pc:sldMk cId="2166912455" sldId="308"/>
            <ac:grpSpMk id="64" creationId="{6769372A-113D-13CE-7610-94BDCDEEDECA}"/>
          </ac:grpSpMkLst>
        </pc:grpChg>
        <pc:grpChg chg="add mod">
          <ac:chgData name="昕 许" userId="a2975fcd840abfc3" providerId="LiveId" clId="{49CCD4F9-177C-4270-9A14-60236FF377E8}" dt="2026-04-12T10:43:45.164" v="8459" actId="1076"/>
          <ac:grpSpMkLst>
            <pc:docMk/>
            <pc:sldMk cId="2166912455" sldId="308"/>
            <ac:grpSpMk id="65" creationId="{AEBC6003-F460-5343-2D7E-2B83300B7C1C}"/>
          </ac:grpSpMkLst>
        </pc:grpChg>
        <pc:grpChg chg="mod">
          <ac:chgData name="昕 许" userId="a2975fcd840abfc3" providerId="LiveId" clId="{49CCD4F9-177C-4270-9A14-60236FF377E8}" dt="2026-04-12T10:43:41.903" v="8458"/>
          <ac:grpSpMkLst>
            <pc:docMk/>
            <pc:sldMk cId="2166912455" sldId="308"/>
            <ac:grpSpMk id="66" creationId="{981F699A-E359-E125-723F-2BB1D73359D1}"/>
          </ac:grpSpMkLst>
        </pc:grpChg>
        <pc:cxnChg chg="mod topLvl">
          <ac:chgData name="昕 许" userId="a2975fcd840abfc3" providerId="LiveId" clId="{49CCD4F9-177C-4270-9A14-60236FF377E8}" dt="2026-04-12T10:49:05.470" v="8607" actId="208"/>
          <ac:cxnSpMkLst>
            <pc:docMk/>
            <pc:sldMk cId="2166912455" sldId="308"/>
            <ac:cxnSpMk id="39" creationId="{8F7053A3-F0C7-14FA-F84F-435F52160DCF}"/>
          </ac:cxnSpMkLst>
        </pc:cxnChg>
        <pc:cxnChg chg="add del">
          <ac:chgData name="昕 许" userId="a2975fcd840abfc3" providerId="LiveId" clId="{49CCD4F9-177C-4270-9A14-60236FF377E8}" dt="2026-04-12T10:42:52.578" v="8450" actId="11529"/>
          <ac:cxnSpMkLst>
            <pc:docMk/>
            <pc:sldMk cId="2166912455" sldId="308"/>
            <ac:cxnSpMk id="58" creationId="{2651AE15-D3FF-29EC-0CBB-96B3DB804509}"/>
          </ac:cxnSpMkLst>
        </pc:cxnChg>
        <pc:cxnChg chg="add mod">
          <ac:chgData name="昕 许" userId="a2975fcd840abfc3" providerId="LiveId" clId="{49CCD4F9-177C-4270-9A14-60236FF377E8}" dt="2026-04-12T10:46:43.474" v="8487" actId="20577"/>
          <ac:cxnSpMkLst>
            <pc:docMk/>
            <pc:sldMk cId="2166912455" sldId="308"/>
            <ac:cxnSpMk id="61" creationId="{CD2EF7D7-7BBA-AB67-5609-EC2B5F8F6D48}"/>
          </ac:cxnSpMkLst>
        </pc:cxnChg>
        <pc:cxnChg chg="mod">
          <ac:chgData name="昕 许" userId="a2975fcd840abfc3" providerId="LiveId" clId="{49CCD4F9-177C-4270-9A14-60236FF377E8}" dt="2026-04-12T10:43:54.851" v="8462" actId="14100"/>
          <ac:cxnSpMkLst>
            <pc:docMk/>
            <pc:sldMk cId="2166912455" sldId="308"/>
            <ac:cxnSpMk id="67" creationId="{60D9AC72-4C65-D78C-6B87-A0E183B6A1EF}"/>
          </ac:cxnSpMkLst>
        </pc:cxnChg>
        <pc:cxnChg chg="add mod">
          <ac:chgData name="昕 许" userId="a2975fcd840abfc3" providerId="LiveId" clId="{49CCD4F9-177C-4270-9A14-60236FF377E8}" dt="2026-04-12T10:48:28.863" v="8599" actId="1076"/>
          <ac:cxnSpMkLst>
            <pc:docMk/>
            <pc:sldMk cId="2166912455" sldId="308"/>
            <ac:cxnSpMk id="74" creationId="{AC59D0CA-495E-C8D1-12E3-44F52A6BC553}"/>
          </ac:cxnSpMkLst>
        </pc:cxnChg>
        <pc:cxnChg chg="add mod">
          <ac:chgData name="昕 许" userId="a2975fcd840abfc3" providerId="LiveId" clId="{49CCD4F9-177C-4270-9A14-60236FF377E8}" dt="2026-04-12T10:48:32.957" v="8601" actId="1076"/>
          <ac:cxnSpMkLst>
            <pc:docMk/>
            <pc:sldMk cId="2166912455" sldId="308"/>
            <ac:cxnSpMk id="77" creationId="{0D7CAD98-0C57-9F7B-3987-816AE90DB482}"/>
          </ac:cxnSpMkLst>
        </pc:cxnChg>
      </pc:sldChg>
      <pc:sldChg chg="addSp delSp modSp add mod">
        <pc:chgData name="昕 许" userId="a2975fcd840abfc3" providerId="LiveId" clId="{49CCD4F9-177C-4270-9A14-60236FF377E8}" dt="2026-04-12T11:24:36.211" v="8929" actId="14100"/>
        <pc:sldMkLst>
          <pc:docMk/>
          <pc:sldMk cId="2561162461" sldId="309"/>
        </pc:sldMkLst>
        <pc:spChg chg="add mod">
          <ac:chgData name="昕 许" userId="a2975fcd840abfc3" providerId="LiveId" clId="{49CCD4F9-177C-4270-9A14-60236FF377E8}" dt="2026-04-12T11:24:09.651" v="8911" actId="20577"/>
          <ac:spMkLst>
            <pc:docMk/>
            <pc:sldMk cId="2561162461" sldId="309"/>
            <ac:spMk id="7" creationId="{7BA7990B-0D02-192D-DC4D-AE1BA5A01009}"/>
          </ac:spMkLst>
        </pc:spChg>
        <pc:spChg chg="add mod">
          <ac:chgData name="昕 许" userId="a2975fcd840abfc3" providerId="LiveId" clId="{49CCD4F9-177C-4270-9A14-60236FF377E8}" dt="2026-04-12T11:12:47.905" v="8907" actId="1076"/>
          <ac:spMkLst>
            <pc:docMk/>
            <pc:sldMk cId="2561162461" sldId="309"/>
            <ac:spMk id="8" creationId="{C660992A-34C1-44FA-3790-833AEDB1BE3B}"/>
          </ac:spMkLst>
        </pc:spChg>
        <pc:spChg chg="add mod">
          <ac:chgData name="昕 许" userId="a2975fcd840abfc3" providerId="LiveId" clId="{49CCD4F9-177C-4270-9A14-60236FF377E8}" dt="2026-04-12T11:24:36.211" v="8929" actId="14100"/>
          <ac:spMkLst>
            <pc:docMk/>
            <pc:sldMk cId="2561162461" sldId="309"/>
            <ac:spMk id="9" creationId="{E9A9E9D9-5509-B2FF-06B1-0E3F0C701011}"/>
          </ac:spMkLst>
        </pc:spChg>
        <pc:spChg chg="mod">
          <ac:chgData name="昕 许" userId="a2975fcd840abfc3" providerId="LiveId" clId="{49CCD4F9-177C-4270-9A14-60236FF377E8}" dt="2026-04-12T10:58:07.827" v="8619" actId="164"/>
          <ac:spMkLst>
            <pc:docMk/>
            <pc:sldMk cId="2561162461" sldId="309"/>
            <ac:spMk id="55" creationId="{50A0CBAA-409C-91FA-D0C9-769957B6301D}"/>
          </ac:spMkLst>
        </pc:spChg>
        <pc:spChg chg="mod">
          <ac:chgData name="昕 许" userId="a2975fcd840abfc3" providerId="LiveId" clId="{49CCD4F9-177C-4270-9A14-60236FF377E8}" dt="2026-04-12T11:10:30.271" v="8764" actId="14100"/>
          <ac:spMkLst>
            <pc:docMk/>
            <pc:sldMk cId="2561162461" sldId="309"/>
            <ac:spMk id="59" creationId="{CE930C4F-3780-DDF2-603A-0739FBF9CBF4}"/>
          </ac:spMkLst>
        </pc:spChg>
        <pc:spChg chg="mod">
          <ac:chgData name="昕 许" userId="a2975fcd840abfc3" providerId="LiveId" clId="{49CCD4F9-177C-4270-9A14-60236FF377E8}" dt="2026-04-12T10:58:07.827" v="8619" actId="164"/>
          <ac:spMkLst>
            <pc:docMk/>
            <pc:sldMk cId="2561162461" sldId="309"/>
            <ac:spMk id="60" creationId="{05418C2C-33A2-536F-CF4B-4AE76893F53C}"/>
          </ac:spMkLst>
        </pc:spChg>
        <pc:spChg chg="mod">
          <ac:chgData name="昕 许" userId="a2975fcd840abfc3" providerId="LiveId" clId="{49CCD4F9-177C-4270-9A14-60236FF377E8}" dt="2026-04-12T10:58:07.827" v="8619" actId="164"/>
          <ac:spMkLst>
            <pc:docMk/>
            <pc:sldMk cId="2561162461" sldId="309"/>
            <ac:spMk id="62" creationId="{BF920174-39E1-660B-416C-81AC6C9D385C}"/>
          </ac:spMkLst>
        </pc:spChg>
        <pc:spChg chg="del">
          <ac:chgData name="昕 许" userId="a2975fcd840abfc3" providerId="LiveId" clId="{49CCD4F9-177C-4270-9A14-60236FF377E8}" dt="2026-04-12T10:58:11.850" v="8621" actId="478"/>
          <ac:spMkLst>
            <pc:docMk/>
            <pc:sldMk cId="2561162461" sldId="309"/>
            <ac:spMk id="67" creationId="{AE6C697C-0398-A72E-D7B9-FC937DA53B4B}"/>
          </ac:spMkLst>
        </pc:spChg>
        <pc:spChg chg="mod">
          <ac:chgData name="昕 许" userId="a2975fcd840abfc3" providerId="LiveId" clId="{49CCD4F9-177C-4270-9A14-60236FF377E8}" dt="2026-04-12T10:58:07.827" v="8619" actId="164"/>
          <ac:spMkLst>
            <pc:docMk/>
            <pc:sldMk cId="2561162461" sldId="309"/>
            <ac:spMk id="97" creationId="{6E286BF5-87F6-1DEA-A10B-A433708FF981}"/>
          </ac:spMkLst>
        </pc:spChg>
        <pc:spChg chg="mod">
          <ac:chgData name="昕 许" userId="a2975fcd840abfc3" providerId="LiveId" clId="{49CCD4F9-177C-4270-9A14-60236FF377E8}" dt="2026-04-12T11:07:52.248" v="8635" actId="20577"/>
          <ac:spMkLst>
            <pc:docMk/>
            <pc:sldMk cId="2561162461" sldId="309"/>
            <ac:spMk id="98" creationId="{D53B13FD-624A-52C2-4562-BF159D4B13AB}"/>
          </ac:spMkLst>
        </pc:spChg>
        <pc:spChg chg="del">
          <ac:chgData name="昕 许" userId="a2975fcd840abfc3" providerId="LiveId" clId="{49CCD4F9-177C-4270-9A14-60236FF377E8}" dt="2026-04-12T10:55:59.059" v="8615" actId="478"/>
          <ac:spMkLst>
            <pc:docMk/>
            <pc:sldMk cId="2561162461" sldId="309"/>
            <ac:spMk id="105" creationId="{7BEC8573-E69B-D22C-FD84-51C2139A1092}"/>
          </ac:spMkLst>
        </pc:spChg>
        <pc:spChg chg="del">
          <ac:chgData name="昕 许" userId="a2975fcd840abfc3" providerId="LiveId" clId="{49CCD4F9-177C-4270-9A14-60236FF377E8}" dt="2026-04-12T10:55:59.059" v="8615" actId="478"/>
          <ac:spMkLst>
            <pc:docMk/>
            <pc:sldMk cId="2561162461" sldId="309"/>
            <ac:spMk id="109" creationId="{638D661D-A3BD-ECC3-66F9-B2627AC460BD}"/>
          </ac:spMkLst>
        </pc:spChg>
        <pc:grpChg chg="add mod">
          <ac:chgData name="昕 许" userId="a2975fcd840abfc3" providerId="LiveId" clId="{49CCD4F9-177C-4270-9A14-60236FF377E8}" dt="2026-04-12T11:07:47.359" v="8623" actId="1076"/>
          <ac:grpSpMkLst>
            <pc:docMk/>
            <pc:sldMk cId="2561162461" sldId="309"/>
            <ac:grpSpMk id="2" creationId="{208C7E74-DDBC-C7DF-0A09-DAFF7406A294}"/>
          </ac:grpSpMkLst>
        </pc:grpChg>
        <pc:grpChg chg="mod">
          <ac:chgData name="昕 许" userId="a2975fcd840abfc3" providerId="LiveId" clId="{49CCD4F9-177C-4270-9A14-60236FF377E8}" dt="2026-04-12T11:08:49.236" v="8642" actId="1076"/>
          <ac:grpSpMkLst>
            <pc:docMk/>
            <pc:sldMk cId="2561162461" sldId="309"/>
            <ac:grpSpMk id="72" creationId="{A31C2CAA-FA35-53B2-C788-5DE32C98967B}"/>
          </ac:grpSpMkLst>
        </pc:grpChg>
        <pc:grpChg chg="del">
          <ac:chgData name="昕 许" userId="a2975fcd840abfc3" providerId="LiveId" clId="{49CCD4F9-177C-4270-9A14-60236FF377E8}" dt="2026-04-12T10:55:49.463" v="8610" actId="478"/>
          <ac:grpSpMkLst>
            <pc:docMk/>
            <pc:sldMk cId="2561162461" sldId="309"/>
            <ac:grpSpMk id="73" creationId="{C4E57AE4-5796-881A-F230-C2ED8E3B077F}"/>
          </ac:grpSpMkLst>
        </pc:grpChg>
        <pc:grpChg chg="del">
          <ac:chgData name="昕 许" userId="a2975fcd840abfc3" providerId="LiveId" clId="{49CCD4F9-177C-4270-9A14-60236FF377E8}" dt="2026-04-12T10:55:56.899" v="8614" actId="478"/>
          <ac:grpSpMkLst>
            <pc:docMk/>
            <pc:sldMk cId="2561162461" sldId="309"/>
            <ac:grpSpMk id="110" creationId="{EA861B68-DB42-F979-AC6C-3F4075E5CC4F}"/>
          </ac:grpSpMkLst>
        </pc:grpChg>
        <pc:cxnChg chg="add del mod">
          <ac:chgData name="昕 许" userId="a2975fcd840abfc3" providerId="LiveId" clId="{49CCD4F9-177C-4270-9A14-60236FF377E8}" dt="2026-04-12T11:08:05.449" v="8641" actId="478"/>
          <ac:cxnSpMkLst>
            <pc:docMk/>
            <pc:sldMk cId="2561162461" sldId="309"/>
            <ac:cxnSpMk id="3" creationId="{1ADD6355-CFBC-DA46-6C9B-A4438B036EED}"/>
          </ac:cxnSpMkLst>
        </pc:cxnChg>
        <pc:cxnChg chg="add mod">
          <ac:chgData name="昕 许" userId="a2975fcd840abfc3" providerId="LiveId" clId="{49CCD4F9-177C-4270-9A14-60236FF377E8}" dt="2026-04-12T11:08:03.200" v="8639"/>
          <ac:cxnSpMkLst>
            <pc:docMk/>
            <pc:sldMk cId="2561162461" sldId="309"/>
            <ac:cxnSpMk id="6" creationId="{313855D0-8B72-7464-E6B2-1D07D5E7398E}"/>
          </ac:cxnSpMkLst>
        </pc:cxnChg>
        <pc:cxnChg chg="del mod">
          <ac:chgData name="昕 许" userId="a2975fcd840abfc3" providerId="LiveId" clId="{49CCD4F9-177C-4270-9A14-60236FF377E8}" dt="2026-04-12T10:55:50.265" v="8611" actId="478"/>
          <ac:cxnSpMkLst>
            <pc:docMk/>
            <pc:sldMk cId="2561162461" sldId="309"/>
            <ac:cxnSpMk id="77" creationId="{2A63888B-37CF-8F69-022D-147968D819C0}"/>
          </ac:cxnSpMkLst>
        </pc:cxnChg>
        <pc:cxnChg chg="del mod">
          <ac:chgData name="昕 许" userId="a2975fcd840abfc3" providerId="LiveId" clId="{49CCD4F9-177C-4270-9A14-60236FF377E8}" dt="2026-04-12T10:55:51.284" v="8613" actId="478"/>
          <ac:cxnSpMkLst>
            <pc:docMk/>
            <pc:sldMk cId="2561162461" sldId="309"/>
            <ac:cxnSpMk id="78" creationId="{5180A60A-6285-E3AD-3522-5B7D568DE139}"/>
          </ac:cxnSpMkLst>
        </pc:cxnChg>
        <pc:cxnChg chg="del mod">
          <ac:chgData name="昕 许" userId="a2975fcd840abfc3" providerId="LiveId" clId="{49CCD4F9-177C-4270-9A14-60236FF377E8}" dt="2026-04-12T10:55:50.753" v="8612" actId="478"/>
          <ac:cxnSpMkLst>
            <pc:docMk/>
            <pc:sldMk cId="2561162461" sldId="309"/>
            <ac:cxnSpMk id="81" creationId="{D400852B-C92B-74AD-F610-BC0C054C51D6}"/>
          </ac:cxnSpMkLst>
        </pc:cxnChg>
        <pc:cxnChg chg="del mod">
          <ac:chgData name="昕 许" userId="a2975fcd840abfc3" providerId="LiveId" clId="{49CCD4F9-177C-4270-9A14-60236FF377E8}" dt="2026-04-12T10:58:00.074" v="8618" actId="478"/>
          <ac:cxnSpMkLst>
            <pc:docMk/>
            <pc:sldMk cId="2561162461" sldId="309"/>
            <ac:cxnSpMk id="84" creationId="{AD18F596-548C-3D32-947F-E42B6967E5BB}"/>
          </ac:cxnSpMkLst>
        </pc:cxnChg>
        <pc:cxnChg chg="del mod">
          <ac:chgData name="昕 许" userId="a2975fcd840abfc3" providerId="LiveId" clId="{49CCD4F9-177C-4270-9A14-60236FF377E8}" dt="2026-04-12T10:57:58.863" v="8616" actId="478"/>
          <ac:cxnSpMkLst>
            <pc:docMk/>
            <pc:sldMk cId="2561162461" sldId="309"/>
            <ac:cxnSpMk id="87" creationId="{102BF0AC-8214-832F-7014-F519B006FEFF}"/>
          </ac:cxnSpMkLst>
        </pc:cxnChg>
        <pc:cxnChg chg="del mod">
          <ac:chgData name="昕 许" userId="a2975fcd840abfc3" providerId="LiveId" clId="{49CCD4F9-177C-4270-9A14-60236FF377E8}" dt="2026-04-12T10:57:59.568" v="8617" actId="478"/>
          <ac:cxnSpMkLst>
            <pc:docMk/>
            <pc:sldMk cId="2561162461" sldId="309"/>
            <ac:cxnSpMk id="90" creationId="{8DB5B8E4-77CB-D6CA-1D51-C4F720B38DFC}"/>
          </ac:cxnSpMkLst>
        </pc:cxnChg>
        <pc:cxnChg chg="del">
          <ac:chgData name="昕 许" userId="a2975fcd840abfc3" providerId="LiveId" clId="{49CCD4F9-177C-4270-9A14-60236FF377E8}" dt="2026-04-12T10:55:59.059" v="8615" actId="478"/>
          <ac:cxnSpMkLst>
            <pc:docMk/>
            <pc:sldMk cId="2561162461" sldId="309"/>
            <ac:cxnSpMk id="103" creationId="{441A1387-00FA-1EF9-5912-B25501F023DF}"/>
          </ac:cxnSpMkLst>
        </pc:cxnChg>
        <pc:cxnChg chg="del">
          <ac:chgData name="昕 许" userId="a2975fcd840abfc3" providerId="LiveId" clId="{49CCD4F9-177C-4270-9A14-60236FF377E8}" dt="2026-04-12T10:55:59.059" v="8615" actId="478"/>
          <ac:cxnSpMkLst>
            <pc:docMk/>
            <pc:sldMk cId="2561162461" sldId="309"/>
            <ac:cxnSpMk id="108" creationId="{F76ADCC0-575E-C161-B441-7DB58AB1EBB8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0638-76B3-8221-C521-4D14788B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F04C2F-A559-B7E2-13B5-084D570A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9A1FAF-E924-8C52-3EBE-BFD0087A2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287BA-1154-9D95-6F44-1AEAFF93C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25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F503-9E70-4B57-D873-2F47051A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A9DD1E-A5BC-BAEC-C5A1-89AACE66F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F0AF27-32DC-2538-1B48-22AFF273A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E424-CE12-C69F-1AF0-DB1790E6B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436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5DDB-89B4-3D86-0961-03B61968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C33270-9390-5525-B72C-954957C9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73FFC0-5287-E1D7-E468-2F3AE55A6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A86778-3104-BF5D-A639-127D8F396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869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C778-0477-2D22-41E5-9BF59F60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FE25F2-F476-A0E7-5664-D3C651D19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76EC7F-EE27-8564-1628-6B5AB3A4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17E2B-BA26-6DB0-3B12-D907B7003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720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89B0-7538-1069-968B-9618549D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8C5827-31AE-5BB7-5545-A0C6A568C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7E0E9B-6679-A792-1E03-4EEC7A030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6B0FDC-F8D8-31C8-1D47-DBDD71F5C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1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32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3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7E65DD75-4EDC-6D99-A01F-CB8FFD8F3FEB}"/>
              </a:ext>
            </a:extLst>
          </p:cNvPr>
          <p:cNvGrpSpPr/>
          <p:nvPr/>
        </p:nvGrpSpPr>
        <p:grpSpPr>
          <a:xfrm>
            <a:off x="6995239" y="3005200"/>
            <a:ext cx="2047125" cy="671450"/>
            <a:chOff x="6668214" y="2986150"/>
            <a:chExt cx="2047125" cy="67145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D2C8253-070C-2815-1438-1CAB507650EB}"/>
                </a:ext>
              </a:extLst>
            </p:cNvPr>
            <p:cNvGrpSpPr/>
            <p:nvPr/>
          </p:nvGrpSpPr>
          <p:grpSpPr>
            <a:xfrm>
              <a:off x="6668214" y="3004024"/>
              <a:ext cx="379848" cy="317132"/>
              <a:chOff x="2958207" y="3499218"/>
              <a:chExt cx="379848" cy="31713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6620095-9602-67AB-12CE-9265CA6A4E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25C1743-596D-8BC8-7B42-18E523AC8D95}"/>
                </a:ext>
              </a:extLst>
            </p:cNvPr>
            <p:cNvGrpSpPr/>
            <p:nvPr/>
          </p:nvGrpSpPr>
          <p:grpSpPr>
            <a:xfrm>
              <a:off x="7014075" y="3001483"/>
              <a:ext cx="383438" cy="321492"/>
              <a:chOff x="2942118" y="3494858"/>
              <a:chExt cx="383438" cy="32149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A703EA2-4E82-80CE-E613-ACDAED2DC04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53A073-C87C-44C9-EAE1-1F789FB72C15}"/>
                </a:ext>
              </a:extLst>
            </p:cNvPr>
            <p:cNvGrpSpPr/>
            <p:nvPr/>
          </p:nvGrpSpPr>
          <p:grpSpPr>
            <a:xfrm>
              <a:off x="7912993" y="2990648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74CD813C-3C0D-41B5-E2F1-80FA2BE7686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/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906A4FB-56A2-4777-ECC8-46BDEBC2E27D}"/>
                </a:ext>
              </a:extLst>
            </p:cNvPr>
            <p:cNvGrpSpPr/>
            <p:nvPr/>
          </p:nvGrpSpPr>
          <p:grpSpPr>
            <a:xfrm>
              <a:off x="8353703" y="2986150"/>
              <a:ext cx="361636" cy="317131"/>
              <a:chOff x="2936428" y="3499219"/>
              <a:chExt cx="397801" cy="31713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EBA7257-CA89-3D26-2266-434DE6DD1E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EAFE296-E131-148C-B469-63A6379D4190}"/>
                </a:ext>
              </a:extLst>
            </p:cNvPr>
            <p:cNvGrpSpPr/>
            <p:nvPr/>
          </p:nvGrpSpPr>
          <p:grpSpPr>
            <a:xfrm>
              <a:off x="7546923" y="2993189"/>
              <a:ext cx="509114" cy="317131"/>
              <a:chOff x="2864822" y="3499219"/>
              <a:chExt cx="560026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246D1873-7A33-5BCD-5971-75A8B65F965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/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0871AB-C6BF-58F9-1FFD-A9161FB603B2}"/>
              </a:ext>
            </a:extLst>
          </p:cNvPr>
          <p:cNvGrpSpPr/>
          <p:nvPr/>
        </p:nvGrpSpPr>
        <p:grpSpPr>
          <a:xfrm>
            <a:off x="2713659" y="1816204"/>
            <a:ext cx="2558314" cy="507018"/>
            <a:chOff x="2713659" y="1816204"/>
            <a:chExt cx="2558314" cy="5070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F68540B-D49F-B24C-15F0-680BCED0C495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33352CE-9226-E856-0153-F8EF9B4BCC3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88E3DE39-CC2A-6441-AF6A-072D4F3C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D1B4BA3-3F93-2C71-669C-756333F9BE7D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4CDCD59-5CBD-2B98-8A6B-1EF3DC1D8EC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3FF6DF0-EBED-9EB5-2967-FAC4F53CBB5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6D2D033-26CF-7F71-E0D4-54793AA22FCF}"/>
                </a:ext>
              </a:extLst>
            </p:cNvPr>
            <p:cNvGrpSpPr/>
            <p:nvPr/>
          </p:nvGrpSpPr>
          <p:grpSpPr>
            <a:xfrm>
              <a:off x="4118868" y="1911148"/>
              <a:ext cx="509114" cy="317131"/>
              <a:chOff x="2864822" y="3499219"/>
              <a:chExt cx="560026" cy="317131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33524D4-2FDB-57FE-82DE-01EED342BF4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47C8EE2-DF07-81DF-C993-A25A95BB8B30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FCC8BA2-7E4F-CC56-08D4-ACBC26D831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A9329CDC-419D-EB68-006C-2876CB4D0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/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2A5B0D9-FA9B-7BB2-0EA1-0374C713DA1B}"/>
                </a:ext>
              </a:extLst>
            </p:cNvPr>
            <p:cNvSpPr/>
            <p:nvPr/>
          </p:nvSpPr>
          <p:spPr>
            <a:xfrm>
              <a:off x="2713659" y="1816204"/>
              <a:ext cx="1914323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8C6DDE-E299-4108-55B9-93201B0ED14A}"/>
              </a:ext>
            </a:extLst>
          </p:cNvPr>
          <p:cNvGrpSpPr/>
          <p:nvPr/>
        </p:nvGrpSpPr>
        <p:grpSpPr>
          <a:xfrm>
            <a:off x="3050762" y="2451246"/>
            <a:ext cx="2175672" cy="507018"/>
            <a:chOff x="2713659" y="1816204"/>
            <a:chExt cx="2175672" cy="50701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BAFAC97-F408-9C4E-5285-6AC7659C3B57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D6D921EA-CECC-9BA9-F901-9404B66398F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46BF372E-26EF-193A-88B1-6C0FAD97D589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7B5824C-BADD-E639-0C43-C5E1B33E5AEA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F4A1E632-70BB-7431-CBC3-15FCC77545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8D786F36-68E1-AB33-B4BB-C0D30DA00C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F05DAA3-18F6-871F-3B89-6CA5DC35FEA4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BDEA76F5-2049-3DD5-E413-3D6401B6B0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2AE56B4E-C9C6-5358-1663-5888423D9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CA3397EC-CCAA-9DD1-B866-64DE52D10BF1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A211E87-9E6C-1E63-8A06-63615723139C}"/>
              </a:ext>
            </a:extLst>
          </p:cNvPr>
          <p:cNvGrpSpPr/>
          <p:nvPr/>
        </p:nvGrpSpPr>
        <p:grpSpPr>
          <a:xfrm>
            <a:off x="3050762" y="3098224"/>
            <a:ext cx="2175672" cy="507018"/>
            <a:chOff x="2713659" y="1816204"/>
            <a:chExt cx="2175672" cy="50701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03B23B8-0E62-57DA-AD6C-05501E6B770D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D52418A-1401-8658-2EA0-03104E9A07B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33FED4DE-0F45-66DF-3665-7F4D4223AF23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629DAE9B-0F41-F778-969A-19303FD25667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F62A44F4-F222-20D3-D7CF-37549656802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257A9DA-7546-E65F-F0AA-8A83EFB2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C7A320B8-89DC-17CD-698C-3CED255C399F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F4ABC4DE-BCDF-83D9-4261-BCC9ED1F096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8330FD2-7BC4-EF3F-68E0-2FA3FCE089F5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/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/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blipFill>
                <a:blip r:embed="rId1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EF76028-ABA6-FAFF-357A-C4DD91F90F8C}"/>
              </a:ext>
            </a:extLst>
          </p:cNvPr>
          <p:cNvGrpSpPr/>
          <p:nvPr/>
        </p:nvGrpSpPr>
        <p:grpSpPr>
          <a:xfrm>
            <a:off x="3609472" y="3840903"/>
            <a:ext cx="960857" cy="507018"/>
            <a:chOff x="3036468" y="4046521"/>
            <a:chExt cx="960857" cy="507018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BD153AC-F00D-B49A-FEFD-18162817E201}"/>
                </a:ext>
              </a:extLst>
            </p:cNvPr>
            <p:cNvGrpSpPr/>
            <p:nvPr/>
          </p:nvGrpSpPr>
          <p:grpSpPr>
            <a:xfrm>
              <a:off x="3183647" y="4144006"/>
              <a:ext cx="379848" cy="317132"/>
              <a:chOff x="2958207" y="3499218"/>
              <a:chExt cx="379848" cy="317132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28725E1F-7A5F-41FB-6019-50A76AFBBAA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F1D40F7F-3F2F-B93C-28EB-2A4AACCF836A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7A993EB4-D5F3-DEC1-05EC-17461FB623D7}"/>
                </a:ext>
              </a:extLst>
            </p:cNvPr>
            <p:cNvGrpSpPr/>
            <p:nvPr/>
          </p:nvGrpSpPr>
          <p:grpSpPr>
            <a:xfrm>
              <a:off x="3529508" y="4141465"/>
              <a:ext cx="383438" cy="321492"/>
              <a:chOff x="2942118" y="3494858"/>
              <a:chExt cx="383438" cy="321492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9F8F5AA-6F88-BDDA-97B6-F59BD6F200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F1BB99A-DD0F-8B42-B668-F01B482A3FB4}"/>
                </a:ext>
              </a:extLst>
            </p:cNvPr>
            <p:cNvSpPr/>
            <p:nvPr/>
          </p:nvSpPr>
          <p:spPr>
            <a:xfrm>
              <a:off x="3036468" y="4046521"/>
              <a:ext cx="9608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/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blipFill>
                <a:blip r:embed="rId1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5259C5-A17D-5DBC-9678-13DFDA0F1949}"/>
              </a:ext>
            </a:extLst>
          </p:cNvPr>
          <p:cNvGrpSpPr/>
          <p:nvPr/>
        </p:nvGrpSpPr>
        <p:grpSpPr>
          <a:xfrm>
            <a:off x="4082328" y="4645543"/>
            <a:ext cx="379848" cy="317132"/>
            <a:chOff x="2958207" y="3499218"/>
            <a:chExt cx="379848" cy="317132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97D06B2-49A4-5602-681C-3996494585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D091E5A9-DF64-9498-EC68-55A941BC970C}"/>
              </a:ext>
            </a:extLst>
          </p:cNvPr>
          <p:cNvSpPr/>
          <p:nvPr/>
        </p:nvSpPr>
        <p:spPr>
          <a:xfrm>
            <a:off x="3935150" y="4548058"/>
            <a:ext cx="623472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E7B66AE-C991-B337-7E74-0EB92E54817C}"/>
              </a:ext>
            </a:extLst>
          </p:cNvPr>
          <p:cNvCxnSpPr>
            <a:stCxn id="45" idx="3"/>
            <a:endCxn id="36" idx="1"/>
          </p:cNvCxnSpPr>
          <p:nvPr/>
        </p:nvCxnSpPr>
        <p:spPr>
          <a:xfrm>
            <a:off x="5271973" y="2065037"/>
            <a:ext cx="1723266" cy="10965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64D2A02-E640-9ED5-1AA6-58856DD21395}"/>
              </a:ext>
            </a:extLst>
          </p:cNvPr>
          <p:cNvCxnSpPr>
            <a:cxnSpLocks/>
            <a:stCxn id="68" idx="3"/>
            <a:endCxn id="36" idx="1"/>
          </p:cNvCxnSpPr>
          <p:nvPr/>
        </p:nvCxnSpPr>
        <p:spPr>
          <a:xfrm>
            <a:off x="5226434" y="2703240"/>
            <a:ext cx="1768805" cy="45833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2EF0427-FA05-FCA5-EC49-7064049FB7E8}"/>
              </a:ext>
            </a:extLst>
          </p:cNvPr>
          <p:cNvCxnSpPr>
            <a:cxnSpLocks/>
            <a:stCxn id="102" idx="3"/>
            <a:endCxn id="36" idx="1"/>
          </p:cNvCxnSpPr>
          <p:nvPr/>
        </p:nvCxnSpPr>
        <p:spPr>
          <a:xfrm flipV="1">
            <a:off x="5226434" y="3161574"/>
            <a:ext cx="1768805" cy="1886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C456521-40AE-5192-C3AA-2B36F4593E24}"/>
              </a:ext>
            </a:extLst>
          </p:cNvPr>
          <p:cNvCxnSpPr>
            <a:cxnSpLocks/>
            <a:stCxn id="116" idx="3"/>
            <a:endCxn id="36" idx="1"/>
          </p:cNvCxnSpPr>
          <p:nvPr/>
        </p:nvCxnSpPr>
        <p:spPr>
          <a:xfrm flipV="1">
            <a:off x="5014906" y="3161574"/>
            <a:ext cx="1980333" cy="9019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A191705-37A4-6D26-8D45-20738179B4B2}"/>
              </a:ext>
            </a:extLst>
          </p:cNvPr>
          <p:cNvCxnSpPr>
            <a:cxnSpLocks/>
            <a:stCxn id="125" idx="3"/>
            <a:endCxn id="36" idx="1"/>
          </p:cNvCxnSpPr>
          <p:nvPr/>
        </p:nvCxnSpPr>
        <p:spPr>
          <a:xfrm flipV="1">
            <a:off x="5014906" y="3161574"/>
            <a:ext cx="1980333" cy="16238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DFF5D89-AF73-D372-CBB2-3BAC004DC621}"/>
              </a:ext>
            </a:extLst>
          </p:cNvPr>
          <p:cNvGrpSpPr/>
          <p:nvPr/>
        </p:nvGrpSpPr>
        <p:grpSpPr>
          <a:xfrm>
            <a:off x="6717172" y="4398789"/>
            <a:ext cx="361637" cy="317131"/>
            <a:chOff x="7411130" y="4183407"/>
            <a:chExt cx="361637" cy="317131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76D4234-5907-C081-FC1F-618B0E71059E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58C131C-87EB-FC13-EA71-BC6CD391837B}"/>
              </a:ext>
            </a:extLst>
          </p:cNvPr>
          <p:cNvGrpSpPr/>
          <p:nvPr/>
        </p:nvGrpSpPr>
        <p:grpSpPr>
          <a:xfrm>
            <a:off x="6005142" y="4404760"/>
            <a:ext cx="388311" cy="317131"/>
            <a:chOff x="7411130" y="4183407"/>
            <a:chExt cx="388311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93AB0140-84C6-AB5D-B8EF-C358D878FBE1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/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/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当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blipFill>
                <a:blip r:embed="rId22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41FF-A705-3EF8-94F9-92956B32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DE6C286-4604-4F40-E98B-47946F2B31E4}"/>
              </a:ext>
            </a:extLst>
          </p:cNvPr>
          <p:cNvCxnSpPr>
            <a:cxnSpLocks/>
          </p:cNvCxnSpPr>
          <p:nvPr/>
        </p:nvCxnSpPr>
        <p:spPr>
          <a:xfrm>
            <a:off x="2835479" y="3614636"/>
            <a:ext cx="62078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5CB40622-6430-3DC0-54FE-9869DED9531F}"/>
              </a:ext>
            </a:extLst>
          </p:cNvPr>
          <p:cNvGrpSpPr/>
          <p:nvPr/>
        </p:nvGrpSpPr>
        <p:grpSpPr>
          <a:xfrm>
            <a:off x="3324436" y="1491978"/>
            <a:ext cx="1296211" cy="2122656"/>
            <a:chOff x="3921798" y="1491978"/>
            <a:chExt cx="1296211" cy="212265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DA80669-CA1A-CDA4-93EC-FEBAB3238171}"/>
                </a:ext>
              </a:extLst>
            </p:cNvPr>
            <p:cNvSpPr/>
            <p:nvPr/>
          </p:nvSpPr>
          <p:spPr>
            <a:xfrm>
              <a:off x="4517472" y="1768977"/>
              <a:ext cx="132177" cy="18456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951019C-79F4-5AAB-5AAA-0C78ADA705FE}"/>
                    </a:ext>
                  </a:extLst>
                </p:cNvPr>
                <p:cNvSpPr txBox="1"/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951019C-79F4-5AAB-5AAA-0C78ADA70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93D90DC9-0A1C-0422-258C-29A7AB896365}"/>
              </a:ext>
            </a:extLst>
          </p:cNvPr>
          <p:cNvSpPr/>
          <p:nvPr/>
        </p:nvSpPr>
        <p:spPr>
          <a:xfrm>
            <a:off x="6812998" y="1381127"/>
            <a:ext cx="104862" cy="2233507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1FDE23D-4276-9D8C-A313-7019DECDA55B}"/>
                  </a:ext>
                </a:extLst>
              </p:cNvPr>
              <p:cNvSpPr txBox="1"/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𝒉𝒆𝒊𝒈𝒉𝒕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1FDE23D-4276-9D8C-A313-7019DECD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3E9B2A18-7966-578D-DDA4-98A056E1081C}"/>
              </a:ext>
            </a:extLst>
          </p:cNvPr>
          <p:cNvSpPr/>
          <p:nvPr/>
        </p:nvSpPr>
        <p:spPr>
          <a:xfrm>
            <a:off x="7303810" y="2479675"/>
            <a:ext cx="104862" cy="11349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2F4D743-02AC-DDC8-7DDA-50B7A5D59911}"/>
              </a:ext>
            </a:extLst>
          </p:cNvPr>
          <p:cNvSpPr/>
          <p:nvPr/>
        </p:nvSpPr>
        <p:spPr>
          <a:xfrm>
            <a:off x="7626817" y="2117725"/>
            <a:ext cx="104862" cy="14969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14DDDD-15EB-E05B-72FF-706946AA0987}"/>
              </a:ext>
            </a:extLst>
          </p:cNvPr>
          <p:cNvSpPr/>
          <p:nvPr/>
        </p:nvSpPr>
        <p:spPr>
          <a:xfrm>
            <a:off x="8407987" y="2635248"/>
            <a:ext cx="104862" cy="9793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2F2CB0B-E282-781D-8586-BE86E84C819A}"/>
                  </a:ext>
                </a:extLst>
              </p:cNvPr>
              <p:cNvSpPr txBox="1"/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2F2CB0B-E282-781D-8586-BE86E84C8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14CF018-8A66-56DB-6159-7A5B1A667FD4}"/>
                  </a:ext>
                </a:extLst>
              </p:cNvPr>
              <p:cNvSpPr txBox="1"/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14CF018-8A66-56DB-6159-7A5B1A66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组合 72">
            <a:extLst>
              <a:ext uri="{FF2B5EF4-FFF2-40B4-BE49-F238E27FC236}">
                <a16:creationId xmlns:a16="http://schemas.microsoft.com/office/drawing/2014/main" id="{7BB1800D-181C-AAFF-C1B8-5C35A5C14420}"/>
              </a:ext>
            </a:extLst>
          </p:cNvPr>
          <p:cNvGrpSpPr/>
          <p:nvPr/>
        </p:nvGrpSpPr>
        <p:grpSpPr>
          <a:xfrm>
            <a:off x="4237783" y="710428"/>
            <a:ext cx="1296211" cy="2904203"/>
            <a:chOff x="3921798" y="710431"/>
            <a:chExt cx="1296211" cy="2904203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C8C23C7-E68D-9C63-2A43-0D45CF78C48F}"/>
                </a:ext>
              </a:extLst>
            </p:cNvPr>
            <p:cNvSpPr/>
            <p:nvPr/>
          </p:nvSpPr>
          <p:spPr>
            <a:xfrm>
              <a:off x="4517473" y="1590684"/>
              <a:ext cx="104862" cy="20239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04031FA-E2C8-63C0-9D4F-CB31F6DAB59F}"/>
                    </a:ext>
                  </a:extLst>
                </p:cNvPr>
                <p:cNvSpPr txBox="1"/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04031FA-E2C8-63C0-9D4F-CB31F6DAB5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F7AF11BD-E23C-511C-AA54-91410C3E0035}"/>
              </a:ext>
            </a:extLst>
          </p:cNvPr>
          <p:cNvCxnSpPr>
            <a:cxnSpLocks/>
          </p:cNvCxnSpPr>
          <p:nvPr/>
        </p:nvCxnSpPr>
        <p:spPr>
          <a:xfrm>
            <a:off x="2778329" y="1381127"/>
            <a:ext cx="62078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BF4D6DDA-2241-3C46-8877-09E18FA13092}"/>
              </a:ext>
            </a:extLst>
          </p:cNvPr>
          <p:cNvCxnSpPr>
            <a:cxnSpLocks/>
            <a:stCxn id="74" idx="0"/>
            <a:endCxn id="59" idx="0"/>
          </p:cNvCxnSpPr>
          <p:nvPr/>
        </p:nvCxnSpPr>
        <p:spPr>
          <a:xfrm>
            <a:off x="4885889" y="1590681"/>
            <a:ext cx="2793359" cy="52704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B212341-38FD-8028-4216-67999558A9F6}"/>
              </a:ext>
            </a:extLst>
          </p:cNvPr>
          <p:cNvCxnSpPr>
            <a:cxnSpLocks/>
            <a:stCxn id="74" idx="0"/>
            <a:endCxn id="55" idx="0"/>
          </p:cNvCxnSpPr>
          <p:nvPr/>
        </p:nvCxnSpPr>
        <p:spPr>
          <a:xfrm>
            <a:off x="4885889" y="1590681"/>
            <a:ext cx="2470352" cy="88899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ED54D14D-F6C2-FA4C-5871-A24A6A6B9645}"/>
              </a:ext>
            </a:extLst>
          </p:cNvPr>
          <p:cNvCxnSpPr>
            <a:cxnSpLocks/>
            <a:stCxn id="74" idx="0"/>
            <a:endCxn id="60" idx="0"/>
          </p:cNvCxnSpPr>
          <p:nvPr/>
        </p:nvCxnSpPr>
        <p:spPr>
          <a:xfrm>
            <a:off x="4885889" y="1590681"/>
            <a:ext cx="3574529" cy="104456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7EF01D9B-FDF8-C47D-8CB8-32804CEF132D}"/>
              </a:ext>
            </a:extLst>
          </p:cNvPr>
          <p:cNvCxnSpPr>
            <a:cxnSpLocks/>
            <a:stCxn id="39" idx="0"/>
            <a:endCxn id="55" idx="0"/>
          </p:cNvCxnSpPr>
          <p:nvPr/>
        </p:nvCxnSpPr>
        <p:spPr>
          <a:xfrm>
            <a:off x="3986199" y="1768977"/>
            <a:ext cx="3370042" cy="71069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0023BBE9-0C9F-6D8D-9B02-EEB44998E372}"/>
              </a:ext>
            </a:extLst>
          </p:cNvPr>
          <p:cNvCxnSpPr>
            <a:cxnSpLocks/>
            <a:stCxn id="39" idx="0"/>
            <a:endCxn id="59" idx="0"/>
          </p:cNvCxnSpPr>
          <p:nvPr/>
        </p:nvCxnSpPr>
        <p:spPr>
          <a:xfrm>
            <a:off x="3986199" y="1768977"/>
            <a:ext cx="3693049" cy="34874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BA8446C-7CDB-676F-4031-108977F03D9E}"/>
              </a:ext>
            </a:extLst>
          </p:cNvPr>
          <p:cNvCxnSpPr>
            <a:cxnSpLocks/>
            <a:stCxn id="39" idx="0"/>
            <a:endCxn id="60" idx="0"/>
          </p:cNvCxnSpPr>
          <p:nvPr/>
        </p:nvCxnSpPr>
        <p:spPr>
          <a:xfrm>
            <a:off x="3986199" y="1768977"/>
            <a:ext cx="4474219" cy="866271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左大括号 96">
            <a:extLst>
              <a:ext uri="{FF2B5EF4-FFF2-40B4-BE49-F238E27FC236}">
                <a16:creationId xmlns:a16="http://schemas.microsoft.com/office/drawing/2014/main" id="{BA53B6C6-0F52-A352-ED3A-7525054795A2}"/>
              </a:ext>
            </a:extLst>
          </p:cNvPr>
          <p:cNvSpPr/>
          <p:nvPr/>
        </p:nvSpPr>
        <p:spPr>
          <a:xfrm rot="16200000">
            <a:off x="7824687" y="3147482"/>
            <a:ext cx="167287" cy="1209038"/>
          </a:xfrm>
          <a:prstGeom prst="leftBrace">
            <a:avLst>
              <a:gd name="adj1" fmla="val 8728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0B8267C-28F5-E1FA-54BA-84B24F38599C}"/>
                  </a:ext>
                </a:extLst>
              </p:cNvPr>
              <p:cNvSpPr txBox="1"/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0B8267C-28F5-E1FA-54BA-84B24F385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7443A901-27AF-A599-097F-2CFCE7AFB1DF}"/>
              </a:ext>
            </a:extLst>
          </p:cNvPr>
          <p:cNvCxnSpPr>
            <a:cxnSpLocks/>
          </p:cNvCxnSpPr>
          <p:nvPr/>
        </p:nvCxnSpPr>
        <p:spPr>
          <a:xfrm>
            <a:off x="7167824" y="4473559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D69151-F526-B2B9-EA6A-7BFEC13A6A2A}"/>
                  </a:ext>
                </a:extLst>
              </p:cNvPr>
              <p:cNvSpPr txBox="1"/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D69151-F526-B2B9-EA6A-7BFEC13A6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blipFill>
                <a:blip r:embed="rId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91953205-FAC8-5800-C477-4096EE21A1FB}"/>
              </a:ext>
            </a:extLst>
          </p:cNvPr>
          <p:cNvGrpSpPr/>
          <p:nvPr/>
        </p:nvGrpSpPr>
        <p:grpSpPr>
          <a:xfrm>
            <a:off x="965699" y="4089986"/>
            <a:ext cx="6338111" cy="691684"/>
            <a:chOff x="1393568" y="4108012"/>
            <a:chExt cx="6338111" cy="691684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62611BC4-294E-E071-D007-44D2F899B388}"/>
                </a:ext>
              </a:extLst>
            </p:cNvPr>
            <p:cNvGrpSpPr/>
            <p:nvPr/>
          </p:nvGrpSpPr>
          <p:grpSpPr>
            <a:xfrm>
              <a:off x="1393568" y="4108012"/>
              <a:ext cx="6338111" cy="691684"/>
              <a:chOff x="2143276" y="4159998"/>
              <a:chExt cx="6338111" cy="6916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763B6887-3651-245A-D2BB-5BDBA8EBFCC7}"/>
                      </a:ext>
                    </a:extLst>
                  </p:cNvPr>
                  <p:cNvSpPr txBox="1"/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])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 xmlns="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763B6887-3651-245A-D2BB-5BDBA8EBFC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左大括号 98">
                <a:extLst>
                  <a:ext uri="{FF2B5EF4-FFF2-40B4-BE49-F238E27FC236}">
                    <a16:creationId xmlns:a16="http://schemas.microsoft.com/office/drawing/2014/main" id="{23F321FD-310A-C699-3790-F3E37F6FD477}"/>
                  </a:ext>
                </a:extLst>
              </p:cNvPr>
              <p:cNvSpPr/>
              <p:nvPr/>
            </p:nvSpPr>
            <p:spPr>
              <a:xfrm rot="10800000">
                <a:off x="8079097" y="4239279"/>
                <a:ext cx="152429" cy="608584"/>
              </a:xfrm>
              <a:prstGeom prst="leftBrace">
                <a:avLst>
                  <a:gd name="adj1" fmla="val 8728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D2B967A5-91DF-5D2C-4657-701A482E3BD3}"/>
                      </a:ext>
                    </a:extLst>
                  </p:cNvPr>
                  <p:cNvSpPr txBox="1"/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 xmlns="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D2B967A5-91DF-5D2C-4657-701A482E3B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E0B8EC5-FD49-C5E7-CCB3-1BA6055C1B07}"/>
                </a:ext>
              </a:extLst>
            </p:cNvPr>
            <p:cNvSpPr txBox="1"/>
            <p:nvPr/>
          </p:nvSpPr>
          <p:spPr>
            <a:xfrm>
              <a:off x="2568433" y="4108012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i="0" dirty="0">
                  <a:latin typeface="+mj-lt"/>
                </a:rPr>
                <a:t>高度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207C4899-3D9D-28DD-062A-94F4FA94B4A9}"/>
                </a:ext>
              </a:extLst>
            </p:cNvPr>
            <p:cNvSpPr txBox="1"/>
            <p:nvPr/>
          </p:nvSpPr>
          <p:spPr>
            <a:xfrm>
              <a:off x="2544836" y="4518878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+mj-lt"/>
                </a:rPr>
                <a:t>宽度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</p:grp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F255F8E-03A6-D134-7E14-84FF128134D6}"/>
              </a:ext>
            </a:extLst>
          </p:cNvPr>
          <p:cNvCxnSpPr>
            <a:cxnSpLocks/>
          </p:cNvCxnSpPr>
          <p:nvPr/>
        </p:nvCxnSpPr>
        <p:spPr>
          <a:xfrm>
            <a:off x="7167824" y="4834997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9202DB6-C071-4EA0-9961-FB36323B971A}"/>
                  </a:ext>
                </a:extLst>
              </p:cNvPr>
              <p:cNvSpPr txBox="1"/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200" b="1" i="1">
                        <a:latin typeface="Cambria Math" panose="02040503050406030204" pitchFamily="18" charset="0"/>
                      </a:rPr>
                      <m:t>对于</m:t>
                    </m:r>
                  </m:oMath>
                </a14:m>
                <a:r>
                  <a:rPr lang="en-US" altLang="zh-CN" sz="1200" b="1" dirty="0"/>
                  <a:t>i+1</a:t>
                </a:r>
                <a:r>
                  <a:rPr lang="zh-CN" altLang="en-US" sz="1200" b="1" dirty="0"/>
                  <a:t>而言，无需再遍历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1200" b="1" dirty="0"/>
                  <a:t>区域</a:t>
                </a: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9202DB6-C071-4EA0-9961-FB36323B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blipFill>
                <a:blip r:embed="rId1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80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66959-C186-6292-85F8-FDD5757F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A1DED86-B6BA-745F-89BE-93C56E95D1DA}"/>
              </a:ext>
            </a:extLst>
          </p:cNvPr>
          <p:cNvCxnSpPr>
            <a:cxnSpLocks/>
          </p:cNvCxnSpPr>
          <p:nvPr/>
        </p:nvCxnSpPr>
        <p:spPr>
          <a:xfrm>
            <a:off x="2835479" y="3614636"/>
            <a:ext cx="62078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3EDA09A9-B750-1D00-5A34-C2CD87900AEC}"/>
              </a:ext>
            </a:extLst>
          </p:cNvPr>
          <p:cNvGrpSpPr/>
          <p:nvPr/>
        </p:nvGrpSpPr>
        <p:grpSpPr>
          <a:xfrm>
            <a:off x="3324436" y="1491978"/>
            <a:ext cx="1296211" cy="2122656"/>
            <a:chOff x="3921798" y="1491978"/>
            <a:chExt cx="1296211" cy="212265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94282D0-CFAE-6C4C-F8C9-F5B409FB2090}"/>
                </a:ext>
              </a:extLst>
            </p:cNvPr>
            <p:cNvSpPr/>
            <p:nvPr/>
          </p:nvSpPr>
          <p:spPr>
            <a:xfrm>
              <a:off x="4517472" y="1768977"/>
              <a:ext cx="132177" cy="18456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1C459C7-87A7-9AE5-07E8-AF85A69ABE68}"/>
                    </a:ext>
                  </a:extLst>
                </p:cNvPr>
                <p:cNvSpPr txBox="1"/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1C459C7-87A7-9AE5-07E8-AF85A69AB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6BCDB94D-C861-BE2F-94E6-EC304CEAB467}"/>
              </a:ext>
            </a:extLst>
          </p:cNvPr>
          <p:cNvSpPr/>
          <p:nvPr/>
        </p:nvSpPr>
        <p:spPr>
          <a:xfrm>
            <a:off x="6812998" y="1381127"/>
            <a:ext cx="104862" cy="2233507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F998EBF-08E3-91B2-88D6-62743D830933}"/>
                  </a:ext>
                </a:extLst>
              </p:cNvPr>
              <p:cNvSpPr txBox="1"/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𝒉𝒆𝒊𝒈𝒉𝒕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F998EBF-08E3-91B2-88D6-62743D830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A3C29FD4-0234-62E3-30AD-81873EBF86F0}"/>
              </a:ext>
            </a:extLst>
          </p:cNvPr>
          <p:cNvSpPr/>
          <p:nvPr/>
        </p:nvSpPr>
        <p:spPr>
          <a:xfrm>
            <a:off x="7303810" y="2479675"/>
            <a:ext cx="104862" cy="11349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69F94D-175E-E57B-A1E3-8A22382078A0}"/>
              </a:ext>
            </a:extLst>
          </p:cNvPr>
          <p:cNvSpPr/>
          <p:nvPr/>
        </p:nvSpPr>
        <p:spPr>
          <a:xfrm>
            <a:off x="7626817" y="2117725"/>
            <a:ext cx="104862" cy="14969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8F5886F-2CAF-284F-1C12-55A25860AF33}"/>
              </a:ext>
            </a:extLst>
          </p:cNvPr>
          <p:cNvSpPr/>
          <p:nvPr/>
        </p:nvSpPr>
        <p:spPr>
          <a:xfrm>
            <a:off x="8407987" y="2635248"/>
            <a:ext cx="104862" cy="9793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E3D885E-355F-8D63-000F-51D224D029AF}"/>
                  </a:ext>
                </a:extLst>
              </p:cNvPr>
              <p:cNvSpPr txBox="1"/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E3D885E-355F-8D63-000F-51D224D02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352DE74-C262-C16A-7BAD-A2E57335ADD4}"/>
                  </a:ext>
                </a:extLst>
              </p:cNvPr>
              <p:cNvSpPr txBox="1"/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352DE74-C262-C16A-7BAD-A2E57335A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组合 72">
            <a:extLst>
              <a:ext uri="{FF2B5EF4-FFF2-40B4-BE49-F238E27FC236}">
                <a16:creationId xmlns:a16="http://schemas.microsoft.com/office/drawing/2014/main" id="{75E885EA-C3C4-E959-FBED-71E6FA90FF17}"/>
              </a:ext>
            </a:extLst>
          </p:cNvPr>
          <p:cNvGrpSpPr/>
          <p:nvPr/>
        </p:nvGrpSpPr>
        <p:grpSpPr>
          <a:xfrm>
            <a:off x="4237783" y="710428"/>
            <a:ext cx="1296211" cy="2904203"/>
            <a:chOff x="3921798" y="710431"/>
            <a:chExt cx="1296211" cy="2904203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65E74F1-33F5-9674-D7F6-256ED1111F90}"/>
                </a:ext>
              </a:extLst>
            </p:cNvPr>
            <p:cNvSpPr/>
            <p:nvPr/>
          </p:nvSpPr>
          <p:spPr>
            <a:xfrm>
              <a:off x="4517473" y="1049561"/>
              <a:ext cx="104862" cy="25650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D0E39D3-39CC-8C9B-A205-D99F76C50124}"/>
                    </a:ext>
                  </a:extLst>
                </p:cNvPr>
                <p:cNvSpPr txBox="1"/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D0E39D3-39CC-8C9B-A205-D99F76C50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E8D9588-51A7-42D7-7E1F-7F8CCD53F8F9}"/>
              </a:ext>
            </a:extLst>
          </p:cNvPr>
          <p:cNvCxnSpPr>
            <a:cxnSpLocks/>
          </p:cNvCxnSpPr>
          <p:nvPr/>
        </p:nvCxnSpPr>
        <p:spPr>
          <a:xfrm>
            <a:off x="2778329" y="1381127"/>
            <a:ext cx="62078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FF5DF43C-D290-57EA-7ADE-5F42F20E7891}"/>
              </a:ext>
            </a:extLst>
          </p:cNvPr>
          <p:cNvCxnSpPr>
            <a:stCxn id="74" idx="0"/>
            <a:endCxn id="59" idx="0"/>
          </p:cNvCxnSpPr>
          <p:nvPr/>
        </p:nvCxnSpPr>
        <p:spPr>
          <a:xfrm>
            <a:off x="4885889" y="1049558"/>
            <a:ext cx="2793359" cy="106816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4C1D217-4CC3-9C66-11A7-C26F1C67F8BD}"/>
              </a:ext>
            </a:extLst>
          </p:cNvPr>
          <p:cNvCxnSpPr>
            <a:cxnSpLocks/>
            <a:stCxn id="74" idx="0"/>
            <a:endCxn id="55" idx="0"/>
          </p:cNvCxnSpPr>
          <p:nvPr/>
        </p:nvCxnSpPr>
        <p:spPr>
          <a:xfrm>
            <a:off x="4885889" y="1049558"/>
            <a:ext cx="2470352" cy="143011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87470924-E312-6071-7ADB-0C2094B11FA6}"/>
              </a:ext>
            </a:extLst>
          </p:cNvPr>
          <p:cNvCxnSpPr>
            <a:cxnSpLocks/>
            <a:stCxn id="74" idx="0"/>
            <a:endCxn id="60" idx="0"/>
          </p:cNvCxnSpPr>
          <p:nvPr/>
        </p:nvCxnSpPr>
        <p:spPr>
          <a:xfrm>
            <a:off x="4885889" y="1049558"/>
            <a:ext cx="3574529" cy="158569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6982261-F1C2-C218-8E04-B30218BD2768}"/>
              </a:ext>
            </a:extLst>
          </p:cNvPr>
          <p:cNvCxnSpPr>
            <a:cxnSpLocks/>
            <a:stCxn id="39" idx="0"/>
            <a:endCxn id="55" idx="0"/>
          </p:cNvCxnSpPr>
          <p:nvPr/>
        </p:nvCxnSpPr>
        <p:spPr>
          <a:xfrm>
            <a:off x="3986199" y="1768977"/>
            <a:ext cx="3370042" cy="71069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9F580E8F-5F20-87B3-E1C8-59B596BB63FB}"/>
              </a:ext>
            </a:extLst>
          </p:cNvPr>
          <p:cNvCxnSpPr>
            <a:cxnSpLocks/>
            <a:stCxn id="39" idx="0"/>
            <a:endCxn id="59" idx="0"/>
          </p:cNvCxnSpPr>
          <p:nvPr/>
        </p:nvCxnSpPr>
        <p:spPr>
          <a:xfrm>
            <a:off x="3986199" y="1768977"/>
            <a:ext cx="3693049" cy="34874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273500B-1CC4-6F0A-B357-393C8B3529AE}"/>
              </a:ext>
            </a:extLst>
          </p:cNvPr>
          <p:cNvCxnSpPr>
            <a:cxnSpLocks/>
            <a:stCxn id="39" idx="0"/>
            <a:endCxn id="60" idx="0"/>
          </p:cNvCxnSpPr>
          <p:nvPr/>
        </p:nvCxnSpPr>
        <p:spPr>
          <a:xfrm>
            <a:off x="3986199" y="1768977"/>
            <a:ext cx="4474219" cy="866271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左大括号 96">
            <a:extLst>
              <a:ext uri="{FF2B5EF4-FFF2-40B4-BE49-F238E27FC236}">
                <a16:creationId xmlns:a16="http://schemas.microsoft.com/office/drawing/2014/main" id="{9D58FCF6-FEF3-F12C-13D0-0A953EA050C6}"/>
              </a:ext>
            </a:extLst>
          </p:cNvPr>
          <p:cNvSpPr/>
          <p:nvPr/>
        </p:nvSpPr>
        <p:spPr>
          <a:xfrm rot="16200000">
            <a:off x="7824687" y="3147482"/>
            <a:ext cx="167287" cy="1209038"/>
          </a:xfrm>
          <a:prstGeom prst="leftBrace">
            <a:avLst>
              <a:gd name="adj1" fmla="val 8728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FDAC81E-F806-44B1-D257-E717D8E03440}"/>
                  </a:ext>
                </a:extLst>
              </p:cNvPr>
              <p:cNvSpPr txBox="1"/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FDAC81E-F806-44B1-D257-E717D8E03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298396C3-40EC-B4C9-4698-A6BF494948E6}"/>
              </a:ext>
            </a:extLst>
          </p:cNvPr>
          <p:cNvCxnSpPr>
            <a:cxnSpLocks/>
          </p:cNvCxnSpPr>
          <p:nvPr/>
        </p:nvCxnSpPr>
        <p:spPr>
          <a:xfrm>
            <a:off x="7167824" y="4473559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E89AAE45-A98F-6C3A-97A3-CBC0D88AE6C0}"/>
                  </a:ext>
                </a:extLst>
              </p:cNvPr>
              <p:cNvSpPr txBox="1"/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E89AAE45-A98F-6C3A-97A3-CBC0D88AE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blipFill>
                <a:blip r:embed="rId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08DA70A6-DF44-7C0A-B8EF-57EE97A21621}"/>
              </a:ext>
            </a:extLst>
          </p:cNvPr>
          <p:cNvGrpSpPr/>
          <p:nvPr/>
        </p:nvGrpSpPr>
        <p:grpSpPr>
          <a:xfrm>
            <a:off x="965699" y="4089986"/>
            <a:ext cx="6338111" cy="691684"/>
            <a:chOff x="1393568" y="4108012"/>
            <a:chExt cx="6338111" cy="691684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0DCF904C-73D9-5AF5-5251-406D99A5BD7E}"/>
                </a:ext>
              </a:extLst>
            </p:cNvPr>
            <p:cNvGrpSpPr/>
            <p:nvPr/>
          </p:nvGrpSpPr>
          <p:grpSpPr>
            <a:xfrm>
              <a:off x="1393568" y="4108012"/>
              <a:ext cx="6338111" cy="691684"/>
              <a:chOff x="2143276" y="4159998"/>
              <a:chExt cx="6338111" cy="6916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C10939FF-7401-7091-9B24-8DE5107FAB59}"/>
                      </a:ext>
                    </a:extLst>
                  </p:cNvPr>
                  <p:cNvSpPr txBox="1"/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])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 xmlns="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C10939FF-7401-7091-9B24-8DE5107FAB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左大括号 98">
                <a:extLst>
                  <a:ext uri="{FF2B5EF4-FFF2-40B4-BE49-F238E27FC236}">
                    <a16:creationId xmlns:a16="http://schemas.microsoft.com/office/drawing/2014/main" id="{213F8862-6AE7-8CBD-8334-3E21B1BB9D69}"/>
                  </a:ext>
                </a:extLst>
              </p:cNvPr>
              <p:cNvSpPr/>
              <p:nvPr/>
            </p:nvSpPr>
            <p:spPr>
              <a:xfrm rot="10800000">
                <a:off x="8079097" y="4239279"/>
                <a:ext cx="152429" cy="608584"/>
              </a:xfrm>
              <a:prstGeom prst="leftBrace">
                <a:avLst>
                  <a:gd name="adj1" fmla="val 8728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007AD642-AF45-2CFA-639A-749B636B0EE8}"/>
                      </a:ext>
                    </a:extLst>
                  </p:cNvPr>
                  <p:cNvSpPr txBox="1"/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 xmlns="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007AD642-AF45-2CFA-639A-749B636B0E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78C62F45-B130-8326-4382-1858DB15BF56}"/>
                </a:ext>
              </a:extLst>
            </p:cNvPr>
            <p:cNvSpPr txBox="1"/>
            <p:nvPr/>
          </p:nvSpPr>
          <p:spPr>
            <a:xfrm>
              <a:off x="2568433" y="4108012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i="0" dirty="0">
                  <a:latin typeface="+mj-lt"/>
                </a:rPr>
                <a:t>高度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DB81839-B07F-8BB5-5A0B-F6185F90B366}"/>
                </a:ext>
              </a:extLst>
            </p:cNvPr>
            <p:cNvSpPr txBox="1"/>
            <p:nvPr/>
          </p:nvSpPr>
          <p:spPr>
            <a:xfrm>
              <a:off x="2544836" y="4518878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+mj-lt"/>
                </a:rPr>
                <a:t>宽度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</p:grp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9559EAF5-F568-0E3A-86BE-9E08B865218A}"/>
              </a:ext>
            </a:extLst>
          </p:cNvPr>
          <p:cNvCxnSpPr>
            <a:cxnSpLocks/>
          </p:cNvCxnSpPr>
          <p:nvPr/>
        </p:nvCxnSpPr>
        <p:spPr>
          <a:xfrm>
            <a:off x="7167824" y="4834997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8D5D1A7A-7493-B53D-9280-DC4F8B11E9CC}"/>
                  </a:ext>
                </a:extLst>
              </p:cNvPr>
              <p:cNvSpPr txBox="1"/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200" b="1" i="1">
                        <a:latin typeface="Cambria Math" panose="02040503050406030204" pitchFamily="18" charset="0"/>
                      </a:rPr>
                      <m:t>对于</m:t>
                    </m:r>
                  </m:oMath>
                </a14:m>
                <a:r>
                  <a:rPr lang="en-US" altLang="zh-CN" sz="1200" b="1" dirty="0"/>
                  <a:t>i+1</a:t>
                </a:r>
                <a:r>
                  <a:rPr lang="zh-CN" altLang="en-US" sz="1200" b="1" dirty="0"/>
                  <a:t>而言，无需再遍历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1200" b="1" dirty="0"/>
                  <a:t>区域</a:t>
                </a: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8D5D1A7A-7493-B53D-9280-DC4F8B11E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blipFill>
                <a:blip r:embed="rId1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30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D69E-6737-C730-0819-EA47C171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AC42E20-E0C5-5ABA-2B62-F74470E3953B}"/>
              </a:ext>
            </a:extLst>
          </p:cNvPr>
          <p:cNvCxnSpPr>
            <a:cxnSpLocks/>
          </p:cNvCxnSpPr>
          <p:nvPr/>
        </p:nvCxnSpPr>
        <p:spPr>
          <a:xfrm>
            <a:off x="2835479" y="3614636"/>
            <a:ext cx="62078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94A537EC-1418-6882-6D73-52A70D2CCB2E}"/>
              </a:ext>
            </a:extLst>
          </p:cNvPr>
          <p:cNvSpPr/>
          <p:nvPr/>
        </p:nvSpPr>
        <p:spPr>
          <a:xfrm>
            <a:off x="4682282" y="3203575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86C989-6300-D982-7F5C-2C55DDA146FB}"/>
              </a:ext>
            </a:extLst>
          </p:cNvPr>
          <p:cNvSpPr/>
          <p:nvPr/>
        </p:nvSpPr>
        <p:spPr>
          <a:xfrm>
            <a:off x="5320457" y="2846496"/>
            <a:ext cx="267543" cy="7681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4BD53-988E-9D34-C6CC-CDD79A777090}"/>
              </a:ext>
            </a:extLst>
          </p:cNvPr>
          <p:cNvSpPr/>
          <p:nvPr/>
        </p:nvSpPr>
        <p:spPr>
          <a:xfrm>
            <a:off x="5588000" y="3200400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E389BB-2639-666E-DDF6-C96D21FA88C7}"/>
              </a:ext>
            </a:extLst>
          </p:cNvPr>
          <p:cNvSpPr/>
          <p:nvPr/>
        </p:nvSpPr>
        <p:spPr>
          <a:xfrm>
            <a:off x="6202687" y="3205056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1C218B-12AE-B121-E792-0B2CDF5C89BE}"/>
              </a:ext>
            </a:extLst>
          </p:cNvPr>
          <p:cNvSpPr/>
          <p:nvPr/>
        </p:nvSpPr>
        <p:spPr>
          <a:xfrm>
            <a:off x="6470230" y="2441575"/>
            <a:ext cx="267543" cy="11698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C8B2FE-9B27-CD08-263E-EB841AD1FF89}"/>
              </a:ext>
            </a:extLst>
          </p:cNvPr>
          <p:cNvSpPr/>
          <p:nvPr/>
        </p:nvSpPr>
        <p:spPr>
          <a:xfrm>
            <a:off x="6740779" y="2843319"/>
            <a:ext cx="267543" cy="7681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0E1130-1713-EE04-8674-DA14F07234F5}"/>
              </a:ext>
            </a:extLst>
          </p:cNvPr>
          <p:cNvSpPr/>
          <p:nvPr/>
        </p:nvSpPr>
        <p:spPr>
          <a:xfrm>
            <a:off x="7005316" y="3200400"/>
            <a:ext cx="354760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1212EC-966D-DD44-C8B4-17E969998BE2}"/>
              </a:ext>
            </a:extLst>
          </p:cNvPr>
          <p:cNvSpPr/>
          <p:nvPr/>
        </p:nvSpPr>
        <p:spPr>
          <a:xfrm>
            <a:off x="7360076" y="2838450"/>
            <a:ext cx="267543" cy="7681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D2B5D1-265A-BDF6-F663-2677BDD4700C}"/>
              </a:ext>
            </a:extLst>
          </p:cNvPr>
          <p:cNvSpPr/>
          <p:nvPr/>
        </p:nvSpPr>
        <p:spPr>
          <a:xfrm>
            <a:off x="7627619" y="3195531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FCD503-E493-8FE2-692D-5A70B6B7AB12}"/>
              </a:ext>
            </a:extLst>
          </p:cNvPr>
          <p:cNvSpPr/>
          <p:nvPr/>
        </p:nvSpPr>
        <p:spPr>
          <a:xfrm>
            <a:off x="4946819" y="3201881"/>
            <a:ext cx="366022" cy="41105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AFFCC2-C2EF-5CB9-8561-02E69149CAF3}"/>
              </a:ext>
            </a:extLst>
          </p:cNvPr>
          <p:cNvSpPr/>
          <p:nvPr/>
        </p:nvSpPr>
        <p:spPr>
          <a:xfrm>
            <a:off x="5852537" y="3201881"/>
            <a:ext cx="342534" cy="41105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C12C94-BBCB-8A72-98EA-5FFD9A3D605E}"/>
              </a:ext>
            </a:extLst>
          </p:cNvPr>
          <p:cNvSpPr/>
          <p:nvPr/>
        </p:nvSpPr>
        <p:spPr>
          <a:xfrm>
            <a:off x="5595616" y="2846496"/>
            <a:ext cx="871608" cy="34490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3A5FB7-A1F3-DAC6-6E69-268AA0E29484}"/>
              </a:ext>
            </a:extLst>
          </p:cNvPr>
          <p:cNvSpPr/>
          <p:nvPr/>
        </p:nvSpPr>
        <p:spPr>
          <a:xfrm>
            <a:off x="7017542" y="2846496"/>
            <a:ext cx="342534" cy="34490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967AD11-8831-5BFD-EB2E-BED3CB297322}"/>
              </a:ext>
            </a:extLst>
          </p:cNvPr>
          <p:cNvGrpSpPr/>
          <p:nvPr/>
        </p:nvGrpSpPr>
        <p:grpSpPr>
          <a:xfrm>
            <a:off x="4444340" y="1925248"/>
            <a:ext cx="1296211" cy="752864"/>
            <a:chOff x="4479519" y="1925248"/>
            <a:chExt cx="1296211" cy="752864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B31FB489-CB9E-F913-4CE5-DDD8C492858C}"/>
                </a:ext>
              </a:extLst>
            </p:cNvPr>
            <p:cNvCxnSpPr>
              <a:cxnSpLocks/>
            </p:cNvCxnSpPr>
            <p:nvPr/>
          </p:nvCxnSpPr>
          <p:spPr>
            <a:xfrm>
              <a:off x="5127625" y="2268537"/>
              <a:ext cx="0" cy="40957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04466B6-5B8D-AD8B-DF3D-C11BF00FCB5D}"/>
                    </a:ext>
                  </a:extLst>
                </p:cNvPr>
                <p:cNvSpPr txBox="1"/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04466B6-5B8D-AD8B-DF3D-C11BF00FC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E7C29D1-5B19-1B4C-E955-0B58D275F5A7}"/>
              </a:ext>
            </a:extLst>
          </p:cNvPr>
          <p:cNvGrpSpPr/>
          <p:nvPr/>
        </p:nvGrpSpPr>
        <p:grpSpPr>
          <a:xfrm>
            <a:off x="5073665" y="1925248"/>
            <a:ext cx="1296211" cy="752864"/>
            <a:chOff x="4479519" y="1925248"/>
            <a:chExt cx="1296211" cy="752864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C9B9128-C90F-3BB3-2885-74E2673767C7}"/>
                </a:ext>
              </a:extLst>
            </p:cNvPr>
            <p:cNvCxnSpPr>
              <a:cxnSpLocks/>
            </p:cNvCxnSpPr>
            <p:nvPr/>
          </p:nvCxnSpPr>
          <p:spPr>
            <a:xfrm>
              <a:off x="5127625" y="2268537"/>
              <a:ext cx="0" cy="40957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4CD9E26-6055-9D0A-F570-10A7D765F5E9}"/>
                    </a:ext>
                  </a:extLst>
                </p:cNvPr>
                <p:cNvSpPr txBox="1"/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4CD9E26-6055-9D0A-F570-10A7D765F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0930CA6-B7D6-0560-F7A2-0649E40E6E5C}"/>
              </a:ext>
            </a:extLst>
          </p:cNvPr>
          <p:cNvGrpSpPr/>
          <p:nvPr/>
        </p:nvGrpSpPr>
        <p:grpSpPr>
          <a:xfrm>
            <a:off x="5361750" y="1925248"/>
            <a:ext cx="1296211" cy="752864"/>
            <a:chOff x="4479519" y="1925248"/>
            <a:chExt cx="1296211" cy="752864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D3700C3-300B-C993-491E-4FCB73BAE86E}"/>
                </a:ext>
              </a:extLst>
            </p:cNvPr>
            <p:cNvCxnSpPr>
              <a:cxnSpLocks/>
            </p:cNvCxnSpPr>
            <p:nvPr/>
          </p:nvCxnSpPr>
          <p:spPr>
            <a:xfrm>
              <a:off x="5127625" y="2268537"/>
              <a:ext cx="0" cy="40957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02D713F-6857-EC8F-257F-884914706B3D}"/>
                    </a:ext>
                  </a:extLst>
                </p:cNvPr>
                <p:cNvSpPr txBox="1"/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02D713F-6857-EC8F-257F-884914706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739E364-69A5-C7E6-BA83-5D7AD3E0BBC3}"/>
              </a:ext>
            </a:extLst>
          </p:cNvPr>
          <p:cNvGrpSpPr/>
          <p:nvPr/>
        </p:nvGrpSpPr>
        <p:grpSpPr>
          <a:xfrm>
            <a:off x="5671809" y="1925248"/>
            <a:ext cx="1296211" cy="752864"/>
            <a:chOff x="4479519" y="1925248"/>
            <a:chExt cx="1296211" cy="752864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411777C3-5D26-B496-4539-34B62BDDC14D}"/>
                </a:ext>
              </a:extLst>
            </p:cNvPr>
            <p:cNvCxnSpPr>
              <a:cxnSpLocks/>
            </p:cNvCxnSpPr>
            <p:nvPr/>
          </p:nvCxnSpPr>
          <p:spPr>
            <a:xfrm>
              <a:off x="5127625" y="2268537"/>
              <a:ext cx="0" cy="40957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9D313024-5D37-84BC-9F01-9BEAD35D11D1}"/>
                    </a:ext>
                  </a:extLst>
                </p:cNvPr>
                <p:cNvSpPr txBox="1"/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9D313024-5D37-84BC-9F01-9BEAD35D1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2DEDED9-2440-9B21-6787-E657761D2ED2}"/>
              </a:ext>
            </a:extLst>
          </p:cNvPr>
          <p:cNvGrpSpPr/>
          <p:nvPr/>
        </p:nvGrpSpPr>
        <p:grpSpPr>
          <a:xfrm>
            <a:off x="6520190" y="1931595"/>
            <a:ext cx="1296211" cy="752864"/>
            <a:chOff x="4479519" y="1925248"/>
            <a:chExt cx="1296211" cy="752864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D0D71B8-B872-DC23-2AC3-CA43E5A93EFE}"/>
                </a:ext>
              </a:extLst>
            </p:cNvPr>
            <p:cNvCxnSpPr>
              <a:cxnSpLocks/>
            </p:cNvCxnSpPr>
            <p:nvPr/>
          </p:nvCxnSpPr>
          <p:spPr>
            <a:xfrm>
              <a:off x="5127625" y="2268537"/>
              <a:ext cx="0" cy="409575"/>
            </a:xfrm>
            <a:prstGeom prst="straightConnector1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8F03F310-00E8-D63B-4C90-85CF545D2C73}"/>
                    </a:ext>
                  </a:extLst>
                </p:cNvPr>
                <p:cNvSpPr txBox="1"/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8F03F310-00E8-D63B-4C90-85CF545D2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519" y="1925248"/>
                  <a:ext cx="129621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52C91AA-EE43-455A-13C7-24D70DE4B23E}"/>
                  </a:ext>
                </a:extLst>
              </p:cNvPr>
              <p:cNvSpPr txBox="1"/>
              <p:nvPr/>
            </p:nvSpPr>
            <p:spPr>
              <a:xfrm>
                <a:off x="3975456" y="1918420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𝑨𝒏𝒔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52C91AA-EE43-455A-13C7-24D70DE4B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456" y="1918420"/>
                <a:ext cx="129621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2E7DDA9-C3FE-AC07-0B07-4015B7EAEA2E}"/>
                  </a:ext>
                </a:extLst>
              </p:cNvPr>
              <p:cNvSpPr txBox="1"/>
              <p:nvPr/>
            </p:nvSpPr>
            <p:spPr>
              <a:xfrm>
                <a:off x="5165455" y="1920419"/>
                <a:ext cx="5130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2E7DDA9-C3FE-AC07-0B07-4015B7EAE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455" y="1920419"/>
                <a:ext cx="51305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D050E85-EA26-4F87-660F-3E8BB91AD059}"/>
                  </a:ext>
                </a:extLst>
              </p:cNvPr>
              <p:cNvSpPr txBox="1"/>
              <p:nvPr/>
            </p:nvSpPr>
            <p:spPr>
              <a:xfrm>
                <a:off x="5606570" y="1914072"/>
                <a:ext cx="5130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D050E85-EA26-4F87-660F-3E8BB91AD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570" y="1914072"/>
                <a:ext cx="513052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4C73169-D75F-6E84-F252-9A26124B91A7}"/>
                  </a:ext>
                </a:extLst>
              </p:cNvPr>
              <p:cNvSpPr txBox="1"/>
              <p:nvPr/>
            </p:nvSpPr>
            <p:spPr>
              <a:xfrm>
                <a:off x="5905436" y="1923549"/>
                <a:ext cx="5130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4C73169-D75F-6E84-F252-9A26124B9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436" y="1923549"/>
                <a:ext cx="51305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4A3ADAA-780A-1194-AC8C-4039914079B0}"/>
                  </a:ext>
                </a:extLst>
              </p:cNvPr>
              <p:cNvSpPr txBox="1"/>
              <p:nvPr/>
            </p:nvSpPr>
            <p:spPr>
              <a:xfrm>
                <a:off x="6513495" y="1914072"/>
                <a:ext cx="5130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4A3ADAA-780A-1194-AC8C-403991407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95" y="1914072"/>
                <a:ext cx="51305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8F7B891-FC55-B7FA-039A-C32C92D8E8B5}"/>
              </a:ext>
            </a:extLst>
          </p:cNvPr>
          <p:cNvCxnSpPr/>
          <p:nvPr/>
        </p:nvCxnSpPr>
        <p:spPr>
          <a:xfrm flipV="1">
            <a:off x="3594100" y="1708258"/>
            <a:ext cx="0" cy="227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9133CD3-B868-7CDD-EF7C-B15E6810855D}"/>
              </a:ext>
            </a:extLst>
          </p:cNvPr>
          <p:cNvGrpSpPr/>
          <p:nvPr/>
        </p:nvGrpSpPr>
        <p:grpSpPr>
          <a:xfrm>
            <a:off x="2679243" y="3048098"/>
            <a:ext cx="1296211" cy="246221"/>
            <a:chOff x="2704839" y="3063425"/>
            <a:chExt cx="1296211" cy="2462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5897646-EB20-85EF-DA78-F06304F2167A}"/>
                    </a:ext>
                  </a:extLst>
                </p:cNvPr>
                <p:cNvSpPr txBox="1"/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5897646-EB20-85EF-DA78-F06304F21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9277EF9-DF3C-6010-42A6-5B8FE1577CA1}"/>
                </a:ext>
              </a:extLst>
            </p:cNvPr>
            <p:cNvCxnSpPr>
              <a:cxnSpLocks/>
            </p:cNvCxnSpPr>
            <p:nvPr/>
          </p:nvCxnSpPr>
          <p:spPr>
            <a:xfrm>
              <a:off x="3459226" y="3186536"/>
              <a:ext cx="29518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376EE7D-F713-64C7-9199-68DF30388534}"/>
              </a:ext>
            </a:extLst>
          </p:cNvPr>
          <p:cNvGrpSpPr/>
          <p:nvPr/>
        </p:nvGrpSpPr>
        <p:grpSpPr>
          <a:xfrm>
            <a:off x="2690129" y="2711577"/>
            <a:ext cx="1296211" cy="246221"/>
            <a:chOff x="2704839" y="3063425"/>
            <a:chExt cx="1296211" cy="2462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2DBD886-1BF3-FF23-6847-52528ED0A642}"/>
                    </a:ext>
                  </a:extLst>
                </p:cNvPr>
                <p:cNvSpPr txBox="1"/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2DBD886-1BF3-FF23-6847-52528ED0A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968BA189-704B-60B9-7AFF-290613645F7E}"/>
                </a:ext>
              </a:extLst>
            </p:cNvPr>
            <p:cNvCxnSpPr>
              <a:cxnSpLocks/>
            </p:cNvCxnSpPr>
            <p:nvPr/>
          </p:nvCxnSpPr>
          <p:spPr>
            <a:xfrm>
              <a:off x="3459226" y="3186536"/>
              <a:ext cx="29518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F212561-1135-5C14-C5D7-E9EB2C9A63E4}"/>
              </a:ext>
            </a:extLst>
          </p:cNvPr>
          <p:cNvGrpSpPr/>
          <p:nvPr/>
        </p:nvGrpSpPr>
        <p:grpSpPr>
          <a:xfrm>
            <a:off x="2693304" y="2318464"/>
            <a:ext cx="1296211" cy="246221"/>
            <a:chOff x="2704839" y="3063425"/>
            <a:chExt cx="1296211" cy="2462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40C77A49-A051-CA3E-D932-29B56F3753BC}"/>
                    </a:ext>
                  </a:extLst>
                </p:cNvPr>
                <p:cNvSpPr txBox="1"/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40C77A49-A051-CA3E-D932-29B56F375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3255FF3-4AE0-A462-4588-756701D2A368}"/>
                </a:ext>
              </a:extLst>
            </p:cNvPr>
            <p:cNvCxnSpPr>
              <a:cxnSpLocks/>
            </p:cNvCxnSpPr>
            <p:nvPr/>
          </p:nvCxnSpPr>
          <p:spPr>
            <a:xfrm>
              <a:off x="3459226" y="3186536"/>
              <a:ext cx="29518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22B473F-5447-3E76-C828-32C837FC9D1C}"/>
                  </a:ext>
                </a:extLst>
              </p:cNvPr>
              <p:cNvSpPr txBox="1"/>
              <p:nvPr/>
            </p:nvSpPr>
            <p:spPr>
              <a:xfrm>
                <a:off x="7278062" y="1914072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22B473F-5447-3E76-C828-32C837FC9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062" y="1914072"/>
                <a:ext cx="1296211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228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9F40-CFA0-6A48-3ECC-E74F2B855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282D610-8C5A-0B5B-FD53-EAC7915542AF}"/>
              </a:ext>
            </a:extLst>
          </p:cNvPr>
          <p:cNvCxnSpPr>
            <a:cxnSpLocks/>
          </p:cNvCxnSpPr>
          <p:nvPr/>
        </p:nvCxnSpPr>
        <p:spPr>
          <a:xfrm>
            <a:off x="2835479" y="3614636"/>
            <a:ext cx="62078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4837730C-825D-DAEC-E681-770268F25A22}"/>
              </a:ext>
            </a:extLst>
          </p:cNvPr>
          <p:cNvSpPr/>
          <p:nvPr/>
        </p:nvSpPr>
        <p:spPr>
          <a:xfrm>
            <a:off x="4682282" y="3203575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D8B943-FC89-B2DE-100A-B1697F339D45}"/>
              </a:ext>
            </a:extLst>
          </p:cNvPr>
          <p:cNvSpPr/>
          <p:nvPr/>
        </p:nvSpPr>
        <p:spPr>
          <a:xfrm>
            <a:off x="5320457" y="2846496"/>
            <a:ext cx="267543" cy="76813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DE74A1-29F6-F952-3D26-27047E81BBA4}"/>
              </a:ext>
            </a:extLst>
          </p:cNvPr>
          <p:cNvSpPr/>
          <p:nvPr/>
        </p:nvSpPr>
        <p:spPr>
          <a:xfrm>
            <a:off x="5588000" y="3200400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A99048-F66E-A4DB-9999-BED07C6FCB53}"/>
              </a:ext>
            </a:extLst>
          </p:cNvPr>
          <p:cNvSpPr/>
          <p:nvPr/>
        </p:nvSpPr>
        <p:spPr>
          <a:xfrm>
            <a:off x="6202687" y="3205056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4A174F-9169-D33A-3C73-A564379B9D98}"/>
              </a:ext>
            </a:extLst>
          </p:cNvPr>
          <p:cNvSpPr/>
          <p:nvPr/>
        </p:nvSpPr>
        <p:spPr>
          <a:xfrm>
            <a:off x="6470230" y="2441575"/>
            <a:ext cx="267543" cy="116988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AEA396-8416-B583-E7C5-D7353E9EA466}"/>
              </a:ext>
            </a:extLst>
          </p:cNvPr>
          <p:cNvSpPr/>
          <p:nvPr/>
        </p:nvSpPr>
        <p:spPr>
          <a:xfrm>
            <a:off x="6740779" y="2843319"/>
            <a:ext cx="267543" cy="7681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9BB88C-245C-5AAD-DF84-9ACD5ECFED30}"/>
              </a:ext>
            </a:extLst>
          </p:cNvPr>
          <p:cNvSpPr/>
          <p:nvPr/>
        </p:nvSpPr>
        <p:spPr>
          <a:xfrm>
            <a:off x="7005316" y="3200400"/>
            <a:ext cx="354760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6D81F1-78C1-DD75-0334-D60769941B42}"/>
              </a:ext>
            </a:extLst>
          </p:cNvPr>
          <p:cNvSpPr/>
          <p:nvPr/>
        </p:nvSpPr>
        <p:spPr>
          <a:xfrm>
            <a:off x="7360076" y="2838450"/>
            <a:ext cx="267543" cy="7681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385AE0-4E58-62EB-96F7-89A9FC3C1ECF}"/>
              </a:ext>
            </a:extLst>
          </p:cNvPr>
          <p:cNvSpPr/>
          <p:nvPr/>
        </p:nvSpPr>
        <p:spPr>
          <a:xfrm>
            <a:off x="7627619" y="3195531"/>
            <a:ext cx="267543" cy="4110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1B372DA-B769-4346-B872-E100F2180331}"/>
              </a:ext>
            </a:extLst>
          </p:cNvPr>
          <p:cNvCxnSpPr/>
          <p:nvPr/>
        </p:nvCxnSpPr>
        <p:spPr>
          <a:xfrm flipV="1">
            <a:off x="3594100" y="1708258"/>
            <a:ext cx="0" cy="227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098F8B-E12B-23E1-BCBA-8EEB8A468D15}"/>
              </a:ext>
            </a:extLst>
          </p:cNvPr>
          <p:cNvGrpSpPr/>
          <p:nvPr/>
        </p:nvGrpSpPr>
        <p:grpSpPr>
          <a:xfrm>
            <a:off x="2679243" y="3048098"/>
            <a:ext cx="1296211" cy="246221"/>
            <a:chOff x="2704839" y="3063425"/>
            <a:chExt cx="1296211" cy="2462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D1DA851-37F1-00C5-B937-4694DDB9FEEC}"/>
                    </a:ext>
                  </a:extLst>
                </p:cNvPr>
                <p:cNvSpPr txBox="1"/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D1DA851-37F1-00C5-B937-4694DDB9F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ABF863A-BC59-02BE-275B-FDB587BF9D3B}"/>
                </a:ext>
              </a:extLst>
            </p:cNvPr>
            <p:cNvCxnSpPr>
              <a:cxnSpLocks/>
            </p:cNvCxnSpPr>
            <p:nvPr/>
          </p:nvCxnSpPr>
          <p:spPr>
            <a:xfrm>
              <a:off x="3459226" y="3186536"/>
              <a:ext cx="29518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0FA5997-B76B-362F-9FA1-45C8B090C84B}"/>
              </a:ext>
            </a:extLst>
          </p:cNvPr>
          <p:cNvGrpSpPr/>
          <p:nvPr/>
        </p:nvGrpSpPr>
        <p:grpSpPr>
          <a:xfrm>
            <a:off x="2690129" y="2711577"/>
            <a:ext cx="1296211" cy="246221"/>
            <a:chOff x="2704839" y="3063425"/>
            <a:chExt cx="1296211" cy="2462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4AB24D5-687B-E3BB-069A-9514B0378BB8}"/>
                    </a:ext>
                  </a:extLst>
                </p:cNvPr>
                <p:cNvSpPr txBox="1"/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4AB24D5-687B-E3BB-069A-9514B0378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461DB821-1E16-D120-F4E7-99A1977F63C8}"/>
                </a:ext>
              </a:extLst>
            </p:cNvPr>
            <p:cNvCxnSpPr>
              <a:cxnSpLocks/>
            </p:cNvCxnSpPr>
            <p:nvPr/>
          </p:nvCxnSpPr>
          <p:spPr>
            <a:xfrm>
              <a:off x="3459226" y="3186536"/>
              <a:ext cx="29518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374912D-E084-02C6-5CB0-5CCD802E2AEF}"/>
              </a:ext>
            </a:extLst>
          </p:cNvPr>
          <p:cNvGrpSpPr/>
          <p:nvPr/>
        </p:nvGrpSpPr>
        <p:grpSpPr>
          <a:xfrm>
            <a:off x="2693304" y="2318464"/>
            <a:ext cx="1296211" cy="246221"/>
            <a:chOff x="2704839" y="3063425"/>
            <a:chExt cx="1296211" cy="2462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9759AB2-F69B-26FA-9156-FE43EB109C18}"/>
                    </a:ext>
                  </a:extLst>
                </p:cNvPr>
                <p:cNvSpPr txBox="1"/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9759AB2-F69B-26FA-9156-FE43EB109C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839" y="3063425"/>
                  <a:ext cx="1296211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A490DCE-5453-B904-11A4-374E9CF13752}"/>
                </a:ext>
              </a:extLst>
            </p:cNvPr>
            <p:cNvCxnSpPr>
              <a:cxnSpLocks/>
            </p:cNvCxnSpPr>
            <p:nvPr/>
          </p:nvCxnSpPr>
          <p:spPr>
            <a:xfrm>
              <a:off x="3459226" y="3186536"/>
              <a:ext cx="29518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F7053A3-F0C7-14FA-F84F-435F52160DCF}"/>
              </a:ext>
            </a:extLst>
          </p:cNvPr>
          <p:cNvCxnSpPr>
            <a:cxnSpLocks/>
          </p:cNvCxnSpPr>
          <p:nvPr/>
        </p:nvCxnSpPr>
        <p:spPr>
          <a:xfrm flipV="1">
            <a:off x="6032246" y="3684587"/>
            <a:ext cx="0" cy="3317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3A697E2-EE94-1B37-8A42-B0029FCC2C07}"/>
                  </a:ext>
                </a:extLst>
              </p:cNvPr>
              <p:cNvSpPr txBox="1"/>
              <p:nvPr/>
            </p:nvSpPr>
            <p:spPr>
              <a:xfrm>
                <a:off x="5110661" y="4024213"/>
                <a:ext cx="25728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i="0" dirty="0">
                    <a:latin typeface="+mj-lt"/>
                  </a:rPr>
                  <a:t>高度</a:t>
                </a:r>
                <a:r>
                  <a:rPr lang="en-US" altLang="zh-CN" sz="1200" b="1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1200" b="1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200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  <m:t>𝒎𝒂</m:t>
                            </m:r>
                            <m:sSub>
                              <m:sSubPr>
                                <m:ctrlPr>
                                  <a:rPr lang="en-US" altLang="zh-CN" sz="12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200" b="1" i="1" dirty="0" smtClean="0">
                                    <a:latin typeface="Cambria Math" panose="02040503050406030204" pitchFamily="18" charset="0"/>
                                  </a:rPr>
                                  <m:t>𝒍𝒆𝒇𝒕</m:t>
                                </m:r>
                              </m:sub>
                            </m:sSub>
                            <m: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b="1" i="1" dirty="0" smtClean="0">
                                <a:latin typeface="Cambria Math" panose="02040503050406030204" pitchFamily="18" charset="0"/>
                              </a:rPr>
                              <m:t>𝒎𝒂</m:t>
                            </m:r>
                            <m:sSub>
                              <m:sSubPr>
                                <m:ctrlPr>
                                  <a:rPr lang="en-US" altLang="zh-CN" sz="12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200" b="1" i="1" dirty="0" smtClean="0">
                                    <a:latin typeface="Cambria Math" panose="02040503050406030204" pitchFamily="18" charset="0"/>
                                  </a:rPr>
                                  <m:t>𝒓𝒊𝒈𝒉𝒕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sz="1200" b="1" dirty="0">
                    <a:latin typeface="+mj-lt"/>
                  </a:rPr>
                  <a:t>  </a:t>
                </a:r>
                <a:endParaRPr lang="zh-CN" altLang="en-US" sz="1200" b="1" dirty="0"/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3A697E2-EE94-1B37-8A42-B0029FCC2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61" y="4024213"/>
                <a:ext cx="2572839" cy="307777"/>
              </a:xfrm>
              <a:prstGeom prst="rect">
                <a:avLst/>
              </a:prstGeom>
              <a:blipFill>
                <a:blip r:embed="rId6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组合 63">
            <a:extLst>
              <a:ext uri="{FF2B5EF4-FFF2-40B4-BE49-F238E27FC236}">
                <a16:creationId xmlns:a16="http://schemas.microsoft.com/office/drawing/2014/main" id="{6769372A-113D-13CE-7610-94BDCDEEDECA}"/>
              </a:ext>
            </a:extLst>
          </p:cNvPr>
          <p:cNvGrpSpPr/>
          <p:nvPr/>
        </p:nvGrpSpPr>
        <p:grpSpPr>
          <a:xfrm>
            <a:off x="4682282" y="1934597"/>
            <a:ext cx="915818" cy="911899"/>
            <a:chOff x="4682282" y="1934597"/>
            <a:chExt cx="915818" cy="911899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AA349E40-0D34-2795-44F9-91F4DF707DBE}"/>
                </a:ext>
              </a:extLst>
            </p:cNvPr>
            <p:cNvGrpSpPr/>
            <p:nvPr/>
          </p:nvGrpSpPr>
          <p:grpSpPr>
            <a:xfrm>
              <a:off x="4682282" y="1934597"/>
              <a:ext cx="915818" cy="415499"/>
              <a:chOff x="4682282" y="1906022"/>
              <a:chExt cx="915818" cy="415499"/>
            </a:xfrm>
          </p:grpSpPr>
          <p:sp>
            <p:nvSpPr>
              <p:cNvPr id="52" name="左大括号 51">
                <a:extLst>
                  <a:ext uri="{FF2B5EF4-FFF2-40B4-BE49-F238E27FC236}">
                    <a16:creationId xmlns:a16="http://schemas.microsoft.com/office/drawing/2014/main" id="{26960609-27A6-C656-CA0E-D5CA1F3DA11B}"/>
                  </a:ext>
                </a:extLst>
              </p:cNvPr>
              <p:cNvSpPr/>
              <p:nvPr/>
            </p:nvSpPr>
            <p:spPr>
              <a:xfrm rot="5400000">
                <a:off x="5063976" y="1787398"/>
                <a:ext cx="152429" cy="915818"/>
              </a:xfrm>
              <a:prstGeom prst="leftBrace">
                <a:avLst>
                  <a:gd name="adj1" fmla="val 8728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EB313B0A-AF3D-0BDA-8AFD-CA38E4F52AF9}"/>
                      </a:ext>
                    </a:extLst>
                  </p:cNvPr>
                  <p:cNvSpPr txBox="1"/>
                  <p:nvPr/>
                </p:nvSpPr>
                <p:spPr>
                  <a:xfrm>
                    <a:off x="4846853" y="1906022"/>
                    <a:ext cx="64117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zh-CN" altLang="en-US" sz="1200" b="1" i="1" dirty="0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𝒍𝒆𝒇𝒕</m:t>
                          </m:r>
                          <m:r>
                            <a:rPr lang="zh-CN" altLang="en-US" sz="1200" b="1" i="1" dirty="0" smtClean="0">
                              <a:latin typeface="Cambria Math" panose="02040503050406030204" pitchFamily="18" charset="0"/>
                            </a:rPr>
                            <m:t>⁡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EB313B0A-AF3D-0BDA-8AFD-CA38E4F52A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6853" y="1906022"/>
                    <a:ext cx="64117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7619" b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连接符: 曲线 60">
              <a:extLst>
                <a:ext uri="{FF2B5EF4-FFF2-40B4-BE49-F238E27FC236}">
                  <a16:creationId xmlns:a16="http://schemas.microsoft.com/office/drawing/2014/main" id="{CD2EF7D7-7BBA-AB67-5609-EC2B5F8F6D48}"/>
                </a:ext>
              </a:extLst>
            </p:cNvPr>
            <p:cNvCxnSpPr>
              <a:cxnSpLocks/>
              <a:stCxn id="52" idx="1"/>
              <a:endCxn id="2" idx="0"/>
            </p:cNvCxnSpPr>
            <p:nvPr/>
          </p:nvCxnSpPr>
          <p:spPr>
            <a:xfrm rot="16200000" flipH="1">
              <a:off x="4972796" y="2365063"/>
              <a:ext cx="648828" cy="314038"/>
            </a:xfrm>
            <a:prstGeom prst="curvedConnector3">
              <a:avLst>
                <a:gd name="adj1" fmla="val 46381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EBC6003-F460-5343-2D7E-2B83300B7C1C}"/>
              </a:ext>
            </a:extLst>
          </p:cNvPr>
          <p:cNvGrpSpPr/>
          <p:nvPr/>
        </p:nvGrpSpPr>
        <p:grpSpPr>
          <a:xfrm>
            <a:off x="6202686" y="1460693"/>
            <a:ext cx="1692473" cy="980881"/>
            <a:chOff x="4682281" y="1916643"/>
            <a:chExt cx="1692473" cy="980881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981F699A-E359-E125-723F-2BB1D73359D1}"/>
                </a:ext>
              </a:extLst>
            </p:cNvPr>
            <p:cNvGrpSpPr/>
            <p:nvPr/>
          </p:nvGrpSpPr>
          <p:grpSpPr>
            <a:xfrm>
              <a:off x="4682281" y="1916643"/>
              <a:ext cx="1692473" cy="433454"/>
              <a:chOff x="4682281" y="1888068"/>
              <a:chExt cx="1692473" cy="433454"/>
            </a:xfrm>
          </p:grpSpPr>
          <p:sp>
            <p:nvSpPr>
              <p:cNvPr id="68" name="左大括号 67">
                <a:extLst>
                  <a:ext uri="{FF2B5EF4-FFF2-40B4-BE49-F238E27FC236}">
                    <a16:creationId xmlns:a16="http://schemas.microsoft.com/office/drawing/2014/main" id="{E7C334A9-C105-3099-C2B1-158911DFC41A}"/>
                  </a:ext>
                </a:extLst>
              </p:cNvPr>
              <p:cNvSpPr/>
              <p:nvPr/>
            </p:nvSpPr>
            <p:spPr>
              <a:xfrm rot="5400000">
                <a:off x="5452303" y="1399071"/>
                <a:ext cx="152429" cy="1692473"/>
              </a:xfrm>
              <a:prstGeom prst="leftBrace">
                <a:avLst>
                  <a:gd name="adj1" fmla="val 8728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42C6A39D-D303-28FF-CFE5-10FEE03033DD}"/>
                      </a:ext>
                    </a:extLst>
                  </p:cNvPr>
                  <p:cNvSpPr txBox="1"/>
                  <p:nvPr/>
                </p:nvSpPr>
                <p:spPr>
                  <a:xfrm>
                    <a:off x="5083596" y="1888068"/>
                    <a:ext cx="64117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𝒓𝒊𝒈𝒉𝒕</m:t>
                          </m:r>
                          <m:r>
                            <a:rPr lang="zh-CN" altLang="en-US" sz="1200" b="1" i="1" dirty="0" smtClean="0">
                              <a:latin typeface="Cambria Math" panose="02040503050406030204" pitchFamily="18" charset="0"/>
                            </a:rPr>
                            <m:t>⁡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42C6A39D-D303-28FF-CFE5-10FEE03033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3596" y="1888068"/>
                    <a:ext cx="64117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3962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7" name="连接符: 曲线 66">
              <a:extLst>
                <a:ext uri="{FF2B5EF4-FFF2-40B4-BE49-F238E27FC236}">
                  <a16:creationId xmlns:a16="http://schemas.microsoft.com/office/drawing/2014/main" id="{60D9AC72-4C65-D78C-6B87-A0E183B6A1EF}"/>
                </a:ext>
              </a:extLst>
            </p:cNvPr>
            <p:cNvCxnSpPr>
              <a:cxnSpLocks/>
              <a:stCxn id="68" idx="1"/>
              <a:endCxn id="5" idx="0"/>
            </p:cNvCxnSpPr>
            <p:nvPr/>
          </p:nvCxnSpPr>
          <p:spPr>
            <a:xfrm rot="16200000" flipH="1" flipV="1">
              <a:off x="4956128" y="2325136"/>
              <a:ext cx="699857" cy="444920"/>
            </a:xfrm>
            <a:prstGeom prst="curvedConnector3">
              <a:avLst>
                <a:gd name="adj1" fmla="val 51026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矩形 72">
            <a:extLst>
              <a:ext uri="{FF2B5EF4-FFF2-40B4-BE49-F238E27FC236}">
                <a16:creationId xmlns:a16="http://schemas.microsoft.com/office/drawing/2014/main" id="{66C20DB8-6A72-D652-4505-9F9BBDC69E06}"/>
              </a:ext>
            </a:extLst>
          </p:cNvPr>
          <p:cNvSpPr/>
          <p:nvPr/>
        </p:nvSpPr>
        <p:spPr>
          <a:xfrm>
            <a:off x="5855543" y="2853815"/>
            <a:ext cx="351754" cy="75277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C59D0CA-495E-C8D1-12E3-44F52A6BC553}"/>
              </a:ext>
            </a:extLst>
          </p:cNvPr>
          <p:cNvCxnSpPr>
            <a:cxnSpLocks/>
          </p:cNvCxnSpPr>
          <p:nvPr/>
        </p:nvCxnSpPr>
        <p:spPr>
          <a:xfrm>
            <a:off x="4846853" y="2830372"/>
            <a:ext cx="1474572" cy="86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0D7CAD98-0C57-9F7B-3987-816AE90DB482}"/>
              </a:ext>
            </a:extLst>
          </p:cNvPr>
          <p:cNvCxnSpPr>
            <a:cxnSpLocks/>
          </p:cNvCxnSpPr>
          <p:nvPr/>
        </p:nvCxnSpPr>
        <p:spPr>
          <a:xfrm>
            <a:off x="5747567" y="2433235"/>
            <a:ext cx="1474572" cy="86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912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9C5-E3E7-663D-8DD0-1AB3471D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00AF02A-5F5A-D38C-F149-CA748501778F}"/>
              </a:ext>
            </a:extLst>
          </p:cNvPr>
          <p:cNvCxnSpPr>
            <a:cxnSpLocks/>
          </p:cNvCxnSpPr>
          <p:nvPr/>
        </p:nvCxnSpPr>
        <p:spPr>
          <a:xfrm>
            <a:off x="2835479" y="3614636"/>
            <a:ext cx="62078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A31C2CAA-FA35-53B2-C788-5DE32C98967B}"/>
              </a:ext>
            </a:extLst>
          </p:cNvPr>
          <p:cNvGrpSpPr/>
          <p:nvPr/>
        </p:nvGrpSpPr>
        <p:grpSpPr>
          <a:xfrm>
            <a:off x="4412610" y="1498606"/>
            <a:ext cx="1296211" cy="2122656"/>
            <a:chOff x="3921798" y="1491978"/>
            <a:chExt cx="1296211" cy="212265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4E25D83-F6F2-CE8E-5C6A-293628876F24}"/>
                </a:ext>
              </a:extLst>
            </p:cNvPr>
            <p:cNvSpPr/>
            <p:nvPr/>
          </p:nvSpPr>
          <p:spPr>
            <a:xfrm>
              <a:off x="4517472" y="1768977"/>
              <a:ext cx="132177" cy="18456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2955329-7F63-6EA0-A1D4-623E86E8009B}"/>
                    </a:ext>
                  </a:extLst>
                </p:cNvPr>
                <p:cNvSpPr txBox="1"/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1C459C7-87A7-9AE5-07E8-AF85A69AB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4E2C3FDC-94F5-DE72-77CE-C8E487D17F1D}"/>
              </a:ext>
            </a:extLst>
          </p:cNvPr>
          <p:cNvSpPr/>
          <p:nvPr/>
        </p:nvSpPr>
        <p:spPr>
          <a:xfrm>
            <a:off x="6812998" y="1381127"/>
            <a:ext cx="104862" cy="2233507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36AE8E5-9687-CEF4-6983-63A86C492929}"/>
                  </a:ext>
                </a:extLst>
              </p:cNvPr>
              <p:cNvSpPr txBox="1"/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𝒉𝒆𝒊𝒈𝒉𝒕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F998EBF-08E3-91B2-88D6-62743D830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90C090C-ABD6-E486-1472-007AA23F9399}"/>
              </a:ext>
            </a:extLst>
          </p:cNvPr>
          <p:cNvCxnSpPr>
            <a:cxnSpLocks/>
          </p:cNvCxnSpPr>
          <p:nvPr/>
        </p:nvCxnSpPr>
        <p:spPr>
          <a:xfrm>
            <a:off x="2778329" y="1381127"/>
            <a:ext cx="62078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208C7E74-DDBC-C7DF-0A09-DAFF7406A294}"/>
              </a:ext>
            </a:extLst>
          </p:cNvPr>
          <p:cNvGrpSpPr/>
          <p:nvPr/>
        </p:nvGrpSpPr>
        <p:grpSpPr>
          <a:xfrm>
            <a:off x="3090038" y="1555501"/>
            <a:ext cx="1296211" cy="2510508"/>
            <a:chOff x="7303810" y="1565534"/>
            <a:chExt cx="1296211" cy="2510508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0A0CBAA-409C-91FA-D0C9-769957B6301D}"/>
                </a:ext>
              </a:extLst>
            </p:cNvPr>
            <p:cNvSpPr/>
            <p:nvPr/>
          </p:nvSpPr>
          <p:spPr>
            <a:xfrm>
              <a:off x="7303810" y="2479675"/>
              <a:ext cx="104862" cy="113495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E930C4F-3780-DDF2-603A-0739FBF9CBF4}"/>
                </a:ext>
              </a:extLst>
            </p:cNvPr>
            <p:cNvSpPr/>
            <p:nvPr/>
          </p:nvSpPr>
          <p:spPr>
            <a:xfrm>
              <a:off x="7626817" y="1565534"/>
              <a:ext cx="104862" cy="204909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5418C2C-33A2-536F-CF4B-4AE76893F53C}"/>
                </a:ext>
              </a:extLst>
            </p:cNvPr>
            <p:cNvSpPr/>
            <p:nvPr/>
          </p:nvSpPr>
          <p:spPr>
            <a:xfrm>
              <a:off x="8407987" y="2635248"/>
              <a:ext cx="104862" cy="97938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F920174-39E1-660B-416C-81AC6C9D385C}"/>
                    </a:ext>
                  </a:extLst>
                </p:cNvPr>
                <p:cNvSpPr txBox="1"/>
                <p:nvPr/>
              </p:nvSpPr>
              <p:spPr>
                <a:xfrm>
                  <a:off x="7679248" y="2986439"/>
                  <a:ext cx="62725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F920174-39E1-660B-416C-81AC6C9D3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248" y="2986439"/>
                  <a:ext cx="62725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左大括号 96">
              <a:extLst>
                <a:ext uri="{FF2B5EF4-FFF2-40B4-BE49-F238E27FC236}">
                  <a16:creationId xmlns:a16="http://schemas.microsoft.com/office/drawing/2014/main" id="{6E286BF5-87F6-1DEA-A10B-A433708FF981}"/>
                </a:ext>
              </a:extLst>
            </p:cNvPr>
            <p:cNvSpPr/>
            <p:nvPr/>
          </p:nvSpPr>
          <p:spPr>
            <a:xfrm rot="16200000">
              <a:off x="7824687" y="3147482"/>
              <a:ext cx="167287" cy="1209038"/>
            </a:xfrm>
            <a:prstGeom prst="leftBrace">
              <a:avLst>
                <a:gd name="adj1" fmla="val 8728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D53B13FD-624A-52C2-4562-BF159D4B13AB}"/>
                    </a:ext>
                  </a:extLst>
                </p:cNvPr>
                <p:cNvSpPr txBox="1"/>
                <p:nvPr/>
              </p:nvSpPr>
              <p:spPr>
                <a:xfrm>
                  <a:off x="7303810" y="3799043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D53B13FD-624A-52C2-4562-BF159D4B1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3810" y="3799043"/>
                  <a:ext cx="1296211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A7990B-0D02-192D-DC4D-AE1BA5A01009}"/>
                  </a:ext>
                </a:extLst>
              </p:cNvPr>
              <p:cNvSpPr txBox="1"/>
              <p:nvPr/>
            </p:nvSpPr>
            <p:spPr>
              <a:xfrm>
                <a:off x="4386248" y="3926096"/>
                <a:ext cx="33734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1" i="1" smtClean="0">
                          <a:latin typeface="Cambria Math" panose="02040503050406030204" pitchFamily="18" charset="0"/>
                        </a:rPr>
                        <m:t>因为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𝐡𝐞𝐢𝐠𝐡𝐭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</m:e>
                      </m:d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d>
                        <m:dPr>
                          <m:ctrlPr>
                            <a:rPr lang="en-US" altLang="zh-CN" sz="1200" b="1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0" smtClean="0">
                              <a:latin typeface="Cambria Math" panose="02040503050406030204" pitchFamily="18" charset="0"/>
                            </a:rPr>
                            <m:t>𝐡𝐞𝐢𝐠𝐡𝐭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0" smtClean="0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</m:e>
                      </m:d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𝒍𝒆𝒇𝒕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𝒎𝒂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A7990B-0D02-192D-DC4D-AE1BA5A01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248" y="3926096"/>
                <a:ext cx="3373451" cy="276999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660992A-34C1-44FA-3790-833AEDB1BE3B}"/>
                  </a:ext>
                </a:extLst>
              </p:cNvPr>
              <p:cNvSpPr txBox="1"/>
              <p:nvPr/>
            </p:nvSpPr>
            <p:spPr>
              <a:xfrm>
                <a:off x="4346728" y="4538260"/>
                <a:ext cx="35526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1" i="1" smtClean="0">
                          <a:latin typeface="Cambria Math" panose="02040503050406030204" pitchFamily="18" charset="0"/>
                        </a:rPr>
                        <m:t>所以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𝒎𝒊𝒏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𝒍𝒆𝒇𝒕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𝒎𝒂</m:t>
                          </m:r>
                          <m:sSub>
                            <m:sSub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𝒓𝒊𝒈𝒉𝒕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𝒎𝒂</m:t>
                          </m:r>
                          <m:sSub>
                            <m:sSub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𝒍𝒆𝒇𝒕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𝒎𝒂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660992A-34C1-44FA-3790-833AEDB1B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728" y="4538260"/>
                <a:ext cx="3552671" cy="2769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A9E9D9-5509-B2FF-06B1-0E3F0C701011}"/>
                  </a:ext>
                </a:extLst>
              </p:cNvPr>
              <p:cNvSpPr txBox="1"/>
              <p:nvPr/>
            </p:nvSpPr>
            <p:spPr>
              <a:xfrm>
                <a:off x="4412610" y="4226801"/>
                <a:ext cx="3410590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zh-CN" altLang="en-US" sz="1200" b="1" dirty="0"/>
                  <a:t>所以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𝒓𝒊𝒈𝒉</m:t>
                    </m:r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𝒎𝒂</m:t>
                        </m:r>
                        <m:sSub>
                          <m:sSubPr>
                            <m:ctrlP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𝐦𝐚𝐱</m:t>
                    </m:r>
                    <m:d>
                      <m:dPr>
                        <m:ctrlPr>
                          <a:rPr lang="en-US" altLang="zh-CN" sz="12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0" smtClean="0">
                            <a:latin typeface="Cambria Math" panose="02040503050406030204" pitchFamily="18" charset="0"/>
                          </a:rPr>
                          <m:t>𝐡𝐞𝐢𝐠𝐡𝐭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200" b="1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1" i="0" smtClean="0"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</m:d>
                      </m:e>
                    </m:d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𝒍𝒆𝒇𝒕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𝒎𝒂</m:t>
                    </m:r>
                    <m:sSub>
                      <m:sSub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A9E9D9-5509-B2FF-06B1-0E3F0C701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10" y="4226801"/>
                <a:ext cx="3410590" cy="293607"/>
              </a:xfrm>
              <a:prstGeom prst="rect">
                <a:avLst/>
              </a:prstGeom>
              <a:blipFill>
                <a:blip r:embed="rId9"/>
                <a:stretch>
                  <a:fillRect l="-179" b="-10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162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291</Words>
  <Application>Microsoft Office PowerPoint</Application>
  <PresentationFormat>宽屏</PresentationFormat>
  <Paragraphs>89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2026-04-12T11:24:43Z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