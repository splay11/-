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6" r:id="rId2"/>
    <p:sldId id="305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850EDD-6548-4517-BE3A-375632E7C873}" v="190" dt="2026-04-12T02:59:11.101"/>
    <p1510:client id="{501E1AC4-7871-44FE-A7E6-63711EC35318}" v="54" dt="2026-04-12T04:58:25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73" autoAdjust="0"/>
  </p:normalViewPr>
  <p:slideViewPr>
    <p:cSldViewPr snapToGrid="0">
      <p:cViewPr>
        <p:scale>
          <a:sx n="200" d="100"/>
          <a:sy n="200" d="100"/>
        </p:scale>
        <p:origin x="-1468" y="-9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12T04:58:25.403" v="7359" actId="207"/>
      <pc:docMkLst>
        <pc:docMk/>
      </pc:docMkLst>
      <pc:sldChg chg="addSp delSp modSp add mod modTransition">
        <pc:chgData name="昕 许" userId="a2975fcd840abfc3" providerId="LiveId" clId="{49CCD4F9-177C-4270-9A14-60236FF377E8}" dt="2026-04-12T02:59:11.101" v="7267"/>
        <pc:sldMkLst>
          <pc:docMk/>
          <pc:sldMk cId="3949537576" sldId="296"/>
        </pc:sldMkLst>
        <pc:spChg chg="add mod">
          <ac:chgData name="昕 许" userId="a2975fcd840abfc3" providerId="LiveId" clId="{49CCD4F9-177C-4270-9A14-60236FF377E8}" dt="2026-04-08T02:52:01.533" v="6796" actId="164"/>
          <ac:spMkLst>
            <pc:docMk/>
            <pc:sldMk cId="3949537576" sldId="296"/>
            <ac:spMk id="2" creationId="{93ED3568-C3BD-02E3-0BBC-A0097D40D9A6}"/>
          </ac:spMkLst>
        </pc:spChg>
        <pc:spChg chg="mod">
          <ac:chgData name="昕 许" userId="a2975fcd840abfc3" providerId="LiveId" clId="{49CCD4F9-177C-4270-9A14-60236FF377E8}" dt="2026-04-08T02:54:50.533" v="6841" actId="208"/>
          <ac:spMkLst>
            <pc:docMk/>
            <pc:sldMk cId="3949537576" sldId="296"/>
            <ac:spMk id="5" creationId="{FEBA7257-CA89-3D26-2266-434DE6DD1EE1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6" creationId="{246D1873-7A33-5BCD-5971-75A8B65F9655}"/>
          </ac:spMkLst>
        </pc:spChg>
        <pc:spChg chg="mod">
          <ac:chgData name="昕 许" userId="a2975fcd840abfc3" providerId="LiveId" clId="{49CCD4F9-177C-4270-9A14-60236FF377E8}" dt="2026-04-08T02:54:02.554" v="6831" actId="208"/>
          <ac:spMkLst>
            <pc:docMk/>
            <pc:sldMk cId="3949537576" sldId="296"/>
            <ac:spMk id="7" creationId="{E6E82A98-D7CB-A2D1-6699-B143510EF1F9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8" creationId="{730A4342-8DD0-D236-C1C7-9299082CBE4E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13" creationId="{533352CE-9226-E856-0153-F8EF9B4BCC3D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14" creationId="{88E3DE39-CC2A-6441-AF6A-072D4F3C5F87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21" creationId="{54CDCD59-5CBD-2B98-8A6B-1EF3DC1D8EC6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22" creationId="{43FF6DF0-EBED-9EB5-2967-FAC4F53CBB51}"/>
          </ac:spMkLst>
        </pc:spChg>
        <pc:spChg chg="mod">
          <ac:chgData name="昕 许" userId="a2975fcd840abfc3" providerId="LiveId" clId="{49CCD4F9-177C-4270-9A14-60236FF377E8}" dt="2026-04-08T02:53:28.663" v="6823" actId="208"/>
          <ac:spMkLst>
            <pc:docMk/>
            <pc:sldMk cId="3949537576" sldId="296"/>
            <ac:spMk id="29" creationId="{133524D4-2FDB-57FE-82DE-01EED342BF48}"/>
          </ac:spMkLst>
        </pc:spChg>
        <pc:spChg chg="mod">
          <ac:chgData name="昕 许" userId="a2975fcd840abfc3" providerId="LiveId" clId="{49CCD4F9-177C-4270-9A14-60236FF377E8}" dt="2026-04-08T02:53:17.240" v="6822" actId="208"/>
          <ac:spMkLst>
            <pc:docMk/>
            <pc:sldMk cId="3949537576" sldId="296"/>
            <ac:spMk id="33" creationId="{CBD04CEB-D3FD-130B-3C65-51660CCA181C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5" creationId="{96620095-9602-67AB-12CE-9265CA6A4E77}"/>
          </ac:spMkLst>
        </pc:spChg>
        <pc:spChg chg="mod">
          <ac:chgData name="昕 许" userId="a2975fcd840abfc3" providerId="LiveId" clId="{49CCD4F9-177C-4270-9A14-60236FF377E8}" dt="2026-04-07T09:17:02.832" v="6369" actId="1076"/>
          <ac:spMkLst>
            <pc:docMk/>
            <pc:sldMk cId="3949537576" sldId="296"/>
            <ac:spMk id="36" creationId="{4F82CAAF-05A1-CF22-BE3A-94D52D1EF612}"/>
          </ac:spMkLst>
        </pc:spChg>
        <pc:spChg chg="add mod">
          <ac:chgData name="昕 许" userId="a2975fcd840abfc3" providerId="LiveId" clId="{49CCD4F9-177C-4270-9A14-60236FF377E8}" dt="2026-04-08T02:49:07.650" v="6664" actId="164"/>
          <ac:spMkLst>
            <pc:docMk/>
            <pc:sldMk cId="3949537576" sldId="296"/>
            <ac:spMk id="37" creationId="{29080CF5-BEB3-5D2E-04B8-A008A6AA6C29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9" creationId="{8A703EA2-4E82-80CE-E613-ACDAED2DC045}"/>
          </ac:spMkLst>
        </pc:spChg>
        <pc:spChg chg="mod">
          <ac:chgData name="昕 许" userId="a2975fcd840abfc3" providerId="LiveId" clId="{49CCD4F9-177C-4270-9A14-60236FF377E8}" dt="2026-04-07T09:17:01.087" v="6368" actId="1076"/>
          <ac:spMkLst>
            <pc:docMk/>
            <pc:sldMk cId="3949537576" sldId="296"/>
            <ac:spMk id="40" creationId="{1ABAC8C5-8AAA-4CA2-AF59-CD714BD611E3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42" creationId="{2FCC8BA2-7E4F-CC56-08D4-ACBC26D831F7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44" creationId="{A9329CDC-419D-EB68-006C-2876CB4D0282}"/>
          </ac:spMkLst>
        </pc:spChg>
        <pc:spChg chg="add mod">
          <ac:chgData name="昕 许" userId="a2975fcd840abfc3" providerId="LiveId" clId="{49CCD4F9-177C-4270-9A14-60236FF377E8}" dt="2026-04-08T02:49:35.219" v="6676" actId="1076"/>
          <ac:spMkLst>
            <pc:docMk/>
            <pc:sldMk cId="3949537576" sldId="296"/>
            <ac:spMk id="45" creationId="{7382A03F-8C4E-0946-C22C-FBC4230B073F}"/>
          </ac:spMkLst>
        </pc:spChg>
        <pc:spChg chg="add mod">
          <ac:chgData name="昕 许" userId="a2975fcd840abfc3" providerId="LiveId" clId="{49CCD4F9-177C-4270-9A14-60236FF377E8}" dt="2026-04-08T02:49:07.650" v="6664" actId="164"/>
          <ac:spMkLst>
            <pc:docMk/>
            <pc:sldMk cId="3949537576" sldId="296"/>
            <ac:spMk id="47" creationId="{B2A5B0D9-FA9B-7BB2-0EA1-0374C713DA1B}"/>
          </ac:spMkLst>
        </pc:spChg>
        <pc:spChg chg="mod">
          <ac:chgData name="昕 许" userId="a2975fcd840abfc3" providerId="LiveId" clId="{49CCD4F9-177C-4270-9A14-60236FF377E8}" dt="2026-04-07T08:28:22.048" v="6150" actId="255"/>
          <ac:spMkLst>
            <pc:docMk/>
            <pc:sldMk cId="3949537576" sldId="296"/>
            <ac:spMk id="51" creationId="{74CD813C-3C0D-41B5-E2F1-80FA2BE76867}"/>
          </ac:spMkLst>
        </pc:spChg>
        <pc:spChg chg="mod">
          <ac:chgData name="昕 许" userId="a2975fcd840abfc3" providerId="LiveId" clId="{49CCD4F9-177C-4270-9A14-60236FF377E8}" dt="2026-04-07T08:28:24.927" v="6151" actId="1076"/>
          <ac:spMkLst>
            <pc:docMk/>
            <pc:sldMk cId="3949537576" sldId="296"/>
            <ac:spMk id="52" creationId="{E813EB35-099D-99F3-88DB-1ECC821064EE}"/>
          </ac:spMkLst>
        </pc:spChg>
        <pc:spChg chg="add mod">
          <ac:chgData name="昕 许" userId="a2975fcd840abfc3" providerId="LiveId" clId="{49CCD4F9-177C-4270-9A14-60236FF377E8}" dt="2026-04-08T02:52:01.533" v="6796" actId="164"/>
          <ac:spMkLst>
            <pc:docMk/>
            <pc:sldMk cId="3949537576" sldId="296"/>
            <ac:spMk id="59" creationId="{FA289EB0-A010-8F8E-7B25-6ACBE9482B27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66" creationId="{A17CF7A1-7AF1-B87C-5AE3-13FF257304BF}"/>
          </ac:spMkLst>
        </pc:spChg>
        <pc:spChg chg="mod">
          <ac:chgData name="昕 许" userId="a2975fcd840abfc3" providerId="LiveId" clId="{49CCD4F9-177C-4270-9A14-60236FF377E8}" dt="2026-04-08T02:49:39.354" v="6677" actId="1076"/>
          <ac:spMkLst>
            <pc:docMk/>
            <pc:sldMk cId="3949537576" sldId="296"/>
            <ac:spMk id="68" creationId="{C54C63D5-02C7-472B-9AD3-55635F5EBC27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88" creationId="{CA3397EC-CCAA-9DD1-B866-64DE52D10BF1}"/>
          </ac:spMkLst>
        </pc:spChg>
        <pc:spChg chg="mod">
          <ac:chgData name="昕 许" userId="a2975fcd840abfc3" providerId="LiveId" clId="{49CCD4F9-177C-4270-9A14-60236FF377E8}" dt="2026-04-08T02:53:33.043" v="6824" actId="208"/>
          <ac:spMkLst>
            <pc:docMk/>
            <pc:sldMk cId="3949537576" sldId="296"/>
            <ac:spMk id="89" creationId="{BDEA76F5-2049-3DD5-E413-3D6401B6B020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0" creationId="{2AE56B4E-C9C6-5358-1663-5888423D9886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3" creationId="{F4A1E632-70BB-7431-CBC3-15FCC775455E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4" creationId="{8D786F36-68E1-AB33-B4BB-C0D30DA00CC5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5" creationId="{D6D921EA-CECC-9BA9-F901-9404B66398F5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6" creationId="{46BF372E-26EF-193A-88B1-6C0FAD97D589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0" creationId="{F102EE2B-0C5A-D71B-CE11-0A3CE9E861CA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2" creationId="{A853FD31-5031-737C-E51B-953B3E98BE31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3" creationId="{18330FD2-7BC4-EF3F-68E0-2FA3FCE089F5}"/>
          </ac:spMkLst>
        </pc:spChg>
        <pc:spChg chg="mod">
          <ac:chgData name="昕 许" userId="a2975fcd840abfc3" providerId="LiveId" clId="{49CCD4F9-177C-4270-9A14-60236FF377E8}" dt="2026-04-08T02:53:38.702" v="6825" actId="208"/>
          <ac:spMkLst>
            <pc:docMk/>
            <pc:sldMk cId="3949537576" sldId="296"/>
            <ac:spMk id="104" creationId="{F4ABC4DE-BCDF-83D9-4261-BCC9ED1F0965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5" creationId="{4440DD44-D77C-F96B-8512-E2219A6B0600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6" creationId="{F62A44F4-F222-20D3-D7CF-375496568021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7" creationId="{D257A9DA-7546-E65F-F0AA-8A83EFB2ECD0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8" creationId="{BD52418A-1401-8658-2EA0-03104E9A07BD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9" creationId="{33FED4DE-0F45-66DF-3665-7F4D4223AF23}"/>
          </ac:spMkLst>
        </pc:spChg>
        <pc:spChg chg="add mod">
          <ac:chgData name="昕 许" userId="a2975fcd840abfc3" providerId="LiveId" clId="{49CCD4F9-177C-4270-9A14-60236FF377E8}" dt="2026-04-08T02:51:22.717" v="6774" actId="1076"/>
          <ac:spMkLst>
            <pc:docMk/>
            <pc:sldMk cId="3949537576" sldId="296"/>
            <ac:spMk id="110" creationId="{7900DBBF-6CCF-7A82-7367-A86914F33896}"/>
          </ac:spMkLst>
        </pc:spChg>
        <pc:spChg chg="mod topLvl">
          <ac:chgData name="昕 许" userId="a2975fcd840abfc3" providerId="LiveId" clId="{49CCD4F9-177C-4270-9A14-60236FF377E8}" dt="2026-04-08T02:51:27.818" v="6783" actId="20577"/>
          <ac:spMkLst>
            <pc:docMk/>
            <pc:sldMk cId="3949537576" sldId="296"/>
            <ac:spMk id="116" creationId="{6E089FCD-C0DD-28D5-7DF6-37EA23C504A9}"/>
          </ac:spMkLst>
        </pc:spChg>
        <pc:spChg chg="mod topLvl">
          <ac:chgData name="昕 许" userId="a2975fcd840abfc3" providerId="LiveId" clId="{49CCD4F9-177C-4270-9A14-60236FF377E8}" dt="2026-04-08T02:50:48.191" v="6709" actId="164"/>
          <ac:spMkLst>
            <pc:docMk/>
            <pc:sldMk cId="3949537576" sldId="296"/>
            <ac:spMk id="117" creationId="{9F1BB99A-DD0F-8B42-B668-F01B482A3FB4}"/>
          </ac:spMkLst>
        </pc:spChg>
        <pc:spChg chg="mod">
          <ac:chgData name="昕 许" userId="a2975fcd840abfc3" providerId="LiveId" clId="{49CCD4F9-177C-4270-9A14-60236FF377E8}" dt="2026-04-08T02:53:44.752" v="6826" actId="208"/>
          <ac:spMkLst>
            <pc:docMk/>
            <pc:sldMk cId="3949537576" sldId="296"/>
            <ac:spMk id="120" creationId="{49F8F5AA-6F88-BDDA-97B6-F59BD6F200F2}"/>
          </ac:spMkLst>
        </pc:spChg>
        <pc:spChg chg="add del mod">
          <ac:chgData name="昕 许" userId="a2975fcd840abfc3" providerId="LiveId" clId="{49CCD4F9-177C-4270-9A14-60236FF377E8}" dt="2026-04-08T02:52:10.619" v="6799" actId="1076"/>
          <ac:spMkLst>
            <pc:docMk/>
            <pc:sldMk cId="3949537576" sldId="296"/>
            <ac:spMk id="121" creationId="{E0707791-6A4E-128D-0B20-2C234B2A2557}"/>
          </ac:spMkLst>
        </pc:spChg>
        <pc:spChg chg="mod">
          <ac:chgData name="昕 许" userId="a2975fcd840abfc3" providerId="LiveId" clId="{49CCD4F9-177C-4270-9A14-60236FF377E8}" dt="2026-04-08T02:50:46" v="6708" actId="165"/>
          <ac:spMkLst>
            <pc:docMk/>
            <pc:sldMk cId="3949537576" sldId="296"/>
            <ac:spMk id="122" creationId="{28725E1F-7A5F-41FB-6019-50A76AFBBAA9}"/>
          </ac:spMkLst>
        </pc:spChg>
        <pc:spChg chg="mod">
          <ac:chgData name="昕 许" userId="a2975fcd840abfc3" providerId="LiveId" clId="{49CCD4F9-177C-4270-9A14-60236FF377E8}" dt="2026-04-08T02:50:46" v="6708" actId="165"/>
          <ac:spMkLst>
            <pc:docMk/>
            <pc:sldMk cId="3949537576" sldId="296"/>
            <ac:spMk id="123" creationId="{F1D40F7F-3F2F-B93C-28EB-2A4AACCF836A}"/>
          </ac:spMkLst>
        </pc:spChg>
        <pc:spChg chg="add mod">
          <ac:chgData name="昕 许" userId="a2975fcd840abfc3" providerId="LiveId" clId="{49CCD4F9-177C-4270-9A14-60236FF377E8}" dt="2026-04-08T02:51:30.161" v="6787" actId="20577"/>
          <ac:spMkLst>
            <pc:docMk/>
            <pc:sldMk cId="3949537576" sldId="296"/>
            <ac:spMk id="125" creationId="{7A8DCD33-184C-BB44-E7FD-0669F7D805E4}"/>
          </ac:spMkLst>
        </pc:spChg>
        <pc:spChg chg="mod topLvl">
          <ac:chgData name="昕 许" userId="a2975fcd840abfc3" providerId="LiveId" clId="{49CCD4F9-177C-4270-9A14-60236FF377E8}" dt="2026-04-08T02:51:54.481" v="6794" actId="1076"/>
          <ac:spMkLst>
            <pc:docMk/>
            <pc:sldMk cId="3949537576" sldId="296"/>
            <ac:spMk id="129" creationId="{D091E5A9-DF64-9498-EC68-55A941BC970C}"/>
          </ac:spMkLst>
        </pc:spChg>
        <pc:spChg chg="mod">
          <ac:chgData name="昕 许" userId="a2975fcd840abfc3" providerId="LiveId" clId="{49CCD4F9-177C-4270-9A14-60236FF377E8}" dt="2026-04-08T02:53:55.479" v="6829" actId="208"/>
          <ac:spMkLst>
            <pc:docMk/>
            <pc:sldMk cId="3949537576" sldId="296"/>
            <ac:spMk id="132" creationId="{A97D06B2-49A4-5602-681C-39964945855C}"/>
          </ac:spMkLst>
        </pc:spChg>
        <pc:spChg chg="mod">
          <ac:chgData name="昕 许" userId="a2975fcd840abfc3" providerId="LiveId" clId="{49CCD4F9-177C-4270-9A14-60236FF377E8}" dt="2026-04-08T02:53:51.783" v="6828" actId="208"/>
          <ac:spMkLst>
            <pc:docMk/>
            <pc:sldMk cId="3949537576" sldId="296"/>
            <ac:spMk id="133" creationId="{BC0E0DBB-DADD-FAA2-9E33-984F96ED3AFA}"/>
          </ac:spMkLst>
        </pc:spChg>
        <pc:spChg chg="add mod">
          <ac:chgData name="昕 许" userId="a2975fcd840abfc3" providerId="LiveId" clId="{49CCD4F9-177C-4270-9A14-60236FF377E8}" dt="2026-04-08T02:55:47.760" v="6871" actId="20577"/>
          <ac:spMkLst>
            <pc:docMk/>
            <pc:sldMk cId="3949537576" sldId="296"/>
            <ac:spMk id="150" creationId="{D76D4234-5907-C081-FC1F-618B0E71059E}"/>
          </ac:spMkLst>
        </pc:spChg>
        <pc:spChg chg="add mod">
          <ac:chgData name="昕 许" userId="a2975fcd840abfc3" providerId="LiveId" clId="{49CCD4F9-177C-4270-9A14-60236FF377E8}" dt="2026-04-08T02:55:47.760" v="6871" actId="20577"/>
          <ac:spMkLst>
            <pc:docMk/>
            <pc:sldMk cId="3949537576" sldId="296"/>
            <ac:spMk id="151" creationId="{85C99217-B663-FE69-2CAF-50B0527629CF}"/>
          </ac:spMkLst>
        </pc:spChg>
        <pc:spChg chg="mod">
          <ac:chgData name="昕 许" userId="a2975fcd840abfc3" providerId="LiveId" clId="{49CCD4F9-177C-4270-9A14-60236FF377E8}" dt="2026-04-08T02:55:56.887" v="6877" actId="20577"/>
          <ac:spMkLst>
            <pc:docMk/>
            <pc:sldMk cId="3949537576" sldId="296"/>
            <ac:spMk id="154" creationId="{93AB0140-84C6-AB5D-B8EF-C358D878FBE1}"/>
          </ac:spMkLst>
        </pc:spChg>
        <pc:spChg chg="mod">
          <ac:chgData name="昕 许" userId="a2975fcd840abfc3" providerId="LiveId" clId="{49CCD4F9-177C-4270-9A14-60236FF377E8}" dt="2026-04-08T02:55:56.887" v="6877" actId="20577"/>
          <ac:spMkLst>
            <pc:docMk/>
            <pc:sldMk cId="3949537576" sldId="296"/>
            <ac:spMk id="155" creationId="{D5B14998-7B36-4F20-9FDB-CB77B85A3BE5}"/>
          </ac:spMkLst>
        </pc:spChg>
        <pc:spChg chg="add mod">
          <ac:chgData name="昕 许" userId="a2975fcd840abfc3" providerId="LiveId" clId="{49CCD4F9-177C-4270-9A14-60236FF377E8}" dt="2026-04-08T02:55:31.257" v="6852" actId="1076"/>
          <ac:spMkLst>
            <pc:docMk/>
            <pc:sldMk cId="3949537576" sldId="296"/>
            <ac:spMk id="156" creationId="{782B4E1A-873C-A5C5-2AEA-223F608B1E1B}"/>
          </ac:spMkLst>
        </pc:spChg>
        <pc:spChg chg="add mod">
          <ac:chgData name="昕 许" userId="a2975fcd840abfc3" providerId="LiveId" clId="{49CCD4F9-177C-4270-9A14-60236FF377E8}" dt="2026-04-08T02:55:41.948" v="6869" actId="1076"/>
          <ac:spMkLst>
            <pc:docMk/>
            <pc:sldMk cId="3949537576" sldId="296"/>
            <ac:spMk id="157" creationId="{F30B9282-1CF5-EEA2-3009-74B9E8F50F80}"/>
          </ac:spMkLst>
        </pc:spChg>
        <pc:grpChg chg="add 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" creationId="{C906A4FB-56A2-4777-ECC8-46BDEBC2E27D}"/>
          </ac:grpSpMkLst>
        </pc:grpChg>
        <pc:grpChg chg="add 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4" creationId="{DEAFE296-E131-148C-B469-63A6379D4190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12" creationId="{AF68540B-D49F-B24C-15F0-680BCED0C495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19" creationId="{9D1B4BA3-3F93-2C71-669C-756333F9BE7D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23" creationId="{26D2D033-26CF-7F71-E0D4-54793AA22FCF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4" creationId="{4D2C8253-070C-2815-1438-1CAB507650EB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8" creationId="{425C1743-596D-8BC8-7B42-18E523AC8D95}"/>
          </ac:grpSpMkLst>
        </pc:grpChg>
        <pc:grpChg chg="add 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41" creationId="{B47C8EE2-DF07-81DF-C993-A25A95BB8B30}"/>
          </ac:grpSpMkLst>
        </pc:grpChg>
        <pc:grpChg chg="add 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48" creationId="{2B0871AB-C6BF-58F9-1FFD-A9161FB603B2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49" creationId="{EF53A073-C87C-44C9-EAE1-1F789FB72C15}"/>
          </ac:grpSpMkLst>
        </pc:grpChg>
        <pc:grpChg chg="mod">
          <ac:chgData name="昕 许" userId="a2975fcd840abfc3" providerId="LiveId" clId="{49CCD4F9-177C-4270-9A14-60236FF377E8}" dt="2026-04-08T02:51:06.751" v="6736" actId="1035"/>
          <ac:grpSpMkLst>
            <pc:docMk/>
            <pc:sldMk cId="3949537576" sldId="296"/>
            <ac:grpSpMk id="50" creationId="{A38C6DDE-E299-4108-55B9-93201B0ED14A}"/>
          </ac:grpSpMkLst>
        </pc:grpChg>
        <pc:grpChg chg="add mod">
          <ac:chgData name="昕 许" userId="a2975fcd840abfc3" providerId="LiveId" clId="{49CCD4F9-177C-4270-9A14-60236FF377E8}" dt="2026-04-08T02:51:16.680" v="6762" actId="1035"/>
          <ac:grpSpMkLst>
            <pc:docMk/>
            <pc:sldMk cId="3949537576" sldId="296"/>
            <ac:grpSpMk id="97" creationId="{2A211E87-9E6C-1E63-8A06-63615723139C}"/>
          </ac:grpSpMkLst>
        </pc:grpChg>
        <pc:grpChg chg="mod topLvl">
          <ac:chgData name="昕 许" userId="a2975fcd840abfc3" providerId="LiveId" clId="{49CCD4F9-177C-4270-9A14-60236FF377E8}" dt="2026-04-08T02:50:48.191" v="6709" actId="164"/>
          <ac:grpSpMkLst>
            <pc:docMk/>
            <pc:sldMk cId="3949537576" sldId="296"/>
            <ac:grpSpMk id="112" creationId="{BBD153AC-F00D-B49A-FEFD-18162817E201}"/>
          </ac:grpSpMkLst>
        </pc:grpChg>
        <pc:grpChg chg="add del mod topLvl">
          <ac:chgData name="昕 许" userId="a2975fcd840abfc3" providerId="LiveId" clId="{49CCD4F9-177C-4270-9A14-60236FF377E8}" dt="2026-04-08T02:50:48.191" v="6709" actId="164"/>
          <ac:grpSpMkLst>
            <pc:docMk/>
            <pc:sldMk cId="3949537576" sldId="296"/>
            <ac:grpSpMk id="113" creationId="{7A993EB4-D5F3-DEC1-05EC-17461FB623D7}"/>
          </ac:grpSpMkLst>
        </pc:grpChg>
        <pc:grpChg chg="add mod">
          <ac:chgData name="昕 许" userId="a2975fcd840abfc3" providerId="LiveId" clId="{49CCD4F9-177C-4270-9A14-60236FF377E8}" dt="2026-04-08T02:51:24.699" v="6779" actId="1035"/>
          <ac:grpSpMkLst>
            <pc:docMk/>
            <pc:sldMk cId="3949537576" sldId="296"/>
            <ac:grpSpMk id="124" creationId="{7EF76028-ABA6-FAFF-357A-C4DD91F90F8C}"/>
          </ac:grpSpMkLst>
        </pc:grpChg>
        <pc:grpChg chg="mod topLvl">
          <ac:chgData name="昕 许" userId="a2975fcd840abfc3" providerId="LiveId" clId="{49CCD4F9-177C-4270-9A14-60236FF377E8}" dt="2026-04-08T02:51:54.481" v="6794" actId="1076"/>
          <ac:grpSpMkLst>
            <pc:docMk/>
            <pc:sldMk cId="3949537576" sldId="296"/>
            <ac:grpSpMk id="127" creationId="{A15259C5-A17D-5DBC-9678-13DFDA0F1949}"/>
          </ac:grpSpMkLst>
        </pc:grpChg>
        <pc:grpChg chg="add mod">
          <ac:chgData name="昕 许" userId="a2975fcd840abfc3" providerId="LiveId" clId="{49CCD4F9-177C-4270-9A14-60236FF377E8}" dt="2026-04-08T02:52:02.965" v="6797" actId="1076"/>
          <ac:grpSpMkLst>
            <pc:docMk/>
            <pc:sldMk cId="3949537576" sldId="296"/>
            <ac:grpSpMk id="134" creationId="{7E65DD75-4EDC-6D99-A01F-CB8FFD8F3FEB}"/>
          </ac:grpSpMkLst>
        </pc:grpChg>
        <pc:grpChg chg="add mod">
          <ac:chgData name="昕 许" userId="a2975fcd840abfc3" providerId="LiveId" clId="{49CCD4F9-177C-4270-9A14-60236FF377E8}" dt="2026-04-08T02:55:47.760" v="6871" actId="20577"/>
          <ac:grpSpMkLst>
            <pc:docMk/>
            <pc:sldMk cId="3949537576" sldId="296"/>
            <ac:grpSpMk id="152" creationId="{EDFF5D89-AF73-D372-CBB2-3BAC004DC621}"/>
          </ac:grpSpMkLst>
        </pc:grpChg>
        <pc:grpChg chg="add mod">
          <ac:chgData name="昕 许" userId="a2975fcd840abfc3" providerId="LiveId" clId="{49CCD4F9-177C-4270-9A14-60236FF377E8}" dt="2026-04-08T02:55:56.887" v="6877" actId="20577"/>
          <ac:grpSpMkLst>
            <pc:docMk/>
            <pc:sldMk cId="3949537576" sldId="296"/>
            <ac:grpSpMk id="153" creationId="{F58C131C-87EB-FC13-EA71-BC6CD391837B}"/>
          </ac:grpSpMkLst>
        </pc:grp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36" creationId="{9E7B66AE-C991-B337-7E74-0EB92E54817C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37" creationId="{364D2A02-E640-9ED5-1AA6-58856DD21395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40" creationId="{92EF0427-FA05-FCA5-EC49-7064049FB7E8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43" creationId="{8C456521-40AE-5192-C3AA-2B36F4593E24}"/>
          </ac:cxnSpMkLst>
        </pc:cxnChg>
        <pc:cxnChg chg="add mod">
          <ac:chgData name="昕 许" userId="a2975fcd840abfc3" providerId="LiveId" clId="{49CCD4F9-177C-4270-9A14-60236FF377E8}" dt="2026-04-08T02:54:19.363" v="6834" actId="208"/>
          <ac:cxnSpMkLst>
            <pc:docMk/>
            <pc:sldMk cId="3949537576" sldId="296"/>
            <ac:cxnSpMk id="146" creationId="{5A191705-37A4-6D26-8D45-20738179B4B2}"/>
          </ac:cxnSpMkLst>
        </pc:cxnChg>
      </pc:sldChg>
      <pc:sldChg chg="addSp delSp modSp add del mod modTransition">
        <pc:chgData name="昕 许" userId="a2975fcd840abfc3" providerId="LiveId" clId="{49CCD4F9-177C-4270-9A14-60236FF377E8}" dt="2026-04-12T04:54:23.557" v="7270" actId="47"/>
        <pc:sldMkLst>
          <pc:docMk/>
          <pc:sldMk cId="3112887342" sldId="297"/>
        </pc:sldMkLst>
        <pc:spChg chg="add mod">
          <ac:chgData name="昕 许" userId="a2975fcd840abfc3" providerId="LiveId" clId="{49CCD4F9-177C-4270-9A14-60236FF377E8}" dt="2026-04-12T02:39:13.566" v="6879"/>
          <ac:spMkLst>
            <pc:docMk/>
            <pc:sldMk cId="3112887342" sldId="297"/>
            <ac:spMk id="2" creationId="{EE245550-846E-7147-7C66-15674F639971}"/>
          </ac:spMkLst>
        </pc:spChg>
        <pc:spChg chg="add del mod">
          <ac:chgData name="昕 许" userId="a2975fcd840abfc3" providerId="LiveId" clId="{49CCD4F9-177C-4270-9A14-60236FF377E8}" dt="2026-04-12T02:39:29.815" v="6882" actId="478"/>
          <ac:spMkLst>
            <pc:docMk/>
            <pc:sldMk cId="3112887342" sldId="297"/>
            <ac:spMk id="3" creationId="{3C4EF479-E6A9-78DF-AE4B-2653A00CE3BB}"/>
          </ac:spMkLst>
        </pc:spChg>
        <pc:spChg chg="mod">
          <ac:chgData name="昕 许" userId="a2975fcd840abfc3" providerId="LiveId" clId="{49CCD4F9-177C-4270-9A14-60236FF377E8}" dt="2026-04-12T02:39:36.597" v="6891" actId="20577"/>
          <ac:spMkLst>
            <pc:docMk/>
            <pc:sldMk cId="3112887342" sldId="297"/>
            <ac:spMk id="5" creationId="{65608A7D-E6E1-E94F-70E4-1C62461CCE1E}"/>
          </ac:spMkLst>
        </pc:spChg>
        <pc:spChg chg="mod">
          <ac:chgData name="昕 许" userId="a2975fcd840abfc3" providerId="LiveId" clId="{49CCD4F9-177C-4270-9A14-60236FF377E8}" dt="2026-04-12T02:39:38.983" v="6892" actId="1076"/>
          <ac:spMkLst>
            <pc:docMk/>
            <pc:sldMk cId="3112887342" sldId="297"/>
            <ac:spMk id="6" creationId="{3607D0A2-4578-2FD2-A9B1-23ED1EF1F403}"/>
          </ac:spMkLst>
        </pc:spChg>
        <pc:spChg chg="mod">
          <ac:chgData name="昕 许" userId="a2975fcd840abfc3" providerId="LiveId" clId="{49CCD4F9-177C-4270-9A14-60236FF377E8}" dt="2026-04-12T02:39:58.318" v="6900" actId="20577"/>
          <ac:spMkLst>
            <pc:docMk/>
            <pc:sldMk cId="3112887342" sldId="297"/>
            <ac:spMk id="8" creationId="{B9E78FBA-4709-1D99-BA0B-56F2F6258ACC}"/>
          </ac:spMkLst>
        </pc:spChg>
        <pc:spChg chg="mod">
          <ac:chgData name="昕 许" userId="a2975fcd840abfc3" providerId="LiveId" clId="{49CCD4F9-177C-4270-9A14-60236FF377E8}" dt="2026-04-12T02:39:58.318" v="6900" actId="20577"/>
          <ac:spMkLst>
            <pc:docMk/>
            <pc:sldMk cId="3112887342" sldId="297"/>
            <ac:spMk id="9" creationId="{A423E740-752E-C232-71C9-9C190DE31DF4}"/>
          </ac:spMkLst>
        </pc:spChg>
        <pc:spChg chg="mod">
          <ac:chgData name="昕 许" userId="a2975fcd840abfc3" providerId="LiveId" clId="{49CCD4F9-177C-4270-9A14-60236FF377E8}" dt="2026-04-12T02:40:01.293" v="6902" actId="20577"/>
          <ac:spMkLst>
            <pc:docMk/>
            <pc:sldMk cId="3112887342" sldId="297"/>
            <ac:spMk id="11" creationId="{CD13E4E6-16E6-2A7D-B8CB-880FCA55C416}"/>
          </ac:spMkLst>
        </pc:spChg>
        <pc:spChg chg="mod">
          <ac:chgData name="昕 许" userId="a2975fcd840abfc3" providerId="LiveId" clId="{49CCD4F9-177C-4270-9A14-60236FF377E8}" dt="2026-04-12T02:40:01.293" v="6902" actId="20577"/>
          <ac:spMkLst>
            <pc:docMk/>
            <pc:sldMk cId="3112887342" sldId="297"/>
            <ac:spMk id="12" creationId="{6B004975-0E43-4D97-671A-4B65E68042C7}"/>
          </ac:spMkLst>
        </pc:spChg>
        <pc:spChg chg="mod">
          <ac:chgData name="昕 许" userId="a2975fcd840abfc3" providerId="LiveId" clId="{49CCD4F9-177C-4270-9A14-60236FF377E8}" dt="2026-04-12T02:40:04.381" v="6904" actId="20577"/>
          <ac:spMkLst>
            <pc:docMk/>
            <pc:sldMk cId="3112887342" sldId="297"/>
            <ac:spMk id="14" creationId="{50B187A4-D974-207E-4519-6E5ADC3839B6}"/>
          </ac:spMkLst>
        </pc:spChg>
        <pc:spChg chg="mod">
          <ac:chgData name="昕 许" userId="a2975fcd840abfc3" providerId="LiveId" clId="{49CCD4F9-177C-4270-9A14-60236FF377E8}" dt="2026-04-12T02:40:04.381" v="6904" actId="20577"/>
          <ac:spMkLst>
            <pc:docMk/>
            <pc:sldMk cId="3112887342" sldId="297"/>
            <ac:spMk id="15" creationId="{49F5A26C-0F2F-9B28-DFC4-58E91DB17C62}"/>
          </ac:spMkLst>
        </pc:spChg>
        <pc:spChg chg="mod">
          <ac:chgData name="昕 许" userId="a2975fcd840abfc3" providerId="LiveId" clId="{49CCD4F9-177C-4270-9A14-60236FF377E8}" dt="2026-04-12T02:40:06.341" v="6906" actId="20577"/>
          <ac:spMkLst>
            <pc:docMk/>
            <pc:sldMk cId="3112887342" sldId="297"/>
            <ac:spMk id="17" creationId="{D54ECF98-1508-E0DA-AE99-6C70017CCD8A}"/>
          </ac:spMkLst>
        </pc:spChg>
        <pc:spChg chg="mod">
          <ac:chgData name="昕 许" userId="a2975fcd840abfc3" providerId="LiveId" clId="{49CCD4F9-177C-4270-9A14-60236FF377E8}" dt="2026-04-12T02:40:06.341" v="6906" actId="20577"/>
          <ac:spMkLst>
            <pc:docMk/>
            <pc:sldMk cId="3112887342" sldId="297"/>
            <ac:spMk id="18" creationId="{FF1C0FB6-10AB-722E-2E30-EE57EE4439FB}"/>
          </ac:spMkLst>
        </pc:spChg>
        <pc:spChg chg="mod">
          <ac:chgData name="昕 许" userId="a2975fcd840abfc3" providerId="LiveId" clId="{49CCD4F9-177C-4270-9A14-60236FF377E8}" dt="2026-04-12T02:40:09.355" v="6908" actId="20577"/>
          <ac:spMkLst>
            <pc:docMk/>
            <pc:sldMk cId="3112887342" sldId="297"/>
            <ac:spMk id="20" creationId="{6D9DFD25-FE84-8908-04BF-04CF8FFF0827}"/>
          </ac:spMkLst>
        </pc:spChg>
        <pc:spChg chg="mod">
          <ac:chgData name="昕 许" userId="a2975fcd840abfc3" providerId="LiveId" clId="{49CCD4F9-177C-4270-9A14-60236FF377E8}" dt="2026-04-12T02:40:09.355" v="6908" actId="20577"/>
          <ac:spMkLst>
            <pc:docMk/>
            <pc:sldMk cId="3112887342" sldId="297"/>
            <ac:spMk id="21" creationId="{0B4AF54C-5EE8-C76E-34B4-BF4AD90490D2}"/>
          </ac:spMkLst>
        </pc:spChg>
        <pc:spChg chg="mod">
          <ac:chgData name="昕 许" userId="a2975fcd840abfc3" providerId="LiveId" clId="{49CCD4F9-177C-4270-9A14-60236FF377E8}" dt="2026-04-12T02:40:15.938" v="6912" actId="20577"/>
          <ac:spMkLst>
            <pc:docMk/>
            <pc:sldMk cId="3112887342" sldId="297"/>
            <ac:spMk id="23" creationId="{CDEEEAF2-79AF-8603-9752-ED6AB88D8F36}"/>
          </ac:spMkLst>
        </pc:spChg>
        <pc:spChg chg="mod">
          <ac:chgData name="昕 许" userId="a2975fcd840abfc3" providerId="LiveId" clId="{49CCD4F9-177C-4270-9A14-60236FF377E8}" dt="2026-04-12T02:40:15.938" v="6912" actId="20577"/>
          <ac:spMkLst>
            <pc:docMk/>
            <pc:sldMk cId="3112887342" sldId="297"/>
            <ac:spMk id="24" creationId="{FCF00D60-BC21-0B9A-0E5B-99169001CE47}"/>
          </ac:spMkLst>
        </pc:spChg>
        <pc:spChg chg="mod">
          <ac:chgData name="昕 许" userId="a2975fcd840abfc3" providerId="LiveId" clId="{49CCD4F9-177C-4270-9A14-60236FF377E8}" dt="2026-04-12T02:40:17.708" v="6914" actId="20577"/>
          <ac:spMkLst>
            <pc:docMk/>
            <pc:sldMk cId="3112887342" sldId="297"/>
            <ac:spMk id="26" creationId="{AD01FD77-B981-F74A-0585-E45028942636}"/>
          </ac:spMkLst>
        </pc:spChg>
        <pc:spChg chg="mod">
          <ac:chgData name="昕 许" userId="a2975fcd840abfc3" providerId="LiveId" clId="{49CCD4F9-177C-4270-9A14-60236FF377E8}" dt="2026-04-12T02:40:17.708" v="6914" actId="20577"/>
          <ac:spMkLst>
            <pc:docMk/>
            <pc:sldMk cId="3112887342" sldId="297"/>
            <ac:spMk id="27" creationId="{FCFDE599-7020-3001-72E1-7E959C131017}"/>
          </ac:spMkLst>
        </pc:spChg>
        <pc:spChg chg="mod">
          <ac:chgData name="昕 许" userId="a2975fcd840abfc3" providerId="LiveId" clId="{49CCD4F9-177C-4270-9A14-60236FF377E8}" dt="2026-04-12T02:40:19.503" v="6916" actId="20577"/>
          <ac:spMkLst>
            <pc:docMk/>
            <pc:sldMk cId="3112887342" sldId="297"/>
            <ac:spMk id="29" creationId="{06C09BE9-7860-A404-8D41-C4E74560CD93}"/>
          </ac:spMkLst>
        </pc:spChg>
        <pc:spChg chg="mod">
          <ac:chgData name="昕 许" userId="a2975fcd840abfc3" providerId="LiveId" clId="{49CCD4F9-177C-4270-9A14-60236FF377E8}" dt="2026-04-12T02:40:19.503" v="6916" actId="20577"/>
          <ac:spMkLst>
            <pc:docMk/>
            <pc:sldMk cId="3112887342" sldId="297"/>
            <ac:spMk id="30" creationId="{090ED9BE-E0DC-D5E6-1C9C-3C9C90561936}"/>
          </ac:spMkLst>
        </pc:spChg>
        <pc:spChg chg="add del mod">
          <ac:chgData name="昕 许" userId="a2975fcd840abfc3" providerId="LiveId" clId="{49CCD4F9-177C-4270-9A14-60236FF377E8}" dt="2026-04-12T02:41:02.551" v="6921" actId="478"/>
          <ac:spMkLst>
            <pc:docMk/>
            <pc:sldMk cId="3112887342" sldId="297"/>
            <ac:spMk id="31" creationId="{80E1B83E-EB31-8A6B-4BFD-810F75B0EC48}"/>
          </ac:spMkLst>
        </pc:spChg>
        <pc:spChg chg="add mod">
          <ac:chgData name="昕 许" userId="a2975fcd840abfc3" providerId="LiveId" clId="{49CCD4F9-177C-4270-9A14-60236FF377E8}" dt="2026-04-12T02:41:21.839" v="6930" actId="164"/>
          <ac:spMkLst>
            <pc:docMk/>
            <pc:sldMk cId="3112887342" sldId="297"/>
            <ac:spMk id="34" creationId="{A5A5BC0B-3A4C-89E3-BD5E-81E31D1C2DE9}"/>
          </ac:spMkLst>
        </pc:spChg>
        <pc:spChg chg="mod">
          <ac:chgData name="昕 许" userId="a2975fcd840abfc3" providerId="LiveId" clId="{49CCD4F9-177C-4270-9A14-60236FF377E8}" dt="2026-04-12T02:41:55.718" v="6952" actId="1076"/>
          <ac:spMkLst>
            <pc:docMk/>
            <pc:sldMk cId="3112887342" sldId="297"/>
            <ac:spMk id="38" creationId="{6A17A775-2FE0-D3C6-1F60-F18433EEBC9C}"/>
          </ac:spMkLst>
        </pc:spChg>
        <pc:grpChg chg="add mod">
          <ac:chgData name="昕 许" userId="a2975fcd840abfc3" providerId="LiveId" clId="{49CCD4F9-177C-4270-9A14-60236FF377E8}" dt="2026-04-12T02:39:36.597" v="6891" actId="20577"/>
          <ac:grpSpMkLst>
            <pc:docMk/>
            <pc:sldMk cId="3112887342" sldId="297"/>
            <ac:grpSpMk id="4" creationId="{04FD75EE-CB5B-542A-91B9-443FFA047A82}"/>
          </ac:grpSpMkLst>
        </pc:grpChg>
        <pc:grpChg chg="add mod">
          <ac:chgData name="昕 许" userId="a2975fcd840abfc3" providerId="LiveId" clId="{49CCD4F9-177C-4270-9A14-60236FF377E8}" dt="2026-04-12T02:39:58.318" v="6900" actId="20577"/>
          <ac:grpSpMkLst>
            <pc:docMk/>
            <pc:sldMk cId="3112887342" sldId="297"/>
            <ac:grpSpMk id="7" creationId="{EC32701E-F74C-F049-9D75-DA1D31E5C682}"/>
          </ac:grpSpMkLst>
        </pc:grpChg>
        <pc:grpChg chg="add mod">
          <ac:chgData name="昕 许" userId="a2975fcd840abfc3" providerId="LiveId" clId="{49CCD4F9-177C-4270-9A14-60236FF377E8}" dt="2026-04-12T02:40:01.293" v="6902" actId="20577"/>
          <ac:grpSpMkLst>
            <pc:docMk/>
            <pc:sldMk cId="3112887342" sldId="297"/>
            <ac:grpSpMk id="10" creationId="{302B11E4-E27E-2E0C-F46F-C8A95D937273}"/>
          </ac:grpSpMkLst>
        </pc:grpChg>
        <pc:grpChg chg="add mod">
          <ac:chgData name="昕 许" userId="a2975fcd840abfc3" providerId="LiveId" clId="{49CCD4F9-177C-4270-9A14-60236FF377E8}" dt="2026-04-12T02:40:04.381" v="6904" actId="20577"/>
          <ac:grpSpMkLst>
            <pc:docMk/>
            <pc:sldMk cId="3112887342" sldId="297"/>
            <ac:grpSpMk id="13" creationId="{14761FB9-262D-DB87-FF9B-5E18445C91D0}"/>
          </ac:grpSpMkLst>
        </pc:grpChg>
        <pc:grpChg chg="mod">
          <ac:chgData name="昕 许" userId="a2975fcd840abfc3" providerId="LiveId" clId="{49CCD4F9-177C-4270-9A14-60236FF377E8}" dt="2026-04-12T02:40:06.341" v="6906" actId="20577"/>
          <ac:grpSpMkLst>
            <pc:docMk/>
            <pc:sldMk cId="3112887342" sldId="297"/>
            <ac:grpSpMk id="16" creationId="{0DE62564-0E85-589E-1A0B-CEC54BEF5204}"/>
          </ac:grpSpMkLst>
        </pc:grpChg>
        <pc:grpChg chg="add mod">
          <ac:chgData name="昕 许" userId="a2975fcd840abfc3" providerId="LiveId" clId="{49CCD4F9-177C-4270-9A14-60236FF377E8}" dt="2026-04-12T02:40:09.355" v="6908" actId="20577"/>
          <ac:grpSpMkLst>
            <pc:docMk/>
            <pc:sldMk cId="3112887342" sldId="297"/>
            <ac:grpSpMk id="19" creationId="{53C24869-3B41-02B3-0396-B3A4E734C648}"/>
          </ac:grpSpMkLst>
        </pc:grpChg>
        <pc:grpChg chg="mod">
          <ac:chgData name="昕 许" userId="a2975fcd840abfc3" providerId="LiveId" clId="{49CCD4F9-177C-4270-9A14-60236FF377E8}" dt="2026-04-12T02:40:15.938" v="6912" actId="20577"/>
          <ac:grpSpMkLst>
            <pc:docMk/>
            <pc:sldMk cId="3112887342" sldId="297"/>
            <ac:grpSpMk id="22" creationId="{DEC2F06D-B5A1-6FC4-C572-93A8AE85115A}"/>
          </ac:grpSpMkLst>
        </pc:grpChg>
        <pc:grpChg chg="add mod">
          <ac:chgData name="昕 许" userId="a2975fcd840abfc3" providerId="LiveId" clId="{49CCD4F9-177C-4270-9A14-60236FF377E8}" dt="2026-04-12T02:40:17.708" v="6914" actId="20577"/>
          <ac:grpSpMkLst>
            <pc:docMk/>
            <pc:sldMk cId="3112887342" sldId="297"/>
            <ac:grpSpMk id="25" creationId="{F350968C-9C95-43CE-344D-911B02716297}"/>
          </ac:grpSpMkLst>
        </pc:grpChg>
        <pc:grpChg chg="add mod">
          <ac:chgData name="昕 许" userId="a2975fcd840abfc3" providerId="LiveId" clId="{49CCD4F9-177C-4270-9A14-60236FF377E8}" dt="2026-04-12T02:40:19.503" v="6916" actId="20577"/>
          <ac:grpSpMkLst>
            <pc:docMk/>
            <pc:sldMk cId="3112887342" sldId="297"/>
            <ac:grpSpMk id="28" creationId="{CB9A1F1E-952F-25E3-BEA6-AFAE821F6421}"/>
          </ac:grpSpMkLst>
        </pc:grpChg>
        <pc:grpChg chg="add mod">
          <ac:chgData name="昕 许" userId="a2975fcd840abfc3" providerId="LiveId" clId="{49CCD4F9-177C-4270-9A14-60236FF377E8}" dt="2026-04-12T02:41:21.839" v="6930" actId="164"/>
          <ac:grpSpMkLst>
            <pc:docMk/>
            <pc:sldMk cId="3112887342" sldId="297"/>
            <ac:grpSpMk id="35" creationId="{B367E2BA-1E96-023B-8680-A31B7FD5FA17}"/>
          </ac:grpSpMkLst>
        </pc:grpChg>
        <pc:grpChg chg="add mod">
          <ac:chgData name="昕 许" userId="a2975fcd840abfc3" providerId="LiveId" clId="{49CCD4F9-177C-4270-9A14-60236FF377E8}" dt="2026-04-12T02:41:49.226" v="6950" actId="20577"/>
          <ac:grpSpMkLst>
            <pc:docMk/>
            <pc:sldMk cId="3112887342" sldId="297"/>
            <ac:grpSpMk id="36" creationId="{08B3DF41-0EB3-5462-6FCA-FC41AB87805A}"/>
          </ac:grpSpMkLst>
        </pc:grpChg>
        <pc:grpChg chg="del mod">
          <ac:chgData name="昕 许" userId="a2975fcd840abfc3" providerId="LiveId" clId="{49CCD4F9-177C-4270-9A14-60236FF377E8}" dt="2026-04-12T02:38:52.388" v="6878" actId="478"/>
          <ac:grpSpMkLst>
            <pc:docMk/>
            <pc:sldMk cId="3112887342" sldId="297"/>
            <ac:grpSpMk id="84" creationId="{8334FB7F-C0E9-F2B0-08D6-B8C6B893EDC0}"/>
          </ac:grpSpMkLst>
        </pc:grpChg>
        <pc:cxnChg chg="add mod">
          <ac:chgData name="昕 许" userId="a2975fcd840abfc3" providerId="LiveId" clId="{49CCD4F9-177C-4270-9A14-60236FF377E8}" dt="2026-04-12T02:41:21.839" v="6930" actId="164"/>
          <ac:cxnSpMkLst>
            <pc:docMk/>
            <pc:sldMk cId="3112887342" sldId="297"/>
            <ac:cxnSpMk id="33" creationId="{159FFEBF-4C26-C612-9E6A-979AC2D280BE}"/>
          </ac:cxnSpMkLst>
        </pc:cxnChg>
        <pc:cxnChg chg="mod">
          <ac:chgData name="昕 许" userId="a2975fcd840abfc3" providerId="LiveId" clId="{49CCD4F9-177C-4270-9A14-60236FF377E8}" dt="2026-04-12T02:41:49.226" v="6950" actId="20577"/>
          <ac:cxnSpMkLst>
            <pc:docMk/>
            <pc:sldMk cId="3112887342" sldId="297"/>
            <ac:cxnSpMk id="37" creationId="{8C4CAEB7-0E2D-DEEE-487E-CDC5931F63AC}"/>
          </ac:cxnSpMkLst>
        </pc:cxnChg>
      </pc:sldChg>
      <pc:sldChg chg="addSp delSp modSp add del mod">
        <pc:chgData name="昕 许" userId="a2975fcd840abfc3" providerId="LiveId" clId="{49CCD4F9-177C-4270-9A14-60236FF377E8}" dt="2026-04-12T02:42:04.243" v="6953" actId="47"/>
        <pc:sldMkLst>
          <pc:docMk/>
          <pc:sldMk cId="592326987" sldId="298"/>
        </pc:sldMkLst>
      </pc:sldChg>
      <pc:sldChg chg="addSp delSp modSp add del mod modTransition">
        <pc:chgData name="昕 许" userId="a2975fcd840abfc3" providerId="LiveId" clId="{49CCD4F9-177C-4270-9A14-60236FF377E8}" dt="2026-04-12T04:54:23.381" v="7269" actId="47"/>
        <pc:sldMkLst>
          <pc:docMk/>
          <pc:sldMk cId="2087942255" sldId="299"/>
        </pc:sldMkLst>
      </pc:sldChg>
      <pc:sldChg chg="addSp delSp modSp add del mod modTransition">
        <pc:chgData name="昕 许" userId="a2975fcd840abfc3" providerId="LiveId" clId="{49CCD4F9-177C-4270-9A14-60236FF377E8}" dt="2026-04-12T04:54:23.738" v="7271" actId="47"/>
        <pc:sldMkLst>
          <pc:docMk/>
          <pc:sldMk cId="1881908062" sldId="300"/>
        </pc:sldMkLst>
        <pc:spChg chg="add del mod">
          <ac:chgData name="昕 许" userId="a2975fcd840abfc3" providerId="LiveId" clId="{49CCD4F9-177C-4270-9A14-60236FF377E8}" dt="2026-04-12T02:46:34.055" v="7003" actId="478"/>
          <ac:spMkLst>
            <pc:docMk/>
            <pc:sldMk cId="1881908062" sldId="300"/>
            <ac:spMk id="2" creationId="{BDDD2398-2F19-478F-399F-77067206BE3C}"/>
          </ac:spMkLst>
        </pc:spChg>
        <pc:spChg chg="mod">
          <ac:chgData name="昕 许" userId="a2975fcd840abfc3" providerId="LiveId" clId="{49CCD4F9-177C-4270-9A14-60236FF377E8}" dt="2026-04-12T02:42:32.665" v="6960" actId="164"/>
          <ac:spMkLst>
            <pc:docMk/>
            <pc:sldMk cId="1881908062" sldId="300"/>
            <ac:spMk id="34" creationId="{E64C8C97-92F1-6751-B395-D279D9F260B8}"/>
          </ac:spMkLst>
        </pc:spChg>
        <pc:spChg chg="mod">
          <ac:chgData name="昕 许" userId="a2975fcd840abfc3" providerId="LiveId" clId="{49CCD4F9-177C-4270-9A14-60236FF377E8}" dt="2026-04-12T02:42:32.665" v="6960" actId="164"/>
          <ac:spMkLst>
            <pc:docMk/>
            <pc:sldMk cId="1881908062" sldId="300"/>
            <ac:spMk id="38" creationId="{F2DBDDEC-7DF9-EC1C-5B21-CF1A67EA2405}"/>
          </ac:spMkLst>
        </pc:spChg>
        <pc:spChg chg="add mod">
          <ac:chgData name="昕 许" userId="a2975fcd840abfc3" providerId="LiveId" clId="{49CCD4F9-177C-4270-9A14-60236FF377E8}" dt="2026-04-12T02:51:02.191" v="7192" actId="1076"/>
          <ac:spMkLst>
            <pc:docMk/>
            <pc:sldMk cId="1881908062" sldId="300"/>
            <ac:spMk id="51" creationId="{0F9311C0-552C-0DF3-CD0C-0B53ABAAB165}"/>
          </ac:spMkLst>
        </pc:spChg>
        <pc:spChg chg="add mod">
          <ac:chgData name="昕 许" userId="a2975fcd840abfc3" providerId="LiveId" clId="{49CCD4F9-177C-4270-9A14-60236FF377E8}" dt="2026-04-12T02:51:02.191" v="7192" actId="1076"/>
          <ac:spMkLst>
            <pc:docMk/>
            <pc:sldMk cId="1881908062" sldId="300"/>
            <ac:spMk id="52" creationId="{D6FE7BB1-9B81-2E3D-6A9B-AFC1A4569665}"/>
          </ac:spMkLst>
        </pc:spChg>
        <pc:spChg chg="mod">
          <ac:chgData name="昕 许" userId="a2975fcd840abfc3" providerId="LiveId" clId="{49CCD4F9-177C-4270-9A14-60236FF377E8}" dt="2026-04-12T02:51:09.566" v="7193"/>
          <ac:spMkLst>
            <pc:docMk/>
            <pc:sldMk cId="1881908062" sldId="300"/>
            <ac:spMk id="54" creationId="{CFACFCBB-0298-CF80-8CBD-59C5AA729C99}"/>
          </ac:spMkLst>
        </pc:spChg>
        <pc:spChg chg="mod">
          <ac:chgData name="昕 许" userId="a2975fcd840abfc3" providerId="LiveId" clId="{49CCD4F9-177C-4270-9A14-60236FF377E8}" dt="2026-04-12T02:51:09.566" v="7193"/>
          <ac:spMkLst>
            <pc:docMk/>
            <pc:sldMk cId="1881908062" sldId="300"/>
            <ac:spMk id="55" creationId="{3422AC8E-023E-5449-BECF-B6C71BF79C3E}"/>
          </ac:spMkLst>
        </pc:spChg>
        <pc:spChg chg="mod">
          <ac:chgData name="昕 许" userId="a2975fcd840abfc3" providerId="LiveId" clId="{49CCD4F9-177C-4270-9A14-60236FF377E8}" dt="2026-04-12T02:51:09.566" v="7193"/>
          <ac:spMkLst>
            <pc:docMk/>
            <pc:sldMk cId="1881908062" sldId="300"/>
            <ac:spMk id="60" creationId="{72778EB6-025F-D732-CAFE-4DAC0D6AD1A7}"/>
          </ac:spMkLst>
        </pc:spChg>
        <pc:spChg chg="mod">
          <ac:chgData name="昕 许" userId="a2975fcd840abfc3" providerId="LiveId" clId="{49CCD4F9-177C-4270-9A14-60236FF377E8}" dt="2026-04-12T02:51:21.179" v="7199" actId="20577"/>
          <ac:spMkLst>
            <pc:docMk/>
            <pc:sldMk cId="1881908062" sldId="300"/>
            <ac:spMk id="63" creationId="{DADBF12C-19A9-40EF-21A9-3180039CA408}"/>
          </ac:spMkLst>
        </pc:spChg>
        <pc:spChg chg="mod">
          <ac:chgData name="昕 许" userId="a2975fcd840abfc3" providerId="LiveId" clId="{49CCD4F9-177C-4270-9A14-60236FF377E8}" dt="2026-04-12T02:51:21.179" v="7199" actId="20577"/>
          <ac:spMkLst>
            <pc:docMk/>
            <pc:sldMk cId="1881908062" sldId="300"/>
            <ac:spMk id="64" creationId="{29EB528D-6AB4-B1B3-976E-EBE01B91BCE9}"/>
          </ac:spMkLst>
        </pc:spChg>
        <pc:spChg chg="mod">
          <ac:chgData name="昕 许" userId="a2975fcd840abfc3" providerId="LiveId" clId="{49CCD4F9-177C-4270-9A14-60236FF377E8}" dt="2026-04-12T02:51:22.770" v="7201" actId="20577"/>
          <ac:spMkLst>
            <pc:docMk/>
            <pc:sldMk cId="1881908062" sldId="300"/>
            <ac:spMk id="66" creationId="{808AC887-40D2-5E8F-397C-53C229125DF3}"/>
          </ac:spMkLst>
        </pc:spChg>
        <pc:spChg chg="mod">
          <ac:chgData name="昕 许" userId="a2975fcd840abfc3" providerId="LiveId" clId="{49CCD4F9-177C-4270-9A14-60236FF377E8}" dt="2026-04-12T02:51:22.770" v="7201" actId="20577"/>
          <ac:spMkLst>
            <pc:docMk/>
            <pc:sldMk cId="1881908062" sldId="300"/>
            <ac:spMk id="67" creationId="{63190865-5C80-197F-37DC-E4170BD78C8E}"/>
          </ac:spMkLst>
        </pc:spChg>
        <pc:spChg chg="mod">
          <ac:chgData name="昕 许" userId="a2975fcd840abfc3" providerId="LiveId" clId="{49CCD4F9-177C-4270-9A14-60236FF377E8}" dt="2026-04-12T02:51:24.353" v="7203" actId="20577"/>
          <ac:spMkLst>
            <pc:docMk/>
            <pc:sldMk cId="1881908062" sldId="300"/>
            <ac:spMk id="69" creationId="{68C0883D-EC30-8A74-CB87-615B397C3FA9}"/>
          </ac:spMkLst>
        </pc:spChg>
        <pc:spChg chg="mod">
          <ac:chgData name="昕 许" userId="a2975fcd840abfc3" providerId="LiveId" clId="{49CCD4F9-177C-4270-9A14-60236FF377E8}" dt="2026-04-12T02:51:24.353" v="7203" actId="20577"/>
          <ac:spMkLst>
            <pc:docMk/>
            <pc:sldMk cId="1881908062" sldId="300"/>
            <ac:spMk id="70" creationId="{65C04C46-28F5-0B09-1E5A-7DE2F32FBBE3}"/>
          </ac:spMkLst>
        </pc:spChg>
        <pc:spChg chg="mod">
          <ac:chgData name="昕 许" userId="a2975fcd840abfc3" providerId="LiveId" clId="{49CCD4F9-177C-4270-9A14-60236FF377E8}" dt="2026-04-12T02:51:26.289" v="7205" actId="20577"/>
          <ac:spMkLst>
            <pc:docMk/>
            <pc:sldMk cId="1881908062" sldId="300"/>
            <ac:spMk id="72" creationId="{B3AC283A-8557-91D8-7452-3818AFD30218}"/>
          </ac:spMkLst>
        </pc:spChg>
        <pc:spChg chg="mod">
          <ac:chgData name="昕 许" userId="a2975fcd840abfc3" providerId="LiveId" clId="{49CCD4F9-177C-4270-9A14-60236FF377E8}" dt="2026-04-12T02:51:26.289" v="7205" actId="20577"/>
          <ac:spMkLst>
            <pc:docMk/>
            <pc:sldMk cId="1881908062" sldId="300"/>
            <ac:spMk id="73" creationId="{8845DCA2-F9C4-7F40-4FA7-BA098141968C}"/>
          </ac:spMkLst>
        </pc:spChg>
        <pc:spChg chg="mod">
          <ac:chgData name="昕 许" userId="a2975fcd840abfc3" providerId="LiveId" clId="{49CCD4F9-177C-4270-9A14-60236FF377E8}" dt="2026-04-12T02:51:28.383" v="7207" actId="20577"/>
          <ac:spMkLst>
            <pc:docMk/>
            <pc:sldMk cId="1881908062" sldId="300"/>
            <ac:spMk id="75" creationId="{989AC98B-A0EB-BD41-708D-80A96CECD47C}"/>
          </ac:spMkLst>
        </pc:spChg>
        <pc:spChg chg="mod">
          <ac:chgData name="昕 许" userId="a2975fcd840abfc3" providerId="LiveId" clId="{49CCD4F9-177C-4270-9A14-60236FF377E8}" dt="2026-04-12T02:51:28.383" v="7207" actId="20577"/>
          <ac:spMkLst>
            <pc:docMk/>
            <pc:sldMk cId="1881908062" sldId="300"/>
            <ac:spMk id="76" creationId="{FE1F0160-3497-5A7C-1CF9-6F360F6E8F08}"/>
          </ac:spMkLst>
        </pc:spChg>
        <pc:spChg chg="mod">
          <ac:chgData name="昕 许" userId="a2975fcd840abfc3" providerId="LiveId" clId="{49CCD4F9-177C-4270-9A14-60236FF377E8}" dt="2026-04-12T02:51:30.005" v="7209" actId="20577"/>
          <ac:spMkLst>
            <pc:docMk/>
            <pc:sldMk cId="1881908062" sldId="300"/>
            <ac:spMk id="78" creationId="{4C3D55FB-4DF2-E331-C526-AC58B68822F9}"/>
          </ac:spMkLst>
        </pc:spChg>
        <pc:spChg chg="mod">
          <ac:chgData name="昕 许" userId="a2975fcd840abfc3" providerId="LiveId" clId="{49CCD4F9-177C-4270-9A14-60236FF377E8}" dt="2026-04-12T02:51:30.005" v="7209" actId="20577"/>
          <ac:spMkLst>
            <pc:docMk/>
            <pc:sldMk cId="1881908062" sldId="300"/>
            <ac:spMk id="79" creationId="{05FD1E22-9B93-5C16-2194-C405105D2F99}"/>
          </ac:spMkLst>
        </pc:spChg>
        <pc:spChg chg="mod">
          <ac:chgData name="昕 许" userId="a2975fcd840abfc3" providerId="LiveId" clId="{49CCD4F9-177C-4270-9A14-60236FF377E8}" dt="2026-04-12T02:51:09.566" v="7193"/>
          <ac:spMkLst>
            <pc:docMk/>
            <pc:sldMk cId="1881908062" sldId="300"/>
            <ac:spMk id="84" creationId="{E8579438-2682-A337-B130-0DB8C56EB249}"/>
          </ac:spMkLst>
        </pc:spChg>
        <pc:spChg chg="del mod">
          <ac:chgData name="昕 许" userId="a2975fcd840abfc3" providerId="LiveId" clId="{49CCD4F9-177C-4270-9A14-60236FF377E8}" dt="2026-04-12T02:51:17.998" v="7197" actId="478"/>
          <ac:spMkLst>
            <pc:docMk/>
            <pc:sldMk cId="1881908062" sldId="300"/>
            <ac:spMk id="87" creationId="{723C4730-968D-FD4C-E13E-E98B99863833}"/>
          </ac:spMkLst>
        </pc:spChg>
        <pc:spChg chg="add del mod">
          <ac:chgData name="昕 许" userId="a2975fcd840abfc3" providerId="LiveId" clId="{49CCD4F9-177C-4270-9A14-60236FF377E8}" dt="2026-04-12T02:51:16.962" v="7196" actId="478"/>
          <ac:spMkLst>
            <pc:docMk/>
            <pc:sldMk cId="1881908062" sldId="300"/>
            <ac:spMk id="88" creationId="{065D4FD3-3202-E41C-324E-325792212F02}"/>
          </ac:spMkLst>
        </pc:spChg>
        <pc:spChg chg="add mod">
          <ac:chgData name="昕 许" userId="a2975fcd840abfc3" providerId="LiveId" clId="{49CCD4F9-177C-4270-9A14-60236FF377E8}" dt="2026-04-12T02:52:20.621" v="7235" actId="1076"/>
          <ac:spMkLst>
            <pc:docMk/>
            <pc:sldMk cId="1881908062" sldId="300"/>
            <ac:spMk id="90" creationId="{88EFB81F-F2CD-8494-67B0-67AF01F66924}"/>
          </ac:spMkLst>
        </pc:spChg>
        <pc:spChg chg="add mod">
          <ac:chgData name="昕 许" userId="a2975fcd840abfc3" providerId="LiveId" clId="{49CCD4F9-177C-4270-9A14-60236FF377E8}" dt="2026-04-12T02:52:06.606" v="7231" actId="14100"/>
          <ac:spMkLst>
            <pc:docMk/>
            <pc:sldMk cId="1881908062" sldId="300"/>
            <ac:spMk id="93" creationId="{CA4AA5E7-3EB0-6312-0DC6-F2AE01E61688}"/>
          </ac:spMkLst>
        </pc:spChg>
        <pc:grpChg chg="add mod">
          <ac:chgData name="昕 许" userId="a2975fcd840abfc3" providerId="LiveId" clId="{49CCD4F9-177C-4270-9A14-60236FF377E8}" dt="2026-04-12T02:42:32.665" v="6960" actId="164"/>
          <ac:grpSpMkLst>
            <pc:docMk/>
            <pc:sldMk cId="1881908062" sldId="300"/>
            <ac:grpSpMk id="3" creationId="{943E04E4-14F2-4735-9333-1FB95E4FBE90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4" creationId="{61AE3A11-85BB-5814-EFCD-140142709004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13" creationId="{9CE29CA8-0B24-24BA-3AA0-B5D609F1DAE1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16" creationId="{9A595E12-984B-D566-EAA8-46F9E4D64F17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19" creationId="{449B024E-0A7C-22CC-F16A-B6CE23B19CFC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22" creationId="{046D5AD6-830F-9D79-1204-003F81152950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25" creationId="{D1570FE3-AFE5-1777-DAB7-FD0A70EFF51D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28" creationId="{6AA59212-FD2C-5F6B-513C-43F561AEEEE5}"/>
          </ac:grpSpMkLst>
        </pc:grpChg>
        <pc:grpChg chg="mod">
          <ac:chgData name="昕 许" userId="a2975fcd840abfc3" providerId="LiveId" clId="{49CCD4F9-177C-4270-9A14-60236FF377E8}" dt="2026-04-12T02:46:32.500" v="7002" actId="164"/>
          <ac:grpSpMkLst>
            <pc:docMk/>
            <pc:sldMk cId="1881908062" sldId="300"/>
            <ac:grpSpMk id="35" creationId="{64F539CA-C5D8-1652-9B77-E326C175B134}"/>
          </ac:grpSpMkLst>
        </pc:grpChg>
        <pc:grpChg chg="mod">
          <ac:chgData name="昕 许" userId="a2975fcd840abfc3" providerId="LiveId" clId="{49CCD4F9-177C-4270-9A14-60236FF377E8}" dt="2026-04-12T02:46:32.500" v="7002" actId="164"/>
          <ac:grpSpMkLst>
            <pc:docMk/>
            <pc:sldMk cId="1881908062" sldId="300"/>
            <ac:grpSpMk id="36" creationId="{88A4CF8C-A9EF-C414-350D-B28497E3DD97}"/>
          </ac:grpSpMkLst>
        </pc:grpChg>
        <pc:grpChg chg="add 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50" creationId="{162D9EA1-5574-1E31-0699-65A5C0A91162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53" creationId="{CFB772BE-DB9E-EC52-F60D-D1199053A30C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56" creationId="{8705648F-33DF-63A3-0658-D38CF1341064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59" creationId="{E53E8B7B-B4BE-1E66-8D41-7C2A7CBDC194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62" creationId="{9D0E71FC-DC23-77C3-DFB6-A583D1104934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65" creationId="{7EC26C8D-D5E3-0572-E07E-D16B0A485FEB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68" creationId="{08ECE9F6-1A2F-A337-ED10-0BC39763DE78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71" creationId="{5A7BA942-9E34-B306-FACF-DE34CDF2C914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74" creationId="{F63233AC-F54B-253B-7FD9-934BD752630F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77" creationId="{A954BF1E-76DA-3A37-2AC1-43883C2D16ED}"/>
          </ac:grpSpMkLst>
        </pc:grpChg>
        <pc:grpChg chg="del mod">
          <ac:chgData name="昕 许" userId="a2975fcd840abfc3" providerId="LiveId" clId="{49CCD4F9-177C-4270-9A14-60236FF377E8}" dt="2026-04-12T02:51:14.881" v="7195" actId="478"/>
          <ac:grpSpMkLst>
            <pc:docMk/>
            <pc:sldMk cId="1881908062" sldId="300"/>
            <ac:grpSpMk id="80" creationId="{B3026D13-E83A-18D2-6F06-DDA51AA4DCDC}"/>
          </ac:grpSpMkLst>
        </pc:grpChg>
        <pc:picChg chg="add del mod">
          <ac:chgData name="昕 许" userId="a2975fcd840abfc3" providerId="LiveId" clId="{49CCD4F9-177C-4270-9A14-60236FF377E8}" dt="2026-04-12T02:46:37.670" v="7009" actId="478"/>
          <ac:picMkLst>
            <pc:docMk/>
            <pc:sldMk cId="1881908062" sldId="300"/>
            <ac:picMk id="47" creationId="{0C697854-555B-5C1B-8A7B-7DBE990570EF}"/>
          </ac:picMkLst>
        </pc:picChg>
        <pc:picChg chg="add del mod">
          <ac:chgData name="昕 许" userId="a2975fcd840abfc3" providerId="LiveId" clId="{49CCD4F9-177C-4270-9A14-60236FF377E8}" dt="2026-04-12T02:46:35.900" v="7006" actId="478"/>
          <ac:picMkLst>
            <pc:docMk/>
            <pc:sldMk cId="1881908062" sldId="300"/>
            <ac:picMk id="48" creationId="{A487411B-FB83-48D3-2120-AED3C910B389}"/>
          </ac:picMkLst>
        </pc:picChg>
        <pc:picChg chg="add del mod">
          <ac:chgData name="昕 许" userId="a2975fcd840abfc3" providerId="LiveId" clId="{49CCD4F9-177C-4270-9A14-60236FF377E8}" dt="2026-04-12T02:46:35.267" v="7005" actId="478"/>
          <ac:picMkLst>
            <pc:docMk/>
            <pc:sldMk cId="1881908062" sldId="300"/>
            <ac:picMk id="49" creationId="{D111B1B2-C39E-7F76-222D-76C01824FF4A}"/>
          </ac:picMkLst>
        </pc:picChg>
        <pc:cxnChg chg="add del mod">
          <ac:chgData name="昕 许" userId="a2975fcd840abfc3" providerId="LiveId" clId="{49CCD4F9-177C-4270-9A14-60236FF377E8}" dt="2026-04-12T02:46:37.062" v="7008" actId="478"/>
          <ac:cxnSpMkLst>
            <pc:docMk/>
            <pc:sldMk cId="1881908062" sldId="300"/>
            <ac:cxnSpMk id="32" creationId="{3CF30E1B-0AEB-3D9E-CA3A-8267DBBC2664}"/>
          </ac:cxnSpMkLst>
        </pc:cxnChg>
        <pc:cxnChg chg="mod">
          <ac:chgData name="昕 许" userId="a2975fcd840abfc3" providerId="LiveId" clId="{49CCD4F9-177C-4270-9A14-60236FF377E8}" dt="2026-04-12T02:42:32.665" v="6960" actId="164"/>
          <ac:cxnSpMkLst>
            <pc:docMk/>
            <pc:sldMk cId="1881908062" sldId="300"/>
            <ac:cxnSpMk id="33" creationId="{ADAEF6A1-C69B-0F68-6C48-8BCF27017FA1}"/>
          </ac:cxnSpMkLst>
        </pc:cxnChg>
        <pc:cxnChg chg="mod">
          <ac:chgData name="昕 许" userId="a2975fcd840abfc3" providerId="LiveId" clId="{49CCD4F9-177C-4270-9A14-60236FF377E8}" dt="2026-04-12T02:42:32.665" v="6960" actId="164"/>
          <ac:cxnSpMkLst>
            <pc:docMk/>
            <pc:sldMk cId="1881908062" sldId="300"/>
            <ac:cxnSpMk id="37" creationId="{577CDDFF-2853-EE87-E2E4-3BE79E7BBB90}"/>
          </ac:cxnSpMkLst>
        </pc:cxnChg>
        <pc:cxnChg chg="add del mod">
          <ac:chgData name="昕 许" userId="a2975fcd840abfc3" providerId="LiveId" clId="{49CCD4F9-177C-4270-9A14-60236FF377E8}" dt="2026-04-12T02:46:36.474" v="7007" actId="478"/>
          <ac:cxnSpMkLst>
            <pc:docMk/>
            <pc:sldMk cId="1881908062" sldId="300"/>
            <ac:cxnSpMk id="41" creationId="{61BD552E-9CD1-FB25-2412-3E3214DE0895}"/>
          </ac:cxnSpMkLst>
        </pc:cxnChg>
        <pc:cxnChg chg="add del mod">
          <ac:chgData name="昕 许" userId="a2975fcd840abfc3" providerId="LiveId" clId="{49CCD4F9-177C-4270-9A14-60236FF377E8}" dt="2026-04-12T02:46:34.820" v="7004" actId="478"/>
          <ac:cxnSpMkLst>
            <pc:docMk/>
            <pc:sldMk cId="1881908062" sldId="300"/>
            <ac:cxnSpMk id="45" creationId="{A918233B-D4B5-AC82-971A-FCC6032470E2}"/>
          </ac:cxnSpMkLst>
        </pc:cxnChg>
        <pc:cxnChg chg="add del mod">
          <ac:chgData name="昕 许" userId="a2975fcd840abfc3" providerId="LiveId" clId="{49CCD4F9-177C-4270-9A14-60236FF377E8}" dt="2026-04-12T02:52:15.246" v="7233" actId="478"/>
          <ac:cxnSpMkLst>
            <pc:docMk/>
            <pc:sldMk cId="1881908062" sldId="300"/>
            <ac:cxnSpMk id="89" creationId="{43185D13-711E-DA18-5E62-FF97E22FE58F}"/>
          </ac:cxnSpMkLst>
        </pc:cxnChg>
        <pc:cxnChg chg="add del mod">
          <ac:chgData name="昕 许" userId="a2975fcd840abfc3" providerId="LiveId" clId="{49CCD4F9-177C-4270-9A14-60236FF377E8}" dt="2026-04-12T02:51:59.760" v="7227" actId="478"/>
          <ac:cxnSpMkLst>
            <pc:docMk/>
            <pc:sldMk cId="1881908062" sldId="300"/>
            <ac:cxnSpMk id="92" creationId="{B16DAD0D-006E-4FFA-1914-7DA24C262DEF}"/>
          </ac:cxnSpMkLst>
        </pc:cxnChg>
        <pc:cxnChg chg="add mod">
          <ac:chgData name="昕 许" userId="a2975fcd840abfc3" providerId="LiveId" clId="{49CCD4F9-177C-4270-9A14-60236FF377E8}" dt="2026-04-12T02:52:18.286" v="7234" actId="208"/>
          <ac:cxnSpMkLst>
            <pc:docMk/>
            <pc:sldMk cId="1881908062" sldId="300"/>
            <ac:cxnSpMk id="95" creationId="{671365A4-BA4C-504E-3FD4-7DFABD998CF8}"/>
          </ac:cxnSpMkLst>
        </pc:cxnChg>
      </pc:sldChg>
      <pc:sldChg chg="add del modTransition">
        <pc:chgData name="昕 许" userId="a2975fcd840abfc3" providerId="LiveId" clId="{49CCD4F9-177C-4270-9A14-60236FF377E8}" dt="2026-04-12T04:54:23.906" v="7272" actId="47"/>
        <pc:sldMkLst>
          <pc:docMk/>
          <pc:sldMk cId="1168477561" sldId="301"/>
        </pc:sldMkLst>
      </pc:sldChg>
      <pc:sldChg chg="addSp delSp modSp add del mod modTransition">
        <pc:chgData name="昕 许" userId="a2975fcd840abfc3" providerId="LiveId" clId="{49CCD4F9-177C-4270-9A14-60236FF377E8}" dt="2026-04-12T04:54:24.068" v="7273" actId="47"/>
        <pc:sldMkLst>
          <pc:docMk/>
          <pc:sldMk cId="2676725650" sldId="302"/>
        </pc:sldMkLst>
        <pc:spChg chg="mod">
          <ac:chgData name="昕 许" userId="a2975fcd840abfc3" providerId="LiveId" clId="{49CCD4F9-177C-4270-9A14-60236FF377E8}" dt="2026-04-12T02:49:40.095" v="7120" actId="20577"/>
          <ac:spMkLst>
            <pc:docMk/>
            <pc:sldMk cId="2676725650" sldId="302"/>
            <ac:spMk id="14" creationId="{5906373C-0A01-3971-AB71-6A71150CB672}"/>
          </ac:spMkLst>
        </pc:spChg>
        <pc:spChg chg="mod">
          <ac:chgData name="昕 许" userId="a2975fcd840abfc3" providerId="LiveId" clId="{49CCD4F9-177C-4270-9A14-60236FF377E8}" dt="2026-04-12T02:49:40.095" v="7120" actId="20577"/>
          <ac:spMkLst>
            <pc:docMk/>
            <pc:sldMk cId="2676725650" sldId="302"/>
            <ac:spMk id="15" creationId="{B3137A5B-627F-BEC3-CBC0-410328D8AC94}"/>
          </ac:spMkLst>
        </pc:spChg>
        <pc:spChg chg="mod">
          <ac:chgData name="昕 许" userId="a2975fcd840abfc3" providerId="LiveId" clId="{49CCD4F9-177C-4270-9A14-60236FF377E8}" dt="2026-04-12T02:49:41.780" v="7122" actId="20577"/>
          <ac:spMkLst>
            <pc:docMk/>
            <pc:sldMk cId="2676725650" sldId="302"/>
            <ac:spMk id="23" creationId="{FC9B85BD-8059-13EA-69F1-F46F573DB3C5}"/>
          </ac:spMkLst>
        </pc:spChg>
        <pc:spChg chg="mod">
          <ac:chgData name="昕 许" userId="a2975fcd840abfc3" providerId="LiveId" clId="{49CCD4F9-177C-4270-9A14-60236FF377E8}" dt="2026-04-12T02:49:41.780" v="7122" actId="20577"/>
          <ac:spMkLst>
            <pc:docMk/>
            <pc:sldMk cId="2676725650" sldId="302"/>
            <ac:spMk id="24" creationId="{51005C3C-D42E-8B7C-54DC-BE870F00C410}"/>
          </ac:spMkLst>
        </pc:spChg>
        <pc:spChg chg="mod">
          <ac:chgData name="昕 许" userId="a2975fcd840abfc3" providerId="LiveId" clId="{49CCD4F9-177C-4270-9A14-60236FF377E8}" dt="2026-04-12T02:47:44.953" v="7013"/>
          <ac:spMkLst>
            <pc:docMk/>
            <pc:sldMk cId="2676725650" sldId="302"/>
            <ac:spMk id="39" creationId="{04012097-1F17-92BF-A035-ACF67A2F80F0}"/>
          </ac:spMkLst>
        </pc:spChg>
        <pc:spChg chg="add mod">
          <ac:chgData name="昕 许" userId="a2975fcd840abfc3" providerId="LiveId" clId="{49CCD4F9-177C-4270-9A14-60236FF377E8}" dt="2026-04-12T02:49:38.850" v="7118" actId="1076"/>
          <ac:spMkLst>
            <pc:docMk/>
            <pc:sldMk cId="2676725650" sldId="302"/>
            <ac:spMk id="46" creationId="{AF7194E5-6233-DA24-AAC0-00D479CCA784}"/>
          </ac:spMkLst>
        </pc:spChg>
        <pc:spChg chg="add mod">
          <ac:chgData name="昕 许" userId="a2975fcd840abfc3" providerId="LiveId" clId="{49CCD4F9-177C-4270-9A14-60236FF377E8}" dt="2026-04-12T02:50:06.124" v="7165" actId="20577"/>
          <ac:spMkLst>
            <pc:docMk/>
            <pc:sldMk cId="2676725650" sldId="302"/>
            <ac:spMk id="57" creationId="{7FFF280E-2F15-B0FE-6EDC-F1C088EC5522}"/>
          </ac:spMkLst>
        </pc:spChg>
        <pc:spChg chg="add mod">
          <ac:chgData name="昕 许" userId="a2975fcd840abfc3" providerId="LiveId" clId="{49CCD4F9-177C-4270-9A14-60236FF377E8}" dt="2026-04-12T02:50:00.803" v="7163"/>
          <ac:spMkLst>
            <pc:docMk/>
            <pc:sldMk cId="2676725650" sldId="302"/>
            <ac:spMk id="58" creationId="{335565AA-325B-A502-D339-2C82B1ED1B6E}"/>
          </ac:spMkLst>
        </pc:spChg>
        <pc:grpChg chg="add mod">
          <ac:chgData name="昕 许" userId="a2975fcd840abfc3" providerId="LiveId" clId="{49CCD4F9-177C-4270-9A14-60236FF377E8}" dt="2026-04-12T02:47:49.708" v="7014" actId="1076"/>
          <ac:grpSpMkLst>
            <pc:docMk/>
            <pc:sldMk cId="2676725650" sldId="302"/>
            <ac:grpSpMk id="3" creationId="{FA74162B-F2C3-ED34-B1C6-805DF843D63A}"/>
          </ac:grpSpMkLst>
        </pc:grpChg>
        <pc:grpChg chg="mod">
          <ac:chgData name="昕 许" userId="a2975fcd840abfc3" providerId="LiveId" clId="{49CCD4F9-177C-4270-9A14-60236FF377E8}" dt="2026-04-12T02:49:40.095" v="7120" actId="20577"/>
          <ac:grpSpMkLst>
            <pc:docMk/>
            <pc:sldMk cId="2676725650" sldId="302"/>
            <ac:grpSpMk id="13" creationId="{4D844C1A-D81A-AF38-0EAD-4F21A821B29A}"/>
          </ac:grpSpMkLst>
        </pc:grpChg>
        <pc:grpChg chg="mod">
          <ac:chgData name="昕 许" userId="a2975fcd840abfc3" providerId="LiveId" clId="{49CCD4F9-177C-4270-9A14-60236FF377E8}" dt="2026-04-12T02:49:41.780" v="7122" actId="20577"/>
          <ac:grpSpMkLst>
            <pc:docMk/>
            <pc:sldMk cId="2676725650" sldId="302"/>
            <ac:grpSpMk id="22" creationId="{0A06E403-F296-D3A8-36A0-E0C19C8834EB}"/>
          </ac:grpSpMkLst>
        </pc:grpChg>
        <pc:grpChg chg="mod">
          <ac:chgData name="昕 许" userId="a2975fcd840abfc3" providerId="LiveId" clId="{49CCD4F9-177C-4270-9A14-60236FF377E8}" dt="2026-04-12T02:47:30.274" v="7012" actId="1076"/>
          <ac:grpSpMkLst>
            <pc:docMk/>
            <pc:sldMk cId="2676725650" sldId="302"/>
            <ac:grpSpMk id="35" creationId="{F150BAF9-5B6D-80C1-69D9-70B2B97DE9A8}"/>
          </ac:grpSpMkLst>
        </pc:grpChg>
        <pc:cxnChg chg="mod">
          <ac:chgData name="昕 许" userId="a2975fcd840abfc3" providerId="LiveId" clId="{49CCD4F9-177C-4270-9A14-60236FF377E8}" dt="2026-04-12T02:48:00.748" v="7015" actId="693"/>
          <ac:cxnSpMkLst>
            <pc:docMk/>
            <pc:sldMk cId="2676725650" sldId="302"/>
            <ac:cxnSpMk id="31" creationId="{710D1EA1-B027-DF3D-C7E3-8B4BB0F30263}"/>
          </ac:cxnSpMkLst>
        </pc:cxnChg>
        <pc:cxnChg chg="add del mod">
          <ac:chgData name="昕 许" userId="a2975fcd840abfc3" providerId="LiveId" clId="{49CCD4F9-177C-4270-9A14-60236FF377E8}" dt="2026-04-12T02:48:06.551" v="7017" actId="11529"/>
          <ac:cxnSpMkLst>
            <pc:docMk/>
            <pc:sldMk cId="2676725650" sldId="302"/>
            <ac:cxnSpMk id="42" creationId="{74DE958F-DC1D-D189-794E-58B03CF4A90B}"/>
          </ac:cxnSpMkLst>
        </pc:cxnChg>
        <pc:cxnChg chg="add mod">
          <ac:chgData name="昕 许" userId="a2975fcd840abfc3" providerId="LiveId" clId="{49CCD4F9-177C-4270-9A14-60236FF377E8}" dt="2026-04-12T02:48:15.236" v="7019" actId="208"/>
          <ac:cxnSpMkLst>
            <pc:docMk/>
            <pc:sldMk cId="2676725650" sldId="302"/>
            <ac:cxnSpMk id="44" creationId="{34284A78-9CD1-3522-4D08-9CB2C71902D7}"/>
          </ac:cxnSpMkLst>
        </pc:cxnChg>
        <pc:cxnChg chg="add mod">
          <ac:chgData name="昕 许" userId="a2975fcd840abfc3" providerId="LiveId" clId="{49CCD4F9-177C-4270-9A14-60236FF377E8}" dt="2026-04-12T02:49:41.780" v="7122" actId="20577"/>
          <ac:cxnSpMkLst>
            <pc:docMk/>
            <pc:sldMk cId="2676725650" sldId="302"/>
            <ac:cxnSpMk id="50" creationId="{95A40362-75A6-80A3-B27D-284A7AA451AB}"/>
          </ac:cxnSpMkLst>
        </pc:cxnChg>
        <pc:cxnChg chg="add mod">
          <ac:chgData name="昕 许" userId="a2975fcd840abfc3" providerId="LiveId" clId="{49CCD4F9-177C-4270-9A14-60236FF377E8}" dt="2026-04-12T02:49:13.096" v="7096" actId="14100"/>
          <ac:cxnSpMkLst>
            <pc:docMk/>
            <pc:sldMk cId="2676725650" sldId="302"/>
            <ac:cxnSpMk id="54" creationId="{B42DDFBA-223D-CCB6-2988-DBB49F383E6D}"/>
          </ac:cxnSpMkLst>
        </pc:cxnChg>
      </pc:sldChg>
      <pc:sldChg chg="addSp delSp modSp add del mod modTransition">
        <pc:chgData name="昕 许" userId="a2975fcd840abfc3" providerId="LiveId" clId="{49CCD4F9-177C-4270-9A14-60236FF377E8}" dt="2026-04-12T04:54:24.242" v="7274" actId="47"/>
        <pc:sldMkLst>
          <pc:docMk/>
          <pc:sldMk cId="3617853704" sldId="303"/>
        </pc:sldMkLst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6" creationId="{C45AC71D-E1BE-EC5B-EE82-FD25F5D4E5B8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8" creationId="{8A79F3EA-4096-1189-B5B9-D7CBE59B3C7D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9" creationId="{700506FB-A3CA-4EEF-C55F-483F5DDA8D80}"/>
          </ac:spMkLst>
        </pc:spChg>
        <pc:spChg chg="mod">
          <ac:chgData name="昕 许" userId="a2975fcd840abfc3" providerId="LiveId" clId="{49CCD4F9-177C-4270-9A14-60236FF377E8}" dt="2026-04-12T02:56:33.471" v="7238" actId="20577"/>
          <ac:spMkLst>
            <pc:docMk/>
            <pc:sldMk cId="3617853704" sldId="303"/>
            <ac:spMk id="11" creationId="{3692F36F-D105-1293-E57A-403890AADE09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12" creationId="{8AF75EC7-65E7-B2DA-3D28-6CC91336E9DC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14" creationId="{365BACCC-2F6C-9127-6631-1C392F357D71}"/>
          </ac:spMkLst>
        </pc:spChg>
        <pc:spChg chg="mod">
          <ac:chgData name="昕 许" userId="a2975fcd840abfc3" providerId="LiveId" clId="{49CCD4F9-177C-4270-9A14-60236FF377E8}" dt="2026-04-12T02:56:35.197" v="7240" actId="20577"/>
          <ac:spMkLst>
            <pc:docMk/>
            <pc:sldMk cId="3617853704" sldId="303"/>
            <ac:spMk id="15" creationId="{CB35ADA2-8193-F152-4475-E1FC41ACA72E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20" creationId="{04DDD07E-F861-65B3-4A36-B7F8183686CB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24" creationId="{64AA4C36-A313-5774-27B0-CEB47D24F6D0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26" creationId="{135418A5-DC6D-4C43-91DD-68C84EFE2451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27" creationId="{D18EFF28-228A-5304-450F-7665020FD44F}"/>
          </ac:spMkLst>
        </pc:spChg>
        <pc:spChg chg="mod">
          <ac:chgData name="昕 许" userId="a2975fcd840abfc3" providerId="LiveId" clId="{49CCD4F9-177C-4270-9A14-60236FF377E8}" dt="2026-04-12T02:56:40.115" v="7244" actId="20577"/>
          <ac:spMkLst>
            <pc:docMk/>
            <pc:sldMk cId="3617853704" sldId="303"/>
            <ac:spMk id="29" creationId="{BD5834A7-EFB4-A10A-1487-5B4BC421FD31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30" creationId="{5CB4A824-A06A-B0CA-F4BC-AACFECF3A467}"/>
          </ac:spMkLst>
        </pc:spChg>
        <pc:grpChg chg="add mod">
          <ac:chgData name="昕 许" userId="a2975fcd840abfc3" providerId="LiveId" clId="{49CCD4F9-177C-4270-9A14-60236FF377E8}" dt="2026-04-12T02:58:13.480" v="7255" actId="1076"/>
          <ac:grpSpMkLst>
            <pc:docMk/>
            <pc:sldMk cId="3617853704" sldId="303"/>
            <ac:grpSpMk id="2" creationId="{F32B3FFD-8929-7C4D-713D-4426A7BBF9F3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4" creationId="{E175050F-41B9-87EC-7DB2-ABB7132BAA4A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7" creationId="{7B058F6D-75E3-71E7-2257-9D281A6BD528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10" creationId="{2AD21907-5533-ADDC-1076-FC69CC3BC908}"/>
          </ac:grpSpMkLst>
        </pc:grpChg>
        <pc:grpChg chg="mod">
          <ac:chgData name="昕 许" userId="a2975fcd840abfc3" providerId="LiveId" clId="{49CCD4F9-177C-4270-9A14-60236FF377E8}" dt="2026-04-12T02:57:16.256" v="7246" actId="1076"/>
          <ac:grpSpMkLst>
            <pc:docMk/>
            <pc:sldMk cId="3617853704" sldId="303"/>
            <ac:grpSpMk id="13" creationId="{FA5B60BA-9C3C-87AB-6B27-6FE66D7D16C5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16" creationId="{C57FC3DC-632D-049B-7DC5-AAC503C74763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19" creationId="{D8CF8983-D700-8BF8-6E1E-FB7ADD5A2D78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22" creationId="{AAA04FEA-A900-B9AE-6F0B-78F36208B651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25" creationId="{A0DF3E5F-D3FE-E353-8953-BEA2D8F3DF7A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28" creationId="{66DF9BAC-3953-9935-9D99-63CA5108468C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36" creationId="{B603A59A-50AC-4C86-C6A3-4C13055ACBAD}"/>
          </ac:grpSpMkLst>
        </pc:grpChg>
      </pc:sldChg>
      <pc:sldChg chg="addSp delSp modSp add del mod modTransition">
        <pc:chgData name="昕 许" userId="a2975fcd840abfc3" providerId="LiveId" clId="{49CCD4F9-177C-4270-9A14-60236FF377E8}" dt="2026-04-12T04:54:24.635" v="7275" actId="47"/>
        <pc:sldMkLst>
          <pc:docMk/>
          <pc:sldMk cId="3825945024" sldId="304"/>
        </pc:sldMkLst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8" creationId="{57BB4959-A46A-048B-8964-A47EDB18B56C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11" creationId="{15BB1004-C3A7-CB7A-C383-8AB4D78923DD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12" creationId="{7E575A87-D965-0171-DEAE-33A1E89FBAEE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14" creationId="{FD34B194-B591-31DF-EB26-6F6DBC83C499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15" creationId="{CCC7CA42-5881-3C95-A17E-F41BAEE87E18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21" creationId="{9B6D3EEE-E047-FA18-02C9-CA8C45224E1C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23" creationId="{862E8E3D-5943-FE42-C5F6-5090FDC55538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24" creationId="{7EA4F07E-9885-4DC4-5F8C-B1654AB9FB25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27" creationId="{F297894A-6B30-F4D4-2BD7-354752E43B54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34" creationId="{FE728B2C-DC03-5537-612A-0F56AA0AB686}"/>
          </ac:spMkLst>
        </pc:spChg>
        <pc:grpChg chg="add mod">
          <ac:chgData name="昕 许" userId="a2975fcd840abfc3" providerId="LiveId" clId="{49CCD4F9-177C-4270-9A14-60236FF377E8}" dt="2026-04-12T02:58:33.390" v="7262" actId="1076"/>
          <ac:grpSpMkLst>
            <pc:docMk/>
            <pc:sldMk cId="3825945024" sldId="304"/>
            <ac:grpSpMk id="3" creationId="{F5AFD05A-E304-0F0D-4773-4730265A08C4}"/>
          </ac:grpSpMkLst>
        </pc:grpChg>
        <pc:grpChg chg="mod">
          <ac:chgData name="昕 许" userId="a2975fcd840abfc3" providerId="LiveId" clId="{49CCD4F9-177C-4270-9A14-60236FF377E8}" dt="2026-04-12T02:58:27.752" v="7259" actId="164"/>
          <ac:grpSpMkLst>
            <pc:docMk/>
            <pc:sldMk cId="3825945024" sldId="304"/>
            <ac:grpSpMk id="35" creationId="{86027791-67EF-9E2A-1345-61E336BA668C}"/>
          </ac:grpSpMkLst>
        </pc:grpChg>
        <pc:grpChg chg="mod">
          <ac:chgData name="昕 许" userId="a2975fcd840abfc3" providerId="LiveId" clId="{49CCD4F9-177C-4270-9A14-60236FF377E8}" dt="2026-04-12T02:58:27.752" v="7259" actId="164"/>
          <ac:grpSpMkLst>
            <pc:docMk/>
            <pc:sldMk cId="3825945024" sldId="304"/>
            <ac:grpSpMk id="36" creationId="{B06F5A71-61CD-0292-3835-46B8A116C17B}"/>
          </ac:grpSpMkLst>
        </pc:grpChg>
      </pc:sldChg>
      <pc:sldChg chg="addSp delSp modSp add mod modTransition">
        <pc:chgData name="昕 许" userId="a2975fcd840abfc3" providerId="LiveId" clId="{49CCD4F9-177C-4270-9A14-60236FF377E8}" dt="2026-04-12T04:58:25.403" v="7359" actId="207"/>
        <pc:sldMkLst>
          <pc:docMk/>
          <pc:sldMk cId="4267806618" sldId="305"/>
        </pc:sldMkLst>
        <pc:spChg chg="mod">
          <ac:chgData name="昕 许" userId="a2975fcd840abfc3" providerId="LiveId" clId="{49CCD4F9-177C-4270-9A14-60236FF377E8}" dt="2026-04-12T04:54:34.440" v="7279" actId="20577"/>
          <ac:spMkLst>
            <pc:docMk/>
            <pc:sldMk cId="4267806618" sldId="305"/>
            <ac:spMk id="8" creationId="{1CB038FA-C3ED-E045-6D51-1900A38A5C0E}"/>
          </ac:spMkLst>
        </pc:spChg>
        <pc:spChg chg="mod">
          <ac:chgData name="昕 许" userId="a2975fcd840abfc3" providerId="LiveId" clId="{49CCD4F9-177C-4270-9A14-60236FF377E8}" dt="2026-04-12T04:58:17.215" v="7356" actId="207"/>
          <ac:spMkLst>
            <pc:docMk/>
            <pc:sldMk cId="4267806618" sldId="305"/>
            <ac:spMk id="9" creationId="{C8994F61-2637-1827-DB79-3645D0077CCA}"/>
          </ac:spMkLst>
        </pc:spChg>
        <pc:spChg chg="mod">
          <ac:chgData name="昕 许" userId="a2975fcd840abfc3" providerId="LiveId" clId="{49CCD4F9-177C-4270-9A14-60236FF377E8}" dt="2026-04-12T04:54:37.149" v="7281" actId="20577"/>
          <ac:spMkLst>
            <pc:docMk/>
            <pc:sldMk cId="4267806618" sldId="305"/>
            <ac:spMk id="12" creationId="{9C0EF1F1-F34A-349D-9080-064FE4E8B8D0}"/>
          </ac:spMkLst>
        </pc:spChg>
        <pc:spChg chg="mod">
          <ac:chgData name="昕 许" userId="a2975fcd840abfc3" providerId="LiveId" clId="{49CCD4F9-177C-4270-9A14-60236FF377E8}" dt="2026-04-12T04:54:43.681" v="7285" actId="20577"/>
          <ac:spMkLst>
            <pc:docMk/>
            <pc:sldMk cId="4267806618" sldId="305"/>
            <ac:spMk id="14" creationId="{0D367151-5E0F-AECD-8F3F-2FA7FCFFB25D}"/>
          </ac:spMkLst>
        </pc:spChg>
        <pc:spChg chg="mod">
          <ac:chgData name="昕 许" userId="a2975fcd840abfc3" providerId="LiveId" clId="{49CCD4F9-177C-4270-9A14-60236FF377E8}" dt="2026-04-12T04:54:43.681" v="7285" actId="20577"/>
          <ac:spMkLst>
            <pc:docMk/>
            <pc:sldMk cId="4267806618" sldId="305"/>
            <ac:spMk id="15" creationId="{5379A356-8B6E-C3CA-E0D4-D4129A8F1A3E}"/>
          </ac:spMkLst>
        </pc:spChg>
        <pc:spChg chg="mod">
          <ac:chgData name="昕 许" userId="a2975fcd840abfc3" providerId="LiveId" clId="{49CCD4F9-177C-4270-9A14-60236FF377E8}" dt="2026-04-12T04:54:45.022" v="7286" actId="20577"/>
          <ac:spMkLst>
            <pc:docMk/>
            <pc:sldMk cId="4267806618" sldId="305"/>
            <ac:spMk id="17" creationId="{EBCF422F-DD74-68C4-7236-C2062C48D15B}"/>
          </ac:spMkLst>
        </pc:spChg>
        <pc:spChg chg="mod">
          <ac:chgData name="昕 许" userId="a2975fcd840abfc3" providerId="LiveId" clId="{49CCD4F9-177C-4270-9A14-60236FF377E8}" dt="2026-04-12T04:58:20.047" v="7357" actId="207"/>
          <ac:spMkLst>
            <pc:docMk/>
            <pc:sldMk cId="4267806618" sldId="305"/>
            <ac:spMk id="18" creationId="{3ACBF0E0-6FB9-B5D2-2764-E866D880BAD6}"/>
          </ac:spMkLst>
        </pc:spChg>
        <pc:spChg chg="mod">
          <ac:chgData name="昕 许" userId="a2975fcd840abfc3" providerId="LiveId" clId="{49CCD4F9-177C-4270-9A14-60236FF377E8}" dt="2026-04-12T04:54:47.571" v="7290" actId="20577"/>
          <ac:spMkLst>
            <pc:docMk/>
            <pc:sldMk cId="4267806618" sldId="305"/>
            <ac:spMk id="20" creationId="{1A297A09-C597-6103-C9EC-C4E5DB1FA098}"/>
          </ac:spMkLst>
        </pc:spChg>
        <pc:spChg chg="mod">
          <ac:chgData name="昕 许" userId="a2975fcd840abfc3" providerId="LiveId" clId="{49CCD4F9-177C-4270-9A14-60236FF377E8}" dt="2026-04-12T04:54:47.571" v="7290" actId="20577"/>
          <ac:spMkLst>
            <pc:docMk/>
            <pc:sldMk cId="4267806618" sldId="305"/>
            <ac:spMk id="21" creationId="{E0575199-B837-B577-63B4-D047BC628B89}"/>
          </ac:spMkLst>
        </pc:spChg>
        <pc:spChg chg="mod">
          <ac:chgData name="昕 许" userId="a2975fcd840abfc3" providerId="LiveId" clId="{49CCD4F9-177C-4270-9A14-60236FF377E8}" dt="2026-04-12T04:54:50.026" v="7291" actId="20577"/>
          <ac:spMkLst>
            <pc:docMk/>
            <pc:sldMk cId="4267806618" sldId="305"/>
            <ac:spMk id="23" creationId="{B28B2276-7758-E215-4F6C-19E17490F894}"/>
          </ac:spMkLst>
        </pc:spChg>
        <pc:spChg chg="mod">
          <ac:chgData name="昕 许" userId="a2975fcd840abfc3" providerId="LiveId" clId="{49CCD4F9-177C-4270-9A14-60236FF377E8}" dt="2026-04-12T04:54:50.026" v="7291" actId="20577"/>
          <ac:spMkLst>
            <pc:docMk/>
            <pc:sldMk cId="4267806618" sldId="305"/>
            <ac:spMk id="24" creationId="{992F82C4-A5B8-C687-69E1-C31170830083}"/>
          </ac:spMkLst>
        </pc:spChg>
        <pc:spChg chg="del">
          <ac:chgData name="昕 许" userId="a2975fcd840abfc3" providerId="LiveId" clId="{49CCD4F9-177C-4270-9A14-60236FF377E8}" dt="2026-04-12T04:54:30.266" v="7276" actId="478"/>
          <ac:spMkLst>
            <pc:docMk/>
            <pc:sldMk cId="4267806618" sldId="305"/>
            <ac:spMk id="34" creationId="{58148DCA-A591-199B-20E0-E469E6D8EE54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0" creationId="{6D8660B2-3C23-C9B4-A030-B9B300FA1891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3" creationId="{4E76F248-8FBD-E90A-72F5-3A199CE8E901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4" creationId="{46504A1C-87BE-2C69-2D29-D1204357A642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5" creationId="{80F193E4-8C29-16A2-14C7-E49E78D2BDFB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6" creationId="{01C7CB34-47EF-EEAA-69BE-E51D8F67CB91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7" creationId="{DE9CB12B-4C15-0D36-9B33-F21100F479ED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8" creationId="{68EA1D51-70FB-FFD4-2B2B-1D92B9D85FA8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9" creationId="{0768BB11-F650-BB4D-A8C7-9994C2E76D2B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50" creationId="{E888B825-9DC1-A7CA-A647-DBE38D46EF25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51" creationId="{8FB67E96-ACE4-13D7-3BCF-29472DBAA8AF}"/>
          </ac:spMkLst>
        </pc:spChg>
        <pc:spChg chg="add mod">
          <ac:chgData name="昕 许" userId="a2975fcd840abfc3" providerId="LiveId" clId="{49CCD4F9-177C-4270-9A14-60236FF377E8}" dt="2026-04-12T04:56:45.329" v="7330" actId="1076"/>
          <ac:spMkLst>
            <pc:docMk/>
            <pc:sldMk cId="4267806618" sldId="305"/>
            <ac:spMk id="52" creationId="{565E0C4F-E1F9-8DAA-2491-117329402BC9}"/>
          </ac:spMkLst>
        </pc:spChg>
        <pc:spChg chg="add mod">
          <ac:chgData name="昕 许" userId="a2975fcd840abfc3" providerId="LiveId" clId="{49CCD4F9-177C-4270-9A14-60236FF377E8}" dt="2026-04-12T04:56:45.329" v="7330" actId="1076"/>
          <ac:spMkLst>
            <pc:docMk/>
            <pc:sldMk cId="4267806618" sldId="305"/>
            <ac:spMk id="53" creationId="{0CEA562E-1D69-48EF-326F-8E328DFAE2DC}"/>
          </ac:spMkLst>
        </pc:spChg>
        <pc:spChg chg="add mod">
          <ac:chgData name="昕 许" userId="a2975fcd840abfc3" providerId="LiveId" clId="{49CCD4F9-177C-4270-9A14-60236FF377E8}" dt="2026-04-12T04:57:16.072" v="7343" actId="14100"/>
          <ac:spMkLst>
            <pc:docMk/>
            <pc:sldMk cId="4267806618" sldId="305"/>
            <ac:spMk id="54" creationId="{C5F1AD0D-4800-464F-00DA-427F5542A7F0}"/>
          </ac:spMkLst>
        </pc:spChg>
        <pc:spChg chg="add mod">
          <ac:chgData name="昕 许" userId="a2975fcd840abfc3" providerId="LiveId" clId="{49CCD4F9-177C-4270-9A14-60236FF377E8}" dt="2026-04-12T04:56:45.329" v="7330" actId="1076"/>
          <ac:spMkLst>
            <pc:docMk/>
            <pc:sldMk cId="4267806618" sldId="305"/>
            <ac:spMk id="55" creationId="{E6AE2DB1-9F44-3AFD-B880-B91887CCD949}"/>
          </ac:spMkLst>
        </pc:spChg>
        <pc:spChg chg="add mod">
          <ac:chgData name="昕 许" userId="a2975fcd840abfc3" providerId="LiveId" clId="{49CCD4F9-177C-4270-9A14-60236FF377E8}" dt="2026-04-12T04:56:45.329" v="7330" actId="1076"/>
          <ac:spMkLst>
            <pc:docMk/>
            <pc:sldMk cId="4267806618" sldId="305"/>
            <ac:spMk id="56" creationId="{00982B1A-DF29-BD85-78BD-D2083BB6804D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58" creationId="{41C12657-BDA5-1845-8A46-2147E7986A81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64" creationId="{451ADA87-1579-D33A-C905-DB69935D608C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65" creationId="{64B95BEF-3A98-2EE3-D198-5BFC4B47C908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68" creationId="{BF1E2E99-6554-BE02-0875-01B50B564281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0" creationId="{1C4C080C-8BAF-B23B-C3C5-BBA4F2CB6FB5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1" creationId="{8C2EFD65-ACC8-C481-A151-E39E11A02888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4" creationId="{0683C76F-E072-2129-CE1D-9499EDA70E10}"/>
          </ac:spMkLst>
        </pc:spChg>
        <pc:spChg chg="add 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5" creationId="{E761305A-582C-FC2A-0D7E-C7397A29759E}"/>
          </ac:spMkLst>
        </pc:spChg>
        <pc:spChg chg="add 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6" creationId="{B74ABA09-A833-2E85-6E89-86D7C4FA124D}"/>
          </ac:spMkLst>
        </pc:spChg>
        <pc:spChg chg="add 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8" creationId="{E0062178-07B8-73FD-E87B-5C5709C11CC7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81" creationId="{16F6499F-DCA6-E82A-3E91-7D07663046E3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82" creationId="{5E669E87-E480-3255-B831-1130A3AFA05E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84" creationId="{43B2FE7A-C77E-E8B2-8626-E85732581CEF}"/>
          </ac:spMkLst>
        </pc:spChg>
        <pc:spChg chg="mod">
          <ac:chgData name="昕 许" userId="a2975fcd840abfc3" providerId="LiveId" clId="{49CCD4F9-177C-4270-9A14-60236FF377E8}" dt="2026-04-12T04:58:22.846" v="7358" actId="207"/>
          <ac:spMkLst>
            <pc:docMk/>
            <pc:sldMk cId="4267806618" sldId="305"/>
            <ac:spMk id="85" creationId="{441BBFBC-B5EA-0D07-0263-86B62BD0B113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88" creationId="{4A502CA0-000F-71A4-2B46-BBF20785B34F}"/>
          </ac:spMkLst>
        </pc:spChg>
        <pc:spChg chg="mod">
          <ac:chgData name="昕 许" userId="a2975fcd840abfc3" providerId="LiveId" clId="{49CCD4F9-177C-4270-9A14-60236FF377E8}" dt="2026-04-12T04:56:59.601" v="7337" actId="20577"/>
          <ac:spMkLst>
            <pc:docMk/>
            <pc:sldMk cId="4267806618" sldId="305"/>
            <ac:spMk id="90" creationId="{DEA7DFCA-63E5-F59F-604A-42FB064ABADB}"/>
          </ac:spMkLst>
        </pc:spChg>
        <pc:spChg chg="mod">
          <ac:chgData name="昕 许" userId="a2975fcd840abfc3" providerId="LiveId" clId="{49CCD4F9-177C-4270-9A14-60236FF377E8}" dt="2026-04-12T04:58:25.403" v="7359" actId="207"/>
          <ac:spMkLst>
            <pc:docMk/>
            <pc:sldMk cId="4267806618" sldId="305"/>
            <ac:spMk id="91" creationId="{16D9813C-A9C7-648C-5912-150030169D97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93" creationId="{6287D4F9-E1CF-8508-3A5C-2BB60D9B111F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97" creationId="{0A45C806-2ED4-68B1-7BBB-3BB7DD9C1F34}"/>
          </ac:spMkLst>
        </pc:spChg>
        <pc:spChg chg="add mod">
          <ac:chgData name="昕 许" userId="a2975fcd840abfc3" providerId="LiveId" clId="{49CCD4F9-177C-4270-9A14-60236FF377E8}" dt="2026-04-12T04:56:53.631" v="7333" actId="1076"/>
          <ac:spMkLst>
            <pc:docMk/>
            <pc:sldMk cId="4267806618" sldId="305"/>
            <ac:spMk id="98" creationId="{F39D943E-2107-5C5D-FD18-C35E348382A5}"/>
          </ac:spMkLst>
        </pc:spChg>
        <pc:spChg chg="add mod">
          <ac:chgData name="昕 许" userId="a2975fcd840abfc3" providerId="LiveId" clId="{49CCD4F9-177C-4270-9A14-60236FF377E8}" dt="2026-04-12T04:56:53.631" v="7333" actId="1076"/>
          <ac:spMkLst>
            <pc:docMk/>
            <pc:sldMk cId="4267806618" sldId="305"/>
            <ac:spMk id="99" creationId="{E4BE6311-26A3-27B9-E9A8-69D1F22F4222}"/>
          </ac:spMkLst>
        </pc:spChg>
        <pc:spChg chg="mod">
          <ac:chgData name="昕 许" userId="a2975fcd840abfc3" providerId="LiveId" clId="{49CCD4F9-177C-4270-9A14-60236FF377E8}" dt="2026-04-12T04:57:07.586" v="7340" actId="14100"/>
          <ac:spMkLst>
            <pc:docMk/>
            <pc:sldMk cId="4267806618" sldId="305"/>
            <ac:spMk id="100" creationId="{18F4096B-97B8-D5F7-C385-5A015493275A}"/>
          </ac:spMkLst>
        </pc:spChg>
        <pc:spChg chg="add mod">
          <ac:chgData name="昕 许" userId="a2975fcd840abfc3" providerId="LiveId" clId="{49CCD4F9-177C-4270-9A14-60236FF377E8}" dt="2026-04-12T04:56:53.631" v="7333" actId="1076"/>
          <ac:spMkLst>
            <pc:docMk/>
            <pc:sldMk cId="4267806618" sldId="305"/>
            <ac:spMk id="101" creationId="{8110B78E-5F76-8465-E9CB-61487805162A}"/>
          </ac:spMkLst>
        </pc:spChg>
        <pc:spChg chg="mod">
          <ac:chgData name="昕 许" userId="a2975fcd840abfc3" providerId="LiveId" clId="{49CCD4F9-177C-4270-9A14-60236FF377E8}" dt="2026-04-12T04:57:03.547" v="7339" actId="20577"/>
          <ac:spMkLst>
            <pc:docMk/>
            <pc:sldMk cId="4267806618" sldId="305"/>
            <ac:spMk id="102" creationId="{65AE5747-0212-44C9-6AC1-C28834945BD9}"/>
          </ac:spMkLst>
        </pc:spChg>
        <pc:spChg chg="add mod">
          <ac:chgData name="昕 许" userId="a2975fcd840abfc3" providerId="LiveId" clId="{49CCD4F9-177C-4270-9A14-60236FF377E8}" dt="2026-04-12T04:57:34.940" v="7345" actId="1076"/>
          <ac:spMkLst>
            <pc:docMk/>
            <pc:sldMk cId="4267806618" sldId="305"/>
            <ac:spMk id="103" creationId="{8F5B0382-96D8-DE35-9BB7-7A4D6FB57E20}"/>
          </ac:spMkLst>
        </pc:spChg>
        <pc:spChg chg="add mod">
          <ac:chgData name="昕 许" userId="a2975fcd840abfc3" providerId="LiveId" clId="{49CCD4F9-177C-4270-9A14-60236FF377E8}" dt="2026-04-12T04:57:34.940" v="7345" actId="1076"/>
          <ac:spMkLst>
            <pc:docMk/>
            <pc:sldMk cId="4267806618" sldId="305"/>
            <ac:spMk id="104" creationId="{0958C360-0608-C0B1-3E63-A2D8275EE68A}"/>
          </ac:spMkLst>
        </pc:spChg>
        <pc:spChg chg="add mod">
          <ac:chgData name="昕 许" userId="a2975fcd840abfc3" providerId="LiveId" clId="{49CCD4F9-177C-4270-9A14-60236FF377E8}" dt="2026-04-12T04:57:43.479" v="7351" actId="20577"/>
          <ac:spMkLst>
            <pc:docMk/>
            <pc:sldMk cId="4267806618" sldId="305"/>
            <ac:spMk id="105" creationId="{E56F4A40-AFCE-5EC5-B48F-601FF7F83C80}"/>
          </ac:spMkLst>
        </pc:spChg>
        <pc:spChg chg="add mod">
          <ac:chgData name="昕 许" userId="a2975fcd840abfc3" providerId="LiveId" clId="{49CCD4F9-177C-4270-9A14-60236FF377E8}" dt="2026-04-12T04:58:04.509" v="7355" actId="1076"/>
          <ac:spMkLst>
            <pc:docMk/>
            <pc:sldMk cId="4267806618" sldId="305"/>
            <ac:spMk id="106" creationId="{27AF74DC-1340-D59E-7D82-92AB679E992F}"/>
          </ac:spMkLst>
        </pc:spChg>
        <pc:grpChg chg="del mod">
          <ac:chgData name="昕 许" userId="a2975fcd840abfc3" providerId="LiveId" clId="{49CCD4F9-177C-4270-9A14-60236FF377E8}" dt="2026-04-12T04:54:31.637" v="7277" actId="478"/>
          <ac:grpSpMkLst>
            <pc:docMk/>
            <pc:sldMk cId="4267806618" sldId="305"/>
            <ac:grpSpMk id="3" creationId="{9F69C13F-590B-65BC-C5E5-27640FA934A9}"/>
          </ac:grpSpMkLst>
        </pc:grpChg>
        <pc:grpChg chg="del">
          <ac:chgData name="昕 许" userId="a2975fcd840abfc3" providerId="LiveId" clId="{49CCD4F9-177C-4270-9A14-60236FF377E8}" dt="2026-04-12T04:54:52.252" v="7293" actId="478"/>
          <ac:grpSpMkLst>
            <pc:docMk/>
            <pc:sldMk cId="4267806618" sldId="305"/>
            <ac:grpSpMk id="4" creationId="{D6BF0511-A3E3-0849-83FB-3CD78841276C}"/>
          </ac:grpSpMkLst>
        </pc:grpChg>
        <pc:grpChg chg="mod">
          <ac:chgData name="昕 许" userId="a2975fcd840abfc3" providerId="LiveId" clId="{49CCD4F9-177C-4270-9A14-60236FF377E8}" dt="2026-04-12T04:54:34.440" v="7279" actId="20577"/>
          <ac:grpSpMkLst>
            <pc:docMk/>
            <pc:sldMk cId="4267806618" sldId="305"/>
            <ac:grpSpMk id="7" creationId="{AEC6031E-A737-39C8-7B69-0E66DEC97B31}"/>
          </ac:grpSpMkLst>
        </pc:grpChg>
        <pc:grpChg chg="mod">
          <ac:chgData name="昕 许" userId="a2975fcd840abfc3" providerId="LiveId" clId="{49CCD4F9-177C-4270-9A14-60236FF377E8}" dt="2026-04-12T04:56:45.329" v="7330" actId="1076"/>
          <ac:grpSpMkLst>
            <pc:docMk/>
            <pc:sldMk cId="4267806618" sldId="305"/>
            <ac:grpSpMk id="10" creationId="{F1136873-00A3-D4CC-D9CD-DC51A15108AE}"/>
          </ac:grpSpMkLst>
        </pc:grpChg>
        <pc:grpChg chg="mod">
          <ac:chgData name="昕 许" userId="a2975fcd840abfc3" providerId="LiveId" clId="{49CCD4F9-177C-4270-9A14-60236FF377E8}" dt="2026-04-12T04:56:45.329" v="7330" actId="1076"/>
          <ac:grpSpMkLst>
            <pc:docMk/>
            <pc:sldMk cId="4267806618" sldId="305"/>
            <ac:grpSpMk id="13" creationId="{8536CC22-AB63-67F3-BA27-F8D5A8B6906C}"/>
          </ac:grpSpMkLst>
        </pc:grpChg>
        <pc:grpChg chg="mod">
          <ac:chgData name="昕 许" userId="a2975fcd840abfc3" providerId="LiveId" clId="{49CCD4F9-177C-4270-9A14-60236FF377E8}" dt="2026-04-12T04:57:13.473" v="7342" actId="1076"/>
          <ac:grpSpMkLst>
            <pc:docMk/>
            <pc:sldMk cId="4267806618" sldId="305"/>
            <ac:grpSpMk id="16" creationId="{83F90227-8BAD-60A2-B9B7-EF39570B8F6D}"/>
          </ac:grpSpMkLst>
        </pc:grpChg>
        <pc:grpChg chg="mod">
          <ac:chgData name="昕 许" userId="a2975fcd840abfc3" providerId="LiveId" clId="{49CCD4F9-177C-4270-9A14-60236FF377E8}" dt="2026-04-12T04:57:13.473" v="7342" actId="1076"/>
          <ac:grpSpMkLst>
            <pc:docMk/>
            <pc:sldMk cId="4267806618" sldId="305"/>
            <ac:grpSpMk id="19" creationId="{B2A1EE69-5192-09EA-2676-F1101AB9EB52}"/>
          </ac:grpSpMkLst>
        </pc:grpChg>
        <pc:grpChg chg="mod">
          <ac:chgData name="昕 许" userId="a2975fcd840abfc3" providerId="LiveId" clId="{49CCD4F9-177C-4270-9A14-60236FF377E8}" dt="2026-04-12T04:57:13.473" v="7342" actId="1076"/>
          <ac:grpSpMkLst>
            <pc:docMk/>
            <pc:sldMk cId="4267806618" sldId="305"/>
            <ac:grpSpMk id="22" creationId="{6BD250EE-530E-9B0D-4CC1-4E563ADBE3BE}"/>
          </ac:grpSpMkLst>
        </pc:grpChg>
        <pc:grpChg chg="del">
          <ac:chgData name="昕 许" userId="a2975fcd840abfc3" providerId="LiveId" clId="{49CCD4F9-177C-4270-9A14-60236FF377E8}" dt="2026-04-12T04:54:51.472" v="7292" actId="478"/>
          <ac:grpSpMkLst>
            <pc:docMk/>
            <pc:sldMk cId="4267806618" sldId="305"/>
            <ac:grpSpMk id="25" creationId="{99C83D77-0C8A-247D-C906-275FE6267D5F}"/>
          </ac:grpSpMkLst>
        </pc:grpChg>
        <pc:grpChg chg="del">
          <ac:chgData name="昕 许" userId="a2975fcd840abfc3" providerId="LiveId" clId="{49CCD4F9-177C-4270-9A14-60236FF377E8}" dt="2026-04-12T04:54:51.472" v="7292" actId="478"/>
          <ac:grpSpMkLst>
            <pc:docMk/>
            <pc:sldMk cId="4267806618" sldId="305"/>
            <ac:grpSpMk id="28" creationId="{03AE0A03-4D64-D4B0-7B69-CEA630CC90B1}"/>
          </ac:grpSpMkLst>
        </pc:grpChg>
        <pc:grpChg chg="del">
          <ac:chgData name="昕 许" userId="a2975fcd840abfc3" providerId="LiveId" clId="{49CCD4F9-177C-4270-9A14-60236FF377E8}" dt="2026-04-12T04:54:30.266" v="7276" actId="478"/>
          <ac:grpSpMkLst>
            <pc:docMk/>
            <pc:sldMk cId="4267806618" sldId="305"/>
            <ac:grpSpMk id="35" creationId="{2FFDDD1C-9FC8-BB67-D107-ABCBAB57CE1E}"/>
          </ac:grpSpMkLst>
        </pc:grpChg>
        <pc:grpChg chg="mod">
          <ac:chgData name="昕 许" userId="a2975fcd840abfc3" providerId="LiveId" clId="{49CCD4F9-177C-4270-9A14-60236FF377E8}" dt="2026-04-12T04:56:53.631" v="7333" actId="1076"/>
          <ac:grpSpMkLst>
            <pc:docMk/>
            <pc:sldMk cId="4267806618" sldId="305"/>
            <ac:grpSpMk id="80" creationId="{F5E6B4D7-412B-7C0F-FA79-E1970569F6DB}"/>
          </ac:grpSpMkLst>
        </pc:grpChg>
        <pc:grpChg chg="mod">
          <ac:chgData name="昕 许" userId="a2975fcd840abfc3" providerId="LiveId" clId="{49CCD4F9-177C-4270-9A14-60236FF377E8}" dt="2026-04-12T04:56:53.631" v="7333" actId="1076"/>
          <ac:grpSpMkLst>
            <pc:docMk/>
            <pc:sldMk cId="4267806618" sldId="305"/>
            <ac:grpSpMk id="83" creationId="{4EE06EA3-C152-A682-4F32-9713B5231D25}"/>
          </ac:grpSpMkLst>
        </pc:grpChg>
        <pc:grpChg chg="mod">
          <ac:chgData name="昕 许" userId="a2975fcd840abfc3" providerId="LiveId" clId="{49CCD4F9-177C-4270-9A14-60236FF377E8}" dt="2026-04-12T04:56:53.631" v="7333" actId="1076"/>
          <ac:grpSpMkLst>
            <pc:docMk/>
            <pc:sldMk cId="4267806618" sldId="305"/>
            <ac:grpSpMk id="86" creationId="{6FB44231-F869-C47A-7EBA-E38E72B0C9FF}"/>
          </ac:grpSpMkLst>
        </pc:grpChg>
        <pc:grpChg chg="mod">
          <ac:chgData name="昕 许" userId="a2975fcd840abfc3" providerId="LiveId" clId="{49CCD4F9-177C-4270-9A14-60236FF377E8}" dt="2026-04-12T04:57:09.929" v="7341" actId="1076"/>
          <ac:grpSpMkLst>
            <pc:docMk/>
            <pc:sldMk cId="4267806618" sldId="305"/>
            <ac:grpSpMk id="89" creationId="{24A41276-F349-4C66-50C5-56DE085E339E}"/>
          </ac:grpSpMkLst>
        </pc:grpChg>
        <pc:grpChg chg="mod">
          <ac:chgData name="昕 许" userId="a2975fcd840abfc3" providerId="LiveId" clId="{49CCD4F9-177C-4270-9A14-60236FF377E8}" dt="2026-04-12T04:57:09.929" v="7341" actId="1076"/>
          <ac:grpSpMkLst>
            <pc:docMk/>
            <pc:sldMk cId="4267806618" sldId="305"/>
            <ac:grpSpMk id="92" creationId="{8F6AC266-B542-C8D5-4F0A-2FD74423D3C9}"/>
          </ac:grpSpMkLst>
        </pc:grpChg>
        <pc:grpChg chg="mod">
          <ac:chgData name="昕 许" userId="a2975fcd840abfc3" providerId="LiveId" clId="{49CCD4F9-177C-4270-9A14-60236FF377E8}" dt="2026-04-12T04:57:09.929" v="7341" actId="1076"/>
          <ac:grpSpMkLst>
            <pc:docMk/>
            <pc:sldMk cId="4267806618" sldId="305"/>
            <ac:grpSpMk id="95" creationId="{597C053B-399B-1180-A224-43D48E70660C}"/>
          </ac:grpSpMkLst>
        </pc:grpChg>
      </pc:sldChg>
      <pc:sldChg chg="add del modTransition">
        <pc:chgData name="昕 许" userId="a2975fcd840abfc3" providerId="LiveId" clId="{49CCD4F9-177C-4270-9A14-60236FF377E8}" dt="2026-04-12T02:59:32.922" v="7268" actId="47"/>
        <pc:sldMkLst>
          <pc:docMk/>
          <pc:sldMk cId="285029931" sldId="306"/>
        </pc:sldMkLst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50638-76B3-8221-C521-4D14788B3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F04C2F-A559-B7E2-13B5-084D570A3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9A1FAF-E924-8C52-3EBE-BFD0087A2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4287BA-1154-9D95-6F44-1AEAFF93C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625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png"/><Relationship Id="rId21" Type="http://schemas.openxmlformats.org/officeDocument/2006/relationships/image" Target="../media/image40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D33C-9298-3693-579E-A26AC372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7E65DD75-4EDC-6D99-A01F-CB8FFD8F3FEB}"/>
              </a:ext>
            </a:extLst>
          </p:cNvPr>
          <p:cNvGrpSpPr/>
          <p:nvPr/>
        </p:nvGrpSpPr>
        <p:grpSpPr>
          <a:xfrm>
            <a:off x="6995239" y="3005200"/>
            <a:ext cx="2047125" cy="671450"/>
            <a:chOff x="6668214" y="2986150"/>
            <a:chExt cx="2047125" cy="671450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4D2C8253-070C-2815-1438-1CAB507650EB}"/>
                </a:ext>
              </a:extLst>
            </p:cNvPr>
            <p:cNvGrpSpPr/>
            <p:nvPr/>
          </p:nvGrpSpPr>
          <p:grpSpPr>
            <a:xfrm>
              <a:off x="6668214" y="3004024"/>
              <a:ext cx="379848" cy="317132"/>
              <a:chOff x="2958207" y="3499218"/>
              <a:chExt cx="379848" cy="317132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96620095-9602-67AB-12CE-9265CA6A4E7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425C1743-596D-8BC8-7B42-18E523AC8D95}"/>
                </a:ext>
              </a:extLst>
            </p:cNvPr>
            <p:cNvGrpSpPr/>
            <p:nvPr/>
          </p:nvGrpSpPr>
          <p:grpSpPr>
            <a:xfrm>
              <a:off x="7014075" y="3001483"/>
              <a:ext cx="383438" cy="321492"/>
              <a:chOff x="2942118" y="3494858"/>
              <a:chExt cx="383438" cy="32149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8A703EA2-4E82-80CE-E613-ACDAED2DC04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F53A073-C87C-44C9-EAE1-1F789FB72C15}"/>
                </a:ext>
              </a:extLst>
            </p:cNvPr>
            <p:cNvGrpSpPr/>
            <p:nvPr/>
          </p:nvGrpSpPr>
          <p:grpSpPr>
            <a:xfrm>
              <a:off x="7912993" y="2990648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74CD813C-3C0D-41B5-E2F1-80FA2BE7686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E813EB35-099D-99F3-88DB-1ECC821064EE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E813EB35-099D-99F3-88DB-1ECC821064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3ED3568-C3BD-02E3-0BBC-A0097D40D9A6}"/>
                    </a:ext>
                  </a:extLst>
                </p:cNvPr>
                <p:cNvSpPr txBox="1"/>
                <p:nvPr/>
              </p:nvSpPr>
              <p:spPr>
                <a:xfrm>
                  <a:off x="7348206" y="30245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3ED3568-C3BD-02E3-0BBC-A0097D40D9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8206" y="30245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C906A4FB-56A2-4777-ECC8-46BDEBC2E27D}"/>
                </a:ext>
              </a:extLst>
            </p:cNvPr>
            <p:cNvGrpSpPr/>
            <p:nvPr/>
          </p:nvGrpSpPr>
          <p:grpSpPr>
            <a:xfrm>
              <a:off x="8353703" y="2986150"/>
              <a:ext cx="361636" cy="317131"/>
              <a:chOff x="2936428" y="3499219"/>
              <a:chExt cx="397801" cy="317131"/>
            </a:xfrm>
          </p:grpSpPr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FEBA7257-CA89-3D26-2266-434DE6DD1EE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E6E82A98-D7CB-A2D1-6699-B143510EF1F9}"/>
                      </a:ext>
                    </a:extLst>
                  </p:cNvPr>
                  <p:cNvSpPr txBox="1"/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E6E82A98-D7CB-A2D1-6699-B143510EF1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DEAFE296-E131-148C-B469-63A6379D4190}"/>
                </a:ext>
              </a:extLst>
            </p:cNvPr>
            <p:cNvGrpSpPr/>
            <p:nvPr/>
          </p:nvGrpSpPr>
          <p:grpSpPr>
            <a:xfrm>
              <a:off x="7546923" y="2993189"/>
              <a:ext cx="509114" cy="317131"/>
              <a:chOff x="2864822" y="3499219"/>
              <a:chExt cx="560026" cy="317131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246D1873-7A33-5BCD-5971-75A8B65F965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FA289EB0-A010-8F8E-7B25-6ACBE9482B27}"/>
                    </a:ext>
                  </a:extLst>
                </p:cNvPr>
                <p:cNvSpPr txBox="1"/>
                <p:nvPr/>
              </p:nvSpPr>
              <p:spPr>
                <a:xfrm>
                  <a:off x="7426036" y="3411379"/>
                  <a:ext cx="44416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FA289EB0-A010-8F8E-7B25-6ACBE9482B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6036" y="3411379"/>
                  <a:ext cx="444161" cy="246221"/>
                </a:xfrm>
                <a:prstGeom prst="rect">
                  <a:avLst/>
                </a:prstGeom>
                <a:blipFill>
                  <a:blip r:embed="rId8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B0871AB-C6BF-58F9-1FFD-A9161FB603B2}"/>
              </a:ext>
            </a:extLst>
          </p:cNvPr>
          <p:cNvGrpSpPr/>
          <p:nvPr/>
        </p:nvGrpSpPr>
        <p:grpSpPr>
          <a:xfrm>
            <a:off x="2713659" y="1816204"/>
            <a:ext cx="2558314" cy="507018"/>
            <a:chOff x="2713659" y="1816204"/>
            <a:chExt cx="2558314" cy="507018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F68540B-D49F-B24C-15F0-680BCED0C495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533352CE-9226-E856-0153-F8EF9B4BCC3D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88E3DE39-CC2A-6441-AF6A-072D4F3C5F87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D1B4BA3-3F93-2C71-669C-756333F9BE7D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54CDCD59-5CBD-2B98-8A6B-1EF3DC1D8EC6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43FF6DF0-EBED-9EB5-2967-FAC4F53CBB51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26D2D033-26CF-7F71-E0D4-54793AA22FCF}"/>
                </a:ext>
              </a:extLst>
            </p:cNvPr>
            <p:cNvGrpSpPr/>
            <p:nvPr/>
          </p:nvGrpSpPr>
          <p:grpSpPr>
            <a:xfrm>
              <a:off x="4118868" y="1911148"/>
              <a:ext cx="509114" cy="317131"/>
              <a:chOff x="2864822" y="3499219"/>
              <a:chExt cx="560026" cy="317131"/>
            </a:xfrm>
          </p:grpSpPr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133524D4-2FDB-57FE-82DE-01EED342BF4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CBD04CEB-D3FD-130B-3C65-51660CCA181C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CBD04CEB-D3FD-130B-3C65-51660CCA18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9080CF5-BEB3-5D2E-04B8-A008A6AA6C29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9080CF5-BEB3-5D2E-04B8-A008A6AA6C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B47C8EE2-DF07-81DF-C993-A25A95BB8B30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2FCC8BA2-7E4F-CC56-08D4-ACBC26D831F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文本框 43">
                    <a:extLst>
                      <a:ext uri="{FF2B5EF4-FFF2-40B4-BE49-F238E27FC236}">
                        <a16:creationId xmlns:a16="http://schemas.microsoft.com/office/drawing/2014/main" id="{A9329CDC-419D-EB68-006C-2876CB4D0282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382A03F-8C4E-0946-C22C-FBC4230B073F}"/>
                    </a:ext>
                  </a:extLst>
                </p:cNvPr>
                <p:cNvSpPr txBox="1"/>
                <p:nvPr/>
              </p:nvSpPr>
              <p:spPr>
                <a:xfrm>
                  <a:off x="4604161" y="1941926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382A03F-8C4E-0946-C22C-FBC4230B07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4161" y="1941926"/>
                  <a:ext cx="667812" cy="246221"/>
                </a:xfrm>
                <a:prstGeom prst="rect">
                  <a:avLst/>
                </a:prstGeom>
                <a:blipFill>
                  <a:blip r:embed="rId10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B2A5B0D9-FA9B-7BB2-0EA1-0374C713DA1B}"/>
                </a:ext>
              </a:extLst>
            </p:cNvPr>
            <p:cNvSpPr/>
            <p:nvPr/>
          </p:nvSpPr>
          <p:spPr>
            <a:xfrm>
              <a:off x="2713659" y="1816204"/>
              <a:ext cx="1914323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A38C6DDE-E299-4108-55B9-93201B0ED14A}"/>
              </a:ext>
            </a:extLst>
          </p:cNvPr>
          <p:cNvGrpSpPr/>
          <p:nvPr/>
        </p:nvGrpSpPr>
        <p:grpSpPr>
          <a:xfrm>
            <a:off x="3050762" y="2451246"/>
            <a:ext cx="2175672" cy="507018"/>
            <a:chOff x="2713659" y="1816204"/>
            <a:chExt cx="2175672" cy="507018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FBAFAC97-F408-9C4E-5285-6AC7659C3B57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95" name="矩形: 圆角 94">
                <a:extLst>
                  <a:ext uri="{FF2B5EF4-FFF2-40B4-BE49-F238E27FC236}">
                    <a16:creationId xmlns:a16="http://schemas.microsoft.com/office/drawing/2014/main" id="{D6D921EA-CECC-9BA9-F901-9404B66398F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46BF372E-26EF-193A-88B1-6C0FAD97D589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67B5824C-BADD-E639-0C43-C5E1B33E5AEA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93" name="矩形: 圆角 92">
                <a:extLst>
                  <a:ext uri="{FF2B5EF4-FFF2-40B4-BE49-F238E27FC236}">
                    <a16:creationId xmlns:a16="http://schemas.microsoft.com/office/drawing/2014/main" id="{F4A1E632-70BB-7431-CBC3-15FCC775455E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文本框 93">
                    <a:extLst>
                      <a:ext uri="{FF2B5EF4-FFF2-40B4-BE49-F238E27FC236}">
                        <a16:creationId xmlns:a16="http://schemas.microsoft.com/office/drawing/2014/main" id="{8D786F36-68E1-AB33-B4BB-C0D30DA00CC5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A17CF7A1-7AF1-B87C-5AE3-13FF257304BF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A17CF7A1-7AF1-B87C-5AE3-13FF257304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5F05DAA3-18F6-871F-3B89-6CA5DC35FEA4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89" name="矩形: 圆角 88">
                <a:extLst>
                  <a:ext uri="{FF2B5EF4-FFF2-40B4-BE49-F238E27FC236}">
                    <a16:creationId xmlns:a16="http://schemas.microsoft.com/office/drawing/2014/main" id="{BDEA76F5-2049-3DD5-E413-3D6401B6B02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文本框 89">
                    <a:extLst>
                      <a:ext uri="{FF2B5EF4-FFF2-40B4-BE49-F238E27FC236}">
                        <a16:creationId xmlns:a16="http://schemas.microsoft.com/office/drawing/2014/main" id="{2AE56B4E-C9C6-5358-1663-5888423D9886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C54C63D5-02C7-472B-9AD3-55635F5EBC27}"/>
                    </a:ext>
                  </a:extLst>
                </p:cNvPr>
                <p:cNvSpPr txBox="1"/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C54C63D5-02C7-472B-9AD3-55635F5EBC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blipFill>
                  <a:blip r:embed="rId11"/>
                  <a:stretch>
                    <a:fillRect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CA3397EC-CCAA-9DD1-B866-64DE52D10BF1}"/>
                </a:ext>
              </a:extLst>
            </p:cNvPr>
            <p:cNvSpPr/>
            <p:nvPr/>
          </p:nvSpPr>
          <p:spPr>
            <a:xfrm>
              <a:off x="2713659" y="1816204"/>
              <a:ext cx="15311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2A211E87-9E6C-1E63-8A06-63615723139C}"/>
              </a:ext>
            </a:extLst>
          </p:cNvPr>
          <p:cNvGrpSpPr/>
          <p:nvPr/>
        </p:nvGrpSpPr>
        <p:grpSpPr>
          <a:xfrm>
            <a:off x="3050762" y="3098224"/>
            <a:ext cx="2175672" cy="507018"/>
            <a:chOff x="2713659" y="1816204"/>
            <a:chExt cx="2175672" cy="507018"/>
          </a:xfrm>
        </p:grpSpPr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B03B23B8-0E62-57DA-AD6C-05501E6B770D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BD52418A-1401-8658-2EA0-03104E9A07BD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33FED4DE-0F45-66DF-3665-7F4D4223AF23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629DAE9B-0F41-F778-969A-19303FD25667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106" name="矩形: 圆角 105">
                <a:extLst>
                  <a:ext uri="{FF2B5EF4-FFF2-40B4-BE49-F238E27FC236}">
                    <a16:creationId xmlns:a16="http://schemas.microsoft.com/office/drawing/2014/main" id="{F62A44F4-F222-20D3-D7CF-37549656802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文本框 106">
                    <a:extLst>
                      <a:ext uri="{FF2B5EF4-FFF2-40B4-BE49-F238E27FC236}">
                        <a16:creationId xmlns:a16="http://schemas.microsoft.com/office/drawing/2014/main" id="{D257A9DA-7546-E65F-F0AA-8A83EFB2ECD0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F102EE2B-0C5A-D71B-CE11-0A3CE9E861CA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F102EE2B-0C5A-D71B-CE11-0A3CE9E861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C7A320B8-89DC-17CD-698C-3CED255C399F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104" name="矩形: 圆角 103">
                <a:extLst>
                  <a:ext uri="{FF2B5EF4-FFF2-40B4-BE49-F238E27FC236}">
                    <a16:creationId xmlns:a16="http://schemas.microsoft.com/office/drawing/2014/main" id="{F4ABC4DE-BCDF-83D9-4261-BCC9ED1F096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4440DD44-D77C-F96B-8512-E2219A6B060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4440DD44-D77C-F96B-8512-E2219A6B06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A853FD31-5031-737C-E51B-953B3E98BE31}"/>
                    </a:ext>
                  </a:extLst>
                </p:cNvPr>
                <p:cNvSpPr txBox="1"/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−3)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A853FD31-5031-737C-E51B-953B3E98BE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blipFill>
                  <a:blip r:embed="rId13"/>
                  <a:stretch>
                    <a:fillRect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18330FD2-7BC4-EF3F-68E0-2FA3FCE089F5}"/>
                </a:ext>
              </a:extLst>
            </p:cNvPr>
            <p:cNvSpPr/>
            <p:nvPr/>
          </p:nvSpPr>
          <p:spPr>
            <a:xfrm>
              <a:off x="2713659" y="1816204"/>
              <a:ext cx="15311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7900DBBF-6CCF-7A82-7367-A86914F33896}"/>
                  </a:ext>
                </a:extLst>
              </p:cNvPr>
              <p:cNvSpPr txBox="1"/>
              <p:nvPr/>
            </p:nvSpPr>
            <p:spPr>
              <a:xfrm>
                <a:off x="3871679" y="3541696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7900DBBF-6CCF-7A82-7367-A86914F33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679" y="3541696"/>
                <a:ext cx="341760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6E089FCD-C0DD-28D5-7DF6-37EA23C504A9}"/>
                  </a:ext>
                </a:extLst>
              </p:cNvPr>
              <p:cNvSpPr txBox="1"/>
              <p:nvPr/>
            </p:nvSpPr>
            <p:spPr>
              <a:xfrm>
                <a:off x="4544328" y="3940454"/>
                <a:ext cx="4705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6E089FCD-C0DD-28D5-7DF6-37EA23C50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328" y="3940454"/>
                <a:ext cx="470578" cy="246221"/>
              </a:xfrm>
              <a:prstGeom prst="rect">
                <a:avLst/>
              </a:prstGeom>
              <a:blipFill>
                <a:blip r:embed="rId15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7EF76028-ABA6-FAFF-357A-C4DD91F90F8C}"/>
              </a:ext>
            </a:extLst>
          </p:cNvPr>
          <p:cNvGrpSpPr/>
          <p:nvPr/>
        </p:nvGrpSpPr>
        <p:grpSpPr>
          <a:xfrm>
            <a:off x="3609472" y="3840903"/>
            <a:ext cx="960857" cy="507018"/>
            <a:chOff x="3036468" y="4046521"/>
            <a:chExt cx="960857" cy="507018"/>
          </a:xfrm>
        </p:grpSpPr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BBD153AC-F00D-B49A-FEFD-18162817E201}"/>
                </a:ext>
              </a:extLst>
            </p:cNvPr>
            <p:cNvGrpSpPr/>
            <p:nvPr/>
          </p:nvGrpSpPr>
          <p:grpSpPr>
            <a:xfrm>
              <a:off x="3183647" y="4144006"/>
              <a:ext cx="379848" cy="317132"/>
              <a:chOff x="2958207" y="3499218"/>
              <a:chExt cx="379848" cy="317132"/>
            </a:xfrm>
          </p:grpSpPr>
          <p:sp>
            <p:nvSpPr>
              <p:cNvPr id="122" name="矩形: 圆角 121">
                <a:extLst>
                  <a:ext uri="{FF2B5EF4-FFF2-40B4-BE49-F238E27FC236}">
                    <a16:creationId xmlns:a16="http://schemas.microsoft.com/office/drawing/2014/main" id="{28725E1F-7A5F-41FB-6019-50A76AFBBAA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文本框 122">
                    <a:extLst>
                      <a:ext uri="{FF2B5EF4-FFF2-40B4-BE49-F238E27FC236}">
                        <a16:creationId xmlns:a16="http://schemas.microsoft.com/office/drawing/2014/main" id="{F1D40F7F-3F2F-B93C-28EB-2A4AACCF836A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7A993EB4-D5F3-DEC1-05EC-17461FB623D7}"/>
                </a:ext>
              </a:extLst>
            </p:cNvPr>
            <p:cNvGrpSpPr/>
            <p:nvPr/>
          </p:nvGrpSpPr>
          <p:grpSpPr>
            <a:xfrm>
              <a:off x="3529508" y="4141465"/>
              <a:ext cx="383438" cy="321492"/>
              <a:chOff x="2942118" y="3494858"/>
              <a:chExt cx="383438" cy="321492"/>
            </a:xfrm>
          </p:grpSpPr>
          <p:sp>
            <p:nvSpPr>
              <p:cNvPr id="120" name="矩形: 圆角 119">
                <a:extLst>
                  <a:ext uri="{FF2B5EF4-FFF2-40B4-BE49-F238E27FC236}">
                    <a16:creationId xmlns:a16="http://schemas.microsoft.com/office/drawing/2014/main" id="{49F8F5AA-6F88-BDDA-97B6-F59BD6F200F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文本框 120">
                    <a:extLst>
                      <a:ext uri="{FF2B5EF4-FFF2-40B4-BE49-F238E27FC236}">
                        <a16:creationId xmlns:a16="http://schemas.microsoft.com/office/drawing/2014/main" id="{E0707791-6A4E-128D-0B20-2C234B2A2557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1" name="文本框 120">
                    <a:extLst>
                      <a:ext uri="{FF2B5EF4-FFF2-40B4-BE49-F238E27FC236}">
                        <a16:creationId xmlns:a16="http://schemas.microsoft.com/office/drawing/2014/main" id="{E0707791-6A4E-128D-0B20-2C234B2A25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7" name="矩形: 圆角 116">
              <a:extLst>
                <a:ext uri="{FF2B5EF4-FFF2-40B4-BE49-F238E27FC236}">
                  <a16:creationId xmlns:a16="http://schemas.microsoft.com/office/drawing/2014/main" id="{9F1BB99A-DD0F-8B42-B668-F01B482A3FB4}"/>
                </a:ext>
              </a:extLst>
            </p:cNvPr>
            <p:cNvSpPr/>
            <p:nvPr/>
          </p:nvSpPr>
          <p:spPr>
            <a:xfrm>
              <a:off x="3036468" y="4046521"/>
              <a:ext cx="9608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7A8DCD33-184C-BB44-E7FD-0669F7D805E4}"/>
                  </a:ext>
                </a:extLst>
              </p:cNvPr>
              <p:cNvSpPr txBox="1"/>
              <p:nvPr/>
            </p:nvSpPr>
            <p:spPr>
              <a:xfrm>
                <a:off x="4544328" y="4662358"/>
                <a:ext cx="4705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7A8DCD33-184C-BB44-E7FD-0669F7D80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328" y="4662358"/>
                <a:ext cx="470578" cy="246221"/>
              </a:xfrm>
              <a:prstGeom prst="rect">
                <a:avLst/>
              </a:prstGeom>
              <a:blipFill>
                <a:blip r:embed="rId17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15259C5-A17D-5DBC-9678-13DFDA0F1949}"/>
              </a:ext>
            </a:extLst>
          </p:cNvPr>
          <p:cNvGrpSpPr/>
          <p:nvPr/>
        </p:nvGrpSpPr>
        <p:grpSpPr>
          <a:xfrm>
            <a:off x="4082328" y="4645543"/>
            <a:ext cx="379848" cy="317132"/>
            <a:chOff x="2958207" y="3499218"/>
            <a:chExt cx="379848" cy="317132"/>
          </a:xfrm>
        </p:grpSpPr>
        <p:sp>
          <p:nvSpPr>
            <p:cNvPr id="132" name="矩形: 圆角 131">
              <a:extLst>
                <a:ext uri="{FF2B5EF4-FFF2-40B4-BE49-F238E27FC236}">
                  <a16:creationId xmlns:a16="http://schemas.microsoft.com/office/drawing/2014/main" id="{A97D06B2-49A4-5602-681C-39964945855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BC0E0DBB-DADD-FAA2-9E33-984F96ED3AFA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BC0E0DBB-DADD-FAA2-9E33-984F96ED3A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D091E5A9-DF64-9498-EC68-55A941BC970C}"/>
              </a:ext>
            </a:extLst>
          </p:cNvPr>
          <p:cNvSpPr/>
          <p:nvPr/>
        </p:nvSpPr>
        <p:spPr>
          <a:xfrm>
            <a:off x="3935150" y="4548058"/>
            <a:ext cx="623472" cy="507018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9E7B66AE-C991-B337-7E74-0EB92E54817C}"/>
              </a:ext>
            </a:extLst>
          </p:cNvPr>
          <p:cNvCxnSpPr>
            <a:stCxn id="45" idx="3"/>
            <a:endCxn id="36" idx="1"/>
          </p:cNvCxnSpPr>
          <p:nvPr/>
        </p:nvCxnSpPr>
        <p:spPr>
          <a:xfrm>
            <a:off x="5271973" y="2065037"/>
            <a:ext cx="1723266" cy="109653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364D2A02-E640-9ED5-1AA6-58856DD21395}"/>
              </a:ext>
            </a:extLst>
          </p:cNvPr>
          <p:cNvCxnSpPr>
            <a:cxnSpLocks/>
            <a:stCxn id="68" idx="3"/>
            <a:endCxn id="36" idx="1"/>
          </p:cNvCxnSpPr>
          <p:nvPr/>
        </p:nvCxnSpPr>
        <p:spPr>
          <a:xfrm>
            <a:off x="5226434" y="2703240"/>
            <a:ext cx="1768805" cy="45833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92EF0427-FA05-FCA5-EC49-7064049FB7E8}"/>
              </a:ext>
            </a:extLst>
          </p:cNvPr>
          <p:cNvCxnSpPr>
            <a:cxnSpLocks/>
            <a:stCxn id="102" idx="3"/>
            <a:endCxn id="36" idx="1"/>
          </p:cNvCxnSpPr>
          <p:nvPr/>
        </p:nvCxnSpPr>
        <p:spPr>
          <a:xfrm flipV="1">
            <a:off x="5226434" y="3161574"/>
            <a:ext cx="1768805" cy="18864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8C456521-40AE-5192-C3AA-2B36F4593E24}"/>
              </a:ext>
            </a:extLst>
          </p:cNvPr>
          <p:cNvCxnSpPr>
            <a:cxnSpLocks/>
            <a:stCxn id="116" idx="3"/>
            <a:endCxn id="36" idx="1"/>
          </p:cNvCxnSpPr>
          <p:nvPr/>
        </p:nvCxnSpPr>
        <p:spPr>
          <a:xfrm flipV="1">
            <a:off x="5014906" y="3161574"/>
            <a:ext cx="1980333" cy="90199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5A191705-37A4-6D26-8D45-20738179B4B2}"/>
              </a:ext>
            </a:extLst>
          </p:cNvPr>
          <p:cNvCxnSpPr>
            <a:cxnSpLocks/>
            <a:stCxn id="125" idx="3"/>
            <a:endCxn id="36" idx="1"/>
          </p:cNvCxnSpPr>
          <p:nvPr/>
        </p:nvCxnSpPr>
        <p:spPr>
          <a:xfrm flipV="1">
            <a:off x="5014906" y="3161574"/>
            <a:ext cx="1980333" cy="162389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EDFF5D89-AF73-D372-CBB2-3BAC004DC621}"/>
              </a:ext>
            </a:extLst>
          </p:cNvPr>
          <p:cNvGrpSpPr/>
          <p:nvPr/>
        </p:nvGrpSpPr>
        <p:grpSpPr>
          <a:xfrm>
            <a:off x="6717172" y="4398789"/>
            <a:ext cx="361637" cy="317131"/>
            <a:chOff x="7411130" y="4183407"/>
            <a:chExt cx="361637" cy="317131"/>
          </a:xfrm>
        </p:grpSpPr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D76D4234-5907-C081-FC1F-618B0E71059E}"/>
                </a:ext>
              </a:extLst>
            </p:cNvPr>
            <p:cNvSpPr/>
            <p:nvPr/>
          </p:nvSpPr>
          <p:spPr>
            <a:xfrm>
              <a:off x="7440604" y="4183407"/>
              <a:ext cx="299976" cy="317131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85C99217-B663-FE69-2CAF-50B0527629CF}"/>
                    </a:ext>
                  </a:extLst>
                </p:cNvPr>
                <p:cNvSpPr txBox="1"/>
                <p:nvPr/>
              </p:nvSpPr>
              <p:spPr>
                <a:xfrm>
                  <a:off x="7411130" y="4190446"/>
                  <a:ext cx="36163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85C99217-B663-FE69-2CAF-50B0527629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130" y="4190446"/>
                  <a:ext cx="361637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F58C131C-87EB-FC13-EA71-BC6CD391837B}"/>
              </a:ext>
            </a:extLst>
          </p:cNvPr>
          <p:cNvGrpSpPr/>
          <p:nvPr/>
        </p:nvGrpSpPr>
        <p:grpSpPr>
          <a:xfrm>
            <a:off x="6005142" y="4404760"/>
            <a:ext cx="388311" cy="317131"/>
            <a:chOff x="7411130" y="4183407"/>
            <a:chExt cx="388311" cy="317131"/>
          </a:xfrm>
        </p:grpSpPr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93AB0140-84C6-AB5D-B8EF-C358D878FBE1}"/>
                </a:ext>
              </a:extLst>
            </p:cNvPr>
            <p:cNvSpPr/>
            <p:nvPr/>
          </p:nvSpPr>
          <p:spPr>
            <a:xfrm>
              <a:off x="7440604" y="4183407"/>
              <a:ext cx="299976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D5B14998-7B36-4F20-9FDB-CB77B85A3BE5}"/>
                    </a:ext>
                  </a:extLst>
                </p:cNvPr>
                <p:cNvSpPr txBox="1"/>
                <p:nvPr/>
              </p:nvSpPr>
              <p:spPr>
                <a:xfrm>
                  <a:off x="7411130" y="4190446"/>
                  <a:ext cx="38831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D5B14998-7B36-4F20-9FDB-CB77B85A3B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130" y="4190446"/>
                  <a:ext cx="388311" cy="2769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82B4E1A-873C-A5C5-2AEA-223F608B1E1B}"/>
                  </a:ext>
                </a:extLst>
              </p:cNvPr>
              <p:cNvSpPr txBox="1"/>
              <p:nvPr/>
            </p:nvSpPr>
            <p:spPr>
              <a:xfrm>
                <a:off x="6384053" y="4398789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82B4E1A-873C-A5C5-2AEA-223F608B1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53" y="4398789"/>
                <a:ext cx="341760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F30B9282-1CF5-EEA2-3009-74B9E8F50F80}"/>
                  </a:ext>
                </a:extLst>
              </p:cNvPr>
              <p:cNvSpPr txBox="1"/>
              <p:nvPr/>
            </p:nvSpPr>
            <p:spPr>
              <a:xfrm>
                <a:off x="5704854" y="4420704"/>
                <a:ext cx="28964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当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F30B9282-1CF5-EEA2-3009-74B9E8F50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854" y="4420704"/>
                <a:ext cx="289645" cy="276999"/>
              </a:xfrm>
              <a:prstGeom prst="rect">
                <a:avLst/>
              </a:prstGeom>
              <a:blipFill>
                <a:blip r:embed="rId22"/>
                <a:stretch>
                  <a:fillRect r="-8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537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341FF-A705-3EF8-94F9-92956B327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AEC6031E-A737-39C8-7B69-0E66DEC97B31}"/>
              </a:ext>
            </a:extLst>
          </p:cNvPr>
          <p:cNvGrpSpPr/>
          <p:nvPr/>
        </p:nvGrpSpPr>
        <p:grpSpPr>
          <a:xfrm>
            <a:off x="3686368" y="1855031"/>
            <a:ext cx="579357" cy="623527"/>
            <a:chOff x="2968850" y="3499219"/>
            <a:chExt cx="329975" cy="322846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CB038FA-C3ED-E045-6D51-1900A38A5C0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C8994F61-2637-1827-DB79-3645D0077CCA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0534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32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C8994F61-2637-1827-DB79-3645D0077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05343" cy="30278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1136873-00A3-D4CC-D9CD-DC51A15108AE}"/>
              </a:ext>
            </a:extLst>
          </p:cNvPr>
          <p:cNvGrpSpPr/>
          <p:nvPr/>
        </p:nvGrpSpPr>
        <p:grpSpPr>
          <a:xfrm>
            <a:off x="4373153" y="1855031"/>
            <a:ext cx="579357" cy="623527"/>
            <a:chOff x="2968850" y="3499219"/>
            <a:chExt cx="329975" cy="322846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9330B892-6705-012F-5E3D-F0E8412A1E0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C0EF1F1-F34A-349D-9080-064FE4E8B8D0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b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C0EF1F1-F34A-349D-9080-064FE4E8B8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536CC22-AB63-67F3-BA27-F8D5A8B6906C}"/>
              </a:ext>
            </a:extLst>
          </p:cNvPr>
          <p:cNvGrpSpPr/>
          <p:nvPr/>
        </p:nvGrpSpPr>
        <p:grpSpPr>
          <a:xfrm>
            <a:off x="5139657" y="1855031"/>
            <a:ext cx="579357" cy="623527"/>
            <a:chOff x="2968850" y="3499219"/>
            <a:chExt cx="329975" cy="322846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0D367151-5E0F-AECD-8F3F-2FA7FCFFB25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5379A356-8B6E-C3CA-E0D4-D4129A8F1A3E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84234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5379A356-8B6E-C3CA-E0D4-D4129A8F1A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84234" cy="30278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3F90227-8BAD-60A2-B9B7-EF39570B8F6D}"/>
              </a:ext>
            </a:extLst>
          </p:cNvPr>
          <p:cNvGrpSpPr/>
          <p:nvPr/>
        </p:nvGrpSpPr>
        <p:grpSpPr>
          <a:xfrm>
            <a:off x="5948165" y="1855031"/>
            <a:ext cx="579357" cy="623527"/>
            <a:chOff x="2968850" y="3499219"/>
            <a:chExt cx="329975" cy="322846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EBCF422F-DD74-68C4-7236-C2062C48D15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ACBF0E0-6FB9-B5D2-2764-E866D880BAD6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0534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32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ACBF0E0-6FB9-B5D2-2764-E866D880BA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05343" cy="30278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2A1EE69-5192-09EA-2676-F1101AB9EB52}"/>
              </a:ext>
            </a:extLst>
          </p:cNvPr>
          <p:cNvGrpSpPr/>
          <p:nvPr/>
        </p:nvGrpSpPr>
        <p:grpSpPr>
          <a:xfrm>
            <a:off x="6714668" y="1855031"/>
            <a:ext cx="579357" cy="623527"/>
            <a:chOff x="2968850" y="3499219"/>
            <a:chExt cx="329975" cy="322846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1A297A09-C597-6103-C9EC-C4E5DB1FA09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E0575199-B837-B577-63B4-D047BC628B89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00230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E0575199-B837-B577-63B4-D047BC628B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00230" cy="30278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BD250EE-530E-9B0D-4CC1-4E563ADBE3BE}"/>
              </a:ext>
            </a:extLst>
          </p:cNvPr>
          <p:cNvGrpSpPr/>
          <p:nvPr/>
        </p:nvGrpSpPr>
        <p:grpSpPr>
          <a:xfrm>
            <a:off x="7401454" y="1855031"/>
            <a:ext cx="579357" cy="623527"/>
            <a:chOff x="2968850" y="3499219"/>
            <a:chExt cx="329975" cy="322846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B28B2276-7758-E215-4F6C-19E17490F89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992F82C4-A5B8-C687-69E1-C31170830083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84234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992F82C4-A5B8-C687-69E1-C311708300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84234" cy="30278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565E0C4F-E1F9-8DAA-2491-117329402BC9}"/>
              </a:ext>
            </a:extLst>
          </p:cNvPr>
          <p:cNvSpPr/>
          <p:nvPr/>
        </p:nvSpPr>
        <p:spPr>
          <a:xfrm>
            <a:off x="3613780" y="1712511"/>
            <a:ext cx="2190193" cy="868763"/>
          </a:xfrm>
          <a:prstGeom prst="roundRect">
            <a:avLst/>
          </a:prstGeom>
          <a:noFill/>
          <a:ln w="19050">
            <a:solidFill>
              <a:schemeClr val="accent6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0CEA562E-1D69-48EF-326F-8E328DFAE2DC}"/>
                  </a:ext>
                </a:extLst>
              </p:cNvPr>
              <p:cNvSpPr txBox="1"/>
              <p:nvPr/>
            </p:nvSpPr>
            <p:spPr>
              <a:xfrm>
                <a:off x="3661489" y="1285102"/>
                <a:ext cx="58586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zh-CN" altLang="en-US" sz="14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0CEA562E-1D69-48EF-326F-8E328DFAE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489" y="1285102"/>
                <a:ext cx="585866" cy="307777"/>
              </a:xfrm>
              <a:prstGeom prst="rect">
                <a:avLst/>
              </a:prstGeom>
              <a:blipFill>
                <a:blip r:embed="rId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C5F1AD0D-4800-464F-00DA-427F5542A7F0}"/>
              </a:ext>
            </a:extLst>
          </p:cNvPr>
          <p:cNvSpPr/>
          <p:nvPr/>
        </p:nvSpPr>
        <p:spPr>
          <a:xfrm>
            <a:off x="4294082" y="1634195"/>
            <a:ext cx="2340275" cy="1110063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E6AE2DB1-9F44-3AFD-B880-B91887CCD949}"/>
                  </a:ext>
                </a:extLst>
              </p:cNvPr>
              <p:cNvSpPr txBox="1"/>
              <p:nvPr/>
            </p:nvSpPr>
            <p:spPr>
              <a:xfrm>
                <a:off x="4342472" y="1285103"/>
                <a:ext cx="58586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E6AE2DB1-9F44-3AFD-B880-B91887CCD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2472" y="1285103"/>
                <a:ext cx="585866" cy="307777"/>
              </a:xfrm>
              <a:prstGeom prst="rect">
                <a:avLst/>
              </a:prstGeom>
              <a:blipFill>
                <a:blip r:embed="rId10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00982B1A-DF29-BD85-78BD-D2083BB6804D}"/>
                  </a:ext>
                </a:extLst>
              </p:cNvPr>
              <p:cNvSpPr txBox="1"/>
              <p:nvPr/>
            </p:nvSpPr>
            <p:spPr>
              <a:xfrm>
                <a:off x="4109577" y="1294895"/>
                <a:ext cx="36901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00982B1A-DF29-BD85-78BD-D2083BB68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577" y="1294895"/>
                <a:ext cx="369012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组合 79">
            <a:extLst>
              <a:ext uri="{FF2B5EF4-FFF2-40B4-BE49-F238E27FC236}">
                <a16:creationId xmlns:a16="http://schemas.microsoft.com/office/drawing/2014/main" id="{F5E6B4D7-412B-7C0F-FA79-E1970569F6DB}"/>
              </a:ext>
            </a:extLst>
          </p:cNvPr>
          <p:cNvGrpSpPr/>
          <p:nvPr/>
        </p:nvGrpSpPr>
        <p:grpSpPr>
          <a:xfrm>
            <a:off x="3686368" y="3801979"/>
            <a:ext cx="579357" cy="623527"/>
            <a:chOff x="2968850" y="3499219"/>
            <a:chExt cx="329975" cy="322846"/>
          </a:xfrm>
        </p:grpSpPr>
        <p:sp>
          <p:nvSpPr>
            <p:cNvPr id="81" name="矩形: 圆角 80">
              <a:extLst>
                <a:ext uri="{FF2B5EF4-FFF2-40B4-BE49-F238E27FC236}">
                  <a16:creationId xmlns:a16="http://schemas.microsoft.com/office/drawing/2014/main" id="{16F6499F-DCA6-E82A-3E91-7D07663046E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E669E87-E480-3255-B831-1130A3AFA05E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0534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E669E87-E480-3255-B831-1130A3AFA0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05343" cy="30278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4EE06EA3-C152-A682-4F32-9713B5231D25}"/>
              </a:ext>
            </a:extLst>
          </p:cNvPr>
          <p:cNvGrpSpPr/>
          <p:nvPr/>
        </p:nvGrpSpPr>
        <p:grpSpPr>
          <a:xfrm>
            <a:off x="4373153" y="3801979"/>
            <a:ext cx="579357" cy="623527"/>
            <a:chOff x="2968850" y="3499219"/>
            <a:chExt cx="329975" cy="322846"/>
          </a:xfrm>
        </p:grpSpPr>
        <p:sp>
          <p:nvSpPr>
            <p:cNvPr id="84" name="矩形: 圆角 83">
              <a:extLst>
                <a:ext uri="{FF2B5EF4-FFF2-40B4-BE49-F238E27FC236}">
                  <a16:creationId xmlns:a16="http://schemas.microsoft.com/office/drawing/2014/main" id="{43B2FE7A-C77E-E8B2-8626-E85732581CE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441BBFBC-B5EA-0D07-0263-86B62BD0B113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32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oMath>
                    </m:oMathPara>
                  </a14:m>
                  <a:endParaRPr lang="zh-CN" altLang="en-US" sz="32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441BBFBC-B5EA-0D07-0263-86B62BD0B1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6FB44231-F869-C47A-7EBA-E38E72B0C9FF}"/>
              </a:ext>
            </a:extLst>
          </p:cNvPr>
          <p:cNvGrpSpPr/>
          <p:nvPr/>
        </p:nvGrpSpPr>
        <p:grpSpPr>
          <a:xfrm>
            <a:off x="5139657" y="3801979"/>
            <a:ext cx="579357" cy="623527"/>
            <a:chOff x="2968850" y="3499219"/>
            <a:chExt cx="329975" cy="322846"/>
          </a:xfrm>
        </p:grpSpPr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D6BD30B4-FB71-1268-3E8F-8A6438056C6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4A502CA0-000F-71A4-2B46-BBF20785B34F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84234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4A502CA0-000F-71A4-2B46-BBF20785B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84234" cy="30278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24A41276-F349-4C66-50C5-56DE085E339E}"/>
              </a:ext>
            </a:extLst>
          </p:cNvPr>
          <p:cNvGrpSpPr/>
          <p:nvPr/>
        </p:nvGrpSpPr>
        <p:grpSpPr>
          <a:xfrm>
            <a:off x="5948167" y="3801979"/>
            <a:ext cx="579357" cy="623527"/>
            <a:chOff x="2968850" y="3499219"/>
            <a:chExt cx="329975" cy="322846"/>
          </a:xfrm>
        </p:grpSpPr>
        <p:sp>
          <p:nvSpPr>
            <p:cNvPr id="90" name="矩形: 圆角 89">
              <a:extLst>
                <a:ext uri="{FF2B5EF4-FFF2-40B4-BE49-F238E27FC236}">
                  <a16:creationId xmlns:a16="http://schemas.microsoft.com/office/drawing/2014/main" id="{DEA7DFCA-63E5-F59F-604A-42FB064ABAD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16D9813C-A9C7-648C-5912-150030169D97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00230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32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16D9813C-A9C7-648C-5912-150030169D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00230" cy="30278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8F6AC266-B542-C8D5-4F0A-2FD74423D3C9}"/>
              </a:ext>
            </a:extLst>
          </p:cNvPr>
          <p:cNvGrpSpPr/>
          <p:nvPr/>
        </p:nvGrpSpPr>
        <p:grpSpPr>
          <a:xfrm>
            <a:off x="6714668" y="3801979"/>
            <a:ext cx="579357" cy="623527"/>
            <a:chOff x="2968850" y="3499219"/>
            <a:chExt cx="329975" cy="322846"/>
          </a:xfrm>
        </p:grpSpPr>
        <p:sp>
          <p:nvSpPr>
            <p:cNvPr id="93" name="矩形: 圆角 92">
              <a:extLst>
                <a:ext uri="{FF2B5EF4-FFF2-40B4-BE49-F238E27FC236}">
                  <a16:creationId xmlns:a16="http://schemas.microsoft.com/office/drawing/2014/main" id="{6287D4F9-E1CF-8508-3A5C-2BB60D9B111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78178B7F-9E2A-AB5A-BC36-462241438223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00230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78178B7F-9E2A-AB5A-BC36-4622414382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00230" cy="30278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597C053B-399B-1180-A224-43D48E70660C}"/>
              </a:ext>
            </a:extLst>
          </p:cNvPr>
          <p:cNvGrpSpPr/>
          <p:nvPr/>
        </p:nvGrpSpPr>
        <p:grpSpPr>
          <a:xfrm>
            <a:off x="7401454" y="3801979"/>
            <a:ext cx="579357" cy="623527"/>
            <a:chOff x="2968850" y="3499219"/>
            <a:chExt cx="329975" cy="322846"/>
          </a:xfrm>
        </p:grpSpPr>
        <p:sp>
          <p:nvSpPr>
            <p:cNvPr id="96" name="矩形: 圆角 95">
              <a:extLst>
                <a:ext uri="{FF2B5EF4-FFF2-40B4-BE49-F238E27FC236}">
                  <a16:creationId xmlns:a16="http://schemas.microsoft.com/office/drawing/2014/main" id="{B34C66C3-DEC0-4527-76AA-E7584F7A078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0A45C806-2ED4-68B1-7BBB-3BB7DD9C1F34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84234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0A45C806-2ED4-68B1-7BBB-3BB7DD9C1F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84234" cy="30278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F39D943E-2107-5C5D-FD18-C35E348382A5}"/>
              </a:ext>
            </a:extLst>
          </p:cNvPr>
          <p:cNvSpPr/>
          <p:nvPr/>
        </p:nvSpPr>
        <p:spPr>
          <a:xfrm>
            <a:off x="3613780" y="3659459"/>
            <a:ext cx="2190193" cy="868763"/>
          </a:xfrm>
          <a:prstGeom prst="roundRect">
            <a:avLst/>
          </a:prstGeom>
          <a:noFill/>
          <a:ln w="19050">
            <a:solidFill>
              <a:schemeClr val="accent6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E4BE6311-26A3-27B9-E9A8-69D1F22F4222}"/>
                  </a:ext>
                </a:extLst>
              </p:cNvPr>
              <p:cNvSpPr txBox="1"/>
              <p:nvPr/>
            </p:nvSpPr>
            <p:spPr>
              <a:xfrm>
                <a:off x="3661489" y="3232050"/>
                <a:ext cx="58586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zh-CN" altLang="en-US" sz="14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E4BE6311-26A3-27B9-E9A8-69D1F22F4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489" y="3232050"/>
                <a:ext cx="585866" cy="307777"/>
              </a:xfrm>
              <a:prstGeom prst="rect">
                <a:avLst/>
              </a:prstGeom>
              <a:blipFill>
                <a:blip r:embed="rId18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18F4096B-97B8-D5F7-C385-5A015493275A}"/>
              </a:ext>
            </a:extLst>
          </p:cNvPr>
          <p:cNvSpPr/>
          <p:nvPr/>
        </p:nvSpPr>
        <p:spPr>
          <a:xfrm>
            <a:off x="4294083" y="3581143"/>
            <a:ext cx="1582478" cy="1110063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8110B78E-5F76-8465-E9CB-61487805162A}"/>
                  </a:ext>
                </a:extLst>
              </p:cNvPr>
              <p:cNvSpPr txBox="1"/>
              <p:nvPr/>
            </p:nvSpPr>
            <p:spPr>
              <a:xfrm>
                <a:off x="4342472" y="3232051"/>
                <a:ext cx="58586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8110B78E-5F76-8465-E9CB-614878051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2472" y="3232051"/>
                <a:ext cx="585866" cy="307777"/>
              </a:xfrm>
              <a:prstGeom prst="rect">
                <a:avLst/>
              </a:prstGeom>
              <a:blipFill>
                <a:blip r:embed="rId19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65AE5747-0212-44C9-6AC1-C28834945BD9}"/>
                  </a:ext>
                </a:extLst>
              </p:cNvPr>
              <p:cNvSpPr txBox="1"/>
              <p:nvPr/>
            </p:nvSpPr>
            <p:spPr>
              <a:xfrm>
                <a:off x="4109577" y="3241843"/>
                <a:ext cx="36901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65AE5747-0212-44C9-6AC1-C28834945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577" y="3241843"/>
                <a:ext cx="369012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8F5B0382-96D8-DE35-9BB7-7A4D6FB57E20}"/>
                  </a:ext>
                </a:extLst>
              </p:cNvPr>
              <p:cNvSpPr txBox="1"/>
              <p:nvPr/>
            </p:nvSpPr>
            <p:spPr>
              <a:xfrm>
                <a:off x="3541494" y="5069915"/>
                <a:ext cx="58586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zh-CN" altLang="en-US" sz="14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8F5B0382-96D8-DE35-9BB7-7A4D6FB57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1494" y="5069915"/>
                <a:ext cx="585866" cy="307777"/>
              </a:xfrm>
              <a:prstGeom prst="rect">
                <a:avLst/>
              </a:prstGeom>
              <a:blipFill>
                <a:blip r:embed="rId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0958C360-0608-C0B1-3E63-A2D8275EE68A}"/>
                  </a:ext>
                </a:extLst>
              </p:cNvPr>
              <p:cNvSpPr txBox="1"/>
              <p:nvPr/>
            </p:nvSpPr>
            <p:spPr>
              <a:xfrm>
                <a:off x="4222477" y="5069916"/>
                <a:ext cx="58586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0958C360-0608-C0B1-3E63-A2D8275EE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477" y="5069916"/>
                <a:ext cx="585866" cy="307777"/>
              </a:xfrm>
              <a:prstGeom prst="rect">
                <a:avLst/>
              </a:prstGeom>
              <a:blipFill>
                <a:blip r:embed="rId10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E56F4A40-AFCE-5EC5-B48F-601FF7F83C80}"/>
                  </a:ext>
                </a:extLst>
              </p:cNvPr>
              <p:cNvSpPr txBox="1"/>
              <p:nvPr/>
            </p:nvSpPr>
            <p:spPr>
              <a:xfrm>
                <a:off x="3989582" y="5079708"/>
                <a:ext cx="36901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E56F4A40-AFCE-5EC5-B48F-601FF7F83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9582" y="5079708"/>
                <a:ext cx="369012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乘号 105">
            <a:extLst>
              <a:ext uri="{FF2B5EF4-FFF2-40B4-BE49-F238E27FC236}">
                <a16:creationId xmlns:a16="http://schemas.microsoft.com/office/drawing/2014/main" id="{27AF74DC-1340-D59E-7D82-92AB679E992F}"/>
              </a:ext>
            </a:extLst>
          </p:cNvPr>
          <p:cNvSpPr/>
          <p:nvPr/>
        </p:nvSpPr>
        <p:spPr>
          <a:xfrm>
            <a:off x="4802839" y="5048898"/>
            <a:ext cx="323850" cy="34981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806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1578</TotalTime>
  <Words>97</Words>
  <Application>Microsoft Office PowerPoint</Application>
  <PresentationFormat>宽屏</PresentationFormat>
  <Paragraphs>55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2026-04-12T04:58:26Z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