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0">
            <a:off x="2948940" y="2560320"/>
            <a:ext cx="3422650" cy="477520"/>
            <a:chOff x="4756" y="2218"/>
            <a:chExt cx="5390" cy="752"/>
          </a:xfrm>
        </p:grpSpPr>
        <p:sp>
          <p:nvSpPr>
            <p:cNvPr id="20" name="矩形 19"/>
            <p:cNvSpPr/>
            <p:nvPr/>
          </p:nvSpPr>
          <p:spPr>
            <a:xfrm>
              <a:off x="475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52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29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06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83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60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37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928" y="2304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6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44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21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9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75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52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2948940" y="3960495"/>
            <a:ext cx="3422650" cy="477520"/>
            <a:chOff x="4756" y="2218"/>
            <a:chExt cx="5390" cy="752"/>
          </a:xfrm>
        </p:grpSpPr>
        <p:sp>
          <p:nvSpPr>
            <p:cNvPr id="35" name="矩形 34"/>
            <p:cNvSpPr/>
            <p:nvPr/>
          </p:nvSpPr>
          <p:spPr>
            <a:xfrm>
              <a:off x="475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52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29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06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783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860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937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928" y="2304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56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44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21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875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952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49" name="组合 48"/>
          <p:cNvGrpSpPr/>
          <p:nvPr/>
        </p:nvGrpSpPr>
        <p:grpSpPr>
          <a:xfrm rot="0">
            <a:off x="2948940" y="5523230"/>
            <a:ext cx="3422650" cy="477520"/>
            <a:chOff x="4756" y="2218"/>
            <a:chExt cx="5390" cy="752"/>
          </a:xfrm>
        </p:grpSpPr>
        <p:sp>
          <p:nvSpPr>
            <p:cNvPr id="50" name="矩形 49"/>
            <p:cNvSpPr/>
            <p:nvPr/>
          </p:nvSpPr>
          <p:spPr>
            <a:xfrm>
              <a:off x="475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552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629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706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783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860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9376" y="2218"/>
              <a:ext cx="770" cy="752"/>
            </a:xfrm>
            <a:prstGeom prst="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ysClr val="windowText" lastClr="00000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928" y="2304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6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4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21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98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75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9525" y="2313"/>
              <a:ext cx="4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2926080" y="1193165"/>
            <a:ext cx="3445510" cy="1367155"/>
            <a:chOff x="4608" y="1398"/>
            <a:chExt cx="5426" cy="2153"/>
          </a:xfrm>
        </p:grpSpPr>
        <p:grpSp>
          <p:nvGrpSpPr>
            <p:cNvPr id="18" name="组合 17"/>
            <p:cNvGrpSpPr/>
            <p:nvPr/>
          </p:nvGrpSpPr>
          <p:grpSpPr>
            <a:xfrm rot="0">
              <a:off x="4644" y="1407"/>
              <a:ext cx="5390" cy="752"/>
              <a:chOff x="4756" y="2218"/>
              <a:chExt cx="5390" cy="752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75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52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629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706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83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60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9376" y="2218"/>
                <a:ext cx="770" cy="75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4928" y="2304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568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44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721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4</a:t>
                </a:r>
                <a:endParaRPr lang="en-US" altLang="zh-CN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798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5</a:t>
                </a:r>
                <a:endParaRPr lang="en-US" altLang="zh-CN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875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6</a:t>
                </a:r>
                <a:endParaRPr lang="en-US" altLang="zh-CN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525" y="2313"/>
                <a:ext cx="47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 rot="0">
              <a:off x="4608" y="1398"/>
              <a:ext cx="3144" cy="760"/>
              <a:chOff x="4720" y="1026"/>
              <a:chExt cx="3144" cy="760"/>
            </a:xfrm>
          </p:grpSpPr>
          <p:cxnSp>
            <p:nvCxnSpPr>
              <p:cNvPr id="64" name="直接连接符 63"/>
              <p:cNvCxnSpPr/>
              <p:nvPr/>
            </p:nvCxnSpPr>
            <p:spPr>
              <a:xfrm>
                <a:off x="4756" y="1026"/>
                <a:ext cx="9" cy="76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4720" y="1026"/>
                <a:ext cx="3135" cy="19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4747" y="1778"/>
                <a:ext cx="309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7846" y="1045"/>
                <a:ext cx="18" cy="72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8" name="左大括号 67"/>
            <p:cNvSpPr/>
            <p:nvPr/>
          </p:nvSpPr>
          <p:spPr>
            <a:xfrm rot="16200000">
              <a:off x="5930" y="1064"/>
              <a:ext cx="518" cy="3072"/>
            </a:xfrm>
            <a:prstGeom prst="leftBrace">
              <a:avLst>
                <a:gd name="adj1" fmla="val 0"/>
                <a:gd name="adj2" fmla="val 5179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884" y="2971"/>
              <a:ext cx="72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10</a:t>
              </a:r>
              <a:endParaRPr lang="en-US" altLang="zh-CN"/>
            </a:p>
          </p:txBody>
        </p:sp>
      </p:grpSp>
      <p:grpSp>
        <p:nvGrpSpPr>
          <p:cNvPr id="77" name="组合 76"/>
          <p:cNvGrpSpPr/>
          <p:nvPr/>
        </p:nvGrpSpPr>
        <p:grpSpPr>
          <a:xfrm rot="0">
            <a:off x="3397250" y="2560320"/>
            <a:ext cx="1996440" cy="482600"/>
            <a:chOff x="4720" y="1026"/>
            <a:chExt cx="3144" cy="760"/>
          </a:xfrm>
        </p:grpSpPr>
        <p:cxnSp>
          <p:nvCxnSpPr>
            <p:cNvPr id="78" name="直接连接符 77"/>
            <p:cNvCxnSpPr/>
            <p:nvPr/>
          </p:nvCxnSpPr>
          <p:spPr>
            <a:xfrm>
              <a:off x="4756" y="1026"/>
              <a:ext cx="9" cy="7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720" y="1026"/>
              <a:ext cx="3135" cy="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4747" y="1778"/>
              <a:ext cx="30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7846" y="1045"/>
              <a:ext cx="18" cy="7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2" name="左大括号 81"/>
          <p:cNvSpPr/>
          <p:nvPr/>
        </p:nvSpPr>
        <p:spPr>
          <a:xfrm rot="16200000">
            <a:off x="4248150" y="2313940"/>
            <a:ext cx="328930" cy="1950720"/>
          </a:xfrm>
          <a:prstGeom prst="leftBrace">
            <a:avLst>
              <a:gd name="adj1" fmla="val 0"/>
              <a:gd name="adj2" fmla="val 5179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4222750" y="3518535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14</a:t>
            </a:r>
            <a:endParaRPr lang="en-US" altLang="zh-CN"/>
          </a:p>
        </p:txBody>
      </p:sp>
      <p:grpSp>
        <p:nvGrpSpPr>
          <p:cNvPr id="84" name="组合 83"/>
          <p:cNvGrpSpPr/>
          <p:nvPr/>
        </p:nvGrpSpPr>
        <p:grpSpPr>
          <a:xfrm rot="0">
            <a:off x="3909695" y="3960495"/>
            <a:ext cx="1996440" cy="482600"/>
            <a:chOff x="4720" y="1026"/>
            <a:chExt cx="3144" cy="760"/>
          </a:xfrm>
        </p:grpSpPr>
        <p:cxnSp>
          <p:nvCxnSpPr>
            <p:cNvPr id="85" name="直接连接符 84"/>
            <p:cNvCxnSpPr/>
            <p:nvPr/>
          </p:nvCxnSpPr>
          <p:spPr>
            <a:xfrm>
              <a:off x="4756" y="1026"/>
              <a:ext cx="9" cy="7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720" y="1026"/>
              <a:ext cx="3135" cy="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4747" y="1778"/>
              <a:ext cx="30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7846" y="1045"/>
              <a:ext cx="18" cy="7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9" name="左大括号 88"/>
          <p:cNvSpPr/>
          <p:nvPr/>
        </p:nvSpPr>
        <p:spPr>
          <a:xfrm rot="16200000">
            <a:off x="4754880" y="3723640"/>
            <a:ext cx="328930" cy="1950720"/>
          </a:xfrm>
          <a:prstGeom prst="leftBrace">
            <a:avLst>
              <a:gd name="adj1" fmla="val 0"/>
              <a:gd name="adj2" fmla="val 5179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4737100" y="4959985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18</a:t>
            </a:r>
            <a:endParaRPr lang="en-US" altLang="zh-CN"/>
          </a:p>
        </p:txBody>
      </p:sp>
      <p:grpSp>
        <p:nvGrpSpPr>
          <p:cNvPr id="91" name="组合 90"/>
          <p:cNvGrpSpPr/>
          <p:nvPr/>
        </p:nvGrpSpPr>
        <p:grpSpPr>
          <a:xfrm rot="0">
            <a:off x="4392295" y="5523230"/>
            <a:ext cx="1996440" cy="482600"/>
            <a:chOff x="4720" y="1026"/>
            <a:chExt cx="3144" cy="760"/>
          </a:xfrm>
        </p:grpSpPr>
        <p:cxnSp>
          <p:nvCxnSpPr>
            <p:cNvPr id="92" name="直接连接符 91"/>
            <p:cNvCxnSpPr/>
            <p:nvPr/>
          </p:nvCxnSpPr>
          <p:spPr>
            <a:xfrm>
              <a:off x="4756" y="1026"/>
              <a:ext cx="9" cy="76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4720" y="1026"/>
              <a:ext cx="3135" cy="1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4747" y="1778"/>
              <a:ext cx="309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>
              <a:off x="7846" y="1045"/>
              <a:ext cx="18" cy="72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6" name="左大括号 95"/>
          <p:cNvSpPr/>
          <p:nvPr/>
        </p:nvSpPr>
        <p:spPr>
          <a:xfrm rot="16200000">
            <a:off x="5231765" y="5292090"/>
            <a:ext cx="328930" cy="1950720"/>
          </a:xfrm>
          <a:prstGeom prst="leftBrace">
            <a:avLst>
              <a:gd name="adj1" fmla="val 0"/>
              <a:gd name="adj2" fmla="val 5179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5223510" y="6541135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16</a:t>
            </a:r>
            <a:endParaRPr lang="en-US" altLang="zh-CN"/>
          </a:p>
        </p:txBody>
      </p:sp>
      <p:sp>
        <p:nvSpPr>
          <p:cNvPr id="99" name="右大括号 98"/>
          <p:cNvSpPr/>
          <p:nvPr/>
        </p:nvSpPr>
        <p:spPr>
          <a:xfrm>
            <a:off x="6599555" y="1316355"/>
            <a:ext cx="1117600" cy="48031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本框 99"/>
              <p:cNvSpPr txBox="1"/>
              <p:nvPr/>
            </p:nvSpPr>
            <p:spPr>
              <a:xfrm>
                <a:off x="7818120" y="3296920"/>
                <a:ext cx="403606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𝑎𝑛𝑠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𝑠𝑢𝑚−𝑚𝑖𝑛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18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16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12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00" name="文本框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3296920"/>
                <a:ext cx="403606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本框 100"/>
              <p:cNvSpPr txBox="1"/>
              <p:nvPr/>
            </p:nvSpPr>
            <p:spPr>
              <a:xfrm>
                <a:off x="541655" y="904875"/>
                <a:ext cx="151130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101" name="文本框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5" y="904875"/>
                <a:ext cx="1511300" cy="4603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/>
              <p:cNvSpPr txBox="1"/>
              <p:nvPr/>
            </p:nvSpPr>
            <p:spPr>
              <a:xfrm>
                <a:off x="694055" y="1486535"/>
                <a:ext cx="172085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𝑠𝑢𝑚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22</m:t>
                      </m:r>
                    </m:oMath>
                  </m:oMathPara>
                </a14:m>
                <a:endParaRPr lang="en-US" altLang="zh-CN" sz="2400"/>
              </a:p>
            </p:txBody>
          </p:sp>
        </mc:Choice>
        <mc:Fallback>
          <p:sp>
            <p:nvSpPr>
              <p:cNvPr id="102" name="文本框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55" y="1486535"/>
                <a:ext cx="1720850" cy="4603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左大括号 102"/>
          <p:cNvSpPr/>
          <p:nvPr/>
        </p:nvSpPr>
        <p:spPr>
          <a:xfrm rot="5400000">
            <a:off x="3765550" y="-11430"/>
            <a:ext cx="328930" cy="1950720"/>
          </a:xfrm>
          <a:prstGeom prst="leftBrace">
            <a:avLst>
              <a:gd name="adj1" fmla="val 0"/>
              <a:gd name="adj2" fmla="val 5179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/>
              <p:cNvSpPr txBox="1"/>
              <p:nvPr/>
            </p:nvSpPr>
            <p:spPr>
              <a:xfrm>
                <a:off x="2891790" y="317500"/>
                <a:ext cx="212090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𝑛−𝑘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106" name="文本框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790" y="317500"/>
                <a:ext cx="2120900" cy="460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WPS 演示</Application>
  <PresentationFormat>宽屏</PresentationFormat>
  <Paragraphs>72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splay1</cp:lastModifiedBy>
  <cp:revision>157</cp:revision>
  <dcterms:created xsi:type="dcterms:W3CDTF">2019-06-19T02:08:00Z</dcterms:created>
  <dcterms:modified xsi:type="dcterms:W3CDTF">2026-04-19T13:05:03Z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937B747215D749EEA5329B96801CD2E7_11</vt:lpwstr>
  </property>
</Properties>
</file>