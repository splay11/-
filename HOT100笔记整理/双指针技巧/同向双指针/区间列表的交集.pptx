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3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852295" y="1483360"/>
            <a:ext cx="1949450" cy="459740"/>
            <a:chOff x="2917" y="2336"/>
            <a:chExt cx="3070" cy="72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632" y="2699"/>
              <a:ext cx="1749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2917" y="2336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a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" y="2336"/>
                  <a:ext cx="607" cy="72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5381" y="2336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b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" y="2336"/>
                  <a:ext cx="607" cy="72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/>
          <p:cNvGrpSpPr/>
          <p:nvPr/>
        </p:nvGrpSpPr>
        <p:grpSpPr>
          <a:xfrm>
            <a:off x="2726690" y="2231390"/>
            <a:ext cx="1921510" cy="459740"/>
            <a:chOff x="4294" y="3514"/>
            <a:chExt cx="3026" cy="724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4901" y="3877"/>
              <a:ext cx="1749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4294" y="3514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4" y="3514"/>
                  <a:ext cx="607" cy="72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6714" y="3514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" y="3514"/>
                  <a:ext cx="607" cy="72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/>
          <p:cNvCxnSpPr/>
          <p:nvPr/>
        </p:nvCxnSpPr>
        <p:spPr>
          <a:xfrm>
            <a:off x="3975100" y="1713865"/>
            <a:ext cx="3325495" cy="50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222750" y="1170940"/>
                <a:ext cx="35496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400"/>
                  <a:t>未来可能匹配段</a:t>
                </a:r>
                <a:endParaRPr lang="zh-CN" altLang="en-US" sz="2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750" y="1170940"/>
                <a:ext cx="3549650" cy="4603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66370" y="1126490"/>
                <a:ext cx="150177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 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𝑏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</m:oMath>
                  </m:oMathPara>
                </a14:m>
                <a:endParaRPr lang="en-US" altLang="zh-CN" sz="240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" y="1126490"/>
                <a:ext cx="1501775" cy="4603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66370" y="3761740"/>
                <a:ext cx="150177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 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𝑏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&gt;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</m:oMath>
                  </m:oMathPara>
                </a14:m>
                <a:endParaRPr lang="en-US" altLang="zh-CN" sz="240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" y="3761740"/>
                <a:ext cx="1501775" cy="4603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2726690" y="3762375"/>
            <a:ext cx="1949450" cy="459740"/>
            <a:chOff x="2917" y="2336"/>
            <a:chExt cx="3070" cy="724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3632" y="2699"/>
              <a:ext cx="1749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2917" y="2336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" y="2336"/>
                  <a:ext cx="607" cy="72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5381" y="2336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" y="2336"/>
                  <a:ext cx="607" cy="725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/>
          <p:cNvGrpSpPr/>
          <p:nvPr/>
        </p:nvGrpSpPr>
        <p:grpSpPr>
          <a:xfrm>
            <a:off x="1852295" y="4539615"/>
            <a:ext cx="1921510" cy="459740"/>
            <a:chOff x="4294" y="3514"/>
            <a:chExt cx="3026" cy="724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4901" y="3877"/>
              <a:ext cx="1749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4294" y="3514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4" y="3514"/>
                  <a:ext cx="607" cy="72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6714" y="3514"/>
                  <a:ext cx="607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oMath>
                    </m:oMathPara>
                  </a14:m>
                  <a:endParaRPr lang="en-US" altLang="zh-CN" sz="2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" y="3514"/>
                  <a:ext cx="607" cy="72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直接连接符 26"/>
          <p:cNvCxnSpPr/>
          <p:nvPr/>
        </p:nvCxnSpPr>
        <p:spPr>
          <a:xfrm>
            <a:off x="4188460" y="4770120"/>
            <a:ext cx="3325495" cy="50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4424680" y="4999990"/>
                <a:ext cx="35496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400"/>
                  <a:t>未来可能匹配段</a:t>
                </a:r>
                <a:endParaRPr lang="zh-CN" altLang="en-US" sz="240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80" y="4999990"/>
                <a:ext cx="3549650" cy="4603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/>
          <p:nvPr/>
        </p:nvCxnSpPr>
        <p:spPr>
          <a:xfrm>
            <a:off x="2726690" y="476250"/>
            <a:ext cx="0" cy="9207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2862580" y="848360"/>
                <a:ext cx="68072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++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580" y="848360"/>
                <a:ext cx="680720" cy="3683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30"/>
          <p:cNvCxnSpPr/>
          <p:nvPr/>
        </p:nvCxnSpPr>
        <p:spPr>
          <a:xfrm flipV="1">
            <a:off x="2791460" y="4999990"/>
            <a:ext cx="2540" cy="89281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2933700" y="5317490"/>
                <a:ext cx="68072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++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700" y="5317490"/>
                <a:ext cx="680720" cy="3683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splay1</cp:lastModifiedBy>
  <cp:revision>157</cp:revision>
  <dcterms:created xsi:type="dcterms:W3CDTF">2019-06-19T02:08:00Z</dcterms:created>
  <dcterms:modified xsi:type="dcterms:W3CDTF">2026-04-19T13:52:21Z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E70D588C5B6C47E497F689DCB66B2226_11</vt:lpwstr>
  </property>
</Properties>
</file>