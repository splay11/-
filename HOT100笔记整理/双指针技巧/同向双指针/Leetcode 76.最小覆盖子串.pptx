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6" r:id="rId2"/>
    <p:sldId id="30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50EDD-6548-4517-BE3A-375632E7C873}" v="190" dt="2026-04-12T02:59:11.101"/>
    <p1510:client id="{1A085D02-187D-4342-B115-C8500817C975}" v="158" dt="2026-04-12T05:58:39.347"/>
    <p1510:client id="{501E1AC4-7871-44FE-A7E6-63711EC35318}" v="54" dt="2026-04-12T04:58:2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73" autoAdjust="0"/>
  </p:normalViewPr>
  <p:slideViewPr>
    <p:cSldViewPr snapToGrid="0">
      <p:cViewPr varScale="1">
        <p:scale>
          <a:sx n="152" d="100"/>
          <a:sy n="152" d="100"/>
        </p:scale>
        <p:origin x="416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2T05:58:39.347" v="7689" actId="207"/>
      <pc:docMkLst>
        <pc:docMk/>
      </pc:docMkLst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3.557" v="7270" actId="47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12T02:39:13.566" v="6879"/>
          <ac:spMkLst>
            <pc:docMk/>
            <pc:sldMk cId="3112887342" sldId="297"/>
            <ac:spMk id="2" creationId="{EE245550-846E-7147-7C66-15674F639971}"/>
          </ac:spMkLst>
        </pc:spChg>
        <pc:spChg chg="add del mod">
          <ac:chgData name="昕 许" userId="a2975fcd840abfc3" providerId="LiveId" clId="{49CCD4F9-177C-4270-9A14-60236FF377E8}" dt="2026-04-12T02:39:29.815" v="6882" actId="478"/>
          <ac:spMkLst>
            <pc:docMk/>
            <pc:sldMk cId="3112887342" sldId="297"/>
            <ac:spMk id="3" creationId="{3C4EF479-E6A9-78DF-AE4B-2653A00CE3BB}"/>
          </ac:spMkLst>
        </pc:spChg>
        <pc:spChg chg="mod">
          <ac:chgData name="昕 许" userId="a2975fcd840abfc3" providerId="LiveId" clId="{49CCD4F9-177C-4270-9A14-60236FF377E8}" dt="2026-04-12T02:39:36.597" v="6891" actId="20577"/>
          <ac:spMkLst>
            <pc:docMk/>
            <pc:sldMk cId="3112887342" sldId="297"/>
            <ac:spMk id="5" creationId="{65608A7D-E6E1-E94F-70E4-1C62461CCE1E}"/>
          </ac:spMkLst>
        </pc:spChg>
        <pc:spChg chg="mod">
          <ac:chgData name="昕 许" userId="a2975fcd840abfc3" providerId="LiveId" clId="{49CCD4F9-177C-4270-9A14-60236FF377E8}" dt="2026-04-12T02:39:38.983" v="6892" actId="1076"/>
          <ac:spMkLst>
            <pc:docMk/>
            <pc:sldMk cId="3112887342" sldId="297"/>
            <ac:spMk id="6" creationId="{3607D0A2-4578-2FD2-A9B1-23ED1EF1F403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8" creationId="{B9E78FBA-4709-1D99-BA0B-56F2F6258ACC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9" creationId="{A423E740-752E-C232-71C9-9C190DE31DF4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1" creationId="{CD13E4E6-16E6-2A7D-B8CB-880FCA55C416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2" creationId="{6B004975-0E43-4D97-671A-4B65E68042C7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4" creationId="{50B187A4-D974-207E-4519-6E5ADC3839B6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5" creationId="{49F5A26C-0F2F-9B28-DFC4-58E91DB17C62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7" creationId="{D54ECF98-1508-E0DA-AE99-6C70017CCD8A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8" creationId="{FF1C0FB6-10AB-722E-2E30-EE57EE4439FB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0" creationId="{6D9DFD25-FE84-8908-04BF-04CF8FFF0827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1" creationId="{0B4AF54C-5EE8-C76E-34B4-BF4AD90490D2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3" creationId="{CDEEEAF2-79AF-8603-9752-ED6AB88D8F36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4" creationId="{FCF00D60-BC21-0B9A-0E5B-99169001CE47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6" creationId="{AD01FD77-B981-F74A-0585-E45028942636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7" creationId="{FCFDE599-7020-3001-72E1-7E959C131017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29" creationId="{06C09BE9-7860-A404-8D41-C4E74560CD93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30" creationId="{090ED9BE-E0DC-D5E6-1C9C-3C9C90561936}"/>
          </ac:spMkLst>
        </pc:spChg>
        <pc:spChg chg="add del mod">
          <ac:chgData name="昕 许" userId="a2975fcd840abfc3" providerId="LiveId" clId="{49CCD4F9-177C-4270-9A14-60236FF377E8}" dt="2026-04-12T02:41:02.551" v="6921" actId="478"/>
          <ac:spMkLst>
            <pc:docMk/>
            <pc:sldMk cId="3112887342" sldId="297"/>
            <ac:spMk id="31" creationId="{80E1B83E-EB31-8A6B-4BFD-810F75B0EC48}"/>
          </ac:spMkLst>
        </pc:spChg>
        <pc:spChg chg="add mod">
          <ac:chgData name="昕 许" userId="a2975fcd840abfc3" providerId="LiveId" clId="{49CCD4F9-177C-4270-9A14-60236FF377E8}" dt="2026-04-12T02:41:21.839" v="6930" actId="164"/>
          <ac:spMkLst>
            <pc:docMk/>
            <pc:sldMk cId="3112887342" sldId="297"/>
            <ac:spMk id="34" creationId="{A5A5BC0B-3A4C-89E3-BD5E-81E31D1C2DE9}"/>
          </ac:spMkLst>
        </pc:spChg>
        <pc:spChg chg="mod">
          <ac:chgData name="昕 许" userId="a2975fcd840abfc3" providerId="LiveId" clId="{49CCD4F9-177C-4270-9A14-60236FF377E8}" dt="2026-04-12T02:41:55.718" v="6952" actId="1076"/>
          <ac:spMkLst>
            <pc:docMk/>
            <pc:sldMk cId="3112887342" sldId="297"/>
            <ac:spMk id="38" creationId="{6A17A775-2FE0-D3C6-1F60-F18433EEBC9C}"/>
          </ac:spMkLst>
        </pc:spChg>
        <pc:grpChg chg="add mod">
          <ac:chgData name="昕 许" userId="a2975fcd840abfc3" providerId="LiveId" clId="{49CCD4F9-177C-4270-9A14-60236FF377E8}" dt="2026-04-12T02:39:36.597" v="6891" actId="20577"/>
          <ac:grpSpMkLst>
            <pc:docMk/>
            <pc:sldMk cId="3112887342" sldId="297"/>
            <ac:grpSpMk id="4" creationId="{04FD75EE-CB5B-542A-91B9-443FFA047A82}"/>
          </ac:grpSpMkLst>
        </pc:grpChg>
        <pc:grpChg chg="add mod">
          <ac:chgData name="昕 许" userId="a2975fcd840abfc3" providerId="LiveId" clId="{49CCD4F9-177C-4270-9A14-60236FF377E8}" dt="2026-04-12T02:39:58.318" v="6900" actId="20577"/>
          <ac:grpSpMkLst>
            <pc:docMk/>
            <pc:sldMk cId="3112887342" sldId="297"/>
            <ac:grpSpMk id="7" creationId="{EC32701E-F74C-F049-9D75-DA1D31E5C682}"/>
          </ac:grpSpMkLst>
        </pc:grpChg>
        <pc:grpChg chg="add mod">
          <ac:chgData name="昕 许" userId="a2975fcd840abfc3" providerId="LiveId" clId="{49CCD4F9-177C-4270-9A14-60236FF377E8}" dt="2026-04-12T02:40:01.293" v="6902" actId="20577"/>
          <ac:grpSpMkLst>
            <pc:docMk/>
            <pc:sldMk cId="3112887342" sldId="297"/>
            <ac:grpSpMk id="10" creationId="{302B11E4-E27E-2E0C-F46F-C8A95D937273}"/>
          </ac:grpSpMkLst>
        </pc:grpChg>
        <pc:grpChg chg="add mod">
          <ac:chgData name="昕 许" userId="a2975fcd840abfc3" providerId="LiveId" clId="{49CCD4F9-177C-4270-9A14-60236FF377E8}" dt="2026-04-12T02:40:04.381" v="6904" actId="20577"/>
          <ac:grpSpMkLst>
            <pc:docMk/>
            <pc:sldMk cId="3112887342" sldId="297"/>
            <ac:grpSpMk id="13" creationId="{14761FB9-262D-DB87-FF9B-5E18445C91D0}"/>
          </ac:grpSpMkLst>
        </pc:grpChg>
        <pc:grpChg chg="mod">
          <ac:chgData name="昕 许" userId="a2975fcd840abfc3" providerId="LiveId" clId="{49CCD4F9-177C-4270-9A14-60236FF377E8}" dt="2026-04-12T02:40:06.341" v="6906" actId="20577"/>
          <ac:grpSpMkLst>
            <pc:docMk/>
            <pc:sldMk cId="3112887342" sldId="297"/>
            <ac:grpSpMk id="16" creationId="{0DE62564-0E85-589E-1A0B-CEC54BEF5204}"/>
          </ac:grpSpMkLst>
        </pc:grpChg>
        <pc:grpChg chg="add mod">
          <ac:chgData name="昕 许" userId="a2975fcd840abfc3" providerId="LiveId" clId="{49CCD4F9-177C-4270-9A14-60236FF377E8}" dt="2026-04-12T02:40:09.355" v="6908" actId="20577"/>
          <ac:grpSpMkLst>
            <pc:docMk/>
            <pc:sldMk cId="3112887342" sldId="297"/>
            <ac:grpSpMk id="19" creationId="{53C24869-3B41-02B3-0396-B3A4E734C648}"/>
          </ac:grpSpMkLst>
        </pc:grpChg>
        <pc:grpChg chg="mod">
          <ac:chgData name="昕 许" userId="a2975fcd840abfc3" providerId="LiveId" clId="{49CCD4F9-177C-4270-9A14-60236FF377E8}" dt="2026-04-12T02:40:15.938" v="6912" actId="20577"/>
          <ac:grpSpMkLst>
            <pc:docMk/>
            <pc:sldMk cId="3112887342" sldId="297"/>
            <ac:grpSpMk id="22" creationId="{DEC2F06D-B5A1-6FC4-C572-93A8AE85115A}"/>
          </ac:grpSpMkLst>
        </pc:grpChg>
        <pc:grpChg chg="add mod">
          <ac:chgData name="昕 许" userId="a2975fcd840abfc3" providerId="LiveId" clId="{49CCD4F9-177C-4270-9A14-60236FF377E8}" dt="2026-04-12T02:40:17.708" v="6914" actId="20577"/>
          <ac:grpSpMkLst>
            <pc:docMk/>
            <pc:sldMk cId="3112887342" sldId="297"/>
            <ac:grpSpMk id="25" creationId="{F350968C-9C95-43CE-344D-911B02716297}"/>
          </ac:grpSpMkLst>
        </pc:grpChg>
        <pc:grpChg chg="add mod">
          <ac:chgData name="昕 许" userId="a2975fcd840abfc3" providerId="LiveId" clId="{49CCD4F9-177C-4270-9A14-60236FF377E8}" dt="2026-04-12T02:40:19.503" v="6916" actId="20577"/>
          <ac:grpSpMkLst>
            <pc:docMk/>
            <pc:sldMk cId="3112887342" sldId="297"/>
            <ac:grpSpMk id="28" creationId="{CB9A1F1E-952F-25E3-BEA6-AFAE821F6421}"/>
          </ac:grpSpMkLst>
        </pc:grpChg>
        <pc:grpChg chg="add mod">
          <ac:chgData name="昕 许" userId="a2975fcd840abfc3" providerId="LiveId" clId="{49CCD4F9-177C-4270-9A14-60236FF377E8}" dt="2026-04-12T02:41:21.839" v="6930" actId="164"/>
          <ac:grpSpMkLst>
            <pc:docMk/>
            <pc:sldMk cId="3112887342" sldId="297"/>
            <ac:grpSpMk id="35" creationId="{B367E2BA-1E96-023B-8680-A31B7FD5FA17}"/>
          </ac:grpSpMkLst>
        </pc:grpChg>
        <pc:grpChg chg="add mod">
          <ac:chgData name="昕 许" userId="a2975fcd840abfc3" providerId="LiveId" clId="{49CCD4F9-177C-4270-9A14-60236FF377E8}" dt="2026-04-12T02:41:49.226" v="6950" actId="20577"/>
          <ac:grpSpMkLst>
            <pc:docMk/>
            <pc:sldMk cId="3112887342" sldId="297"/>
            <ac:grpSpMk id="36" creationId="{08B3DF41-0EB3-5462-6FCA-FC41AB87805A}"/>
          </ac:grpSpMkLst>
        </pc:grpChg>
        <pc:grpChg chg="del mod">
          <ac:chgData name="昕 许" userId="a2975fcd840abfc3" providerId="LiveId" clId="{49CCD4F9-177C-4270-9A14-60236FF377E8}" dt="2026-04-12T02:38:52.388" v="6878" actId="478"/>
          <ac:grpSpMkLst>
            <pc:docMk/>
            <pc:sldMk cId="3112887342" sldId="297"/>
            <ac:grpSpMk id="84" creationId="{8334FB7F-C0E9-F2B0-08D6-B8C6B893EDC0}"/>
          </ac:grpSpMkLst>
        </pc:grpChg>
        <pc:cxnChg chg="add mod">
          <ac:chgData name="昕 许" userId="a2975fcd840abfc3" providerId="LiveId" clId="{49CCD4F9-177C-4270-9A14-60236FF377E8}" dt="2026-04-12T02:41:21.839" v="6930" actId="164"/>
          <ac:cxnSpMkLst>
            <pc:docMk/>
            <pc:sldMk cId="3112887342" sldId="297"/>
            <ac:cxnSpMk id="33" creationId="{159FFEBF-4C26-C612-9E6A-979AC2D280BE}"/>
          </ac:cxnSpMkLst>
        </pc:cxnChg>
        <pc:cxnChg chg="mod">
          <ac:chgData name="昕 许" userId="a2975fcd840abfc3" providerId="LiveId" clId="{49CCD4F9-177C-4270-9A14-60236FF377E8}" dt="2026-04-12T02:41:49.226" v="6950" actId="20577"/>
          <ac:cxnSpMkLst>
            <pc:docMk/>
            <pc:sldMk cId="3112887342" sldId="297"/>
            <ac:cxnSpMk id="37" creationId="{8C4CAEB7-0E2D-DEEE-487E-CDC5931F63AC}"/>
          </ac:cxnSpMkLst>
        </pc:cxnChg>
      </pc:sldChg>
      <pc:sldChg chg="addSp delSp modSp add del mod">
        <pc:chgData name="昕 许" userId="a2975fcd840abfc3" providerId="LiveId" clId="{49CCD4F9-177C-4270-9A14-60236FF377E8}" dt="2026-04-12T02:42:04.243" v="6953" actId="47"/>
        <pc:sldMkLst>
          <pc:docMk/>
          <pc:sldMk cId="592326987" sldId="298"/>
        </pc:sldMkLst>
      </pc:sldChg>
      <pc:sldChg chg="addSp delSp modSp add del mod modTransition">
        <pc:chgData name="昕 许" userId="a2975fcd840abfc3" providerId="LiveId" clId="{49CCD4F9-177C-4270-9A14-60236FF377E8}" dt="2026-04-12T04:54:23.381" v="7269" actId="47"/>
        <pc:sldMkLst>
          <pc:docMk/>
          <pc:sldMk cId="2087942255" sldId="299"/>
        </pc:sldMkLst>
      </pc:sldChg>
      <pc:sldChg chg="addSp delSp modSp add del mod modTransition">
        <pc:chgData name="昕 许" userId="a2975fcd840abfc3" providerId="LiveId" clId="{49CCD4F9-177C-4270-9A14-60236FF377E8}" dt="2026-04-12T04:54:23.738" v="7271" actId="47"/>
        <pc:sldMkLst>
          <pc:docMk/>
          <pc:sldMk cId="1881908062" sldId="300"/>
        </pc:sldMkLst>
        <pc:spChg chg="add del mod">
          <ac:chgData name="昕 许" userId="a2975fcd840abfc3" providerId="LiveId" clId="{49CCD4F9-177C-4270-9A14-60236FF377E8}" dt="2026-04-12T02:46:34.055" v="7003" actId="478"/>
          <ac:spMkLst>
            <pc:docMk/>
            <pc:sldMk cId="1881908062" sldId="300"/>
            <ac:spMk id="2" creationId="{BDDD2398-2F19-478F-399F-77067206BE3C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4" creationId="{E64C8C97-92F1-6751-B395-D279D9F260B8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8" creationId="{F2DBDDEC-7DF9-EC1C-5B21-CF1A67EA240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1" creationId="{0F9311C0-552C-0DF3-CD0C-0B53ABAAB16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2" creationId="{D6FE7BB1-9B81-2E3D-6A9B-AFC1A4569665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4" creationId="{CFACFCBB-0298-CF80-8CBD-59C5AA729C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5" creationId="{3422AC8E-023E-5449-BECF-B6C71BF79C3E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60" creationId="{72778EB6-025F-D732-CAFE-4DAC0D6AD1A7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3" creationId="{DADBF12C-19A9-40EF-21A9-3180039CA408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4" creationId="{29EB528D-6AB4-B1B3-976E-EBE01B91BCE9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6" creationId="{808AC887-40D2-5E8F-397C-53C229125DF3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7" creationId="{63190865-5C80-197F-37DC-E4170BD78C8E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69" creationId="{68C0883D-EC30-8A74-CB87-615B397C3FA9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70" creationId="{65C04C46-28F5-0B09-1E5A-7DE2F32FBBE3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2" creationId="{B3AC283A-8557-91D8-7452-3818AFD30218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3" creationId="{8845DCA2-F9C4-7F40-4FA7-BA098141968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5" creationId="{989AC98B-A0EB-BD41-708D-80A96CECD47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6" creationId="{FE1F0160-3497-5A7C-1CF9-6F360F6E8F08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8" creationId="{4C3D55FB-4DF2-E331-C526-AC58B68822F9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9" creationId="{05FD1E22-9B93-5C16-2194-C405105D2F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84" creationId="{E8579438-2682-A337-B130-0DB8C56EB249}"/>
          </ac:spMkLst>
        </pc:spChg>
        <pc:spChg chg="del mod">
          <ac:chgData name="昕 许" userId="a2975fcd840abfc3" providerId="LiveId" clId="{49CCD4F9-177C-4270-9A14-60236FF377E8}" dt="2026-04-12T02:51:17.998" v="7197" actId="478"/>
          <ac:spMkLst>
            <pc:docMk/>
            <pc:sldMk cId="1881908062" sldId="300"/>
            <ac:spMk id="87" creationId="{723C4730-968D-FD4C-E13E-E98B99863833}"/>
          </ac:spMkLst>
        </pc:spChg>
        <pc:spChg chg="add del mod">
          <ac:chgData name="昕 许" userId="a2975fcd840abfc3" providerId="LiveId" clId="{49CCD4F9-177C-4270-9A14-60236FF377E8}" dt="2026-04-12T02:51:16.962" v="7196" actId="478"/>
          <ac:spMkLst>
            <pc:docMk/>
            <pc:sldMk cId="1881908062" sldId="300"/>
            <ac:spMk id="88" creationId="{065D4FD3-3202-E41C-324E-325792212F02}"/>
          </ac:spMkLst>
        </pc:spChg>
        <pc:spChg chg="add mod">
          <ac:chgData name="昕 许" userId="a2975fcd840abfc3" providerId="LiveId" clId="{49CCD4F9-177C-4270-9A14-60236FF377E8}" dt="2026-04-12T02:52:20.621" v="7235" actId="1076"/>
          <ac:spMkLst>
            <pc:docMk/>
            <pc:sldMk cId="1881908062" sldId="300"/>
            <ac:spMk id="90" creationId="{88EFB81F-F2CD-8494-67B0-67AF01F66924}"/>
          </ac:spMkLst>
        </pc:spChg>
        <pc:spChg chg="add mod">
          <ac:chgData name="昕 许" userId="a2975fcd840abfc3" providerId="LiveId" clId="{49CCD4F9-177C-4270-9A14-60236FF377E8}" dt="2026-04-12T02:52:06.606" v="7231" actId="14100"/>
          <ac:spMkLst>
            <pc:docMk/>
            <pc:sldMk cId="1881908062" sldId="300"/>
            <ac:spMk id="93" creationId="{CA4AA5E7-3EB0-6312-0DC6-F2AE01E61688}"/>
          </ac:spMkLst>
        </pc:spChg>
        <pc:grpChg chg="add mod">
          <ac:chgData name="昕 许" userId="a2975fcd840abfc3" providerId="LiveId" clId="{49CCD4F9-177C-4270-9A14-60236FF377E8}" dt="2026-04-12T02:42:32.665" v="6960" actId="164"/>
          <ac:grpSpMkLst>
            <pc:docMk/>
            <pc:sldMk cId="1881908062" sldId="300"/>
            <ac:grpSpMk id="3" creationId="{943E04E4-14F2-4735-9333-1FB95E4FBE9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4" creationId="{61AE3A11-85BB-5814-EFCD-140142709004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3" creationId="{9CE29CA8-0B24-24BA-3AA0-B5D609F1DAE1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6" creationId="{9A595E12-984B-D566-EAA8-46F9E4D64F17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9" creationId="{449B024E-0A7C-22CC-F16A-B6CE23B19CFC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2" creationId="{046D5AD6-830F-9D79-1204-003F8115295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5" creationId="{D1570FE3-AFE5-1777-DAB7-FD0A70EFF51D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8" creationId="{6AA59212-FD2C-5F6B-513C-43F561AEEEE5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5" creationId="{64F539CA-C5D8-1652-9B77-E326C175B134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6" creationId="{88A4CF8C-A9EF-C414-350D-B28497E3DD97}"/>
          </ac:grpSpMkLst>
        </pc:grpChg>
        <pc:grpChg chg="add 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50" creationId="{162D9EA1-5574-1E31-0699-65A5C0A91162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3" creationId="{CFB772BE-DB9E-EC52-F60D-D1199053A30C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6" creationId="{8705648F-33DF-63A3-0658-D38CF134106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9" creationId="{E53E8B7B-B4BE-1E66-8D41-7C2A7CBDC19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2" creationId="{9D0E71FC-DC23-77C3-DFB6-A583D110493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5" creationId="{7EC26C8D-D5E3-0572-E07E-D16B0A485FEB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8" creationId="{08ECE9F6-1A2F-A337-ED10-0BC39763DE78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1" creationId="{5A7BA942-9E34-B306-FACF-DE34CDF2C91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4" creationId="{F63233AC-F54B-253B-7FD9-934BD752630F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7" creationId="{A954BF1E-76DA-3A37-2AC1-43883C2D16ED}"/>
          </ac:grpSpMkLst>
        </pc:grpChg>
        <pc:grpChg chg="del mod">
          <ac:chgData name="昕 许" userId="a2975fcd840abfc3" providerId="LiveId" clId="{49CCD4F9-177C-4270-9A14-60236FF377E8}" dt="2026-04-12T02:51:14.881" v="7195" actId="478"/>
          <ac:grpSpMkLst>
            <pc:docMk/>
            <pc:sldMk cId="1881908062" sldId="300"/>
            <ac:grpSpMk id="80" creationId="{B3026D13-E83A-18D2-6F06-DDA51AA4DCDC}"/>
          </ac:grpSpMkLst>
        </pc:grpChg>
        <pc:picChg chg="add del mod">
          <ac:chgData name="昕 许" userId="a2975fcd840abfc3" providerId="LiveId" clId="{49CCD4F9-177C-4270-9A14-60236FF377E8}" dt="2026-04-12T02:46:37.670" v="7009" actId="478"/>
          <ac:picMkLst>
            <pc:docMk/>
            <pc:sldMk cId="1881908062" sldId="300"/>
            <ac:picMk id="47" creationId="{0C697854-555B-5C1B-8A7B-7DBE990570EF}"/>
          </ac:picMkLst>
        </pc:picChg>
        <pc:picChg chg="add del mod">
          <ac:chgData name="昕 许" userId="a2975fcd840abfc3" providerId="LiveId" clId="{49CCD4F9-177C-4270-9A14-60236FF377E8}" dt="2026-04-12T02:46:35.900" v="7006" actId="478"/>
          <ac:picMkLst>
            <pc:docMk/>
            <pc:sldMk cId="1881908062" sldId="300"/>
            <ac:picMk id="48" creationId="{A487411B-FB83-48D3-2120-AED3C910B389}"/>
          </ac:picMkLst>
        </pc:picChg>
        <pc:picChg chg="add del mod">
          <ac:chgData name="昕 许" userId="a2975fcd840abfc3" providerId="LiveId" clId="{49CCD4F9-177C-4270-9A14-60236FF377E8}" dt="2026-04-12T02:46:35.267" v="7005" actId="478"/>
          <ac:picMkLst>
            <pc:docMk/>
            <pc:sldMk cId="1881908062" sldId="300"/>
            <ac:picMk id="49" creationId="{D111B1B2-C39E-7F76-222D-76C01824FF4A}"/>
          </ac:picMkLst>
        </pc:picChg>
        <pc:cxnChg chg="add del mod">
          <ac:chgData name="昕 许" userId="a2975fcd840abfc3" providerId="LiveId" clId="{49CCD4F9-177C-4270-9A14-60236FF377E8}" dt="2026-04-12T02:46:37.062" v="7008" actId="478"/>
          <ac:cxnSpMkLst>
            <pc:docMk/>
            <pc:sldMk cId="1881908062" sldId="300"/>
            <ac:cxnSpMk id="32" creationId="{3CF30E1B-0AEB-3D9E-CA3A-8267DBBC2664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3" creationId="{ADAEF6A1-C69B-0F68-6C48-8BCF27017FA1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7" creationId="{577CDDFF-2853-EE87-E2E4-3BE79E7BBB90}"/>
          </ac:cxnSpMkLst>
        </pc:cxnChg>
        <pc:cxnChg chg="add del mod">
          <ac:chgData name="昕 许" userId="a2975fcd840abfc3" providerId="LiveId" clId="{49CCD4F9-177C-4270-9A14-60236FF377E8}" dt="2026-04-12T02:46:36.474" v="7007" actId="478"/>
          <ac:cxnSpMkLst>
            <pc:docMk/>
            <pc:sldMk cId="1881908062" sldId="300"/>
            <ac:cxnSpMk id="41" creationId="{61BD552E-9CD1-FB25-2412-3E3214DE0895}"/>
          </ac:cxnSpMkLst>
        </pc:cxnChg>
        <pc:cxnChg chg="add del mod">
          <ac:chgData name="昕 许" userId="a2975fcd840abfc3" providerId="LiveId" clId="{49CCD4F9-177C-4270-9A14-60236FF377E8}" dt="2026-04-12T02:46:34.820" v="7004" actId="478"/>
          <ac:cxnSpMkLst>
            <pc:docMk/>
            <pc:sldMk cId="1881908062" sldId="300"/>
            <ac:cxnSpMk id="45" creationId="{A918233B-D4B5-AC82-971A-FCC6032470E2}"/>
          </ac:cxnSpMkLst>
        </pc:cxnChg>
        <pc:cxnChg chg="add del mod">
          <ac:chgData name="昕 许" userId="a2975fcd840abfc3" providerId="LiveId" clId="{49CCD4F9-177C-4270-9A14-60236FF377E8}" dt="2026-04-12T02:52:15.246" v="7233" actId="478"/>
          <ac:cxnSpMkLst>
            <pc:docMk/>
            <pc:sldMk cId="1881908062" sldId="300"/>
            <ac:cxnSpMk id="89" creationId="{43185D13-711E-DA18-5E62-FF97E22FE58F}"/>
          </ac:cxnSpMkLst>
        </pc:cxnChg>
        <pc:cxnChg chg="add del mod">
          <ac:chgData name="昕 许" userId="a2975fcd840abfc3" providerId="LiveId" clId="{49CCD4F9-177C-4270-9A14-60236FF377E8}" dt="2026-04-12T02:51:59.760" v="7227" actId="478"/>
          <ac:cxnSpMkLst>
            <pc:docMk/>
            <pc:sldMk cId="1881908062" sldId="300"/>
            <ac:cxnSpMk id="92" creationId="{B16DAD0D-006E-4FFA-1914-7DA24C262DEF}"/>
          </ac:cxnSpMkLst>
        </pc:cxnChg>
        <pc:cxnChg chg="add mod">
          <ac:chgData name="昕 许" userId="a2975fcd840abfc3" providerId="LiveId" clId="{49CCD4F9-177C-4270-9A14-60236FF377E8}" dt="2026-04-12T02:52:18.286" v="7234" actId="208"/>
          <ac:cxnSpMkLst>
            <pc:docMk/>
            <pc:sldMk cId="1881908062" sldId="300"/>
            <ac:cxnSpMk id="95" creationId="{671365A4-BA4C-504E-3FD4-7DFABD998CF8}"/>
          </ac:cxnSpMkLst>
        </pc:cxnChg>
      </pc:sldChg>
      <pc:sldChg chg="add del modTransition">
        <pc:chgData name="昕 许" userId="a2975fcd840abfc3" providerId="LiveId" clId="{49CCD4F9-177C-4270-9A14-60236FF377E8}" dt="2026-04-12T04:54:23.906" v="7272" actId="47"/>
        <pc:sldMkLst>
          <pc:docMk/>
          <pc:sldMk cId="1168477561" sldId="301"/>
        </pc:sldMkLst>
      </pc:sldChg>
      <pc:sldChg chg="addSp delSp modSp add del mod modTransition">
        <pc:chgData name="昕 许" userId="a2975fcd840abfc3" providerId="LiveId" clId="{49CCD4F9-177C-4270-9A14-60236FF377E8}" dt="2026-04-12T04:54:24.068" v="7273" actId="47"/>
        <pc:sldMkLst>
          <pc:docMk/>
          <pc:sldMk cId="2676725650" sldId="302"/>
        </pc:sldMkLst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4" creationId="{5906373C-0A01-3971-AB71-6A71150CB672}"/>
          </ac:spMkLst>
        </pc:spChg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5" creationId="{B3137A5B-627F-BEC3-CBC0-410328D8AC94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3" creationId="{FC9B85BD-8059-13EA-69F1-F46F573DB3C5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4" creationId="{51005C3C-D42E-8B7C-54DC-BE870F00C410}"/>
          </ac:spMkLst>
        </pc:spChg>
        <pc:spChg chg="mod">
          <ac:chgData name="昕 许" userId="a2975fcd840abfc3" providerId="LiveId" clId="{49CCD4F9-177C-4270-9A14-60236FF377E8}" dt="2026-04-12T02:47:44.953" v="7013"/>
          <ac:spMkLst>
            <pc:docMk/>
            <pc:sldMk cId="2676725650" sldId="302"/>
            <ac:spMk id="39" creationId="{04012097-1F17-92BF-A035-ACF67A2F80F0}"/>
          </ac:spMkLst>
        </pc:spChg>
        <pc:spChg chg="add mod">
          <ac:chgData name="昕 许" userId="a2975fcd840abfc3" providerId="LiveId" clId="{49CCD4F9-177C-4270-9A14-60236FF377E8}" dt="2026-04-12T02:49:38.850" v="7118" actId="1076"/>
          <ac:spMkLst>
            <pc:docMk/>
            <pc:sldMk cId="2676725650" sldId="302"/>
            <ac:spMk id="46" creationId="{AF7194E5-6233-DA24-AAC0-00D479CCA784}"/>
          </ac:spMkLst>
        </pc:spChg>
        <pc:spChg chg="add mod">
          <ac:chgData name="昕 许" userId="a2975fcd840abfc3" providerId="LiveId" clId="{49CCD4F9-177C-4270-9A14-60236FF377E8}" dt="2026-04-12T02:50:06.124" v="7165" actId="20577"/>
          <ac:spMkLst>
            <pc:docMk/>
            <pc:sldMk cId="2676725650" sldId="302"/>
            <ac:spMk id="57" creationId="{7FFF280E-2F15-B0FE-6EDC-F1C088EC5522}"/>
          </ac:spMkLst>
        </pc:spChg>
        <pc:spChg chg="add mod">
          <ac:chgData name="昕 许" userId="a2975fcd840abfc3" providerId="LiveId" clId="{49CCD4F9-177C-4270-9A14-60236FF377E8}" dt="2026-04-12T02:50:00.803" v="7163"/>
          <ac:spMkLst>
            <pc:docMk/>
            <pc:sldMk cId="2676725650" sldId="302"/>
            <ac:spMk id="58" creationId="{335565AA-325B-A502-D339-2C82B1ED1B6E}"/>
          </ac:spMkLst>
        </pc:spChg>
        <pc:grpChg chg="add mod">
          <ac:chgData name="昕 许" userId="a2975fcd840abfc3" providerId="LiveId" clId="{49CCD4F9-177C-4270-9A14-60236FF377E8}" dt="2026-04-12T02:47:49.708" v="7014" actId="1076"/>
          <ac:grpSpMkLst>
            <pc:docMk/>
            <pc:sldMk cId="2676725650" sldId="302"/>
            <ac:grpSpMk id="3" creationId="{FA74162B-F2C3-ED34-B1C6-805DF843D63A}"/>
          </ac:grpSpMkLst>
        </pc:grpChg>
        <pc:grpChg chg="mod">
          <ac:chgData name="昕 许" userId="a2975fcd840abfc3" providerId="LiveId" clId="{49CCD4F9-177C-4270-9A14-60236FF377E8}" dt="2026-04-12T02:49:40.095" v="7120" actId="20577"/>
          <ac:grpSpMkLst>
            <pc:docMk/>
            <pc:sldMk cId="2676725650" sldId="302"/>
            <ac:grpSpMk id="13" creationId="{4D844C1A-D81A-AF38-0EAD-4F21A821B29A}"/>
          </ac:grpSpMkLst>
        </pc:grpChg>
        <pc:grpChg chg="mod">
          <ac:chgData name="昕 许" userId="a2975fcd840abfc3" providerId="LiveId" clId="{49CCD4F9-177C-4270-9A14-60236FF377E8}" dt="2026-04-12T02:49:41.780" v="7122" actId="20577"/>
          <ac:grpSpMkLst>
            <pc:docMk/>
            <pc:sldMk cId="2676725650" sldId="302"/>
            <ac:grpSpMk id="22" creationId="{0A06E403-F296-D3A8-36A0-E0C19C8834EB}"/>
          </ac:grpSpMkLst>
        </pc:grpChg>
        <pc:grpChg chg="mod">
          <ac:chgData name="昕 许" userId="a2975fcd840abfc3" providerId="LiveId" clId="{49CCD4F9-177C-4270-9A14-60236FF377E8}" dt="2026-04-12T02:47:30.274" v="7012" actId="1076"/>
          <ac:grpSpMkLst>
            <pc:docMk/>
            <pc:sldMk cId="2676725650" sldId="302"/>
            <ac:grpSpMk id="35" creationId="{F150BAF9-5B6D-80C1-69D9-70B2B97DE9A8}"/>
          </ac:grpSpMkLst>
        </pc:grpChg>
        <pc:cxnChg chg="mod">
          <ac:chgData name="昕 许" userId="a2975fcd840abfc3" providerId="LiveId" clId="{49CCD4F9-177C-4270-9A14-60236FF377E8}" dt="2026-04-12T02:48:00.748" v="7015" actId="693"/>
          <ac:cxnSpMkLst>
            <pc:docMk/>
            <pc:sldMk cId="2676725650" sldId="302"/>
            <ac:cxnSpMk id="31" creationId="{710D1EA1-B027-DF3D-C7E3-8B4BB0F30263}"/>
          </ac:cxnSpMkLst>
        </pc:cxnChg>
        <pc:cxnChg chg="add del mod">
          <ac:chgData name="昕 许" userId="a2975fcd840abfc3" providerId="LiveId" clId="{49CCD4F9-177C-4270-9A14-60236FF377E8}" dt="2026-04-12T02:48:06.551" v="7017" actId="11529"/>
          <ac:cxnSpMkLst>
            <pc:docMk/>
            <pc:sldMk cId="2676725650" sldId="302"/>
            <ac:cxnSpMk id="42" creationId="{74DE958F-DC1D-D189-794E-58B03CF4A90B}"/>
          </ac:cxnSpMkLst>
        </pc:cxnChg>
        <pc:cxnChg chg="add mod">
          <ac:chgData name="昕 许" userId="a2975fcd840abfc3" providerId="LiveId" clId="{49CCD4F9-177C-4270-9A14-60236FF377E8}" dt="2026-04-12T02:48:15.236" v="7019" actId="208"/>
          <ac:cxnSpMkLst>
            <pc:docMk/>
            <pc:sldMk cId="2676725650" sldId="302"/>
            <ac:cxnSpMk id="44" creationId="{34284A78-9CD1-3522-4D08-9CB2C71902D7}"/>
          </ac:cxnSpMkLst>
        </pc:cxnChg>
        <pc:cxnChg chg="add mod">
          <ac:chgData name="昕 许" userId="a2975fcd840abfc3" providerId="LiveId" clId="{49CCD4F9-177C-4270-9A14-60236FF377E8}" dt="2026-04-12T02:49:41.780" v="7122" actId="20577"/>
          <ac:cxnSpMkLst>
            <pc:docMk/>
            <pc:sldMk cId="2676725650" sldId="302"/>
            <ac:cxnSpMk id="50" creationId="{95A40362-75A6-80A3-B27D-284A7AA451AB}"/>
          </ac:cxnSpMkLst>
        </pc:cxnChg>
        <pc:cxnChg chg="add mod">
          <ac:chgData name="昕 许" userId="a2975fcd840abfc3" providerId="LiveId" clId="{49CCD4F9-177C-4270-9A14-60236FF377E8}" dt="2026-04-12T02:49:13.096" v="7096" actId="14100"/>
          <ac:cxnSpMkLst>
            <pc:docMk/>
            <pc:sldMk cId="2676725650" sldId="302"/>
            <ac:cxnSpMk id="54" creationId="{B42DDFBA-223D-CCB6-2988-DBB49F383E6D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4.242" v="7274" actId="47"/>
        <pc:sldMkLst>
          <pc:docMk/>
          <pc:sldMk cId="3617853704" sldId="303"/>
        </pc:sldMkLst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6" creationId="{C45AC71D-E1BE-EC5B-EE82-FD25F5D4E5B8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8" creationId="{8A79F3EA-4096-1189-B5B9-D7CBE59B3C7D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9" creationId="{700506FB-A3CA-4EEF-C55F-483F5DDA8D80}"/>
          </ac:spMkLst>
        </pc:spChg>
        <pc:spChg chg="mod">
          <ac:chgData name="昕 许" userId="a2975fcd840abfc3" providerId="LiveId" clId="{49CCD4F9-177C-4270-9A14-60236FF377E8}" dt="2026-04-12T02:56:33.471" v="7238" actId="20577"/>
          <ac:spMkLst>
            <pc:docMk/>
            <pc:sldMk cId="3617853704" sldId="303"/>
            <ac:spMk id="11" creationId="{3692F36F-D105-1293-E57A-403890AADE09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2" creationId="{8AF75EC7-65E7-B2DA-3D28-6CC91336E9DC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4" creationId="{365BACCC-2F6C-9127-6631-1C392F357D71}"/>
          </ac:spMkLst>
        </pc:spChg>
        <pc:spChg chg="mod">
          <ac:chgData name="昕 许" userId="a2975fcd840abfc3" providerId="LiveId" clId="{49CCD4F9-177C-4270-9A14-60236FF377E8}" dt="2026-04-12T02:56:35.197" v="7240" actId="20577"/>
          <ac:spMkLst>
            <pc:docMk/>
            <pc:sldMk cId="3617853704" sldId="303"/>
            <ac:spMk id="15" creationId="{CB35ADA2-8193-F152-4475-E1FC41ACA72E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0" creationId="{04DDD07E-F861-65B3-4A36-B7F8183686CB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4" creationId="{64AA4C36-A313-5774-27B0-CEB47D24F6D0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6" creationId="{135418A5-DC6D-4C43-91DD-68C84EFE245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7" creationId="{D18EFF28-228A-5304-450F-7665020FD44F}"/>
          </ac:spMkLst>
        </pc:spChg>
        <pc:spChg chg="mod">
          <ac:chgData name="昕 许" userId="a2975fcd840abfc3" providerId="LiveId" clId="{49CCD4F9-177C-4270-9A14-60236FF377E8}" dt="2026-04-12T02:56:40.115" v="7244" actId="20577"/>
          <ac:spMkLst>
            <pc:docMk/>
            <pc:sldMk cId="3617853704" sldId="303"/>
            <ac:spMk id="29" creationId="{BD5834A7-EFB4-A10A-1487-5B4BC421FD3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30" creationId="{5CB4A824-A06A-B0CA-F4BC-AACFECF3A467}"/>
          </ac:spMkLst>
        </pc:spChg>
        <pc:grpChg chg="add mod">
          <ac:chgData name="昕 许" userId="a2975fcd840abfc3" providerId="LiveId" clId="{49CCD4F9-177C-4270-9A14-60236FF377E8}" dt="2026-04-12T02:58:13.480" v="7255" actId="1076"/>
          <ac:grpSpMkLst>
            <pc:docMk/>
            <pc:sldMk cId="3617853704" sldId="303"/>
            <ac:grpSpMk id="2" creationId="{F32B3FFD-8929-7C4D-713D-4426A7BBF9F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4" creationId="{E175050F-41B9-87EC-7DB2-ABB7132BAA4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7" creationId="{7B058F6D-75E3-71E7-2257-9D281A6BD52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0" creationId="{2AD21907-5533-ADDC-1076-FC69CC3BC908}"/>
          </ac:grpSpMkLst>
        </pc:grpChg>
        <pc:grpChg chg="mod">
          <ac:chgData name="昕 许" userId="a2975fcd840abfc3" providerId="LiveId" clId="{49CCD4F9-177C-4270-9A14-60236FF377E8}" dt="2026-04-12T02:57:16.256" v="7246" actId="1076"/>
          <ac:grpSpMkLst>
            <pc:docMk/>
            <pc:sldMk cId="3617853704" sldId="303"/>
            <ac:grpSpMk id="13" creationId="{FA5B60BA-9C3C-87AB-6B27-6FE66D7D16C5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6" creationId="{C57FC3DC-632D-049B-7DC5-AAC503C7476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9" creationId="{D8CF8983-D700-8BF8-6E1E-FB7ADD5A2D7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2" creationId="{AAA04FEA-A900-B9AE-6F0B-78F36208B651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5" creationId="{A0DF3E5F-D3FE-E353-8953-BEA2D8F3DF7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8" creationId="{66DF9BAC-3953-9935-9D99-63CA5108468C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36" creationId="{B603A59A-50AC-4C86-C6A3-4C13055ACBAD}"/>
          </ac:grpSpMkLst>
        </pc:grpChg>
      </pc:sldChg>
      <pc:sldChg chg="addSp delSp modSp add del mod modTransition">
        <pc:chgData name="昕 许" userId="a2975fcd840abfc3" providerId="LiveId" clId="{49CCD4F9-177C-4270-9A14-60236FF377E8}" dt="2026-04-12T04:54:24.635" v="7275" actId="47"/>
        <pc:sldMkLst>
          <pc:docMk/>
          <pc:sldMk cId="3825945024" sldId="304"/>
        </pc:sldMkLst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8" creationId="{57BB4959-A46A-048B-8964-A47EDB18B56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1" creationId="{15BB1004-C3A7-CB7A-C383-8AB4D78923DD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2" creationId="{7E575A87-D965-0171-DEAE-33A1E89FBAEE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4" creationId="{FD34B194-B591-31DF-EB26-6F6DBC83C499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5" creationId="{CCC7CA42-5881-3C95-A17E-F41BAEE87E1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1" creationId="{9B6D3EEE-E047-FA18-02C9-CA8C45224E1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3" creationId="{862E8E3D-5943-FE42-C5F6-5090FDC5553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4" creationId="{7EA4F07E-9885-4DC4-5F8C-B1654AB9FB25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7" creationId="{F297894A-6B30-F4D4-2BD7-354752E43B54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34" creationId="{FE728B2C-DC03-5537-612A-0F56AA0AB686}"/>
          </ac:spMkLst>
        </pc:spChg>
        <pc:grpChg chg="add mod">
          <ac:chgData name="昕 许" userId="a2975fcd840abfc3" providerId="LiveId" clId="{49CCD4F9-177C-4270-9A14-60236FF377E8}" dt="2026-04-12T02:58:33.390" v="7262" actId="1076"/>
          <ac:grpSpMkLst>
            <pc:docMk/>
            <pc:sldMk cId="3825945024" sldId="304"/>
            <ac:grpSpMk id="3" creationId="{F5AFD05A-E304-0F0D-4773-4730265A08C4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5" creationId="{86027791-67EF-9E2A-1345-61E336BA668C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6" creationId="{B06F5A71-61CD-0292-3835-46B8A116C17B}"/>
          </ac:grpSpMkLst>
        </pc:grpChg>
      </pc:sldChg>
      <pc:sldChg chg="addSp delSp modSp add mod modTransition">
        <pc:chgData name="昕 许" userId="a2975fcd840abfc3" providerId="LiveId" clId="{49CCD4F9-177C-4270-9A14-60236FF377E8}" dt="2026-04-12T05:58:39.347" v="7689" actId="207"/>
        <pc:sldMkLst>
          <pc:docMk/>
          <pc:sldMk cId="4267806618" sldId="305"/>
        </pc:sldMkLst>
        <pc:spChg chg="mod">
          <ac:chgData name="昕 许" userId="a2975fcd840abfc3" providerId="LiveId" clId="{49CCD4F9-177C-4270-9A14-60236FF377E8}" dt="2026-04-12T05:42:41.528" v="7377" actId="20577"/>
          <ac:spMkLst>
            <pc:docMk/>
            <pc:sldMk cId="4267806618" sldId="305"/>
            <ac:spMk id="3" creationId="{C059C67F-0DA8-B149-A5B4-49488A54D859}"/>
          </ac:spMkLst>
        </pc:spChg>
        <pc:spChg chg="mod">
          <ac:chgData name="昕 许" userId="a2975fcd840abfc3" providerId="LiveId" clId="{49CCD4F9-177C-4270-9A14-60236FF377E8}" dt="2026-04-12T05:58:33.590" v="7687" actId="207"/>
          <ac:spMkLst>
            <pc:docMk/>
            <pc:sldMk cId="4267806618" sldId="305"/>
            <ac:spMk id="4" creationId="{70C22BF3-8CED-0A98-B517-4C1F56F0BFB8}"/>
          </ac:spMkLst>
        </pc:spChg>
        <pc:spChg chg="mod">
          <ac:chgData name="昕 许" userId="a2975fcd840abfc3" providerId="LiveId" clId="{49CCD4F9-177C-4270-9A14-60236FF377E8}" dt="2026-04-12T05:42:44.281" v="7381" actId="20577"/>
          <ac:spMkLst>
            <pc:docMk/>
            <pc:sldMk cId="4267806618" sldId="305"/>
            <ac:spMk id="6" creationId="{7E725E85-366B-81BD-ECAE-49FA7A97D50E}"/>
          </ac:spMkLst>
        </pc:spChg>
        <pc:spChg chg="mod">
          <ac:chgData name="昕 许" userId="a2975fcd840abfc3" providerId="LiveId" clId="{49CCD4F9-177C-4270-9A14-60236FF377E8}" dt="2026-04-12T04:54:34.440" v="7279" actId="20577"/>
          <ac:spMkLst>
            <pc:docMk/>
            <pc:sldMk cId="4267806618" sldId="305"/>
            <ac:spMk id="8" creationId="{1CB038FA-C3ED-E045-6D51-1900A38A5C0E}"/>
          </ac:spMkLst>
        </pc:spChg>
        <pc:spChg chg="mod">
          <ac:chgData name="昕 许" userId="a2975fcd840abfc3" providerId="LiveId" clId="{49CCD4F9-177C-4270-9A14-60236FF377E8}" dt="2026-04-12T05:57:29.822" v="7673" actId="207"/>
          <ac:spMkLst>
            <pc:docMk/>
            <pc:sldMk cId="4267806618" sldId="305"/>
            <ac:spMk id="9" creationId="{C8994F61-2637-1827-DB79-3645D0077CCA}"/>
          </ac:spMkLst>
        </pc:spChg>
        <pc:spChg chg="mod">
          <ac:chgData name="昕 许" userId="a2975fcd840abfc3" providerId="LiveId" clId="{49CCD4F9-177C-4270-9A14-60236FF377E8}" dt="2026-04-12T05:57:34.543" v="7675" actId="207"/>
          <ac:spMkLst>
            <pc:docMk/>
            <pc:sldMk cId="4267806618" sldId="305"/>
            <ac:spMk id="12" creationId="{9C0EF1F1-F34A-349D-9080-064FE4E8B8D0}"/>
          </ac:spMkLst>
        </pc:spChg>
        <pc:spChg chg="mod">
          <ac:chgData name="昕 许" userId="a2975fcd840abfc3" providerId="LiveId" clId="{49CCD4F9-177C-4270-9A14-60236FF377E8}" dt="2026-04-12T05:45:02.199" v="7435" actId="20577"/>
          <ac:spMkLst>
            <pc:docMk/>
            <pc:sldMk cId="4267806618" sldId="305"/>
            <ac:spMk id="14" creationId="{0D367151-5E0F-AECD-8F3F-2FA7FCFFB25D}"/>
          </ac:spMkLst>
        </pc:spChg>
        <pc:spChg chg="mod">
          <ac:chgData name="昕 许" userId="a2975fcd840abfc3" providerId="LiveId" clId="{49CCD4F9-177C-4270-9A14-60236FF377E8}" dt="2026-04-12T05:57:36.378" v="7676" actId="207"/>
          <ac:spMkLst>
            <pc:docMk/>
            <pc:sldMk cId="4267806618" sldId="305"/>
            <ac:spMk id="15" creationId="{5379A356-8B6E-C3CA-E0D4-D4129A8F1A3E}"/>
          </ac:spMkLst>
        </pc:spChg>
        <pc:spChg chg="mod">
          <ac:chgData name="昕 许" userId="a2975fcd840abfc3" providerId="LiveId" clId="{49CCD4F9-177C-4270-9A14-60236FF377E8}" dt="2026-04-12T05:42:36.707" v="7375" actId="20577"/>
          <ac:spMkLst>
            <pc:docMk/>
            <pc:sldMk cId="4267806618" sldId="305"/>
            <ac:spMk id="17" creationId="{EBCF422F-DD74-68C4-7236-C2062C48D15B}"/>
          </ac:spMkLst>
        </pc:spChg>
        <pc:spChg chg="mod">
          <ac:chgData name="昕 许" userId="a2975fcd840abfc3" providerId="LiveId" clId="{49CCD4F9-177C-4270-9A14-60236FF377E8}" dt="2026-04-12T05:57:41.939" v="7678" actId="207"/>
          <ac:spMkLst>
            <pc:docMk/>
            <pc:sldMk cId="4267806618" sldId="305"/>
            <ac:spMk id="18" creationId="{3ACBF0E0-6FB9-B5D2-2764-E866D880BAD6}"/>
          </ac:spMkLst>
        </pc:spChg>
        <pc:spChg chg="mod">
          <ac:chgData name="昕 许" userId="a2975fcd840abfc3" providerId="LiveId" clId="{49CCD4F9-177C-4270-9A14-60236FF377E8}" dt="2026-04-12T05:42:55.594" v="7384" actId="20577"/>
          <ac:spMkLst>
            <pc:docMk/>
            <pc:sldMk cId="4267806618" sldId="305"/>
            <ac:spMk id="20" creationId="{1A297A09-C597-6103-C9EC-C4E5DB1FA098}"/>
          </ac:spMkLst>
        </pc:spChg>
        <pc:spChg chg="mod">
          <ac:chgData name="昕 许" userId="a2975fcd840abfc3" providerId="LiveId" clId="{49CCD4F9-177C-4270-9A14-60236FF377E8}" dt="2026-04-12T05:57:31.758" v="7674" actId="207"/>
          <ac:spMkLst>
            <pc:docMk/>
            <pc:sldMk cId="4267806618" sldId="305"/>
            <ac:spMk id="21" creationId="{E0575199-B837-B577-63B4-D047BC628B89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3" creationId="{B28B2276-7758-E215-4F6C-19E17490F894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4" creationId="{992F82C4-A5B8-C687-69E1-C31170830083}"/>
          </ac:spMkLst>
        </pc:spChg>
        <pc:spChg chg="mod">
          <ac:chgData name="昕 许" userId="a2975fcd840abfc3" providerId="LiveId" clId="{49CCD4F9-177C-4270-9A14-60236FF377E8}" dt="2026-04-12T05:58:36.354" v="7688" actId="207"/>
          <ac:spMkLst>
            <pc:docMk/>
            <pc:sldMk cId="4267806618" sldId="305"/>
            <ac:spMk id="25" creationId="{E4889FE8-B105-B153-0CF0-DE262D4B1A06}"/>
          </ac:spMkLst>
        </pc:spChg>
        <pc:spChg chg="mod">
          <ac:chgData name="昕 许" userId="a2975fcd840abfc3" providerId="LiveId" clId="{49CCD4F9-177C-4270-9A14-60236FF377E8}" dt="2026-04-12T05:42:59.316" v="7386" actId="20577"/>
          <ac:spMkLst>
            <pc:docMk/>
            <pc:sldMk cId="4267806618" sldId="305"/>
            <ac:spMk id="27" creationId="{6994616C-30D3-0C51-E760-3B3F64C79251}"/>
          </ac:spMkLst>
        </pc:spChg>
        <pc:spChg chg="mod">
          <ac:chgData name="昕 许" userId="a2975fcd840abfc3" providerId="LiveId" clId="{49CCD4F9-177C-4270-9A14-60236FF377E8}" dt="2026-04-12T05:58:39.347" v="7689" actId="207"/>
          <ac:spMkLst>
            <pc:docMk/>
            <pc:sldMk cId="4267806618" sldId="305"/>
            <ac:spMk id="28" creationId="{8057D3CF-2072-F1B4-C412-322640AB8ED0}"/>
          </ac:spMkLst>
        </pc:spChg>
        <pc:spChg chg="add mod">
          <ac:chgData name="昕 许" userId="a2975fcd840abfc3" providerId="LiveId" clId="{49CCD4F9-177C-4270-9A14-60236FF377E8}" dt="2026-04-12T05:47:18.578" v="7489" actId="208"/>
          <ac:spMkLst>
            <pc:docMk/>
            <pc:sldMk cId="4267806618" sldId="305"/>
            <ac:spMk id="29" creationId="{82091DF2-8678-5E09-AA37-01194E044CB9}"/>
          </ac:spMkLst>
        </pc:spChg>
        <pc:spChg chg="add del mod">
          <ac:chgData name="昕 许" userId="a2975fcd840abfc3" providerId="LiveId" clId="{49CCD4F9-177C-4270-9A14-60236FF377E8}" dt="2026-04-12T05:44:31.829" v="7419" actId="478"/>
          <ac:spMkLst>
            <pc:docMk/>
            <pc:sldMk cId="4267806618" sldId="305"/>
            <ac:spMk id="32" creationId="{E5B4AE2B-6629-E769-1009-40930E3624D2}"/>
          </ac:spMkLst>
        </pc:spChg>
        <pc:spChg chg="add mod topLvl">
          <ac:chgData name="昕 许" userId="a2975fcd840abfc3" providerId="LiveId" clId="{49CCD4F9-177C-4270-9A14-60236FF377E8}" dt="2026-04-12T05:58:12.881" v="7684" actId="207"/>
          <ac:spMkLst>
            <pc:docMk/>
            <pc:sldMk cId="4267806618" sldId="305"/>
            <ac:spMk id="33" creationId="{B4B5ED1C-9852-CF56-055F-B32EBBFF4733}"/>
          </ac:spMkLst>
        </pc:spChg>
        <pc:spChg chg="del">
          <ac:chgData name="昕 许" userId="a2975fcd840abfc3" providerId="LiveId" clId="{49CCD4F9-177C-4270-9A14-60236FF377E8}" dt="2026-04-12T04:54:30.266" v="7276" actId="478"/>
          <ac:spMkLst>
            <pc:docMk/>
            <pc:sldMk cId="4267806618" sldId="305"/>
            <ac:spMk id="34" creationId="{58148DCA-A591-199B-20E0-E469E6D8EE54}"/>
          </ac:spMkLst>
        </pc:spChg>
        <pc:spChg chg="add mod topLvl">
          <ac:chgData name="昕 许" userId="a2975fcd840abfc3" providerId="LiveId" clId="{49CCD4F9-177C-4270-9A14-60236FF377E8}" dt="2026-04-12T05:58:17.582" v="7685" actId="207"/>
          <ac:spMkLst>
            <pc:docMk/>
            <pc:sldMk cId="4267806618" sldId="305"/>
            <ac:spMk id="34" creationId="{B156ACCD-5506-805C-DAAD-7039BAE9ECAC}"/>
          </ac:spMkLst>
        </pc:spChg>
        <pc:spChg chg="add mod topLvl">
          <ac:chgData name="昕 许" userId="a2975fcd840abfc3" providerId="LiveId" clId="{49CCD4F9-177C-4270-9A14-60236FF377E8}" dt="2026-04-12T05:50:15.610" v="7654" actId="14100"/>
          <ac:spMkLst>
            <pc:docMk/>
            <pc:sldMk cId="4267806618" sldId="305"/>
            <ac:spMk id="35" creationId="{3B0CC706-D1A2-F2F1-6973-3C62195F0B86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6" creationId="{D765B551-7C3D-AD82-A813-93CB4123B6F0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7" creationId="{A0F10235-272A-52EA-827E-A3D737EB18D7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8" creationId="{D30F02E2-1379-7EDF-2607-D8812F65FAC7}"/>
          </ac:spMkLst>
        </pc:spChg>
        <pc:spChg chg="add del mod">
          <ac:chgData name="昕 许" userId="a2975fcd840abfc3" providerId="LiveId" clId="{49CCD4F9-177C-4270-9A14-60236FF377E8}" dt="2026-04-12T05:46:09.200" v="7467" actId="478"/>
          <ac:spMkLst>
            <pc:docMk/>
            <pc:sldMk cId="4267806618" sldId="305"/>
            <ac:spMk id="39" creationId="{D409EEFA-C901-8C9C-ED84-85A0CC49419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0" creationId="{6D8660B2-3C23-C9B4-A030-B9B300FA1891}"/>
          </ac:spMkLst>
        </pc:spChg>
        <pc:spChg chg="add mod">
          <ac:chgData name="昕 许" userId="a2975fcd840abfc3" providerId="LiveId" clId="{49CCD4F9-177C-4270-9A14-60236FF377E8}" dt="2026-04-12T05:46:41.900" v="7482" actId="1076"/>
          <ac:spMkLst>
            <pc:docMk/>
            <pc:sldMk cId="4267806618" sldId="305"/>
            <ac:spMk id="42" creationId="{3EB330A2-06D1-8457-64D6-269E6FCC2D10}"/>
          </ac:spMkLst>
        </pc:spChg>
        <pc:spChg chg="add mod">
          <ac:chgData name="昕 许" userId="a2975fcd840abfc3" providerId="LiveId" clId="{49CCD4F9-177C-4270-9A14-60236FF377E8}" dt="2026-04-12T05:58:04.821" v="7683" actId="207"/>
          <ac:spMkLst>
            <pc:docMk/>
            <pc:sldMk cId="4267806618" sldId="305"/>
            <ac:spMk id="43" creationId="{1052FFC2-D342-E5C4-4153-B0D86958637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3" creationId="{4E76F248-8FBD-E90A-72F5-3A199CE8E90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4" creationId="{46504A1C-87BE-2C69-2D29-D1204357A64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5" creationId="{80F193E4-8C29-16A2-14C7-E49E78D2BDFB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6" creationId="{01C7CB34-47EF-EEAA-69BE-E51D8F67CB91}"/>
          </ac:spMkLst>
        </pc:spChg>
        <pc:spChg chg="add mod">
          <ac:chgData name="昕 许" userId="a2975fcd840abfc3" providerId="LiveId" clId="{49CCD4F9-177C-4270-9A14-60236FF377E8}" dt="2026-04-12T05:47:30.885" v="7506" actId="1076"/>
          <ac:spMkLst>
            <pc:docMk/>
            <pc:sldMk cId="4267806618" sldId="305"/>
            <ac:spMk id="47" creationId="{BEDE57C3-5B6F-C033-A8B6-5650BC19609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7" creationId="{DE9CB12B-4C15-0D36-9B33-F21100F479ED}"/>
          </ac:spMkLst>
        </pc:spChg>
        <pc:spChg chg="add mod">
          <ac:chgData name="昕 许" userId="a2975fcd840abfc3" providerId="LiveId" clId="{49CCD4F9-177C-4270-9A14-60236FF377E8}" dt="2026-04-12T05:47:35.035" v="7508" actId="1076"/>
          <ac:spMkLst>
            <pc:docMk/>
            <pc:sldMk cId="4267806618" sldId="305"/>
            <ac:spMk id="48" creationId="{306E5B6D-1028-2581-22AF-9581963BBE5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8" creationId="{68EA1D51-70FB-FFD4-2B2B-1D92B9D85FA8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9" creationId="{0768BB11-F650-BB4D-A8C7-9994C2E76D2B}"/>
          </ac:spMkLst>
        </pc:spChg>
        <pc:spChg chg="add mod">
          <ac:chgData name="昕 许" userId="a2975fcd840abfc3" providerId="LiveId" clId="{49CCD4F9-177C-4270-9A14-60236FF377E8}" dt="2026-04-12T05:48:48.233" v="7611" actId="164"/>
          <ac:spMkLst>
            <pc:docMk/>
            <pc:sldMk cId="4267806618" sldId="305"/>
            <ac:spMk id="49" creationId="{61B21EF9-75F0-5536-92E8-E35BA96AC80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0" creationId="{E888B825-9DC1-A7CA-A647-DBE38D46EF25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1" creationId="{8FB67E96-ACE4-13D7-3BCF-29472DBAA8AF}"/>
          </ac:spMkLst>
        </pc:spChg>
        <pc:spChg chg="add del mod">
          <ac:chgData name="昕 许" userId="a2975fcd840abfc3" providerId="LiveId" clId="{49CCD4F9-177C-4270-9A14-60236FF377E8}" dt="2026-04-12T05:42:09.190" v="7363" actId="478"/>
          <ac:spMkLst>
            <pc:docMk/>
            <pc:sldMk cId="4267806618" sldId="305"/>
            <ac:spMk id="52" creationId="{565E0C4F-E1F9-8DAA-2491-117329402BC9}"/>
          </ac:spMkLst>
        </pc:spChg>
        <pc:spChg chg="add del mod">
          <ac:chgData name="昕 许" userId="a2975fcd840abfc3" providerId="LiveId" clId="{49CCD4F9-177C-4270-9A14-60236FF377E8}" dt="2026-04-12T05:42:12.283" v="7365" actId="478"/>
          <ac:spMkLst>
            <pc:docMk/>
            <pc:sldMk cId="4267806618" sldId="305"/>
            <ac:spMk id="53" creationId="{0CEA562E-1D69-48EF-326F-8E328DFAE2DC}"/>
          </ac:spMkLst>
        </pc:spChg>
        <pc:spChg chg="add del mod">
          <ac:chgData name="昕 许" userId="a2975fcd840abfc3" providerId="LiveId" clId="{49CCD4F9-177C-4270-9A14-60236FF377E8}" dt="2026-04-12T05:41:56.203" v="7360" actId="478"/>
          <ac:spMkLst>
            <pc:docMk/>
            <pc:sldMk cId="4267806618" sldId="305"/>
            <ac:spMk id="54" creationId="{C5F1AD0D-4800-464F-00DA-427F5542A7F0}"/>
          </ac:spMkLst>
        </pc:spChg>
        <pc:spChg chg="add del mod">
          <ac:chgData name="昕 许" userId="a2975fcd840abfc3" providerId="LiveId" clId="{49CCD4F9-177C-4270-9A14-60236FF377E8}" dt="2026-04-12T05:42:10.309" v="7364" actId="478"/>
          <ac:spMkLst>
            <pc:docMk/>
            <pc:sldMk cId="4267806618" sldId="305"/>
            <ac:spMk id="55" creationId="{E6AE2DB1-9F44-3AFD-B880-B91887CCD949}"/>
          </ac:spMkLst>
        </pc:spChg>
        <pc:spChg chg="add mod">
          <ac:chgData name="昕 许" userId="a2975fcd840abfc3" providerId="LiveId" clId="{49CCD4F9-177C-4270-9A14-60236FF377E8}" dt="2026-04-12T05:42:21.060" v="7370" actId="1076"/>
          <ac:spMkLst>
            <pc:docMk/>
            <pc:sldMk cId="4267806618" sldId="305"/>
            <ac:spMk id="56" creationId="{00982B1A-DF29-BD85-78BD-D2083BB6804D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58" creationId="{41C12657-BDA5-1845-8A46-2147E7986A81}"/>
          </ac:spMkLst>
        </pc:spChg>
        <pc:spChg chg="add mod">
          <ac:chgData name="昕 许" userId="a2975fcd840abfc3" providerId="LiveId" clId="{49CCD4F9-177C-4270-9A14-60236FF377E8}" dt="2026-04-12T05:49:50.225" v="7646" actId="1076"/>
          <ac:spMkLst>
            <pc:docMk/>
            <pc:sldMk cId="4267806618" sldId="305"/>
            <ac:spMk id="58" creationId="{E7B0993D-4014-02D8-ABAF-3E71A995E069}"/>
          </ac:spMkLst>
        </pc:spChg>
        <pc:spChg chg="add mod">
          <ac:chgData name="昕 许" userId="a2975fcd840abfc3" providerId="LiveId" clId="{49CCD4F9-177C-4270-9A14-60236FF377E8}" dt="2026-04-12T05:50:04.282" v="7650" actId="1076"/>
          <ac:spMkLst>
            <pc:docMk/>
            <pc:sldMk cId="4267806618" sldId="305"/>
            <ac:spMk id="61" creationId="{3605F16F-7B52-639C-0A7D-B8AF7F55B60F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4" creationId="{451ADA87-1579-D33A-C905-DB69935D608C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5" creationId="{64B95BEF-3A98-2EE3-D198-5BFC4B47C908}"/>
          </ac:spMkLst>
        </pc:spChg>
        <pc:spChg chg="add mod">
          <ac:chgData name="昕 许" userId="a2975fcd840abfc3" providerId="LiveId" clId="{49CCD4F9-177C-4270-9A14-60236FF377E8}" dt="2026-04-12T05:58:21.361" v="7686" actId="207"/>
          <ac:spMkLst>
            <pc:docMk/>
            <pc:sldMk cId="4267806618" sldId="305"/>
            <ac:spMk id="65" creationId="{890A15D2-1B27-C699-AA90-79F5AFA30DF1}"/>
          </ac:spMkLst>
        </pc:spChg>
        <pc:spChg chg="add mod">
          <ac:chgData name="昕 许" userId="a2975fcd840abfc3" providerId="LiveId" clId="{49CCD4F9-177C-4270-9A14-60236FF377E8}" dt="2026-04-12T05:50:42.626" v="7669" actId="1076"/>
          <ac:spMkLst>
            <pc:docMk/>
            <pc:sldMk cId="4267806618" sldId="305"/>
            <ac:spMk id="66" creationId="{239DD0B6-8BEE-2873-5E9F-B8CB5962FCFF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8" creationId="{BF1E2E99-6554-BE02-0875-01B50B564281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0" creationId="{1C4C080C-8BAF-B23B-C3C5-BBA4F2CB6FB5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1" creationId="{8C2EFD65-ACC8-C481-A151-E39E11A02888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4" creationId="{0683C76F-E072-2129-CE1D-9499EDA70E10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5" creationId="{E761305A-582C-FC2A-0D7E-C7397A29759E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6" creationId="{B74ABA09-A833-2E85-6E89-86D7C4FA124D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8" creationId="{E0062178-07B8-73FD-E87B-5C5709C11CC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1" creationId="{16F6499F-DCA6-E82A-3E91-7D07663046E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2" creationId="{5E669E87-E480-3255-B831-1130A3AFA05E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4" creationId="{43B2FE7A-C77E-E8B2-8626-E85732581CEF}"/>
          </ac:spMkLst>
        </pc:spChg>
        <pc:spChg chg="mod">
          <ac:chgData name="昕 许" userId="a2975fcd840abfc3" providerId="LiveId" clId="{49CCD4F9-177C-4270-9A14-60236FF377E8}" dt="2026-04-12T04:58:22.846" v="7358" actId="207"/>
          <ac:spMkLst>
            <pc:docMk/>
            <pc:sldMk cId="4267806618" sldId="305"/>
            <ac:spMk id="85" creationId="{441BBFBC-B5EA-0D07-0263-86B62BD0B11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8" creationId="{4A502CA0-000F-71A4-2B46-BBF20785B34F}"/>
          </ac:spMkLst>
        </pc:spChg>
        <pc:spChg chg="mod">
          <ac:chgData name="昕 许" userId="a2975fcd840abfc3" providerId="LiveId" clId="{49CCD4F9-177C-4270-9A14-60236FF377E8}" dt="2026-04-12T04:56:59.601" v="7337" actId="20577"/>
          <ac:spMkLst>
            <pc:docMk/>
            <pc:sldMk cId="4267806618" sldId="305"/>
            <ac:spMk id="90" creationId="{DEA7DFCA-63E5-F59F-604A-42FB064ABADB}"/>
          </ac:spMkLst>
        </pc:spChg>
        <pc:spChg chg="mod">
          <ac:chgData name="昕 许" userId="a2975fcd840abfc3" providerId="LiveId" clId="{49CCD4F9-177C-4270-9A14-60236FF377E8}" dt="2026-04-12T04:58:25.403" v="7359" actId="207"/>
          <ac:spMkLst>
            <pc:docMk/>
            <pc:sldMk cId="4267806618" sldId="305"/>
            <ac:spMk id="91" creationId="{16D9813C-A9C7-648C-5912-150030169D9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3" creationId="{6287D4F9-E1CF-8508-3A5C-2BB60D9B111F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7" creationId="{0A45C806-2ED4-68B1-7BBB-3BB7DD9C1F34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98" creationId="{F39D943E-2107-5C5D-FD18-C35E348382A5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99" creationId="{E4BE6311-26A3-27B9-E9A8-69D1F22F4222}"/>
          </ac:spMkLst>
        </pc:spChg>
        <pc:spChg chg="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0" creationId="{18F4096B-97B8-D5F7-C385-5A015493275A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1" creationId="{8110B78E-5F76-8465-E9CB-61487805162A}"/>
          </ac:spMkLst>
        </pc:spChg>
        <pc:spChg chg="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2" creationId="{65AE5747-0212-44C9-6AC1-C28834945BD9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3" creationId="{8F5B0382-96D8-DE35-9BB7-7A4D6FB57E20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4" creationId="{0958C360-0608-C0B1-3E63-A2D8275EE68A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5" creationId="{E56F4A40-AFCE-5EC5-B48F-601FF7F83C80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6" creationId="{27AF74DC-1340-D59E-7D82-92AB679E992F}"/>
          </ac:spMkLst>
        </pc:s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2" creationId="{EF2C8E6C-3AB0-4A42-688A-4850DBDB6091}"/>
          </ac:grpSpMkLst>
        </pc:grpChg>
        <pc:grpChg chg="del mod">
          <ac:chgData name="昕 许" userId="a2975fcd840abfc3" providerId="LiveId" clId="{49CCD4F9-177C-4270-9A14-60236FF377E8}" dt="2026-04-12T04:54:31.637" v="7277" actId="478"/>
          <ac:grpSpMkLst>
            <pc:docMk/>
            <pc:sldMk cId="4267806618" sldId="305"/>
            <ac:grpSpMk id="3" creationId="{9F69C13F-590B-65BC-C5E5-27640FA934A9}"/>
          </ac:grpSpMkLst>
        </pc:grpChg>
        <pc:grpChg chg="del">
          <ac:chgData name="昕 许" userId="a2975fcd840abfc3" providerId="LiveId" clId="{49CCD4F9-177C-4270-9A14-60236FF377E8}" dt="2026-04-12T04:54:52.252" v="7293" actId="478"/>
          <ac:grpSpMkLst>
            <pc:docMk/>
            <pc:sldMk cId="4267806618" sldId="305"/>
            <ac:grpSpMk id="4" creationId="{D6BF0511-A3E3-0849-83FB-3CD78841276C}"/>
          </ac:grpSpMkLst>
        </pc:gr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5" creationId="{51A6B314-812F-7460-C372-30E2F9FC183A}"/>
          </ac:grpSpMkLst>
        </pc:grpChg>
        <pc:grpChg chg="mod">
          <ac:chgData name="昕 许" userId="a2975fcd840abfc3" providerId="LiveId" clId="{49CCD4F9-177C-4270-9A14-60236FF377E8}" dt="2026-04-12T04:54:34.440" v="7279" actId="20577"/>
          <ac:grpSpMkLst>
            <pc:docMk/>
            <pc:sldMk cId="4267806618" sldId="305"/>
            <ac:grpSpMk id="7" creationId="{AEC6031E-A737-39C8-7B69-0E66DEC97B31}"/>
          </ac:grpSpMkLst>
        </pc:grpChg>
        <pc:grpChg chg="mod">
          <ac:chgData name="昕 许" userId="a2975fcd840abfc3" providerId="LiveId" clId="{49CCD4F9-177C-4270-9A14-60236FF377E8}" dt="2026-04-12T04:56:45.329" v="7330" actId="1076"/>
          <ac:grpSpMkLst>
            <pc:docMk/>
            <pc:sldMk cId="4267806618" sldId="305"/>
            <ac:grpSpMk id="10" creationId="{F1136873-00A3-D4CC-D9CD-DC51A15108AE}"/>
          </ac:grpSpMkLst>
        </pc:grpChg>
        <pc:grpChg chg="mod">
          <ac:chgData name="昕 许" userId="a2975fcd840abfc3" providerId="LiveId" clId="{49CCD4F9-177C-4270-9A14-60236FF377E8}" dt="2026-04-12T05:45:02.199" v="7435" actId="20577"/>
          <ac:grpSpMkLst>
            <pc:docMk/>
            <pc:sldMk cId="4267806618" sldId="305"/>
            <ac:grpSpMk id="13" creationId="{8536CC22-AB63-67F3-BA27-F8D5A8B6906C}"/>
          </ac:grpSpMkLst>
        </pc:grpChg>
        <pc:grpChg chg="mod">
          <ac:chgData name="昕 许" userId="a2975fcd840abfc3" providerId="LiveId" clId="{49CCD4F9-177C-4270-9A14-60236FF377E8}" dt="2026-04-12T05:42:36.707" v="7375" actId="20577"/>
          <ac:grpSpMkLst>
            <pc:docMk/>
            <pc:sldMk cId="4267806618" sldId="305"/>
            <ac:grpSpMk id="16" creationId="{83F90227-8BAD-60A2-B9B7-EF39570B8F6D}"/>
          </ac:grpSpMkLst>
        </pc:grpChg>
        <pc:grpChg chg="mod">
          <ac:chgData name="昕 许" userId="a2975fcd840abfc3" providerId="LiveId" clId="{49CCD4F9-177C-4270-9A14-60236FF377E8}" dt="2026-04-12T05:42:55.594" v="7384" actId="20577"/>
          <ac:grpSpMkLst>
            <pc:docMk/>
            <pc:sldMk cId="4267806618" sldId="305"/>
            <ac:grpSpMk id="19" creationId="{B2A1EE69-5192-09EA-2676-F1101AB9EB52}"/>
          </ac:grpSpMkLst>
        </pc:grpChg>
        <pc:grpChg chg="mod">
          <ac:chgData name="昕 许" userId="a2975fcd840abfc3" providerId="LiveId" clId="{49CCD4F9-177C-4270-9A14-60236FF377E8}" dt="2026-04-12T04:57:13.473" v="7342" actId="1076"/>
          <ac:grpSpMkLst>
            <pc:docMk/>
            <pc:sldMk cId="4267806618" sldId="305"/>
            <ac:grpSpMk id="22" creationId="{6BD250EE-530E-9B0D-4CC1-4E563ADBE3BE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5" creationId="{99C83D77-0C8A-247D-C906-275FE6267D5F}"/>
          </ac:grpSpMkLst>
        </pc:gr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26" creationId="{DE6AD4AB-3051-B3DB-96EB-AB0600F09375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8" creationId="{03AE0A03-4D64-D4B0-7B69-CEA630CC90B1}"/>
          </ac:grpSpMkLst>
        </pc:grpChg>
        <pc:grpChg chg="del">
          <ac:chgData name="昕 许" userId="a2975fcd840abfc3" providerId="LiveId" clId="{49CCD4F9-177C-4270-9A14-60236FF377E8}" dt="2026-04-12T04:54:30.266" v="7276" actId="478"/>
          <ac:grpSpMkLst>
            <pc:docMk/>
            <pc:sldMk cId="4267806618" sldId="305"/>
            <ac:grpSpMk id="35" creationId="{2FFDDD1C-9FC8-BB67-D107-ABCBAB57CE1E}"/>
          </ac:grpSpMkLst>
        </pc:grpChg>
        <pc:grpChg chg="add mod">
          <ac:chgData name="昕 许" userId="a2975fcd840abfc3" providerId="LiveId" clId="{49CCD4F9-177C-4270-9A14-60236FF377E8}" dt="2026-04-12T05:57:57.938" v="7682" actId="207"/>
          <ac:grpSpMkLst>
            <pc:docMk/>
            <pc:sldMk cId="4267806618" sldId="305"/>
            <ac:grpSpMk id="40" creationId="{02672D9D-1999-20D8-C697-FC372C8CDBD7}"/>
          </ac:grpSpMkLst>
        </pc:grpChg>
        <pc:grpChg chg="add del mod">
          <ac:chgData name="昕 许" userId="a2975fcd840abfc3" providerId="LiveId" clId="{49CCD4F9-177C-4270-9A14-60236FF377E8}" dt="2026-04-12T05:50:10.790" v="7653" actId="165"/>
          <ac:grpSpMkLst>
            <pc:docMk/>
            <pc:sldMk cId="4267806618" sldId="305"/>
            <ac:grpSpMk id="41" creationId="{D94465D7-AFC5-3DE8-1975-BAB022D564BC}"/>
          </ac:grpSpMkLst>
        </pc:grpChg>
        <pc:grpChg chg="add mod">
          <ac:chgData name="昕 许" userId="a2975fcd840abfc3" providerId="LiveId" clId="{49CCD4F9-177C-4270-9A14-60236FF377E8}" dt="2026-04-12T05:57:57.938" v="7682" actId="207"/>
          <ac:grpSpMkLst>
            <pc:docMk/>
            <pc:sldMk cId="4267806618" sldId="305"/>
            <ac:grpSpMk id="44" creationId="{BCF85997-2FBE-6F42-7B24-CCCA9F09DF87}"/>
          </ac:grpSpMkLst>
        </pc:grpChg>
        <pc:grpChg chg="add mod">
          <ac:chgData name="昕 许" userId="a2975fcd840abfc3" providerId="LiveId" clId="{49CCD4F9-177C-4270-9A14-60236FF377E8}" dt="2026-04-12T05:49:55.681" v="7648" actId="1076"/>
          <ac:grpSpMkLst>
            <pc:docMk/>
            <pc:sldMk cId="4267806618" sldId="305"/>
            <ac:grpSpMk id="57" creationId="{CC6A924F-15DB-F404-D70C-AEDF376913CA}"/>
          </ac:grpSpMkLst>
        </pc:grpChg>
        <pc:grpChg chg="del mod">
          <ac:chgData name="昕 许" userId="a2975fcd840abfc3" providerId="LiveId" clId="{49CCD4F9-177C-4270-9A14-60236FF377E8}" dt="2026-04-12T05:42:22.568" v="7371" actId="478"/>
          <ac:grpSpMkLst>
            <pc:docMk/>
            <pc:sldMk cId="4267806618" sldId="305"/>
            <ac:grpSpMk id="80" creationId="{F5E6B4D7-412B-7C0F-FA79-E1970569F6DB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3" creationId="{4EE06EA3-C152-A682-4F32-9713B5231D25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6" creationId="{6FB44231-F869-C47A-7EBA-E38E72B0C9FF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89" creationId="{24A41276-F349-4C66-50C5-56DE085E339E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2" creationId="{8F6AC266-B542-C8D5-4F0A-2FD74423D3C9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5" creationId="{597C053B-399B-1180-A224-43D48E70660C}"/>
          </ac:grpSpMkLst>
        </pc:grpChg>
        <pc:cxnChg chg="add mod">
          <ac:chgData name="昕 许" userId="a2975fcd840abfc3" providerId="LiveId" clId="{49CCD4F9-177C-4270-9A14-60236FF377E8}" dt="2026-04-12T05:43:36.871" v="7395" actId="1582"/>
          <ac:cxnSpMkLst>
            <pc:docMk/>
            <pc:sldMk cId="4267806618" sldId="305"/>
            <ac:cxnSpMk id="31" creationId="{E5D72651-20A4-B337-8DD2-5196D7178278}"/>
          </ac:cxnSpMkLst>
        </pc:cxnChg>
        <pc:cxnChg chg="add mod">
          <ac:chgData name="昕 许" userId="a2975fcd840abfc3" providerId="LiveId" clId="{49CCD4F9-177C-4270-9A14-60236FF377E8}" dt="2026-04-12T05:50:20.663" v="7658" actId="14100"/>
          <ac:cxnSpMkLst>
            <pc:docMk/>
            <pc:sldMk cId="4267806618" sldId="305"/>
            <ac:cxnSpMk id="46" creationId="{C3EC5E12-9D23-0761-2BCA-C6FB179BFF57}"/>
          </ac:cxnSpMkLst>
        </pc:cxnChg>
        <pc:cxnChg chg="add mod">
          <ac:chgData name="昕 许" userId="a2975fcd840abfc3" providerId="LiveId" clId="{49CCD4F9-177C-4270-9A14-60236FF377E8}" dt="2026-04-12T05:49:58.220" v="7649" actId="1076"/>
          <ac:cxnSpMkLst>
            <pc:docMk/>
            <pc:sldMk cId="4267806618" sldId="305"/>
            <ac:cxnSpMk id="50" creationId="{568775DC-7AA1-11E0-D6E6-7E267AF80896}"/>
          </ac:cxnSpMkLst>
        </pc:cxnChg>
      </pc:sldChg>
      <pc:sldChg chg="add del modTransition">
        <pc:chgData name="昕 许" userId="a2975fcd840abfc3" providerId="LiveId" clId="{49CCD4F9-177C-4270-9A14-60236FF377E8}" dt="2026-04-12T02:59:32.922" v="7268" actId="47"/>
        <pc:sldMkLst>
          <pc:docMk/>
          <pc:sldMk cId="285029931" sldId="306"/>
        </pc:sldMkLst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0638-76B3-8221-C521-4D14788B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F04C2F-A559-B7E2-13B5-084D570A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9A1FAF-E924-8C52-3EBE-BFD0087A2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287BA-1154-9D95-6F44-1AEAFF93C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2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41FF-A705-3EF8-94F9-92956B32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EC6031E-A737-39C8-7B69-0E66DEC97B31}"/>
              </a:ext>
            </a:extLst>
          </p:cNvPr>
          <p:cNvGrpSpPr/>
          <p:nvPr/>
        </p:nvGrpSpPr>
        <p:grpSpPr>
          <a:xfrm>
            <a:off x="3686368" y="1855031"/>
            <a:ext cx="579357" cy="623527"/>
            <a:chOff x="2968850" y="3499219"/>
            <a:chExt cx="329975" cy="32284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038FA-C3ED-E045-6D51-1900A38A5C0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994F61-2637-1827-DB79-3645D0077CCA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994F61-2637-1827-DB79-3645D0077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1136873-00A3-D4CC-D9CD-DC51A15108AE}"/>
              </a:ext>
            </a:extLst>
          </p:cNvPr>
          <p:cNvGrpSpPr/>
          <p:nvPr/>
        </p:nvGrpSpPr>
        <p:grpSpPr>
          <a:xfrm>
            <a:off x="4373153" y="1855031"/>
            <a:ext cx="579357" cy="623527"/>
            <a:chOff x="2968850" y="3499219"/>
            <a:chExt cx="329975" cy="32284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330B892-6705-012F-5E3D-F0E8412A1E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0EF1F1-F34A-349D-9080-064FE4E8B8D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0EF1F1-F34A-349D-9080-064FE4E8B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36CC22-AB63-67F3-BA27-F8D5A8B6906C}"/>
              </a:ext>
            </a:extLst>
          </p:cNvPr>
          <p:cNvGrpSpPr/>
          <p:nvPr/>
        </p:nvGrpSpPr>
        <p:grpSpPr>
          <a:xfrm>
            <a:off x="5139659" y="1855031"/>
            <a:ext cx="579357" cy="623527"/>
            <a:chOff x="2968850" y="3499219"/>
            <a:chExt cx="329975" cy="3228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D367151-5E0F-AECD-8F3F-2FA7FCFFB25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379A356-8B6E-C3CA-E0D4-D4129A8F1A3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379A356-8B6E-C3CA-E0D4-D4129A8F1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F90227-8BAD-60A2-B9B7-EF39570B8F6D}"/>
              </a:ext>
            </a:extLst>
          </p:cNvPr>
          <p:cNvGrpSpPr/>
          <p:nvPr/>
        </p:nvGrpSpPr>
        <p:grpSpPr>
          <a:xfrm>
            <a:off x="5948165" y="1855031"/>
            <a:ext cx="579357" cy="623527"/>
            <a:chOff x="2968850" y="3499219"/>
            <a:chExt cx="329975" cy="32284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BCF422F-DD74-68C4-7236-C2062C48D15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ACBF0E0-6FB9-B5D2-2764-E866D880BAD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1162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ACBF0E0-6FB9-B5D2-2764-E866D880B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11623" cy="3027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A1EE69-5192-09EA-2676-F1101AB9EB52}"/>
              </a:ext>
            </a:extLst>
          </p:cNvPr>
          <p:cNvGrpSpPr/>
          <p:nvPr/>
        </p:nvGrpSpPr>
        <p:grpSpPr>
          <a:xfrm>
            <a:off x="6714668" y="1855031"/>
            <a:ext cx="579357" cy="623527"/>
            <a:chOff x="2968850" y="3499219"/>
            <a:chExt cx="329975" cy="32284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1A297A09-C597-6103-C9EC-C4E5DB1FA09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0575199-B837-B577-63B4-D047BC628B89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0575199-B837-B577-63B4-D047BC628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BD250EE-530E-9B0D-4CC1-4E563ADBE3BE}"/>
              </a:ext>
            </a:extLst>
          </p:cNvPr>
          <p:cNvGrpSpPr/>
          <p:nvPr/>
        </p:nvGrpSpPr>
        <p:grpSpPr>
          <a:xfrm>
            <a:off x="7401454" y="1855031"/>
            <a:ext cx="579357" cy="623527"/>
            <a:chOff x="2968850" y="3499219"/>
            <a:chExt cx="329975" cy="32284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28B2276-7758-E215-4F6C-19E17490F8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92F82C4-A5B8-C687-69E1-C3117083008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92F82C4-A5B8-C687-69E1-C31170830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84234" cy="3027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0982B1A-DF29-BD85-78BD-D2083BB6804D}"/>
                  </a:ext>
                </a:extLst>
              </p:cNvPr>
              <p:cNvSpPr txBox="1"/>
              <p:nvPr/>
            </p:nvSpPr>
            <p:spPr>
              <a:xfrm>
                <a:off x="3037971" y="1893783"/>
                <a:ext cx="3964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0982B1A-DF29-BD85-78BD-D2083BB68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971" y="1893783"/>
                <a:ext cx="39645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EF2C8E6C-3AB0-4A42-688A-4850DBDB6091}"/>
              </a:ext>
            </a:extLst>
          </p:cNvPr>
          <p:cNvGrpSpPr/>
          <p:nvPr/>
        </p:nvGrpSpPr>
        <p:grpSpPr>
          <a:xfrm>
            <a:off x="3643120" y="5511388"/>
            <a:ext cx="579357" cy="623527"/>
            <a:chOff x="2968850" y="3499219"/>
            <a:chExt cx="329975" cy="32284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059C67F-0DA8-B149-A5B4-49488A54D85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0C22BF3-8CED-0A98-B517-4C1F56F0BFB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0C22BF3-8CED-0A98-B517-4C1F56F0B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1A6B314-812F-7460-C372-30E2F9FC183A}"/>
              </a:ext>
            </a:extLst>
          </p:cNvPr>
          <p:cNvGrpSpPr/>
          <p:nvPr/>
        </p:nvGrpSpPr>
        <p:grpSpPr>
          <a:xfrm>
            <a:off x="4409624" y="5511388"/>
            <a:ext cx="579357" cy="623527"/>
            <a:chOff x="2968850" y="3499219"/>
            <a:chExt cx="329975" cy="32284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E725E85-366B-81BD-ECAE-49FA7A97D50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4889FE8-B105-B153-0CF0-DE262D4B1A0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4889FE8-B105-B153-0CF0-DE262D4B1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5343" cy="3027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E6AD4AB-3051-B3DB-96EB-AB0600F09375}"/>
              </a:ext>
            </a:extLst>
          </p:cNvPr>
          <p:cNvGrpSpPr/>
          <p:nvPr/>
        </p:nvGrpSpPr>
        <p:grpSpPr>
          <a:xfrm>
            <a:off x="5218132" y="5511388"/>
            <a:ext cx="579357" cy="623527"/>
            <a:chOff x="2968850" y="3499219"/>
            <a:chExt cx="329975" cy="322846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994616C-30D3-0C51-E760-3B3F64C7925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8057D3CF-2072-F1B4-C412-322640AB8ED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3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8057D3CF-2072-F1B4-C412-322640AB8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00230" cy="30278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2091DF2-8678-5E09-AA37-01194E044CB9}"/>
              </a:ext>
            </a:extLst>
          </p:cNvPr>
          <p:cNvSpPr/>
          <p:nvPr/>
        </p:nvSpPr>
        <p:spPr>
          <a:xfrm>
            <a:off x="3585103" y="1679151"/>
            <a:ext cx="3767847" cy="938213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5D72651-20A4-B337-8DD2-5196D7178278}"/>
              </a:ext>
            </a:extLst>
          </p:cNvPr>
          <p:cNvCxnSpPr>
            <a:stCxn id="29" idx="2"/>
          </p:cNvCxnSpPr>
          <p:nvPr/>
        </p:nvCxnSpPr>
        <p:spPr>
          <a:xfrm>
            <a:off x="5469027" y="2617364"/>
            <a:ext cx="8984" cy="515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4B5ED1C-9852-CF56-055F-B32EBBFF4733}"/>
                  </a:ext>
                </a:extLst>
              </p:cNvPr>
              <p:cNvSpPr txBox="1"/>
              <p:nvPr/>
            </p:nvSpPr>
            <p:spPr>
              <a:xfrm>
                <a:off x="6780199" y="3147602"/>
                <a:ext cx="9411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:2</m:t>
                      </m:r>
                    </m:oMath>
                  </m:oMathPara>
                </a14:m>
                <a:endParaRPr lang="zh-CN" altLang="en-US" sz="32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4B5ED1C-9852-CF56-055F-B32EBBFF4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99" y="3147602"/>
                <a:ext cx="941155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156ACCD-5506-805C-DAAD-7039BAE9ECAC}"/>
                  </a:ext>
                </a:extLst>
              </p:cNvPr>
              <p:cNvSpPr txBox="1"/>
              <p:nvPr/>
            </p:nvSpPr>
            <p:spPr>
              <a:xfrm>
                <a:off x="6793370" y="3627110"/>
                <a:ext cx="93217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:1</m:t>
                      </m:r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156ACCD-5506-805C-DAAD-7039BAE9E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370" y="3627110"/>
                <a:ext cx="932178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B0CC706-D1A2-F2F1-6973-3C62195F0B86}"/>
              </a:ext>
            </a:extLst>
          </p:cNvPr>
          <p:cNvSpPr/>
          <p:nvPr/>
        </p:nvSpPr>
        <p:spPr>
          <a:xfrm>
            <a:off x="6792192" y="3200983"/>
            <a:ext cx="920185" cy="1712789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EB330A2-06D1-8457-64D6-269E6FCC2D10}"/>
                  </a:ext>
                </a:extLst>
              </p:cNvPr>
              <p:cNvSpPr txBox="1"/>
              <p:nvPr/>
            </p:nvSpPr>
            <p:spPr>
              <a:xfrm>
                <a:off x="3059518" y="5642472"/>
                <a:ext cx="4131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EB330A2-06D1-8457-64D6-269E6FCC2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518" y="5642472"/>
                <a:ext cx="413125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BCF85997-2FBE-6F42-7B24-CCCA9F09DF87}"/>
              </a:ext>
            </a:extLst>
          </p:cNvPr>
          <p:cNvGrpSpPr/>
          <p:nvPr/>
        </p:nvGrpSpPr>
        <p:grpSpPr>
          <a:xfrm>
            <a:off x="5003634" y="3148603"/>
            <a:ext cx="1029260" cy="1765170"/>
            <a:chOff x="4406719" y="3180142"/>
            <a:chExt cx="1029260" cy="176517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02672D9D-1999-20D8-C697-FC372C8CDBD7}"/>
                </a:ext>
              </a:extLst>
            </p:cNvPr>
            <p:cNvGrpSpPr/>
            <p:nvPr/>
          </p:nvGrpSpPr>
          <p:grpSpPr>
            <a:xfrm>
              <a:off x="4406719" y="3180142"/>
              <a:ext cx="1029260" cy="1765170"/>
              <a:chOff x="3633608" y="3094499"/>
              <a:chExt cx="2042788" cy="107634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D765B551-7C3D-AD82-A813-93CB4123B6F0}"/>
                  </a:ext>
                </a:extLst>
              </p:cNvPr>
              <p:cNvSpPr/>
              <p:nvPr/>
            </p:nvSpPr>
            <p:spPr>
              <a:xfrm>
                <a:off x="3633608" y="3134974"/>
                <a:ext cx="1993014" cy="1035865"/>
              </a:xfrm>
              <a:prstGeom prst="roundRect">
                <a:avLst/>
              </a:prstGeom>
              <a:noFill/>
              <a:ln w="19050">
                <a:prstDash val="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A0F10235-272A-52EA-827E-A3D737EB18D7}"/>
                      </a:ext>
                    </a:extLst>
                  </p:cNvPr>
                  <p:cNvSpPr txBox="1"/>
                  <p:nvPr/>
                </p:nvSpPr>
                <p:spPr>
                  <a:xfrm>
                    <a:off x="3808471" y="3094499"/>
                    <a:ext cx="1867925" cy="3565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:2</m:t>
                          </m:r>
                        </m:oMath>
                      </m:oMathPara>
                    </a14:m>
                    <a:endParaRPr lang="zh-CN" altLang="en-US" sz="32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A0F10235-272A-52EA-827E-A3D737EB18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8471" y="3094499"/>
                    <a:ext cx="1867925" cy="35657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30F02E2-1379-7EDF-2607-D8812F65FAC7}"/>
                      </a:ext>
                    </a:extLst>
                  </p:cNvPr>
                  <p:cNvSpPr txBox="1"/>
                  <p:nvPr/>
                </p:nvSpPr>
                <p:spPr>
                  <a:xfrm>
                    <a:off x="3808471" y="3410517"/>
                    <a:ext cx="1850108" cy="3565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:2</m:t>
                          </m:r>
                        </m:oMath>
                      </m:oMathPara>
                    </a14:m>
                    <a:endParaRPr lang="zh-CN" altLang="en-US" sz="32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30F02E2-1379-7EDF-2607-D8812F65FA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8471" y="3410517"/>
                    <a:ext cx="1850108" cy="35657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052FFC2-D342-E5C4-4153-B0D869586372}"/>
                    </a:ext>
                  </a:extLst>
                </p:cNvPr>
                <p:cNvSpPr txBox="1"/>
                <p:nvPr/>
              </p:nvSpPr>
              <p:spPr>
                <a:xfrm>
                  <a:off x="4432716" y="4264104"/>
                  <a:ext cx="95218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:1</m:t>
                        </m:r>
                      </m:oMath>
                    </m:oMathPara>
                  </a14:m>
                  <a:endParaRPr lang="zh-CN" altLang="en-US" sz="32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052FFC2-D342-E5C4-4153-B0D869586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2716" y="4264104"/>
                  <a:ext cx="952184" cy="58477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C3EC5E12-9D23-0761-2BCA-C6FB179BFF57}"/>
              </a:ext>
            </a:extLst>
          </p:cNvPr>
          <p:cNvCxnSpPr>
            <a:cxnSpLocks/>
            <a:stCxn id="27" idx="3"/>
            <a:endCxn id="35" idx="3"/>
          </p:cNvCxnSpPr>
          <p:nvPr/>
        </p:nvCxnSpPr>
        <p:spPr>
          <a:xfrm flipV="1">
            <a:off x="5797489" y="4057378"/>
            <a:ext cx="1914888" cy="1760255"/>
          </a:xfrm>
          <a:prstGeom prst="curvedConnector3">
            <a:avLst>
              <a:gd name="adj1" fmla="val 16735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EDE57C3-5B6F-C033-A8B6-5650BC196091}"/>
                  </a:ext>
                </a:extLst>
              </p:cNvPr>
              <p:cNvSpPr txBox="1"/>
              <p:nvPr/>
            </p:nvSpPr>
            <p:spPr>
              <a:xfrm>
                <a:off x="6221732" y="3239934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EDE57C3-5B6F-C033-A8B6-5650BC196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732" y="3239934"/>
                <a:ext cx="44755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306E5B6D-1028-2581-22AF-9581963BBE54}"/>
                  </a:ext>
                </a:extLst>
              </p:cNvPr>
              <p:cNvSpPr txBox="1"/>
              <p:nvPr/>
            </p:nvSpPr>
            <p:spPr>
              <a:xfrm>
                <a:off x="6216913" y="3745260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306E5B6D-1028-2581-22AF-9581963BB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913" y="3745260"/>
                <a:ext cx="44755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CC6A924F-15DB-F404-D70C-AEDF376913CA}"/>
              </a:ext>
            </a:extLst>
          </p:cNvPr>
          <p:cNvGrpSpPr/>
          <p:nvPr/>
        </p:nvGrpSpPr>
        <p:grpSpPr>
          <a:xfrm>
            <a:off x="2495290" y="3741699"/>
            <a:ext cx="2254650" cy="400110"/>
            <a:chOff x="2532546" y="3630581"/>
            <a:chExt cx="2424026" cy="4001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1B21EF9-75F0-5536-92E8-E35BA96AC804}"/>
                </a:ext>
              </a:extLst>
            </p:cNvPr>
            <p:cNvSpPr txBox="1"/>
            <p:nvPr/>
          </p:nvSpPr>
          <p:spPr>
            <a:xfrm>
              <a:off x="2532546" y="363058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zh-CN" altLang="en-US" sz="2000" b="1" i="0" dirty="0">
                  <a:latin typeface="+mj-lt"/>
                </a:rPr>
                <a:t>覆盖的含义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68775DC-7AA1-11E0-D6E6-7E267AF80896}"/>
                </a:ext>
              </a:extLst>
            </p:cNvPr>
            <p:cNvCxnSpPr>
              <a:cxnSpLocks/>
            </p:cNvCxnSpPr>
            <p:nvPr/>
          </p:nvCxnSpPr>
          <p:spPr>
            <a:xfrm>
              <a:off x="4078044" y="3830636"/>
              <a:ext cx="8785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7B0993D-4014-02D8-ABAF-3E71A995E069}"/>
              </a:ext>
            </a:extLst>
          </p:cNvPr>
          <p:cNvSpPr txBox="1"/>
          <p:nvPr/>
        </p:nvSpPr>
        <p:spPr>
          <a:xfrm>
            <a:off x="4857633" y="5017853"/>
            <a:ext cx="1300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400" b="1" dirty="0">
                <a:solidFill>
                  <a:schemeClr val="tx1"/>
                </a:solidFill>
              </a:rPr>
              <a:t>频次表</a:t>
            </a:r>
            <a:r>
              <a:rPr lang="en-US" altLang="zh-CN" sz="1400" b="1" dirty="0"/>
              <a:t>(S[1:5])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605F16F-7B52-639C-0A7D-B8AF7F55B60F}"/>
              </a:ext>
            </a:extLst>
          </p:cNvPr>
          <p:cNvSpPr txBox="1"/>
          <p:nvPr/>
        </p:nvSpPr>
        <p:spPr>
          <a:xfrm>
            <a:off x="6764603" y="5017852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400" b="1" dirty="0">
                <a:solidFill>
                  <a:schemeClr val="tx1"/>
                </a:solidFill>
              </a:rPr>
              <a:t>频次表</a:t>
            </a:r>
            <a:r>
              <a:rPr lang="en-US" altLang="zh-CN" sz="1400" b="1" dirty="0"/>
              <a:t>(T)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90A15D2-1B27-C699-AA90-79F5AFA30DF1}"/>
                  </a:ext>
                </a:extLst>
              </p:cNvPr>
              <p:cNvSpPr txBox="1"/>
              <p:nvPr/>
            </p:nvSpPr>
            <p:spPr>
              <a:xfrm>
                <a:off x="6780199" y="4210698"/>
                <a:ext cx="9521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:0</m:t>
                      </m:r>
                    </m:oMath>
                  </m:oMathPara>
                </a14:m>
                <a:endParaRPr lang="zh-CN" altLang="en-US" sz="32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90A15D2-1B27-C699-AA90-79F5AFA30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99" y="4210698"/>
                <a:ext cx="952184" cy="5847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239DD0B6-8BEE-2873-5E9F-B8CB5962FCFF}"/>
                  </a:ext>
                </a:extLst>
              </p:cNvPr>
              <p:cNvSpPr txBox="1"/>
              <p:nvPr/>
            </p:nvSpPr>
            <p:spPr>
              <a:xfrm>
                <a:off x="6191123" y="4282387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239DD0B6-8BEE-2873-5E9F-B8CB5962F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123" y="4282387"/>
                <a:ext cx="44755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80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105</Words>
  <Application>Microsoft Office PowerPoint</Application>
  <PresentationFormat>宽屏</PresentationFormat>
  <Paragraphs>57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2026-04-12T05:58:44Z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