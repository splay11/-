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61" r:id="rId2"/>
    <p:sldId id="355" r:id="rId3"/>
    <p:sldId id="363" r:id="rId4"/>
    <p:sldId id="362" r:id="rId5"/>
    <p:sldId id="364" r:id="rId6"/>
    <p:sldId id="365" r:id="rId7"/>
    <p:sldId id="366" r:id="rId8"/>
    <p:sldId id="368" r:id="rId9"/>
    <p:sldId id="3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6524A-7629-49A3-A327-3A2B073D938D}" v="348" dt="2026-05-01T03:38:49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>
        <p:scale>
          <a:sx n="200" d="100"/>
          <a:sy n="200" d="100"/>
        </p:scale>
        <p:origin x="-2996" y="-16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5-01T03:38:49.179" v="12483"/>
      <pc:docMkLst>
        <pc:docMk/>
      </pc:docMkLst>
      <pc:sldChg chg="addSp delSp modSp add del mod modTransition">
        <pc:chgData name="昕 许" userId="a2975fcd840abfc3" providerId="LiveId" clId="{49CCD4F9-177C-4270-9A14-60236FF377E8}" dt="2026-04-30T13:40:29.291" v="11392" actId="47"/>
        <pc:sldMkLst>
          <pc:docMk/>
          <pc:sldMk cId="380520240" sldId="306"/>
        </pc:sldMkLst>
      </pc:sldChg>
      <pc:sldChg chg="delSp modSp add del mod modTransition">
        <pc:chgData name="昕 许" userId="a2975fcd840abfc3" providerId="LiveId" clId="{49CCD4F9-177C-4270-9A14-60236FF377E8}" dt="2026-04-30T13:14:56.879" v="11377" actId="47"/>
        <pc:sldMkLst>
          <pc:docMk/>
          <pc:sldMk cId="1429644874" sldId="307"/>
        </pc:sldMkLst>
      </pc:sldChg>
      <pc:sldChg chg="addSp delSp modSp add del mod">
        <pc:chgData name="昕 许" userId="a2975fcd840abfc3" providerId="LiveId" clId="{49CCD4F9-177C-4270-9A14-60236FF377E8}" dt="2026-04-30T13:14:57.037" v="11378" actId="47"/>
        <pc:sldMkLst>
          <pc:docMk/>
          <pc:sldMk cId="1206362108" sldId="309"/>
        </pc:sldMkLst>
      </pc:sldChg>
      <pc:sldChg chg="addSp modSp add del mod">
        <pc:chgData name="昕 许" userId="a2975fcd840abfc3" providerId="LiveId" clId="{49CCD4F9-177C-4270-9A14-60236FF377E8}" dt="2026-04-30T13:14:57.376" v="11380" actId="47"/>
        <pc:sldMkLst>
          <pc:docMk/>
          <pc:sldMk cId="877935782" sldId="310"/>
        </pc:sldMkLst>
      </pc:sldChg>
      <pc:sldChg chg="delSp modSp add del mod">
        <pc:chgData name="昕 许" userId="a2975fcd840abfc3" providerId="LiveId" clId="{49CCD4F9-177C-4270-9A14-60236FF377E8}" dt="2026-04-30T13:14:57.211" v="11379" actId="47"/>
        <pc:sldMkLst>
          <pc:docMk/>
          <pc:sldMk cId="3640899981" sldId="311"/>
        </pc:sldMkLst>
      </pc:sldChg>
      <pc:sldChg chg="modSp add del mod">
        <pc:chgData name="昕 许" userId="a2975fcd840abfc3" providerId="LiveId" clId="{49CCD4F9-177C-4270-9A14-60236FF377E8}" dt="2026-04-30T13:15:00.585" v="11381" actId="47"/>
        <pc:sldMkLst>
          <pc:docMk/>
          <pc:sldMk cId="3958270624" sldId="312"/>
        </pc:sldMkLst>
      </pc:sldChg>
      <pc:sldChg chg="modSp add del mod">
        <pc:chgData name="昕 许" userId="a2975fcd840abfc3" providerId="LiveId" clId="{49CCD4F9-177C-4270-9A14-60236FF377E8}" dt="2026-04-30T13:15:00.756" v="11382" actId="47"/>
        <pc:sldMkLst>
          <pc:docMk/>
          <pc:sldMk cId="3445403889" sldId="313"/>
        </pc:sldMkLst>
      </pc:sldChg>
      <pc:sldChg chg="addSp modSp add del mod">
        <pc:chgData name="昕 许" userId="a2975fcd840abfc3" providerId="LiveId" clId="{49CCD4F9-177C-4270-9A14-60236FF377E8}" dt="2026-04-30T13:15:01.994" v="11383" actId="47"/>
        <pc:sldMkLst>
          <pc:docMk/>
          <pc:sldMk cId="4187811640" sldId="314"/>
        </pc:sldMkLst>
      </pc:sldChg>
      <pc:sldChg chg="modSp add del mod">
        <pc:chgData name="昕 许" userId="a2975fcd840abfc3" providerId="LiveId" clId="{49CCD4F9-177C-4270-9A14-60236FF377E8}" dt="2026-04-30T13:15:02.132" v="11384" actId="47"/>
        <pc:sldMkLst>
          <pc:docMk/>
          <pc:sldMk cId="3022624182" sldId="315"/>
        </pc:sldMkLst>
      </pc:sldChg>
      <pc:sldChg chg="modSp add del mod">
        <pc:chgData name="昕 许" userId="a2975fcd840abfc3" providerId="LiveId" clId="{49CCD4F9-177C-4270-9A14-60236FF377E8}" dt="2026-04-30T13:15:02.298" v="11385" actId="47"/>
        <pc:sldMkLst>
          <pc:docMk/>
          <pc:sldMk cId="2298595746" sldId="316"/>
        </pc:sldMkLst>
      </pc:sldChg>
      <pc:sldChg chg="addSp modSp add del mod">
        <pc:chgData name="昕 许" userId="a2975fcd840abfc3" providerId="LiveId" clId="{49CCD4F9-177C-4270-9A14-60236FF377E8}" dt="2026-04-30T13:40:29.456" v="11396" actId="47"/>
        <pc:sldMkLst>
          <pc:docMk/>
          <pc:sldMk cId="3470229148" sldId="317"/>
        </pc:sldMkLst>
      </pc:sldChg>
      <pc:sldChg chg="modSp add del mod">
        <pc:chgData name="昕 许" userId="a2975fcd840abfc3" providerId="LiveId" clId="{49CCD4F9-177C-4270-9A14-60236FF377E8}" dt="2026-04-30T13:40:29.533" v="11398" actId="47"/>
        <pc:sldMkLst>
          <pc:docMk/>
          <pc:sldMk cId="353382097" sldId="318"/>
        </pc:sldMkLst>
      </pc:sldChg>
      <pc:sldChg chg="add del">
        <pc:chgData name="昕 许" userId="a2975fcd840abfc3" providerId="LiveId" clId="{49CCD4F9-177C-4270-9A14-60236FF377E8}" dt="2026-04-30T13:40:29.496" v="11397" actId="47"/>
        <pc:sldMkLst>
          <pc:docMk/>
          <pc:sldMk cId="3544593263" sldId="319"/>
        </pc:sldMkLst>
      </pc:sldChg>
      <pc:sldChg chg="addSp delSp modSp add del mod">
        <pc:chgData name="昕 许" userId="a2975fcd840abfc3" providerId="LiveId" clId="{49CCD4F9-177C-4270-9A14-60236FF377E8}" dt="2026-04-30T13:40:29.417" v="11395" actId="47"/>
        <pc:sldMkLst>
          <pc:docMk/>
          <pc:sldMk cId="554829307" sldId="320"/>
        </pc:sldMkLst>
      </pc:sldChg>
      <pc:sldChg chg="addSp modSp add del mod">
        <pc:chgData name="昕 许" userId="a2975fcd840abfc3" providerId="LiveId" clId="{49CCD4F9-177C-4270-9A14-60236FF377E8}" dt="2026-04-30T13:40:29.567" v="11399" actId="47"/>
        <pc:sldMkLst>
          <pc:docMk/>
          <pc:sldMk cId="252883800" sldId="321"/>
        </pc:sldMkLst>
      </pc:sldChg>
      <pc:sldChg chg="modSp add del mod">
        <pc:chgData name="昕 许" userId="a2975fcd840abfc3" providerId="LiveId" clId="{49CCD4F9-177C-4270-9A14-60236FF377E8}" dt="2026-04-30T13:40:29.605" v="11400" actId="47"/>
        <pc:sldMkLst>
          <pc:docMk/>
          <pc:sldMk cId="1005920350" sldId="322"/>
        </pc:sldMkLst>
      </pc:sldChg>
      <pc:sldChg chg="addSp delSp modSp add del mod">
        <pc:chgData name="昕 许" userId="a2975fcd840abfc3" providerId="LiveId" clId="{49CCD4F9-177C-4270-9A14-60236FF377E8}" dt="2026-04-30T13:40:30.351" v="11402" actId="47"/>
        <pc:sldMkLst>
          <pc:docMk/>
          <pc:sldMk cId="670697918" sldId="323"/>
        </pc:sldMkLst>
      </pc:sldChg>
      <pc:sldChg chg="delSp modSp add del mod">
        <pc:chgData name="昕 许" userId="a2975fcd840abfc3" providerId="LiveId" clId="{49CCD4F9-177C-4270-9A14-60236FF377E8}" dt="2026-04-30T13:40:30.196" v="11401" actId="47"/>
        <pc:sldMkLst>
          <pc:docMk/>
          <pc:sldMk cId="2326709240" sldId="324"/>
        </pc:sldMkLst>
      </pc:sldChg>
      <pc:sldChg chg="addSp modSp add del mod">
        <pc:chgData name="昕 许" userId="a2975fcd840abfc3" providerId="LiveId" clId="{49CCD4F9-177C-4270-9A14-60236FF377E8}" dt="2026-04-30T13:40:30.850" v="11403" actId="47"/>
        <pc:sldMkLst>
          <pc:docMk/>
          <pc:sldMk cId="1337936366" sldId="325"/>
        </pc:sldMkLst>
      </pc:sldChg>
      <pc:sldChg chg="addSp delSp modSp add del mod">
        <pc:chgData name="昕 许" userId="a2975fcd840abfc3" providerId="LiveId" clId="{49CCD4F9-177C-4270-9A14-60236FF377E8}" dt="2026-04-30T13:40:30.967" v="11405" actId="47"/>
        <pc:sldMkLst>
          <pc:docMk/>
          <pc:sldMk cId="693524418" sldId="326"/>
        </pc:sldMkLst>
      </pc:sldChg>
      <pc:sldChg chg="addSp delSp modSp add del mod">
        <pc:chgData name="昕 许" userId="a2975fcd840abfc3" providerId="LiveId" clId="{49CCD4F9-177C-4270-9A14-60236FF377E8}" dt="2026-04-30T13:40:31.015" v="11406" actId="47"/>
        <pc:sldMkLst>
          <pc:docMk/>
          <pc:sldMk cId="4137702817" sldId="327"/>
        </pc:sldMkLst>
      </pc:sldChg>
      <pc:sldChg chg="addSp delSp modSp add del mod">
        <pc:chgData name="昕 许" userId="a2975fcd840abfc3" providerId="LiveId" clId="{49CCD4F9-177C-4270-9A14-60236FF377E8}" dt="2026-04-30T13:40:31.116" v="11408" actId="47"/>
        <pc:sldMkLst>
          <pc:docMk/>
          <pc:sldMk cId="1613245601" sldId="328"/>
        </pc:sldMkLst>
      </pc:sldChg>
      <pc:sldChg chg="addSp modSp add del mod">
        <pc:chgData name="昕 许" userId="a2975fcd840abfc3" providerId="LiveId" clId="{49CCD4F9-177C-4270-9A14-60236FF377E8}" dt="2026-04-30T13:40:31.243" v="11410" actId="47"/>
        <pc:sldMkLst>
          <pc:docMk/>
          <pc:sldMk cId="1683487903" sldId="329"/>
        </pc:sldMkLst>
      </pc:sldChg>
      <pc:sldChg chg="addSp delSp modSp add del mod">
        <pc:chgData name="昕 许" userId="a2975fcd840abfc3" providerId="LiveId" clId="{49CCD4F9-177C-4270-9A14-60236FF377E8}" dt="2026-04-30T13:40:31.065" v="11407" actId="47"/>
        <pc:sldMkLst>
          <pc:docMk/>
          <pc:sldMk cId="372579475" sldId="330"/>
        </pc:sldMkLst>
      </pc:sldChg>
      <pc:sldChg chg="modSp add del mod">
        <pc:chgData name="昕 许" userId="a2975fcd840abfc3" providerId="LiveId" clId="{49CCD4F9-177C-4270-9A14-60236FF377E8}" dt="2026-04-30T13:40:30.909" v="11404" actId="47"/>
        <pc:sldMkLst>
          <pc:docMk/>
          <pc:sldMk cId="2037890411" sldId="331"/>
        </pc:sldMkLst>
      </pc:sldChg>
      <pc:sldChg chg="addSp delSp modSp add del mod">
        <pc:chgData name="昕 许" userId="a2975fcd840abfc3" providerId="LiveId" clId="{49CCD4F9-177C-4270-9A14-60236FF377E8}" dt="2026-04-30T13:40:31.295" v="11411" actId="47"/>
        <pc:sldMkLst>
          <pc:docMk/>
          <pc:sldMk cId="3182836965" sldId="332"/>
        </pc:sldMkLst>
      </pc:sldChg>
      <pc:sldChg chg="addSp delSp modSp add del mod">
        <pc:chgData name="昕 许" userId="a2975fcd840abfc3" providerId="LiveId" clId="{49CCD4F9-177C-4270-9A14-60236FF377E8}" dt="2026-04-30T13:40:31.351" v="11412" actId="47"/>
        <pc:sldMkLst>
          <pc:docMk/>
          <pc:sldMk cId="3793261045" sldId="333"/>
        </pc:sldMkLst>
      </pc:sldChg>
      <pc:sldChg chg="addSp delSp modSp add del mod">
        <pc:chgData name="昕 许" userId="a2975fcd840abfc3" providerId="LiveId" clId="{49CCD4F9-177C-4270-9A14-60236FF377E8}" dt="2026-04-30T13:40:31.427" v="11413" actId="47"/>
        <pc:sldMkLst>
          <pc:docMk/>
          <pc:sldMk cId="750551222" sldId="334"/>
        </pc:sldMkLst>
      </pc:sldChg>
      <pc:sldChg chg="addSp modSp add del mod">
        <pc:chgData name="昕 许" userId="a2975fcd840abfc3" providerId="LiveId" clId="{49CCD4F9-177C-4270-9A14-60236FF377E8}" dt="2026-04-30T13:40:31.486" v="11414" actId="47"/>
        <pc:sldMkLst>
          <pc:docMk/>
          <pc:sldMk cId="2365477218" sldId="335"/>
        </pc:sldMkLst>
      </pc:sldChg>
      <pc:sldChg chg="modSp add del mod">
        <pc:chgData name="昕 许" userId="a2975fcd840abfc3" providerId="LiveId" clId="{49CCD4F9-177C-4270-9A14-60236FF377E8}" dt="2026-04-30T13:40:31.547" v="11415" actId="47"/>
        <pc:sldMkLst>
          <pc:docMk/>
          <pc:sldMk cId="1264389566" sldId="336"/>
        </pc:sldMkLst>
      </pc:sldChg>
      <pc:sldChg chg="addSp delSp modSp add del mod">
        <pc:chgData name="昕 许" userId="a2975fcd840abfc3" providerId="LiveId" clId="{49CCD4F9-177C-4270-9A14-60236FF377E8}" dt="2026-04-30T13:40:31.622" v="11416" actId="47"/>
        <pc:sldMkLst>
          <pc:docMk/>
          <pc:sldMk cId="3948688354" sldId="337"/>
        </pc:sldMkLst>
      </pc:sldChg>
      <pc:sldChg chg="addSp delSp modSp add del mod">
        <pc:chgData name="昕 许" userId="a2975fcd840abfc3" providerId="LiveId" clId="{49CCD4F9-177C-4270-9A14-60236FF377E8}" dt="2026-04-30T13:40:31.685" v="11417" actId="47"/>
        <pc:sldMkLst>
          <pc:docMk/>
          <pc:sldMk cId="1919486097" sldId="338"/>
        </pc:sldMkLst>
      </pc:sldChg>
      <pc:sldChg chg="addSp delSp modSp add del mod">
        <pc:chgData name="昕 许" userId="a2975fcd840abfc3" providerId="LiveId" clId="{49CCD4F9-177C-4270-9A14-60236FF377E8}" dt="2026-04-30T13:40:31.747" v="11418" actId="47"/>
        <pc:sldMkLst>
          <pc:docMk/>
          <pc:sldMk cId="2819946207" sldId="339"/>
        </pc:sldMkLst>
      </pc:sldChg>
      <pc:sldChg chg="addSp delSp modSp add del mod">
        <pc:chgData name="昕 许" userId="a2975fcd840abfc3" providerId="LiveId" clId="{49CCD4F9-177C-4270-9A14-60236FF377E8}" dt="2026-04-30T13:40:31.818" v="11419" actId="47"/>
        <pc:sldMkLst>
          <pc:docMk/>
          <pc:sldMk cId="3042102254" sldId="340"/>
        </pc:sldMkLst>
      </pc:sldChg>
      <pc:sldChg chg="addSp delSp modSp add del mod">
        <pc:chgData name="昕 许" userId="a2975fcd840abfc3" providerId="LiveId" clId="{49CCD4F9-177C-4270-9A14-60236FF377E8}" dt="2026-04-30T13:40:31.885" v="11420" actId="47"/>
        <pc:sldMkLst>
          <pc:docMk/>
          <pc:sldMk cId="3378110510" sldId="341"/>
        </pc:sldMkLst>
      </pc:sldChg>
      <pc:sldChg chg="modSp add del mod">
        <pc:chgData name="昕 许" userId="a2975fcd840abfc3" providerId="LiveId" clId="{49CCD4F9-177C-4270-9A14-60236FF377E8}" dt="2026-04-30T13:40:31.947" v="11421" actId="47"/>
        <pc:sldMkLst>
          <pc:docMk/>
          <pc:sldMk cId="221213453" sldId="342"/>
        </pc:sldMkLst>
      </pc:sldChg>
      <pc:sldChg chg="addSp delSp modSp add del mod">
        <pc:chgData name="昕 许" userId="a2975fcd840abfc3" providerId="LiveId" clId="{49CCD4F9-177C-4270-9A14-60236FF377E8}" dt="2026-04-30T13:40:32.022" v="11422" actId="47"/>
        <pc:sldMkLst>
          <pc:docMk/>
          <pc:sldMk cId="984411142" sldId="343"/>
        </pc:sldMkLst>
      </pc:sldChg>
      <pc:sldChg chg="addSp delSp modSp add del mod">
        <pc:chgData name="昕 许" userId="a2975fcd840abfc3" providerId="LiveId" clId="{49CCD4F9-177C-4270-9A14-60236FF377E8}" dt="2026-04-30T13:40:32.087" v="11423" actId="47"/>
        <pc:sldMkLst>
          <pc:docMk/>
          <pc:sldMk cId="1311333290" sldId="344"/>
        </pc:sldMkLst>
      </pc:sldChg>
      <pc:sldChg chg="addSp delSp modSp add del mod">
        <pc:chgData name="昕 许" userId="a2975fcd840abfc3" providerId="LiveId" clId="{49CCD4F9-177C-4270-9A14-60236FF377E8}" dt="2026-04-30T13:40:32.148" v="11424" actId="47"/>
        <pc:sldMkLst>
          <pc:docMk/>
          <pc:sldMk cId="126704408" sldId="345"/>
        </pc:sldMkLst>
      </pc:sldChg>
      <pc:sldChg chg="addSp delSp modSp add del mod">
        <pc:chgData name="昕 许" userId="a2975fcd840abfc3" providerId="LiveId" clId="{49CCD4F9-177C-4270-9A14-60236FF377E8}" dt="2026-04-30T13:40:32.219" v="11425" actId="47"/>
        <pc:sldMkLst>
          <pc:docMk/>
          <pc:sldMk cId="1187665401" sldId="346"/>
        </pc:sldMkLst>
      </pc:sldChg>
      <pc:sldChg chg="addSp delSp modSp add del mod">
        <pc:chgData name="昕 许" userId="a2975fcd840abfc3" providerId="LiveId" clId="{49CCD4F9-177C-4270-9A14-60236FF377E8}" dt="2026-04-30T13:40:32.293" v="11426" actId="47"/>
        <pc:sldMkLst>
          <pc:docMk/>
          <pc:sldMk cId="2857091337" sldId="347"/>
        </pc:sldMkLst>
      </pc:sldChg>
      <pc:sldChg chg="modSp add del mod">
        <pc:chgData name="昕 许" userId="a2975fcd840abfc3" providerId="LiveId" clId="{49CCD4F9-177C-4270-9A14-60236FF377E8}" dt="2026-04-30T13:40:32.368" v="11427" actId="47"/>
        <pc:sldMkLst>
          <pc:docMk/>
          <pc:sldMk cId="1105811415" sldId="348"/>
        </pc:sldMkLst>
      </pc:sldChg>
      <pc:sldChg chg="addSp delSp modSp add del mod">
        <pc:chgData name="昕 许" userId="a2975fcd840abfc3" providerId="LiveId" clId="{49CCD4F9-177C-4270-9A14-60236FF377E8}" dt="2026-04-30T13:40:32.437" v="11428" actId="47"/>
        <pc:sldMkLst>
          <pc:docMk/>
          <pc:sldMk cId="3801663565" sldId="349"/>
        </pc:sldMkLst>
      </pc:sldChg>
      <pc:sldChg chg="addSp delSp modSp add del mod">
        <pc:chgData name="昕 许" userId="a2975fcd840abfc3" providerId="LiveId" clId="{49CCD4F9-177C-4270-9A14-60236FF377E8}" dt="2026-04-30T13:40:32.504" v="11429" actId="47"/>
        <pc:sldMkLst>
          <pc:docMk/>
          <pc:sldMk cId="4090518086" sldId="350"/>
        </pc:sldMkLst>
      </pc:sldChg>
      <pc:sldChg chg="addSp delSp modSp add del mod">
        <pc:chgData name="昕 许" userId="a2975fcd840abfc3" providerId="LiveId" clId="{49CCD4F9-177C-4270-9A14-60236FF377E8}" dt="2026-04-30T13:40:32.564" v="11430" actId="47"/>
        <pc:sldMkLst>
          <pc:docMk/>
          <pc:sldMk cId="683976196" sldId="351"/>
        </pc:sldMkLst>
      </pc:sldChg>
      <pc:sldChg chg="addSp delSp modSp add del mod">
        <pc:chgData name="昕 许" userId="a2975fcd840abfc3" providerId="LiveId" clId="{49CCD4F9-177C-4270-9A14-60236FF377E8}" dt="2026-04-30T13:40:32.627" v="11431" actId="47"/>
        <pc:sldMkLst>
          <pc:docMk/>
          <pc:sldMk cId="1976370940" sldId="352"/>
        </pc:sldMkLst>
      </pc:sldChg>
      <pc:sldChg chg="addSp delSp modSp add del mod">
        <pc:chgData name="昕 许" userId="a2975fcd840abfc3" providerId="LiveId" clId="{49CCD4F9-177C-4270-9A14-60236FF377E8}" dt="2026-04-30T13:40:32.697" v="11432" actId="47"/>
        <pc:sldMkLst>
          <pc:docMk/>
          <pc:sldMk cId="1544611831" sldId="353"/>
        </pc:sldMkLst>
      </pc:sldChg>
      <pc:sldChg chg="addSp delSp modSp add del mod">
        <pc:chgData name="昕 许" userId="a2975fcd840abfc3" providerId="LiveId" clId="{49CCD4F9-177C-4270-9A14-60236FF377E8}" dt="2026-04-30T13:40:32.775" v="11433" actId="47"/>
        <pc:sldMkLst>
          <pc:docMk/>
          <pc:sldMk cId="636473752" sldId="354"/>
        </pc:sldMkLst>
      </pc:sldChg>
      <pc:sldChg chg="addSp delSp modSp add del mod">
        <pc:chgData name="昕 许" userId="a2975fcd840abfc3" providerId="LiveId" clId="{49CCD4F9-177C-4270-9A14-60236FF377E8}" dt="2026-05-01T03:37:53.906" v="12475" actId="208"/>
        <pc:sldMkLst>
          <pc:docMk/>
          <pc:sldMk cId="2754165984" sldId="355"/>
        </pc:sldMkLst>
        <pc:spChg chg="mod">
          <ac:chgData name="昕 许" userId="a2975fcd840abfc3" providerId="LiveId" clId="{49CCD4F9-177C-4270-9A14-60236FF377E8}" dt="2026-04-30T13:40:45.010" v="11440" actId="20577"/>
          <ac:spMkLst>
            <pc:docMk/>
            <pc:sldMk cId="2754165984" sldId="355"/>
            <ac:spMk id="3" creationId="{1B56F7DF-0F7E-DF52-24F2-D6FC331EEBA9}"/>
          </ac:spMkLst>
        </pc:spChg>
        <pc:spChg chg="mod">
          <ac:chgData name="昕 许" userId="a2975fcd840abfc3" providerId="LiveId" clId="{49CCD4F9-177C-4270-9A14-60236FF377E8}" dt="2026-04-30T13:40:47.910" v="11441" actId="1076"/>
          <ac:spMkLst>
            <pc:docMk/>
            <pc:sldMk cId="2754165984" sldId="355"/>
            <ac:spMk id="4" creationId="{9802C3D4-FB01-0C40-9DAE-06194CA52FBA}"/>
          </ac:spMkLst>
        </pc:spChg>
        <pc:spChg chg="mod">
          <ac:chgData name="昕 许" userId="a2975fcd840abfc3" providerId="LiveId" clId="{49CCD4F9-177C-4270-9A14-60236FF377E8}" dt="2026-04-30T13:40:49.294" v="11442"/>
          <ac:spMkLst>
            <pc:docMk/>
            <pc:sldMk cId="2754165984" sldId="355"/>
            <ac:spMk id="6" creationId="{E316BB9A-7EB4-946F-1ACD-E661A8D029F6}"/>
          </ac:spMkLst>
        </pc:spChg>
        <pc:spChg chg="mod">
          <ac:chgData name="昕 许" userId="a2975fcd840abfc3" providerId="LiveId" clId="{49CCD4F9-177C-4270-9A14-60236FF377E8}" dt="2026-04-30T13:40:53.591" v="11444" actId="20577"/>
          <ac:spMkLst>
            <pc:docMk/>
            <pc:sldMk cId="2754165984" sldId="355"/>
            <ac:spMk id="7" creationId="{2172E4A7-6C86-EE6B-1849-EDA0BF468A46}"/>
          </ac:spMkLst>
        </pc:spChg>
        <pc:spChg chg="mod">
          <ac:chgData name="昕 许" userId="a2975fcd840abfc3" providerId="LiveId" clId="{49CCD4F9-177C-4270-9A14-60236FF377E8}" dt="2026-04-30T13:40:55.585" v="11445"/>
          <ac:spMkLst>
            <pc:docMk/>
            <pc:sldMk cId="2754165984" sldId="355"/>
            <ac:spMk id="9" creationId="{DA06A3B9-726B-D3FA-C582-4409D363DC74}"/>
          </ac:spMkLst>
        </pc:spChg>
        <pc:spChg chg="mod">
          <ac:chgData name="昕 许" userId="a2975fcd840abfc3" providerId="LiveId" clId="{49CCD4F9-177C-4270-9A14-60236FF377E8}" dt="2026-04-30T13:41:05.776" v="11447" actId="20577"/>
          <ac:spMkLst>
            <pc:docMk/>
            <pc:sldMk cId="2754165984" sldId="355"/>
            <ac:spMk id="10" creationId="{DD0DF76D-CDD9-89B0-852E-C00DCD65BD92}"/>
          </ac:spMkLst>
        </pc:spChg>
        <pc:spChg chg="mod">
          <ac:chgData name="昕 许" userId="a2975fcd840abfc3" providerId="LiveId" clId="{49CCD4F9-177C-4270-9A14-60236FF377E8}" dt="2026-04-30T13:41:07.787" v="11448"/>
          <ac:spMkLst>
            <pc:docMk/>
            <pc:sldMk cId="2754165984" sldId="355"/>
            <ac:spMk id="12" creationId="{B73C7601-E900-417D-957E-A8619CDBDE33}"/>
          </ac:spMkLst>
        </pc:spChg>
        <pc:spChg chg="mod">
          <ac:chgData name="昕 许" userId="a2975fcd840abfc3" providerId="LiveId" clId="{49CCD4F9-177C-4270-9A14-60236FF377E8}" dt="2026-04-30T13:41:28.153" v="11453" actId="20577"/>
          <ac:spMkLst>
            <pc:docMk/>
            <pc:sldMk cId="2754165984" sldId="355"/>
            <ac:spMk id="13" creationId="{AABB2476-89D7-8C19-C105-8C5D2A0D2FAF}"/>
          </ac:spMkLst>
        </pc:spChg>
        <pc:spChg chg="mod">
          <ac:chgData name="昕 许" userId="a2975fcd840abfc3" providerId="LiveId" clId="{49CCD4F9-177C-4270-9A14-60236FF377E8}" dt="2026-04-30T13:41:07.787" v="11448"/>
          <ac:spMkLst>
            <pc:docMk/>
            <pc:sldMk cId="2754165984" sldId="355"/>
            <ac:spMk id="15" creationId="{13AA62E9-97E8-DFF3-7AF1-66BAAE29EABF}"/>
          </ac:spMkLst>
        </pc:spChg>
        <pc:spChg chg="mod">
          <ac:chgData name="昕 许" userId="a2975fcd840abfc3" providerId="LiveId" clId="{49CCD4F9-177C-4270-9A14-60236FF377E8}" dt="2026-04-30T13:41:31.755" v="11455" actId="20577"/>
          <ac:spMkLst>
            <pc:docMk/>
            <pc:sldMk cId="2754165984" sldId="355"/>
            <ac:spMk id="16" creationId="{79824349-E823-93D1-F5E7-058F4DFB4799}"/>
          </ac:spMkLst>
        </pc:spChg>
        <pc:spChg chg="mod">
          <ac:chgData name="昕 许" userId="a2975fcd840abfc3" providerId="LiveId" clId="{49CCD4F9-177C-4270-9A14-60236FF377E8}" dt="2026-04-30T13:41:07.787" v="11448"/>
          <ac:spMkLst>
            <pc:docMk/>
            <pc:sldMk cId="2754165984" sldId="355"/>
            <ac:spMk id="18" creationId="{B1190FE7-E6F9-5B10-797C-838AC4811CF2}"/>
          </ac:spMkLst>
        </pc:spChg>
        <pc:spChg chg="mod">
          <ac:chgData name="昕 许" userId="a2975fcd840abfc3" providerId="LiveId" clId="{49CCD4F9-177C-4270-9A14-60236FF377E8}" dt="2026-04-30T13:41:33.141" v="11456" actId="20577"/>
          <ac:spMkLst>
            <pc:docMk/>
            <pc:sldMk cId="2754165984" sldId="355"/>
            <ac:spMk id="19" creationId="{2C6F7160-5ACA-7AFF-6061-F2FBB1325C60}"/>
          </ac:spMkLst>
        </pc:spChg>
        <pc:spChg chg="mod">
          <ac:chgData name="昕 许" userId="a2975fcd840abfc3" providerId="LiveId" clId="{49CCD4F9-177C-4270-9A14-60236FF377E8}" dt="2026-04-30T13:41:15.095" v="11451"/>
          <ac:spMkLst>
            <pc:docMk/>
            <pc:sldMk cId="2754165984" sldId="355"/>
            <ac:spMk id="21" creationId="{4C6FD582-2725-CE00-C5E3-F71C25B8FBBC}"/>
          </ac:spMkLst>
        </pc:spChg>
        <pc:spChg chg="mod">
          <ac:chgData name="昕 许" userId="a2975fcd840abfc3" providerId="LiveId" clId="{49CCD4F9-177C-4270-9A14-60236FF377E8}" dt="2026-04-30T13:41:35.064" v="11457" actId="20577"/>
          <ac:spMkLst>
            <pc:docMk/>
            <pc:sldMk cId="2754165984" sldId="355"/>
            <ac:spMk id="22" creationId="{064B524D-5B1A-0FD7-3B5E-BC2A699E71B5}"/>
          </ac:spMkLst>
        </pc:spChg>
        <pc:spChg chg="mod">
          <ac:chgData name="昕 许" userId="a2975fcd840abfc3" providerId="LiveId" clId="{49CCD4F9-177C-4270-9A14-60236FF377E8}" dt="2026-04-30T13:41:15.095" v="11451"/>
          <ac:spMkLst>
            <pc:docMk/>
            <pc:sldMk cId="2754165984" sldId="355"/>
            <ac:spMk id="24" creationId="{48E6E97A-AAD0-58D7-1B11-672482D879A0}"/>
          </ac:spMkLst>
        </pc:spChg>
        <pc:spChg chg="mod">
          <ac:chgData name="昕 许" userId="a2975fcd840abfc3" providerId="LiveId" clId="{49CCD4F9-177C-4270-9A14-60236FF377E8}" dt="2026-04-30T13:41:36.861" v="11458" actId="20577"/>
          <ac:spMkLst>
            <pc:docMk/>
            <pc:sldMk cId="2754165984" sldId="355"/>
            <ac:spMk id="25" creationId="{4B2884B8-37AE-9C68-E8CD-FFC6255470B6}"/>
          </ac:spMkLst>
        </pc:spChg>
        <pc:spChg chg="mod">
          <ac:chgData name="昕 许" userId="a2975fcd840abfc3" providerId="LiveId" clId="{49CCD4F9-177C-4270-9A14-60236FF377E8}" dt="2026-04-30T13:41:15.095" v="11451"/>
          <ac:spMkLst>
            <pc:docMk/>
            <pc:sldMk cId="2754165984" sldId="355"/>
            <ac:spMk id="28" creationId="{426F1566-429E-36C8-02EE-62E8574BEB4D}"/>
          </ac:spMkLst>
        </pc:spChg>
        <pc:spChg chg="mod">
          <ac:chgData name="昕 许" userId="a2975fcd840abfc3" providerId="LiveId" clId="{49CCD4F9-177C-4270-9A14-60236FF377E8}" dt="2026-04-30T13:41:42.622" v="11459" actId="20577"/>
          <ac:spMkLst>
            <pc:docMk/>
            <pc:sldMk cId="2754165984" sldId="355"/>
            <ac:spMk id="29" creationId="{B0E10B39-2C4E-B51A-38FF-54B05AAC5792}"/>
          </ac:spMkLst>
        </pc:spChg>
        <pc:spChg chg="mod">
          <ac:chgData name="昕 许" userId="a2975fcd840abfc3" providerId="LiveId" clId="{49CCD4F9-177C-4270-9A14-60236FF377E8}" dt="2026-04-30T13:41:15.095" v="11451"/>
          <ac:spMkLst>
            <pc:docMk/>
            <pc:sldMk cId="2754165984" sldId="355"/>
            <ac:spMk id="31" creationId="{C64FFD55-9486-2A09-24C7-DDF9E1C0E1DF}"/>
          </ac:spMkLst>
        </pc:spChg>
        <pc:spChg chg="mod">
          <ac:chgData name="昕 许" userId="a2975fcd840abfc3" providerId="LiveId" clId="{49CCD4F9-177C-4270-9A14-60236FF377E8}" dt="2026-04-30T13:41:43.682" v="11460" actId="20577"/>
          <ac:spMkLst>
            <pc:docMk/>
            <pc:sldMk cId="2754165984" sldId="355"/>
            <ac:spMk id="33" creationId="{520397D1-31CF-3E07-2107-43917FAA105F}"/>
          </ac:spMkLst>
        </pc:spChg>
        <pc:spChg chg="add mod">
          <ac:chgData name="昕 许" userId="a2975fcd840abfc3" providerId="LiveId" clId="{49CCD4F9-177C-4270-9A14-60236FF377E8}" dt="2026-04-30T13:50:12.035" v="11489" actId="1076"/>
          <ac:spMkLst>
            <pc:docMk/>
            <pc:sldMk cId="2754165984" sldId="355"/>
            <ac:spMk id="34" creationId="{3728DD4C-19D9-53DB-B497-5C17CB73166B}"/>
          </ac:spMkLst>
        </pc:spChg>
        <pc:spChg chg="add mod">
          <ac:chgData name="昕 许" userId="a2975fcd840abfc3" providerId="LiveId" clId="{49CCD4F9-177C-4270-9A14-60236FF377E8}" dt="2026-05-01T03:37:53.906" v="12475" actId="208"/>
          <ac:spMkLst>
            <pc:docMk/>
            <pc:sldMk cId="2754165984" sldId="355"/>
            <ac:spMk id="35" creationId="{45B5D353-22B8-44E9-2AF9-6A88FB55DDEC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55" creationId="{F631447A-3249-DB15-B20C-F2DDBA323388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59" creationId="{A85E4720-C833-1B34-F706-7E38671CE079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60" creationId="{BD93C1BE-7AB2-73A4-8605-0D9B8EE069F6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68" creationId="{45FC71FF-1DF5-1F90-1062-BAB1100EB76F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71" creationId="{F44A2D36-3E06-3721-F62F-19E15ACD0631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76" creationId="{663228F5-3748-9EE8-0D30-B22E58945136}"/>
          </ac:spMkLst>
        </pc:spChg>
        <pc:spChg chg="mod">
          <ac:chgData name="昕 许" userId="a2975fcd840abfc3" providerId="LiveId" clId="{49CCD4F9-177C-4270-9A14-60236FF377E8}" dt="2026-04-30T13:53:04.693" v="11541" actId="165"/>
          <ac:spMkLst>
            <pc:docMk/>
            <pc:sldMk cId="2754165984" sldId="355"/>
            <ac:spMk id="79" creationId="{C915A69F-F6E3-73CB-ED8C-8200BF554F34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80" creationId="{00419979-90E4-456C-DAF4-04DEC092DFD1}"/>
          </ac:spMkLst>
        </pc:spChg>
        <pc:spChg chg="mod">
          <ac:chgData name="昕 许" userId="a2975fcd840abfc3" providerId="LiveId" clId="{49CCD4F9-177C-4270-9A14-60236FF377E8}" dt="2026-04-30T13:53:04.693" v="11541" actId="165"/>
          <ac:spMkLst>
            <pc:docMk/>
            <pc:sldMk cId="2754165984" sldId="355"/>
            <ac:spMk id="82" creationId="{B2C3C363-F476-2A9E-0499-09E2A154DAB7}"/>
          </ac:spMkLst>
        </pc:spChg>
        <pc:spChg chg="mod">
          <ac:chgData name="昕 许" userId="a2975fcd840abfc3" providerId="LiveId" clId="{49CCD4F9-177C-4270-9A14-60236FF377E8}" dt="2026-04-30T13:49:13.064" v="11486"/>
          <ac:spMkLst>
            <pc:docMk/>
            <pc:sldMk cId="2754165984" sldId="355"/>
            <ac:spMk id="83" creationId="{C2949CB9-4FBC-0486-F449-2CB842D5EC1E}"/>
          </ac:spMkLst>
        </pc:spChg>
        <pc:spChg chg="del mod">
          <ac:chgData name="昕 许" userId="a2975fcd840abfc3" providerId="LiveId" clId="{49CCD4F9-177C-4270-9A14-60236FF377E8}" dt="2026-04-30T13:50:16.235" v="11491" actId="478"/>
          <ac:spMkLst>
            <pc:docMk/>
            <pc:sldMk cId="2754165984" sldId="355"/>
            <ac:spMk id="87" creationId="{79DEE472-61C3-5D45-87EB-27AF7D729AF9}"/>
          </ac:spMkLst>
        </pc:spChg>
        <pc:spChg chg="del mod topLvl">
          <ac:chgData name="昕 许" userId="a2975fcd840abfc3" providerId="LiveId" clId="{49CCD4F9-177C-4270-9A14-60236FF377E8}" dt="2026-04-30T13:57:43.849" v="11564" actId="478"/>
          <ac:spMkLst>
            <pc:docMk/>
            <pc:sldMk cId="2754165984" sldId="355"/>
            <ac:spMk id="88" creationId="{4DBE1465-08D2-021B-C511-D3D8572F5F21}"/>
          </ac:spMkLst>
        </pc:spChg>
        <pc:spChg chg="del mod">
          <ac:chgData name="昕 许" userId="a2975fcd840abfc3" providerId="LiveId" clId="{49CCD4F9-177C-4270-9A14-60236FF377E8}" dt="2026-04-30T13:54:07.825" v="11561" actId="478"/>
          <ac:spMkLst>
            <pc:docMk/>
            <pc:sldMk cId="2754165984" sldId="355"/>
            <ac:spMk id="105" creationId="{CB98273B-5F79-7DF0-F0D5-D3E35152D481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06" creationId="{28A3470C-D7E9-9D18-E1E3-9A3D8AA4D099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07" creationId="{D98DF7D5-45B6-C97B-6E34-7255438F2BA6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08" creationId="{9EFC4F85-D383-7A3A-1FA2-0D1EF322F551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11" creationId="{37194877-2FEC-8F61-1B5B-2195EB1C86A3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113" creationId="{23346724-2CD6-9615-958A-1AB35952E371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15" creationId="{B26137AC-F002-2EC2-EF67-FA5A8243A482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16" creationId="{9F12CCE2-B5F6-F872-21B5-DD789077E536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17" creationId="{43E0B268-937D-2B3D-963E-655279488A0F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21" creationId="{4C2D8E3C-46CB-141D-70B0-3630E22B3269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22" creationId="{CD970C89-A448-85B4-5CF9-886F7AA3666A}"/>
          </ac:spMkLst>
        </pc:spChg>
        <pc:spChg chg="mod">
          <ac:chgData name="昕 许" userId="a2975fcd840abfc3" providerId="LiveId" clId="{49CCD4F9-177C-4270-9A14-60236FF377E8}" dt="2026-04-30T13:53:10.794" v="11545" actId="165"/>
          <ac:spMkLst>
            <pc:docMk/>
            <pc:sldMk cId="2754165984" sldId="355"/>
            <ac:spMk id="124" creationId="{312D509C-542E-E9B2-906D-10E776AFFBE3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44" creationId="{CF5F538D-A448-467F-FBFD-4B9205F0CA41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46" creationId="{B6431D92-863D-A06E-51A8-4D00AC19CBAD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47" creationId="{E449B4CA-B271-9C0C-4758-EC7C6A294F4D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50" creationId="{8395B653-9851-5C3B-5129-A08614970A1E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53" creationId="{72811B9D-3F13-5335-930D-25E17128E4C8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54" creationId="{E5C035AF-B5DD-803B-70A6-BD9AE7553953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57" creationId="{CFE1E261-331E-844C-1BD3-029903E803CE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58" creationId="{BFB680B7-39A9-B037-38DC-B482AC7884DB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60" creationId="{AD334EC3-7089-0BDE-A507-84BA36DB3875}"/>
          </ac:spMkLst>
        </pc:spChg>
        <pc:spChg chg="mod">
          <ac:chgData name="昕 许" userId="a2975fcd840abfc3" providerId="LiveId" clId="{49CCD4F9-177C-4270-9A14-60236FF377E8}" dt="2026-04-30T13:51:27.342" v="11513"/>
          <ac:spMkLst>
            <pc:docMk/>
            <pc:sldMk cId="2754165984" sldId="355"/>
            <ac:spMk id="161" creationId="{3E20FDB1-D041-1C83-8C0C-1EF8E572CDD0}"/>
          </ac:spMkLst>
        </pc:spChg>
        <pc:spChg chg="del mod">
          <ac:chgData name="昕 许" userId="a2975fcd840abfc3" providerId="LiveId" clId="{49CCD4F9-177C-4270-9A14-60236FF377E8}" dt="2026-04-30T13:54:07.825" v="11561" actId="478"/>
          <ac:spMkLst>
            <pc:docMk/>
            <pc:sldMk cId="2754165984" sldId="355"/>
            <ac:spMk id="182" creationId="{457EF38B-EEDF-D20D-F1F2-3F775A21BDA7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83" creationId="{F6213B28-80E5-0513-E876-4CB61E025A79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185" creationId="{C3A85D94-1F68-702E-4FF2-9DD748F2A37A}"/>
          </ac:spMkLst>
        </pc:spChg>
        <pc:spChg chg="mod">
          <ac:chgData name="昕 许" userId="a2975fcd840abfc3" providerId="LiveId" clId="{49CCD4F9-177C-4270-9A14-60236FF377E8}" dt="2026-04-30T13:53:04.693" v="11541" actId="165"/>
          <ac:spMkLst>
            <pc:docMk/>
            <pc:sldMk cId="2754165984" sldId="355"/>
            <ac:spMk id="186" creationId="{D26F2008-754C-B501-AB8A-D98673045670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87" creationId="{93E96CAF-14CC-F0B0-8DC9-7C124F6FB66E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88" creationId="{5CD95E92-8B33-EC91-8EEE-5F30D0B1DDB1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90" creationId="{239D0834-E836-DCC0-D42B-EA6EDF48AA18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91" creationId="{1247114F-9219-ED41-461E-D2B7DBE97DA0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92" creationId="{A08581A9-26CD-B608-7180-1EC008EEEB55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93" creationId="{76E51FDB-240A-7481-E91B-3F81AAA4747D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194" creationId="{0ABD2EBB-6CD1-E581-48D3-0AA1E72C18A4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200" creationId="{06E969A1-132F-4179-BDFD-8DDA5255CE3F}"/>
          </ac:spMkLst>
        </pc:spChg>
        <pc:spChg chg="mod">
          <ac:chgData name="昕 许" userId="a2975fcd840abfc3" providerId="LiveId" clId="{49CCD4F9-177C-4270-9A14-60236FF377E8}" dt="2026-04-30T13:53:09.722" v="11544" actId="165"/>
          <ac:spMkLst>
            <pc:docMk/>
            <pc:sldMk cId="2754165984" sldId="355"/>
            <ac:spMk id="201" creationId="{3A6E5636-6433-0FF1-55BA-DF6D1C9C14DF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202" creationId="{45BB1EA8-FE2E-F385-89A1-A221707D1F46}"/>
          </ac:spMkLst>
        </pc:spChg>
        <pc:spChg chg="add mod">
          <ac:chgData name="昕 许" userId="a2975fcd840abfc3" providerId="LiveId" clId="{49CCD4F9-177C-4270-9A14-60236FF377E8}" dt="2026-04-30T13:51:58.239" v="11525"/>
          <ac:spMkLst>
            <pc:docMk/>
            <pc:sldMk cId="2754165984" sldId="355"/>
            <ac:spMk id="207" creationId="{B3450948-8AD1-A5C3-B465-AB5E4020A472}"/>
          </ac:spMkLst>
        </pc:spChg>
        <pc:spChg chg="del mod topLvl">
          <ac:chgData name="昕 许" userId="a2975fcd840abfc3" providerId="LiveId" clId="{49CCD4F9-177C-4270-9A14-60236FF377E8}" dt="2026-04-30T13:54:07.825" v="11561" actId="478"/>
          <ac:spMkLst>
            <pc:docMk/>
            <pc:sldMk cId="2754165984" sldId="355"/>
            <ac:spMk id="223" creationId="{3D269F27-9F22-7373-2324-165B784A4CF1}"/>
          </ac:spMkLst>
        </pc:spChg>
        <pc:spChg chg="del">
          <ac:chgData name="昕 许" userId="a2975fcd840abfc3" providerId="LiveId" clId="{49CCD4F9-177C-4270-9A14-60236FF377E8}" dt="2026-04-30T13:52:58.200" v="11538" actId="478"/>
          <ac:spMkLst>
            <pc:docMk/>
            <pc:sldMk cId="2754165984" sldId="355"/>
            <ac:spMk id="224" creationId="{01A491F5-95D5-8099-D701-73DA463AD8BF}"/>
          </ac:spMkLst>
        </pc:spChg>
        <pc:spChg chg="del">
          <ac:chgData name="昕 许" userId="a2975fcd840abfc3" providerId="LiveId" clId="{49CCD4F9-177C-4270-9A14-60236FF377E8}" dt="2026-04-30T13:52:59.861" v="11539" actId="478"/>
          <ac:spMkLst>
            <pc:docMk/>
            <pc:sldMk cId="2754165984" sldId="355"/>
            <ac:spMk id="225" creationId="{5D4FD0E2-7440-AB7B-E1A2-D0DC1D0D87A5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26" creationId="{E0856E23-0775-BBEC-EA75-1EAD8F41414C}"/>
          </ac:spMkLst>
        </pc:spChg>
        <pc:spChg chg="mod">
          <ac:chgData name="昕 许" userId="a2975fcd840abfc3" providerId="LiveId" clId="{49CCD4F9-177C-4270-9A14-60236FF377E8}" dt="2026-04-30T13:52:09.113" v="11528"/>
          <ac:spMkLst>
            <pc:docMk/>
            <pc:sldMk cId="2754165984" sldId="355"/>
            <ac:spMk id="227" creationId="{76C2A822-8A08-5C0D-72EC-33CFF3831C88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28" creationId="{B19707DA-B5DD-25ED-0CDC-40145BEB2A49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229" creationId="{702A3E72-F9A1-F3FA-53BD-F934C930F6D8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31" creationId="{2992CBA6-6E18-A09A-03A2-CCB5917315A5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233" creationId="{FC418BFF-E0CF-6EB5-F3AF-DBB0988427BF}"/>
          </ac:spMkLst>
        </pc:spChg>
        <pc:spChg chg="mod">
          <ac:chgData name="昕 许" userId="a2975fcd840abfc3" providerId="LiveId" clId="{49CCD4F9-177C-4270-9A14-60236FF377E8}" dt="2026-04-30T13:53:06" v="11542" actId="165"/>
          <ac:spMkLst>
            <pc:docMk/>
            <pc:sldMk cId="2754165984" sldId="355"/>
            <ac:spMk id="234" creationId="{8B3AC5FB-81C3-54AD-63D6-E3DF112A0746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35" creationId="{8A194A96-E30A-F1BA-9DE2-BC75C9FEA258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36" creationId="{8B53304D-2D0B-7832-8D95-8A520F1D6A35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37" creationId="{E73CB123-CAD9-AA3C-B6F6-E3A868B0F4B9}"/>
          </ac:spMkLst>
        </pc:spChg>
        <pc:spChg chg="mod">
          <ac:chgData name="昕 许" userId="a2975fcd840abfc3" providerId="LiveId" clId="{49CCD4F9-177C-4270-9A14-60236FF377E8}" dt="2026-04-30T13:52:09.113" v="11528"/>
          <ac:spMkLst>
            <pc:docMk/>
            <pc:sldMk cId="2754165984" sldId="355"/>
            <ac:spMk id="238" creationId="{C67BE961-6CCE-8D2F-0D9C-BE35261F97FC}"/>
          </ac:spMkLst>
        </pc:spChg>
        <pc:spChg chg="mod">
          <ac:chgData name="昕 许" userId="a2975fcd840abfc3" providerId="LiveId" clId="{49CCD4F9-177C-4270-9A14-60236FF377E8}" dt="2026-04-30T13:52:09.113" v="11528"/>
          <ac:spMkLst>
            <pc:docMk/>
            <pc:sldMk cId="2754165984" sldId="355"/>
            <ac:spMk id="239" creationId="{84595D96-2C26-5050-B32E-97F6E29DA119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40" creationId="{D3DD917F-D7DF-C3C0-A5C5-6905A6577C76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41" creationId="{F577B201-9E9A-DDFA-A4E8-95AD650CBCD8}"/>
          </ac:spMkLst>
        </pc:spChg>
        <pc:spChg chg="mod">
          <ac:chgData name="昕 许" userId="a2975fcd840abfc3" providerId="LiveId" clId="{49CCD4F9-177C-4270-9A14-60236FF377E8}" dt="2026-04-30T13:53:07.667" v="11543" actId="165"/>
          <ac:spMkLst>
            <pc:docMk/>
            <pc:sldMk cId="2754165984" sldId="355"/>
            <ac:spMk id="242" creationId="{A7DD0C0F-93F5-5596-61A8-84415DBEAD25}"/>
          </ac:spMkLst>
        </pc:spChg>
        <pc:spChg chg="mod">
          <ac:chgData name="昕 许" userId="a2975fcd840abfc3" providerId="LiveId" clId="{49CCD4F9-177C-4270-9A14-60236FF377E8}" dt="2026-04-30T13:52:09.113" v="11528"/>
          <ac:spMkLst>
            <pc:docMk/>
            <pc:sldMk cId="2754165984" sldId="355"/>
            <ac:spMk id="243" creationId="{E76E7E49-17EE-6378-90FF-B591C8D01905}"/>
          </ac:spMkLst>
        </pc:spChg>
        <pc:spChg chg="add del mod">
          <ac:chgData name="昕 许" userId="a2975fcd840abfc3" providerId="LiveId" clId="{49CCD4F9-177C-4270-9A14-60236FF377E8}" dt="2026-04-30T13:54:07.825" v="11561" actId="478"/>
          <ac:spMkLst>
            <pc:docMk/>
            <pc:sldMk cId="2754165984" sldId="355"/>
            <ac:spMk id="249" creationId="{B0C8FB10-8281-B7B9-99CF-58F0A1A1CA8C}"/>
          </ac:spMkLst>
        </pc:spChg>
        <pc:grpChg chg="add mod">
          <ac:chgData name="昕 许" userId="a2975fcd840abfc3" providerId="LiveId" clId="{49CCD4F9-177C-4270-9A14-60236FF377E8}" dt="2026-04-30T13:50:12.035" v="11489" actId="1076"/>
          <ac:grpSpMkLst>
            <pc:docMk/>
            <pc:sldMk cId="2754165984" sldId="355"/>
            <ac:grpSpMk id="2" creationId="{07089A6B-1623-9563-A288-1D34D325D8D1}"/>
          </ac:grpSpMkLst>
        </pc:grpChg>
        <pc:grpChg chg="add mod">
          <ac:chgData name="昕 许" userId="a2975fcd840abfc3" providerId="LiveId" clId="{49CCD4F9-177C-4270-9A14-60236FF377E8}" dt="2026-04-30T13:49:10.433" v="11485" actId="1076"/>
          <ac:grpSpMkLst>
            <pc:docMk/>
            <pc:sldMk cId="2754165984" sldId="355"/>
            <ac:grpSpMk id="5" creationId="{FE3D0EB6-F046-E791-B267-CD380EC2FE44}"/>
          </ac:grpSpMkLst>
        </pc:grpChg>
        <pc:grpChg chg="add mod">
          <ac:chgData name="昕 许" userId="a2975fcd840abfc3" providerId="LiveId" clId="{49CCD4F9-177C-4270-9A14-60236FF377E8}" dt="2026-04-30T13:50:12.035" v="11489" actId="1076"/>
          <ac:grpSpMkLst>
            <pc:docMk/>
            <pc:sldMk cId="2754165984" sldId="355"/>
            <ac:grpSpMk id="8" creationId="{1AFF2A5A-70E1-28FC-02F4-17472476BD18}"/>
          </ac:grpSpMkLst>
        </pc:grpChg>
        <pc:grpChg chg="add mod">
          <ac:chgData name="昕 许" userId="a2975fcd840abfc3" providerId="LiveId" clId="{49CCD4F9-177C-4270-9A14-60236FF377E8}" dt="2026-04-30T13:50:12.035" v="11489" actId="1076"/>
          <ac:grpSpMkLst>
            <pc:docMk/>
            <pc:sldMk cId="2754165984" sldId="355"/>
            <ac:grpSpMk id="11" creationId="{21770C21-63A7-6234-DC61-C0057F52F1E5}"/>
          </ac:grpSpMkLst>
        </pc:grpChg>
        <pc:grpChg chg="add mod">
          <ac:chgData name="昕 许" userId="a2975fcd840abfc3" providerId="LiveId" clId="{49CCD4F9-177C-4270-9A14-60236FF377E8}" dt="2026-04-30T13:50:12.035" v="11489" actId="1076"/>
          <ac:grpSpMkLst>
            <pc:docMk/>
            <pc:sldMk cId="2754165984" sldId="355"/>
            <ac:grpSpMk id="14" creationId="{5A4376B6-2A45-EF38-9D58-DDD3C0BA0C60}"/>
          </ac:grpSpMkLst>
        </pc:grpChg>
        <pc:grpChg chg="add mod">
          <ac:chgData name="昕 许" userId="a2975fcd840abfc3" providerId="LiveId" clId="{49CCD4F9-177C-4270-9A14-60236FF377E8}" dt="2026-04-30T13:49:10.433" v="11485" actId="1076"/>
          <ac:grpSpMkLst>
            <pc:docMk/>
            <pc:sldMk cId="2754165984" sldId="355"/>
            <ac:grpSpMk id="17" creationId="{5E436DD2-5F58-D2D9-C656-B8F43F87CE64}"/>
          </ac:grpSpMkLst>
        </pc:grpChg>
        <pc:grpChg chg="add mod">
          <ac:chgData name="昕 许" userId="a2975fcd840abfc3" providerId="LiveId" clId="{49CCD4F9-177C-4270-9A14-60236FF377E8}" dt="2026-04-30T13:49:10.433" v="11485" actId="1076"/>
          <ac:grpSpMkLst>
            <pc:docMk/>
            <pc:sldMk cId="2754165984" sldId="355"/>
            <ac:grpSpMk id="20" creationId="{B00D4459-4AD7-0DB8-596C-A40E9EE4E5DB}"/>
          </ac:grpSpMkLst>
        </pc:grpChg>
        <pc:grpChg chg="add mod">
          <ac:chgData name="昕 许" userId="a2975fcd840abfc3" providerId="LiveId" clId="{49CCD4F9-177C-4270-9A14-60236FF377E8}" dt="2026-04-30T13:49:10.433" v="11485" actId="1076"/>
          <ac:grpSpMkLst>
            <pc:docMk/>
            <pc:sldMk cId="2754165984" sldId="355"/>
            <ac:grpSpMk id="23" creationId="{0BF36C14-6702-09DA-2B60-C8900ABEDA69}"/>
          </ac:grpSpMkLst>
        </pc:grpChg>
        <pc:grpChg chg="del mod">
          <ac:chgData name="昕 许" userId="a2975fcd840abfc3" providerId="LiveId" clId="{49CCD4F9-177C-4270-9A14-60236FF377E8}" dt="2026-04-30T13:53:22.592" v="11548" actId="478"/>
          <ac:grpSpMkLst>
            <pc:docMk/>
            <pc:sldMk cId="2754165984" sldId="355"/>
            <ac:grpSpMk id="26" creationId="{D0EFD2CA-E65B-9B8F-B289-AA998D1B75B4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27" creationId="{1018EA1A-C149-1302-2AA7-E186A2B70088}"/>
          </ac:grpSpMkLst>
        </pc:grpChg>
        <pc:grpChg chg="del mod">
          <ac:chgData name="昕 许" userId="a2975fcd840abfc3" providerId="LiveId" clId="{49CCD4F9-177C-4270-9A14-60236FF377E8}" dt="2026-04-30T13:53:22.592" v="11548" actId="478"/>
          <ac:grpSpMkLst>
            <pc:docMk/>
            <pc:sldMk cId="2754165984" sldId="355"/>
            <ac:grpSpMk id="30" creationId="{4EDB7CFD-C76D-BB3C-6C0B-59CF89D2C38E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39" creationId="{3F2F0CC9-A847-EC42-4A99-5F4E490BC7F7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42" creationId="{F7381462-623D-1E22-B4C6-1B43A3309E39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45" creationId="{F9DFFC64-1E4C-6AEC-3C2D-6F97BD3ED415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48" creationId="{C9148A6D-2A20-3FAA-70D2-EBE38BFB27B2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50" creationId="{16CA6A03-0E39-0D94-1D46-44F1FC7B03C2}"/>
          </ac:grpSpMkLst>
        </pc:grpChg>
        <pc:grpChg chg="del">
          <ac:chgData name="昕 许" userId="a2975fcd840abfc3" providerId="LiveId" clId="{49CCD4F9-177C-4270-9A14-60236FF377E8}" dt="2026-04-30T13:40:37.217" v="11437" actId="478"/>
          <ac:grpSpMkLst>
            <pc:docMk/>
            <pc:sldMk cId="2754165984" sldId="355"/>
            <ac:grpSpMk id="51" creationId="{DCAB6FF8-8D2F-A2EB-54C4-9C0D1E036189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56" creationId="{40773C6D-B299-871A-85CA-F366025F21F3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61" creationId="{E20C4D37-34AB-E6A3-1D8B-B64F6E7AA81C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66" creationId="{ABDA2C9E-6996-DDBA-4638-5F74A3B771F8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69" creationId="{6CF57D8F-31F7-A3A4-D872-AF1B0791BD62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72" creationId="{FD9F21F3-9D3C-7D67-8E20-2BDB50B06E5A}"/>
          </ac:grpSpMkLst>
        </pc:grpChg>
        <pc:grpChg chg="del mod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75" creationId="{E063D396-BA9E-39B5-839D-AE3E74CE754E}"/>
          </ac:grpSpMkLst>
        </pc:grpChg>
        <pc:grpChg chg="del">
          <ac:chgData name="昕 许" userId="a2975fcd840abfc3" providerId="LiveId" clId="{49CCD4F9-177C-4270-9A14-60236FF377E8}" dt="2026-04-30T13:57:43.849" v="11564" actId="478"/>
          <ac:grpSpMkLst>
            <pc:docMk/>
            <pc:sldMk cId="2754165984" sldId="355"/>
            <ac:grpSpMk id="78" creationId="{80153A1E-0B32-7A20-5EBA-10416A0CD7EA}"/>
          </ac:grpSpMkLst>
        </pc:grpChg>
        <pc:grpChg chg="del mod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81" creationId="{EF123942-8557-8932-D409-B5220FA9253D}"/>
          </ac:grpSpMkLst>
        </pc:grpChg>
        <pc:grpChg chg="del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84" creationId="{E0272869-FF99-1583-712E-B1D375B89667}"/>
          </ac:grpSpMkLst>
        </pc:grpChg>
        <pc:grpChg chg="add mod">
          <ac:chgData name="昕 许" userId="a2975fcd840abfc3" providerId="LiveId" clId="{49CCD4F9-177C-4270-9A14-60236FF377E8}" dt="2026-04-30T13:53:03.504" v="11540" actId="164"/>
          <ac:grpSpMkLst>
            <pc:docMk/>
            <pc:sldMk cId="2754165984" sldId="355"/>
            <ac:grpSpMk id="89" creationId="{DA419D26-B9B3-076B-3862-B110DA9CD2B6}"/>
          </ac:grpSpMkLst>
        </pc:grpChg>
        <pc:grpChg chg="mod">
          <ac:chgData name="昕 许" userId="a2975fcd840abfc3" providerId="LiveId" clId="{49CCD4F9-177C-4270-9A14-60236FF377E8}" dt="2026-04-30T13:51:35.688" v="11518" actId="164"/>
          <ac:grpSpMkLst>
            <pc:docMk/>
            <pc:sldMk cId="2754165984" sldId="355"/>
            <ac:grpSpMk id="94" creationId="{F6072854-97D5-837C-47FE-836620B12B3E}"/>
          </ac:grpSpMkLst>
        </pc:grpChg>
        <pc:grpChg chg="del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103" creationId="{E2B7422E-C355-3392-6B2A-6F34A4A6294E}"/>
          </ac:grpSpMkLst>
        </pc:grpChg>
        <pc:grpChg chg="del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104" creationId="{907D9C32-2CC9-AEB2-DDA4-5063D57C1415}"/>
          </ac:grpSpMkLst>
        </pc:grpChg>
        <pc:grpChg chg="mod">
          <ac:chgData name="昕 许" userId="a2975fcd840abfc3" providerId="LiveId" clId="{49CCD4F9-177C-4270-9A14-60236FF377E8}" dt="2026-04-30T13:51:33.609" v="11517" actId="1076"/>
          <ac:grpSpMkLst>
            <pc:docMk/>
            <pc:sldMk cId="2754165984" sldId="355"/>
            <ac:grpSpMk id="133" creationId="{430D6C7C-5C8D-E519-B6D3-28A475647839}"/>
          </ac:grpSpMkLst>
        </pc:grpChg>
        <pc:grpChg chg="add mod">
          <ac:chgData name="昕 许" userId="a2975fcd840abfc3" providerId="LiveId" clId="{49CCD4F9-177C-4270-9A14-60236FF377E8}" dt="2026-04-30T13:53:03.504" v="11540" actId="164"/>
          <ac:grpSpMkLst>
            <pc:docMk/>
            <pc:sldMk cId="2754165984" sldId="355"/>
            <ac:grpSpMk id="167" creationId="{8BAB8CCB-DEA5-D2E6-5111-B7CCC45D41CB}"/>
          </ac:grpSpMkLst>
        </pc:grpChg>
        <pc:grpChg chg="mod">
          <ac:chgData name="昕 许" userId="a2975fcd840abfc3" providerId="LiveId" clId="{49CCD4F9-177C-4270-9A14-60236FF377E8}" dt="2026-04-30T13:53:03.504" v="11540" actId="164"/>
          <ac:grpSpMkLst>
            <pc:docMk/>
            <pc:sldMk cId="2754165984" sldId="355"/>
            <ac:grpSpMk id="168" creationId="{CF518E8B-757C-6AD1-32C8-FADDDE415FC4}"/>
          </ac:grpSpMkLst>
        </pc:grpChg>
        <pc:grpChg chg="del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180" creationId="{F61434C6-822E-C709-2677-ED3AD7ACB6B7}"/>
          </ac:grpSpMkLst>
        </pc:grpChg>
        <pc:grpChg chg="del">
          <ac:chgData name="昕 许" userId="a2975fcd840abfc3" providerId="LiveId" clId="{49CCD4F9-177C-4270-9A14-60236FF377E8}" dt="2026-04-30T13:53:19.918" v="11546" actId="478"/>
          <ac:grpSpMkLst>
            <pc:docMk/>
            <pc:sldMk cId="2754165984" sldId="355"/>
            <ac:grpSpMk id="181" creationId="{19898A25-5448-E65D-C4E7-533C7F355BF3}"/>
          </ac:grpSpMkLst>
        </pc:grpChg>
        <pc:grpChg chg="mod">
          <ac:chgData name="昕 许" userId="a2975fcd840abfc3" providerId="LiveId" clId="{49CCD4F9-177C-4270-9A14-60236FF377E8}" dt="2026-04-30T13:53:03.504" v="11540" actId="164"/>
          <ac:grpSpMkLst>
            <pc:docMk/>
            <pc:sldMk cId="2754165984" sldId="355"/>
            <ac:grpSpMk id="209" creationId="{04D738C7-F672-7AD3-B1E4-AE189C76797F}"/>
          </ac:grpSpMkLst>
        </pc:grpChg>
        <pc:grpChg chg="del">
          <ac:chgData name="昕 许" userId="a2975fcd840abfc3" providerId="LiveId" clId="{49CCD4F9-177C-4270-9A14-60236FF377E8}" dt="2026-04-30T13:53:21.368" v="11547" actId="478"/>
          <ac:grpSpMkLst>
            <pc:docMk/>
            <pc:sldMk cId="2754165984" sldId="355"/>
            <ac:grpSpMk id="221" creationId="{2AD25E6F-F5FC-71B0-F506-6883F47FE1CA}"/>
          </ac:grpSpMkLst>
        </pc:grpChg>
        <pc:grpChg chg="del">
          <ac:chgData name="昕 许" userId="a2975fcd840abfc3" providerId="LiveId" clId="{49CCD4F9-177C-4270-9A14-60236FF377E8}" dt="2026-04-30T13:52:58.200" v="11538" actId="478"/>
          <ac:grpSpMkLst>
            <pc:docMk/>
            <pc:sldMk cId="2754165984" sldId="355"/>
            <ac:grpSpMk id="222" creationId="{DF510121-1A9B-4DBE-8A22-16033816971E}"/>
          </ac:grpSpMkLst>
        </pc:grpChg>
        <pc:grpChg chg="add mod">
          <ac:chgData name="昕 许" userId="a2975fcd840abfc3" providerId="LiveId" clId="{49CCD4F9-177C-4270-9A14-60236FF377E8}" dt="2026-04-30T13:53:03.504" v="11540" actId="164"/>
          <ac:grpSpMkLst>
            <pc:docMk/>
            <pc:sldMk cId="2754165984" sldId="355"/>
            <ac:grpSpMk id="246" creationId="{80A72520-90C5-744F-7152-2D0F82B6F645}"/>
          </ac:grpSpMkLst>
        </pc:grpChg>
        <pc:picChg chg="add del mod">
          <ac:chgData name="昕 许" userId="a2975fcd840abfc3" providerId="LiveId" clId="{49CCD4F9-177C-4270-9A14-60236FF377E8}" dt="2026-04-30T13:57:43.849" v="11564" actId="478"/>
          <ac:picMkLst>
            <pc:docMk/>
            <pc:sldMk cId="2754165984" sldId="355"/>
            <ac:picMk id="93" creationId="{1557C308-C9B5-50C2-7219-75770C70E966}"/>
          </ac:picMkLst>
        </pc:picChg>
        <pc:picChg chg="del mod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126" creationId="{6939E7BE-7EE2-26C6-0DDF-FD06BBE1459D}"/>
          </ac:picMkLst>
        </pc:picChg>
        <pc:picChg chg="add del mod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132" creationId="{C2C7C7D8-4BF6-638D-619F-D8206CE0D884}"/>
          </ac:picMkLst>
        </pc:picChg>
        <pc:picChg chg="del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170" creationId="{BE7E6129-AEE8-949E-46C0-1DE847EF49BB}"/>
          </ac:picMkLst>
        </pc:picChg>
        <pc:picChg chg="del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171" creationId="{3DE019CE-B64A-AC40-86A8-5E41BC520D2D}"/>
          </ac:picMkLst>
        </pc:picChg>
        <pc:picChg chg="add del mod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208" creationId="{D0561597-A559-63B9-EF82-CE56E0AB45A0}"/>
          </ac:picMkLst>
        </pc:picChg>
        <pc:picChg chg="del">
          <ac:chgData name="昕 许" userId="a2975fcd840abfc3" providerId="LiveId" clId="{49CCD4F9-177C-4270-9A14-60236FF377E8}" dt="2026-04-30T13:54:07.825" v="11561" actId="478"/>
          <ac:picMkLst>
            <pc:docMk/>
            <pc:sldMk cId="2754165984" sldId="355"/>
            <ac:picMk id="212" creationId="{3DB02549-2F92-1F62-9D3F-BE4D6ABB2ECF}"/>
          </ac:picMkLst>
        </pc:picChg>
        <pc:picChg chg="mod">
          <ac:chgData name="昕 许" userId="a2975fcd840abfc3" providerId="LiveId" clId="{49CCD4F9-177C-4270-9A14-60236FF377E8}" dt="2026-04-30T13:53:03.504" v="11540" actId="164"/>
          <ac:picMkLst>
            <pc:docMk/>
            <pc:sldMk cId="2754165984" sldId="355"/>
            <ac:picMk id="244" creationId="{94F117C9-0287-18B2-8AC5-B9A2CA9C0C5D}"/>
          </ac:picMkLst>
        </pc:picChg>
        <pc:picChg chg="add mod">
          <ac:chgData name="昕 许" userId="a2975fcd840abfc3" providerId="LiveId" clId="{49CCD4F9-177C-4270-9A14-60236FF377E8}" dt="2026-04-30T13:53:03.504" v="11540" actId="164"/>
          <ac:picMkLst>
            <pc:docMk/>
            <pc:sldMk cId="2754165984" sldId="355"/>
            <ac:picMk id="245" creationId="{78FE638B-B01F-4190-AAF5-1E02E7AAFD5C}"/>
          </ac:picMkLst>
        </pc:picChg>
        <pc:cxnChg chg="del">
          <ac:chgData name="昕 许" userId="a2975fcd840abfc3" providerId="LiveId" clId="{49CCD4F9-177C-4270-9A14-60236FF377E8}" dt="2026-04-30T13:40:37.217" v="11437" actId="478"/>
          <ac:cxnSpMkLst>
            <pc:docMk/>
            <pc:sldMk cId="2754165984" sldId="355"/>
            <ac:cxnSpMk id="37" creationId="{4E61A2E7-3B4E-7F19-6826-9C31F5231432}"/>
          </ac:cxnSpMkLst>
        </pc:cxnChg>
        <pc:cxnChg chg="del">
          <ac:chgData name="昕 许" userId="a2975fcd840abfc3" providerId="LiveId" clId="{49CCD4F9-177C-4270-9A14-60236FF377E8}" dt="2026-04-30T13:40:37.217" v="11437" actId="478"/>
          <ac:cxnSpMkLst>
            <pc:docMk/>
            <pc:sldMk cId="2754165984" sldId="355"/>
            <ac:cxnSpMk id="38" creationId="{6F92C857-96E0-F1DB-C818-7685AD60DA77}"/>
          </ac:cxnSpMkLst>
        </pc:cxnChg>
        <pc:cxnChg chg="del">
          <ac:chgData name="昕 许" userId="a2975fcd840abfc3" providerId="LiveId" clId="{49CCD4F9-177C-4270-9A14-60236FF377E8}" dt="2026-04-30T13:40:37.217" v="11437" actId="478"/>
          <ac:cxnSpMkLst>
            <pc:docMk/>
            <pc:sldMk cId="2754165984" sldId="355"/>
            <ac:cxnSpMk id="49" creationId="{991EABE1-F120-B004-3DF5-E3A7269F2068}"/>
          </ac:cxnSpMkLst>
        </pc:cxnChg>
        <pc:cxnChg chg="del">
          <ac:chgData name="昕 许" userId="a2975fcd840abfc3" providerId="LiveId" clId="{49CCD4F9-177C-4270-9A14-60236FF377E8}" dt="2026-04-30T13:40:37.217" v="11437" actId="478"/>
          <ac:cxnSpMkLst>
            <pc:docMk/>
            <pc:sldMk cId="2754165984" sldId="355"/>
            <ac:cxnSpMk id="57" creationId="{B1B282C0-D261-B930-A970-1E98EFC007FD}"/>
          </ac:cxnSpMkLst>
        </pc:cxnChg>
        <pc:cxnChg chg="add del mod">
          <ac:chgData name="昕 许" userId="a2975fcd840abfc3" providerId="LiveId" clId="{49CCD4F9-177C-4270-9A14-60236FF377E8}" dt="2026-04-30T13:57:45.293" v="11565" actId="478"/>
          <ac:cxnSpMkLst>
            <pc:docMk/>
            <pc:sldMk cId="2754165984" sldId="355"/>
            <ac:cxnSpMk id="90" creationId="{58ECE804-E7F5-4979-5657-356781F44333}"/>
          </ac:cxnSpMkLst>
        </pc:cxnChg>
        <pc:cxnChg chg="add del mod">
          <ac:chgData name="昕 许" userId="a2975fcd840abfc3" providerId="LiveId" clId="{49CCD4F9-177C-4270-9A14-60236FF377E8}" dt="2026-04-30T13:54:08.865" v="11562" actId="478"/>
          <ac:cxnSpMkLst>
            <pc:docMk/>
            <pc:sldMk cId="2754165984" sldId="355"/>
            <ac:cxnSpMk id="127" creationId="{DB0A4ED2-BA39-7567-E33E-7FDCEBE8A5AC}"/>
          </ac:cxnSpMkLst>
        </pc:cxnChg>
        <pc:cxnChg chg="add mod">
          <ac:chgData name="昕 许" userId="a2975fcd840abfc3" providerId="LiveId" clId="{49CCD4F9-177C-4270-9A14-60236FF377E8}" dt="2026-04-30T13:52:45.198" v="11536" actId="1076"/>
          <ac:cxnSpMkLst>
            <pc:docMk/>
            <pc:sldMk cId="2754165984" sldId="355"/>
            <ac:cxnSpMk id="203" creationId="{A7BFA76B-F909-57F2-4B20-58817A1BAB45}"/>
          </ac:cxnSpMkLst>
        </pc:cxnChg>
        <pc:cxnChg chg="add del mod">
          <ac:chgData name="昕 许" userId="a2975fcd840abfc3" providerId="LiveId" clId="{49CCD4F9-177C-4270-9A14-60236FF377E8}" dt="2026-04-30T13:53:40.574" v="11552" actId="478"/>
          <ac:cxnSpMkLst>
            <pc:docMk/>
            <pc:sldMk cId="2754165984" sldId="355"/>
            <ac:cxnSpMk id="247" creationId="{C27213A2-F7EF-C08D-BD8C-24D0D3AFB668}"/>
          </ac:cxnSpMkLst>
        </pc:cxnChg>
      </pc:sldChg>
      <pc:sldChg chg="delSp modSp add del mod">
        <pc:chgData name="昕 许" userId="a2975fcd840abfc3" providerId="LiveId" clId="{49CCD4F9-177C-4270-9A14-60236FF377E8}" dt="2026-04-30T13:40:31.187" v="11409" actId="47"/>
        <pc:sldMkLst>
          <pc:docMk/>
          <pc:sldMk cId="577621370" sldId="356"/>
        </pc:sldMkLst>
      </pc:sldChg>
      <pc:sldChg chg="add del">
        <pc:chgData name="昕 许" userId="a2975fcd840abfc3" providerId="LiveId" clId="{49CCD4F9-177C-4270-9A14-60236FF377E8}" dt="2026-04-30T13:40:32.863" v="11434" actId="47"/>
        <pc:sldMkLst>
          <pc:docMk/>
          <pc:sldMk cId="1866751662" sldId="357"/>
        </pc:sldMkLst>
      </pc:sldChg>
      <pc:sldChg chg="addSp delSp modSp add del mod ord">
        <pc:chgData name="昕 许" userId="a2975fcd840abfc3" providerId="LiveId" clId="{49CCD4F9-177C-4270-9A14-60236FF377E8}" dt="2026-04-30T13:40:28.814" v="11391" actId="47"/>
        <pc:sldMkLst>
          <pc:docMk/>
          <pc:sldMk cId="1671019689" sldId="358"/>
        </pc:sldMkLst>
      </pc:sldChg>
      <pc:sldChg chg="addSp delSp modSp add del mod">
        <pc:chgData name="昕 许" userId="a2975fcd840abfc3" providerId="LiveId" clId="{49CCD4F9-177C-4270-9A14-60236FF377E8}" dt="2026-04-30T13:40:29.337" v="11393" actId="47"/>
        <pc:sldMkLst>
          <pc:docMk/>
          <pc:sldMk cId="3189873341" sldId="359"/>
        </pc:sldMkLst>
      </pc:sldChg>
      <pc:sldChg chg="addSp delSp modSp add del mod">
        <pc:chgData name="昕 许" userId="a2975fcd840abfc3" providerId="LiveId" clId="{49CCD4F9-177C-4270-9A14-60236FF377E8}" dt="2026-04-30T13:40:29.360" v="11394" actId="47"/>
        <pc:sldMkLst>
          <pc:docMk/>
          <pc:sldMk cId="4095918756" sldId="360"/>
        </pc:sldMkLst>
      </pc:sldChg>
      <pc:sldChg chg="modSp add mod ord">
        <pc:chgData name="昕 许" userId="a2975fcd840abfc3" providerId="LiveId" clId="{49CCD4F9-177C-4270-9A14-60236FF377E8}" dt="2026-04-30T13:50:48.001" v="11497" actId="1076"/>
        <pc:sldMkLst>
          <pc:docMk/>
          <pc:sldMk cId="2880213509" sldId="361"/>
        </pc:sldMkLst>
        <pc:spChg chg="mod">
          <ac:chgData name="昕 许" userId="a2975fcd840abfc3" providerId="LiveId" clId="{49CCD4F9-177C-4270-9A14-60236FF377E8}" dt="2026-04-30T13:42:13.535" v="11476" actId="1076"/>
          <ac:spMkLst>
            <pc:docMk/>
            <pc:sldMk cId="2880213509" sldId="361"/>
            <ac:spMk id="78" creationId="{D3B082E5-684D-3B0F-E5EF-284DF0DF1743}"/>
          </ac:spMkLst>
        </pc:spChg>
        <pc:picChg chg="mod">
          <ac:chgData name="昕 许" userId="a2975fcd840abfc3" providerId="LiveId" clId="{49CCD4F9-177C-4270-9A14-60236FF377E8}" dt="2026-04-30T13:50:48.001" v="11497" actId="1076"/>
          <ac:picMkLst>
            <pc:docMk/>
            <pc:sldMk cId="2880213509" sldId="361"/>
            <ac:picMk id="57" creationId="{F0E00CFC-3FEA-6112-F230-E9D55B51FEE3}"/>
          </ac:picMkLst>
        </pc:picChg>
      </pc:sldChg>
      <pc:sldChg chg="add del">
        <pc:chgData name="昕 许" userId="a2975fcd840abfc3" providerId="LiveId" clId="{49CCD4F9-177C-4270-9A14-60236FF377E8}" dt="2026-04-30T13:53:58" v="11559"/>
        <pc:sldMkLst>
          <pc:docMk/>
          <pc:sldMk cId="2580820956" sldId="362"/>
        </pc:sldMkLst>
      </pc:sldChg>
      <pc:sldChg chg="addSp modSp add mod">
        <pc:chgData name="昕 许" userId="a2975fcd840abfc3" providerId="LiveId" clId="{49CCD4F9-177C-4270-9A14-60236FF377E8}" dt="2026-05-01T03:38:49.179" v="12483"/>
        <pc:sldMkLst>
          <pc:docMk/>
          <pc:sldMk cId="2686486844" sldId="362"/>
        </pc:sldMkLst>
        <pc:spChg chg="add mod">
          <ac:chgData name="昕 许" userId="a2975fcd840abfc3" providerId="LiveId" clId="{49CCD4F9-177C-4270-9A14-60236FF377E8}" dt="2026-05-01T03:38:49.179" v="12483"/>
          <ac:spMkLst>
            <pc:docMk/>
            <pc:sldMk cId="2686486844" sldId="362"/>
            <ac:spMk id="26" creationId="{A505C2CD-71A8-60E9-CCE1-6E7D16C5B790}"/>
          </ac:spMkLst>
        </pc:spChg>
        <pc:spChg chg="mod">
          <ac:chgData name="昕 许" userId="a2975fcd840abfc3" providerId="LiveId" clId="{49CCD4F9-177C-4270-9A14-60236FF377E8}" dt="2026-05-01T03:38:09.818" v="12478" actId="208"/>
          <ac:spMkLst>
            <pc:docMk/>
            <pc:sldMk cId="2686486844" sldId="362"/>
            <ac:spMk id="35" creationId="{3134550F-0D72-B081-6036-A024261CBA6E}"/>
          </ac:spMkLst>
        </pc:spChg>
        <pc:spChg chg="mod">
          <ac:chgData name="昕 许" userId="a2975fcd840abfc3" providerId="LiveId" clId="{49CCD4F9-177C-4270-9A14-60236FF377E8}" dt="2026-05-01T03:38:09.818" v="12478" actId="208"/>
          <ac:spMkLst>
            <pc:docMk/>
            <pc:sldMk cId="2686486844" sldId="362"/>
            <ac:spMk id="88" creationId="{E015BE03-4A54-3741-9653-CDC7B2F47A52}"/>
          </ac:spMkLst>
        </pc:spChg>
        <pc:spChg chg="mod">
          <ac:chgData name="昕 许" userId="a2975fcd840abfc3" providerId="LiveId" clId="{49CCD4F9-177C-4270-9A14-60236FF377E8}" dt="2026-05-01T03:38:09.818" v="12478" actId="208"/>
          <ac:spMkLst>
            <pc:docMk/>
            <pc:sldMk cId="2686486844" sldId="362"/>
            <ac:spMk id="105" creationId="{59CA83C9-1770-C5EA-718F-880175FE95CD}"/>
          </ac:spMkLst>
        </pc:spChg>
        <pc:spChg chg="mod">
          <ac:chgData name="昕 许" userId="a2975fcd840abfc3" providerId="LiveId" clId="{49CCD4F9-177C-4270-9A14-60236FF377E8}" dt="2026-05-01T03:38:09.818" v="12478" actId="208"/>
          <ac:spMkLst>
            <pc:docMk/>
            <pc:sldMk cId="2686486844" sldId="362"/>
            <ac:spMk id="182" creationId="{E0BAC6FB-B948-CFCF-27FB-57132093CC72}"/>
          </ac:spMkLst>
        </pc:spChg>
        <pc:spChg chg="mod">
          <ac:chgData name="昕 许" userId="a2975fcd840abfc3" providerId="LiveId" clId="{49CCD4F9-177C-4270-9A14-60236FF377E8}" dt="2026-05-01T03:38:13.925" v="12479" actId="208"/>
          <ac:spMkLst>
            <pc:docMk/>
            <pc:sldMk cId="2686486844" sldId="362"/>
            <ac:spMk id="223" creationId="{9047A0BC-0AFE-9BA8-F0F5-4F35A88654D2}"/>
          </ac:spMkLst>
        </pc:spChg>
        <pc:spChg chg="mod">
          <ac:chgData name="昕 许" userId="a2975fcd840abfc3" providerId="LiveId" clId="{49CCD4F9-177C-4270-9A14-60236FF377E8}" dt="2026-04-30T13:57:58.405" v="11567" actId="1582"/>
          <ac:spMkLst>
            <pc:docMk/>
            <pc:sldMk cId="2686486844" sldId="362"/>
            <ac:spMk id="249" creationId="{27F5B09F-94DF-E7C7-17E3-5B3D70614BAB}"/>
          </ac:spMkLst>
        </pc:spChg>
      </pc:sldChg>
      <pc:sldChg chg="modSp add mod">
        <pc:chgData name="昕 许" userId="a2975fcd840abfc3" providerId="LiveId" clId="{49CCD4F9-177C-4270-9A14-60236FF377E8}" dt="2026-05-01T03:38:00.349" v="12477" actId="208"/>
        <pc:sldMkLst>
          <pc:docMk/>
          <pc:sldMk cId="4202035900" sldId="363"/>
        </pc:sldMkLst>
        <pc:spChg chg="mod">
          <ac:chgData name="昕 许" userId="a2975fcd840abfc3" providerId="LiveId" clId="{49CCD4F9-177C-4270-9A14-60236FF377E8}" dt="2026-05-01T03:37:57.661" v="12476" actId="208"/>
          <ac:spMkLst>
            <pc:docMk/>
            <pc:sldMk cId="4202035900" sldId="363"/>
            <ac:spMk id="35" creationId="{DA808D10-FF5B-8794-85EA-C96189D27BDD}"/>
          </ac:spMkLst>
        </pc:spChg>
        <pc:spChg chg="mod">
          <ac:chgData name="昕 许" userId="a2975fcd840abfc3" providerId="LiveId" clId="{49CCD4F9-177C-4270-9A14-60236FF377E8}" dt="2026-05-01T03:38:00.349" v="12477" actId="208"/>
          <ac:spMkLst>
            <pc:docMk/>
            <pc:sldMk cId="4202035900" sldId="363"/>
            <ac:spMk id="88" creationId="{04944FA3-7677-B353-3163-0447C121BE16}"/>
          </ac:spMkLst>
        </pc:spChg>
      </pc:sldChg>
      <pc:sldChg chg="addSp delSp modSp add mod">
        <pc:chgData name="昕 许" userId="a2975fcd840abfc3" providerId="LiveId" clId="{49CCD4F9-177C-4270-9A14-60236FF377E8}" dt="2026-05-01T01:20:41.477" v="11879" actId="1076"/>
        <pc:sldMkLst>
          <pc:docMk/>
          <pc:sldMk cId="811852439" sldId="364"/>
        </pc:sldMkLst>
        <pc:spChg chg="mod">
          <ac:chgData name="昕 许" userId="a2975fcd840abfc3" providerId="LiveId" clId="{49CCD4F9-177C-4270-9A14-60236FF377E8}" dt="2026-04-30T14:14:32.042" v="11640" actId="20577"/>
          <ac:spMkLst>
            <pc:docMk/>
            <pc:sldMk cId="811852439" sldId="364"/>
            <ac:spMk id="7" creationId="{BE5C2967-1F66-F4F2-41EC-7FAC9BE66718}"/>
          </ac:spMkLst>
        </pc:spChg>
        <pc:spChg chg="mod">
          <ac:chgData name="昕 许" userId="a2975fcd840abfc3" providerId="LiveId" clId="{49CCD4F9-177C-4270-9A14-60236FF377E8}" dt="2026-04-30T14:14:33.699" v="11641" actId="20577"/>
          <ac:spMkLst>
            <pc:docMk/>
            <pc:sldMk cId="811852439" sldId="364"/>
            <ac:spMk id="10" creationId="{19194B68-D9DC-7B82-1D8C-A3F056549455}"/>
          </ac:spMkLst>
        </pc:spChg>
        <pc:spChg chg="mod">
          <ac:chgData name="昕 许" userId="a2975fcd840abfc3" providerId="LiveId" clId="{49CCD4F9-177C-4270-9A14-60236FF377E8}" dt="2026-04-30T14:14:36.594" v="11642" actId="20577"/>
          <ac:spMkLst>
            <pc:docMk/>
            <pc:sldMk cId="811852439" sldId="364"/>
            <ac:spMk id="13" creationId="{457F4F6F-C187-83B8-58C1-0943DB5CD9A8}"/>
          </ac:spMkLst>
        </pc:spChg>
        <pc:spChg chg="mod">
          <ac:chgData name="昕 许" userId="a2975fcd840abfc3" providerId="LiveId" clId="{49CCD4F9-177C-4270-9A14-60236FF377E8}" dt="2026-04-30T14:14:37.904" v="11643" actId="20577"/>
          <ac:spMkLst>
            <pc:docMk/>
            <pc:sldMk cId="811852439" sldId="364"/>
            <ac:spMk id="16" creationId="{AD7C6E90-8860-DD66-116F-C358C30A381E}"/>
          </ac:spMkLst>
        </pc:spChg>
        <pc:spChg chg="mod">
          <ac:chgData name="昕 许" userId="a2975fcd840abfc3" providerId="LiveId" clId="{49CCD4F9-177C-4270-9A14-60236FF377E8}" dt="2026-04-30T14:14:40.116" v="11644" actId="20577"/>
          <ac:spMkLst>
            <pc:docMk/>
            <pc:sldMk cId="811852439" sldId="364"/>
            <ac:spMk id="19" creationId="{0E4EC584-759F-1140-917F-96B9908AFD43}"/>
          </ac:spMkLst>
        </pc:spChg>
        <pc:spChg chg="add mod">
          <ac:chgData name="昕 许" userId="a2975fcd840abfc3" providerId="LiveId" clId="{49CCD4F9-177C-4270-9A14-60236FF377E8}" dt="2026-04-30T14:25:03.606" v="11701" actId="688"/>
          <ac:spMkLst>
            <pc:docMk/>
            <pc:sldMk cId="811852439" sldId="364"/>
            <ac:spMk id="26" creationId="{86884808-7B85-9865-92B5-D036AFFE61DF}"/>
          </ac:spMkLst>
        </pc:spChg>
        <pc:spChg chg="add mod">
          <ac:chgData name="昕 许" userId="a2975fcd840abfc3" providerId="LiveId" clId="{49CCD4F9-177C-4270-9A14-60236FF377E8}" dt="2026-04-30T14:26:02.330" v="11733" actId="1076"/>
          <ac:spMkLst>
            <pc:docMk/>
            <pc:sldMk cId="811852439" sldId="364"/>
            <ac:spMk id="27" creationId="{4D7F285A-C47A-325D-C4FB-3C3D294F8F65}"/>
          </ac:spMkLst>
        </pc:spChg>
        <pc:spChg chg="add mod">
          <ac:chgData name="昕 许" userId="a2975fcd840abfc3" providerId="LiveId" clId="{49CCD4F9-177C-4270-9A14-60236FF377E8}" dt="2026-04-30T14:26:02.330" v="11733" actId="1076"/>
          <ac:spMkLst>
            <pc:docMk/>
            <pc:sldMk cId="811852439" sldId="364"/>
            <ac:spMk id="28" creationId="{50B9FB63-F7E2-DE22-24E2-3B1F43767E3A}"/>
          </ac:spMkLst>
        </pc:spChg>
        <pc:spChg chg="add mod">
          <ac:chgData name="昕 许" userId="a2975fcd840abfc3" providerId="LiveId" clId="{49CCD4F9-177C-4270-9A14-60236FF377E8}" dt="2026-04-30T14:26:02.330" v="11733" actId="1076"/>
          <ac:spMkLst>
            <pc:docMk/>
            <pc:sldMk cId="811852439" sldId="364"/>
            <ac:spMk id="29" creationId="{73AAAFE8-3297-0E4A-58C8-AB8FAEDD0FEE}"/>
          </ac:spMkLst>
        </pc:spChg>
        <pc:spChg chg="mod">
          <ac:chgData name="昕 许" userId="a2975fcd840abfc3" providerId="LiveId" clId="{49CCD4F9-177C-4270-9A14-60236FF377E8}" dt="2026-04-30T14:29:44.419" v="11740" actId="20577"/>
          <ac:spMkLst>
            <pc:docMk/>
            <pc:sldMk cId="811852439" sldId="364"/>
            <ac:spMk id="33" creationId="{EE82F56E-BA19-7092-4832-D22A7AFEACD7}"/>
          </ac:spMkLst>
        </pc:spChg>
        <pc:spChg chg="mod">
          <ac:chgData name="昕 许" userId="a2975fcd840abfc3" providerId="LiveId" clId="{49CCD4F9-177C-4270-9A14-60236FF377E8}" dt="2026-04-30T14:25:55.764" v="11730" actId="1076"/>
          <ac:spMkLst>
            <pc:docMk/>
            <pc:sldMk cId="811852439" sldId="364"/>
            <ac:spMk id="34" creationId="{93145F4B-404D-FCF8-7F1D-4763B565251A}"/>
          </ac:spMkLst>
        </pc:spChg>
        <pc:spChg chg="del">
          <ac:chgData name="昕 许" userId="a2975fcd840abfc3" providerId="LiveId" clId="{49CCD4F9-177C-4270-9A14-60236FF377E8}" dt="2026-04-30T14:14:22.601" v="11638" actId="478"/>
          <ac:spMkLst>
            <pc:docMk/>
            <pc:sldMk cId="811852439" sldId="364"/>
            <ac:spMk id="35" creationId="{32E45542-A910-F637-DEEC-E104F1E2A407}"/>
          </ac:spMkLst>
        </pc:spChg>
        <pc:spChg chg="mod">
          <ac:chgData name="昕 许" userId="a2975fcd840abfc3" providerId="LiveId" clId="{49CCD4F9-177C-4270-9A14-60236FF377E8}" dt="2026-05-01T01:20:01.873" v="11832" actId="207"/>
          <ac:spMkLst>
            <pc:docMk/>
            <pc:sldMk cId="811852439" sldId="364"/>
            <ac:spMk id="36" creationId="{D19CAE7A-367A-2AFE-3F70-29F11563FBA2}"/>
          </ac:spMkLst>
        </pc:spChg>
        <pc:spChg chg="mod">
          <ac:chgData name="昕 许" userId="a2975fcd840abfc3" providerId="LiveId" clId="{49CCD4F9-177C-4270-9A14-60236FF377E8}" dt="2026-04-30T14:29:47.055" v="11742" actId="20577"/>
          <ac:spMkLst>
            <pc:docMk/>
            <pc:sldMk cId="811852439" sldId="364"/>
            <ac:spMk id="38" creationId="{C9A6FE5A-ED15-1225-6BD9-675457642E14}"/>
          </ac:spMkLst>
        </pc:spChg>
        <pc:spChg chg="mod">
          <ac:chgData name="昕 许" userId="a2975fcd840abfc3" providerId="LiveId" clId="{49CCD4F9-177C-4270-9A14-60236FF377E8}" dt="2026-05-01T01:19:59.441" v="11831" actId="207"/>
          <ac:spMkLst>
            <pc:docMk/>
            <pc:sldMk cId="811852439" sldId="364"/>
            <ac:spMk id="39" creationId="{30D047BD-6C20-B8C1-713B-98375DCCC1FF}"/>
          </ac:spMkLst>
        </pc:spChg>
        <pc:spChg chg="mod">
          <ac:chgData name="昕 许" userId="a2975fcd840abfc3" providerId="LiveId" clId="{49CCD4F9-177C-4270-9A14-60236FF377E8}" dt="2026-04-30T14:29:37.600" v="11737"/>
          <ac:spMkLst>
            <pc:docMk/>
            <pc:sldMk cId="811852439" sldId="364"/>
            <ac:spMk id="41" creationId="{956B293E-2EA6-C6FF-BAC2-EFD0E3D6FFD7}"/>
          </ac:spMkLst>
        </pc:spChg>
        <pc:spChg chg="mod">
          <ac:chgData name="昕 许" userId="a2975fcd840abfc3" providerId="LiveId" clId="{49CCD4F9-177C-4270-9A14-60236FF377E8}" dt="2026-04-30T14:29:37.600" v="11737"/>
          <ac:spMkLst>
            <pc:docMk/>
            <pc:sldMk cId="811852439" sldId="364"/>
            <ac:spMk id="42" creationId="{67DD66E8-544D-ADCE-F0F1-48D979E43C61}"/>
          </ac:spMkLst>
        </pc:spChg>
        <pc:spChg chg="add mod">
          <ac:chgData name="昕 许" userId="a2975fcd840abfc3" providerId="LiveId" clId="{49CCD4F9-177C-4270-9A14-60236FF377E8}" dt="2026-05-01T01:20:18.993" v="11873" actId="207"/>
          <ac:spMkLst>
            <pc:docMk/>
            <pc:sldMk cId="811852439" sldId="364"/>
            <ac:spMk id="43" creationId="{4F36108F-EB26-5371-7649-0E9870EC3205}"/>
          </ac:spMkLst>
        </pc:spChg>
        <pc:spChg chg="add del mod">
          <ac:chgData name="昕 许" userId="a2975fcd840abfc3" providerId="LiveId" clId="{49CCD4F9-177C-4270-9A14-60236FF377E8}" dt="2026-05-01T01:20:16.678" v="11872" actId="207"/>
          <ac:spMkLst>
            <pc:docMk/>
            <pc:sldMk cId="811852439" sldId="364"/>
            <ac:spMk id="44" creationId="{1E5AFDA7-7D7B-0008-02AC-E05C472C886F}"/>
          </ac:spMkLst>
        </pc:spChg>
        <pc:spChg chg="add mod">
          <ac:chgData name="昕 许" userId="a2975fcd840abfc3" providerId="LiveId" clId="{49CCD4F9-177C-4270-9A14-60236FF377E8}" dt="2026-05-01T01:19:16.383" v="11798" actId="1076"/>
          <ac:spMkLst>
            <pc:docMk/>
            <pc:sldMk cId="811852439" sldId="364"/>
            <ac:spMk id="45" creationId="{08E3D1FE-DC6E-9942-8061-D7B395D3E7C5}"/>
          </ac:spMkLst>
        </pc:spChg>
        <pc:spChg chg="add del mod">
          <ac:chgData name="昕 许" userId="a2975fcd840abfc3" providerId="LiveId" clId="{49CCD4F9-177C-4270-9A14-60236FF377E8}" dt="2026-05-01T01:19:16.383" v="11798" actId="1076"/>
          <ac:spMkLst>
            <pc:docMk/>
            <pc:sldMk cId="811852439" sldId="364"/>
            <ac:spMk id="46" creationId="{552E45C2-D8BD-DF5A-B5E8-AC5FC8D20544}"/>
          </ac:spMkLst>
        </pc:spChg>
        <pc:spChg chg="add mod">
          <ac:chgData name="昕 许" userId="a2975fcd840abfc3" providerId="LiveId" clId="{49CCD4F9-177C-4270-9A14-60236FF377E8}" dt="2026-05-01T01:18:59.238" v="11782" actId="1076"/>
          <ac:spMkLst>
            <pc:docMk/>
            <pc:sldMk cId="811852439" sldId="364"/>
            <ac:spMk id="47" creationId="{CFD30638-BC2D-3A89-01C2-A92926D70105}"/>
          </ac:spMkLst>
        </pc:spChg>
        <pc:spChg chg="add mod">
          <ac:chgData name="昕 许" userId="a2975fcd840abfc3" providerId="LiveId" clId="{49CCD4F9-177C-4270-9A14-60236FF377E8}" dt="2026-05-01T01:19:11.479" v="11797" actId="1076"/>
          <ac:spMkLst>
            <pc:docMk/>
            <pc:sldMk cId="811852439" sldId="364"/>
            <ac:spMk id="48" creationId="{0E2523A7-6ACF-F634-647C-57B8377176AA}"/>
          </ac:spMkLst>
        </pc:spChg>
        <pc:spChg chg="add mod">
          <ac:chgData name="昕 许" userId="a2975fcd840abfc3" providerId="LiveId" clId="{49CCD4F9-177C-4270-9A14-60236FF377E8}" dt="2026-05-01T01:19:40.421" v="11808" actId="1076"/>
          <ac:spMkLst>
            <pc:docMk/>
            <pc:sldMk cId="811852439" sldId="364"/>
            <ac:spMk id="49" creationId="{AC401B42-CE4D-BA15-C97E-281EC4D49E7E}"/>
          </ac:spMkLst>
        </pc:spChg>
        <pc:spChg chg="add mod">
          <ac:chgData name="昕 许" userId="a2975fcd840abfc3" providerId="LiveId" clId="{49CCD4F9-177C-4270-9A14-60236FF377E8}" dt="2026-05-01T01:19:51.518" v="11830" actId="1076"/>
          <ac:spMkLst>
            <pc:docMk/>
            <pc:sldMk cId="811852439" sldId="364"/>
            <ac:spMk id="50" creationId="{D551491C-1957-78B4-E43B-030DCF58346E}"/>
          </ac:spMkLst>
        </pc:spChg>
        <pc:spChg chg="add mod">
          <ac:chgData name="昕 许" userId="a2975fcd840abfc3" providerId="LiveId" clId="{49CCD4F9-177C-4270-9A14-60236FF377E8}" dt="2026-05-01T01:20:41.477" v="11879" actId="1076"/>
          <ac:spMkLst>
            <pc:docMk/>
            <pc:sldMk cId="811852439" sldId="364"/>
            <ac:spMk id="51" creationId="{7F5F69F4-9BE4-90DD-1A43-1CC0D0911948}"/>
          </ac:spMkLst>
        </pc:s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2" creationId="{E4C8259E-3CCF-7777-D6A9-D3EE0FCA1181}"/>
          </ac:grpSpMkLst>
        </pc:gr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5" creationId="{41D5994E-9088-6BEA-C641-CA4CBD02BC00}"/>
          </ac:grpSpMkLst>
        </pc:gr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8" creationId="{BE5B315A-55A9-B242-ED64-B39DBC96C3B0}"/>
          </ac:grpSpMkLst>
        </pc:gr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11" creationId="{2A886619-6776-9E35-3534-2FB3F0D2B580}"/>
          </ac:grpSpMkLst>
        </pc:gr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14" creationId="{2367AF67-D206-024D-2C29-3788368587B3}"/>
          </ac:grpSpMkLst>
        </pc:grpChg>
        <pc:grpChg chg="mod">
          <ac:chgData name="昕 许" userId="a2975fcd840abfc3" providerId="LiveId" clId="{49CCD4F9-177C-4270-9A14-60236FF377E8}" dt="2026-04-30T14:24:46.852" v="11694" actId="1076"/>
          <ac:grpSpMkLst>
            <pc:docMk/>
            <pc:sldMk cId="811852439" sldId="364"/>
            <ac:grpSpMk id="17" creationId="{F816A572-C8BE-A61E-B5B5-ABEFB080742F}"/>
          </ac:grpSpMkLst>
        </pc:grpChg>
        <pc:grpChg chg="del mod">
          <ac:chgData name="昕 许" userId="a2975fcd840abfc3" providerId="LiveId" clId="{49CCD4F9-177C-4270-9A14-60236FF377E8}" dt="2026-04-30T14:14:41.746" v="11645" actId="478"/>
          <ac:grpSpMkLst>
            <pc:docMk/>
            <pc:sldMk cId="811852439" sldId="364"/>
            <ac:grpSpMk id="20" creationId="{60F7C4F0-4E7B-31BC-2429-F1153482CE25}"/>
          </ac:grpSpMkLst>
        </pc:grpChg>
        <pc:grpChg chg="del mod">
          <ac:chgData name="昕 许" userId="a2975fcd840abfc3" providerId="LiveId" clId="{49CCD4F9-177C-4270-9A14-60236FF377E8}" dt="2026-04-30T14:14:41.746" v="11645" actId="478"/>
          <ac:grpSpMkLst>
            <pc:docMk/>
            <pc:sldMk cId="811852439" sldId="364"/>
            <ac:grpSpMk id="23" creationId="{3E822BDF-D458-D930-16B1-F0FD196C8BDB}"/>
          </ac:grpSpMkLst>
        </pc:grpChg>
        <pc:grpChg chg="add mod">
          <ac:chgData name="昕 许" userId="a2975fcd840abfc3" providerId="LiveId" clId="{49CCD4F9-177C-4270-9A14-60236FF377E8}" dt="2026-05-01T01:19:16.383" v="11798" actId="1076"/>
          <ac:grpSpMkLst>
            <pc:docMk/>
            <pc:sldMk cId="811852439" sldId="364"/>
            <ac:grpSpMk id="32" creationId="{D05D739A-BA82-A5EF-0720-35DB60DBED57}"/>
          </ac:grpSpMkLst>
        </pc:grpChg>
        <pc:grpChg chg="add mod">
          <ac:chgData name="昕 许" userId="a2975fcd840abfc3" providerId="LiveId" clId="{49CCD4F9-177C-4270-9A14-60236FF377E8}" dt="2026-05-01T01:19:16.383" v="11798" actId="1076"/>
          <ac:grpSpMkLst>
            <pc:docMk/>
            <pc:sldMk cId="811852439" sldId="364"/>
            <ac:grpSpMk id="37" creationId="{D5B8FC0C-6B4B-724F-8BAC-96EE4DD88EF0}"/>
          </ac:grpSpMkLst>
        </pc:grpChg>
        <pc:grpChg chg="add mod">
          <ac:chgData name="昕 许" userId="a2975fcd840abfc3" providerId="LiveId" clId="{49CCD4F9-177C-4270-9A14-60236FF377E8}" dt="2026-05-01T01:19:16.383" v="11798" actId="1076"/>
          <ac:grpSpMkLst>
            <pc:docMk/>
            <pc:sldMk cId="811852439" sldId="364"/>
            <ac:grpSpMk id="40" creationId="{E60134B9-63F9-F246-DAAD-B4F0B4F4DD00}"/>
          </ac:grpSpMkLst>
        </pc:grpChg>
        <pc:cxnChg chg="add mod">
          <ac:chgData name="昕 许" userId="a2975fcd840abfc3" providerId="LiveId" clId="{49CCD4F9-177C-4270-9A14-60236FF377E8}" dt="2026-04-30T14:26:11.941" v="11736" actId="14100"/>
          <ac:cxnSpMkLst>
            <pc:docMk/>
            <pc:sldMk cId="811852439" sldId="364"/>
            <ac:cxnSpMk id="30" creationId="{38DDC04F-FC66-61F0-9EA9-E6FC0433A2D2}"/>
          </ac:cxnSpMkLst>
        </pc:cxnChg>
        <pc:cxnChg chg="add mod">
          <ac:chgData name="昕 许" userId="a2975fcd840abfc3" providerId="LiveId" clId="{49CCD4F9-177C-4270-9A14-60236FF377E8}" dt="2026-05-01T01:20:41.477" v="11879" actId="1076"/>
          <ac:cxnSpMkLst>
            <pc:docMk/>
            <pc:sldMk cId="811852439" sldId="364"/>
            <ac:cxnSpMk id="52" creationId="{76EC5DB1-A9D7-A6E9-06C3-9CDDA218F596}"/>
          </ac:cxnSpMkLst>
        </pc:cxnChg>
      </pc:sldChg>
      <pc:sldChg chg="addSp delSp modSp add mod">
        <pc:chgData name="昕 许" userId="a2975fcd840abfc3" providerId="LiveId" clId="{49CCD4F9-177C-4270-9A14-60236FF377E8}" dt="2026-05-01T02:20:15.781" v="12197" actId="14100"/>
        <pc:sldMkLst>
          <pc:docMk/>
          <pc:sldMk cId="4025301132" sldId="365"/>
        </pc:sldMkLst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21" creationId="{3C548B87-EE54-6EBA-9CEC-B6025CE8B347}"/>
          </ac:spMkLst>
        </pc:spChg>
        <pc:spChg chg="mod">
          <ac:chgData name="昕 许" userId="a2975fcd840abfc3" providerId="LiveId" clId="{49CCD4F9-177C-4270-9A14-60236FF377E8}" dt="2026-05-01T02:11:36.410" v="11922" actId="207"/>
          <ac:spMkLst>
            <pc:docMk/>
            <pc:sldMk cId="4025301132" sldId="365"/>
            <ac:spMk id="22" creationId="{6BA3810B-87E9-52E6-EDF6-17D7A94ABFE2}"/>
          </ac:spMkLst>
        </pc:spChg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24" creationId="{5D13E7D0-1216-E50E-3407-D52C9743B42F}"/>
          </ac:spMkLst>
        </pc:spChg>
        <pc:spChg chg="mod">
          <ac:chgData name="昕 许" userId="a2975fcd840abfc3" providerId="LiveId" clId="{49CCD4F9-177C-4270-9A14-60236FF377E8}" dt="2026-05-01T02:11:39.944" v="11923" actId="207"/>
          <ac:spMkLst>
            <pc:docMk/>
            <pc:sldMk cId="4025301132" sldId="365"/>
            <ac:spMk id="25" creationId="{88F3BD88-1AD3-98C8-90B1-87C8FDFED811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27" creationId="{CAF4201E-58DD-F67E-B311-C6EAED345607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28" creationId="{E720F8E8-AE9A-1478-CBF4-4AFF61AE99AA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29" creationId="{6612BAC1-6825-3246-5594-778128CBAD33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34" creationId="{D8E734CC-2E1B-3F6C-3576-2D85423309A5}"/>
          </ac:spMkLst>
        </pc:spChg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35" creationId="{49EB57E3-6B6F-B3CF-CD71-FC1B863C1617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43" creationId="{AA37C74D-B4E8-1890-F2F2-B56FB23C68DA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44" creationId="{D7C0889E-1655-88D6-8E8E-A7CDA1A7512F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45" creationId="{DCFD61AC-1C02-54FD-4A9F-069E269F513A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48" creationId="{1D8AB9B1-C395-AA76-186D-44BFCFB3105B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49" creationId="{DFC2BAFF-D12D-3CF8-72D1-EF8D6E9F0E17}"/>
          </ac:spMkLst>
        </pc:spChg>
        <pc:spChg chg="del">
          <ac:chgData name="昕 许" userId="a2975fcd840abfc3" providerId="LiveId" clId="{49CCD4F9-177C-4270-9A14-60236FF377E8}" dt="2026-05-01T02:09:24.507" v="11881" actId="478"/>
          <ac:spMkLst>
            <pc:docMk/>
            <pc:sldMk cId="4025301132" sldId="365"/>
            <ac:spMk id="51" creationId="{CAAB03B2-8704-6B82-E900-B58DCB9A8135}"/>
          </ac:spMkLst>
        </pc:spChg>
        <pc:spChg chg="mod">
          <ac:chgData name="昕 许" userId="a2975fcd840abfc3" providerId="LiveId" clId="{49CCD4F9-177C-4270-9A14-60236FF377E8}" dt="2026-05-01T02:11:22.907" v="11918" actId="207"/>
          <ac:spMkLst>
            <pc:docMk/>
            <pc:sldMk cId="4025301132" sldId="365"/>
            <ac:spMk id="53" creationId="{3A3E65DB-BB88-9B05-072B-726FFBD005D1}"/>
          </ac:spMkLst>
        </pc:spChg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55" creationId="{44812E00-8F6C-3123-1314-1E8CC2FCE7FA}"/>
          </ac:spMkLst>
        </pc:spChg>
        <pc:spChg chg="mod">
          <ac:chgData name="昕 许" userId="a2975fcd840abfc3" providerId="LiveId" clId="{49CCD4F9-177C-4270-9A14-60236FF377E8}" dt="2026-05-01T02:11:41.978" v="11924" actId="207"/>
          <ac:spMkLst>
            <pc:docMk/>
            <pc:sldMk cId="4025301132" sldId="365"/>
            <ac:spMk id="56" creationId="{B7F03CD2-5E6E-7D33-377D-4C0295A2500A}"/>
          </ac:spMkLst>
        </pc:spChg>
        <pc:spChg chg="mod">
          <ac:chgData name="昕 许" userId="a2975fcd840abfc3" providerId="LiveId" clId="{49CCD4F9-177C-4270-9A14-60236FF377E8}" dt="2026-05-01T02:11:25.069" v="11919" actId="207"/>
          <ac:spMkLst>
            <pc:docMk/>
            <pc:sldMk cId="4025301132" sldId="365"/>
            <ac:spMk id="59" creationId="{8A09FF54-AF8D-775D-8BB8-7CEB9512015C}"/>
          </ac:spMkLst>
        </pc:spChg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61" creationId="{C6F345EE-4325-9911-DB0A-78E42D744254}"/>
          </ac:spMkLst>
        </pc:spChg>
        <pc:spChg chg="mod">
          <ac:chgData name="昕 许" userId="a2975fcd840abfc3" providerId="LiveId" clId="{49CCD4F9-177C-4270-9A14-60236FF377E8}" dt="2026-05-01T02:09:24.753" v="11882"/>
          <ac:spMkLst>
            <pc:docMk/>
            <pc:sldMk cId="4025301132" sldId="365"/>
            <ac:spMk id="62" creationId="{311E573C-2599-FCD5-AB27-B569187D441E}"/>
          </ac:spMkLst>
        </pc:spChg>
        <pc:spChg chg="mod">
          <ac:chgData name="昕 许" userId="a2975fcd840abfc3" providerId="LiveId" clId="{49CCD4F9-177C-4270-9A14-60236FF377E8}" dt="2026-05-01T02:14:24.028" v="12018" actId="164"/>
          <ac:spMkLst>
            <pc:docMk/>
            <pc:sldMk cId="4025301132" sldId="365"/>
            <ac:spMk id="63" creationId="{A289A687-3049-0D54-E9B9-AF9EF900913A}"/>
          </ac:spMkLst>
        </pc:spChg>
        <pc:spChg chg="mod">
          <ac:chgData name="昕 许" userId="a2975fcd840abfc3" providerId="LiveId" clId="{49CCD4F9-177C-4270-9A14-60236FF377E8}" dt="2026-05-01T02:14:24.028" v="12018" actId="164"/>
          <ac:spMkLst>
            <pc:docMk/>
            <pc:sldMk cId="4025301132" sldId="365"/>
            <ac:spMk id="64" creationId="{496EEFFE-7C40-BCEC-9344-B7A0BDD90E86}"/>
          </ac:spMkLst>
        </pc:spChg>
        <pc:spChg chg="add del mod">
          <ac:chgData name="昕 许" userId="a2975fcd840abfc3" providerId="LiveId" clId="{49CCD4F9-177C-4270-9A14-60236FF377E8}" dt="2026-05-01T02:10:18.282" v="11906" actId="478"/>
          <ac:spMkLst>
            <pc:docMk/>
            <pc:sldMk cId="4025301132" sldId="365"/>
            <ac:spMk id="65" creationId="{41FEC582-04C3-8C35-D1C4-139ABB096201}"/>
          </ac:spMkLst>
        </pc:spChg>
        <pc:spChg chg="add mod">
          <ac:chgData name="昕 许" userId="a2975fcd840abfc3" providerId="LiveId" clId="{49CCD4F9-177C-4270-9A14-60236FF377E8}" dt="2026-05-01T02:14:24.028" v="12018" actId="164"/>
          <ac:spMkLst>
            <pc:docMk/>
            <pc:sldMk cId="4025301132" sldId="365"/>
            <ac:spMk id="70" creationId="{07C11259-D28D-504A-3245-CBE7AC6BA5EE}"/>
          </ac:spMkLst>
        </pc:spChg>
        <pc:spChg chg="mod">
          <ac:chgData name="昕 许" userId="a2975fcd840abfc3" providerId="LiveId" clId="{49CCD4F9-177C-4270-9A14-60236FF377E8}" dt="2026-05-01T02:14:24.028" v="12018" actId="164"/>
          <ac:spMkLst>
            <pc:docMk/>
            <pc:sldMk cId="4025301132" sldId="365"/>
            <ac:spMk id="71" creationId="{B163AD11-E2F4-4D35-794C-B354BE00C4A0}"/>
          </ac:spMkLst>
        </pc:spChg>
        <pc:spChg chg="add del mod">
          <ac:chgData name="昕 许" userId="a2975fcd840abfc3" providerId="LiveId" clId="{49CCD4F9-177C-4270-9A14-60236FF377E8}" dt="2026-05-01T02:10:18.282" v="11906" actId="478"/>
          <ac:spMkLst>
            <pc:docMk/>
            <pc:sldMk cId="4025301132" sldId="365"/>
            <ac:spMk id="72" creationId="{E03F6F83-151F-93F4-9C53-B4FAF36253D0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74" creationId="{829DF39B-90EB-A488-5AA1-BB2B85A66FCA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75" creationId="{E10E8952-C7DD-B623-62FE-1DCD95D4E0AD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77" creationId="{DF0DBD34-8F32-FA2B-329B-5B940C6D0EFD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78" creationId="{27B8B36A-0BFD-72F3-1757-3AE52214A802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82" creationId="{16279D8F-7452-A76F-2362-D8553A7FFE17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85" creationId="{C374EBCC-F497-57F8-E8CE-4EE1BD433B61}"/>
          </ac:spMkLst>
        </pc:spChg>
        <pc:spChg chg="mod">
          <ac:chgData name="昕 许" userId="a2975fcd840abfc3" providerId="LiveId" clId="{49CCD4F9-177C-4270-9A14-60236FF377E8}" dt="2026-05-01T02:09:43.649" v="11889"/>
          <ac:spMkLst>
            <pc:docMk/>
            <pc:sldMk cId="4025301132" sldId="365"/>
            <ac:spMk id="86" creationId="{B29AF846-1773-3EE6-7709-1A0D311D70DB}"/>
          </ac:spMkLst>
        </pc:spChg>
        <pc:spChg chg="add mod">
          <ac:chgData name="昕 许" userId="a2975fcd840abfc3" providerId="LiveId" clId="{49CCD4F9-177C-4270-9A14-60236FF377E8}" dt="2026-05-01T02:10:07.609" v="11902"/>
          <ac:spMkLst>
            <pc:docMk/>
            <pc:sldMk cId="4025301132" sldId="365"/>
            <ac:spMk id="87" creationId="{7A025DC9-E82C-8740-2EC6-4660392206B5}"/>
          </ac:spMkLst>
        </pc:spChg>
        <pc:spChg chg="add mod">
          <ac:chgData name="昕 许" userId="a2975fcd840abfc3" providerId="LiveId" clId="{49CCD4F9-177C-4270-9A14-60236FF377E8}" dt="2026-05-01T02:10:07.609" v="11902"/>
          <ac:spMkLst>
            <pc:docMk/>
            <pc:sldMk cId="4025301132" sldId="365"/>
            <ac:spMk id="88" creationId="{003C28E6-E00B-9515-EAF2-C93A22B60B2B}"/>
          </ac:spMkLst>
        </pc:spChg>
        <pc:spChg chg="add mod">
          <ac:chgData name="昕 许" userId="a2975fcd840abfc3" providerId="LiveId" clId="{49CCD4F9-177C-4270-9A14-60236FF377E8}" dt="2026-05-01T02:10:07.609" v="11902"/>
          <ac:spMkLst>
            <pc:docMk/>
            <pc:sldMk cId="4025301132" sldId="365"/>
            <ac:spMk id="91" creationId="{DE074F33-3ADE-D5D3-0A81-FDBDFD3283C2}"/>
          </ac:spMkLst>
        </pc:spChg>
        <pc:spChg chg="add mod">
          <ac:chgData name="昕 许" userId="a2975fcd840abfc3" providerId="LiveId" clId="{49CCD4F9-177C-4270-9A14-60236FF377E8}" dt="2026-05-01T02:10:07.609" v="11902"/>
          <ac:spMkLst>
            <pc:docMk/>
            <pc:sldMk cId="4025301132" sldId="365"/>
            <ac:spMk id="92" creationId="{8F44875C-EE38-B075-0953-4DD38F66BC3F}"/>
          </ac:spMkLst>
        </pc:spChg>
        <pc:spChg chg="add mod">
          <ac:chgData name="昕 许" userId="a2975fcd840abfc3" providerId="LiveId" clId="{49CCD4F9-177C-4270-9A14-60236FF377E8}" dt="2026-05-01T02:10:07.609" v="11902"/>
          <ac:spMkLst>
            <pc:docMk/>
            <pc:sldMk cId="4025301132" sldId="365"/>
            <ac:spMk id="93" creationId="{DD135F46-2BCB-BA6C-B6F6-A562015E2C01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94" creationId="{84092391-A95C-1321-93B2-B5C050ACEE33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95" creationId="{FFD08B9B-DA60-95DB-D652-2BAF496ECBAA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96" creationId="{DB69F1C9-6B23-B9D4-E8F9-388FD3D52585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99" creationId="{D88FF4B8-1F6E-ED4F-E34B-219FE611F3FD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100" creationId="{BA55DBB7-0CC6-389F-BDC3-AD9626FFCD06}"/>
          </ac:spMkLst>
        </pc:spChg>
        <pc:spChg chg="add mod">
          <ac:chgData name="昕 许" userId="a2975fcd840abfc3" providerId="LiveId" clId="{49CCD4F9-177C-4270-9A14-60236FF377E8}" dt="2026-05-01T02:14:32.438" v="12022" actId="164"/>
          <ac:spMkLst>
            <pc:docMk/>
            <pc:sldMk cId="4025301132" sldId="365"/>
            <ac:spMk id="101" creationId="{F40E4E03-0D9E-B410-1D7C-11E82C6D5466}"/>
          </ac:spMkLst>
        </pc:spChg>
        <pc:spChg chg="add mod">
          <ac:chgData name="昕 许" userId="a2975fcd840abfc3" providerId="LiveId" clId="{49CCD4F9-177C-4270-9A14-60236FF377E8}" dt="2026-05-01T02:16:09.943" v="12068" actId="1076"/>
          <ac:spMkLst>
            <pc:docMk/>
            <pc:sldMk cId="4025301132" sldId="365"/>
            <ac:spMk id="102" creationId="{51FA31E6-B5FA-01C0-2537-20FAD141EF1A}"/>
          </ac:spMkLst>
        </pc:spChg>
        <pc:spChg chg="mod">
          <ac:chgData name="昕 许" userId="a2975fcd840abfc3" providerId="LiveId" clId="{49CCD4F9-177C-4270-9A14-60236FF377E8}" dt="2026-05-01T02:12:57.121" v="11949"/>
          <ac:spMkLst>
            <pc:docMk/>
            <pc:sldMk cId="4025301132" sldId="365"/>
            <ac:spMk id="104" creationId="{ECFBC548-939E-0CCC-BEF1-5664B76904D6}"/>
          </ac:spMkLst>
        </pc:spChg>
        <pc:spChg chg="mod">
          <ac:chgData name="昕 许" userId="a2975fcd840abfc3" providerId="LiveId" clId="{49CCD4F9-177C-4270-9A14-60236FF377E8}" dt="2026-05-01T02:13:22.892" v="11998"/>
          <ac:spMkLst>
            <pc:docMk/>
            <pc:sldMk cId="4025301132" sldId="365"/>
            <ac:spMk id="105" creationId="{A64597D8-EAEF-3E1D-1AE4-7FA7DB8A9882}"/>
          </ac:spMkLst>
        </pc:spChg>
        <pc:spChg chg="mod">
          <ac:chgData name="昕 许" userId="a2975fcd840abfc3" providerId="LiveId" clId="{49CCD4F9-177C-4270-9A14-60236FF377E8}" dt="2026-05-01T02:13:28.732" v="12000"/>
          <ac:spMkLst>
            <pc:docMk/>
            <pc:sldMk cId="4025301132" sldId="365"/>
            <ac:spMk id="108" creationId="{67FFE9D2-AF40-B265-70C5-34B9B06F3815}"/>
          </ac:spMkLst>
        </pc:spChg>
        <pc:spChg chg="mod">
          <ac:chgData name="昕 许" userId="a2975fcd840abfc3" providerId="LiveId" clId="{49CCD4F9-177C-4270-9A14-60236FF377E8}" dt="2026-05-01T02:13:31.024" v="12001"/>
          <ac:spMkLst>
            <pc:docMk/>
            <pc:sldMk cId="4025301132" sldId="365"/>
            <ac:spMk id="110" creationId="{D4D29DBF-692A-A2E4-1B19-DF492A7DC986}"/>
          </ac:spMkLst>
        </pc:spChg>
        <pc:spChg chg="mod">
          <ac:chgData name="昕 许" userId="a2975fcd840abfc3" providerId="LiveId" clId="{49CCD4F9-177C-4270-9A14-60236FF377E8}" dt="2026-05-01T02:13:33.420" v="12003" actId="20577"/>
          <ac:spMkLst>
            <pc:docMk/>
            <pc:sldMk cId="4025301132" sldId="365"/>
            <ac:spMk id="111" creationId="{BA45C6CB-D6A1-67B0-A953-A18CAF3EB40A}"/>
          </ac:spMkLst>
        </pc:spChg>
        <pc:spChg chg="mod">
          <ac:chgData name="昕 许" userId="a2975fcd840abfc3" providerId="LiveId" clId="{49CCD4F9-177C-4270-9A14-60236FF377E8}" dt="2026-05-01T02:12:57.121" v="11949"/>
          <ac:spMkLst>
            <pc:docMk/>
            <pc:sldMk cId="4025301132" sldId="365"/>
            <ac:spMk id="113" creationId="{CD73E508-D517-D09F-270F-575DDCBBB831}"/>
          </ac:spMkLst>
        </pc:spChg>
        <pc:spChg chg="mod">
          <ac:chgData name="昕 许" userId="a2975fcd840abfc3" providerId="LiveId" clId="{49CCD4F9-177C-4270-9A14-60236FF377E8}" dt="2026-05-01T02:12:57.121" v="11949"/>
          <ac:spMkLst>
            <pc:docMk/>
            <pc:sldMk cId="4025301132" sldId="365"/>
            <ac:spMk id="114" creationId="{BB6BBBD5-9CBD-4311-D74C-0D96FC445DF4}"/>
          </ac:spMkLst>
        </pc:spChg>
        <pc:spChg chg="mod">
          <ac:chgData name="昕 许" userId="a2975fcd840abfc3" providerId="LiveId" clId="{49CCD4F9-177C-4270-9A14-60236FF377E8}" dt="2026-05-01T02:13:34.794" v="12004"/>
          <ac:spMkLst>
            <pc:docMk/>
            <pc:sldMk cId="4025301132" sldId="365"/>
            <ac:spMk id="116" creationId="{D98DA0FF-86D2-6746-3B1F-4E6A7FBE9ACB}"/>
          </ac:spMkLst>
        </pc:spChg>
        <pc:spChg chg="mod">
          <ac:chgData name="昕 许" userId="a2975fcd840abfc3" providerId="LiveId" clId="{49CCD4F9-177C-4270-9A14-60236FF377E8}" dt="2026-05-01T02:13:37.269" v="12006" actId="20577"/>
          <ac:spMkLst>
            <pc:docMk/>
            <pc:sldMk cId="4025301132" sldId="365"/>
            <ac:spMk id="117" creationId="{BB841286-A8CC-08C2-F342-E5A6AEF1E790}"/>
          </ac:spMkLst>
        </pc:spChg>
        <pc:spChg chg="add mod">
          <ac:chgData name="昕 许" userId="a2975fcd840abfc3" providerId="LiveId" clId="{49CCD4F9-177C-4270-9A14-60236FF377E8}" dt="2026-05-01T02:15:13.643" v="12049" actId="1076"/>
          <ac:spMkLst>
            <pc:docMk/>
            <pc:sldMk cId="4025301132" sldId="365"/>
            <ac:spMk id="118" creationId="{9403B24F-1F9E-752A-7E43-38DB9EE0A4E2}"/>
          </ac:spMkLst>
        </pc:spChg>
        <pc:spChg chg="add mod">
          <ac:chgData name="昕 许" userId="a2975fcd840abfc3" providerId="LiveId" clId="{49CCD4F9-177C-4270-9A14-60236FF377E8}" dt="2026-05-01T02:20:12.071" v="12196" actId="1076"/>
          <ac:spMkLst>
            <pc:docMk/>
            <pc:sldMk cId="4025301132" sldId="365"/>
            <ac:spMk id="136" creationId="{A2C07C9B-EFF6-4500-2E0A-19E6C8B65BFF}"/>
          </ac:spMkLst>
        </pc:spChg>
        <pc:spChg chg="add mod topLvl">
          <ac:chgData name="昕 许" userId="a2975fcd840abfc3" providerId="LiveId" clId="{49CCD4F9-177C-4270-9A14-60236FF377E8}" dt="2026-05-01T02:20:09.976" v="12195" actId="1076"/>
          <ac:spMkLst>
            <pc:docMk/>
            <pc:sldMk cId="4025301132" sldId="365"/>
            <ac:spMk id="137" creationId="{42CC5CCE-68A0-C2DC-9FD4-E77B4E472B0D}"/>
          </ac:spMkLst>
        </pc:spChg>
        <pc:spChg chg="add del mod">
          <ac:chgData name="昕 许" userId="a2975fcd840abfc3" providerId="LiveId" clId="{49CCD4F9-177C-4270-9A14-60236FF377E8}" dt="2026-05-01T02:17:41.563" v="12137" actId="478"/>
          <ac:spMkLst>
            <pc:docMk/>
            <pc:sldMk cId="4025301132" sldId="365"/>
            <ac:spMk id="138" creationId="{B0F3D693-355E-AE67-1883-ECD06F38FB7B}"/>
          </ac:spMkLst>
        </pc:spChg>
        <pc:spChg chg="add del mod topLvl">
          <ac:chgData name="昕 许" userId="a2975fcd840abfc3" providerId="LiveId" clId="{49CCD4F9-177C-4270-9A14-60236FF377E8}" dt="2026-05-01T02:17:43.113" v="12138" actId="478"/>
          <ac:spMkLst>
            <pc:docMk/>
            <pc:sldMk cId="4025301132" sldId="365"/>
            <ac:spMk id="139" creationId="{BFEAF2D5-D07A-5F31-51B2-C1D462F39540}"/>
          </ac:spMkLst>
        </pc:spChg>
        <pc:spChg chg="add del mod">
          <ac:chgData name="昕 许" userId="a2975fcd840abfc3" providerId="LiveId" clId="{49CCD4F9-177C-4270-9A14-60236FF377E8}" dt="2026-05-01T02:19:03.171" v="12178" actId="478"/>
          <ac:spMkLst>
            <pc:docMk/>
            <pc:sldMk cId="4025301132" sldId="365"/>
            <ac:spMk id="140" creationId="{CE60DB15-2A39-4B90-5028-C3ED3342E94F}"/>
          </ac:spMkLst>
        </pc:spChg>
        <pc:spChg chg="add del mod">
          <ac:chgData name="昕 许" userId="a2975fcd840abfc3" providerId="LiveId" clId="{49CCD4F9-177C-4270-9A14-60236FF377E8}" dt="2026-05-01T02:17:30.590" v="12134" actId="478"/>
          <ac:spMkLst>
            <pc:docMk/>
            <pc:sldMk cId="4025301132" sldId="365"/>
            <ac:spMk id="142" creationId="{CD055F55-EF38-814B-DA46-5D16C4CEECFE}"/>
          </ac:spMkLst>
        </pc:spChg>
        <pc:grpChg chg="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20" creationId="{6D14AE64-2442-3464-7B07-E20183DBB3B4}"/>
          </ac:grpSpMkLst>
        </pc:grpChg>
        <pc:grpChg chg="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23" creationId="{2E5FFB61-C8AA-087B-013A-D80BC53B9B22}"/>
          </ac:grpSpMkLst>
        </pc:grpChg>
        <pc:grpChg chg="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31" creationId="{0AA5DB75-2A5A-9819-BA12-AA6E426817EA}"/>
          </ac:grpSpMkLst>
        </pc:grpChg>
        <pc:grpChg chg="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54" creationId="{60C1EF67-16F0-462F-35D0-4AFFBDFC00D3}"/>
          </ac:grpSpMkLst>
        </pc:grpChg>
        <pc:grpChg chg="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57" creationId="{3D547834-00A5-F2DF-D66B-5D503F01A601}"/>
          </ac:grpSpMkLst>
        </pc:grpChg>
        <pc:grpChg chg="del mod">
          <ac:chgData name="昕 许" userId="a2975fcd840abfc3" providerId="LiveId" clId="{49CCD4F9-177C-4270-9A14-60236FF377E8}" dt="2026-05-01T02:09:37.036" v="11888" actId="478"/>
          <ac:grpSpMkLst>
            <pc:docMk/>
            <pc:sldMk cId="4025301132" sldId="365"/>
            <ac:grpSpMk id="60" creationId="{1CC9561A-05A0-9CBC-B43F-3E19C45642B2}"/>
          </ac:grpSpMkLst>
        </pc:grpChg>
        <pc:grpChg chg="del mod">
          <ac:chgData name="昕 许" userId="a2975fcd840abfc3" providerId="LiveId" clId="{49CCD4F9-177C-4270-9A14-60236FF377E8}" dt="2026-05-01T02:09:48.403" v="11891" actId="478"/>
          <ac:grpSpMkLst>
            <pc:docMk/>
            <pc:sldMk cId="4025301132" sldId="365"/>
            <ac:grpSpMk id="73" creationId="{67539006-518F-5B47-BBB9-FF7BBDD44F04}"/>
          </ac:grpSpMkLst>
        </pc:grpChg>
        <pc:grpChg chg="del mod">
          <ac:chgData name="昕 许" userId="a2975fcd840abfc3" providerId="LiveId" clId="{49CCD4F9-177C-4270-9A14-60236FF377E8}" dt="2026-05-01T02:09:48.403" v="11891" actId="478"/>
          <ac:grpSpMkLst>
            <pc:docMk/>
            <pc:sldMk cId="4025301132" sldId="365"/>
            <ac:grpSpMk id="76" creationId="{EB4D1AF4-0936-6167-CED6-2148D52B2D88}"/>
          </ac:grpSpMkLst>
        </pc:grpChg>
        <pc:grpChg chg="del mod">
          <ac:chgData name="昕 许" userId="a2975fcd840abfc3" providerId="LiveId" clId="{49CCD4F9-177C-4270-9A14-60236FF377E8}" dt="2026-05-01T02:09:48.403" v="11891" actId="478"/>
          <ac:grpSpMkLst>
            <pc:docMk/>
            <pc:sldMk cId="4025301132" sldId="365"/>
            <ac:grpSpMk id="81" creationId="{5E34568D-66DA-9888-5B79-D331183A6AF1}"/>
          </ac:grpSpMkLst>
        </pc:grpChg>
        <pc:grpChg chg="del mod">
          <ac:chgData name="昕 许" userId="a2975fcd840abfc3" providerId="LiveId" clId="{49CCD4F9-177C-4270-9A14-60236FF377E8}" dt="2026-05-01T02:09:48.403" v="11891" actId="478"/>
          <ac:grpSpMkLst>
            <pc:docMk/>
            <pc:sldMk cId="4025301132" sldId="365"/>
            <ac:grpSpMk id="84" creationId="{549DF124-7421-1A63-2E81-B00809EC2F77}"/>
          </ac:grpSpMkLst>
        </pc:grpChg>
        <pc:grpChg chg="mod">
          <ac:chgData name="昕 许" userId="a2975fcd840abfc3" providerId="LiveId" clId="{49CCD4F9-177C-4270-9A14-60236FF377E8}" dt="2026-05-01T02:14:29.053" v="12021" actId="164"/>
          <ac:grpSpMkLst>
            <pc:docMk/>
            <pc:sldMk cId="4025301132" sldId="365"/>
            <ac:grpSpMk id="103" creationId="{E19AD5D1-2D54-179E-A7C5-D5E142CFEDFF}"/>
          </ac:grpSpMkLst>
        </pc:grpChg>
        <pc:grpChg chg="mod">
          <ac:chgData name="昕 许" userId="a2975fcd840abfc3" providerId="LiveId" clId="{49CCD4F9-177C-4270-9A14-60236FF377E8}" dt="2026-05-01T02:14:29.053" v="12021" actId="164"/>
          <ac:grpSpMkLst>
            <pc:docMk/>
            <pc:sldMk cId="4025301132" sldId="365"/>
            <ac:grpSpMk id="106" creationId="{61E3226C-0B81-3EE5-DC3C-5FAE6FDA44AF}"/>
          </ac:grpSpMkLst>
        </pc:grpChg>
        <pc:grpChg chg="mod">
          <ac:chgData name="昕 许" userId="a2975fcd840abfc3" providerId="LiveId" clId="{49CCD4F9-177C-4270-9A14-60236FF377E8}" dt="2026-05-01T02:14:29.053" v="12021" actId="164"/>
          <ac:grpSpMkLst>
            <pc:docMk/>
            <pc:sldMk cId="4025301132" sldId="365"/>
            <ac:grpSpMk id="109" creationId="{61BAD7F2-3B36-6D14-88AD-A9633F755AB3}"/>
          </ac:grpSpMkLst>
        </pc:grpChg>
        <pc:grpChg chg="mod">
          <ac:chgData name="昕 许" userId="a2975fcd840abfc3" providerId="LiveId" clId="{49CCD4F9-177C-4270-9A14-60236FF377E8}" dt="2026-05-01T02:14:29.053" v="12021" actId="164"/>
          <ac:grpSpMkLst>
            <pc:docMk/>
            <pc:sldMk cId="4025301132" sldId="365"/>
            <ac:grpSpMk id="112" creationId="{1A105564-9B74-DD13-6CB3-F6884DED6488}"/>
          </ac:grpSpMkLst>
        </pc:grpChg>
        <pc:grpChg chg="mod">
          <ac:chgData name="昕 许" userId="a2975fcd840abfc3" providerId="LiveId" clId="{49CCD4F9-177C-4270-9A14-60236FF377E8}" dt="2026-05-01T02:14:29.053" v="12021" actId="164"/>
          <ac:grpSpMkLst>
            <pc:docMk/>
            <pc:sldMk cId="4025301132" sldId="365"/>
            <ac:grpSpMk id="115" creationId="{3F8A04A5-D198-D484-5FA8-944FE5AC27C6}"/>
          </ac:grpSpMkLst>
        </pc:grpChg>
        <pc:grpChg chg="add 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125" creationId="{591150D2-5A98-36DF-31FA-0050E93310F4}"/>
          </ac:grpSpMkLst>
        </pc:grpChg>
        <pc:grpChg chg="add 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126" creationId="{8FEDB0EE-F293-6F81-2ED1-097E32EE5534}"/>
          </ac:grpSpMkLst>
        </pc:grpChg>
        <pc:grpChg chg="add mod">
          <ac:chgData name="昕 许" userId="a2975fcd840abfc3" providerId="LiveId" clId="{49CCD4F9-177C-4270-9A14-60236FF377E8}" dt="2026-05-01T02:16:09.943" v="12068" actId="1076"/>
          <ac:grpSpMkLst>
            <pc:docMk/>
            <pc:sldMk cId="4025301132" sldId="365"/>
            <ac:grpSpMk id="127" creationId="{E1AAF3C8-47B2-3A2E-1A70-9A35718DBEC2}"/>
          </ac:grpSpMkLst>
        </pc:grpChg>
        <pc:grpChg chg="add del mod">
          <ac:chgData name="昕 许" userId="a2975fcd840abfc3" providerId="LiveId" clId="{49CCD4F9-177C-4270-9A14-60236FF377E8}" dt="2026-05-01T02:17:43.113" v="12138" actId="478"/>
          <ac:grpSpMkLst>
            <pc:docMk/>
            <pc:sldMk cId="4025301132" sldId="365"/>
            <ac:grpSpMk id="141" creationId="{80BAA8B5-6B02-66E5-9638-F7D3F06F3D9E}"/>
          </ac:grpSpMkLst>
        </pc:grpChg>
        <pc:cxnChg chg="del mod">
          <ac:chgData name="昕 许" userId="a2975fcd840abfc3" providerId="LiveId" clId="{49CCD4F9-177C-4270-9A14-60236FF377E8}" dt="2026-05-01T02:10:18.842" v="11907" actId="478"/>
          <ac:cxnSpMkLst>
            <pc:docMk/>
            <pc:sldMk cId="4025301132" sldId="365"/>
            <ac:cxnSpMk id="66" creationId="{3A26AFEF-C0B4-E590-F1C6-1B10042BDABC}"/>
          </ac:cxnSpMkLst>
        </pc:cxnChg>
        <pc:cxnChg chg="mod">
          <ac:chgData name="昕 许" userId="a2975fcd840abfc3" providerId="LiveId" clId="{49CCD4F9-177C-4270-9A14-60236FF377E8}" dt="2026-05-01T02:14:24.028" v="12018" actId="164"/>
          <ac:cxnSpMkLst>
            <pc:docMk/>
            <pc:sldMk cId="4025301132" sldId="365"/>
            <ac:cxnSpMk id="67" creationId="{6BA06BBB-18CA-17EB-3CEA-959220C5F8F5}"/>
          </ac:cxnSpMkLst>
        </pc:cxnChg>
        <pc:cxnChg chg="del mod">
          <ac:chgData name="昕 许" userId="a2975fcd840abfc3" providerId="LiveId" clId="{49CCD4F9-177C-4270-9A14-60236FF377E8}" dt="2026-05-01T02:09:50.265" v="11894" actId="478"/>
          <ac:cxnSpMkLst>
            <pc:docMk/>
            <pc:sldMk cId="4025301132" sldId="365"/>
            <ac:cxnSpMk id="68" creationId="{682C111E-8011-70F6-16E0-3CCC66E498F1}"/>
          </ac:cxnSpMkLst>
        </pc:cxnChg>
        <pc:cxnChg chg="del mod">
          <ac:chgData name="昕 许" userId="a2975fcd840abfc3" providerId="LiveId" clId="{49CCD4F9-177C-4270-9A14-60236FF377E8}" dt="2026-05-01T02:09:50.588" v="11895" actId="478"/>
          <ac:cxnSpMkLst>
            <pc:docMk/>
            <pc:sldMk cId="4025301132" sldId="365"/>
            <ac:cxnSpMk id="69" creationId="{8049C0EF-FFC0-C172-D80C-EB0A2E53675F}"/>
          </ac:cxnSpMkLst>
        </pc:cxnChg>
        <pc:cxnChg chg="del mod">
          <ac:chgData name="昕 许" userId="a2975fcd840abfc3" providerId="LiveId" clId="{49CCD4F9-177C-4270-9A14-60236FF377E8}" dt="2026-05-01T02:09:49.363" v="11892" actId="478"/>
          <ac:cxnSpMkLst>
            <pc:docMk/>
            <pc:sldMk cId="4025301132" sldId="365"/>
            <ac:cxnSpMk id="79" creationId="{2AD5CF07-6560-E970-CCC2-1E51DCE438BA}"/>
          </ac:cxnSpMkLst>
        </pc:cxnChg>
        <pc:cxnChg chg="del mod">
          <ac:chgData name="昕 许" userId="a2975fcd840abfc3" providerId="LiveId" clId="{49CCD4F9-177C-4270-9A14-60236FF377E8}" dt="2026-05-01T02:09:49.675" v="11893" actId="478"/>
          <ac:cxnSpMkLst>
            <pc:docMk/>
            <pc:sldMk cId="4025301132" sldId="365"/>
            <ac:cxnSpMk id="80" creationId="{E2F77B19-1AA6-B9B5-4D3A-8BC87F73B937}"/>
          </ac:cxnSpMkLst>
        </pc:cxnChg>
        <pc:cxnChg chg="add mod">
          <ac:chgData name="昕 许" userId="a2975fcd840abfc3" providerId="LiveId" clId="{49CCD4F9-177C-4270-9A14-60236FF377E8}" dt="2026-05-01T02:10:07.609" v="11902"/>
          <ac:cxnSpMkLst>
            <pc:docMk/>
            <pc:sldMk cId="4025301132" sldId="365"/>
            <ac:cxnSpMk id="89" creationId="{7BFE4757-B6B4-BA59-1615-B1D4B7E97C19}"/>
          </ac:cxnSpMkLst>
        </pc:cxnChg>
        <pc:cxnChg chg="add mod">
          <ac:chgData name="昕 许" userId="a2975fcd840abfc3" providerId="LiveId" clId="{49CCD4F9-177C-4270-9A14-60236FF377E8}" dt="2026-05-01T02:10:07.609" v="11902"/>
          <ac:cxnSpMkLst>
            <pc:docMk/>
            <pc:sldMk cId="4025301132" sldId="365"/>
            <ac:cxnSpMk id="90" creationId="{71A598E1-2BA2-FE6B-0504-E73F4F118F48}"/>
          </ac:cxnSpMkLst>
        </pc:cxnChg>
        <pc:cxnChg chg="add mod">
          <ac:chgData name="昕 许" userId="a2975fcd840abfc3" providerId="LiveId" clId="{49CCD4F9-177C-4270-9A14-60236FF377E8}" dt="2026-05-01T02:14:32.438" v="12022" actId="164"/>
          <ac:cxnSpMkLst>
            <pc:docMk/>
            <pc:sldMk cId="4025301132" sldId="365"/>
            <ac:cxnSpMk id="97" creationId="{CB1858BD-FA38-5C12-B1F0-4FA10BB01BA3}"/>
          </ac:cxnSpMkLst>
        </pc:cxnChg>
        <pc:cxnChg chg="add mod">
          <ac:chgData name="昕 许" userId="a2975fcd840abfc3" providerId="LiveId" clId="{49CCD4F9-177C-4270-9A14-60236FF377E8}" dt="2026-05-01T02:14:32.438" v="12022" actId="164"/>
          <ac:cxnSpMkLst>
            <pc:docMk/>
            <pc:sldMk cId="4025301132" sldId="365"/>
            <ac:cxnSpMk id="98" creationId="{491141A8-8CAD-7224-7BF9-CC4DA9AEF340}"/>
          </ac:cxnSpMkLst>
        </pc:cxnChg>
        <pc:cxnChg chg="add mod">
          <ac:chgData name="昕 许" userId="a2975fcd840abfc3" providerId="LiveId" clId="{49CCD4F9-177C-4270-9A14-60236FF377E8}" dt="2026-05-01T02:14:29.053" v="12021" actId="164"/>
          <ac:cxnSpMkLst>
            <pc:docMk/>
            <pc:sldMk cId="4025301132" sldId="365"/>
            <ac:cxnSpMk id="119" creationId="{DD246FDA-02BB-EEC8-5C34-8BFA8C0E2858}"/>
          </ac:cxnSpMkLst>
        </pc:cxnChg>
        <pc:cxnChg chg="add mod">
          <ac:chgData name="昕 许" userId="a2975fcd840abfc3" providerId="LiveId" clId="{49CCD4F9-177C-4270-9A14-60236FF377E8}" dt="2026-05-01T02:15:13.643" v="12049" actId="1076"/>
          <ac:cxnSpMkLst>
            <pc:docMk/>
            <pc:sldMk cId="4025301132" sldId="365"/>
            <ac:cxnSpMk id="121" creationId="{F47FE2AE-28B9-6090-3754-163D5AE1629B}"/>
          </ac:cxnSpMkLst>
        </pc:cxnChg>
        <pc:cxnChg chg="add del mod">
          <ac:chgData name="昕 许" userId="a2975fcd840abfc3" providerId="LiveId" clId="{49CCD4F9-177C-4270-9A14-60236FF377E8}" dt="2026-05-01T02:15:36.730" v="12059" actId="478"/>
          <ac:cxnSpMkLst>
            <pc:docMk/>
            <pc:sldMk cId="4025301132" sldId="365"/>
            <ac:cxnSpMk id="129" creationId="{0F6A0E0B-B4EC-BA0A-53B1-F1F2A3EA32D0}"/>
          </ac:cxnSpMkLst>
        </pc:cxnChg>
        <pc:cxnChg chg="add mod">
          <ac:chgData name="昕 许" userId="a2975fcd840abfc3" providerId="LiveId" clId="{49CCD4F9-177C-4270-9A14-60236FF377E8}" dt="2026-05-01T02:15:55.728" v="12064" actId="14100"/>
          <ac:cxnSpMkLst>
            <pc:docMk/>
            <pc:sldMk cId="4025301132" sldId="365"/>
            <ac:cxnSpMk id="131" creationId="{2624A49A-B06E-A513-4663-796C318A4281}"/>
          </ac:cxnSpMkLst>
        </pc:cxnChg>
        <pc:cxnChg chg="add mod">
          <ac:chgData name="昕 许" userId="a2975fcd840abfc3" providerId="LiveId" clId="{49CCD4F9-177C-4270-9A14-60236FF377E8}" dt="2026-05-01T02:16:09.943" v="12068" actId="1076"/>
          <ac:cxnSpMkLst>
            <pc:docMk/>
            <pc:sldMk cId="4025301132" sldId="365"/>
            <ac:cxnSpMk id="134" creationId="{72D564A5-7A8E-F777-6E52-A8CF5CF1AAFB}"/>
          </ac:cxnSpMkLst>
        </pc:cxnChg>
        <pc:cxnChg chg="add mod">
          <ac:chgData name="昕 许" userId="a2975fcd840abfc3" providerId="LiveId" clId="{49CCD4F9-177C-4270-9A14-60236FF377E8}" dt="2026-05-01T02:20:15.781" v="12197" actId="14100"/>
          <ac:cxnSpMkLst>
            <pc:docMk/>
            <pc:sldMk cId="4025301132" sldId="365"/>
            <ac:cxnSpMk id="143" creationId="{DAA6E0F6-F421-3432-08C3-664D8BEDC0DE}"/>
          </ac:cxnSpMkLst>
        </pc:cxnChg>
      </pc:sldChg>
      <pc:sldChg chg="addSp delSp modSp add mod">
        <pc:chgData name="昕 许" userId="a2975fcd840abfc3" providerId="LiveId" clId="{49CCD4F9-177C-4270-9A14-60236FF377E8}" dt="2026-05-01T02:27:08.390" v="12279" actId="478"/>
        <pc:sldMkLst>
          <pc:docMk/>
          <pc:sldMk cId="328890681" sldId="366"/>
        </pc:sldMkLst>
        <pc:spChg chg="mod">
          <ac:chgData name="昕 许" userId="a2975fcd840abfc3" providerId="LiveId" clId="{49CCD4F9-177C-4270-9A14-60236FF377E8}" dt="2026-05-01T02:24:37.984" v="12267" actId="113"/>
          <ac:spMkLst>
            <pc:docMk/>
            <pc:sldMk cId="328890681" sldId="366"/>
            <ac:spMk id="3" creationId="{670BFBF4-E9D3-7012-F204-3E64866CDB0F}"/>
          </ac:spMkLst>
        </pc:spChg>
        <pc:spChg chg="mod">
          <ac:chgData name="昕 许" userId="a2975fcd840abfc3" providerId="LiveId" clId="{49CCD4F9-177C-4270-9A14-60236FF377E8}" dt="2026-05-01T02:24:49.747" v="12273" actId="20577"/>
          <ac:spMkLst>
            <pc:docMk/>
            <pc:sldMk cId="328890681" sldId="366"/>
            <ac:spMk id="4" creationId="{4808B4F4-7359-5538-4B9C-07CCF2066517}"/>
          </ac:spMkLst>
        </pc:spChg>
        <pc:spChg chg="add del mod">
          <ac:chgData name="昕 许" userId="a2975fcd840abfc3" providerId="LiveId" clId="{49CCD4F9-177C-4270-9A14-60236FF377E8}" dt="2026-05-01T02:24:48.310" v="12272" actId="20577"/>
          <ac:spMkLst>
            <pc:docMk/>
            <pc:sldMk cId="328890681" sldId="366"/>
            <ac:spMk id="10" creationId="{1253DD87-1FAA-4B81-2596-BD2F59CF54FD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17" creationId="{27BA5664-BE37-527F-58F4-626374E00C29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19" creationId="{E4621E2A-EAD9-5698-24CF-BF8C64FDB97E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26" creationId="{6E9E929D-D09D-BB43-A750-05BD6BB2EF93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28" creationId="{96057617-53AC-999B-9FAF-A44CEDBB4384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29" creationId="{5A500A69-DD0F-C8B3-2A7D-9408FD69D1BF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30" creationId="{22DD5CCE-6F38-B580-90E2-DDE343743230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32" creationId="{3EF04A4F-00BF-93FB-624E-FCBC5E101A4E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33" creationId="{9B102DB5-983A-DF52-6255-2ABF09DE6492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34" creationId="{09DA74CC-9F76-C150-FFE7-448DBB09D6E0}"/>
          </ac:spMkLst>
        </pc:spChg>
        <pc:spChg chg="mod">
          <ac:chgData name="昕 许" userId="a2975fcd840abfc3" providerId="LiveId" clId="{49CCD4F9-177C-4270-9A14-60236FF377E8}" dt="2026-05-01T02:23:52.047" v="12243"/>
          <ac:spMkLst>
            <pc:docMk/>
            <pc:sldMk cId="328890681" sldId="366"/>
            <ac:spMk id="36" creationId="{01F89BDE-8733-E7C8-6D2B-5366351E000E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39" creationId="{55FEAD05-C71F-F97F-81C8-89C49A5B8302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42" creationId="{7CDC8AEF-AE49-FF92-A887-212CEE67ECE1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45" creationId="{ADD75332-CC5E-4D9A-8D4B-EA91D961B2B9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49" creationId="{5042A790-37B8-DC62-D9A7-2A700AB69A34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73" creationId="{D3E7D8A1-DE39-0856-35F3-62D66B183A6F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78" creationId="{1D0CCAF2-0C8F-32C8-AA01-5C0C52CE5994}"/>
          </ac:spMkLst>
        </pc:spChg>
        <pc:spChg chg="mod">
          <ac:chgData name="昕 许" userId="a2975fcd840abfc3" providerId="LiveId" clId="{49CCD4F9-177C-4270-9A14-60236FF377E8}" dt="2026-05-01T02:24:39.729" v="12269" actId="1076"/>
          <ac:spMkLst>
            <pc:docMk/>
            <pc:sldMk cId="328890681" sldId="366"/>
            <ac:spMk id="80" creationId="{F9A4FAA9-A6DD-9F99-D6D7-E4D7E1A90D23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87" creationId="{1F6B47A2-CFA9-216E-8108-93FF02EF3203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91" creationId="{E1EF031A-6BC8-C1DA-BFF0-C047E7EA4A07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92" creationId="{86A25D28-B0F6-2616-F49A-CD3243DE17A5}"/>
          </ac:spMkLst>
        </pc:spChg>
        <pc:spChg chg="add del">
          <ac:chgData name="昕 许" userId="a2975fcd840abfc3" providerId="LiveId" clId="{49CCD4F9-177C-4270-9A14-60236FF377E8}" dt="2026-05-01T02:24:40.655" v="12270" actId="478"/>
          <ac:spMkLst>
            <pc:docMk/>
            <pc:sldMk cId="328890681" sldId="366"/>
            <ac:spMk id="102" creationId="{261B9092-6BDC-B726-8BE9-078D3B4F250F}"/>
          </ac:spMkLst>
        </pc:spChg>
        <pc:spChg chg="mod">
          <ac:chgData name="昕 许" userId="a2975fcd840abfc3" providerId="LiveId" clId="{49CCD4F9-177C-4270-9A14-60236FF377E8}" dt="2026-05-01T02:24:00.893" v="12245"/>
          <ac:spMkLst>
            <pc:docMk/>
            <pc:sldMk cId="328890681" sldId="366"/>
            <ac:spMk id="123" creationId="{78C02969-2AD5-515C-6C26-3469BC1485B5}"/>
          </ac:spMkLst>
        </pc:spChg>
        <pc:spChg chg="add del mod">
          <ac:chgData name="昕 许" userId="a2975fcd840abfc3" providerId="LiveId" clId="{49CCD4F9-177C-4270-9A14-60236FF377E8}" dt="2026-05-01T02:24:39.729" v="12269" actId="1076"/>
          <ac:spMkLst>
            <pc:docMk/>
            <pc:sldMk cId="328890681" sldId="366"/>
            <ac:spMk id="133" creationId="{72A8CCFD-AB3B-AFDD-9D63-6F1F2D287F09}"/>
          </ac:spMkLst>
        </pc:spChg>
        <pc:spChg chg="add del mod">
          <ac:chgData name="昕 许" userId="a2975fcd840abfc3" providerId="LiveId" clId="{49CCD4F9-177C-4270-9A14-60236FF377E8}" dt="2026-05-01T02:24:39.729" v="12269" actId="1076"/>
          <ac:spMkLst>
            <pc:docMk/>
            <pc:sldMk cId="328890681" sldId="366"/>
            <ac:spMk id="135" creationId="{85F24FF6-41F6-5ABE-CED7-7FE70A4C740B}"/>
          </ac:spMkLst>
        </pc:spChg>
        <pc:spChg chg="del">
          <ac:chgData name="昕 许" userId="a2975fcd840abfc3" providerId="LiveId" clId="{49CCD4F9-177C-4270-9A14-60236FF377E8}" dt="2026-05-01T02:21:43.625" v="12203" actId="478"/>
          <ac:spMkLst>
            <pc:docMk/>
            <pc:sldMk cId="328890681" sldId="366"/>
            <ac:spMk id="136" creationId="{8483F670-B4C2-E858-9E7D-1E6FA9ED66AB}"/>
          </ac:spMkLst>
        </pc:spChg>
        <pc:spChg chg="del">
          <ac:chgData name="昕 许" userId="a2975fcd840abfc3" providerId="LiveId" clId="{49CCD4F9-177C-4270-9A14-60236FF377E8}" dt="2026-05-01T02:21:44.870" v="12204" actId="478"/>
          <ac:spMkLst>
            <pc:docMk/>
            <pc:sldMk cId="328890681" sldId="366"/>
            <ac:spMk id="137" creationId="{370D4BD4-3405-7E09-90CB-37AC0B9BCD5F}"/>
          </ac:spMkLst>
        </pc:spChg>
        <pc:grpChg chg="add mod">
          <ac:chgData name="昕 许" userId="a2975fcd840abfc3" providerId="LiveId" clId="{49CCD4F9-177C-4270-9A14-60236FF377E8}" dt="2026-05-01T02:24:39.326" v="12268" actId="1076"/>
          <ac:grpSpMkLst>
            <pc:docMk/>
            <pc:sldMk cId="328890681" sldId="366"/>
            <ac:grpSpMk id="2" creationId="{2AB4CCE6-4E45-D807-0F60-A4F4ADF50289}"/>
          </ac:grpSpMkLst>
        </pc:grpChg>
        <pc:grpChg chg="add del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20" creationId="{AE223A24-1837-4E42-5AEA-D06CF6496E8A}"/>
          </ac:grpSpMkLst>
        </pc:grpChg>
        <pc:grpChg chg="add del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23" creationId="{57E78AAF-9C5C-6661-A746-C695AF610808}"/>
          </ac:grpSpMkLst>
        </pc:grpChg>
        <pc:grpChg chg="add del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31" creationId="{97C1BF92-1BBF-76D7-8C88-F4EFFF8CFCF8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38" creationId="{B227DA70-8AAA-5F4F-46B1-0BAC3B2E1FBF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44" creationId="{DC90D18F-96F8-78D0-7AB2-1FFCB022B0EA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47" creationId="{156CAEE9-EA76-5B16-0063-D344538D5DD3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50" creationId="{08FE2292-2E98-AAF0-784F-1242256E1E35}"/>
          </ac:grpSpMkLst>
        </pc:grpChg>
        <pc:grpChg chg="add del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54" creationId="{0A42FB32-2393-ED77-19B7-1243BB8EA562}"/>
          </ac:grpSpMkLst>
        </pc:grpChg>
        <pc:grpChg chg="add del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57" creationId="{69ED2EB5-3B30-DB6D-11BA-FEA4741916D9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60" creationId="{C0D924E0-E48E-E0E3-BE72-CE6CD5586DC4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69" creationId="{D390411E-C985-E62B-35AC-805D3E01F2B0}"/>
          </ac:grpSpMkLst>
        </pc:grpChg>
        <pc:grpChg chg="mod">
          <ac:chgData name="昕 许" userId="a2975fcd840abfc3" providerId="LiveId" clId="{49CCD4F9-177C-4270-9A14-60236FF377E8}" dt="2026-05-01T02:24:39.729" v="12269" actId="1076"/>
          <ac:grpSpMkLst>
            <pc:docMk/>
            <pc:sldMk cId="328890681" sldId="366"/>
            <ac:grpSpMk id="81" creationId="{DA8DB7C8-8B0F-1DBA-A9E5-1C4DFB40B929}"/>
          </ac:grpSpMkLst>
        </pc:grpChg>
        <pc:grpChg chg="add del mod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125" creationId="{E4BE3054-A8D5-1E21-E638-8D7ADA53F292}"/>
          </ac:grpSpMkLst>
        </pc:grpChg>
        <pc:grpChg chg="del">
          <ac:chgData name="昕 许" userId="a2975fcd840abfc3" providerId="LiveId" clId="{49CCD4F9-177C-4270-9A14-60236FF377E8}" dt="2026-05-01T02:21:40.021" v="12200" actId="478"/>
          <ac:grpSpMkLst>
            <pc:docMk/>
            <pc:sldMk cId="328890681" sldId="366"/>
            <ac:grpSpMk id="126" creationId="{FDE52EF6-F2EA-F87F-5385-45E026249C64}"/>
          </ac:grpSpMkLst>
        </pc:grpChg>
        <pc:grpChg chg="add del mod">
          <ac:chgData name="昕 许" userId="a2975fcd840abfc3" providerId="LiveId" clId="{49CCD4F9-177C-4270-9A14-60236FF377E8}" dt="2026-05-01T02:24:40.655" v="12270" actId="478"/>
          <ac:grpSpMkLst>
            <pc:docMk/>
            <pc:sldMk cId="328890681" sldId="366"/>
            <ac:grpSpMk id="127" creationId="{56E95ABE-00A8-1089-A6C6-8AA8DA1536DC}"/>
          </ac:grpSpMkLst>
        </pc:grpChg>
        <pc:cxnChg chg="add del mod">
          <ac:chgData name="昕 许" userId="a2975fcd840abfc3" providerId="LiveId" clId="{49CCD4F9-177C-4270-9A14-60236FF377E8}" dt="2026-05-01T02:27:08.390" v="12279" actId="478"/>
          <ac:cxnSpMkLst>
            <pc:docMk/>
            <pc:sldMk cId="328890681" sldId="366"/>
            <ac:cxnSpMk id="5" creationId="{BBB04E1C-C5DB-A776-8C1F-C9D43CC3CA0D}"/>
          </ac:cxnSpMkLst>
        </pc:cxnChg>
        <pc:cxnChg chg="mod">
          <ac:chgData name="昕 许" userId="a2975fcd840abfc3" providerId="LiveId" clId="{49CCD4F9-177C-4270-9A14-60236FF377E8}" dt="2026-05-01T02:24:40.655" v="12270" actId="478"/>
          <ac:cxnSpMkLst>
            <pc:docMk/>
            <pc:sldMk cId="328890681" sldId="366"/>
            <ac:cxnSpMk id="67" creationId="{B47C01BB-579E-BC29-AD94-D003FB9BDE33}"/>
          </ac:cxnSpMkLst>
        </pc:cxnChg>
        <pc:cxnChg chg="add del">
          <ac:chgData name="昕 许" userId="a2975fcd840abfc3" providerId="LiveId" clId="{49CCD4F9-177C-4270-9A14-60236FF377E8}" dt="2026-05-01T02:24:36.777" v="12264" actId="478"/>
          <ac:cxnSpMkLst>
            <pc:docMk/>
            <pc:sldMk cId="328890681" sldId="366"/>
            <ac:cxnSpMk id="88" creationId="{9460032D-0035-6A1F-DDDA-65B78508BFC0}"/>
          </ac:cxnSpMkLst>
        </pc:cxnChg>
        <pc:cxnChg chg="del mod">
          <ac:chgData name="昕 许" userId="a2975fcd840abfc3" providerId="LiveId" clId="{49CCD4F9-177C-4270-9A14-60236FF377E8}" dt="2026-05-01T02:21:41.683" v="12201" actId="478"/>
          <ac:cxnSpMkLst>
            <pc:docMk/>
            <pc:sldMk cId="328890681" sldId="366"/>
            <ac:cxnSpMk id="121" creationId="{2FBC4113-C240-8171-6D67-771E5F2F12D0}"/>
          </ac:cxnSpMkLst>
        </pc:cxnChg>
        <pc:cxnChg chg="add del">
          <ac:chgData name="昕 许" userId="a2975fcd840abfc3" providerId="LiveId" clId="{49CCD4F9-177C-4270-9A14-60236FF377E8}" dt="2026-05-01T02:24:37.221" v="12265" actId="478"/>
          <ac:cxnSpMkLst>
            <pc:docMk/>
            <pc:sldMk cId="328890681" sldId="366"/>
            <ac:cxnSpMk id="130" creationId="{77066A2D-9943-A731-46E4-4D515DE45E91}"/>
          </ac:cxnSpMkLst>
        </pc:cxnChg>
        <pc:cxnChg chg="del">
          <ac:chgData name="昕 许" userId="a2975fcd840abfc3" providerId="LiveId" clId="{49CCD4F9-177C-4270-9A14-60236FF377E8}" dt="2026-05-01T02:21:38.292" v="12199" actId="478"/>
          <ac:cxnSpMkLst>
            <pc:docMk/>
            <pc:sldMk cId="328890681" sldId="366"/>
            <ac:cxnSpMk id="131" creationId="{8792F8B0-D1EA-F70B-1DE9-1516F91BAADB}"/>
          </ac:cxnSpMkLst>
        </pc:cxnChg>
        <pc:cxnChg chg="add del">
          <ac:chgData name="昕 许" userId="a2975fcd840abfc3" providerId="LiveId" clId="{49CCD4F9-177C-4270-9A14-60236FF377E8}" dt="2026-05-01T02:24:36.197" v="12263" actId="478"/>
          <ac:cxnSpMkLst>
            <pc:docMk/>
            <pc:sldMk cId="328890681" sldId="366"/>
            <ac:cxnSpMk id="132" creationId="{ABF722C7-4E4B-24C9-818D-9DC1DBF54ED6}"/>
          </ac:cxnSpMkLst>
        </pc:cxnChg>
        <pc:cxnChg chg="del">
          <ac:chgData name="昕 许" userId="a2975fcd840abfc3" providerId="LiveId" clId="{49CCD4F9-177C-4270-9A14-60236FF377E8}" dt="2026-05-01T02:21:42.437" v="12202" actId="478"/>
          <ac:cxnSpMkLst>
            <pc:docMk/>
            <pc:sldMk cId="328890681" sldId="366"/>
            <ac:cxnSpMk id="134" creationId="{9968CC0E-9F0C-C18D-754C-1B770A378486}"/>
          </ac:cxnSpMkLst>
        </pc:cxnChg>
        <pc:cxnChg chg="add del mod">
          <ac:chgData name="昕 许" userId="a2975fcd840abfc3" providerId="LiveId" clId="{49CCD4F9-177C-4270-9A14-60236FF377E8}" dt="2026-05-01T02:24:35.833" v="12262" actId="478"/>
          <ac:cxnSpMkLst>
            <pc:docMk/>
            <pc:sldMk cId="328890681" sldId="366"/>
            <ac:cxnSpMk id="138" creationId="{9EF4D6F0-8C94-8785-7B70-4C7F985D09D4}"/>
          </ac:cxnSpMkLst>
        </pc:cxnChg>
        <pc:cxnChg chg="add mod">
          <ac:chgData name="昕 许" userId="a2975fcd840abfc3" providerId="LiveId" clId="{49CCD4F9-177C-4270-9A14-60236FF377E8}" dt="2026-05-01T02:25:41.140" v="12277" actId="14100"/>
          <ac:cxnSpMkLst>
            <pc:docMk/>
            <pc:sldMk cId="328890681" sldId="366"/>
            <ac:cxnSpMk id="139" creationId="{588CCA70-2B4E-D030-A246-CAF0BF1580B5}"/>
          </ac:cxnSpMkLst>
        </pc:cxnChg>
        <pc:cxnChg chg="del mod">
          <ac:chgData name="昕 许" userId="a2975fcd840abfc3" providerId="LiveId" clId="{49CCD4F9-177C-4270-9A14-60236FF377E8}" dt="2026-05-01T02:21:46.250" v="12205" actId="478"/>
          <ac:cxnSpMkLst>
            <pc:docMk/>
            <pc:sldMk cId="328890681" sldId="366"/>
            <ac:cxnSpMk id="143" creationId="{76AB935A-F394-E994-B924-AAA60A6FDCE4}"/>
          </ac:cxnSpMkLst>
        </pc:cxnChg>
      </pc:sldChg>
      <pc:sldChg chg="addSp delSp modSp add mod">
        <pc:chgData name="昕 许" userId="a2975fcd840abfc3" providerId="LiveId" clId="{49CCD4F9-177C-4270-9A14-60236FF377E8}" dt="2026-05-01T02:29:10.646" v="12386" actId="14100"/>
        <pc:sldMkLst>
          <pc:docMk/>
          <pc:sldMk cId="2927619093" sldId="367"/>
        </pc:sldMkLst>
        <pc:spChg chg="mod">
          <ac:chgData name="昕 许" userId="a2975fcd840abfc3" providerId="LiveId" clId="{49CCD4F9-177C-4270-9A14-60236FF377E8}" dt="2026-05-01T02:28:05.624" v="12298" actId="207"/>
          <ac:spMkLst>
            <pc:docMk/>
            <pc:sldMk cId="2927619093" sldId="367"/>
            <ac:spMk id="4" creationId="{A2408923-4A0F-7FAB-ECE5-02A0A0E1018F}"/>
          </ac:spMkLst>
        </pc:spChg>
        <pc:spChg chg="add mod">
          <ac:chgData name="昕 许" userId="a2975fcd840abfc3" providerId="LiveId" clId="{49CCD4F9-177C-4270-9A14-60236FF377E8}" dt="2026-05-01T02:27:34.985" v="12285"/>
          <ac:spMkLst>
            <pc:docMk/>
            <pc:sldMk cId="2927619093" sldId="367"/>
            <ac:spMk id="6" creationId="{9DE3DD6C-4267-E836-2362-A0F768E63B4D}"/>
          </ac:spMkLst>
        </pc:spChg>
        <pc:spChg chg="del">
          <ac:chgData name="昕 许" userId="a2975fcd840abfc3" providerId="LiveId" clId="{49CCD4F9-177C-4270-9A14-60236FF377E8}" dt="2026-05-01T02:27:54.364" v="12293" actId="478"/>
          <ac:spMkLst>
            <pc:docMk/>
            <pc:sldMk cId="2927619093" sldId="367"/>
            <ac:spMk id="10" creationId="{36060A9F-ACE3-2C02-49DC-F478E962B737}"/>
          </ac:spMkLst>
        </pc:spChg>
        <pc:spChg chg="mod">
          <ac:chgData name="昕 许" userId="a2975fcd840abfc3" providerId="LiveId" clId="{49CCD4F9-177C-4270-9A14-60236FF377E8}" dt="2026-05-01T02:27:41.074" v="12287"/>
          <ac:spMkLst>
            <pc:docMk/>
            <pc:sldMk cId="2927619093" sldId="367"/>
            <ac:spMk id="11" creationId="{B4686B7A-433B-FB21-B0CF-1F24CAC811FA}"/>
          </ac:spMkLst>
        </pc:spChg>
        <pc:spChg chg="mod">
          <ac:chgData name="昕 许" userId="a2975fcd840abfc3" providerId="LiveId" clId="{49CCD4F9-177C-4270-9A14-60236FF377E8}" dt="2026-05-01T02:27:51.151" v="12292" actId="20577"/>
          <ac:spMkLst>
            <pc:docMk/>
            <pc:sldMk cId="2927619093" sldId="367"/>
            <ac:spMk id="12" creationId="{6E8CF372-739D-4A9E-4B0E-051284D642E4}"/>
          </ac:spMkLst>
        </pc:spChg>
        <pc:spChg chg="mod">
          <ac:chgData name="昕 许" userId="a2975fcd840abfc3" providerId="LiveId" clId="{49CCD4F9-177C-4270-9A14-60236FF377E8}" dt="2026-05-01T02:28:02.086" v="12297" actId="207"/>
          <ac:spMkLst>
            <pc:docMk/>
            <pc:sldMk cId="2927619093" sldId="367"/>
            <ac:spMk id="25" creationId="{CEA92484-1E2F-64A4-7094-F71991C2FD5D}"/>
          </ac:spMkLst>
        </pc:spChg>
        <pc:spChg chg="add mod">
          <ac:chgData name="昕 许" userId="a2975fcd840abfc3" providerId="LiveId" clId="{49CCD4F9-177C-4270-9A14-60236FF377E8}" dt="2026-05-01T02:29:08.257" v="12385" actId="1076"/>
          <ac:spMkLst>
            <pc:docMk/>
            <pc:sldMk cId="2927619093" sldId="367"/>
            <ac:spMk id="26" creationId="{0CE93BC7-51AD-A536-2465-393FDE05DAB5}"/>
          </ac:spMkLst>
        </pc:spChg>
        <pc:spChg chg="add mod">
          <ac:chgData name="昕 许" userId="a2975fcd840abfc3" providerId="LiveId" clId="{49CCD4F9-177C-4270-9A14-60236FF377E8}" dt="2026-05-01T02:28:58.748" v="12382" actId="1076"/>
          <ac:spMkLst>
            <pc:docMk/>
            <pc:sldMk cId="2927619093" sldId="367"/>
            <ac:spMk id="27" creationId="{8D760806-7193-74A7-6C40-249E88C7E5A3}"/>
          </ac:spMkLst>
        </pc:spChg>
        <pc:spChg chg="mod topLvl">
          <ac:chgData name="昕 许" userId="a2975fcd840abfc3" providerId="LiveId" clId="{49CCD4F9-177C-4270-9A14-60236FF377E8}" dt="2026-05-01T02:28:08.483" v="12299" actId="1076"/>
          <ac:spMkLst>
            <pc:docMk/>
            <pc:sldMk cId="2927619093" sldId="367"/>
            <ac:spMk id="63" creationId="{0E8DB712-0770-920C-2303-C495007307CE}"/>
          </ac:spMkLst>
        </pc:spChg>
        <pc:spChg chg="mod topLvl">
          <ac:chgData name="昕 许" userId="a2975fcd840abfc3" providerId="LiveId" clId="{49CCD4F9-177C-4270-9A14-60236FF377E8}" dt="2026-05-01T02:27:39.658" v="12286" actId="164"/>
          <ac:spMkLst>
            <pc:docMk/>
            <pc:sldMk cId="2927619093" sldId="367"/>
            <ac:spMk id="64" creationId="{D58F18B0-01C2-146D-1BC0-76E1D92BE6F7}"/>
          </ac:spMkLst>
        </pc:spChg>
        <pc:spChg chg="mod topLvl">
          <ac:chgData name="昕 许" userId="a2975fcd840abfc3" providerId="LiveId" clId="{49CCD4F9-177C-4270-9A14-60236FF377E8}" dt="2026-05-01T02:28:08.483" v="12299" actId="1076"/>
          <ac:spMkLst>
            <pc:docMk/>
            <pc:sldMk cId="2927619093" sldId="367"/>
            <ac:spMk id="70" creationId="{10C9A757-A452-0C8B-520D-B15BD1D935DE}"/>
          </ac:spMkLst>
        </pc:spChg>
        <pc:spChg chg="mod topLvl">
          <ac:chgData name="昕 许" userId="a2975fcd840abfc3" providerId="LiveId" clId="{49CCD4F9-177C-4270-9A14-60236FF377E8}" dt="2026-05-01T02:27:39.658" v="12286" actId="164"/>
          <ac:spMkLst>
            <pc:docMk/>
            <pc:sldMk cId="2927619093" sldId="367"/>
            <ac:spMk id="71" creationId="{AA6716B7-C96D-D274-D0E3-34CF11B062CD}"/>
          </ac:spMkLst>
        </pc:spChg>
        <pc:spChg chg="mod">
          <ac:chgData name="昕 许" userId="a2975fcd840abfc3" providerId="LiveId" clId="{49CCD4F9-177C-4270-9A14-60236FF377E8}" dt="2026-05-01T02:27:55.956" v="12295" actId="20577"/>
          <ac:spMkLst>
            <pc:docMk/>
            <pc:sldMk cId="2927619093" sldId="367"/>
            <ac:spMk id="99" creationId="{F4538CA3-6F9D-D68A-9840-8F3DABC0082A}"/>
          </ac:spMkLst>
        </pc:spChg>
        <pc:grpChg chg="mod">
          <ac:chgData name="昕 许" userId="a2975fcd840abfc3" providerId="LiveId" clId="{49CCD4F9-177C-4270-9A14-60236FF377E8}" dt="2026-05-01T02:27:18.106" v="12282" actId="1076"/>
          <ac:grpSpMkLst>
            <pc:docMk/>
            <pc:sldMk cId="2927619093" sldId="367"/>
            <ac:grpSpMk id="2" creationId="{BCF06DF5-F6D8-8DF3-EC09-EA4B98F477BB}"/>
          </ac:grpSpMkLst>
        </pc:grpChg>
        <pc:grpChg chg="add mod">
          <ac:chgData name="昕 许" userId="a2975fcd840abfc3" providerId="LiveId" clId="{49CCD4F9-177C-4270-9A14-60236FF377E8}" dt="2026-05-01T02:28:08.483" v="12299" actId="1076"/>
          <ac:grpSpMkLst>
            <pc:docMk/>
            <pc:sldMk cId="2927619093" sldId="367"/>
            <ac:grpSpMk id="8" creationId="{1D0D8001-24F7-23C8-6333-C1408D724A66}"/>
          </ac:grpSpMkLst>
        </pc:grpChg>
        <pc:grpChg chg="add mod">
          <ac:chgData name="昕 许" userId="a2975fcd840abfc3" providerId="LiveId" clId="{49CCD4F9-177C-4270-9A14-60236FF377E8}" dt="2026-05-01T02:28:08.483" v="12299" actId="1076"/>
          <ac:grpSpMkLst>
            <pc:docMk/>
            <pc:sldMk cId="2927619093" sldId="367"/>
            <ac:grpSpMk id="9" creationId="{5BB13872-4FF0-159C-2FE2-985ECEF53C5C}"/>
          </ac:grpSpMkLst>
        </pc:grpChg>
        <pc:grpChg chg="del">
          <ac:chgData name="昕 许" userId="a2975fcd840abfc3" providerId="LiveId" clId="{49CCD4F9-177C-4270-9A14-60236FF377E8}" dt="2026-05-01T02:27:30.516" v="12284" actId="165"/>
          <ac:grpSpMkLst>
            <pc:docMk/>
            <pc:sldMk cId="2927619093" sldId="367"/>
            <ac:grpSpMk id="125" creationId="{FF5FF2BE-9527-FAA5-3AF7-DC2E8DCEF819}"/>
          </ac:grpSpMkLst>
        </pc:grpChg>
        <pc:grpChg chg="mod">
          <ac:chgData name="昕 许" userId="a2975fcd840abfc3" providerId="LiveId" clId="{49CCD4F9-177C-4270-9A14-60236FF377E8}" dt="2026-05-01T02:28:08.483" v="12299" actId="1076"/>
          <ac:grpSpMkLst>
            <pc:docMk/>
            <pc:sldMk cId="2927619093" sldId="367"/>
            <ac:grpSpMk id="127" creationId="{66832F8F-BA26-C4FB-641E-2551A48DFF73}"/>
          </ac:grpSpMkLst>
        </pc:grpChg>
        <pc:cxnChg chg="del">
          <ac:chgData name="昕 许" userId="a2975fcd840abfc3" providerId="LiveId" clId="{49CCD4F9-177C-4270-9A14-60236FF377E8}" dt="2026-05-01T02:27:15.332" v="12281" actId="478"/>
          <ac:cxnSpMkLst>
            <pc:docMk/>
            <pc:sldMk cId="2927619093" sldId="367"/>
            <ac:cxnSpMk id="5" creationId="{1BA2B0D7-CE07-54E3-346B-2E23B6142EEF}"/>
          </ac:cxnSpMkLst>
        </pc:cxnChg>
        <pc:cxnChg chg="add mod">
          <ac:chgData name="昕 许" userId="a2975fcd840abfc3" providerId="LiveId" clId="{49CCD4F9-177C-4270-9A14-60236FF377E8}" dt="2026-05-01T02:27:34.985" v="12285"/>
          <ac:cxnSpMkLst>
            <pc:docMk/>
            <pc:sldMk cId="2927619093" sldId="367"/>
            <ac:cxnSpMk id="7" creationId="{BBA27682-8AA1-A47C-184B-628F297401D5}"/>
          </ac:cxnSpMkLst>
        </pc:cxnChg>
        <pc:cxnChg chg="add mod">
          <ac:chgData name="昕 许" userId="a2975fcd840abfc3" providerId="LiveId" clId="{49CCD4F9-177C-4270-9A14-60236FF377E8}" dt="2026-05-01T02:28:08.483" v="12299" actId="1076"/>
          <ac:cxnSpMkLst>
            <pc:docMk/>
            <pc:sldMk cId="2927619093" sldId="367"/>
            <ac:cxnSpMk id="13" creationId="{03EEDDA8-3174-DA2C-55C7-FEB8F9623216}"/>
          </ac:cxnSpMkLst>
        </pc:cxnChg>
        <pc:cxnChg chg="add mod">
          <ac:chgData name="昕 许" userId="a2975fcd840abfc3" providerId="LiveId" clId="{49CCD4F9-177C-4270-9A14-60236FF377E8}" dt="2026-05-01T02:29:10.646" v="12386" actId="14100"/>
          <ac:cxnSpMkLst>
            <pc:docMk/>
            <pc:sldMk cId="2927619093" sldId="367"/>
            <ac:cxnSpMk id="16" creationId="{BFAD6C22-4BAA-BE29-D432-D56ACA1F3324}"/>
          </ac:cxnSpMkLst>
        </pc:cxnChg>
        <pc:cxnChg chg="add mod">
          <ac:chgData name="昕 许" userId="a2975fcd840abfc3" providerId="LiveId" clId="{49CCD4F9-177C-4270-9A14-60236FF377E8}" dt="2026-05-01T02:28:19.623" v="12304"/>
          <ac:cxnSpMkLst>
            <pc:docMk/>
            <pc:sldMk cId="2927619093" sldId="367"/>
            <ac:cxnSpMk id="19" creationId="{BDBE0A91-A442-15EF-71D8-7662DA72F048}"/>
          </ac:cxnSpMkLst>
        </pc:cxnChg>
        <pc:cxnChg chg="add mod">
          <ac:chgData name="昕 许" userId="a2975fcd840abfc3" providerId="LiveId" clId="{49CCD4F9-177C-4270-9A14-60236FF377E8}" dt="2026-05-01T02:28:58.748" v="12382" actId="1076"/>
          <ac:cxnSpMkLst>
            <pc:docMk/>
            <pc:sldMk cId="2927619093" sldId="367"/>
            <ac:cxnSpMk id="28" creationId="{1DB3DC2B-01C2-0AB3-254A-1C9CD38CB747}"/>
          </ac:cxnSpMkLst>
        </pc:cxnChg>
        <pc:cxnChg chg="mod topLvl">
          <ac:chgData name="昕 许" userId="a2975fcd840abfc3" providerId="LiveId" clId="{49CCD4F9-177C-4270-9A14-60236FF377E8}" dt="2026-05-01T02:28:08.483" v="12299" actId="1076"/>
          <ac:cxnSpMkLst>
            <pc:docMk/>
            <pc:sldMk cId="2927619093" sldId="367"/>
            <ac:cxnSpMk id="67" creationId="{A2E7758E-1F8F-1C72-9018-AC662538F6FC}"/>
          </ac:cxnSpMkLst>
        </pc:cxnChg>
        <pc:cxnChg chg="del mod">
          <ac:chgData name="昕 许" userId="a2975fcd840abfc3" providerId="LiveId" clId="{49CCD4F9-177C-4270-9A14-60236FF377E8}" dt="2026-05-01T02:27:57.393" v="12296" actId="478"/>
          <ac:cxnSpMkLst>
            <pc:docMk/>
            <pc:sldMk cId="2927619093" sldId="367"/>
            <ac:cxnSpMk id="139" creationId="{9697C707-C474-7841-4BB7-F5D817299D3A}"/>
          </ac:cxnSpMkLst>
        </pc:cxnChg>
      </pc:sldChg>
      <pc:sldChg chg="addSp delSp modSp add mod">
        <pc:chgData name="昕 许" userId="a2975fcd840abfc3" providerId="LiveId" clId="{49CCD4F9-177C-4270-9A14-60236FF377E8}" dt="2026-05-01T03:26:14.451" v="12472" actId="14100"/>
        <pc:sldMkLst>
          <pc:docMk/>
          <pc:sldMk cId="4109112630" sldId="368"/>
        </pc:sldMkLst>
        <pc:spChg chg="add mod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6" creationId="{C3BB9FE2-5493-5C21-53E3-8ABD403F6941}"/>
          </ac:spMkLst>
        </pc:spChg>
        <pc:spChg chg="add mod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8" creationId="{EA997B5B-494C-6053-53AD-AEEC3520E4E7}"/>
          </ac:spMkLst>
        </pc:spChg>
        <pc:spChg chg="del">
          <ac:chgData name="昕 许" userId="a2975fcd840abfc3" providerId="LiveId" clId="{49CCD4F9-177C-4270-9A14-60236FF377E8}" dt="2026-05-01T02:55:23.880" v="12388" actId="478"/>
          <ac:spMkLst>
            <pc:docMk/>
            <pc:sldMk cId="4109112630" sldId="368"/>
            <ac:spMk id="10" creationId="{3D8A7398-C871-7E61-5DCA-2AE444F78469}"/>
          </ac:spMkLst>
        </pc:spChg>
        <pc:spChg chg="mod">
          <ac:chgData name="昕 许" userId="a2975fcd840abfc3" providerId="LiveId" clId="{49CCD4F9-177C-4270-9A14-60236FF377E8}" dt="2026-05-01T02:56:10.557" v="12402"/>
          <ac:spMkLst>
            <pc:docMk/>
            <pc:sldMk cId="4109112630" sldId="368"/>
            <ac:spMk id="13" creationId="{CB9E4FD4-582F-2B34-C4B3-1BDA63332BDB}"/>
          </ac:spMkLst>
        </pc:spChg>
        <pc:spChg chg="mod">
          <ac:chgData name="昕 许" userId="a2975fcd840abfc3" providerId="LiveId" clId="{49CCD4F9-177C-4270-9A14-60236FF377E8}" dt="2026-05-01T02:56:10.557" v="12402"/>
          <ac:spMkLst>
            <pc:docMk/>
            <pc:sldMk cId="4109112630" sldId="368"/>
            <ac:spMk id="14" creationId="{FE45A511-D43B-C60C-68F7-26C80886D622}"/>
          </ac:spMkLst>
        </pc:spChg>
        <pc:spChg chg="mod">
          <ac:chgData name="昕 许" userId="a2975fcd840abfc3" providerId="LiveId" clId="{49CCD4F9-177C-4270-9A14-60236FF377E8}" dt="2026-05-01T02:56:10.557" v="12402"/>
          <ac:spMkLst>
            <pc:docMk/>
            <pc:sldMk cId="4109112630" sldId="368"/>
            <ac:spMk id="16" creationId="{8D8367C6-A206-A088-73AC-D476708CC1B1}"/>
          </ac:spMkLst>
        </pc:spChg>
        <pc:spChg chg="mod">
          <ac:chgData name="昕 许" userId="a2975fcd840abfc3" providerId="LiveId" clId="{49CCD4F9-177C-4270-9A14-60236FF377E8}" dt="2026-05-01T02:56:10.557" v="12402"/>
          <ac:spMkLst>
            <pc:docMk/>
            <pc:sldMk cId="4109112630" sldId="368"/>
            <ac:spMk id="17" creationId="{4BF07A5B-9C1C-51BA-CE46-A58DCA07D977}"/>
          </ac:spMkLst>
        </pc:spChg>
        <pc:spChg chg="add 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18" creationId="{ED5A3E33-4515-1732-BDC5-5C6C023602F1}"/>
          </ac:spMkLst>
        </pc:spChg>
        <pc:spChg chg="add 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19" creationId="{AD2063F6-5A4A-DC40-BDAD-FE3B41BC2C9A}"/>
          </ac:spMkLst>
        </pc:spChg>
        <pc:spChg chg="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26" creationId="{A6ADD776-02B2-CBF2-D225-90792DA5293C}"/>
          </ac:spMkLst>
        </pc:spChg>
        <pc:spChg chg="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29" creationId="{F5EB53A1-59C0-6CDC-702D-28DF26ADC4D9}"/>
          </ac:spMkLst>
        </pc:spChg>
        <pc:spChg chg="add 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30" creationId="{14CAE038-F417-0B9D-0A85-9C5392A64F09}"/>
          </ac:spMkLst>
        </pc:spChg>
        <pc:spChg chg="add mod">
          <ac:chgData name="昕 许" userId="a2975fcd840abfc3" providerId="LiveId" clId="{49CCD4F9-177C-4270-9A14-60236FF377E8}" dt="2026-05-01T02:57:46.619" v="12436" actId="1076"/>
          <ac:spMkLst>
            <pc:docMk/>
            <pc:sldMk cId="4109112630" sldId="368"/>
            <ac:spMk id="32" creationId="{6D3646C1-D477-5BD5-AC2D-671A46D745FE}"/>
          </ac:spMkLst>
        </pc:spChg>
        <pc:spChg chg="add mod">
          <ac:chgData name="昕 许" userId="a2975fcd840abfc3" providerId="LiveId" clId="{49CCD4F9-177C-4270-9A14-60236FF377E8}" dt="2026-05-01T02:57:30.500" v="12431" actId="164"/>
          <ac:spMkLst>
            <pc:docMk/>
            <pc:sldMk cId="4109112630" sldId="368"/>
            <ac:spMk id="33" creationId="{6005C441-F920-578D-8F15-5F80D0E65664}"/>
          </ac:spMkLst>
        </pc:spChg>
        <pc:spChg chg="add mod">
          <ac:chgData name="昕 许" userId="a2975fcd840abfc3" providerId="LiveId" clId="{49CCD4F9-177C-4270-9A14-60236FF377E8}" dt="2026-05-01T02:57:41.098" v="12435" actId="207"/>
          <ac:spMkLst>
            <pc:docMk/>
            <pc:sldMk cId="4109112630" sldId="368"/>
            <ac:spMk id="36" creationId="{553205AC-1D94-BE25-42FD-5CFDF644B015}"/>
          </ac:spMkLst>
        </pc:spChg>
        <pc:spChg chg="add mod">
          <ac:chgData name="昕 许" userId="a2975fcd840abfc3" providerId="LiveId" clId="{49CCD4F9-177C-4270-9A14-60236FF377E8}" dt="2026-05-01T02:56:58.599" v="12411" actId="164"/>
          <ac:spMkLst>
            <pc:docMk/>
            <pc:sldMk cId="4109112630" sldId="368"/>
            <ac:spMk id="37" creationId="{26C203C9-BAC4-DE6F-E32C-8DB08955739E}"/>
          </ac:spMkLst>
        </pc:spChg>
        <pc:spChg chg="add mod">
          <ac:chgData name="昕 许" userId="a2975fcd840abfc3" providerId="LiveId" clId="{49CCD4F9-177C-4270-9A14-60236FF377E8}" dt="2026-05-01T02:58:05.362" v="12438" actId="207"/>
          <ac:spMkLst>
            <pc:docMk/>
            <pc:sldMk cId="4109112630" sldId="368"/>
            <ac:spMk id="38" creationId="{673FDCF0-E809-978E-7D6C-4FB2CED14D7F}"/>
          </ac:spMkLst>
        </pc:spChg>
        <pc:spChg chg="add mod">
          <ac:chgData name="昕 许" userId="a2975fcd840abfc3" providerId="LiveId" clId="{49CCD4F9-177C-4270-9A14-60236FF377E8}" dt="2026-05-01T02:57:08.995" v="12424" actId="1076"/>
          <ac:spMkLst>
            <pc:docMk/>
            <pc:sldMk cId="4109112630" sldId="368"/>
            <ac:spMk id="40" creationId="{071BDB13-E66A-49ED-E1D2-87D0FC711D25}"/>
          </ac:spMkLst>
        </pc:spChg>
        <pc:spChg chg="add mod">
          <ac:chgData name="昕 许" userId="a2975fcd840abfc3" providerId="LiveId" clId="{49CCD4F9-177C-4270-9A14-60236FF377E8}" dt="2026-05-01T02:58:56.322" v="12467" actId="1076"/>
          <ac:spMkLst>
            <pc:docMk/>
            <pc:sldMk cId="4109112630" sldId="368"/>
            <ac:spMk id="49" creationId="{CE24DF7E-7A8D-0720-7F06-4485F924A0A3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94" creationId="{16C44833-2BDF-E045-B544-E24AB68AB31A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95" creationId="{CBFB6102-71FB-DC23-7985-BD70846B7C6A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96" creationId="{0F98A338-14CC-8BBC-E93C-0F1FCD6F897E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99" creationId="{0500B5AB-ABDE-E557-3F99-5DCC4BF5368D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100" creationId="{4371FC44-0D46-36E0-6888-BB28DFDE0B8E}"/>
          </ac:spMkLst>
        </pc:spChg>
        <pc:spChg chg="mod topLvl">
          <ac:chgData name="昕 许" userId="a2975fcd840abfc3" providerId="LiveId" clId="{49CCD4F9-177C-4270-9A14-60236FF377E8}" dt="2026-05-01T02:55:46.665" v="12395" actId="1076"/>
          <ac:spMkLst>
            <pc:docMk/>
            <pc:sldMk cId="4109112630" sldId="368"/>
            <ac:spMk id="101" creationId="{92E908B2-D471-AF5D-DAAA-F0EE1B27CA17}"/>
          </ac:spMkLst>
        </pc:spChg>
        <pc:spChg chg="mod">
          <ac:chgData name="昕 许" userId="a2975fcd840abfc3" providerId="LiveId" clId="{49CCD4F9-177C-4270-9A14-60236FF377E8}" dt="2026-05-01T02:58:58.978" v="12468" actId="1076"/>
          <ac:spMkLst>
            <pc:docMk/>
            <pc:sldMk cId="4109112630" sldId="368"/>
            <ac:spMk id="102" creationId="{EE22EB02-5041-6F92-FB22-DD2781D2FE4B}"/>
          </ac:spMkLst>
        </pc:s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2" creationId="{0D891461-AF02-F1FC-A710-E7921A00559F}"/>
          </ac:grpSpMkLst>
        </pc:grpChg>
        <pc:grpChg chg="mod">
          <ac:chgData name="昕 许" userId="a2975fcd840abfc3" providerId="LiveId" clId="{49CCD4F9-177C-4270-9A14-60236FF377E8}" dt="2026-05-01T02:57:46.619" v="12436" actId="1076"/>
          <ac:grpSpMkLst>
            <pc:docMk/>
            <pc:sldMk cId="4109112630" sldId="368"/>
            <ac:grpSpMk id="12" creationId="{B02E6482-9D4F-889E-CCCF-184A56631FF4}"/>
          </ac:grpSpMkLst>
        </pc:gr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20" creationId="{C37D75CF-FA55-05A1-ECBB-D0D5CDEAB701}"/>
          </ac:grpSpMkLst>
        </pc:gr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23" creationId="{2513A190-AA5E-8C63-9394-2BA3D3611B3C}"/>
          </ac:grpSpMkLst>
        </pc:gr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31" creationId="{AC50D598-2048-699D-178E-9977B64ECE5B}"/>
          </ac:grpSpMkLst>
        </pc:grpChg>
        <pc:grpChg chg="add mod">
          <ac:chgData name="昕 许" userId="a2975fcd840abfc3" providerId="LiveId" clId="{49CCD4F9-177C-4270-9A14-60236FF377E8}" dt="2026-05-01T02:57:00.010" v="12412" actId="1076"/>
          <ac:grpSpMkLst>
            <pc:docMk/>
            <pc:sldMk cId="4109112630" sldId="368"/>
            <ac:grpSpMk id="39" creationId="{CAF9561C-00A0-E23B-618A-2E0D8A56D2CA}"/>
          </ac:grpSpMkLst>
        </pc:grpChg>
        <pc:grpChg chg="add mod">
          <ac:chgData name="昕 许" userId="a2975fcd840abfc3" providerId="LiveId" clId="{49CCD4F9-177C-4270-9A14-60236FF377E8}" dt="2026-05-01T02:57:46.619" v="12436" actId="1076"/>
          <ac:grpSpMkLst>
            <pc:docMk/>
            <pc:sldMk cId="4109112630" sldId="368"/>
            <ac:grpSpMk id="43" creationId="{DD106081-3728-27CF-E48C-7A3EF2BC31C7}"/>
          </ac:grpSpMkLst>
        </pc:gr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54" creationId="{40D2477C-B10E-E0B7-1F19-57E6966996CC}"/>
          </ac:grpSpMkLst>
        </pc:grpChg>
        <pc:grpChg chg="mod">
          <ac:chgData name="昕 许" userId="a2975fcd840abfc3" providerId="LiveId" clId="{49CCD4F9-177C-4270-9A14-60236FF377E8}" dt="2026-05-01T02:58:58.978" v="12468" actId="1076"/>
          <ac:grpSpMkLst>
            <pc:docMk/>
            <pc:sldMk cId="4109112630" sldId="368"/>
            <ac:grpSpMk id="57" creationId="{6A5E4771-48DD-09C9-CF67-ABB941431A53}"/>
          </ac:grpSpMkLst>
        </pc:grpChg>
        <pc:grpChg chg="mod">
          <ac:chgData name="昕 许" userId="a2975fcd840abfc3" providerId="LiveId" clId="{49CCD4F9-177C-4270-9A14-60236FF377E8}" dt="2026-05-01T02:55:46.665" v="12395" actId="1076"/>
          <ac:grpSpMkLst>
            <pc:docMk/>
            <pc:sldMk cId="4109112630" sldId="368"/>
            <ac:grpSpMk id="125" creationId="{A1654EC3-1FEA-A2E1-B001-3F779D0343EE}"/>
          </ac:grpSpMkLst>
        </pc:grpChg>
        <pc:grpChg chg="del">
          <ac:chgData name="昕 许" userId="a2975fcd840abfc3" providerId="LiveId" clId="{49CCD4F9-177C-4270-9A14-60236FF377E8}" dt="2026-05-01T02:55:35.082" v="12392" actId="165"/>
          <ac:grpSpMkLst>
            <pc:docMk/>
            <pc:sldMk cId="4109112630" sldId="368"/>
            <ac:grpSpMk id="127" creationId="{E6B7E51A-381D-FBCE-AF3B-5881317AB980}"/>
          </ac:grpSpMkLst>
        </pc:grpChg>
        <pc:cxnChg chg="add del">
          <ac:chgData name="昕 许" userId="a2975fcd840abfc3" providerId="LiveId" clId="{49CCD4F9-177C-4270-9A14-60236FF377E8}" dt="2026-05-01T02:55:51.161" v="12396" actId="478"/>
          <ac:cxnSpMkLst>
            <pc:docMk/>
            <pc:sldMk cId="4109112630" sldId="368"/>
            <ac:cxnSpMk id="5" creationId="{98C57A74-7562-F744-6008-8EB7AF95DE86}"/>
          </ac:cxnSpMkLst>
        </pc:cxnChg>
        <pc:cxnChg chg="add mod">
          <ac:chgData name="昕 许" userId="a2975fcd840abfc3" providerId="LiveId" clId="{49CCD4F9-177C-4270-9A14-60236FF377E8}" dt="2026-05-01T02:55:42.342" v="12394" actId="1076"/>
          <ac:cxnSpMkLst>
            <pc:docMk/>
            <pc:sldMk cId="4109112630" sldId="368"/>
            <ac:cxnSpMk id="7" creationId="{B01EACD1-011A-67EF-CD76-5C99AA0C1A99}"/>
          </ac:cxnSpMkLst>
        </pc:cxnChg>
        <pc:cxnChg chg="add mod">
          <ac:chgData name="昕 许" userId="a2975fcd840abfc3" providerId="LiveId" clId="{49CCD4F9-177C-4270-9A14-60236FF377E8}" dt="2026-05-01T02:56:09.136" v="12401" actId="1076"/>
          <ac:cxnSpMkLst>
            <pc:docMk/>
            <pc:sldMk cId="4109112630" sldId="368"/>
            <ac:cxnSpMk id="9" creationId="{102CF6EF-1B41-DBF8-734B-1C0CF23183A5}"/>
          </ac:cxnSpMkLst>
        </pc:cxnChg>
        <pc:cxnChg chg="mod">
          <ac:chgData name="昕 许" userId="a2975fcd840abfc3" providerId="LiveId" clId="{49CCD4F9-177C-4270-9A14-60236FF377E8}" dt="2026-05-01T02:57:46.619" v="12436" actId="1076"/>
          <ac:cxnSpMkLst>
            <pc:docMk/>
            <pc:sldMk cId="4109112630" sldId="368"/>
            <ac:cxnSpMk id="28" creationId="{F3A23237-DAD3-25AD-DA12-A34951E3E92C}"/>
          </ac:cxnSpMkLst>
        </pc:cxnChg>
        <pc:cxnChg chg="mod">
          <ac:chgData name="昕 许" userId="a2975fcd840abfc3" providerId="LiveId" clId="{49CCD4F9-177C-4270-9A14-60236FF377E8}" dt="2026-05-01T02:57:46.619" v="12436" actId="1076"/>
          <ac:cxnSpMkLst>
            <pc:docMk/>
            <pc:sldMk cId="4109112630" sldId="368"/>
            <ac:cxnSpMk id="34" creationId="{11185858-565D-46DA-7CFD-282A85CA8E2F}"/>
          </ac:cxnSpMkLst>
        </pc:cxnChg>
        <pc:cxnChg chg="add mod">
          <ac:chgData name="昕 许" userId="a2975fcd840abfc3" providerId="LiveId" clId="{49CCD4F9-177C-4270-9A14-60236FF377E8}" dt="2026-05-01T02:58:32.520" v="12444" actId="14100"/>
          <ac:cxnSpMkLst>
            <pc:docMk/>
            <pc:sldMk cId="4109112630" sldId="368"/>
            <ac:cxnSpMk id="44" creationId="{F6D908B4-0C7F-CBD6-FCBB-1831865D60C2}"/>
          </ac:cxnSpMkLst>
        </pc:cxnChg>
        <pc:cxnChg chg="add mod">
          <ac:chgData name="昕 许" userId="a2975fcd840abfc3" providerId="LiveId" clId="{49CCD4F9-177C-4270-9A14-60236FF377E8}" dt="2026-05-01T03:26:14.451" v="12472" actId="14100"/>
          <ac:cxnSpMkLst>
            <pc:docMk/>
            <pc:sldMk cId="4109112630" sldId="368"/>
            <ac:cxnSpMk id="50" creationId="{09161F1B-FA51-9861-A667-857F793931F6}"/>
          </ac:cxnSpMkLst>
        </pc:cxnChg>
        <pc:cxnChg chg="mod topLvl">
          <ac:chgData name="昕 许" userId="a2975fcd840abfc3" providerId="LiveId" clId="{49CCD4F9-177C-4270-9A14-60236FF377E8}" dt="2026-05-01T02:55:46.665" v="12395" actId="1076"/>
          <ac:cxnSpMkLst>
            <pc:docMk/>
            <pc:sldMk cId="4109112630" sldId="368"/>
            <ac:cxnSpMk id="97" creationId="{300C2890-0A63-B4A4-261D-6B1FC2FE108A}"/>
          </ac:cxnSpMkLst>
        </pc:cxnChg>
        <pc:cxnChg chg="mod topLvl">
          <ac:chgData name="昕 许" userId="a2975fcd840abfc3" providerId="LiveId" clId="{49CCD4F9-177C-4270-9A14-60236FF377E8}" dt="2026-05-01T02:55:35.082" v="12392" actId="165"/>
          <ac:cxnSpMkLst>
            <pc:docMk/>
            <pc:sldMk cId="4109112630" sldId="368"/>
            <ac:cxnSpMk id="98" creationId="{D09D35E7-DD7B-9010-6EDE-A59372C90BE8}"/>
          </ac:cxnSpMkLst>
        </pc:cxnChg>
        <pc:cxnChg chg="del mod">
          <ac:chgData name="昕 许" userId="a2975fcd840abfc3" providerId="LiveId" clId="{49CCD4F9-177C-4270-9A14-60236FF377E8}" dt="2026-05-01T02:55:25.369" v="12389" actId="478"/>
          <ac:cxnSpMkLst>
            <pc:docMk/>
            <pc:sldMk cId="4109112630" sldId="368"/>
            <ac:cxnSpMk id="139" creationId="{CD45CCEF-1F29-4A20-274C-DE3EE177F7C9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100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1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E338-8E49-7E74-F0CF-E8578582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977792-DAF8-1A8E-5097-D51D6A3F9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EE8C29-CF37-01CC-9E6D-768FCB8D9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9BCA31-B0EA-F3F2-1234-A89338BC1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19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7E35-6792-BF39-25DB-83A6823A8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6175E-676F-CC25-62D2-96B9D2B34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B2CC16-9D36-79F1-9A62-6901804D3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B24E0-9DE3-8823-D9F4-BDDD4872F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799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454F-A8D6-2623-76BD-ABB5446E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54CB2E-F595-9CBC-031C-F2E2D0C30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5C125D-DF7F-8AE3-229D-69CB17EB3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6F8C4-D139-748F-0595-878527B13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4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9953-7159-6DB4-661C-FFDA869E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65EC6D-C000-DADA-A6AC-50285EA2C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A509DB-430B-4E9D-1227-41815A5EA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C08D27-1E1E-DF19-A2DD-9959078C4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033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377E-A33D-3A6A-41C3-9CCEFFA5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BBCEBB-81C6-A671-79AA-F14F0B6CB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7C228F-5A8F-EBCA-58F6-57BCCF40A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E30961-30A8-9EA7-216C-10263B3F1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176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96ED-2E91-CD9B-5D59-CF196C703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6B06F8-4093-9F66-1330-D5CFA4056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A9CA67-E353-F674-A224-D0F472155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7A3FE9-40E3-E0BA-F88F-22EB3C15F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1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0A9D-3085-1B5C-9EEB-656994FF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D8789E-3447-AC85-E9DA-388905CE6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DD8D7-DDA0-D758-277B-D6048E770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A8273-B603-44C2-0471-15E280FD5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90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1.png"/><Relationship Id="rId12" Type="http://schemas.openxmlformats.org/officeDocument/2006/relationships/image" Target="../media/image3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.png"/><Relationship Id="rId15" Type="http://schemas.openxmlformats.org/officeDocument/2006/relationships/image" Target="../media/image4.png"/><Relationship Id="rId10" Type="http://schemas.openxmlformats.org/officeDocument/2006/relationships/image" Target="../media/image2.svg"/><Relationship Id="rId9" Type="http://schemas.openxmlformats.org/officeDocument/2006/relationships/image" Target="../media/image1.svg"/><Relationship Id="rId1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svg"/><Relationship Id="rId18" Type="http://schemas.openxmlformats.org/officeDocument/2006/relationships/image" Target="../media/image19.png"/><Relationship Id="rId3" Type="http://schemas.openxmlformats.org/officeDocument/2006/relationships/image" Target="../media/image5.png"/><Relationship Id="rId21" Type="http://schemas.openxmlformats.org/officeDocument/2006/relationships/image" Target="../media/image2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33DE-A778-CC55-6116-01889B8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899E46FC-E153-9D04-8209-2D5FD9644545}"/>
              </a:ext>
            </a:extLst>
          </p:cNvPr>
          <p:cNvSpPr/>
          <p:nvPr/>
        </p:nvSpPr>
        <p:spPr>
          <a:xfrm>
            <a:off x="7681800" y="2838980"/>
            <a:ext cx="1735671" cy="1184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7FA35952-9169-5503-F283-BD3B25518BBE}"/>
              </a:ext>
            </a:extLst>
          </p:cNvPr>
          <p:cNvSpPr txBox="1"/>
          <p:nvPr/>
        </p:nvSpPr>
        <p:spPr>
          <a:xfrm>
            <a:off x="367742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基本元素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4607356-D595-4D59-8717-862C43282FBA}"/>
              </a:ext>
            </a:extLst>
          </p:cNvPr>
          <p:cNvGrpSpPr/>
          <p:nvPr/>
        </p:nvGrpSpPr>
        <p:grpSpPr>
          <a:xfrm>
            <a:off x="881048" y="690930"/>
            <a:ext cx="508000" cy="512233"/>
            <a:chOff x="7035800" y="3716866"/>
            <a:chExt cx="508000" cy="51223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C14FE1-0BF2-6CB8-01FC-BAACDEF3002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C0AD0C2-11D1-CF83-1FFF-B05CE82DE4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2C18DD4C-38A6-CEE1-16C8-E0D13F0E54DF}"/>
              </a:ext>
            </a:extLst>
          </p:cNvPr>
          <p:cNvSpPr/>
          <p:nvPr/>
        </p:nvSpPr>
        <p:spPr>
          <a:xfrm>
            <a:off x="934054" y="2412165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71D419-5EA2-73AD-E3B3-721E715C82E2}"/>
              </a:ext>
            </a:extLst>
          </p:cNvPr>
          <p:cNvSpPr/>
          <p:nvPr/>
        </p:nvSpPr>
        <p:spPr>
          <a:xfrm>
            <a:off x="547441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ED470E-1554-6EAA-002D-CF83DD52FC86}"/>
              </a:ext>
            </a:extLst>
          </p:cNvPr>
          <p:cNvSpPr/>
          <p:nvPr/>
        </p:nvSpPr>
        <p:spPr>
          <a:xfrm>
            <a:off x="1419715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C9C754-0EAA-5B48-CF99-2E01497691A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112250" y="276855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F57065-32F9-323B-4A9E-F73642DEA443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725637" y="276855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A933E2-3AC4-DD95-6BAC-A563601BC4D2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725637" y="336782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7602F69-E5E0-30BB-7074-718185AB15DE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465898" y="336782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69FB7E6-CDCE-D92A-19E9-928C122003C9}"/>
              </a:ext>
            </a:extLst>
          </p:cNvPr>
          <p:cNvSpPr txBox="1"/>
          <p:nvPr/>
        </p:nvSpPr>
        <p:spPr>
          <a:xfrm>
            <a:off x="973540" y="2430416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377E75-618A-5811-D644-860041E733FB}"/>
              </a:ext>
            </a:extLst>
          </p:cNvPr>
          <p:cNvSpPr txBox="1"/>
          <p:nvPr/>
        </p:nvSpPr>
        <p:spPr>
          <a:xfrm>
            <a:off x="581396" y="303574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66C1DF-8DE9-E045-5124-5216961A4271}"/>
              </a:ext>
            </a:extLst>
          </p:cNvPr>
          <p:cNvSpPr txBox="1"/>
          <p:nvPr/>
        </p:nvSpPr>
        <p:spPr>
          <a:xfrm>
            <a:off x="1459201" y="303161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5954BFF-687A-FDB1-7FC5-C7E3349D2E9A}"/>
              </a:ext>
            </a:extLst>
          </p:cNvPr>
          <p:cNvGrpSpPr/>
          <p:nvPr/>
        </p:nvGrpSpPr>
        <p:grpSpPr>
          <a:xfrm>
            <a:off x="287702" y="3711644"/>
            <a:ext cx="356392" cy="356392"/>
            <a:chOff x="4885871" y="2832091"/>
            <a:chExt cx="356392" cy="35639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0FB5786-7E05-DA08-62BE-F6F2079D7DD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C58903B-1296-62A9-0B6F-2B243D4AD34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549A68-5DDF-F4AA-58BF-6B8A992397D7}"/>
              </a:ext>
            </a:extLst>
          </p:cNvPr>
          <p:cNvGrpSpPr/>
          <p:nvPr/>
        </p:nvGrpSpPr>
        <p:grpSpPr>
          <a:xfrm>
            <a:off x="772686" y="3711644"/>
            <a:ext cx="356392" cy="356392"/>
            <a:chOff x="5559105" y="2844436"/>
            <a:chExt cx="356392" cy="35639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BC00DA0-8D64-DDBA-BACD-AC21A390BFE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89A550D-F3EC-3764-8689-6B92EE396725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5893C66-EECC-A91A-914E-6B8697DB9A1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614062" y="3359570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E876536-649C-46BA-FB08-D4913B871EE4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1354323" y="335957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3E098EA-FC28-0A00-FFB0-65B9923CA9DC}"/>
              </a:ext>
            </a:extLst>
          </p:cNvPr>
          <p:cNvGrpSpPr/>
          <p:nvPr/>
        </p:nvGrpSpPr>
        <p:grpSpPr>
          <a:xfrm>
            <a:off x="1176127" y="3703385"/>
            <a:ext cx="356392" cy="356392"/>
            <a:chOff x="4885871" y="2832091"/>
            <a:chExt cx="356392" cy="356392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E1D7854-E5A6-0C9D-223B-CDA29784A7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C7B4E9-6F8C-B7AC-D2E6-F1FD265D837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652C50E-7A9D-61A3-73E7-CCFBF67453D9}"/>
              </a:ext>
            </a:extLst>
          </p:cNvPr>
          <p:cNvGrpSpPr/>
          <p:nvPr/>
        </p:nvGrpSpPr>
        <p:grpSpPr>
          <a:xfrm>
            <a:off x="1661111" y="3703385"/>
            <a:ext cx="356392" cy="356392"/>
            <a:chOff x="5559105" y="2844436"/>
            <a:chExt cx="356392" cy="356392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CDBFC98-504A-0760-A226-170FE1823E9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A9BE367-2263-8798-3D8F-F391D5B9437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3216342-1650-F035-E56C-FCAB98270533}"/>
              </a:ext>
            </a:extLst>
          </p:cNvPr>
          <p:cNvSpPr txBox="1"/>
          <p:nvPr/>
        </p:nvSpPr>
        <p:spPr>
          <a:xfrm>
            <a:off x="397865" y="1938563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EBB8493-D883-0D5A-362D-968EE2569C43}"/>
              </a:ext>
            </a:extLst>
          </p:cNvPr>
          <p:cNvSpPr txBox="1"/>
          <p:nvPr/>
        </p:nvSpPr>
        <p:spPr>
          <a:xfrm>
            <a:off x="7758109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图标</a:t>
            </a:r>
          </a:p>
        </p:txBody>
      </p:sp>
      <p:pic>
        <p:nvPicPr>
          <p:cNvPr id="56" name="图形 55" descr="复选标记 纯色填充">
            <a:extLst>
              <a:ext uri="{FF2B5EF4-FFF2-40B4-BE49-F238E27FC236}">
                <a16:creationId xmlns:a16="http://schemas.microsoft.com/office/drawing/2014/main" id="{34C5E03A-BAC9-B6EC-142C-925480762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9878" y="694709"/>
            <a:ext cx="322879" cy="322879"/>
          </a:xfrm>
          <a:prstGeom prst="rect">
            <a:avLst/>
          </a:prstGeom>
        </p:spPr>
      </p:pic>
      <p:pic>
        <p:nvPicPr>
          <p:cNvPr id="57" name="图形 56" descr="关闭 纯色填充">
            <a:extLst>
              <a:ext uri="{FF2B5EF4-FFF2-40B4-BE49-F238E27FC236}">
                <a16:creationId xmlns:a16="http://schemas.microsoft.com/office/drawing/2014/main" id="{F0E00CFC-3FEA-6112-F230-E9D55B51F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4940" y="649908"/>
            <a:ext cx="356392" cy="356392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17E02EBB-9C5F-3C5B-0061-56EF500D71CC}"/>
              </a:ext>
            </a:extLst>
          </p:cNvPr>
          <p:cNvSpPr txBox="1"/>
          <p:nvPr/>
        </p:nvSpPr>
        <p:spPr>
          <a:xfrm>
            <a:off x="7551629" y="2092451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边框与连线</a:t>
            </a:r>
          </a:p>
        </p:txBody>
      </p: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9266E40-9619-F0E2-380B-A028FAFBF240}"/>
              </a:ext>
            </a:extLst>
          </p:cNvPr>
          <p:cNvCxnSpPr>
            <a:cxnSpLocks/>
          </p:cNvCxnSpPr>
          <p:nvPr/>
        </p:nvCxnSpPr>
        <p:spPr>
          <a:xfrm flipV="1">
            <a:off x="10293354" y="2826190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800B6638-B5F3-CDEC-6873-14030015022A}"/>
              </a:ext>
            </a:extLst>
          </p:cNvPr>
          <p:cNvSpPr/>
          <p:nvPr/>
        </p:nvSpPr>
        <p:spPr>
          <a:xfrm>
            <a:off x="2114627" y="76885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D3E6FF-745B-DD08-4A1E-A77DE318C0D1}"/>
              </a:ext>
            </a:extLst>
          </p:cNvPr>
          <p:cNvSpPr txBox="1"/>
          <p:nvPr/>
        </p:nvSpPr>
        <p:spPr>
          <a:xfrm>
            <a:off x="2154113" y="79315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AE2DFBC-5FC4-6FD2-6661-315FC284315F}"/>
              </a:ext>
            </a:extLst>
          </p:cNvPr>
          <p:cNvSpPr/>
          <p:nvPr/>
        </p:nvSpPr>
        <p:spPr>
          <a:xfrm>
            <a:off x="7681800" y="4360873"/>
            <a:ext cx="1735671" cy="11841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3DFD5F8D-F941-08B0-5505-7F32521CFC76}"/>
              </a:ext>
            </a:extLst>
          </p:cNvPr>
          <p:cNvCxnSpPr>
            <a:cxnSpLocks/>
          </p:cNvCxnSpPr>
          <p:nvPr/>
        </p:nvCxnSpPr>
        <p:spPr>
          <a:xfrm flipV="1">
            <a:off x="10406781" y="3100982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BFAAA1D-28EB-6ECC-4A91-69531F76E8C6}"/>
              </a:ext>
            </a:extLst>
          </p:cNvPr>
          <p:cNvCxnSpPr>
            <a:cxnSpLocks/>
          </p:cNvCxnSpPr>
          <p:nvPr/>
        </p:nvCxnSpPr>
        <p:spPr>
          <a:xfrm>
            <a:off x="10601119" y="3803837"/>
            <a:ext cx="1012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3B082E5-684D-3B0F-E5EF-284DF0DF1743}"/>
              </a:ext>
            </a:extLst>
          </p:cNvPr>
          <p:cNvSpPr/>
          <p:nvPr/>
        </p:nvSpPr>
        <p:spPr>
          <a:xfrm>
            <a:off x="9914862" y="4597806"/>
            <a:ext cx="1914323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D6A6A725-3441-EDF1-3270-587E1A5A1C61}"/>
              </a:ext>
            </a:extLst>
          </p:cNvPr>
          <p:cNvGrpSpPr/>
          <p:nvPr/>
        </p:nvGrpSpPr>
        <p:grpSpPr>
          <a:xfrm>
            <a:off x="3006674" y="793157"/>
            <a:ext cx="379848" cy="317132"/>
            <a:chOff x="2958207" y="3499218"/>
            <a:chExt cx="379848" cy="317132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2E379F70-DD0D-2693-8DEB-0AF132B866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FE77B135-53E4-ADEE-50A0-D206652650A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D9993A80-7F3A-B004-2D55-BC41AA289280}"/>
              </a:ext>
            </a:extLst>
          </p:cNvPr>
          <p:cNvCxnSpPr>
            <a:cxnSpLocks/>
          </p:cNvCxnSpPr>
          <p:nvPr/>
        </p:nvCxnSpPr>
        <p:spPr>
          <a:xfrm>
            <a:off x="10756858" y="4078236"/>
            <a:ext cx="700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7013DA9-9E5A-9A29-E73C-1E342C0AF8AD}"/>
              </a:ext>
            </a:extLst>
          </p:cNvPr>
          <p:cNvGrpSpPr/>
          <p:nvPr/>
        </p:nvGrpSpPr>
        <p:grpSpPr>
          <a:xfrm>
            <a:off x="3932820" y="549405"/>
            <a:ext cx="285078" cy="582307"/>
            <a:chOff x="3991660" y="1251256"/>
            <a:chExt cx="285078" cy="582307"/>
          </a:xfrm>
        </p:grpSpPr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2394D616-DC08-7820-244B-E681C1041052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992C2C7-A88F-08D1-3D73-B2248783068C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5FB9DF7-ECAA-2C28-41FE-BC99F5ED9C23}"/>
              </a:ext>
            </a:extLst>
          </p:cNvPr>
          <p:cNvGrpSpPr/>
          <p:nvPr/>
        </p:nvGrpSpPr>
        <p:grpSpPr>
          <a:xfrm>
            <a:off x="4423389" y="648610"/>
            <a:ext cx="279307" cy="554553"/>
            <a:chOff x="3976472" y="1260734"/>
            <a:chExt cx="279307" cy="554553"/>
          </a:xfrm>
        </p:grpSpPr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44A2344-DA70-D54C-272B-2417DB52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DC70A2C-0382-2EAB-0C3D-FD5614797485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4F9D69B-C320-2648-7410-BD61973317DB}"/>
              </a:ext>
            </a:extLst>
          </p:cNvPr>
          <p:cNvCxnSpPr>
            <a:cxnSpLocks/>
          </p:cNvCxnSpPr>
          <p:nvPr/>
        </p:nvCxnSpPr>
        <p:spPr>
          <a:xfrm>
            <a:off x="9824521" y="2835030"/>
            <a:ext cx="891" cy="118343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/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[1,2,3,4,5]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00C4CD3-C206-C1F5-2C29-03D2052B5022}"/>
              </a:ext>
            </a:extLst>
          </p:cNvPr>
          <p:cNvGrpSpPr/>
          <p:nvPr/>
        </p:nvGrpSpPr>
        <p:grpSpPr>
          <a:xfrm>
            <a:off x="362815" y="4452622"/>
            <a:ext cx="3023707" cy="1180267"/>
            <a:chOff x="6396566" y="4559200"/>
            <a:chExt cx="3023707" cy="1180267"/>
          </a:xfrm>
        </p:grpSpPr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D4BEB32B-0E15-81B9-DA51-0F2C424BA0B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E8D3DA2C-1511-A8DE-AFE1-D03027EFFB7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0AD7318-6251-33A1-5EEA-9DE39B470253}"/>
                </a:ext>
              </a:extLst>
            </p:cNvPr>
            <p:cNvSpPr txBox="1"/>
            <p:nvPr/>
          </p:nvSpPr>
          <p:spPr>
            <a:xfrm>
              <a:off x="6396566" y="4559200"/>
              <a:ext cx="749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latin typeface="+mj-lt"/>
                </a:rPr>
                <a:t>队列</a:t>
              </a:r>
              <a:endParaRPr lang="zh-CN" altLang="en-US" b="1" dirty="0"/>
            </a:p>
          </p:txBody>
        </p:sp>
      </p:grp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C27CF97B-4323-135D-7EAA-2BFC05482A38}"/>
              </a:ext>
            </a:extLst>
          </p:cNvPr>
          <p:cNvSpPr/>
          <p:nvPr/>
        </p:nvSpPr>
        <p:spPr>
          <a:xfrm>
            <a:off x="6735573" y="513494"/>
            <a:ext cx="269127" cy="780340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/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213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00BA-0306-6149-804F-915A4681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089A6B-1623-9563-A288-1D34D325D8D1}"/>
              </a:ext>
            </a:extLst>
          </p:cNvPr>
          <p:cNvGrpSpPr/>
          <p:nvPr/>
        </p:nvGrpSpPr>
        <p:grpSpPr>
          <a:xfrm>
            <a:off x="4546610" y="2342558"/>
            <a:ext cx="329975" cy="317131"/>
            <a:chOff x="2968850" y="3499219"/>
            <a:chExt cx="329975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56F7DF-0F7E-DF52-24F2-D6FC331EEBA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802C3D4-FB01-0C40-9DAE-06194CA52FBA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802C3D4-FB01-0C40-9DAE-06194CA52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E3D0EB6-F046-E791-B267-CD380EC2FE44}"/>
              </a:ext>
            </a:extLst>
          </p:cNvPr>
          <p:cNvGrpSpPr/>
          <p:nvPr/>
        </p:nvGrpSpPr>
        <p:grpSpPr>
          <a:xfrm>
            <a:off x="4925493" y="2346014"/>
            <a:ext cx="329975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316BB9A-7EB4-946F-1ACD-E661A8D029F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172E4A7-6C86-EE6B-1849-EDA0BF468A4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172E4A7-6C86-EE6B-1849-EDA0BF468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AFF2A5A-70E1-28FC-02F4-17472476BD18}"/>
              </a:ext>
            </a:extLst>
          </p:cNvPr>
          <p:cNvGrpSpPr/>
          <p:nvPr/>
        </p:nvGrpSpPr>
        <p:grpSpPr>
          <a:xfrm>
            <a:off x="5304376" y="2342558"/>
            <a:ext cx="329975" cy="317131"/>
            <a:chOff x="2968850" y="3499219"/>
            <a:chExt cx="329975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A06A3B9-726B-D3FA-C582-4409D363DC7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D0DF76D-CDD9-89B0-852E-C00DCD65BD9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D0DF76D-CDD9-89B0-852E-C00DCD65B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770C21-63A7-6234-DC61-C0057F52F1E5}"/>
              </a:ext>
            </a:extLst>
          </p:cNvPr>
          <p:cNvGrpSpPr/>
          <p:nvPr/>
        </p:nvGrpSpPr>
        <p:grpSpPr>
          <a:xfrm>
            <a:off x="5683259" y="2342558"/>
            <a:ext cx="32997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B73C7601-E900-417D-957E-A8619CDBDE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ABB2476-89D7-8C19-C105-8C5D2A0D2FA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ABB2476-89D7-8C19-C105-8C5D2A0D2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A4376B6-2A45-EF38-9D58-DDD3C0BA0C60}"/>
              </a:ext>
            </a:extLst>
          </p:cNvPr>
          <p:cNvGrpSpPr/>
          <p:nvPr/>
        </p:nvGrpSpPr>
        <p:grpSpPr>
          <a:xfrm>
            <a:off x="6062142" y="2346014"/>
            <a:ext cx="329975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3AA62E9-97E8-DFF3-7AF1-66BAAE29EAB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9824349-E823-93D1-F5E7-058F4DFB479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9824349-E823-93D1-F5E7-058F4DFB4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E436DD2-5F58-D2D9-C656-B8F43F87CE64}"/>
              </a:ext>
            </a:extLst>
          </p:cNvPr>
          <p:cNvGrpSpPr/>
          <p:nvPr/>
        </p:nvGrpSpPr>
        <p:grpSpPr>
          <a:xfrm>
            <a:off x="6441025" y="2342558"/>
            <a:ext cx="329975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1190FE7-E6F9-5B10-797C-838AC4811CF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C6F7160-5ACA-7AFF-6061-F2FBB1325C60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C6F7160-5ACA-7AFF-6061-F2FBB1325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00D4459-4AD7-0DB8-596C-A40E9EE4E5DB}"/>
              </a:ext>
            </a:extLst>
          </p:cNvPr>
          <p:cNvGrpSpPr/>
          <p:nvPr/>
        </p:nvGrpSpPr>
        <p:grpSpPr>
          <a:xfrm>
            <a:off x="6819908" y="2339102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C6FD582-2725-CE00-C5E3-F71C25B8FBB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64B524D-5B1A-0FD7-3B5E-BC2A699E71B5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64B524D-5B1A-0FD7-3B5E-BC2A699E7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F36C14-6702-09DA-2B60-C8900ABEDA69}"/>
              </a:ext>
            </a:extLst>
          </p:cNvPr>
          <p:cNvGrpSpPr/>
          <p:nvPr/>
        </p:nvGrpSpPr>
        <p:grpSpPr>
          <a:xfrm>
            <a:off x="7198791" y="2339102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8E6E97A-AAD0-58D7-1B11-672482D879A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B2884B8-37AE-9C68-E8CD-FFC6255470B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B2884B8-37AE-9C68-E8CD-FFC625547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728DD4C-19D9-53DB-B497-5C17CB73166B}"/>
                  </a:ext>
                </a:extLst>
              </p:cNvPr>
              <p:cNvSpPr txBox="1"/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728DD4C-19D9-53DB-B497-5C17CB731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5B5D353-22B8-44E9-2AF9-6A88FB55DDEC}"/>
              </a:ext>
            </a:extLst>
          </p:cNvPr>
          <p:cNvSpPr/>
          <p:nvPr/>
        </p:nvSpPr>
        <p:spPr>
          <a:xfrm>
            <a:off x="4497701" y="2244157"/>
            <a:ext cx="1543259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5416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3389-97A4-9851-EFF8-55DE3ED2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CF30313-C45A-DBB5-B6B6-10720048F5A4}"/>
              </a:ext>
            </a:extLst>
          </p:cNvPr>
          <p:cNvGrpSpPr/>
          <p:nvPr/>
        </p:nvGrpSpPr>
        <p:grpSpPr>
          <a:xfrm>
            <a:off x="4546610" y="2342558"/>
            <a:ext cx="329975" cy="317131"/>
            <a:chOff x="2968850" y="3499219"/>
            <a:chExt cx="329975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41E75F3-4911-F9EB-870F-4EA874FFC96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0DE86DD-48E7-30B9-CB62-AA0BBE872F8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0DE86DD-48E7-30B9-CB62-AA0BBE872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03B158-BF5A-106E-5A03-8906FA65B4F9}"/>
              </a:ext>
            </a:extLst>
          </p:cNvPr>
          <p:cNvGrpSpPr/>
          <p:nvPr/>
        </p:nvGrpSpPr>
        <p:grpSpPr>
          <a:xfrm>
            <a:off x="4925493" y="2346014"/>
            <a:ext cx="329975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35485AE-9A79-C8FB-4D06-6D361F13053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102EFE3-AECA-5715-1C01-64251ECA3E8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102EFE3-AECA-5715-1C01-64251ECA3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9F15200-4749-A0EC-1E41-48571D63566A}"/>
              </a:ext>
            </a:extLst>
          </p:cNvPr>
          <p:cNvGrpSpPr/>
          <p:nvPr/>
        </p:nvGrpSpPr>
        <p:grpSpPr>
          <a:xfrm>
            <a:off x="5304376" y="2342558"/>
            <a:ext cx="329975" cy="317131"/>
            <a:chOff x="2968850" y="3499219"/>
            <a:chExt cx="329975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D18578F-89EC-1FE5-98C8-C4E1D749094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C6E04BD-2D67-D332-7702-D3037F11D4C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C6E04BD-2D67-D332-7702-D3037F11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4E56D87-2D21-525A-BE20-DC89A79D5CB3}"/>
              </a:ext>
            </a:extLst>
          </p:cNvPr>
          <p:cNvGrpSpPr/>
          <p:nvPr/>
        </p:nvGrpSpPr>
        <p:grpSpPr>
          <a:xfrm>
            <a:off x="5683259" y="2342558"/>
            <a:ext cx="32997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E905DF3-C688-E465-8AC0-696E33FCCBA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DFD5A16-E579-F609-1E2F-C6CF80C22060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DFD5A16-E579-F609-1E2F-C6CF80C22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7424201-1B1B-30F4-E726-5EA7EDD71863}"/>
              </a:ext>
            </a:extLst>
          </p:cNvPr>
          <p:cNvGrpSpPr/>
          <p:nvPr/>
        </p:nvGrpSpPr>
        <p:grpSpPr>
          <a:xfrm>
            <a:off x="6062142" y="2346014"/>
            <a:ext cx="329975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0C1C2CD-31D7-EA66-1EAC-18DA7AB5770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CB4203-BEFD-6F07-363F-0A0EEAB2D5B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CB4203-BEFD-6F07-363F-0A0EEAB2D5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9AADB13-FC83-23C9-BF14-E246D036B215}"/>
              </a:ext>
            </a:extLst>
          </p:cNvPr>
          <p:cNvGrpSpPr/>
          <p:nvPr/>
        </p:nvGrpSpPr>
        <p:grpSpPr>
          <a:xfrm>
            <a:off x="6441025" y="2342558"/>
            <a:ext cx="329975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C33259D-D158-EE2F-DA85-02AFFC17E6E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F7C7F89-D4CF-D987-8794-FB8AFB47F74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F7C7F89-D4CF-D987-8794-FB8AFB47F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295126C-0278-4E08-82C6-614DC5B0E9A8}"/>
              </a:ext>
            </a:extLst>
          </p:cNvPr>
          <p:cNvGrpSpPr/>
          <p:nvPr/>
        </p:nvGrpSpPr>
        <p:grpSpPr>
          <a:xfrm>
            <a:off x="6819908" y="2339102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DD6B4E1-9276-8E27-6119-1A0C21456EB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0740B51-B5F0-EC39-C47B-9675F663441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0740B51-B5F0-EC39-C47B-9675F6634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0372EFD-E0E0-5146-59A5-58E6382E041D}"/>
              </a:ext>
            </a:extLst>
          </p:cNvPr>
          <p:cNvGrpSpPr/>
          <p:nvPr/>
        </p:nvGrpSpPr>
        <p:grpSpPr>
          <a:xfrm>
            <a:off x="7198791" y="2339102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B96783A-22E1-D56F-8813-66E8D8D175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CD1A097-5A78-4E58-7480-DE2FFBA4A96A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CD1A097-5A78-4E58-7480-DE2FFBA4A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F78BC09-EE0A-CD36-61B2-4867380A22BB}"/>
                  </a:ext>
                </a:extLst>
              </p:cNvPr>
              <p:cNvSpPr txBox="1"/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F78BC09-EE0A-CD36-61B2-4867380A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A808D10-FF5B-8794-85EA-C96189D27BDD}"/>
              </a:ext>
            </a:extLst>
          </p:cNvPr>
          <p:cNvSpPr/>
          <p:nvPr/>
        </p:nvSpPr>
        <p:spPr>
          <a:xfrm>
            <a:off x="4497701" y="2244157"/>
            <a:ext cx="1543259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8C54C46C-4A6A-ED7D-283A-A14698AEA80A}"/>
              </a:ext>
            </a:extLst>
          </p:cNvPr>
          <p:cNvCxnSpPr>
            <a:cxnSpLocks/>
            <a:stCxn id="35" idx="2"/>
            <a:endCxn id="88" idx="0"/>
          </p:cNvCxnSpPr>
          <p:nvPr/>
        </p:nvCxnSpPr>
        <p:spPr>
          <a:xfrm rot="16200000" flipH="1">
            <a:off x="5247335" y="2773171"/>
            <a:ext cx="236295" cy="19230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EDF0663-67C5-99A0-FB1E-707642A8B816}"/>
              </a:ext>
            </a:extLst>
          </p:cNvPr>
          <p:cNvGrpSpPr/>
          <p:nvPr/>
        </p:nvGrpSpPr>
        <p:grpSpPr>
          <a:xfrm>
            <a:off x="4546610" y="3085871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BAF2CBA2-E623-5E19-2392-8153D58A85F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C5B8AC2-66B7-CB70-F0A3-1D92B1D1AA9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C5B8AC2-66B7-CB70-F0A3-1D92B1D1A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5B126C8-D55B-49C4-D8E7-CDBCD0BD17CF}"/>
              </a:ext>
            </a:extLst>
          </p:cNvPr>
          <p:cNvGrpSpPr/>
          <p:nvPr/>
        </p:nvGrpSpPr>
        <p:grpSpPr>
          <a:xfrm>
            <a:off x="4925493" y="3089327"/>
            <a:ext cx="329975" cy="317131"/>
            <a:chOff x="2968850" y="3499219"/>
            <a:chExt cx="329975" cy="317131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50166292-5960-F312-8538-70E2C47DD10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DD3BB363-04C6-0EB9-B467-8D15318C55D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DD3BB363-04C6-0EB9-B467-8D15318C5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8788B58-69B7-9C71-2F63-B00EE604A7D4}"/>
              </a:ext>
            </a:extLst>
          </p:cNvPr>
          <p:cNvGrpSpPr/>
          <p:nvPr/>
        </p:nvGrpSpPr>
        <p:grpSpPr>
          <a:xfrm>
            <a:off x="5304376" y="3085871"/>
            <a:ext cx="329975" cy="317131"/>
            <a:chOff x="2968850" y="3499219"/>
            <a:chExt cx="329975" cy="317131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1F1BB97C-8EED-452E-2A0C-E83020FB815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F6F283D-23E7-E1EB-B49B-4A631B049D8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F6F283D-23E7-E1EB-B49B-4A631B049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F1E637E-3441-38D7-9200-23DFB334A70D}"/>
              </a:ext>
            </a:extLst>
          </p:cNvPr>
          <p:cNvGrpSpPr/>
          <p:nvPr/>
        </p:nvGrpSpPr>
        <p:grpSpPr>
          <a:xfrm>
            <a:off x="5683259" y="3085871"/>
            <a:ext cx="329975" cy="317131"/>
            <a:chOff x="2968850" y="3499219"/>
            <a:chExt cx="329975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14BB070D-A5BA-4C57-A3B5-24C1277D867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E15D1DB-1D22-9556-0005-75AAC75E3D3B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E15D1DB-1D22-9556-0005-75AAC75E3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A9C4C38-1DEE-397F-E2C8-6932C6F11256}"/>
              </a:ext>
            </a:extLst>
          </p:cNvPr>
          <p:cNvGrpSpPr/>
          <p:nvPr/>
        </p:nvGrpSpPr>
        <p:grpSpPr>
          <a:xfrm>
            <a:off x="6062142" y="3089327"/>
            <a:ext cx="329975" cy="317131"/>
            <a:chOff x="2968850" y="3499219"/>
            <a:chExt cx="329975" cy="317131"/>
          </a:xfrm>
        </p:grpSpPr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C4193B13-92E6-7750-AFF4-A220651B54C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B4F71EF-CAF0-8C97-64E2-B851F08DFE1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B4F71EF-CAF0-8C97-64E2-B851F08DF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4A89764-2EBF-87A0-61FB-9817B2B34018}"/>
              </a:ext>
            </a:extLst>
          </p:cNvPr>
          <p:cNvGrpSpPr/>
          <p:nvPr/>
        </p:nvGrpSpPr>
        <p:grpSpPr>
          <a:xfrm>
            <a:off x="6441025" y="3085871"/>
            <a:ext cx="329975" cy="317131"/>
            <a:chOff x="2968850" y="3499219"/>
            <a:chExt cx="329975" cy="317131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33AB75CC-4713-8FDC-E0D8-9E78F9C4046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CE0AF575-93D4-10BB-9933-6564464760A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CE0AF575-93D4-10BB-9933-656446476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AE4471C-F0F7-C868-69FF-2E1B77DBE263}"/>
              </a:ext>
            </a:extLst>
          </p:cNvPr>
          <p:cNvGrpSpPr/>
          <p:nvPr/>
        </p:nvGrpSpPr>
        <p:grpSpPr>
          <a:xfrm>
            <a:off x="6819908" y="3082415"/>
            <a:ext cx="329975" cy="317131"/>
            <a:chOff x="2968850" y="3499219"/>
            <a:chExt cx="329975" cy="31713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23F40531-E9BA-A5DD-15DE-32B7C90BBE7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7566014-6A2C-9963-4970-82F8949C06BB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7566014-6A2C-9963-4970-82F8949C06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44103B4-4ADF-04CB-6DEB-A0470229E283}"/>
              </a:ext>
            </a:extLst>
          </p:cNvPr>
          <p:cNvGrpSpPr/>
          <p:nvPr/>
        </p:nvGrpSpPr>
        <p:grpSpPr>
          <a:xfrm>
            <a:off x="7198791" y="3082415"/>
            <a:ext cx="329975" cy="317131"/>
            <a:chOff x="2968850" y="3499219"/>
            <a:chExt cx="329975" cy="317131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21882DC9-EAE2-550C-1662-A6E4EA78FA3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505AE92-9523-43DD-7DD8-945C436ADDE5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D505AE92-9523-43DD-7DD8-945C436AD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04944FA3-7677-B353-3163-0447C121BE16}"/>
              </a:ext>
            </a:extLst>
          </p:cNvPr>
          <p:cNvSpPr/>
          <p:nvPr/>
        </p:nvSpPr>
        <p:spPr>
          <a:xfrm>
            <a:off x="4497701" y="2987470"/>
            <a:ext cx="1927864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93" name="图形 92" descr="关闭 纯色填充">
            <a:extLst>
              <a:ext uri="{FF2B5EF4-FFF2-40B4-BE49-F238E27FC236}">
                <a16:creationId xmlns:a16="http://schemas.microsoft.com/office/drawing/2014/main" id="{948FE3AB-7CB5-F9D9-839E-26A4D30D1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8876" y="3109392"/>
            <a:ext cx="245442" cy="2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35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1D1E-0B58-6451-6018-C0BE49BF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FC56840-7E7A-4AD8-E3C9-3AC44731BC3E}"/>
              </a:ext>
            </a:extLst>
          </p:cNvPr>
          <p:cNvGrpSpPr/>
          <p:nvPr/>
        </p:nvGrpSpPr>
        <p:grpSpPr>
          <a:xfrm>
            <a:off x="4546610" y="2342558"/>
            <a:ext cx="329975" cy="317131"/>
            <a:chOff x="2968850" y="3499219"/>
            <a:chExt cx="329975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563FEB8-AD29-CA1B-480A-61FFD4CB029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29DCD5F-94FF-D6B5-B49C-CB1D2C0AFD3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29DCD5F-94FF-D6B5-B49C-CB1D2C0AF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8E01BC8-BE04-48E1-CAD0-E9B4843400FB}"/>
              </a:ext>
            </a:extLst>
          </p:cNvPr>
          <p:cNvGrpSpPr/>
          <p:nvPr/>
        </p:nvGrpSpPr>
        <p:grpSpPr>
          <a:xfrm>
            <a:off x="4925493" y="2346014"/>
            <a:ext cx="329975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110E5F6-EA7A-4D32-01CC-8E30A52A14C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F454508-7E48-E15D-9955-D76F714E1050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F454508-7E48-E15D-9955-D76F714E1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CE57DEB-E6D1-7604-6AD2-95B072F748C8}"/>
              </a:ext>
            </a:extLst>
          </p:cNvPr>
          <p:cNvGrpSpPr/>
          <p:nvPr/>
        </p:nvGrpSpPr>
        <p:grpSpPr>
          <a:xfrm>
            <a:off x="5304376" y="2342558"/>
            <a:ext cx="329975" cy="317131"/>
            <a:chOff x="2968850" y="3499219"/>
            <a:chExt cx="329975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9285086-0A4D-2B71-44F0-CEBC8093771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90A2993-FFFD-25A5-8AF2-E350C6D3377B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90A2993-FFFD-25A5-8AF2-E350C6D33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145BA4C-416E-536F-7014-FAA9A13329E3}"/>
              </a:ext>
            </a:extLst>
          </p:cNvPr>
          <p:cNvGrpSpPr/>
          <p:nvPr/>
        </p:nvGrpSpPr>
        <p:grpSpPr>
          <a:xfrm>
            <a:off x="5683259" y="2342558"/>
            <a:ext cx="32997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B173B51-45B8-61CC-B908-422CBA9441D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AF1EF98-5C7D-9DD0-A485-EAC643950C5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AF1EF98-5C7D-9DD0-A485-EAC643950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A02BF1-8AC5-6AC7-8D0E-A0659922227F}"/>
              </a:ext>
            </a:extLst>
          </p:cNvPr>
          <p:cNvGrpSpPr/>
          <p:nvPr/>
        </p:nvGrpSpPr>
        <p:grpSpPr>
          <a:xfrm>
            <a:off x="6062142" y="2346014"/>
            <a:ext cx="329975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4432733-ADF7-EAA5-819B-2AD4B9547C1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595CDD3-5480-95F8-22A4-BE342F559824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595CDD3-5480-95F8-22A4-BE342F559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23D100F-16E8-5FA6-6058-FFE95783E624}"/>
              </a:ext>
            </a:extLst>
          </p:cNvPr>
          <p:cNvGrpSpPr/>
          <p:nvPr/>
        </p:nvGrpSpPr>
        <p:grpSpPr>
          <a:xfrm>
            <a:off x="6441025" y="2342558"/>
            <a:ext cx="329975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253EA5A-3934-4CFE-0561-93666B959B2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2403420-3BA3-9DAB-B8ED-102996FCDAF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2403420-3BA3-9DAB-B8ED-102996FCD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C95B2AC-E295-6661-846B-4CB5F2C61CD9}"/>
              </a:ext>
            </a:extLst>
          </p:cNvPr>
          <p:cNvGrpSpPr/>
          <p:nvPr/>
        </p:nvGrpSpPr>
        <p:grpSpPr>
          <a:xfrm>
            <a:off x="6819908" y="2339102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2E55725-3807-0F58-7256-DF31E4D63F2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80F9300-F249-FA2C-F96A-97750C708FB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80F9300-F249-FA2C-F96A-97750C708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71DE1E0-24FC-A3E3-A379-F2541C68859E}"/>
              </a:ext>
            </a:extLst>
          </p:cNvPr>
          <p:cNvGrpSpPr/>
          <p:nvPr/>
        </p:nvGrpSpPr>
        <p:grpSpPr>
          <a:xfrm>
            <a:off x="7198791" y="2339102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7D2FC32C-C720-8824-CB18-F9F60D16FC8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AFFF436-C26F-4659-DEE9-30C43B5FD50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AFFF436-C26F-4659-DEE9-30C43B5FD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13E0D5A-62A5-C88E-6834-DD82DE18FD9F}"/>
                  </a:ext>
                </a:extLst>
              </p:cNvPr>
              <p:cNvSpPr txBox="1"/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13E0D5A-62A5-C88E-6834-DD82DE18F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150" y="1700085"/>
                <a:ext cx="78868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134550F-0D72-B081-6036-A024261CBA6E}"/>
              </a:ext>
            </a:extLst>
          </p:cNvPr>
          <p:cNvSpPr/>
          <p:nvPr/>
        </p:nvSpPr>
        <p:spPr>
          <a:xfrm>
            <a:off x="4497701" y="2244157"/>
            <a:ext cx="1543259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EDD057F0-EDAA-8D9E-FDCB-AA5A6EC8147F}"/>
              </a:ext>
            </a:extLst>
          </p:cNvPr>
          <p:cNvCxnSpPr>
            <a:cxnSpLocks/>
            <a:stCxn id="35" idx="2"/>
            <a:endCxn id="88" idx="0"/>
          </p:cNvCxnSpPr>
          <p:nvPr/>
        </p:nvCxnSpPr>
        <p:spPr>
          <a:xfrm rot="16200000" flipH="1">
            <a:off x="5247335" y="2773171"/>
            <a:ext cx="236295" cy="19230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5438585-A7E5-375C-71B7-C846ACD2C2A5}"/>
              </a:ext>
            </a:extLst>
          </p:cNvPr>
          <p:cNvGrpSpPr/>
          <p:nvPr/>
        </p:nvGrpSpPr>
        <p:grpSpPr>
          <a:xfrm>
            <a:off x="4546610" y="3085871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C168F787-2799-0761-507E-EB7A025A89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756E3AA1-C6E5-9A12-F4AC-4EA184EFCEC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756E3AA1-C6E5-9A12-F4AC-4EA184EFC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8F71727-CD2A-4D4E-8F32-BFE981F5FEBE}"/>
              </a:ext>
            </a:extLst>
          </p:cNvPr>
          <p:cNvGrpSpPr/>
          <p:nvPr/>
        </p:nvGrpSpPr>
        <p:grpSpPr>
          <a:xfrm>
            <a:off x="4925493" y="3089327"/>
            <a:ext cx="329975" cy="317131"/>
            <a:chOff x="2968850" y="3499219"/>
            <a:chExt cx="329975" cy="317131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868022CE-867E-4676-6B67-5E4D053CF86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77223FF-CD0F-8426-AD51-D4A131BA812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77223FF-CD0F-8426-AD51-D4A131BA8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46F0D16-60A3-98B0-11AE-B003C4266487}"/>
              </a:ext>
            </a:extLst>
          </p:cNvPr>
          <p:cNvGrpSpPr/>
          <p:nvPr/>
        </p:nvGrpSpPr>
        <p:grpSpPr>
          <a:xfrm>
            <a:off x="5304376" y="3085871"/>
            <a:ext cx="329975" cy="317131"/>
            <a:chOff x="2968850" y="3499219"/>
            <a:chExt cx="329975" cy="317131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0C107D3E-4151-74F4-3536-25F4121494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78E3C271-A106-7AE3-2DB8-7C6B6FAF751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78E3C271-A106-7AE3-2DB8-7C6B6FAF7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CB81213-9DDA-497C-422D-7D8B4DF41F7E}"/>
              </a:ext>
            </a:extLst>
          </p:cNvPr>
          <p:cNvGrpSpPr/>
          <p:nvPr/>
        </p:nvGrpSpPr>
        <p:grpSpPr>
          <a:xfrm>
            <a:off x="5683259" y="3085871"/>
            <a:ext cx="329975" cy="317131"/>
            <a:chOff x="2968850" y="3499219"/>
            <a:chExt cx="329975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F774FF21-2BEC-0A07-064E-70BB393BEDC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2A43371C-52DD-830A-0352-6BDC34033C48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2A43371C-52DD-830A-0352-6BDC34033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A1ABAE7-9DB4-1F18-E25E-947B205C48E7}"/>
              </a:ext>
            </a:extLst>
          </p:cNvPr>
          <p:cNvGrpSpPr/>
          <p:nvPr/>
        </p:nvGrpSpPr>
        <p:grpSpPr>
          <a:xfrm>
            <a:off x="6062142" y="3089327"/>
            <a:ext cx="329975" cy="317131"/>
            <a:chOff x="2968850" y="3499219"/>
            <a:chExt cx="329975" cy="317131"/>
          </a:xfrm>
        </p:grpSpPr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D109D4E2-85A0-E3F9-E79E-60A9B416F57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1332077B-A969-3848-330D-59775339ADD4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1332077B-A969-3848-330D-59775339A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51B0A74-EBC1-01E5-DA18-19A63D84ADA0}"/>
              </a:ext>
            </a:extLst>
          </p:cNvPr>
          <p:cNvGrpSpPr/>
          <p:nvPr/>
        </p:nvGrpSpPr>
        <p:grpSpPr>
          <a:xfrm>
            <a:off x="6441025" y="3085871"/>
            <a:ext cx="329975" cy="317131"/>
            <a:chOff x="2968850" y="3499219"/>
            <a:chExt cx="329975" cy="317131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FA36CBDF-ECA7-E87D-4D4E-A680D01FE35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16A16D6-2D8D-C8D0-AD58-4CF16D1D9A9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16A16D6-2D8D-C8D0-AD58-4CF16D1D9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FEF4CAD-4324-7C27-375B-B970C1DF6C1B}"/>
              </a:ext>
            </a:extLst>
          </p:cNvPr>
          <p:cNvGrpSpPr/>
          <p:nvPr/>
        </p:nvGrpSpPr>
        <p:grpSpPr>
          <a:xfrm>
            <a:off x="6819908" y="3082415"/>
            <a:ext cx="329975" cy="317131"/>
            <a:chOff x="2968850" y="3499219"/>
            <a:chExt cx="329975" cy="31713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76C96C81-BBB5-F2D6-06F2-ACD68D2B45E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747E24E7-A6A0-D047-BB35-41D79455A61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747E24E7-A6A0-D047-BB35-41D79455A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ACB0C25-72B2-4FCB-00BE-068ACEE546E1}"/>
              </a:ext>
            </a:extLst>
          </p:cNvPr>
          <p:cNvGrpSpPr/>
          <p:nvPr/>
        </p:nvGrpSpPr>
        <p:grpSpPr>
          <a:xfrm>
            <a:off x="7198791" y="3082415"/>
            <a:ext cx="329975" cy="317131"/>
            <a:chOff x="2968850" y="3499219"/>
            <a:chExt cx="329975" cy="317131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A316F155-B03C-B54A-895A-FB054FD0E51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B50DEA1-539B-FD8B-05AE-6A9EF545AD60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B50DEA1-539B-FD8B-05AE-6A9EF545A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E015BE03-4A54-3741-9653-CDC7B2F47A52}"/>
              </a:ext>
            </a:extLst>
          </p:cNvPr>
          <p:cNvSpPr/>
          <p:nvPr/>
        </p:nvSpPr>
        <p:spPr>
          <a:xfrm>
            <a:off x="4497701" y="2987470"/>
            <a:ext cx="1927864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93" name="图形 92" descr="关闭 纯色填充">
            <a:extLst>
              <a:ext uri="{FF2B5EF4-FFF2-40B4-BE49-F238E27FC236}">
                <a16:creationId xmlns:a16="http://schemas.microsoft.com/office/drawing/2014/main" id="{BE3630E9-BB6F-EB69-46E0-7BDC3A591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8876" y="3109392"/>
            <a:ext cx="245442" cy="245442"/>
          </a:xfrm>
          <a:prstGeom prst="rect">
            <a:avLst/>
          </a:prstGeom>
        </p:spPr>
      </p:pic>
      <p:cxnSp>
        <p:nvCxnSpPr>
          <p:cNvPr id="127" name="连接符: 曲线 126">
            <a:extLst>
              <a:ext uri="{FF2B5EF4-FFF2-40B4-BE49-F238E27FC236}">
                <a16:creationId xmlns:a16="http://schemas.microsoft.com/office/drawing/2014/main" id="{D3889EAC-3201-88F7-06E1-84C7C3493D9E}"/>
              </a:ext>
            </a:extLst>
          </p:cNvPr>
          <p:cNvCxnSpPr>
            <a:cxnSpLocks/>
            <a:stCxn id="88" idx="2"/>
            <a:endCxn id="105" idx="0"/>
          </p:cNvCxnSpPr>
          <p:nvPr/>
        </p:nvCxnSpPr>
        <p:spPr>
          <a:xfrm rot="16200000" flipH="1">
            <a:off x="5434512" y="3521608"/>
            <a:ext cx="236295" cy="18205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08553D2-9974-D57A-59F7-3F9A3F649C25}"/>
              </a:ext>
            </a:extLst>
          </p:cNvPr>
          <p:cNvGrpSpPr/>
          <p:nvPr/>
        </p:nvGrpSpPr>
        <p:grpSpPr>
          <a:xfrm>
            <a:off x="4546610" y="3829184"/>
            <a:ext cx="329975" cy="317131"/>
            <a:chOff x="2968850" y="3499219"/>
            <a:chExt cx="329975" cy="317131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40426117-B76B-DA12-8556-8DC4FEE310D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CC28741F-20C2-0343-210B-E94796B9CE9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CC28741F-20C2-0343-210B-E94796B9C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5611CF7-1DE1-686E-042D-4D64B10227A9}"/>
              </a:ext>
            </a:extLst>
          </p:cNvPr>
          <p:cNvGrpSpPr/>
          <p:nvPr/>
        </p:nvGrpSpPr>
        <p:grpSpPr>
          <a:xfrm>
            <a:off x="4925493" y="3832640"/>
            <a:ext cx="329975" cy="317131"/>
            <a:chOff x="2968850" y="3499219"/>
            <a:chExt cx="329975" cy="317131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4C12C509-2394-0672-396A-87E2BB2223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C06DFA7-2A53-432B-B756-4006DB74552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C06DFA7-2A53-432B-B756-4006DB745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16DCF94-9648-3B26-7CDD-415B3411C4C6}"/>
              </a:ext>
            </a:extLst>
          </p:cNvPr>
          <p:cNvGrpSpPr/>
          <p:nvPr/>
        </p:nvGrpSpPr>
        <p:grpSpPr>
          <a:xfrm>
            <a:off x="5304376" y="3829184"/>
            <a:ext cx="329975" cy="317131"/>
            <a:chOff x="2968850" y="3499219"/>
            <a:chExt cx="329975" cy="317131"/>
          </a:xfrm>
        </p:grpSpPr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9385382E-F87E-5F8D-8154-A4C6E0CB45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F8B5A1E-1792-9F6B-BEDB-4B496B2E2524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F8B5A1E-1792-9F6B-BEDB-4B496B2E2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9DBB9D2-FFF4-185B-3498-C8274D4D4B0E}"/>
              </a:ext>
            </a:extLst>
          </p:cNvPr>
          <p:cNvGrpSpPr/>
          <p:nvPr/>
        </p:nvGrpSpPr>
        <p:grpSpPr>
          <a:xfrm>
            <a:off x="5683259" y="3829184"/>
            <a:ext cx="329975" cy="317131"/>
            <a:chOff x="2968850" y="3499219"/>
            <a:chExt cx="329975" cy="317131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17CB1EBA-44EA-080E-9EAD-63512143FD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7F5AE1B9-DE58-99EB-8C45-59E24FE8D1E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7F5AE1B9-DE58-99EB-8C45-59E24FE8D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3A7F7CD-FF26-592A-3119-3BE1954C5BB9}"/>
              </a:ext>
            </a:extLst>
          </p:cNvPr>
          <p:cNvGrpSpPr/>
          <p:nvPr/>
        </p:nvGrpSpPr>
        <p:grpSpPr>
          <a:xfrm>
            <a:off x="6062142" y="3832640"/>
            <a:ext cx="329975" cy="317131"/>
            <a:chOff x="2968850" y="3499219"/>
            <a:chExt cx="329975" cy="317131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0C531C12-8BEB-9E30-6719-139F22B832A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7E19C4E-C19E-2423-7E4D-9F96CCF6B97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7E19C4E-C19E-2423-7E4D-9F96CCF6B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2819449-FBF8-216A-C0FD-B9EDB24937E4}"/>
              </a:ext>
            </a:extLst>
          </p:cNvPr>
          <p:cNvGrpSpPr/>
          <p:nvPr/>
        </p:nvGrpSpPr>
        <p:grpSpPr>
          <a:xfrm>
            <a:off x="6441025" y="3829184"/>
            <a:ext cx="329975" cy="317131"/>
            <a:chOff x="2968850" y="3499219"/>
            <a:chExt cx="329975" cy="317131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4592078A-6220-DBFC-7ACC-C3BB0C25857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471AC00-6009-230D-E20E-508AEDC6FF38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471AC00-6009-230D-E20E-508AEDC6F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116C080-5507-72DD-7BA9-DF8256DA4BA3}"/>
              </a:ext>
            </a:extLst>
          </p:cNvPr>
          <p:cNvGrpSpPr/>
          <p:nvPr/>
        </p:nvGrpSpPr>
        <p:grpSpPr>
          <a:xfrm>
            <a:off x="6819908" y="3825728"/>
            <a:ext cx="329975" cy="317131"/>
            <a:chOff x="2968850" y="3499219"/>
            <a:chExt cx="329975" cy="317131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AC2FE1F1-847D-52F3-15BF-CA1BA53CF25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74564E69-F293-BC70-8E59-7A1988BB700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74564E69-F293-BC70-8E59-7A1988BB7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DEFD6E9-B12F-6815-00EA-37EB89F36233}"/>
              </a:ext>
            </a:extLst>
          </p:cNvPr>
          <p:cNvGrpSpPr/>
          <p:nvPr/>
        </p:nvGrpSpPr>
        <p:grpSpPr>
          <a:xfrm>
            <a:off x="7198791" y="3825728"/>
            <a:ext cx="329975" cy="317131"/>
            <a:chOff x="2968850" y="3499219"/>
            <a:chExt cx="329975" cy="317131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5C2F467B-0D8A-6666-45C6-4DFEB9B0F4B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B62E3418-1CF0-80FE-3A69-4C5556292C1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B62E3418-1CF0-80FE-3A69-4C5556292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59CA83C9-1770-C5EA-718F-880175FE95CD}"/>
              </a:ext>
            </a:extLst>
          </p:cNvPr>
          <p:cNvSpPr/>
          <p:nvPr/>
        </p:nvSpPr>
        <p:spPr>
          <a:xfrm>
            <a:off x="4497700" y="3730783"/>
            <a:ext cx="2291972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126" name="图形 125" descr="关闭 纯色填充">
            <a:extLst>
              <a:ext uri="{FF2B5EF4-FFF2-40B4-BE49-F238E27FC236}">
                <a16:creationId xmlns:a16="http://schemas.microsoft.com/office/drawing/2014/main" id="{A78C2ECB-2AFA-F691-408E-335BFE289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8876" y="3852705"/>
            <a:ext cx="245442" cy="245442"/>
          </a:xfrm>
          <a:prstGeom prst="rect">
            <a:avLst/>
          </a:prstGeom>
        </p:spPr>
      </p:pic>
      <p:pic>
        <p:nvPicPr>
          <p:cNvPr id="132" name="图形 131" descr="关闭 纯色填充">
            <a:extLst>
              <a:ext uri="{FF2B5EF4-FFF2-40B4-BE49-F238E27FC236}">
                <a16:creationId xmlns:a16="http://schemas.microsoft.com/office/drawing/2014/main" id="{88A38AF1-8BCC-05B4-D2AD-BD53E7AD3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5315" y="3861571"/>
            <a:ext cx="245442" cy="245442"/>
          </a:xfrm>
          <a:prstGeom prst="rect">
            <a:avLst/>
          </a:prstGeom>
        </p:spPr>
      </p:pic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71A844F3-19F3-96A6-6427-3C8BA305E26E}"/>
              </a:ext>
            </a:extLst>
          </p:cNvPr>
          <p:cNvGrpSpPr/>
          <p:nvPr/>
        </p:nvGrpSpPr>
        <p:grpSpPr>
          <a:xfrm>
            <a:off x="4546610" y="4555282"/>
            <a:ext cx="329975" cy="317131"/>
            <a:chOff x="2968850" y="3499219"/>
            <a:chExt cx="329975" cy="317131"/>
          </a:xfrm>
        </p:grpSpPr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67720905-38A6-52B9-E767-893FB783A1D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D5369CE4-99C9-A704-8069-276EE12250F0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D5369CE4-99C9-A704-8069-276EE1225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EA25D66D-C9E4-C4B6-EF86-2FD09A12B663}"/>
              </a:ext>
            </a:extLst>
          </p:cNvPr>
          <p:cNvGrpSpPr/>
          <p:nvPr/>
        </p:nvGrpSpPr>
        <p:grpSpPr>
          <a:xfrm>
            <a:off x="4925493" y="4558738"/>
            <a:ext cx="329975" cy="317131"/>
            <a:chOff x="2968850" y="3499219"/>
            <a:chExt cx="329975" cy="317131"/>
          </a:xfrm>
        </p:grpSpPr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DE67CAB4-74FD-B4FF-C7C5-7FB32A59DE0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5A32B6FA-94C4-0E66-5450-1FC012E0E4C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5A32B6FA-94C4-0E66-5450-1FC012E0E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213EA2FA-20AB-5A1F-484F-A443A85629E0}"/>
              </a:ext>
            </a:extLst>
          </p:cNvPr>
          <p:cNvGrpSpPr/>
          <p:nvPr/>
        </p:nvGrpSpPr>
        <p:grpSpPr>
          <a:xfrm>
            <a:off x="5304376" y="4555282"/>
            <a:ext cx="329975" cy="317131"/>
            <a:chOff x="2968850" y="3499219"/>
            <a:chExt cx="329975" cy="317131"/>
          </a:xfrm>
        </p:grpSpPr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5BD56760-040C-773C-43BD-AE703447925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847C119E-FC33-2DEC-D228-B9090C53C9A4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847C119E-FC33-2DEC-D228-B9090C53C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315D836-C5F3-2660-ECE3-54760F732C0F}"/>
              </a:ext>
            </a:extLst>
          </p:cNvPr>
          <p:cNvGrpSpPr/>
          <p:nvPr/>
        </p:nvGrpSpPr>
        <p:grpSpPr>
          <a:xfrm>
            <a:off x="5683259" y="4555282"/>
            <a:ext cx="329975" cy="317131"/>
            <a:chOff x="2968850" y="3499219"/>
            <a:chExt cx="329975" cy="317131"/>
          </a:xfrm>
        </p:grpSpPr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2CA8D7AB-519F-A49D-B8BC-FBB9E1FD1EB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294B0D60-9007-FD01-E6A6-5E4FD0425D5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294B0D60-9007-FD01-E6A6-5E4FD0425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F0ACFC23-D391-12B8-BD51-3DD5FC163093}"/>
              </a:ext>
            </a:extLst>
          </p:cNvPr>
          <p:cNvGrpSpPr/>
          <p:nvPr/>
        </p:nvGrpSpPr>
        <p:grpSpPr>
          <a:xfrm>
            <a:off x="6062142" y="4558738"/>
            <a:ext cx="329975" cy="317131"/>
            <a:chOff x="2968850" y="3499219"/>
            <a:chExt cx="329975" cy="317131"/>
          </a:xfrm>
        </p:grpSpPr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8C7F7BC6-C29C-93E1-E7A2-42794D1C73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4CD0C5A2-1417-8905-DA41-01F9F335457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4CD0C5A2-1417-8905-DA41-01F9F3354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E99CA6EB-89CD-47B7-8328-C2C4916E5673}"/>
              </a:ext>
            </a:extLst>
          </p:cNvPr>
          <p:cNvGrpSpPr/>
          <p:nvPr/>
        </p:nvGrpSpPr>
        <p:grpSpPr>
          <a:xfrm>
            <a:off x="6441025" y="4555282"/>
            <a:ext cx="329975" cy="317131"/>
            <a:chOff x="2968850" y="3499219"/>
            <a:chExt cx="329975" cy="317131"/>
          </a:xfrm>
        </p:grpSpPr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77FEF2EE-E4EA-86B8-23DD-55C7193987C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E1CA4371-CF2A-52D0-67AE-074AAC32EB25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E1CA4371-CF2A-52D0-67AE-074AAC32E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67961327-102C-0708-4344-6AFCE489537A}"/>
              </a:ext>
            </a:extLst>
          </p:cNvPr>
          <p:cNvGrpSpPr/>
          <p:nvPr/>
        </p:nvGrpSpPr>
        <p:grpSpPr>
          <a:xfrm>
            <a:off x="6819908" y="4551826"/>
            <a:ext cx="329975" cy="317131"/>
            <a:chOff x="2968850" y="3499219"/>
            <a:chExt cx="329975" cy="317131"/>
          </a:xfrm>
        </p:grpSpPr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6CAF0B4C-E8BA-240B-301C-083B280361A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EE3B610B-5F5D-D8BB-2595-F932E3F3FB4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EE3B610B-5F5D-D8BB-2595-F932E3F3F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B5550C61-10E9-F035-816F-C148CFA9ED75}"/>
              </a:ext>
            </a:extLst>
          </p:cNvPr>
          <p:cNvGrpSpPr/>
          <p:nvPr/>
        </p:nvGrpSpPr>
        <p:grpSpPr>
          <a:xfrm>
            <a:off x="7198791" y="4551826"/>
            <a:ext cx="329975" cy="317131"/>
            <a:chOff x="2968850" y="3499219"/>
            <a:chExt cx="329975" cy="317131"/>
          </a:xfrm>
        </p:grpSpPr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FA0BA189-97C6-138C-9FE5-CA7FD8D5913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3E650AA1-4A4C-BE35-DC59-DBE33BBAD838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3E650AA1-4A4C-BE35-DC59-DBE33BBAD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E0BAC6FB-B948-CFCF-27FB-57132093CC72}"/>
              </a:ext>
            </a:extLst>
          </p:cNvPr>
          <p:cNvSpPr/>
          <p:nvPr/>
        </p:nvSpPr>
        <p:spPr>
          <a:xfrm>
            <a:off x="4497699" y="4456881"/>
            <a:ext cx="2701091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170" name="图形 169" descr="关闭 纯色填充">
            <a:extLst>
              <a:ext uri="{FF2B5EF4-FFF2-40B4-BE49-F238E27FC236}">
                <a16:creationId xmlns:a16="http://schemas.microsoft.com/office/drawing/2014/main" id="{2BD177D5-587F-9DC5-E294-6D274D9ED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8876" y="4578803"/>
            <a:ext cx="245442" cy="245442"/>
          </a:xfrm>
          <a:prstGeom prst="rect">
            <a:avLst/>
          </a:prstGeom>
        </p:spPr>
      </p:pic>
      <p:pic>
        <p:nvPicPr>
          <p:cNvPr id="171" name="图形 170" descr="关闭 纯色填充">
            <a:extLst>
              <a:ext uri="{FF2B5EF4-FFF2-40B4-BE49-F238E27FC236}">
                <a16:creationId xmlns:a16="http://schemas.microsoft.com/office/drawing/2014/main" id="{C8BF48FB-E083-618A-1191-4F2D6DEB4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5315" y="4587669"/>
            <a:ext cx="245442" cy="245442"/>
          </a:xfrm>
          <a:prstGeom prst="rect">
            <a:avLst/>
          </a:prstGeom>
        </p:spPr>
      </p:pic>
      <p:cxnSp>
        <p:nvCxnSpPr>
          <p:cNvPr id="203" name="连接符: 曲线 202">
            <a:extLst>
              <a:ext uri="{FF2B5EF4-FFF2-40B4-BE49-F238E27FC236}">
                <a16:creationId xmlns:a16="http://schemas.microsoft.com/office/drawing/2014/main" id="{16CF6406-9F9D-E780-E17A-85C5FC328C1E}"/>
              </a:ext>
            </a:extLst>
          </p:cNvPr>
          <p:cNvCxnSpPr>
            <a:cxnSpLocks/>
            <a:stCxn id="105" idx="2"/>
            <a:endCxn id="182" idx="0"/>
          </p:cNvCxnSpPr>
          <p:nvPr/>
        </p:nvCxnSpPr>
        <p:spPr>
          <a:xfrm rot="16200000" flipH="1">
            <a:off x="5636425" y="4245061"/>
            <a:ext cx="219080" cy="20455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图形 207" descr="关闭 纯色填充">
            <a:extLst>
              <a:ext uri="{FF2B5EF4-FFF2-40B4-BE49-F238E27FC236}">
                <a16:creationId xmlns:a16="http://schemas.microsoft.com/office/drawing/2014/main" id="{58C49BCC-009F-BB0E-470C-0F646D8D4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7095" y="4578803"/>
            <a:ext cx="245442" cy="245442"/>
          </a:xfrm>
          <a:prstGeom prst="rect">
            <a:avLst/>
          </a:prstGeom>
        </p:spPr>
      </p:pic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526C4D47-8856-B3D8-9C15-6F9123F3465D}"/>
              </a:ext>
            </a:extLst>
          </p:cNvPr>
          <p:cNvGrpSpPr/>
          <p:nvPr/>
        </p:nvGrpSpPr>
        <p:grpSpPr>
          <a:xfrm>
            <a:off x="4546610" y="5281380"/>
            <a:ext cx="329975" cy="317131"/>
            <a:chOff x="2968850" y="3499219"/>
            <a:chExt cx="329975" cy="317131"/>
          </a:xfrm>
        </p:grpSpPr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FCFAAAF9-F332-CF32-414D-47870E67759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8081BC95-1D78-EAA6-32C2-6343B66FF1C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8081BC95-1D78-EAA6-32C2-6343B66FF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67547507-3E79-F902-079D-0AF18B54FBAB}"/>
              </a:ext>
            </a:extLst>
          </p:cNvPr>
          <p:cNvGrpSpPr/>
          <p:nvPr/>
        </p:nvGrpSpPr>
        <p:grpSpPr>
          <a:xfrm>
            <a:off x="4925493" y="5284836"/>
            <a:ext cx="329975" cy="317131"/>
            <a:chOff x="2968850" y="3499219"/>
            <a:chExt cx="329975" cy="317131"/>
          </a:xfrm>
        </p:grpSpPr>
        <p:sp>
          <p:nvSpPr>
            <p:cNvPr id="240" name="矩形: 圆角 239">
              <a:extLst>
                <a:ext uri="{FF2B5EF4-FFF2-40B4-BE49-F238E27FC236}">
                  <a16:creationId xmlns:a16="http://schemas.microsoft.com/office/drawing/2014/main" id="{38F73B14-0E60-F6FB-BCFE-B5CAE491557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D0AC9F37-CECC-AD8F-9C5E-C84E8D15798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D0AC9F37-CECC-AD8F-9C5E-C84E8D157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9E2909F4-D65D-6360-A01E-7F01190FFE77}"/>
              </a:ext>
            </a:extLst>
          </p:cNvPr>
          <p:cNvGrpSpPr/>
          <p:nvPr/>
        </p:nvGrpSpPr>
        <p:grpSpPr>
          <a:xfrm>
            <a:off x="5304376" y="5281380"/>
            <a:ext cx="329975" cy="317131"/>
            <a:chOff x="2968850" y="3499219"/>
            <a:chExt cx="329975" cy="317131"/>
          </a:xfrm>
        </p:grpSpPr>
        <p:sp>
          <p:nvSpPr>
            <p:cNvPr id="238" name="矩形: 圆角 237">
              <a:extLst>
                <a:ext uri="{FF2B5EF4-FFF2-40B4-BE49-F238E27FC236}">
                  <a16:creationId xmlns:a16="http://schemas.microsoft.com/office/drawing/2014/main" id="{067633E6-1761-4578-BB67-EAD1909F42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F620E14A-DD95-1BFC-032D-085CA2243BC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F620E14A-DD95-1BFC-032D-085CA2243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33DABEE0-3D3E-67AB-4072-0D653672A9E7}"/>
              </a:ext>
            </a:extLst>
          </p:cNvPr>
          <p:cNvGrpSpPr/>
          <p:nvPr/>
        </p:nvGrpSpPr>
        <p:grpSpPr>
          <a:xfrm>
            <a:off x="5683259" y="5281380"/>
            <a:ext cx="329975" cy="317131"/>
            <a:chOff x="2968850" y="3499219"/>
            <a:chExt cx="329975" cy="317131"/>
          </a:xfrm>
        </p:grpSpPr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1855A602-BF98-748E-F180-9A380C9020E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584587AB-9048-69DB-86A1-87601C3CED9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584587AB-9048-69DB-86A1-87601C3CE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09B50CE1-E883-1058-CC59-4DA0482C86EE}"/>
              </a:ext>
            </a:extLst>
          </p:cNvPr>
          <p:cNvGrpSpPr/>
          <p:nvPr/>
        </p:nvGrpSpPr>
        <p:grpSpPr>
          <a:xfrm>
            <a:off x="6062142" y="5284836"/>
            <a:ext cx="329975" cy="317131"/>
            <a:chOff x="2968850" y="3499219"/>
            <a:chExt cx="329975" cy="317131"/>
          </a:xfrm>
        </p:grpSpPr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E84D0BBD-8709-5BC6-041B-17393EC775C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77275D80-E9EE-97D6-8F3D-2DCB6E5A42FA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77275D80-E9EE-97D6-8F3D-2DCB6E5A4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73DA6C29-064B-E612-3BD0-472581A60D88}"/>
              </a:ext>
            </a:extLst>
          </p:cNvPr>
          <p:cNvGrpSpPr/>
          <p:nvPr/>
        </p:nvGrpSpPr>
        <p:grpSpPr>
          <a:xfrm>
            <a:off x="6441025" y="5281380"/>
            <a:ext cx="329975" cy="317131"/>
            <a:chOff x="2968850" y="3499219"/>
            <a:chExt cx="329975" cy="317131"/>
          </a:xfrm>
        </p:grpSpPr>
        <p:sp>
          <p:nvSpPr>
            <p:cNvPr id="232" name="矩形: 圆角 231">
              <a:extLst>
                <a:ext uri="{FF2B5EF4-FFF2-40B4-BE49-F238E27FC236}">
                  <a16:creationId xmlns:a16="http://schemas.microsoft.com/office/drawing/2014/main" id="{0D70F96A-8A01-651A-5892-B7FC113187B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CA65C237-5738-B75B-A3A5-BD77A605898A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3" name="文本框 232">
                  <a:extLst>
                    <a:ext uri="{FF2B5EF4-FFF2-40B4-BE49-F238E27FC236}">
                      <a16:creationId xmlns:a16="http://schemas.microsoft.com/office/drawing/2014/main" id="{CA65C237-5738-B75B-A3A5-BD77A6058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412059E6-6D4F-E8A3-6832-FD6A6004014B}"/>
              </a:ext>
            </a:extLst>
          </p:cNvPr>
          <p:cNvGrpSpPr/>
          <p:nvPr/>
        </p:nvGrpSpPr>
        <p:grpSpPr>
          <a:xfrm>
            <a:off x="6819908" y="5277924"/>
            <a:ext cx="329975" cy="317131"/>
            <a:chOff x="2968850" y="3499219"/>
            <a:chExt cx="329975" cy="317131"/>
          </a:xfrm>
        </p:grpSpPr>
        <p:sp>
          <p:nvSpPr>
            <p:cNvPr id="230" name="矩形: 圆角 229">
              <a:extLst>
                <a:ext uri="{FF2B5EF4-FFF2-40B4-BE49-F238E27FC236}">
                  <a16:creationId xmlns:a16="http://schemas.microsoft.com/office/drawing/2014/main" id="{CFCD7E02-6335-1DF7-4861-868AFD2BA4D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47ED0840-45DC-D1E2-C328-6EA177673E3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47ED0840-45DC-D1E2-C328-6EA177673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2C3F1B25-9BF8-521E-FE9C-5226595F6480}"/>
              </a:ext>
            </a:extLst>
          </p:cNvPr>
          <p:cNvGrpSpPr/>
          <p:nvPr/>
        </p:nvGrpSpPr>
        <p:grpSpPr>
          <a:xfrm>
            <a:off x="7198791" y="5277924"/>
            <a:ext cx="329975" cy="317131"/>
            <a:chOff x="2968850" y="3499219"/>
            <a:chExt cx="329975" cy="317131"/>
          </a:xfrm>
        </p:grpSpPr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59C2E857-4BA1-188D-CA17-7E138CAFFAE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7D9CB20E-FBDA-9C79-5347-B8088F8B60D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7D9CB20E-FBDA-9C79-5347-B8088F8B6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9047A0BC-0AFE-9BA8-F0F5-4F35A88654D2}"/>
              </a:ext>
            </a:extLst>
          </p:cNvPr>
          <p:cNvSpPr/>
          <p:nvPr/>
        </p:nvSpPr>
        <p:spPr>
          <a:xfrm>
            <a:off x="4497699" y="5182979"/>
            <a:ext cx="3079975" cy="507018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211" name="图形 210" descr="关闭 纯色填充">
            <a:extLst>
              <a:ext uri="{FF2B5EF4-FFF2-40B4-BE49-F238E27FC236}">
                <a16:creationId xmlns:a16="http://schemas.microsoft.com/office/drawing/2014/main" id="{08AB3749-AE5A-36D9-D7ED-92DE34BF7E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8876" y="5304901"/>
            <a:ext cx="245442" cy="245442"/>
          </a:xfrm>
          <a:prstGeom prst="rect">
            <a:avLst/>
          </a:prstGeom>
        </p:spPr>
      </p:pic>
      <p:pic>
        <p:nvPicPr>
          <p:cNvPr id="212" name="图形 211" descr="关闭 纯色填充">
            <a:extLst>
              <a:ext uri="{FF2B5EF4-FFF2-40B4-BE49-F238E27FC236}">
                <a16:creationId xmlns:a16="http://schemas.microsoft.com/office/drawing/2014/main" id="{46DC276F-11E1-C0F3-2E72-EE8A0E6D2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5315" y="5313767"/>
            <a:ext cx="245442" cy="245442"/>
          </a:xfrm>
          <a:prstGeom prst="rect">
            <a:avLst/>
          </a:prstGeom>
        </p:spPr>
      </p:pic>
      <p:pic>
        <p:nvPicPr>
          <p:cNvPr id="244" name="图形 243" descr="关闭 纯色填充">
            <a:extLst>
              <a:ext uri="{FF2B5EF4-FFF2-40B4-BE49-F238E27FC236}">
                <a16:creationId xmlns:a16="http://schemas.microsoft.com/office/drawing/2014/main" id="{C0AB02B9-C4C1-3637-48A2-25B7D4824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7095" y="5328962"/>
            <a:ext cx="245442" cy="245442"/>
          </a:xfrm>
          <a:prstGeom prst="rect">
            <a:avLst/>
          </a:prstGeom>
        </p:spPr>
      </p:pic>
      <p:pic>
        <p:nvPicPr>
          <p:cNvPr id="245" name="图形 244" descr="关闭 纯色填充">
            <a:extLst>
              <a:ext uri="{FF2B5EF4-FFF2-40B4-BE49-F238E27FC236}">
                <a16:creationId xmlns:a16="http://schemas.microsoft.com/office/drawing/2014/main" id="{C6488A74-4E94-D435-DAA4-5BBA0D164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50393" y="5313767"/>
            <a:ext cx="245442" cy="245442"/>
          </a:xfrm>
          <a:prstGeom prst="rect">
            <a:avLst/>
          </a:prstGeom>
        </p:spPr>
      </p:pic>
      <p:sp>
        <p:nvSpPr>
          <p:cNvPr id="249" name="左大括号 248">
            <a:extLst>
              <a:ext uri="{FF2B5EF4-FFF2-40B4-BE49-F238E27FC236}">
                <a16:creationId xmlns:a16="http://schemas.microsoft.com/office/drawing/2014/main" id="{27F5B09F-94DF-E7C7-17E3-5B3D70614BAB}"/>
              </a:ext>
            </a:extLst>
          </p:cNvPr>
          <p:cNvSpPr/>
          <p:nvPr/>
        </p:nvSpPr>
        <p:spPr>
          <a:xfrm rot="16200000">
            <a:off x="6280231" y="5183670"/>
            <a:ext cx="263525" cy="1450812"/>
          </a:xfrm>
          <a:prstGeom prst="leftBrace">
            <a:avLst>
              <a:gd name="adj1" fmla="val 4929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505C2CD-71A8-60E9-CCE1-6E7D16C5B790}"/>
                  </a:ext>
                </a:extLst>
              </p:cNvPr>
              <p:cNvSpPr txBox="1"/>
              <p:nvPr/>
            </p:nvSpPr>
            <p:spPr>
              <a:xfrm>
                <a:off x="4555877" y="6040839"/>
                <a:ext cx="37943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i="0" dirty="0">
                    <a:latin typeface="+mj-lt"/>
                  </a:rPr>
                  <a:t>剩余的</a:t>
                </a:r>
                <a:r>
                  <a:rPr lang="zh-CN" altLang="en-US" sz="1200" b="1" dirty="0"/>
                  <a:t>数即为整个数组的前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1200" b="1" dirty="0"/>
                  <a:t>大，其中最小值即第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sz="1200" b="1" dirty="0"/>
                  <a:t>大</a:t>
                </a: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505C2CD-71A8-60E9-CCE1-6E7D16C5B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877" y="6040839"/>
                <a:ext cx="3794372" cy="276999"/>
              </a:xfrm>
              <a:prstGeom prst="rect">
                <a:avLst/>
              </a:prstGeom>
              <a:blipFill>
                <a:blip r:embed="rId21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486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64F7-BF75-66C0-6CA6-BBD38AF6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4C8259E-3CCF-7777-D6A9-D3EE0FCA1181}"/>
              </a:ext>
            </a:extLst>
          </p:cNvPr>
          <p:cNvGrpSpPr/>
          <p:nvPr/>
        </p:nvGrpSpPr>
        <p:grpSpPr>
          <a:xfrm>
            <a:off x="1120785" y="2914058"/>
            <a:ext cx="329975" cy="317131"/>
            <a:chOff x="2968850" y="3499219"/>
            <a:chExt cx="329975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F978383-7A24-4246-6E87-0F5E264385F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80DF6AA-F9DC-1261-2E05-10DEC91F007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80DF6AA-F9DC-1261-2E05-10DEC91F0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1D5994E-9088-6BEA-C641-CA4CBD02BC00}"/>
              </a:ext>
            </a:extLst>
          </p:cNvPr>
          <p:cNvGrpSpPr/>
          <p:nvPr/>
        </p:nvGrpSpPr>
        <p:grpSpPr>
          <a:xfrm>
            <a:off x="1499668" y="2917514"/>
            <a:ext cx="329975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85CE4E6-45BA-5DF3-91F5-A19BE3E2ECA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E5C2967-1F66-F4F2-41EC-7FAC9BE66718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E5C2967-1F66-F4F2-41EC-7FAC9BE66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E5B315A-55A9-B242-ED64-B39DBC96C3B0}"/>
              </a:ext>
            </a:extLst>
          </p:cNvPr>
          <p:cNvGrpSpPr/>
          <p:nvPr/>
        </p:nvGrpSpPr>
        <p:grpSpPr>
          <a:xfrm>
            <a:off x="1878551" y="2914058"/>
            <a:ext cx="329975" cy="317131"/>
            <a:chOff x="2968850" y="3499219"/>
            <a:chExt cx="329975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76ABD10-061E-6EF6-1E27-4E36804EEBE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9194B68-D9DC-7B82-1D8C-A3F056549455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9194B68-D9DC-7B82-1D8C-A3F056549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A886619-6776-9E35-3534-2FB3F0D2B580}"/>
              </a:ext>
            </a:extLst>
          </p:cNvPr>
          <p:cNvGrpSpPr/>
          <p:nvPr/>
        </p:nvGrpSpPr>
        <p:grpSpPr>
          <a:xfrm>
            <a:off x="2257434" y="2914058"/>
            <a:ext cx="32997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7C490C8-105A-1AC5-DE8A-F261ECD0E5B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57F4F6F-C187-83B8-58C1-0943DB5CD9A8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57F4F6F-C187-83B8-58C1-0943DB5CD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67AF67-D206-024D-2C29-3788368587B3}"/>
              </a:ext>
            </a:extLst>
          </p:cNvPr>
          <p:cNvGrpSpPr/>
          <p:nvPr/>
        </p:nvGrpSpPr>
        <p:grpSpPr>
          <a:xfrm>
            <a:off x="2636317" y="2917514"/>
            <a:ext cx="329975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85C4976-0B2B-A924-D7EB-8D200D57B5F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D7C6E90-8860-DD66-116F-C358C30A381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D7C6E90-8860-DD66-116F-C358C30A38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816A572-C8BE-A61E-B5B5-ABEFB080742F}"/>
              </a:ext>
            </a:extLst>
          </p:cNvPr>
          <p:cNvGrpSpPr/>
          <p:nvPr/>
        </p:nvGrpSpPr>
        <p:grpSpPr>
          <a:xfrm>
            <a:off x="3015200" y="2914058"/>
            <a:ext cx="329975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2B2FA32-B30A-E8EB-7A79-91EE7C4F8F1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E4EC584-759F-1140-917F-96B9908AFD4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E4EC584-759F-1140-917F-96B9908AF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3145F4B-404D-FCF8-7F1D-4763B565251A}"/>
                  </a:ext>
                </a:extLst>
              </p:cNvPr>
              <p:cNvSpPr txBox="1"/>
              <p:nvPr/>
            </p:nvSpPr>
            <p:spPr>
              <a:xfrm>
                <a:off x="1089865" y="2302960"/>
                <a:ext cx="7886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3145F4B-404D-FCF8-7F1D-4763B5652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65" y="2302960"/>
                <a:ext cx="78868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左大括号 25">
            <a:extLst>
              <a:ext uri="{FF2B5EF4-FFF2-40B4-BE49-F238E27FC236}">
                <a16:creationId xmlns:a16="http://schemas.microsoft.com/office/drawing/2014/main" id="{86884808-7B85-9865-92B5-D036AFFE61DF}"/>
              </a:ext>
            </a:extLst>
          </p:cNvPr>
          <p:cNvSpPr/>
          <p:nvPr/>
        </p:nvSpPr>
        <p:spPr>
          <a:xfrm>
            <a:off x="3454482" y="2347216"/>
            <a:ext cx="263525" cy="1450812"/>
          </a:xfrm>
          <a:prstGeom prst="leftBrace">
            <a:avLst>
              <a:gd name="adj1" fmla="val 4929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7F285A-C47A-325D-C4FB-3C3D294F8F65}"/>
                  </a:ext>
                </a:extLst>
              </p:cNvPr>
              <p:cNvSpPr txBox="1"/>
              <p:nvPr/>
            </p:nvSpPr>
            <p:spPr>
              <a:xfrm>
                <a:off x="3756818" y="2425813"/>
                <a:ext cx="81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200" dirty="0"/>
                  <a:t>出现</a:t>
                </a:r>
                <a:r>
                  <a:rPr lang="en-US" altLang="zh-CN" sz="1200" dirty="0"/>
                  <a:t>3</a:t>
                </a:r>
                <a:r>
                  <a:rPr lang="zh-CN" altLang="en-US" sz="1200" dirty="0"/>
                  <a:t>次</a:t>
                </a: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D7F285A-C47A-325D-C4FB-3C3D294F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818" y="2425813"/>
                <a:ext cx="813043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0B9FB63-F7E2-DE22-24E2-3B1F43767E3A}"/>
                  </a:ext>
                </a:extLst>
              </p:cNvPr>
              <p:cNvSpPr txBox="1"/>
              <p:nvPr/>
            </p:nvSpPr>
            <p:spPr>
              <a:xfrm>
                <a:off x="3756818" y="2952863"/>
                <a:ext cx="81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1200" dirty="0"/>
                  <a:t>出现</a:t>
                </a:r>
                <a:r>
                  <a:rPr lang="en-US" altLang="zh-CN" sz="1200" dirty="0"/>
                  <a:t>2</a:t>
                </a:r>
                <a:r>
                  <a:rPr lang="zh-CN" altLang="en-US" sz="1200" dirty="0"/>
                  <a:t>次</a:t>
                </a: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0B9FB63-F7E2-DE22-24E2-3B1F43767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818" y="2952863"/>
                <a:ext cx="813043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3AAAFE8-3297-0E4A-58C8-AB8FAEDD0FEE}"/>
                  </a:ext>
                </a:extLst>
              </p:cNvPr>
              <p:cNvSpPr txBox="1"/>
              <p:nvPr/>
            </p:nvSpPr>
            <p:spPr>
              <a:xfrm>
                <a:off x="3756817" y="3432288"/>
                <a:ext cx="8130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1200" dirty="0"/>
                  <a:t>出现</a:t>
                </a:r>
                <a:r>
                  <a:rPr lang="en-US" altLang="zh-CN" sz="1200" dirty="0"/>
                  <a:t>1</a:t>
                </a:r>
                <a:r>
                  <a:rPr lang="zh-CN" altLang="en-US" sz="1200" dirty="0"/>
                  <a:t>次</a:t>
                </a:r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3AAAFE8-3297-0E4A-58C8-AB8FAEDD0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817" y="3432288"/>
                <a:ext cx="813043" cy="276999"/>
              </a:xfrm>
              <a:prstGeom prst="rect">
                <a:avLst/>
              </a:prstGeom>
              <a:blipFill>
                <a:blip r:embed="rId11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8DDC04F-FC66-61F0-9EA9-E6FC0433A2D2}"/>
              </a:ext>
            </a:extLst>
          </p:cNvPr>
          <p:cNvCxnSpPr>
            <a:cxnSpLocks/>
          </p:cNvCxnSpPr>
          <p:nvPr/>
        </p:nvCxnSpPr>
        <p:spPr>
          <a:xfrm>
            <a:off x="4762294" y="3051362"/>
            <a:ext cx="543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05D739A-BA82-A5EF-0720-35DB60DBED57}"/>
              </a:ext>
            </a:extLst>
          </p:cNvPr>
          <p:cNvGrpSpPr/>
          <p:nvPr/>
        </p:nvGrpSpPr>
        <p:grpSpPr>
          <a:xfrm>
            <a:off x="6179628" y="2893991"/>
            <a:ext cx="329976" cy="317131"/>
            <a:chOff x="2968850" y="3499219"/>
            <a:chExt cx="329976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EE82F56E-BA19-7092-4832-D22A7AFEACD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19CAE7A-367A-2AFE-3F70-29F11563FBA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19CAE7A-367A-2AFE-3F70-29F11563F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5B8FC0C-6B4B-724F-8BAC-96EE4DD88EF0}"/>
              </a:ext>
            </a:extLst>
          </p:cNvPr>
          <p:cNvGrpSpPr/>
          <p:nvPr/>
        </p:nvGrpSpPr>
        <p:grpSpPr>
          <a:xfrm>
            <a:off x="6558511" y="2897447"/>
            <a:ext cx="329976" cy="317131"/>
            <a:chOff x="2968850" y="3499219"/>
            <a:chExt cx="329976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C9A6FE5A-ED15-1225-6BD9-675457642E1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0D047BD-6C20-B8C1-713B-98375DCCC1F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0D047BD-6C20-B8C1-713B-98375DCCC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60134B9-63F9-F246-DAAD-B4F0B4F4DD00}"/>
              </a:ext>
            </a:extLst>
          </p:cNvPr>
          <p:cNvGrpSpPr/>
          <p:nvPr/>
        </p:nvGrpSpPr>
        <p:grpSpPr>
          <a:xfrm>
            <a:off x="6937394" y="2893991"/>
            <a:ext cx="329975" cy="317131"/>
            <a:chOff x="2968850" y="3499219"/>
            <a:chExt cx="329975" cy="31713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56B293E-2EA6-C6FF-BAC2-EFD0E3D6FFD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7DD66E8-544D-ADCE-F0F1-48D979E43C6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7DD66E8-544D-ADCE-F0F1-48D979E43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F36108F-EB26-5371-7649-0E9870EC3205}"/>
                  </a:ext>
                </a:extLst>
              </p:cNvPr>
              <p:cNvSpPr txBox="1"/>
              <p:nvPr/>
            </p:nvSpPr>
            <p:spPr>
              <a:xfrm>
                <a:off x="6213997" y="3271319"/>
                <a:ext cx="2956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F36108F-EB26-5371-7649-0E9870EC3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997" y="3271319"/>
                <a:ext cx="29560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E5AFDA7-7D7B-0008-02AC-E05C472C886F}"/>
                  </a:ext>
                </a:extLst>
              </p:cNvPr>
              <p:cNvSpPr txBox="1"/>
              <p:nvPr/>
            </p:nvSpPr>
            <p:spPr>
              <a:xfrm>
                <a:off x="6585032" y="3271319"/>
                <a:ext cx="2956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E5AFDA7-7D7B-0008-02AC-E05C472C8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032" y="3271319"/>
                <a:ext cx="29560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8E3D1FE-DC6E-9942-8061-D7B395D3E7C5}"/>
                  </a:ext>
                </a:extLst>
              </p:cNvPr>
              <p:cNvSpPr txBox="1"/>
              <p:nvPr/>
            </p:nvSpPr>
            <p:spPr>
              <a:xfrm>
                <a:off x="6954578" y="3271318"/>
                <a:ext cx="2956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8E3D1FE-DC6E-9942-8061-D7B395D3E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78" y="3271318"/>
                <a:ext cx="29560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>
            <a:extLst>
              <a:ext uri="{FF2B5EF4-FFF2-40B4-BE49-F238E27FC236}">
                <a16:creationId xmlns:a16="http://schemas.microsoft.com/office/drawing/2014/main" id="{552E45C2-D8BD-DF5A-B5E8-AC5FC8D20544}"/>
              </a:ext>
            </a:extLst>
          </p:cNvPr>
          <p:cNvSpPr/>
          <p:nvPr/>
        </p:nvSpPr>
        <p:spPr>
          <a:xfrm>
            <a:off x="6187476" y="3293141"/>
            <a:ext cx="701010" cy="23335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D30638-BC2D-3A89-01C2-A92926D70105}"/>
              </a:ext>
            </a:extLst>
          </p:cNvPr>
          <p:cNvSpPr txBox="1"/>
          <p:nvPr/>
        </p:nvSpPr>
        <p:spPr>
          <a:xfrm>
            <a:off x="5661293" y="28927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dirty="0"/>
              <a:t>频次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E2523A7-6ACF-F634-647C-57B8377176AA}"/>
              </a:ext>
            </a:extLst>
          </p:cNvPr>
          <p:cNvSpPr txBox="1"/>
          <p:nvPr/>
        </p:nvSpPr>
        <p:spPr>
          <a:xfrm>
            <a:off x="5661293" y="325950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dirty="0"/>
              <a:t>元素</a:t>
            </a:r>
          </a:p>
        </p:txBody>
      </p:sp>
      <p:sp>
        <p:nvSpPr>
          <p:cNvPr id="49" name="左大括号 48">
            <a:extLst>
              <a:ext uri="{FF2B5EF4-FFF2-40B4-BE49-F238E27FC236}">
                <a16:creationId xmlns:a16="http://schemas.microsoft.com/office/drawing/2014/main" id="{AC401B42-CE4D-BA15-C97E-281EC4D49E7E}"/>
              </a:ext>
            </a:extLst>
          </p:cNvPr>
          <p:cNvSpPr/>
          <p:nvPr/>
        </p:nvSpPr>
        <p:spPr>
          <a:xfrm rot="5400000">
            <a:off x="6636837" y="2188351"/>
            <a:ext cx="181169" cy="1079893"/>
          </a:xfrm>
          <a:prstGeom prst="leftBrace">
            <a:avLst>
              <a:gd name="adj1" fmla="val 4929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551491C-1957-78B4-E43B-030DCF58346E}"/>
                  </a:ext>
                </a:extLst>
              </p:cNvPr>
              <p:cNvSpPr txBox="1"/>
              <p:nvPr/>
            </p:nvSpPr>
            <p:spPr>
              <a:xfrm>
                <a:off x="6128503" y="2287313"/>
                <a:ext cx="1208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dirty="0"/>
                  <a:t>对频次求前</a:t>
                </a: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200" dirty="0"/>
                  <a:t>大</a:t>
                </a:r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551491C-1957-78B4-E43B-030DCF583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503" y="2287313"/>
                <a:ext cx="1208664" cy="276999"/>
              </a:xfrm>
              <a:prstGeom prst="rect">
                <a:avLst/>
              </a:prstGeom>
              <a:blipFill>
                <a:blip r:embed="rId1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>
            <a:extLst>
              <a:ext uri="{FF2B5EF4-FFF2-40B4-BE49-F238E27FC236}">
                <a16:creationId xmlns:a16="http://schemas.microsoft.com/office/drawing/2014/main" id="{7F5F69F4-9BE4-90DD-1A43-1CC0D0911948}"/>
              </a:ext>
            </a:extLst>
          </p:cNvPr>
          <p:cNvSpPr txBox="1"/>
          <p:nvPr/>
        </p:nvSpPr>
        <p:spPr>
          <a:xfrm>
            <a:off x="5402984" y="3884077"/>
            <a:ext cx="1451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dirty="0"/>
              <a:t>输出对应的元素值</a:t>
            </a:r>
          </a:p>
        </p:txBody>
      </p: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76EC5DB1-A9D7-A6E9-06C3-9CDDA218F596}"/>
              </a:ext>
            </a:extLst>
          </p:cNvPr>
          <p:cNvCxnSpPr>
            <a:cxnSpLocks/>
            <a:stCxn id="51" idx="0"/>
            <a:endCxn id="46" idx="2"/>
          </p:cNvCxnSpPr>
          <p:nvPr/>
        </p:nvCxnSpPr>
        <p:spPr>
          <a:xfrm rot="5400000" flipH="1" flipV="1">
            <a:off x="6154450" y="3500546"/>
            <a:ext cx="357584" cy="40947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85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600B-B958-BEF6-3A18-5459D0C2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6D14AE64-2442-3464-7B07-E20183DBB3B4}"/>
              </a:ext>
            </a:extLst>
          </p:cNvPr>
          <p:cNvGrpSpPr/>
          <p:nvPr/>
        </p:nvGrpSpPr>
        <p:grpSpPr>
          <a:xfrm>
            <a:off x="4561531" y="4321263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3C548B87-EE54-6EBA-9CEC-B6025CE8B34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A3810B-87E9-52E6-EDF6-17D7A94ABFE2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A3810B-87E9-52E6-EDF6-17D7A94AB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E5FFB61-C8AA-087B-013A-D80BC53B9B22}"/>
              </a:ext>
            </a:extLst>
          </p:cNvPr>
          <p:cNvGrpSpPr/>
          <p:nvPr/>
        </p:nvGrpSpPr>
        <p:grpSpPr>
          <a:xfrm>
            <a:off x="4940414" y="4324719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D13E7D0-1216-E50E-3407-D52C9743B42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8F3BD88-1AD3-98C8-90B1-87C8FDFED81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8F3BD88-1AD3-98C8-90B1-87C8FDFED8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AA5DB75-2A5A-9819-BA12-AA6E426817EA}"/>
              </a:ext>
            </a:extLst>
          </p:cNvPr>
          <p:cNvGrpSpPr/>
          <p:nvPr/>
        </p:nvGrpSpPr>
        <p:grpSpPr>
          <a:xfrm>
            <a:off x="5319297" y="432126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9EB57E3-6B6F-B3CF-CD71-FC1B863C161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A3E65DB-BB88-9B05-072B-726FFBD005D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A3E65DB-BB88-9B05-072B-726FFBD00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0C1EF67-16F0-462F-35D0-4AFFBDFC00D3}"/>
              </a:ext>
            </a:extLst>
          </p:cNvPr>
          <p:cNvGrpSpPr/>
          <p:nvPr/>
        </p:nvGrpSpPr>
        <p:grpSpPr>
          <a:xfrm>
            <a:off x="5698180" y="4321263"/>
            <a:ext cx="329975" cy="317131"/>
            <a:chOff x="2968850" y="3499219"/>
            <a:chExt cx="329975" cy="31713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44812E00-8F6C-3123-1314-1E8CC2FCE7F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7F03CD2-5E6E-7D33-377D-4C0295A2500A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7F03CD2-5E6E-7D33-377D-4C0295A250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D547834-00A5-F2DF-D66B-5D503F01A601}"/>
              </a:ext>
            </a:extLst>
          </p:cNvPr>
          <p:cNvGrpSpPr/>
          <p:nvPr/>
        </p:nvGrpSpPr>
        <p:grpSpPr>
          <a:xfrm>
            <a:off x="6077063" y="4324719"/>
            <a:ext cx="329975" cy="317131"/>
            <a:chOff x="2968850" y="3499219"/>
            <a:chExt cx="329975" cy="317131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E344AC7D-CB42-5D95-47D4-47B3A480FA8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A09FF54-AF8D-775D-8BB8-7CEB9512015C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A09FF54-AF8D-775D-8BB8-7CEB95120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91150D2-5A98-36DF-31FA-0050E93310F4}"/>
              </a:ext>
            </a:extLst>
          </p:cNvPr>
          <p:cNvGrpSpPr/>
          <p:nvPr/>
        </p:nvGrpSpPr>
        <p:grpSpPr>
          <a:xfrm>
            <a:off x="4292658" y="1832560"/>
            <a:ext cx="743005" cy="955664"/>
            <a:chOff x="3214539" y="1611051"/>
            <a:chExt cx="743005" cy="955664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289A687-3049-0D54-E9B9-AF9EF900913A}"/>
                </a:ext>
              </a:extLst>
            </p:cNvPr>
            <p:cNvSpPr/>
            <p:nvPr/>
          </p:nvSpPr>
          <p:spPr>
            <a:xfrm>
              <a:off x="3601152" y="161105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496EEFFE-7C40-BCEC-9344-B7A0BDD90E86}"/>
                </a:ext>
              </a:extLst>
            </p:cNvPr>
            <p:cNvSpPr/>
            <p:nvPr/>
          </p:nvSpPr>
          <p:spPr>
            <a:xfrm>
              <a:off x="3214539" y="221032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6BA06BBB-18CA-17EB-3CEA-959220C5F8F5}"/>
                </a:ext>
              </a:extLst>
            </p:cNvPr>
            <p:cNvCxnSpPr>
              <a:cxnSpLocks/>
              <a:stCxn id="64" idx="0"/>
              <a:endCxn id="63" idx="4"/>
            </p:cNvCxnSpPr>
            <p:nvPr/>
          </p:nvCxnSpPr>
          <p:spPr>
            <a:xfrm flipV="1">
              <a:off x="3392735" y="196744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07C11259-D28D-504A-3245-CBE7AC6BA5EE}"/>
                </a:ext>
              </a:extLst>
            </p:cNvPr>
            <p:cNvSpPr txBox="1"/>
            <p:nvPr/>
          </p:nvSpPr>
          <p:spPr>
            <a:xfrm>
              <a:off x="3640638" y="162930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2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B163AD11-E2F4-4D35-794C-B354BE00C4A0}"/>
                </a:ext>
              </a:extLst>
            </p:cNvPr>
            <p:cNvSpPr txBox="1"/>
            <p:nvPr/>
          </p:nvSpPr>
          <p:spPr>
            <a:xfrm>
              <a:off x="3248494" y="223463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1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E1AAF3C8-47B2-3A2E-1A70-9A35718DBEC2}"/>
              </a:ext>
            </a:extLst>
          </p:cNvPr>
          <p:cNvGrpSpPr/>
          <p:nvPr/>
        </p:nvGrpSpPr>
        <p:grpSpPr>
          <a:xfrm>
            <a:off x="5698179" y="1832560"/>
            <a:ext cx="1228666" cy="955664"/>
            <a:chOff x="4867089" y="1586743"/>
            <a:chExt cx="1228666" cy="955664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84092391-A95C-1321-93B2-B5C050ACEE33}"/>
                </a:ext>
              </a:extLst>
            </p:cNvPr>
            <p:cNvSpPr/>
            <p:nvPr/>
          </p:nvSpPr>
          <p:spPr>
            <a:xfrm>
              <a:off x="5253702" y="158674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FD08B9B-DA60-95DB-D652-2BAF496ECBAA}"/>
                </a:ext>
              </a:extLst>
            </p:cNvPr>
            <p:cNvSpPr/>
            <p:nvPr/>
          </p:nvSpPr>
          <p:spPr>
            <a:xfrm>
              <a:off x="4867089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B69F1C9-6B23-B9D4-E8F9-388FD3D52585}"/>
                </a:ext>
              </a:extLst>
            </p:cNvPr>
            <p:cNvSpPr/>
            <p:nvPr/>
          </p:nvSpPr>
          <p:spPr>
            <a:xfrm>
              <a:off x="5739363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B1858BD-FA38-5C12-B1F0-4FA10BB01BA3}"/>
                </a:ext>
              </a:extLst>
            </p:cNvPr>
            <p:cNvCxnSpPr>
              <a:cxnSpLocks/>
              <a:stCxn id="94" idx="4"/>
              <a:endCxn id="96" idx="0"/>
            </p:cNvCxnSpPr>
            <p:nvPr/>
          </p:nvCxnSpPr>
          <p:spPr>
            <a:xfrm>
              <a:off x="5431898" y="1943135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91141A8-8CAD-7224-7BF9-CC4DA9AEF340}"/>
                </a:ext>
              </a:extLst>
            </p:cNvPr>
            <p:cNvCxnSpPr>
              <a:cxnSpLocks/>
              <a:stCxn id="95" idx="0"/>
              <a:endCxn id="94" idx="4"/>
            </p:cNvCxnSpPr>
            <p:nvPr/>
          </p:nvCxnSpPr>
          <p:spPr>
            <a:xfrm flipV="1">
              <a:off x="5045285" y="1943135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88FF4B8-1F6E-ED4F-E34B-219FE611F3FD}"/>
                </a:ext>
              </a:extLst>
            </p:cNvPr>
            <p:cNvSpPr txBox="1"/>
            <p:nvPr/>
          </p:nvSpPr>
          <p:spPr>
            <a:xfrm>
              <a:off x="5293188" y="160499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3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BA55DBB7-0CC6-389F-BDC3-AD9626FFCD06}"/>
                </a:ext>
              </a:extLst>
            </p:cNvPr>
            <p:cNvSpPr txBox="1"/>
            <p:nvPr/>
          </p:nvSpPr>
          <p:spPr>
            <a:xfrm>
              <a:off x="4901044" y="221032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F40E4E03-0D9E-B410-1D7C-11E82C6D5466}"/>
                </a:ext>
              </a:extLst>
            </p:cNvPr>
            <p:cNvSpPr txBox="1"/>
            <p:nvPr/>
          </p:nvSpPr>
          <p:spPr>
            <a:xfrm>
              <a:off x="5778849" y="220619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5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1FA31E6-B5FA-01C0-2537-20FAD141EF1A}"/>
              </a:ext>
            </a:extLst>
          </p:cNvPr>
          <p:cNvSpPr txBox="1"/>
          <p:nvPr/>
        </p:nvSpPr>
        <p:spPr>
          <a:xfrm>
            <a:off x="3881973" y="435297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原数组</a:t>
            </a:r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8FEDB0EE-F293-6F81-2ED1-097E32EE5534}"/>
              </a:ext>
            </a:extLst>
          </p:cNvPr>
          <p:cNvGrpSpPr/>
          <p:nvPr/>
        </p:nvGrpSpPr>
        <p:grpSpPr>
          <a:xfrm>
            <a:off x="3712403" y="3216987"/>
            <a:ext cx="2694635" cy="962340"/>
            <a:chOff x="2688577" y="624403"/>
            <a:chExt cx="2694635" cy="962340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E19AD5D1-2D54-179E-A7C5-D5E142CFEDFF}"/>
                </a:ext>
              </a:extLst>
            </p:cNvPr>
            <p:cNvGrpSpPr/>
            <p:nvPr/>
          </p:nvGrpSpPr>
          <p:grpSpPr>
            <a:xfrm>
              <a:off x="3537704" y="965841"/>
              <a:ext cx="329975" cy="317131"/>
              <a:chOff x="2968850" y="3499219"/>
              <a:chExt cx="329975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ECFBC548-939E-0CCC-BEF1-5664B76904D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64597D8-EAEF-3E1D-1AE4-7FA7DB8A9882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64597D8-EAEF-3E1D-1AE4-7FA7DB8A98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61E3226C-0B81-3EE5-DC3C-5FAE6FDA44AF}"/>
                </a:ext>
              </a:extLst>
            </p:cNvPr>
            <p:cNvGrpSpPr/>
            <p:nvPr/>
          </p:nvGrpSpPr>
          <p:grpSpPr>
            <a:xfrm>
              <a:off x="3916587" y="969297"/>
              <a:ext cx="329975" cy="317131"/>
              <a:chOff x="2968850" y="3499219"/>
              <a:chExt cx="329975" cy="317131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8D91540E-9EE3-2593-7ECF-B199DBA49A9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67FFE9D2-AF40-B265-70C5-34B9B06F3815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67FFE9D2-AF40-B265-70C5-34B9B06F38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1BAD7F2-3B36-6D14-88AD-A9633F755AB3}"/>
                </a:ext>
              </a:extLst>
            </p:cNvPr>
            <p:cNvGrpSpPr/>
            <p:nvPr/>
          </p:nvGrpSpPr>
          <p:grpSpPr>
            <a:xfrm>
              <a:off x="4295470" y="965841"/>
              <a:ext cx="329976" cy="317131"/>
              <a:chOff x="2968850" y="3499219"/>
              <a:chExt cx="329976" cy="317131"/>
            </a:xfrm>
          </p:grpSpPr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D4D29DBF-692A-A2E4-1B19-DF492A7DC98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BA45C6CB-D6A1-67B0-A953-A18CAF3EB40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522" y="3519284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BA45C6CB-D6A1-67B0-A953-A18CAF3EB4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522" y="3519284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1A105564-9B74-DD13-6CB3-F6884DED6488}"/>
                </a:ext>
              </a:extLst>
            </p:cNvPr>
            <p:cNvGrpSpPr/>
            <p:nvPr/>
          </p:nvGrpSpPr>
          <p:grpSpPr>
            <a:xfrm>
              <a:off x="4674353" y="965841"/>
              <a:ext cx="329975" cy="317131"/>
              <a:chOff x="2968850" y="3499219"/>
              <a:chExt cx="329975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CD73E508-D517-D09F-270F-575DDCBBB83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BB6BBBD5-9CBD-4311-D74C-0D96FC445DF4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BB6BBBD5-9CBD-4311-D74C-0D96FC445D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522" y="3519284"/>
                    <a:ext cx="31130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3F8A04A5-D198-D484-5FA8-944FE5AC27C6}"/>
                </a:ext>
              </a:extLst>
            </p:cNvPr>
            <p:cNvGrpSpPr/>
            <p:nvPr/>
          </p:nvGrpSpPr>
          <p:grpSpPr>
            <a:xfrm>
              <a:off x="5053236" y="969297"/>
              <a:ext cx="329976" cy="317131"/>
              <a:chOff x="2968850" y="3499219"/>
              <a:chExt cx="329976" cy="317131"/>
            </a:xfrm>
          </p:grpSpPr>
          <p:sp>
            <p:nvSpPr>
              <p:cNvPr id="116" name="矩形: 圆角 115">
                <a:extLst>
                  <a:ext uri="{FF2B5EF4-FFF2-40B4-BE49-F238E27FC236}">
                    <a16:creationId xmlns:a16="http://schemas.microsoft.com/office/drawing/2014/main" id="{D98DA0FF-86D2-6746-3B1F-4E6A7FBE9AC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BB841286-A8CC-08C2-F342-E5A6AEF1E790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522" y="3519284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BB841286-A8CC-08C2-F342-E5A6AEF1E7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522" y="3519284"/>
                    <a:ext cx="311304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9403B24F-1F9E-752A-7E43-38DB9EE0A4E2}"/>
                </a:ext>
              </a:extLst>
            </p:cNvPr>
            <p:cNvSpPr txBox="1"/>
            <p:nvPr/>
          </p:nvSpPr>
          <p:spPr>
            <a:xfrm>
              <a:off x="2688577" y="99353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zh-CN" altLang="en-US" sz="1200" b="1" dirty="0"/>
                <a:t>有序状态</a:t>
              </a:r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DD246FDA-02BB-EEC8-5C34-8BFA8C0E2858}"/>
                </a:ext>
              </a:extLst>
            </p:cNvPr>
            <p:cNvCxnSpPr>
              <a:cxnSpLocks/>
            </p:cNvCxnSpPr>
            <p:nvPr/>
          </p:nvCxnSpPr>
          <p:spPr>
            <a:xfrm>
              <a:off x="4273439" y="624403"/>
              <a:ext cx="0" cy="962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F47FE2AE-28B9-6090-3754-163D5AE1629B}"/>
              </a:ext>
            </a:extLst>
          </p:cNvPr>
          <p:cNvCxnSpPr>
            <a:cxnSpLocks/>
            <a:stCxn id="102" idx="1"/>
            <a:endCxn id="118" idx="1"/>
          </p:cNvCxnSpPr>
          <p:nvPr/>
        </p:nvCxnSpPr>
        <p:spPr>
          <a:xfrm rot="10800000">
            <a:off x="3712403" y="3724623"/>
            <a:ext cx="169570" cy="766851"/>
          </a:xfrm>
          <a:prstGeom prst="curvedConnector3">
            <a:avLst>
              <a:gd name="adj1" fmla="val 23481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624A49A-B06E-A513-4663-796C318A4281}"/>
              </a:ext>
            </a:extLst>
          </p:cNvPr>
          <p:cNvCxnSpPr>
            <a:cxnSpLocks/>
          </p:cNvCxnSpPr>
          <p:nvPr/>
        </p:nvCxnSpPr>
        <p:spPr>
          <a:xfrm flipH="1" flipV="1">
            <a:off x="4797425" y="2682875"/>
            <a:ext cx="142988" cy="790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72D564A5-7A8E-F777-6E52-A8CF5CF1AAFB}"/>
              </a:ext>
            </a:extLst>
          </p:cNvPr>
          <p:cNvCxnSpPr>
            <a:cxnSpLocks/>
          </p:cNvCxnSpPr>
          <p:nvPr/>
        </p:nvCxnSpPr>
        <p:spPr>
          <a:xfrm flipV="1">
            <a:off x="5857974" y="2788070"/>
            <a:ext cx="383044" cy="7022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2C07C9B-EFF6-4500-2E0A-19E6C8B65BFF}"/>
              </a:ext>
            </a:extLst>
          </p:cNvPr>
          <p:cNvSpPr txBox="1"/>
          <p:nvPr/>
        </p:nvSpPr>
        <p:spPr>
          <a:xfrm>
            <a:off x="4534301" y="140510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中位数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42CC5CCE-68A0-C2DC-9FD4-E77B4E472B0D}"/>
              </a:ext>
            </a:extLst>
          </p:cNvPr>
          <p:cNvSpPr txBox="1"/>
          <p:nvPr/>
        </p:nvSpPr>
        <p:spPr>
          <a:xfrm>
            <a:off x="5238061" y="1388351"/>
            <a:ext cx="364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43" name="连接符: 曲线 142">
            <a:extLst>
              <a:ext uri="{FF2B5EF4-FFF2-40B4-BE49-F238E27FC236}">
                <a16:creationId xmlns:a16="http://schemas.microsoft.com/office/drawing/2014/main" id="{DAA6E0F6-F421-3432-08C3-664D8BEDC0DE}"/>
              </a:ext>
            </a:extLst>
          </p:cNvPr>
          <p:cNvCxnSpPr>
            <a:cxnSpLocks/>
            <a:stCxn id="99" idx="0"/>
            <a:endCxn id="137" idx="2"/>
          </p:cNvCxnSpPr>
          <p:nvPr/>
        </p:nvCxnSpPr>
        <p:spPr>
          <a:xfrm rot="16200000" flipV="1">
            <a:off x="5764412" y="1352235"/>
            <a:ext cx="154683" cy="84247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301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68DF-9C80-D52C-E6A4-B469F515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AE223A24-1837-4E42-5AEA-D06CF6496E8A}"/>
              </a:ext>
            </a:extLst>
          </p:cNvPr>
          <p:cNvGrpSpPr/>
          <p:nvPr/>
        </p:nvGrpSpPr>
        <p:grpSpPr>
          <a:xfrm>
            <a:off x="4561531" y="4321263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C246F5F-95F6-C0C6-6681-43904B166FA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409674B-D8BC-E816-677D-3818F8394C8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409674B-D8BC-E816-677D-3818F8394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7E78AAF-9C5C-6661-A746-C695AF610808}"/>
              </a:ext>
            </a:extLst>
          </p:cNvPr>
          <p:cNvGrpSpPr/>
          <p:nvPr/>
        </p:nvGrpSpPr>
        <p:grpSpPr>
          <a:xfrm>
            <a:off x="4940414" y="4324719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0661383-7504-882B-33DB-86039C8D265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C948445-2B6E-316F-A8AF-BD0F7CBB737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C948445-2B6E-316F-A8AF-BD0F7CBB7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7C1BF92-1BBF-76D7-8C88-F4EFFF8CFCF8}"/>
              </a:ext>
            </a:extLst>
          </p:cNvPr>
          <p:cNvGrpSpPr/>
          <p:nvPr/>
        </p:nvGrpSpPr>
        <p:grpSpPr>
          <a:xfrm>
            <a:off x="5319297" y="432126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2108F0A-17C8-6059-4A08-1071528E100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667696-E165-7816-719E-BAC50EAB2DD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667696-E165-7816-719E-BAC50EAB2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A42FB32-2393-ED77-19B7-1243BB8EA562}"/>
              </a:ext>
            </a:extLst>
          </p:cNvPr>
          <p:cNvGrpSpPr/>
          <p:nvPr/>
        </p:nvGrpSpPr>
        <p:grpSpPr>
          <a:xfrm>
            <a:off x="5698180" y="4321263"/>
            <a:ext cx="329975" cy="317131"/>
            <a:chOff x="2968850" y="3499219"/>
            <a:chExt cx="329975" cy="31713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5A527E12-E3AA-21E8-FF1C-3B1B92AB3AD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120BB6-3E07-0615-3957-377CA42AB14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120BB6-3E07-0615-3957-377CA42AB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9ED2EB5-3B30-DB6D-11BA-FEA4741916D9}"/>
              </a:ext>
            </a:extLst>
          </p:cNvPr>
          <p:cNvGrpSpPr/>
          <p:nvPr/>
        </p:nvGrpSpPr>
        <p:grpSpPr>
          <a:xfrm>
            <a:off x="6077063" y="4324719"/>
            <a:ext cx="329975" cy="317131"/>
            <a:chOff x="2968850" y="3499219"/>
            <a:chExt cx="329975" cy="317131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5F854F49-8E2F-7D76-482C-1E6D317C393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75BA09A-1732-ADD9-1DE9-3F2AEA9C1B9B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75BA09A-1732-ADD9-1DE9-3F2AEA9C1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E4BE3054-A8D5-1E21-E638-8D7ADA53F292}"/>
              </a:ext>
            </a:extLst>
          </p:cNvPr>
          <p:cNvGrpSpPr/>
          <p:nvPr/>
        </p:nvGrpSpPr>
        <p:grpSpPr>
          <a:xfrm>
            <a:off x="4371732" y="2721560"/>
            <a:ext cx="743005" cy="955664"/>
            <a:chOff x="3214539" y="1611051"/>
            <a:chExt cx="743005" cy="955664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7A889726-C891-08B9-29C1-F8DE56B617C8}"/>
                </a:ext>
              </a:extLst>
            </p:cNvPr>
            <p:cNvSpPr/>
            <p:nvPr/>
          </p:nvSpPr>
          <p:spPr>
            <a:xfrm>
              <a:off x="3601152" y="161105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14F5B89-6DCB-6230-F768-48189B2C5501}"/>
                </a:ext>
              </a:extLst>
            </p:cNvPr>
            <p:cNvSpPr/>
            <p:nvPr/>
          </p:nvSpPr>
          <p:spPr>
            <a:xfrm>
              <a:off x="3214539" y="221032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47C01BB-579E-BC29-AD94-D003FB9BDE33}"/>
                </a:ext>
              </a:extLst>
            </p:cNvPr>
            <p:cNvCxnSpPr>
              <a:cxnSpLocks/>
              <a:stCxn id="64" idx="0"/>
              <a:endCxn id="63" idx="4"/>
            </p:cNvCxnSpPr>
            <p:nvPr/>
          </p:nvCxnSpPr>
          <p:spPr>
            <a:xfrm flipV="1">
              <a:off x="3392735" y="196744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70955B1E-742B-4551-6792-590F57E9C601}"/>
                </a:ext>
              </a:extLst>
            </p:cNvPr>
            <p:cNvSpPr txBox="1"/>
            <p:nvPr/>
          </p:nvSpPr>
          <p:spPr>
            <a:xfrm>
              <a:off x="3640638" y="162930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2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B564CAF-5E28-8B45-1755-FEE76A4C75CE}"/>
                </a:ext>
              </a:extLst>
            </p:cNvPr>
            <p:cNvSpPr txBox="1"/>
            <p:nvPr/>
          </p:nvSpPr>
          <p:spPr>
            <a:xfrm>
              <a:off x="3248494" y="223463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1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6E95ABE-00A8-1089-A6C6-8AA8DA1536DC}"/>
              </a:ext>
            </a:extLst>
          </p:cNvPr>
          <p:cNvGrpSpPr/>
          <p:nvPr/>
        </p:nvGrpSpPr>
        <p:grpSpPr>
          <a:xfrm>
            <a:off x="5792705" y="2697252"/>
            <a:ext cx="1228666" cy="955664"/>
            <a:chOff x="4867089" y="1586743"/>
            <a:chExt cx="1228666" cy="955664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1C87A1E1-C5F0-9036-28DE-CDC5204D0662}"/>
                </a:ext>
              </a:extLst>
            </p:cNvPr>
            <p:cNvSpPr/>
            <p:nvPr/>
          </p:nvSpPr>
          <p:spPr>
            <a:xfrm>
              <a:off x="5253702" y="158674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BAA5CD6-5B6E-19DA-B0C8-E9CCF6BC4AA6}"/>
                </a:ext>
              </a:extLst>
            </p:cNvPr>
            <p:cNvSpPr/>
            <p:nvPr/>
          </p:nvSpPr>
          <p:spPr>
            <a:xfrm>
              <a:off x="4867089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B1D9D904-07A8-D0F6-A801-4EA59C699677}"/>
                </a:ext>
              </a:extLst>
            </p:cNvPr>
            <p:cNvSpPr/>
            <p:nvPr/>
          </p:nvSpPr>
          <p:spPr>
            <a:xfrm>
              <a:off x="5739363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FF0590D3-B119-71AF-BDFB-D5AF0F93760F}"/>
                </a:ext>
              </a:extLst>
            </p:cNvPr>
            <p:cNvCxnSpPr>
              <a:cxnSpLocks/>
              <a:stCxn id="94" idx="4"/>
              <a:endCxn id="96" idx="0"/>
            </p:cNvCxnSpPr>
            <p:nvPr/>
          </p:nvCxnSpPr>
          <p:spPr>
            <a:xfrm>
              <a:off x="5431898" y="1943135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B11B7E96-C317-03B9-E978-9D3370CE1A9B}"/>
                </a:ext>
              </a:extLst>
            </p:cNvPr>
            <p:cNvCxnSpPr>
              <a:cxnSpLocks/>
              <a:stCxn id="95" idx="0"/>
              <a:endCxn id="94" idx="4"/>
            </p:cNvCxnSpPr>
            <p:nvPr/>
          </p:nvCxnSpPr>
          <p:spPr>
            <a:xfrm flipV="1">
              <a:off x="5045285" y="1943135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32C2375-9121-0555-49BF-384D81D6708B}"/>
                </a:ext>
              </a:extLst>
            </p:cNvPr>
            <p:cNvSpPr txBox="1"/>
            <p:nvPr/>
          </p:nvSpPr>
          <p:spPr>
            <a:xfrm>
              <a:off x="5293188" y="160499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3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AA984066-6305-3FA6-B7DE-E5880CE2E1C4}"/>
                </a:ext>
              </a:extLst>
            </p:cNvPr>
            <p:cNvSpPr txBox="1"/>
            <p:nvPr/>
          </p:nvSpPr>
          <p:spPr>
            <a:xfrm>
              <a:off x="4901044" y="221032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BBB0B8D2-2007-F475-CC46-0E8E3EE48016}"/>
                </a:ext>
              </a:extLst>
            </p:cNvPr>
            <p:cNvSpPr txBox="1"/>
            <p:nvPr/>
          </p:nvSpPr>
          <p:spPr>
            <a:xfrm>
              <a:off x="5778849" y="220619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5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61B9092-6BDC-B726-8BE9-078D3B4F250F}"/>
              </a:ext>
            </a:extLst>
          </p:cNvPr>
          <p:cNvSpPr txBox="1"/>
          <p:nvPr/>
        </p:nvSpPr>
        <p:spPr>
          <a:xfrm>
            <a:off x="3881973" y="435297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原数组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AB4CCE6-4E45-D807-0F60-A4F4ADF50289}"/>
              </a:ext>
            </a:extLst>
          </p:cNvPr>
          <p:cNvGrpSpPr/>
          <p:nvPr/>
        </p:nvGrpSpPr>
        <p:grpSpPr>
          <a:xfrm>
            <a:off x="6921613" y="4321263"/>
            <a:ext cx="329976" cy="317131"/>
            <a:chOff x="2968850" y="3499219"/>
            <a:chExt cx="329976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70BFBF4-E9D3-7012-F204-3E64866CDB0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808B4F4-7359-5538-4B9C-07CCF2066517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808B4F4-7359-5538-4B9C-07CCF2066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BB04E1C-C5DB-A776-8C1F-C9D43CC3CA0D}"/>
              </a:ext>
            </a:extLst>
          </p:cNvPr>
          <p:cNvCxnSpPr>
            <a:cxnSpLocks/>
          </p:cNvCxnSpPr>
          <p:nvPr/>
        </p:nvCxnSpPr>
        <p:spPr>
          <a:xfrm flipH="1" flipV="1">
            <a:off x="6496224" y="4479827"/>
            <a:ext cx="385903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253DD87-1FAA-4B81-2596-BD2F59CF54FD}"/>
                  </a:ext>
                </a:extLst>
              </p:cNvPr>
              <p:cNvSpPr txBox="1"/>
              <p:nvPr/>
            </p:nvSpPr>
            <p:spPr>
              <a:xfrm>
                <a:off x="5373395" y="2080728"/>
                <a:ext cx="5517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2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200" b="1" dirty="0">
                    <a:solidFill>
                      <a:schemeClr val="tx1"/>
                    </a:solidFill>
                  </a:rPr>
                  <a:t>&gt; </a:t>
                </a:r>
                <a:r>
                  <a:rPr lang="en-US" altLang="zh-CN" sz="1200" b="1" dirty="0">
                    <a:solidFill>
                      <a:srgbClr val="FF0000"/>
                    </a:solidFill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253DD87-1FAA-4B81-2596-BD2F59CF5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395" y="2080728"/>
                <a:ext cx="551754" cy="276999"/>
              </a:xfrm>
              <a:prstGeom prst="rect">
                <a:avLst/>
              </a:prstGeom>
              <a:blipFill>
                <a:blip r:embed="rId9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连接符: 曲线 138">
            <a:extLst>
              <a:ext uri="{FF2B5EF4-FFF2-40B4-BE49-F238E27FC236}">
                <a16:creationId xmlns:a16="http://schemas.microsoft.com/office/drawing/2014/main" id="{588CCA70-2B4E-D030-A246-CAF0BF1580B5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5493622" y="2301877"/>
            <a:ext cx="863892" cy="413626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90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EAA8-CC58-2D1E-90C1-50BB508C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C37D75CF-FA55-05A1-ECBB-D0D5CDEAB701}"/>
              </a:ext>
            </a:extLst>
          </p:cNvPr>
          <p:cNvGrpSpPr/>
          <p:nvPr/>
        </p:nvGrpSpPr>
        <p:grpSpPr>
          <a:xfrm>
            <a:off x="4786320" y="4213313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EE5B3F5-F8CD-1AC2-0C92-84C6118C59B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686CA2F-B95F-7F2C-4B46-919394B0585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E686CA2F-B95F-7F2C-4B46-919394B05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513A190-AA5E-8C63-9394-2BA3D3611B3C}"/>
              </a:ext>
            </a:extLst>
          </p:cNvPr>
          <p:cNvGrpSpPr/>
          <p:nvPr/>
        </p:nvGrpSpPr>
        <p:grpSpPr>
          <a:xfrm>
            <a:off x="5165203" y="4216769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1BCCE3B-A149-AEEA-14A0-56C996CC390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7261712-B267-DACA-720A-09E03983DA3E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7261712-B267-DACA-720A-09E03983D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C50D598-2048-699D-178E-9977B64ECE5B}"/>
              </a:ext>
            </a:extLst>
          </p:cNvPr>
          <p:cNvGrpSpPr/>
          <p:nvPr/>
        </p:nvGrpSpPr>
        <p:grpSpPr>
          <a:xfrm>
            <a:off x="5544086" y="421331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AB46DFB6-ECA4-8339-7365-37555A87565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57A8FE7-8241-FED6-78DB-03D04B41397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57A8FE7-8241-FED6-78DB-03D04B413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0D2477C-B10E-E0B7-1F19-57E6966996CC}"/>
              </a:ext>
            </a:extLst>
          </p:cNvPr>
          <p:cNvGrpSpPr/>
          <p:nvPr/>
        </p:nvGrpSpPr>
        <p:grpSpPr>
          <a:xfrm>
            <a:off x="5922969" y="4213313"/>
            <a:ext cx="329975" cy="317131"/>
            <a:chOff x="2968850" y="3499219"/>
            <a:chExt cx="329975" cy="31713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AA5A908A-AF65-8F3A-8229-00B67D1E7F1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37433AD-85AC-4051-2DBB-22FA47BBBBE3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37433AD-85AC-4051-2DBB-22FA47BBBB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A5E4771-48DD-09C9-CF67-ABB941431A53}"/>
              </a:ext>
            </a:extLst>
          </p:cNvPr>
          <p:cNvGrpSpPr/>
          <p:nvPr/>
        </p:nvGrpSpPr>
        <p:grpSpPr>
          <a:xfrm>
            <a:off x="6301852" y="4216769"/>
            <a:ext cx="329975" cy="317131"/>
            <a:chOff x="2968850" y="3499219"/>
            <a:chExt cx="329975" cy="317131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5982FFA8-AB25-0EBF-049B-C7733F978DD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01D550A-6198-1299-585C-167CB8541026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01D550A-6198-1299-585C-167CB8541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A1654EC3-1FEA-A2E1-B001-3F779D0343EE}"/>
              </a:ext>
            </a:extLst>
          </p:cNvPr>
          <p:cNvGrpSpPr/>
          <p:nvPr/>
        </p:nvGrpSpPr>
        <p:grpSpPr>
          <a:xfrm>
            <a:off x="4371732" y="2258010"/>
            <a:ext cx="743005" cy="955664"/>
            <a:chOff x="3214539" y="1611051"/>
            <a:chExt cx="743005" cy="955664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13B9FE6-FEA3-4188-E690-FF573F08AA76}"/>
                </a:ext>
              </a:extLst>
            </p:cNvPr>
            <p:cNvSpPr/>
            <p:nvPr/>
          </p:nvSpPr>
          <p:spPr>
            <a:xfrm>
              <a:off x="3601152" y="161105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F0274299-EA00-55EF-A315-D50E744B3FE1}"/>
                </a:ext>
              </a:extLst>
            </p:cNvPr>
            <p:cNvSpPr/>
            <p:nvPr/>
          </p:nvSpPr>
          <p:spPr>
            <a:xfrm>
              <a:off x="3214539" y="221032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87E5611-FA0B-A194-DCE5-DD72BB4BDE8E}"/>
                </a:ext>
              </a:extLst>
            </p:cNvPr>
            <p:cNvCxnSpPr>
              <a:cxnSpLocks/>
              <a:stCxn id="64" idx="0"/>
              <a:endCxn id="63" idx="4"/>
            </p:cNvCxnSpPr>
            <p:nvPr/>
          </p:nvCxnSpPr>
          <p:spPr>
            <a:xfrm flipV="1">
              <a:off x="3392735" y="196744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EA14779-AE94-4102-DAAC-78E7E5092851}"/>
                </a:ext>
              </a:extLst>
            </p:cNvPr>
            <p:cNvSpPr txBox="1"/>
            <p:nvPr/>
          </p:nvSpPr>
          <p:spPr>
            <a:xfrm>
              <a:off x="3640638" y="162930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2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BA3292EF-FE3E-37E8-5001-73E4EC3B58A1}"/>
                </a:ext>
              </a:extLst>
            </p:cNvPr>
            <p:cNvSpPr txBox="1"/>
            <p:nvPr/>
          </p:nvSpPr>
          <p:spPr>
            <a:xfrm>
              <a:off x="3248494" y="223463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1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94" name="椭圆 93">
            <a:extLst>
              <a:ext uri="{FF2B5EF4-FFF2-40B4-BE49-F238E27FC236}">
                <a16:creationId xmlns:a16="http://schemas.microsoft.com/office/drawing/2014/main" id="{16C44833-2BDF-E045-B544-E24AB68AB31A}"/>
              </a:ext>
            </a:extLst>
          </p:cNvPr>
          <p:cNvSpPr/>
          <p:nvPr/>
        </p:nvSpPr>
        <p:spPr>
          <a:xfrm>
            <a:off x="6179318" y="223370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CBFB6102-71FB-DC23-7985-BD70846B7C6A}"/>
              </a:ext>
            </a:extLst>
          </p:cNvPr>
          <p:cNvSpPr/>
          <p:nvPr/>
        </p:nvSpPr>
        <p:spPr>
          <a:xfrm>
            <a:off x="5792705" y="283297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F98A338-14CC-8BBC-E93C-0F1FCD6F897E}"/>
              </a:ext>
            </a:extLst>
          </p:cNvPr>
          <p:cNvSpPr/>
          <p:nvPr/>
        </p:nvSpPr>
        <p:spPr>
          <a:xfrm>
            <a:off x="6664979" y="283297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300C2890-0A63-B4A4-261D-6B1FC2FE108A}"/>
              </a:ext>
            </a:extLst>
          </p:cNvPr>
          <p:cNvCxnSpPr>
            <a:cxnSpLocks/>
            <a:stCxn id="94" idx="4"/>
            <a:endCxn id="96" idx="0"/>
          </p:cNvCxnSpPr>
          <p:nvPr/>
        </p:nvCxnSpPr>
        <p:spPr>
          <a:xfrm>
            <a:off x="6357514" y="259009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D09D35E7-DD7B-9010-6EDE-A59372C90BE8}"/>
              </a:ext>
            </a:extLst>
          </p:cNvPr>
          <p:cNvCxnSpPr>
            <a:cxnSpLocks/>
            <a:stCxn id="95" idx="0"/>
            <a:endCxn id="94" idx="4"/>
          </p:cNvCxnSpPr>
          <p:nvPr/>
        </p:nvCxnSpPr>
        <p:spPr>
          <a:xfrm flipV="1">
            <a:off x="5970901" y="259009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0500B5AB-ABDE-E557-3F99-5DCC4BF5368D}"/>
              </a:ext>
            </a:extLst>
          </p:cNvPr>
          <p:cNvSpPr txBox="1"/>
          <p:nvPr/>
        </p:nvSpPr>
        <p:spPr>
          <a:xfrm>
            <a:off x="6218804" y="2251953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371FC44-0D46-36E0-6888-BB28DFDE0B8E}"/>
              </a:ext>
            </a:extLst>
          </p:cNvPr>
          <p:cNvSpPr txBox="1"/>
          <p:nvPr/>
        </p:nvSpPr>
        <p:spPr>
          <a:xfrm>
            <a:off x="5826660" y="285728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2E908B2-D471-AF5D-DAAA-F0EE1B27CA17}"/>
              </a:ext>
            </a:extLst>
          </p:cNvPr>
          <p:cNvSpPr txBox="1"/>
          <p:nvPr/>
        </p:nvSpPr>
        <p:spPr>
          <a:xfrm>
            <a:off x="6704465" y="285315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E22EB02-5041-6F92-FB22-DD2781D2FE4B}"/>
              </a:ext>
            </a:extLst>
          </p:cNvPr>
          <p:cNvSpPr txBox="1"/>
          <p:nvPr/>
        </p:nvSpPr>
        <p:spPr>
          <a:xfrm>
            <a:off x="4106762" y="424502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原数组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891461-AF02-F1FC-A710-E7921A00559F}"/>
              </a:ext>
            </a:extLst>
          </p:cNvPr>
          <p:cNvGrpSpPr/>
          <p:nvPr/>
        </p:nvGrpSpPr>
        <p:grpSpPr>
          <a:xfrm>
            <a:off x="6680735" y="4213313"/>
            <a:ext cx="329976" cy="317131"/>
            <a:chOff x="2968850" y="3499219"/>
            <a:chExt cx="329976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147A39E-E44B-A374-288B-1F939305329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26EA9C1-564A-8372-92AD-A886BA2E8DE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26EA9C1-564A-8372-92AD-A886BA2E8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椭圆 5">
            <a:extLst>
              <a:ext uri="{FF2B5EF4-FFF2-40B4-BE49-F238E27FC236}">
                <a16:creationId xmlns:a16="http://schemas.microsoft.com/office/drawing/2014/main" id="{C3BB9FE2-5493-5C21-53E3-8ABD403F6941}"/>
              </a:ext>
            </a:extLst>
          </p:cNvPr>
          <p:cNvSpPr/>
          <p:nvPr/>
        </p:nvSpPr>
        <p:spPr>
          <a:xfrm>
            <a:off x="5421202" y="3432246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01EACD1-011A-67EF-CD76-5C99AA0C1A9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599398" y="3189366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A997B5B-494C-6053-53AD-AEEC3520E4E7}"/>
              </a:ext>
            </a:extLst>
          </p:cNvPr>
          <p:cNvSpPr txBox="1"/>
          <p:nvPr/>
        </p:nvSpPr>
        <p:spPr>
          <a:xfrm>
            <a:off x="5455157" y="3456553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02CF6EF-1B41-DBF8-734B-1C0CF23183A5}"/>
              </a:ext>
            </a:extLst>
          </p:cNvPr>
          <p:cNvCxnSpPr>
            <a:cxnSpLocks/>
          </p:cNvCxnSpPr>
          <p:nvPr/>
        </p:nvCxnSpPr>
        <p:spPr>
          <a:xfrm>
            <a:off x="7380602" y="3456553"/>
            <a:ext cx="69024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02E6482-9D4F-889E-CCCF-184A56631FF4}"/>
              </a:ext>
            </a:extLst>
          </p:cNvPr>
          <p:cNvGrpSpPr/>
          <p:nvPr/>
        </p:nvGrpSpPr>
        <p:grpSpPr>
          <a:xfrm>
            <a:off x="8690538" y="2466570"/>
            <a:ext cx="743005" cy="955664"/>
            <a:chOff x="3214539" y="1611051"/>
            <a:chExt cx="743005" cy="95566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B9E4FD4-582F-2B34-C4B3-1BDA63332BDB}"/>
                </a:ext>
              </a:extLst>
            </p:cNvPr>
            <p:cNvSpPr/>
            <p:nvPr/>
          </p:nvSpPr>
          <p:spPr>
            <a:xfrm>
              <a:off x="3601152" y="161105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E45A511-D43B-C60C-68F7-26C80886D622}"/>
                </a:ext>
              </a:extLst>
            </p:cNvPr>
            <p:cNvSpPr/>
            <p:nvPr/>
          </p:nvSpPr>
          <p:spPr>
            <a:xfrm>
              <a:off x="3214539" y="221032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9394082-C33D-A77A-1197-1E2E5BA917C6}"/>
                </a:ext>
              </a:extLst>
            </p:cNvPr>
            <p:cNvCxnSpPr>
              <a:cxnSpLocks/>
              <a:stCxn id="14" idx="0"/>
              <a:endCxn id="13" idx="4"/>
            </p:cNvCxnSpPr>
            <p:nvPr/>
          </p:nvCxnSpPr>
          <p:spPr>
            <a:xfrm flipV="1">
              <a:off x="3392735" y="196744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D8367C6-A206-A088-73AC-D476708CC1B1}"/>
                </a:ext>
              </a:extLst>
            </p:cNvPr>
            <p:cNvSpPr txBox="1"/>
            <p:nvPr/>
          </p:nvSpPr>
          <p:spPr>
            <a:xfrm>
              <a:off x="3640638" y="162930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2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BF07A5B-9C1C-51BA-CE46-A58DCA07D977}"/>
                </a:ext>
              </a:extLst>
            </p:cNvPr>
            <p:cNvSpPr txBox="1"/>
            <p:nvPr/>
          </p:nvSpPr>
          <p:spPr>
            <a:xfrm>
              <a:off x="3248494" y="223463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1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id="{ED5A3E33-4515-1732-BDC5-5C6C023602F1}"/>
              </a:ext>
            </a:extLst>
          </p:cNvPr>
          <p:cNvSpPr/>
          <p:nvPr/>
        </p:nvSpPr>
        <p:spPr>
          <a:xfrm>
            <a:off x="10498124" y="244226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D2063F6-5A4A-DC40-BDAD-FE3B41BC2C9A}"/>
              </a:ext>
            </a:extLst>
          </p:cNvPr>
          <p:cNvSpPr/>
          <p:nvPr/>
        </p:nvSpPr>
        <p:spPr>
          <a:xfrm>
            <a:off x="10111511" y="304153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6ADD776-02B2-CBF2-D225-90792DA5293C}"/>
              </a:ext>
            </a:extLst>
          </p:cNvPr>
          <p:cNvSpPr/>
          <p:nvPr/>
        </p:nvSpPr>
        <p:spPr>
          <a:xfrm>
            <a:off x="10983785" y="304153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B32CF16-DEB1-50F0-4AC8-26E7764A43E5}"/>
              </a:ext>
            </a:extLst>
          </p:cNvPr>
          <p:cNvCxnSpPr>
            <a:cxnSpLocks/>
            <a:stCxn id="18" idx="4"/>
            <a:endCxn id="26" idx="0"/>
          </p:cNvCxnSpPr>
          <p:nvPr/>
        </p:nvCxnSpPr>
        <p:spPr>
          <a:xfrm>
            <a:off x="10676320" y="279865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3A23237-DAD3-25AD-DA12-A34951E3E92C}"/>
              </a:ext>
            </a:extLst>
          </p:cNvPr>
          <p:cNvCxnSpPr>
            <a:cxnSpLocks/>
            <a:stCxn id="19" idx="0"/>
            <a:endCxn id="18" idx="4"/>
          </p:cNvCxnSpPr>
          <p:nvPr/>
        </p:nvCxnSpPr>
        <p:spPr>
          <a:xfrm flipV="1">
            <a:off x="10289707" y="279865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5EB53A1-59C0-6CDC-702D-28DF26ADC4D9}"/>
              </a:ext>
            </a:extLst>
          </p:cNvPr>
          <p:cNvSpPr txBox="1"/>
          <p:nvPr/>
        </p:nvSpPr>
        <p:spPr>
          <a:xfrm>
            <a:off x="10537610" y="2460513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4CAE038-F417-0B9D-0A85-9C5392A64F09}"/>
              </a:ext>
            </a:extLst>
          </p:cNvPr>
          <p:cNvSpPr txBox="1"/>
          <p:nvPr/>
        </p:nvSpPr>
        <p:spPr>
          <a:xfrm>
            <a:off x="10145466" y="306584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D3646C1-D477-5BD5-AC2D-671A46D745FE}"/>
              </a:ext>
            </a:extLst>
          </p:cNvPr>
          <p:cNvSpPr txBox="1"/>
          <p:nvPr/>
        </p:nvSpPr>
        <p:spPr>
          <a:xfrm>
            <a:off x="11023271" y="306171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1185858-565D-46DA-7CFD-282A85CA8E2F}"/>
              </a:ext>
            </a:extLst>
          </p:cNvPr>
          <p:cNvCxnSpPr>
            <a:cxnSpLocks/>
            <a:stCxn id="33" idx="0"/>
            <a:endCxn id="13" idx="4"/>
          </p:cNvCxnSpPr>
          <p:nvPr/>
        </p:nvCxnSpPr>
        <p:spPr>
          <a:xfrm flipH="1" flipV="1">
            <a:off x="9255347" y="2822962"/>
            <a:ext cx="403618" cy="2603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D106081-3728-27CF-E48C-7A3EF2BC31C7}"/>
              </a:ext>
            </a:extLst>
          </p:cNvPr>
          <p:cNvGrpSpPr/>
          <p:nvPr/>
        </p:nvGrpSpPr>
        <p:grpSpPr>
          <a:xfrm>
            <a:off x="9480769" y="3083343"/>
            <a:ext cx="356392" cy="356392"/>
            <a:chOff x="9628883" y="3540196"/>
            <a:chExt cx="356392" cy="356392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005C441-F920-578D-8F15-5F80D0E65664}"/>
                </a:ext>
              </a:extLst>
            </p:cNvPr>
            <p:cNvSpPr/>
            <p:nvPr/>
          </p:nvSpPr>
          <p:spPr>
            <a:xfrm>
              <a:off x="9628883" y="354019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53205AC-1D94-BE25-42FD-5CFDF644B015}"/>
                </a:ext>
              </a:extLst>
            </p:cNvPr>
            <p:cNvSpPr txBox="1"/>
            <p:nvPr/>
          </p:nvSpPr>
          <p:spPr>
            <a:xfrm>
              <a:off x="9662838" y="356450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3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AF9561C-00A0-E23B-618A-2E0D8A56D2CA}"/>
              </a:ext>
            </a:extLst>
          </p:cNvPr>
          <p:cNvGrpSpPr/>
          <p:nvPr/>
        </p:nvGrpSpPr>
        <p:grpSpPr>
          <a:xfrm>
            <a:off x="7732075" y="3111171"/>
            <a:ext cx="290919" cy="290276"/>
            <a:chOff x="7617494" y="3007040"/>
            <a:chExt cx="290919" cy="290276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26C203C9-BAC4-DE6F-E32C-8DB08955739E}"/>
                </a:ext>
              </a:extLst>
            </p:cNvPr>
            <p:cNvSpPr/>
            <p:nvPr/>
          </p:nvSpPr>
          <p:spPr>
            <a:xfrm>
              <a:off x="7617494" y="3017226"/>
              <a:ext cx="280090" cy="280090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73FDCF0-E809-978E-7D6C-4FB2CED14D7F}"/>
                </a:ext>
              </a:extLst>
            </p:cNvPr>
            <p:cNvSpPr txBox="1"/>
            <p:nvPr/>
          </p:nvSpPr>
          <p:spPr>
            <a:xfrm>
              <a:off x="7630993" y="3007040"/>
              <a:ext cx="277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3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71BDB13-E66A-49ED-E1D2-87D0FC711D25}"/>
              </a:ext>
            </a:extLst>
          </p:cNvPr>
          <p:cNvSpPr txBox="1"/>
          <p:nvPr/>
        </p:nvSpPr>
        <p:spPr>
          <a:xfrm>
            <a:off x="7304073" y="310817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移动</a:t>
            </a:r>
          </a:p>
        </p:txBody>
      </p: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F6D908B4-0C7F-CBD6-FCBB-1831865D60C2}"/>
              </a:ext>
            </a:extLst>
          </p:cNvPr>
          <p:cNvCxnSpPr>
            <a:cxnSpLocks/>
            <a:stCxn id="94" idx="6"/>
            <a:endCxn id="36" idx="2"/>
          </p:cNvCxnSpPr>
          <p:nvPr/>
        </p:nvCxnSpPr>
        <p:spPr>
          <a:xfrm>
            <a:off x="6535710" y="2411898"/>
            <a:ext cx="3117724" cy="1003529"/>
          </a:xfrm>
          <a:prstGeom prst="curvedConnector4">
            <a:avLst>
              <a:gd name="adj1" fmla="val 52664"/>
              <a:gd name="adj2" fmla="val 12278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E24DF7E-7A8D-0720-7F06-4485F924A0A3}"/>
              </a:ext>
            </a:extLst>
          </p:cNvPr>
          <p:cNvSpPr txBox="1"/>
          <p:nvPr/>
        </p:nvSpPr>
        <p:spPr>
          <a:xfrm>
            <a:off x="7248672" y="354973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使得堆平衡</a:t>
            </a: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09161F1B-FA51-9861-A667-857F793931F6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rot="16200000" flipV="1">
            <a:off x="6004859" y="3383177"/>
            <a:ext cx="444740" cy="125566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11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4E51-3CF4-DB84-8A52-2AA56B2C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0AD934D1-DF08-3661-3C65-73856BBF3FDB}"/>
              </a:ext>
            </a:extLst>
          </p:cNvPr>
          <p:cNvGrpSpPr/>
          <p:nvPr/>
        </p:nvGrpSpPr>
        <p:grpSpPr>
          <a:xfrm>
            <a:off x="4561531" y="4321263"/>
            <a:ext cx="329975" cy="317131"/>
            <a:chOff x="2968850" y="3499219"/>
            <a:chExt cx="329975" cy="317131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F1F63BB9-4B22-FBE1-17F4-1E4856CFB63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87FE85B2-3939-DF26-AE3D-C643B8A61E99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87FE85B2-3939-DF26-AE3D-C643B8A61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F87FB4E-8085-1690-7BD3-C3D6BE707544}"/>
              </a:ext>
            </a:extLst>
          </p:cNvPr>
          <p:cNvGrpSpPr/>
          <p:nvPr/>
        </p:nvGrpSpPr>
        <p:grpSpPr>
          <a:xfrm>
            <a:off x="4940414" y="4324719"/>
            <a:ext cx="329975" cy="317131"/>
            <a:chOff x="2968850" y="3499219"/>
            <a:chExt cx="329975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9FFEFA5-F96D-E6CB-7118-05505215F51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EA92484-1E2F-64A4-7094-F71991C2FD5D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EA92484-1E2F-64A4-7094-F71991C2FD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AD9C4E8-55AC-374C-7100-5031BDF52338}"/>
              </a:ext>
            </a:extLst>
          </p:cNvPr>
          <p:cNvGrpSpPr/>
          <p:nvPr/>
        </p:nvGrpSpPr>
        <p:grpSpPr>
          <a:xfrm>
            <a:off x="5319297" y="432126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0C03B93-689C-D7E5-4E7D-BB5C49C1B86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EF59B56-ACC5-FA74-2C76-83507CC35755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EF59B56-ACC5-FA74-2C76-83507CC3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27352A5-B1FC-AD7D-A6F5-EF428B929870}"/>
              </a:ext>
            </a:extLst>
          </p:cNvPr>
          <p:cNvGrpSpPr/>
          <p:nvPr/>
        </p:nvGrpSpPr>
        <p:grpSpPr>
          <a:xfrm>
            <a:off x="5698180" y="4321263"/>
            <a:ext cx="329975" cy="317131"/>
            <a:chOff x="2968850" y="3499219"/>
            <a:chExt cx="329975" cy="31713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67B6EDA9-A962-C5D9-4DCA-AB6A22C0EF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08A0A63-C283-F278-6F3D-6E0C177D6F7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08A0A63-C283-F278-6F3D-6E0C177D6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4E5F24A-F41E-5C04-D86B-708999A1850D}"/>
              </a:ext>
            </a:extLst>
          </p:cNvPr>
          <p:cNvGrpSpPr/>
          <p:nvPr/>
        </p:nvGrpSpPr>
        <p:grpSpPr>
          <a:xfrm>
            <a:off x="6077063" y="4324719"/>
            <a:ext cx="329975" cy="317131"/>
            <a:chOff x="2968850" y="3499219"/>
            <a:chExt cx="329975" cy="317131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7391BA50-F4E5-B6D7-416D-6716BDDB9D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9402AB01-2ED6-0669-3E6A-39B1767F8D21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9402AB01-2ED6-0669-3E6A-39B1767F8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椭圆 62">
            <a:extLst>
              <a:ext uri="{FF2B5EF4-FFF2-40B4-BE49-F238E27FC236}">
                <a16:creationId xmlns:a16="http://schemas.microsoft.com/office/drawing/2014/main" id="{0E8DB712-0770-920C-2303-C495007307CE}"/>
              </a:ext>
            </a:extLst>
          </p:cNvPr>
          <p:cNvSpPr/>
          <p:nvPr/>
        </p:nvSpPr>
        <p:spPr>
          <a:xfrm>
            <a:off x="4567845" y="2885646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2E7758E-1F8F-1C72-9018-AC662538F6FC}"/>
              </a:ext>
            </a:extLst>
          </p:cNvPr>
          <p:cNvCxnSpPr>
            <a:cxnSpLocks/>
            <a:stCxn id="64" idx="0"/>
            <a:endCxn id="63" idx="4"/>
          </p:cNvCxnSpPr>
          <p:nvPr/>
        </p:nvCxnSpPr>
        <p:spPr>
          <a:xfrm flipV="1">
            <a:off x="4359428" y="3242038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10C9A757-A452-0C8B-520D-B15BD1D935DE}"/>
              </a:ext>
            </a:extLst>
          </p:cNvPr>
          <p:cNvSpPr txBox="1"/>
          <p:nvPr/>
        </p:nvSpPr>
        <p:spPr>
          <a:xfrm>
            <a:off x="4607331" y="290389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6"/>
                </a:solidFill>
              </a:rPr>
              <a:t>3</a:t>
            </a:r>
            <a:endParaRPr lang="zh-CN" altLang="en-US" sz="1400" b="1" dirty="0">
              <a:solidFill>
                <a:schemeClr val="accent6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0D8001-24F7-23C8-6333-C1408D724A66}"/>
              </a:ext>
            </a:extLst>
          </p:cNvPr>
          <p:cNvGrpSpPr/>
          <p:nvPr/>
        </p:nvGrpSpPr>
        <p:grpSpPr>
          <a:xfrm>
            <a:off x="4181232" y="3484918"/>
            <a:ext cx="356392" cy="356392"/>
            <a:chOff x="4371732" y="3320832"/>
            <a:chExt cx="356392" cy="356392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D58F18B0-01C2-146D-1BC0-76E1D92BE6F7}"/>
                </a:ext>
              </a:extLst>
            </p:cNvPr>
            <p:cNvSpPr/>
            <p:nvPr/>
          </p:nvSpPr>
          <p:spPr>
            <a:xfrm>
              <a:off x="4371732" y="3320832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AA6716B7-C96D-D274-D0E3-34CF11B062CD}"/>
                </a:ext>
              </a:extLst>
            </p:cNvPr>
            <p:cNvSpPr txBox="1"/>
            <p:nvPr/>
          </p:nvSpPr>
          <p:spPr>
            <a:xfrm>
              <a:off x="4405687" y="3345139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1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66832F8F-BA26-C4FB-641E-2551A48DFF73}"/>
              </a:ext>
            </a:extLst>
          </p:cNvPr>
          <p:cNvGrpSpPr/>
          <p:nvPr/>
        </p:nvGrpSpPr>
        <p:grpSpPr>
          <a:xfrm>
            <a:off x="5602205" y="2861338"/>
            <a:ext cx="1228666" cy="955664"/>
            <a:chOff x="4867089" y="1586743"/>
            <a:chExt cx="1228666" cy="955664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E4C2F976-8475-B6D6-4990-3DBCE1663615}"/>
                </a:ext>
              </a:extLst>
            </p:cNvPr>
            <p:cNvSpPr/>
            <p:nvPr/>
          </p:nvSpPr>
          <p:spPr>
            <a:xfrm>
              <a:off x="5253702" y="158674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E1F29570-41DA-0D63-AEED-C84A5ECF8BB9}"/>
                </a:ext>
              </a:extLst>
            </p:cNvPr>
            <p:cNvSpPr/>
            <p:nvPr/>
          </p:nvSpPr>
          <p:spPr>
            <a:xfrm>
              <a:off x="4867089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99A4B420-28E4-3BD0-5FEB-362BBCD18367}"/>
                </a:ext>
              </a:extLst>
            </p:cNvPr>
            <p:cNvSpPr/>
            <p:nvPr/>
          </p:nvSpPr>
          <p:spPr>
            <a:xfrm>
              <a:off x="5739363" y="21860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88F8BFB4-F210-0A0E-FFA0-81F2D179510F}"/>
                </a:ext>
              </a:extLst>
            </p:cNvPr>
            <p:cNvCxnSpPr>
              <a:cxnSpLocks/>
              <a:stCxn id="94" idx="4"/>
              <a:endCxn id="96" idx="0"/>
            </p:cNvCxnSpPr>
            <p:nvPr/>
          </p:nvCxnSpPr>
          <p:spPr>
            <a:xfrm>
              <a:off x="5431898" y="1943135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B0A479F5-1985-2A48-AA5B-AC0A09A7FDE6}"/>
                </a:ext>
              </a:extLst>
            </p:cNvPr>
            <p:cNvCxnSpPr>
              <a:cxnSpLocks/>
              <a:stCxn id="95" idx="0"/>
              <a:endCxn id="94" idx="4"/>
            </p:cNvCxnSpPr>
            <p:nvPr/>
          </p:nvCxnSpPr>
          <p:spPr>
            <a:xfrm flipV="1">
              <a:off x="5045285" y="1943135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4538CA3-6F9D-D68A-9840-8F3DABC0082A}"/>
                </a:ext>
              </a:extLst>
            </p:cNvPr>
            <p:cNvSpPr txBox="1"/>
            <p:nvPr/>
          </p:nvSpPr>
          <p:spPr>
            <a:xfrm>
              <a:off x="5293188" y="160499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4D9D2310-B6BF-7B71-F0DE-B27765E660E8}"/>
                </a:ext>
              </a:extLst>
            </p:cNvPr>
            <p:cNvSpPr txBox="1"/>
            <p:nvPr/>
          </p:nvSpPr>
          <p:spPr>
            <a:xfrm>
              <a:off x="4901044" y="221032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885A10B-9EA5-12D2-01E1-79285E6EAC3A}"/>
                </a:ext>
              </a:extLst>
            </p:cNvPr>
            <p:cNvSpPr txBox="1"/>
            <p:nvPr/>
          </p:nvSpPr>
          <p:spPr>
            <a:xfrm>
              <a:off x="5778849" y="220619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5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5A03A72-BF9A-60C7-D721-2F15B2EE6CB8}"/>
              </a:ext>
            </a:extLst>
          </p:cNvPr>
          <p:cNvSpPr txBox="1"/>
          <p:nvPr/>
        </p:nvSpPr>
        <p:spPr>
          <a:xfrm>
            <a:off x="3881973" y="435297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原数组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CF06DF5-F6D8-8DF3-EC09-EA4B98F477BB}"/>
              </a:ext>
            </a:extLst>
          </p:cNvPr>
          <p:cNvGrpSpPr/>
          <p:nvPr/>
        </p:nvGrpSpPr>
        <p:grpSpPr>
          <a:xfrm>
            <a:off x="6455946" y="4321263"/>
            <a:ext cx="329976" cy="317131"/>
            <a:chOff x="2968850" y="3499219"/>
            <a:chExt cx="329976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7CC50FC-8F14-F878-2BAD-F1A97CE7E30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2408923-4A0F-7FAB-ECE5-02A0A0E1018F}"/>
                    </a:ext>
                  </a:extLst>
                </p:cNvPr>
                <p:cNvSpPr txBox="1"/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2408923-4A0F-7FAB-ECE5-02A0A0E10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522" y="3519284"/>
                  <a:ext cx="31130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BB13872-4FF0-159C-2FE2-985ECEF53C5C}"/>
              </a:ext>
            </a:extLst>
          </p:cNvPr>
          <p:cNvGrpSpPr/>
          <p:nvPr/>
        </p:nvGrpSpPr>
        <p:grpSpPr>
          <a:xfrm>
            <a:off x="4924237" y="3480788"/>
            <a:ext cx="356392" cy="356392"/>
            <a:chOff x="4371732" y="3320832"/>
            <a:chExt cx="356392" cy="35639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4686B7A-433B-FB21-B0CF-1F24CAC811FA}"/>
                </a:ext>
              </a:extLst>
            </p:cNvPr>
            <p:cNvSpPr/>
            <p:nvPr/>
          </p:nvSpPr>
          <p:spPr>
            <a:xfrm>
              <a:off x="4371732" y="3320832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E8CF372-739D-4A9E-4B0E-051284D642E4}"/>
                </a:ext>
              </a:extLst>
            </p:cNvPr>
            <p:cNvSpPr txBox="1"/>
            <p:nvPr/>
          </p:nvSpPr>
          <p:spPr>
            <a:xfrm>
              <a:off x="4405687" y="3345139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2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3EEDDA8-3174-DA2C-55C7-FEB8F9623216}"/>
              </a:ext>
            </a:extLst>
          </p:cNvPr>
          <p:cNvCxnSpPr>
            <a:cxnSpLocks/>
            <a:stCxn id="11" idx="0"/>
            <a:endCxn id="63" idx="4"/>
          </p:cNvCxnSpPr>
          <p:nvPr/>
        </p:nvCxnSpPr>
        <p:spPr>
          <a:xfrm flipH="1" flipV="1">
            <a:off x="4746041" y="3242038"/>
            <a:ext cx="356392" cy="238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BFAD6C22-4BAA-BE29-D432-D56ACA1F3324}"/>
              </a:ext>
            </a:extLst>
          </p:cNvPr>
          <p:cNvCxnSpPr>
            <a:cxnSpLocks/>
            <a:stCxn id="26" idx="2"/>
            <a:endCxn id="63" idx="0"/>
          </p:cNvCxnSpPr>
          <p:nvPr/>
        </p:nvCxnSpPr>
        <p:spPr>
          <a:xfrm rot="16200000" flipH="1">
            <a:off x="4283150" y="2422754"/>
            <a:ext cx="356607" cy="56917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CE93BC7-51AD-A536-2465-393FDE05DAB5}"/>
              </a:ext>
            </a:extLst>
          </p:cNvPr>
          <p:cNvSpPr txBox="1"/>
          <p:nvPr/>
        </p:nvSpPr>
        <p:spPr>
          <a:xfrm>
            <a:off x="3468979" y="2252040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原先右堆中的堆顶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760806-7193-74A7-6C40-249E88C7E5A3}"/>
              </a:ext>
            </a:extLst>
          </p:cNvPr>
          <p:cNvSpPr txBox="1"/>
          <p:nvPr/>
        </p:nvSpPr>
        <p:spPr>
          <a:xfrm>
            <a:off x="6139590" y="225204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/>
              <a:t>新元素</a:t>
            </a: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1DB3DC2B-01C2-0AB3-254A-1C9CD38CB747}"/>
              </a:ext>
            </a:extLst>
          </p:cNvPr>
          <p:cNvCxnSpPr>
            <a:cxnSpLocks/>
            <a:stCxn id="27" idx="2"/>
            <a:endCxn id="94" idx="0"/>
          </p:cNvCxnSpPr>
          <p:nvPr/>
        </p:nvCxnSpPr>
        <p:spPr>
          <a:xfrm rot="5400000">
            <a:off x="6148736" y="2547317"/>
            <a:ext cx="332299" cy="29574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619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6577</TotalTime>
  <Words>250</Words>
  <Application>Microsoft Office PowerPoint</Application>
  <PresentationFormat>宽屏</PresentationFormat>
  <Paragraphs>185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2026-05-01T03:38:51Z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