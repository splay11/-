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BC40E-38A2-4053-AEF3-43A3902AF948}" v="47" dt="2026-04-30T13:39:13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55" autoAdjust="0"/>
  </p:normalViewPr>
  <p:slideViewPr>
    <p:cSldViewPr snapToGrid="0">
      <p:cViewPr varScale="1">
        <p:scale>
          <a:sx n="151" d="100"/>
          <a:sy n="151" d="100"/>
        </p:scale>
        <p:origin x="444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30T13:39:25.561" v="11602" actId="47"/>
      <pc:docMkLst>
        <pc:docMk/>
      </pc:docMkLst>
      <pc:sldChg chg="addSp delSp modSp add del mod modTransition">
        <pc:chgData name="昕 许" userId="a2975fcd840abfc3" providerId="LiveId" clId="{49CCD4F9-177C-4270-9A14-60236FF377E8}" dt="2026-04-30T13:39:18.814" v="11559" actId="47"/>
        <pc:sldMkLst>
          <pc:docMk/>
          <pc:sldMk cId="380520240" sldId="306"/>
        </pc:sldMkLst>
        <pc:spChg chg="add mod">
          <ac:chgData name="昕 许" userId="a2975fcd840abfc3" providerId="LiveId" clId="{49CCD4F9-177C-4270-9A14-60236FF377E8}" dt="2026-04-26T03:15:53.554" v="10864" actId="164"/>
          <ac:spMkLst>
            <pc:docMk/>
            <pc:sldMk cId="380520240" sldId="306"/>
            <ac:spMk id="30" creationId="{A5888175-DFE3-E02D-AEB7-DAC1DA779C89}"/>
          </ac:spMkLst>
        </pc:spChg>
        <pc:spChg chg="add mod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31" creationId="{34F3FB7D-6F1A-A03C-4728-A1CCD4D6A3A3}"/>
          </ac:spMkLst>
        </pc:spChg>
        <pc:spChg chg="add mod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32" creationId="{B47F20B4-DD7D-9BAE-56A9-A23209103B9E}"/>
          </ac:spMkLst>
        </pc:spChg>
        <pc:spChg chg="add mod">
          <ac:chgData name="昕 许" userId="a2975fcd840abfc3" providerId="LiveId" clId="{49CCD4F9-177C-4270-9A14-60236FF377E8}" dt="2026-04-26T03:15:53.554" v="10864" actId="164"/>
          <ac:spMkLst>
            <pc:docMk/>
            <pc:sldMk cId="380520240" sldId="306"/>
            <ac:spMk id="41" creationId="{059FFFDA-DF7D-0B34-74B2-F54F96F8DC3F}"/>
          </ac:spMkLst>
        </pc:spChg>
        <pc:spChg chg="add mod">
          <ac:chgData name="昕 许" userId="a2975fcd840abfc3" providerId="LiveId" clId="{49CCD4F9-177C-4270-9A14-60236FF377E8}" dt="2026-04-26T03:24:23.747" v="11004" actId="20577"/>
          <ac:spMkLst>
            <pc:docMk/>
            <pc:sldMk cId="380520240" sldId="306"/>
            <ac:spMk id="42" creationId="{7ED04D18-4368-D911-F2E8-BAD1A4EAD8D8}"/>
          </ac:spMkLst>
        </pc:spChg>
        <pc:spChg chg="add mod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47" creationId="{A434A086-04E5-0234-42A8-EF579F8E9B7F}"/>
          </ac:spMkLst>
        </pc:spChg>
        <pc:spChg chg="mod">
          <ac:chgData name="昕 许" userId="a2975fcd840abfc3" providerId="LiveId" clId="{49CCD4F9-177C-4270-9A14-60236FF377E8}" dt="2026-04-26T03:24:03.264" v="10998" actId="20577"/>
          <ac:spMkLst>
            <pc:docMk/>
            <pc:sldMk cId="380520240" sldId="306"/>
            <ac:spMk id="51" creationId="{25310B06-E256-8349-6E81-AB96889485E0}"/>
          </ac:spMkLst>
        </pc:spChg>
        <pc:spChg chg="mod">
          <ac:chgData name="昕 许" userId="a2975fcd840abfc3" providerId="LiveId" clId="{49CCD4F9-177C-4270-9A14-60236FF377E8}" dt="2026-04-26T03:14:23.389" v="10852"/>
          <ac:spMkLst>
            <pc:docMk/>
            <pc:sldMk cId="380520240" sldId="306"/>
            <ac:spMk id="53" creationId="{B739EE4D-1161-6A1A-A1FE-B810DDCC2EDA}"/>
          </ac:spMkLst>
        </pc:spChg>
        <pc:spChg chg="mod">
          <ac:chgData name="昕 许" userId="a2975fcd840abfc3" providerId="LiveId" clId="{49CCD4F9-177C-4270-9A14-60236FF377E8}" dt="2026-04-26T03:14:23.389" v="10852"/>
          <ac:spMkLst>
            <pc:docMk/>
            <pc:sldMk cId="380520240" sldId="306"/>
            <ac:spMk id="58" creationId="{11DB99F2-4A45-1FD2-06F4-2C3123E8E4A9}"/>
          </ac:spMkLst>
        </pc:spChg>
        <pc:spChg chg="mod">
          <ac:chgData name="昕 许" userId="a2975fcd840abfc3" providerId="LiveId" clId="{49CCD4F9-177C-4270-9A14-60236FF377E8}" dt="2026-04-26T03:16:10.088" v="10874" actId="20577"/>
          <ac:spMkLst>
            <pc:docMk/>
            <pc:sldMk cId="380520240" sldId="306"/>
            <ac:spMk id="62" creationId="{82746EEF-99A5-2EAF-ED9A-10CB049DBD03}"/>
          </ac:spMkLst>
        </pc:spChg>
        <pc:spChg chg="mod">
          <ac:chgData name="昕 许" userId="a2975fcd840abfc3" providerId="LiveId" clId="{49CCD4F9-177C-4270-9A14-60236FF377E8}" dt="2026-04-26T03:26:03.357" v="11028" actId="208"/>
          <ac:spMkLst>
            <pc:docMk/>
            <pc:sldMk cId="380520240" sldId="306"/>
            <ac:spMk id="69" creationId="{FFB3CE44-D9D0-D796-6D01-2F642AD0E558}"/>
          </ac:spMkLst>
        </pc:spChg>
        <pc:spChg chg="mod">
          <ac:chgData name="昕 许" userId="a2975fcd840abfc3" providerId="LiveId" clId="{49CCD4F9-177C-4270-9A14-60236FF377E8}" dt="2026-04-26T03:25:55.049" v="11027" actId="207"/>
          <ac:spMkLst>
            <pc:docMk/>
            <pc:sldMk cId="380520240" sldId="306"/>
            <ac:spMk id="70" creationId="{D994F920-8242-0A2B-3D3E-58D8B130AD94}"/>
          </ac:spMkLst>
        </pc:spChg>
        <pc:spChg chg="add mod">
          <ac:chgData name="昕 许" userId="a2975fcd840abfc3" providerId="LiveId" clId="{49CCD4F9-177C-4270-9A14-60236FF377E8}" dt="2026-04-26T03:26:05.344" v="11029" actId="207"/>
          <ac:spMkLst>
            <pc:docMk/>
            <pc:sldMk cId="380520240" sldId="306"/>
            <ac:spMk id="71" creationId="{8BC405BC-3DF1-4352-0615-562CA48AA86C}"/>
          </ac:spMkLst>
        </pc:spChg>
        <pc:spChg chg="add mod topLvl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72" creationId="{00D3F122-1E61-00D0-4BD5-8694EEAF90D0}"/>
          </ac:spMkLst>
        </pc:spChg>
        <pc:spChg chg="add mod topLvl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73" creationId="{7CA1FBEE-F896-F4FB-B432-0C016EE8AB69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79" creationId="{6EB6669F-11EE-8841-5BFD-1EEA82B2CFCC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0" creationId="{172EF724-9F09-C763-F63B-6895BE060FCA}"/>
          </ac:spMkLst>
        </pc:spChg>
        <pc:spChg chg="mod">
          <ac:chgData name="昕 许" userId="a2975fcd840abfc3" providerId="LiveId" clId="{49CCD4F9-177C-4270-9A14-60236FF377E8}" dt="2026-04-26T03:24:25.750" v="11005" actId="20577"/>
          <ac:spMkLst>
            <pc:docMk/>
            <pc:sldMk cId="380520240" sldId="306"/>
            <ac:spMk id="81" creationId="{A498F9A5-1B18-BB3C-610D-9235A5DE8CC9}"/>
          </ac:spMkLst>
        </pc:spChg>
        <pc:spChg chg="add mod topLvl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82" creationId="{2C10B6C7-82BD-2090-7733-03333710FD30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4" creationId="{E3DB5120-BCEC-EE9D-BA4C-92653A3BBEFF}"/>
          </ac:spMkLst>
        </pc:spChg>
        <pc:spChg chg="mod">
          <ac:chgData name="昕 许" userId="a2975fcd840abfc3" providerId="LiveId" clId="{49CCD4F9-177C-4270-9A14-60236FF377E8}" dt="2026-04-26T03:24:04.422" v="10999" actId="20577"/>
          <ac:spMkLst>
            <pc:docMk/>
            <pc:sldMk cId="380520240" sldId="306"/>
            <ac:spMk id="85" creationId="{F537D869-AD5E-4AC0-59C8-D153F51BAEBC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7" creationId="{CA730A93-46CB-B43D-453C-D2B8E3D1AF11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8" creationId="{BC87CC16-5036-0761-4142-52D77E0AEE57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91" creationId="{E1A51D04-D3C1-D6EF-DA93-02E0402A1C3A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92" creationId="{4F105A8D-C69B-197F-1DBF-23D8F8A91B13}"/>
          </ac:spMkLst>
        </pc:spChg>
        <pc:spChg chg="mod">
          <ac:chgData name="昕 许" userId="a2975fcd840abfc3" providerId="LiveId" clId="{49CCD4F9-177C-4270-9A14-60236FF377E8}" dt="2026-04-26T03:17:57.846" v="10912" actId="208"/>
          <ac:spMkLst>
            <pc:docMk/>
            <pc:sldMk cId="380520240" sldId="306"/>
            <ac:spMk id="96" creationId="{1E49B4B3-04A6-DE4E-C523-386A89DCBDB0}"/>
          </ac:spMkLst>
        </pc:spChg>
        <pc:spChg chg="mod">
          <ac:chgData name="昕 许" userId="a2975fcd840abfc3" providerId="LiveId" clId="{49CCD4F9-177C-4270-9A14-60236FF377E8}" dt="2026-04-26T03:18:01.452" v="10913" actId="207"/>
          <ac:spMkLst>
            <pc:docMk/>
            <pc:sldMk cId="380520240" sldId="306"/>
            <ac:spMk id="97" creationId="{1FDFE0B0-DCC1-EC2B-2EEE-8574E273BBBE}"/>
          </ac:spMkLst>
        </pc:spChg>
        <pc:spChg chg="mod">
          <ac:chgData name="昕 许" userId="a2975fcd840abfc3" providerId="LiveId" clId="{49CCD4F9-177C-4270-9A14-60236FF377E8}" dt="2026-04-26T03:18:51.231" v="10930" actId="165"/>
          <ac:spMkLst>
            <pc:docMk/>
            <pc:sldMk cId="380520240" sldId="306"/>
            <ac:spMk id="101" creationId="{CF5E7390-3163-5758-8C91-5FFE5C6B975E}"/>
          </ac:spMkLst>
        </pc:spChg>
        <pc:spChg chg="mod">
          <ac:chgData name="昕 许" userId="a2975fcd840abfc3" providerId="LiveId" clId="{49CCD4F9-177C-4270-9A14-60236FF377E8}" dt="2026-04-26T03:19:06.102" v="10934" actId="20577"/>
          <ac:spMkLst>
            <pc:docMk/>
            <pc:sldMk cId="380520240" sldId="306"/>
            <ac:spMk id="102" creationId="{20DD7A56-BE68-73EB-6101-6E94B8C8CC97}"/>
          </ac:spMkLst>
        </pc:spChg>
        <pc:spChg chg="add mod topLvl">
          <ac:chgData name="昕 许" userId="a2975fcd840abfc3" providerId="LiveId" clId="{49CCD4F9-177C-4270-9A14-60236FF377E8}" dt="2026-04-26T03:18:51.231" v="10930" actId="165"/>
          <ac:spMkLst>
            <pc:docMk/>
            <pc:sldMk cId="380520240" sldId="306"/>
            <ac:spMk id="103" creationId="{77A041D1-2D07-3EE3-B5E8-B70163CF91B9}"/>
          </ac:spMkLst>
        </pc:spChg>
        <pc:spChg chg="mod">
          <ac:chgData name="昕 许" userId="a2975fcd840abfc3" providerId="LiveId" clId="{49CCD4F9-177C-4270-9A14-60236FF377E8}" dt="2026-04-26T03:18:55.949" v="10932"/>
          <ac:spMkLst>
            <pc:docMk/>
            <pc:sldMk cId="380520240" sldId="306"/>
            <ac:spMk id="107" creationId="{B95D1C49-259A-37B2-720A-6B04B217C723}"/>
          </ac:spMkLst>
        </pc:spChg>
        <pc:spChg chg="mod">
          <ac:chgData name="昕 许" userId="a2975fcd840abfc3" providerId="LiveId" clId="{49CCD4F9-177C-4270-9A14-60236FF377E8}" dt="2026-04-26T03:18:55.949" v="10932"/>
          <ac:spMkLst>
            <pc:docMk/>
            <pc:sldMk cId="380520240" sldId="306"/>
            <ac:spMk id="108" creationId="{CBC8284B-3FFD-FBB9-BE74-D4D58E3CC9C0}"/>
          </ac:spMkLst>
        </pc:spChg>
        <pc:spChg chg="add mod">
          <ac:chgData name="昕 许" userId="a2975fcd840abfc3" providerId="LiveId" clId="{49CCD4F9-177C-4270-9A14-60236FF377E8}" dt="2026-04-26T03:19:19.923" v="10938" actId="1076"/>
          <ac:spMkLst>
            <pc:docMk/>
            <pc:sldMk cId="380520240" sldId="306"/>
            <ac:spMk id="110" creationId="{B1AB4648-90CF-B3D2-CF3A-4BEBBD17D7FA}"/>
          </ac:spMkLst>
        </pc:spChg>
        <pc:spChg chg="add mod">
          <ac:chgData name="昕 许" userId="a2975fcd840abfc3" providerId="LiveId" clId="{49CCD4F9-177C-4270-9A14-60236FF377E8}" dt="2026-04-26T03:19:37.793" v="10941" actId="208"/>
          <ac:spMkLst>
            <pc:docMk/>
            <pc:sldMk cId="380520240" sldId="306"/>
            <ac:spMk id="111" creationId="{C3A38E77-FAED-7138-4149-A6D8534C77F0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17" creationId="{EDC05A6C-B35F-F012-0ED4-AFD71CA6CA9D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18" creationId="{8048C751-262E-6CC6-F941-2352F010BEA7}"/>
          </ac:spMkLst>
        </pc:spChg>
        <pc:spChg chg="mod">
          <ac:chgData name="昕 许" userId="a2975fcd840abfc3" providerId="LiveId" clId="{49CCD4F9-177C-4270-9A14-60236FF377E8}" dt="2026-04-26T03:24:27.393" v="11006" actId="20577"/>
          <ac:spMkLst>
            <pc:docMk/>
            <pc:sldMk cId="380520240" sldId="306"/>
            <ac:spMk id="119" creationId="{0D128A81-5366-079E-91C8-4DAC2F543FBC}"/>
          </ac:spMkLst>
        </pc:spChg>
        <pc:spChg chg="mod">
          <ac:chgData name="昕 许" userId="a2975fcd840abfc3" providerId="LiveId" clId="{49CCD4F9-177C-4270-9A14-60236FF377E8}" dt="2026-04-26T03:19:31.341" v="10940" actId="207"/>
          <ac:spMkLst>
            <pc:docMk/>
            <pc:sldMk cId="380520240" sldId="306"/>
            <ac:spMk id="120" creationId="{18BE41EE-26F8-1EB6-4F22-8449CABFF4B5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22" creationId="{02AE0C16-CDA8-4D68-5BBF-154D5A661BBA}"/>
          </ac:spMkLst>
        </pc:spChg>
        <pc:spChg chg="mod">
          <ac:chgData name="昕 许" userId="a2975fcd840abfc3" providerId="LiveId" clId="{49CCD4F9-177C-4270-9A14-60236FF377E8}" dt="2026-04-26T03:24:07.415" v="11000" actId="20577"/>
          <ac:spMkLst>
            <pc:docMk/>
            <pc:sldMk cId="380520240" sldId="306"/>
            <ac:spMk id="123" creationId="{257F15D6-0494-B765-F7FE-0DEDC10DEE7A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25" creationId="{E7B6FD9F-F2FB-77C9-2DE1-FE5D54E8B45A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29" creationId="{2D572B26-DC9F-6B9B-A14B-7BE1A951A1E5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30" creationId="{18F9243C-26D5-1FAE-C29A-447E03EA5778}"/>
          </ac:spMkLst>
        </pc:spChg>
        <pc:spChg chg="mod">
          <ac:chgData name="昕 许" userId="a2975fcd840abfc3" providerId="LiveId" clId="{49CCD4F9-177C-4270-9A14-60236FF377E8}" dt="2026-04-26T03:19:47.322" v="10943" actId="208"/>
          <ac:spMkLst>
            <pc:docMk/>
            <pc:sldMk cId="380520240" sldId="306"/>
            <ac:spMk id="133" creationId="{4EE11B1D-7E91-4592-3F8A-D27A26B06794}"/>
          </ac:spMkLst>
        </pc:spChg>
        <pc:spChg chg="mod">
          <ac:chgData name="昕 许" userId="a2975fcd840abfc3" providerId="LiveId" clId="{49CCD4F9-177C-4270-9A14-60236FF377E8}" dt="2026-04-26T03:19:50.827" v="10944" actId="207"/>
          <ac:spMkLst>
            <pc:docMk/>
            <pc:sldMk cId="380520240" sldId="306"/>
            <ac:spMk id="134" creationId="{6F08EA6C-8B16-1CB6-C6DF-4243CC67FE9C}"/>
          </ac:spMkLst>
        </pc:spChg>
        <pc:spChg chg="mod">
          <ac:chgData name="昕 许" userId="a2975fcd840abfc3" providerId="LiveId" clId="{49CCD4F9-177C-4270-9A14-60236FF377E8}" dt="2026-04-26T03:20:09.494" v="10945"/>
          <ac:spMkLst>
            <pc:docMk/>
            <pc:sldMk cId="380520240" sldId="306"/>
            <ac:spMk id="137" creationId="{EC195535-7D45-E152-26C6-18D9C6698D2F}"/>
          </ac:spMkLst>
        </pc:spChg>
        <pc:spChg chg="mod">
          <ac:chgData name="昕 许" userId="a2975fcd840abfc3" providerId="LiveId" clId="{49CCD4F9-177C-4270-9A14-60236FF377E8}" dt="2026-04-26T03:20:16.600" v="10947" actId="20577"/>
          <ac:spMkLst>
            <pc:docMk/>
            <pc:sldMk cId="380520240" sldId="306"/>
            <ac:spMk id="138" creationId="{63DB0CD9-D44B-4DFA-B6F2-E9E65A817377}"/>
          </ac:spMkLst>
        </pc:spChg>
        <pc:spChg chg="add mod">
          <ac:chgData name="昕 许" userId="a2975fcd840abfc3" providerId="LiveId" clId="{49CCD4F9-177C-4270-9A14-60236FF377E8}" dt="2026-04-26T03:20:15.307" v="10946" actId="1076"/>
          <ac:spMkLst>
            <pc:docMk/>
            <pc:sldMk cId="380520240" sldId="306"/>
            <ac:spMk id="139" creationId="{F87C1D91-1C3C-107B-B394-D8DBD3272C08}"/>
          </ac:spMkLst>
        </pc:spChg>
        <pc:spChg chg="mod">
          <ac:chgData name="昕 许" userId="a2975fcd840abfc3" providerId="LiveId" clId="{49CCD4F9-177C-4270-9A14-60236FF377E8}" dt="2026-04-26T03:20:09.494" v="10945"/>
          <ac:spMkLst>
            <pc:docMk/>
            <pc:sldMk cId="380520240" sldId="306"/>
            <ac:spMk id="141" creationId="{F69FC42F-28D9-89D5-B97E-719C79D44BD9}"/>
          </ac:spMkLst>
        </pc:spChg>
        <pc:spChg chg="mod">
          <ac:chgData name="昕 许" userId="a2975fcd840abfc3" providerId="LiveId" clId="{49CCD4F9-177C-4270-9A14-60236FF377E8}" dt="2026-04-26T03:20:09.494" v="10945"/>
          <ac:spMkLst>
            <pc:docMk/>
            <pc:sldMk cId="380520240" sldId="306"/>
            <ac:spMk id="142" creationId="{24F8BB05-0833-EB27-5F86-069530287594}"/>
          </ac:spMkLst>
        </pc:spChg>
        <pc:spChg chg="add mod">
          <ac:chgData name="昕 许" userId="a2975fcd840abfc3" providerId="LiveId" clId="{49CCD4F9-177C-4270-9A14-60236FF377E8}" dt="2026-04-26T03:20:26.156" v="10949" actId="1076"/>
          <ac:spMkLst>
            <pc:docMk/>
            <pc:sldMk cId="380520240" sldId="306"/>
            <ac:spMk id="143" creationId="{17D32189-A1D8-C270-6B48-F82537B8A546}"/>
          </ac:spMkLst>
        </pc:spChg>
        <pc:spChg chg="add mod">
          <ac:chgData name="昕 许" userId="a2975fcd840abfc3" providerId="LiveId" clId="{49CCD4F9-177C-4270-9A14-60236FF377E8}" dt="2026-04-26T03:20:54.130" v="10955" actId="208"/>
          <ac:spMkLst>
            <pc:docMk/>
            <pc:sldMk cId="380520240" sldId="306"/>
            <ac:spMk id="144" creationId="{1566F2A2-1D2A-A0AA-DA4D-7B949C14565B}"/>
          </ac:spMkLst>
        </pc:spChg>
        <pc:spChg chg="mod">
          <ac:chgData name="昕 许" userId="a2975fcd840abfc3" providerId="LiveId" clId="{49CCD4F9-177C-4270-9A14-60236FF377E8}" dt="2026-04-26T03:20:40.066" v="10951" actId="208"/>
          <ac:spMkLst>
            <pc:docMk/>
            <pc:sldMk cId="380520240" sldId="306"/>
            <ac:spMk id="150" creationId="{A25474FF-C72B-B95E-B294-EF1638B79FD0}"/>
          </ac:spMkLst>
        </pc:spChg>
        <pc:spChg chg="mod">
          <ac:chgData name="昕 许" userId="a2975fcd840abfc3" providerId="LiveId" clId="{49CCD4F9-177C-4270-9A14-60236FF377E8}" dt="2026-04-26T03:20:43.135" v="10953" actId="20577"/>
          <ac:spMkLst>
            <pc:docMk/>
            <pc:sldMk cId="380520240" sldId="306"/>
            <ac:spMk id="151" creationId="{A4E09908-3FB2-4A84-EA66-540776F4B12A}"/>
          </ac:spMkLst>
        </pc:spChg>
        <pc:spChg chg="add mod">
          <ac:chgData name="昕 许" userId="a2975fcd840abfc3" providerId="LiveId" clId="{49CCD4F9-177C-4270-9A14-60236FF377E8}" dt="2026-04-26T03:24:29.482" v="11007" actId="20577"/>
          <ac:spMkLst>
            <pc:docMk/>
            <pc:sldMk cId="380520240" sldId="306"/>
            <ac:spMk id="152" creationId="{CE09A61D-A326-96CE-D873-0DBF74BB7ECC}"/>
          </ac:spMkLst>
        </pc:spChg>
        <pc:spChg chg="add mod">
          <ac:chgData name="昕 许" userId="a2975fcd840abfc3" providerId="LiveId" clId="{49CCD4F9-177C-4270-9A14-60236FF377E8}" dt="2026-04-26T03:20:48.514" v="10954" actId="207"/>
          <ac:spMkLst>
            <pc:docMk/>
            <pc:sldMk cId="380520240" sldId="306"/>
            <ac:spMk id="153" creationId="{4475962B-3E81-0BD7-9D44-F1FE9FABFE9F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55" creationId="{1CC8A0A8-9D0E-02E4-47F6-7F9204268C0C}"/>
          </ac:spMkLst>
        </pc:spChg>
        <pc:spChg chg="mod">
          <ac:chgData name="昕 许" userId="a2975fcd840abfc3" providerId="LiveId" clId="{49CCD4F9-177C-4270-9A14-60236FF377E8}" dt="2026-04-26T03:24:08.566" v="11001" actId="20577"/>
          <ac:spMkLst>
            <pc:docMk/>
            <pc:sldMk cId="380520240" sldId="306"/>
            <ac:spMk id="156" creationId="{78E6F3AB-40F2-A697-8FCB-DA2A67172246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58" creationId="{70CF6CE5-4072-8464-8993-C229AEB810BF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59" creationId="{2E103CA0-3A2E-9640-23AB-EAC03B89D6B9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63" creationId="{82A05657-B93C-3D47-E143-C894611BCE27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66" creationId="{39E8C346-FEEE-8AFF-90CA-DD36DC0A34B5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67" creationId="{48AAF96F-154F-738C-3F94-96DD2903AC98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68" creationId="{FA7FC8A2-BE1F-0753-3544-CB6E813EF366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69" creationId="{0BBE06A6-8D51-ADE1-CC89-3BB258345197}"/>
          </ac:spMkLst>
        </pc:spChg>
        <pc:spChg chg="mod">
          <ac:chgData name="昕 许" userId="a2975fcd840abfc3" providerId="LiveId" clId="{49CCD4F9-177C-4270-9A14-60236FF377E8}" dt="2026-04-26T03:21:25.406" v="10959" actId="208"/>
          <ac:spMkLst>
            <pc:docMk/>
            <pc:sldMk cId="380520240" sldId="306"/>
            <ac:spMk id="175" creationId="{E35AD877-C5D9-A106-ABB8-5C3C9ADBD518}"/>
          </ac:spMkLst>
        </pc:spChg>
        <pc:spChg chg="mod">
          <ac:chgData name="昕 许" userId="a2975fcd840abfc3" providerId="LiveId" clId="{49CCD4F9-177C-4270-9A14-60236FF377E8}" dt="2026-04-26T03:21:21.347" v="10958" actId="207"/>
          <ac:spMkLst>
            <pc:docMk/>
            <pc:sldMk cId="380520240" sldId="306"/>
            <ac:spMk id="176" creationId="{3DD6E7BD-7973-A13A-7CCC-BA9DA56DFCE4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77" creationId="{F294A826-F91A-E7E6-BEC8-2A17C7981F61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78" creationId="{3AFFA1B1-1A31-A7D7-18F9-4886DB9410E9}"/>
          </ac:spMkLst>
        </pc:spChg>
        <pc:spChg chg="mod">
          <ac:chgData name="昕 许" userId="a2975fcd840abfc3" providerId="LiveId" clId="{49CCD4F9-177C-4270-9A14-60236FF377E8}" dt="2026-04-26T03:24:16.760" v="11002" actId="20577"/>
          <ac:spMkLst>
            <pc:docMk/>
            <pc:sldMk cId="380520240" sldId="306"/>
            <ac:spMk id="181" creationId="{1FD53182-364D-9A1D-F4C9-7210EE097049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84" creationId="{B601275D-E98E-C3B3-848E-0236A6F11C03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87" creationId="{654E2FC9-5035-7D07-7F7F-6B8EF5D4CE34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88" creationId="{FAAB2907-E7A7-FEDE-C7BB-E1377C44D9A3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92" creationId="{F5B16B02-1B17-FDCB-E6EF-DD0A3C3C79EC}"/>
          </ac:spMkLst>
        </pc:spChg>
        <pc:spChg chg="mod">
          <ac:chgData name="昕 许" userId="a2975fcd840abfc3" providerId="LiveId" clId="{49CCD4F9-177C-4270-9A14-60236FF377E8}" dt="2026-04-26T03:26:27.592" v="11035" actId="208"/>
          <ac:spMkLst>
            <pc:docMk/>
            <pc:sldMk cId="380520240" sldId="306"/>
            <ac:spMk id="197" creationId="{FFF987C0-1505-09E2-E7C5-BC04BC340B44}"/>
          </ac:spMkLst>
        </pc:spChg>
        <pc:spChg chg="mod">
          <ac:chgData name="昕 许" userId="a2975fcd840abfc3" providerId="LiveId" clId="{49CCD4F9-177C-4270-9A14-60236FF377E8}" dt="2026-04-26T03:26:14.423" v="11032" actId="207"/>
          <ac:spMkLst>
            <pc:docMk/>
            <pc:sldMk cId="380520240" sldId="306"/>
            <ac:spMk id="198" creationId="{69116F72-5A5B-D76A-59BA-20EAA5E2A80D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99" creationId="{5E6E5A57-C104-1632-3F32-732AFFB621C8}"/>
          </ac:spMkLst>
        </pc:spChg>
        <pc:spChg chg="add mod">
          <ac:chgData name="昕 许" userId="a2975fcd840abfc3" providerId="LiveId" clId="{49CCD4F9-177C-4270-9A14-60236FF377E8}" dt="2026-04-26T03:22:40.554" v="10978" actId="164"/>
          <ac:spMkLst>
            <pc:docMk/>
            <pc:sldMk cId="380520240" sldId="306"/>
            <ac:spMk id="200" creationId="{AB811CA6-5288-0F6F-E3E8-375E16E94348}"/>
          </ac:spMkLst>
        </pc:spChg>
        <pc:spChg chg="add mod">
          <ac:chgData name="昕 许" userId="a2975fcd840abfc3" providerId="LiveId" clId="{49CCD4F9-177C-4270-9A14-60236FF377E8}" dt="2026-04-26T03:22:40.554" v="10978" actId="164"/>
          <ac:spMkLst>
            <pc:docMk/>
            <pc:sldMk cId="380520240" sldId="306"/>
            <ac:spMk id="201" creationId="{738DD41F-E9C4-ECED-E849-1D6864822D20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07" creationId="{34DF8110-CC3D-19E1-52B9-BB93F825AD24}"/>
          </ac:spMkLst>
        </pc:spChg>
        <pc:spChg chg="add mod">
          <ac:chgData name="昕 许" userId="a2975fcd840abfc3" providerId="LiveId" clId="{49CCD4F9-177C-4270-9A14-60236FF377E8}" dt="2026-04-26T03:24:33.669" v="11009" actId="20577"/>
          <ac:spMkLst>
            <pc:docMk/>
            <pc:sldMk cId="380520240" sldId="306"/>
            <ac:spMk id="209" creationId="{3E82CE96-8950-6D86-22A6-3E251090ADE3}"/>
          </ac:spMkLst>
        </pc:spChg>
        <pc:spChg chg="mod">
          <ac:chgData name="昕 许" userId="a2975fcd840abfc3" providerId="LiveId" clId="{49CCD4F9-177C-4270-9A14-60236FF377E8}" dt="2026-04-26T03:22:40.554" v="10978" actId="164"/>
          <ac:spMkLst>
            <pc:docMk/>
            <pc:sldMk cId="380520240" sldId="306"/>
            <ac:spMk id="210" creationId="{94E60AE5-7D4A-E617-0DD8-89783C07EC7F}"/>
          </ac:spMkLst>
        </pc:spChg>
        <pc:spChg chg="mod">
          <ac:chgData name="昕 许" userId="a2975fcd840abfc3" providerId="LiveId" clId="{49CCD4F9-177C-4270-9A14-60236FF377E8}" dt="2026-04-26T03:24:18.586" v="11003" actId="20577"/>
          <ac:spMkLst>
            <pc:docMk/>
            <pc:sldMk cId="380520240" sldId="306"/>
            <ac:spMk id="213" creationId="{6AD61AAD-218F-4A5E-0B46-EEF8B88449E4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15" creationId="{D2374A0F-546B-EC66-33B3-0F7DC1DD1924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16" creationId="{36962B38-4B20-6B76-293A-366593C212E4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19" creationId="{9DBA144B-5701-11EB-EC3B-B8FB08EC0BED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20" creationId="{F9C324AA-E326-9965-57B8-13BDFC2E788B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24" creationId="{0B706B30-7279-3905-47D0-A0B0A9C1A8FB}"/>
          </ac:spMkLst>
        </pc:spChg>
        <pc:spChg chg="mod">
          <ac:chgData name="昕 许" userId="a2975fcd840abfc3" providerId="LiveId" clId="{49CCD4F9-177C-4270-9A14-60236FF377E8}" dt="2026-04-26T03:22:16.341" v="10970"/>
          <ac:spMkLst>
            <pc:docMk/>
            <pc:sldMk cId="380520240" sldId="306"/>
            <ac:spMk id="227" creationId="{1E533AFD-A559-3617-DD31-5F809EC050B6}"/>
          </ac:spMkLst>
        </pc:spChg>
        <pc:spChg chg="mod">
          <ac:chgData name="昕 许" userId="a2975fcd840abfc3" providerId="LiveId" clId="{49CCD4F9-177C-4270-9A14-60236FF377E8}" dt="2026-04-26T03:22:21.997" v="10973" actId="20577"/>
          <ac:spMkLst>
            <pc:docMk/>
            <pc:sldMk cId="380520240" sldId="306"/>
            <ac:spMk id="228" creationId="{D19DBE29-5D23-C2DF-E6AE-7524EE1610B6}"/>
          </ac:spMkLst>
        </pc:spChg>
        <pc:spChg chg="mod">
          <ac:chgData name="昕 许" userId="a2975fcd840abfc3" providerId="LiveId" clId="{49CCD4F9-177C-4270-9A14-60236FF377E8}" dt="2026-04-26T03:26:22.431" v="11034" actId="208"/>
          <ac:spMkLst>
            <pc:docMk/>
            <pc:sldMk cId="380520240" sldId="306"/>
            <ac:spMk id="231" creationId="{470E9DDC-970B-1515-8095-434F50BF763A}"/>
          </ac:spMkLst>
        </pc:spChg>
        <pc:spChg chg="mod">
          <ac:chgData name="昕 许" userId="a2975fcd840abfc3" providerId="LiveId" clId="{49CCD4F9-177C-4270-9A14-60236FF377E8}" dt="2026-04-26T03:26:16.830" v="11033" actId="207"/>
          <ac:spMkLst>
            <pc:docMk/>
            <pc:sldMk cId="380520240" sldId="306"/>
            <ac:spMk id="232" creationId="{A0FCDB06-F528-D4D6-0279-01F5684D87D8}"/>
          </ac:spMkLst>
        </pc:spChg>
        <pc:spChg chg="add mod">
          <ac:chgData name="昕 许" userId="a2975fcd840abfc3" providerId="LiveId" clId="{49CCD4F9-177C-4270-9A14-60236FF377E8}" dt="2026-04-26T03:26:10.469" v="11031" actId="207"/>
          <ac:spMkLst>
            <pc:docMk/>
            <pc:sldMk cId="380520240" sldId="306"/>
            <ac:spMk id="233" creationId="{AD0E10EB-3213-1B68-015C-1FDB2EA1BFD0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36" creationId="{B77CD9DF-BA25-9AC8-D55D-85EC2F38BC96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37" creationId="{01A57FD4-73F9-73F5-896D-6DE54334CA44}"/>
          </ac:spMkLst>
        </pc:spChg>
        <pc:spChg chg="mod">
          <ac:chgData name="昕 许" userId="a2975fcd840abfc3" providerId="LiveId" clId="{49CCD4F9-177C-4270-9A14-60236FF377E8}" dt="2026-04-26T03:24:35.980" v="11010" actId="20577"/>
          <ac:spMkLst>
            <pc:docMk/>
            <pc:sldMk cId="380520240" sldId="306"/>
            <ac:spMk id="243" creationId="{1333361A-5B98-70F7-917A-019A3CC3097A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44" creationId="{60C2DB43-DCF7-8DD0-5060-844C86981AD5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54" creationId="{E7D3AF6A-397F-704A-6D46-E599359028A8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59" creationId="{3A97AE63-797A-9450-F1C8-3FBF809DDFD7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0" creationId="{1531BE9F-1B33-B1CB-5167-04BF8A496320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2" creationId="{299FF297-4D71-1016-B277-990CB448757C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3" creationId="{1D947DF8-1982-73B7-2001-F27D69B3844E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4" creationId="{EC1F7633-863A-3836-6CCD-17780FD18E51}"/>
          </ac:spMkLst>
        </pc:spChg>
        <pc:spChg chg="add mod">
          <ac:chgData name="昕 许" userId="a2975fcd840abfc3" providerId="LiveId" clId="{49CCD4F9-177C-4270-9A14-60236FF377E8}" dt="2026-04-26T03:23:42.367" v="10995" actId="208"/>
          <ac:spMkLst>
            <pc:docMk/>
            <pc:sldMk cId="380520240" sldId="306"/>
            <ac:spMk id="270" creationId="{7A9B436E-7BC2-2BF5-0F38-9353564BDD17}"/>
          </ac:spMkLst>
        </pc:spChg>
        <pc:spChg chg="add mod">
          <ac:chgData name="昕 许" userId="a2975fcd840abfc3" providerId="LiveId" clId="{49CCD4F9-177C-4270-9A14-60236FF377E8}" dt="2026-04-26T03:23:36.275" v="10994" actId="207"/>
          <ac:spMkLst>
            <pc:docMk/>
            <pc:sldMk cId="380520240" sldId="306"/>
            <ac:spMk id="271" creationId="{FEC59C47-37C8-FF35-82FA-8E2547BB29E0}"/>
          </ac:spMkLst>
        </pc:spChg>
        <pc:spChg chg="mod">
          <ac:chgData name="昕 许" userId="a2975fcd840abfc3" providerId="LiveId" clId="{49CCD4F9-177C-4270-9A14-60236FF377E8}" dt="2026-04-26T03:23:48.804" v="10996"/>
          <ac:spMkLst>
            <pc:docMk/>
            <pc:sldMk cId="380520240" sldId="306"/>
            <ac:spMk id="276" creationId="{839D8416-B925-83D5-3E36-CE9552A12B4D}"/>
          </ac:spMkLst>
        </pc:spChg>
        <pc:spChg chg="mod">
          <ac:chgData name="昕 许" userId="a2975fcd840abfc3" providerId="LiveId" clId="{49CCD4F9-177C-4270-9A14-60236FF377E8}" dt="2026-04-26T03:24:47.396" v="11012" actId="20577"/>
          <ac:spMkLst>
            <pc:docMk/>
            <pc:sldMk cId="380520240" sldId="306"/>
            <ac:spMk id="277" creationId="{60F0691C-9C5B-1E07-9584-F392017EF550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278" creationId="{B8CA0B58-F22A-6936-CBA1-A27F83544717}"/>
          </ac:spMkLst>
        </pc:spChg>
        <pc:spChg chg="mod">
          <ac:chgData name="昕 许" userId="a2975fcd840abfc3" providerId="LiveId" clId="{49CCD4F9-177C-4270-9A14-60236FF377E8}" dt="2026-04-26T03:23:48.804" v="10996"/>
          <ac:spMkLst>
            <pc:docMk/>
            <pc:sldMk cId="380520240" sldId="306"/>
            <ac:spMk id="280" creationId="{2CFE9977-47BF-3DE8-37EB-4236F432E30A}"/>
          </ac:spMkLst>
        </pc:spChg>
        <pc:spChg chg="mod">
          <ac:chgData name="昕 许" userId="a2975fcd840abfc3" providerId="LiveId" clId="{49CCD4F9-177C-4270-9A14-60236FF377E8}" dt="2026-04-26T03:24:46.087" v="11011" actId="20577"/>
          <ac:spMkLst>
            <pc:docMk/>
            <pc:sldMk cId="380520240" sldId="306"/>
            <ac:spMk id="281" creationId="{93B7409A-01D5-4130-17B8-549B2331E94B}"/>
          </ac:spMkLst>
        </pc:spChg>
        <pc:spChg chg="mod">
          <ac:chgData name="昕 许" userId="a2975fcd840abfc3" providerId="LiveId" clId="{49CCD4F9-177C-4270-9A14-60236FF377E8}" dt="2026-04-26T03:25:26.330" v="11025" actId="208"/>
          <ac:spMkLst>
            <pc:docMk/>
            <pc:sldMk cId="380520240" sldId="306"/>
            <ac:spMk id="317" creationId="{5F3EC7F1-79F2-36F6-3D6B-4DFB502BBF67}"/>
          </ac:spMkLst>
        </pc:spChg>
        <pc:spChg chg="mod">
          <ac:chgData name="昕 许" userId="a2975fcd840abfc3" providerId="LiveId" clId="{49CCD4F9-177C-4270-9A14-60236FF377E8}" dt="2026-04-26T03:25:19.837" v="11024" actId="207"/>
          <ac:spMkLst>
            <pc:docMk/>
            <pc:sldMk cId="380520240" sldId="306"/>
            <ac:spMk id="318" creationId="{61E1312B-59E9-E4E8-EE03-4906B2F307AD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19" creationId="{FF9AB8DD-3DDA-A7A3-AC70-58135B01B063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26" creationId="{992FE713-A914-55DA-9540-370A5E807EF6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37" creationId="{52424DA1-696E-BBD6-65D1-EC675668D434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39" creationId="{A43C3010-7B95-10E4-C719-43A7ED2D7A89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1" creationId="{92FC7896-CF69-5C2E-D568-B92F72C4F0AF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2" creationId="{DF95D7A2-7983-B665-4BA3-89D5E4F1C0C1}"/>
          </ac:spMkLst>
        </pc:spChg>
        <pc:spChg chg="mod">
          <ac:chgData name="昕 许" userId="a2975fcd840abfc3" providerId="LiveId" clId="{49CCD4F9-177C-4270-9A14-60236FF377E8}" dt="2026-04-26T03:25:10.479" v="11021" actId="20577"/>
          <ac:spMkLst>
            <pc:docMk/>
            <pc:sldMk cId="380520240" sldId="306"/>
            <ac:spMk id="345" creationId="{0F304ACB-FB24-6B86-D9C1-324C97B13657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6" creationId="{C4D3E361-78F6-8DD3-CB0D-DCE20781D34F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7" creationId="{9D407B24-5804-6FB2-730F-76ED0771F223}"/>
          </ac:spMkLst>
        </pc:spChg>
        <pc:spChg chg="add mod">
          <ac:chgData name="昕 许" userId="a2975fcd840abfc3" providerId="LiveId" clId="{49CCD4F9-177C-4270-9A14-60236FF377E8}" dt="2026-04-26T10:09:42.703" v="11127" actId="1076"/>
          <ac:spMkLst>
            <pc:docMk/>
            <pc:sldMk cId="380520240" sldId="306"/>
            <ac:spMk id="348" creationId="{DEE4AE9E-6B6D-C037-5835-FF3149AD4963}"/>
          </ac:spMkLst>
        </pc:spChg>
        <pc:spChg chg="add mod">
          <ac:chgData name="昕 许" userId="a2975fcd840abfc3" providerId="LiveId" clId="{49CCD4F9-177C-4270-9A14-60236FF377E8}" dt="2026-04-26T10:09:51.312" v="11130"/>
          <ac:spMkLst>
            <pc:docMk/>
            <pc:sldMk cId="380520240" sldId="306"/>
            <ac:spMk id="349" creationId="{170FB965-2184-642A-B05B-EB47A10D3FB4}"/>
          </ac:spMkLst>
        </pc:spChg>
        <pc:spChg chg="add mod">
          <ac:chgData name="昕 许" userId="a2975fcd840abfc3" providerId="LiveId" clId="{49CCD4F9-177C-4270-9A14-60236FF377E8}" dt="2026-04-26T10:10:02.896" v="11133"/>
          <ac:spMkLst>
            <pc:docMk/>
            <pc:sldMk cId="380520240" sldId="306"/>
            <ac:spMk id="350" creationId="{BE308C49-8259-9194-D90E-BE91951F1E41}"/>
          </ac:spMkLst>
        </pc:spChg>
        <pc:spChg chg="add mod">
          <ac:chgData name="昕 许" userId="a2975fcd840abfc3" providerId="LiveId" clId="{49CCD4F9-177C-4270-9A14-60236FF377E8}" dt="2026-04-26T10:10:13.086" v="11136"/>
          <ac:spMkLst>
            <pc:docMk/>
            <pc:sldMk cId="380520240" sldId="306"/>
            <ac:spMk id="351" creationId="{B8A9F213-CD4C-5259-AAB6-21A5138AF7A5}"/>
          </ac:spMkLst>
        </pc:spChg>
        <pc:spChg chg="add mod">
          <ac:chgData name="昕 许" userId="a2975fcd840abfc3" providerId="LiveId" clId="{49CCD4F9-177C-4270-9A14-60236FF377E8}" dt="2026-04-26T10:10:22.488" v="11139"/>
          <ac:spMkLst>
            <pc:docMk/>
            <pc:sldMk cId="380520240" sldId="306"/>
            <ac:spMk id="352" creationId="{7071AFE7-7544-3EC2-A602-27C5DC08A05F}"/>
          </ac:spMkLst>
        </pc:spChg>
        <pc:spChg chg="add mod">
          <ac:chgData name="昕 许" userId="a2975fcd840abfc3" providerId="LiveId" clId="{49CCD4F9-177C-4270-9A14-60236FF377E8}" dt="2026-04-26T10:10:45.490" v="11150"/>
          <ac:spMkLst>
            <pc:docMk/>
            <pc:sldMk cId="380520240" sldId="306"/>
            <ac:spMk id="353" creationId="{1B0561BC-5D5C-B395-8275-7BDC732A8D00}"/>
          </ac:spMkLst>
        </pc:spChg>
        <pc:spChg chg="add mod">
          <ac:chgData name="昕 许" userId="a2975fcd840abfc3" providerId="LiveId" clId="{49CCD4F9-177C-4270-9A14-60236FF377E8}" dt="2026-04-26T10:11:00.220" v="11153"/>
          <ac:spMkLst>
            <pc:docMk/>
            <pc:sldMk cId="380520240" sldId="306"/>
            <ac:spMk id="354" creationId="{AC91CE98-B8AB-6856-BFE3-9807666F2128}"/>
          </ac:spMkLst>
        </pc:spChg>
        <pc:spChg chg="add mod">
          <ac:chgData name="昕 许" userId="a2975fcd840abfc3" providerId="LiveId" clId="{49CCD4F9-177C-4270-9A14-60236FF377E8}" dt="2026-04-26T10:11:15.922" v="11156"/>
          <ac:spMkLst>
            <pc:docMk/>
            <pc:sldMk cId="380520240" sldId="306"/>
            <ac:spMk id="355" creationId="{C7495889-1EBD-7159-9A4A-9853D510AB06}"/>
          </ac:spMkLst>
        </pc:spChg>
        <pc:grpChg chg="mod">
          <ac:chgData name="昕 许" userId="a2975fcd840abfc3" providerId="LiveId" clId="{49CCD4F9-177C-4270-9A14-60236FF377E8}" dt="2026-04-26T03:16:05.716" v="10872" actId="1076"/>
          <ac:grpSpMkLst>
            <pc:docMk/>
            <pc:sldMk cId="380520240" sldId="306"/>
            <ac:grpSpMk id="48" creationId="{5D9513F8-E603-FB45-798B-EE516CFA41A8}"/>
          </ac:grpSpMkLst>
        </pc:grpChg>
        <pc:grpChg chg="mod">
          <ac:chgData name="昕 许" userId="a2975fcd840abfc3" providerId="LiveId" clId="{49CCD4F9-177C-4270-9A14-60236FF377E8}" dt="2026-04-26T03:15:32.858" v="10859" actId="1076"/>
          <ac:grpSpMkLst>
            <pc:docMk/>
            <pc:sldMk cId="380520240" sldId="306"/>
            <ac:grpSpMk id="52" creationId="{F10683EF-BB49-98BE-46E0-803B59E52BC2}"/>
          </ac:grpSpMkLst>
        </pc:grpChg>
        <pc:grpChg chg="mod">
          <ac:chgData name="昕 许" userId="a2975fcd840abfc3" providerId="LiveId" clId="{49CCD4F9-177C-4270-9A14-60236FF377E8}" dt="2026-04-26T03:15:32.858" v="10859" actId="1076"/>
          <ac:grpSpMkLst>
            <pc:docMk/>
            <pc:sldMk cId="380520240" sldId="306"/>
            <ac:grpSpMk id="60" creationId="{B207CC2F-696A-4C0C-EE1C-12677310A7E9}"/>
          </ac:grpSpMkLst>
        </pc:grpChg>
        <pc:grpChg chg="add mod">
          <ac:chgData name="昕 许" userId="a2975fcd840abfc3" providerId="LiveId" clId="{49CCD4F9-177C-4270-9A14-60236FF377E8}" dt="2026-04-26T03:15:53.554" v="10864" actId="164"/>
          <ac:grpSpMkLst>
            <pc:docMk/>
            <pc:sldMk cId="380520240" sldId="306"/>
            <ac:grpSpMk id="67" creationId="{579674B4-3B51-F166-8767-6CCF1622EEA8}"/>
          </ac:grpSpMkLst>
        </pc:grpChg>
        <pc:grpChg chg="add mod">
          <ac:chgData name="昕 许" userId="a2975fcd840abfc3" providerId="LiveId" clId="{49CCD4F9-177C-4270-9A14-60236FF377E8}" dt="2026-04-26T03:17:01.497" v="10894" actId="1076"/>
          <ac:grpSpMkLst>
            <pc:docMk/>
            <pc:sldMk cId="380520240" sldId="306"/>
            <ac:grpSpMk id="68" creationId="{0DBF86EA-38AC-0F93-1664-CACB6ADE3DF1}"/>
          </ac:grpSpMkLst>
        </pc:grpChg>
        <pc:grpChg chg="mod">
          <ac:chgData name="昕 许" userId="a2975fcd840abfc3" providerId="LiveId" clId="{49CCD4F9-177C-4270-9A14-60236FF377E8}" dt="2026-04-26T03:18:12.525" v="10915" actId="1076"/>
          <ac:grpSpMkLst>
            <pc:docMk/>
            <pc:sldMk cId="380520240" sldId="306"/>
            <ac:grpSpMk id="78" creationId="{7962B507-94B3-AD88-1D24-0EC7D8D7018C}"/>
          </ac:grpSpMkLst>
        </pc:grpChg>
        <pc:grpChg chg="mod">
          <ac:chgData name="昕 许" userId="a2975fcd840abfc3" providerId="LiveId" clId="{49CCD4F9-177C-4270-9A14-60236FF377E8}" dt="2026-04-26T03:17:07.207" v="10897" actId="164"/>
          <ac:grpSpMkLst>
            <pc:docMk/>
            <pc:sldMk cId="380520240" sldId="306"/>
            <ac:grpSpMk id="83" creationId="{FE825BFF-3B55-5390-DE45-E2720B7D205B}"/>
          </ac:grpSpMkLst>
        </pc:grpChg>
        <pc:grpChg chg="mod">
          <ac:chgData name="昕 许" userId="a2975fcd840abfc3" providerId="LiveId" clId="{49CCD4F9-177C-4270-9A14-60236FF377E8}" dt="2026-04-26T03:17:07.207" v="10897" actId="164"/>
          <ac:grpSpMkLst>
            <pc:docMk/>
            <pc:sldMk cId="380520240" sldId="306"/>
            <ac:grpSpMk id="86" creationId="{8D9A4A11-9A4B-F538-32C8-1AFE66AE5F23}"/>
          </ac:grpSpMkLst>
        </pc:grpChg>
        <pc:grpChg chg="mod">
          <ac:chgData name="昕 许" userId="a2975fcd840abfc3" providerId="LiveId" clId="{49CCD4F9-177C-4270-9A14-60236FF377E8}" dt="2026-04-26T03:17:07.207" v="10897" actId="164"/>
          <ac:grpSpMkLst>
            <pc:docMk/>
            <pc:sldMk cId="380520240" sldId="306"/>
            <ac:grpSpMk id="90" creationId="{D721F567-461F-E7E0-3D3B-C413293DFC57}"/>
          </ac:grpSpMkLst>
        </pc:grpChg>
        <pc:grpChg chg="add mod">
          <ac:chgData name="昕 许" userId="a2975fcd840abfc3" providerId="LiveId" clId="{49CCD4F9-177C-4270-9A14-60236FF377E8}" dt="2026-04-26T03:18:05.297" v="10914" actId="1076"/>
          <ac:grpSpMkLst>
            <pc:docMk/>
            <pc:sldMk cId="380520240" sldId="306"/>
            <ac:grpSpMk id="95" creationId="{3EF0932B-BAE2-9B0B-6309-B7130105AC56}"/>
          </ac:grpSpMkLst>
        </pc:grpChg>
        <pc:grpChg chg="add mod topLvl">
          <ac:chgData name="昕 许" userId="a2975fcd840abfc3" providerId="LiveId" clId="{49CCD4F9-177C-4270-9A14-60236FF377E8}" dt="2026-04-26T03:18:51.231" v="10930" actId="165"/>
          <ac:grpSpMkLst>
            <pc:docMk/>
            <pc:sldMk cId="380520240" sldId="306"/>
            <ac:grpSpMk id="100" creationId="{9298894C-172E-1036-6821-D5DACB739369}"/>
          </ac:grpSpMkLst>
        </pc:grpChg>
        <pc:grpChg chg="add mod">
          <ac:chgData name="昕 许" userId="a2975fcd840abfc3" providerId="LiveId" clId="{49CCD4F9-177C-4270-9A14-60236FF377E8}" dt="2026-04-26T03:19:11.132" v="10936" actId="1076"/>
          <ac:grpSpMkLst>
            <pc:docMk/>
            <pc:sldMk cId="380520240" sldId="306"/>
            <ac:grpSpMk id="106" creationId="{091D2717-6354-99A5-1A8C-212C0F48F3C2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16" creationId="{F959D203-5224-AB82-FAE4-F21AB26E411F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21" creationId="{24D5CC58-F7F5-B584-41B8-2044F88D02DC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24" creationId="{C6FF9F96-4DDB-41B8-B8D2-0D2840F01E9B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28" creationId="{ECECCB82-37A4-6C85-8593-115D1E4CCCF7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32" creationId="{FE77A68E-83D2-433B-39F1-3FF35212F06B}"/>
          </ac:grpSpMkLst>
        </pc:grpChg>
        <pc:grpChg chg="add mod">
          <ac:chgData name="昕 许" userId="a2975fcd840abfc3" providerId="LiveId" clId="{49CCD4F9-177C-4270-9A14-60236FF377E8}" dt="2026-04-26T03:20:15.307" v="10946" actId="1076"/>
          <ac:grpSpMkLst>
            <pc:docMk/>
            <pc:sldMk cId="380520240" sldId="306"/>
            <ac:grpSpMk id="136" creationId="{7A212197-D558-3A71-B3EA-552B245E8358}"/>
          </ac:grpSpMkLst>
        </pc:grpChg>
        <pc:grpChg chg="add mod">
          <ac:chgData name="昕 许" userId="a2975fcd840abfc3" providerId="LiveId" clId="{49CCD4F9-177C-4270-9A14-60236FF377E8}" dt="2026-04-26T03:20:15.307" v="10946" actId="1076"/>
          <ac:grpSpMkLst>
            <pc:docMk/>
            <pc:sldMk cId="380520240" sldId="306"/>
            <ac:grpSpMk id="140" creationId="{E1181F84-EFCD-E6AB-4D54-0B25E33829E3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49" creationId="{7FEF9EEC-028A-01C0-E16C-D61A882C07D2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54" creationId="{55E2306D-5E4C-CF98-86D7-08DCD765D70B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57" creationId="{CD7C35C7-6666-B82B-76AA-2EEC04297FFA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61" creationId="{6F8C85C7-1900-122C-24AC-883702702D3D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65" creationId="{148DB293-5D4E-3D6E-1F2E-72C96863E04A}"/>
          </ac:grpSpMkLst>
        </pc:grpChg>
        <pc:grpChg chg="mod">
          <ac:chgData name="昕 许" userId="a2975fcd840abfc3" providerId="LiveId" clId="{49CCD4F9-177C-4270-9A14-60236FF377E8}" dt="2026-04-26T03:21:09.344" v="10957" actId="1076"/>
          <ac:grpSpMkLst>
            <pc:docMk/>
            <pc:sldMk cId="380520240" sldId="306"/>
            <ac:grpSpMk id="174" creationId="{A60DC4B7-D2B0-66C5-0D44-F52391CEB38E}"/>
          </ac:grpSpMkLst>
        </pc:grpChg>
        <pc:grpChg chg="mod">
          <ac:chgData name="昕 许" userId="a2975fcd840abfc3" providerId="LiveId" clId="{49CCD4F9-177C-4270-9A14-60236FF377E8}" dt="2026-04-26T03:21:09.344" v="10957" actId="1076"/>
          <ac:grpSpMkLst>
            <pc:docMk/>
            <pc:sldMk cId="380520240" sldId="306"/>
            <ac:grpSpMk id="179" creationId="{EC5589D1-A2BA-EC12-C2BD-7EC927E931C5}"/>
          </ac:grpSpMkLst>
        </pc:grpChg>
        <pc:grpChg chg="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182" creationId="{E8395C08-24A7-4676-035A-639458627DDE}"/>
          </ac:grpSpMkLst>
        </pc:grpChg>
        <pc:grpChg chg="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186" creationId="{58EC3521-61F0-D357-50E0-2DECEB133D05}"/>
          </ac:grpSpMkLst>
        </pc:grpChg>
        <pc:grpChg chg="mod">
          <ac:chgData name="昕 许" userId="a2975fcd840abfc3" providerId="LiveId" clId="{49CCD4F9-177C-4270-9A14-60236FF377E8}" dt="2026-04-26T03:21:09.344" v="10957" actId="1076"/>
          <ac:grpSpMkLst>
            <pc:docMk/>
            <pc:sldMk cId="380520240" sldId="306"/>
            <ac:grpSpMk id="190" creationId="{9B75A507-E0D2-6320-AE6C-7942185EFDCA}"/>
          </ac:grpSpMkLst>
        </pc:grpChg>
        <pc:grpChg chg="add 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196" creationId="{A2E54F31-6AB7-4FA1-BBD0-73965F4936F3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06" creationId="{695D8B12-80DD-CBFE-7A89-1035695DC6B6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11" creationId="{84C5600E-5CCD-8274-3347-E3C81323052D}"/>
          </ac:grpSpMkLst>
        </pc:grpChg>
        <pc:grpChg chg="mod">
          <ac:chgData name="昕 许" userId="a2975fcd840abfc3" providerId="LiveId" clId="{49CCD4F9-177C-4270-9A14-60236FF377E8}" dt="2026-04-26T03:22:12.233" v="10969" actId="1076"/>
          <ac:grpSpMkLst>
            <pc:docMk/>
            <pc:sldMk cId="380520240" sldId="306"/>
            <ac:grpSpMk id="214" creationId="{17AC60A7-C48C-4057-EFC9-8C313F5ED360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18" creationId="{8A8E7AC3-5A45-A93E-C049-217D7EC01FC8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22" creationId="{A237F838-6AB0-8896-584F-D0C0A4F21680}"/>
          </ac:grpSpMkLst>
        </pc:grpChg>
        <pc:grpChg chg="add 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26" creationId="{448C38A5-A7B7-1627-71DC-45F40282D271}"/>
          </ac:grpSpMkLst>
        </pc:grpChg>
        <pc:grpChg chg="add 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230" creationId="{F84F0523-24B5-F97E-CAE8-E2EC7A09ED87}"/>
          </ac:grpSpMkLst>
        </pc:grpChg>
        <pc:grpChg chg="mod">
          <ac:chgData name="昕 许" userId="a2975fcd840abfc3" providerId="LiveId" clId="{49CCD4F9-177C-4270-9A14-60236FF377E8}" dt="2026-04-26T03:25:03.312" v="11018" actId="164"/>
          <ac:grpSpMkLst>
            <pc:docMk/>
            <pc:sldMk cId="380520240" sldId="306"/>
            <ac:grpSpMk id="235" creationId="{D67E65B9-4852-7648-EAD3-555D406CE21F}"/>
          </ac:grpSpMkLst>
        </pc:grpChg>
        <pc:grpChg chg="add mod">
          <ac:chgData name="昕 许" userId="a2975fcd840abfc3" providerId="LiveId" clId="{49CCD4F9-177C-4270-9A14-60236FF377E8}" dt="2026-04-26T03:25:03.312" v="11018" actId="164"/>
          <ac:grpSpMkLst>
            <pc:docMk/>
            <pc:sldMk cId="380520240" sldId="306"/>
            <ac:grpSpMk id="272" creationId="{F0EC6AF1-E8CD-BC04-D1DD-442667CC9C5C}"/>
          </ac:grpSpMkLst>
        </pc:grpChg>
        <pc:grpChg chg="add mod">
          <ac:chgData name="昕 许" userId="a2975fcd840abfc3" providerId="LiveId" clId="{49CCD4F9-177C-4270-9A14-60236FF377E8}" dt="2026-04-26T03:23:56.346" v="10997" actId="1076"/>
          <ac:grpSpMkLst>
            <pc:docMk/>
            <pc:sldMk cId="380520240" sldId="306"/>
            <ac:grpSpMk id="275" creationId="{B94E27AA-A416-AE1F-1711-A0FFB732AB13}"/>
          </ac:grpSpMkLst>
        </pc:grpChg>
        <pc:grpChg chg="add mod">
          <ac:chgData name="昕 许" userId="a2975fcd840abfc3" providerId="LiveId" clId="{49CCD4F9-177C-4270-9A14-60236FF377E8}" dt="2026-04-26T03:23:56.346" v="10997" actId="1076"/>
          <ac:grpSpMkLst>
            <pc:docMk/>
            <pc:sldMk cId="380520240" sldId="306"/>
            <ac:grpSpMk id="279" creationId="{4308B70F-FCEB-B1A2-14E9-D7B9CBDCC5E6}"/>
          </ac:grpSpMkLst>
        </pc:grpChg>
        <pc:grpChg chg="add mod">
          <ac:chgData name="昕 许" userId="a2975fcd840abfc3" providerId="LiveId" clId="{49CCD4F9-177C-4270-9A14-60236FF377E8}" dt="2026-04-26T03:25:03.312" v="11018" actId="164"/>
          <ac:grpSpMkLst>
            <pc:docMk/>
            <pc:sldMk cId="380520240" sldId="306"/>
            <ac:grpSpMk id="312" creationId="{13278C87-E949-F8CC-1A4E-B1C1F8DD0254}"/>
          </ac:grpSpMkLst>
        </pc:grpChg>
        <pc:grpChg chg="mod">
          <ac:chgData name="昕 许" userId="a2975fcd840abfc3" providerId="LiveId" clId="{49CCD4F9-177C-4270-9A14-60236FF377E8}" dt="2026-04-26T03:25:08.060" v="11020" actId="1076"/>
          <ac:grpSpMkLst>
            <pc:docMk/>
            <pc:sldMk cId="380520240" sldId="306"/>
            <ac:grpSpMk id="313" creationId="{84C488EB-20EA-D512-5AD0-2DB055B5DFC8}"/>
          </ac:grpSpMkLst>
        </pc:grpChg>
        <pc:cxnChg chg="mod">
          <ac:chgData name="昕 许" userId="a2975fcd840abfc3" providerId="LiveId" clId="{49CCD4F9-177C-4270-9A14-60236FF377E8}" dt="2026-04-26T03:15:32.858" v="10859" actId="1076"/>
          <ac:cxnSpMkLst>
            <pc:docMk/>
            <pc:sldMk cId="380520240" sldId="306"/>
            <ac:cxnSpMk id="36" creationId="{B10D7F54-7C87-D54A-B932-25785FC01CF0}"/>
          </ac:cxnSpMkLst>
        </pc:cxnChg>
        <pc:cxnChg chg="mod">
          <ac:chgData name="昕 许" userId="a2975fcd840abfc3" providerId="LiveId" clId="{49CCD4F9-177C-4270-9A14-60236FF377E8}" dt="2026-04-26T03:16:05.716" v="10872" actId="1076"/>
          <ac:cxnSpMkLst>
            <pc:docMk/>
            <pc:sldMk cId="380520240" sldId="306"/>
            <ac:cxnSpMk id="37" creationId="{F96C1459-8370-EFAA-589B-EDB200B7E8DE}"/>
          </ac:cxnSpMkLst>
        </pc:cxnChg>
        <pc:cxnChg chg="add mod">
          <ac:chgData name="昕 许" userId="a2975fcd840abfc3" providerId="LiveId" clId="{49CCD4F9-177C-4270-9A14-60236FF377E8}" dt="2026-04-26T03:26:40.775" v="11036" actId="208"/>
          <ac:cxnSpMkLst>
            <pc:docMk/>
            <pc:sldMk cId="380520240" sldId="306"/>
            <ac:cxnSpMk id="65" creationId="{3A59886F-C3D1-71D1-FB39-B1ACD8E42E76}"/>
          </ac:cxnSpMkLst>
        </pc:cxnChg>
        <pc:cxnChg chg="mod">
          <ac:chgData name="昕 许" userId="a2975fcd840abfc3" providerId="LiveId" clId="{49CCD4F9-177C-4270-9A14-60236FF377E8}" dt="2026-04-26T03:17:07.207" v="10897" actId="164"/>
          <ac:cxnSpMkLst>
            <pc:docMk/>
            <pc:sldMk cId="380520240" sldId="306"/>
            <ac:cxnSpMk id="74" creationId="{E8495102-8CCD-400E-D221-4383430E4055}"/>
          </ac:cxnSpMkLst>
        </pc:cxnChg>
        <pc:cxnChg chg="add mod">
          <ac:chgData name="昕 许" userId="a2975fcd840abfc3" providerId="LiveId" clId="{49CCD4F9-177C-4270-9A14-60236FF377E8}" dt="2026-04-26T03:18:05.297" v="10914" actId="1076"/>
          <ac:cxnSpMkLst>
            <pc:docMk/>
            <pc:sldMk cId="380520240" sldId="306"/>
            <ac:cxnSpMk id="94" creationId="{EB164600-9F90-7870-4D61-9BF9661A539D}"/>
          </ac:cxnSpMkLst>
        </pc:cxnChg>
        <pc:cxnChg chg="add mod topLvl">
          <ac:chgData name="昕 许" userId="a2975fcd840abfc3" providerId="LiveId" clId="{49CCD4F9-177C-4270-9A14-60236FF377E8}" dt="2026-04-26T03:25:43.874" v="11026" actId="693"/>
          <ac:cxnSpMkLst>
            <pc:docMk/>
            <pc:sldMk cId="380520240" sldId="306"/>
            <ac:cxnSpMk id="99" creationId="{5FD90A57-0E42-5FD8-95B2-713C06136D4D}"/>
          </ac:cxnSpMkLst>
        </pc:cxnChg>
        <pc:cxnChg chg="mod">
          <ac:chgData name="昕 许" userId="a2975fcd840abfc3" providerId="LiveId" clId="{49CCD4F9-177C-4270-9A14-60236FF377E8}" dt="2026-04-26T03:19:19.923" v="10938" actId="1076"/>
          <ac:cxnSpMkLst>
            <pc:docMk/>
            <pc:sldMk cId="380520240" sldId="306"/>
            <ac:cxnSpMk id="114" creationId="{8E7F1EF0-7A42-2E8D-CCAC-25949E96F19D}"/>
          </ac:cxnSpMkLst>
        </pc:cxnChg>
        <pc:cxnChg chg="add mod">
          <ac:chgData name="昕 许" userId="a2975fcd840abfc3" providerId="LiveId" clId="{49CCD4F9-177C-4270-9A14-60236FF377E8}" dt="2026-04-26T03:25:43.874" v="11026" actId="693"/>
          <ac:cxnSpMkLst>
            <pc:docMk/>
            <pc:sldMk cId="380520240" sldId="306"/>
            <ac:cxnSpMk id="135" creationId="{2062040C-19FC-8696-D989-D3A567377BF1}"/>
          </ac:cxnSpMkLst>
        </pc:cxnChg>
        <pc:cxnChg chg="mod">
          <ac:chgData name="昕 许" userId="a2975fcd840abfc3" providerId="LiveId" clId="{49CCD4F9-177C-4270-9A14-60236FF377E8}" dt="2026-04-26T03:20:26.156" v="10949" actId="1076"/>
          <ac:cxnSpMkLst>
            <pc:docMk/>
            <pc:sldMk cId="380520240" sldId="306"/>
            <ac:cxnSpMk id="148" creationId="{DD93FBD4-979C-3379-294B-C0C0FC0454FA}"/>
          </ac:cxnSpMkLst>
        </pc:cxnChg>
        <pc:cxnChg chg="mod">
          <ac:chgData name="昕 许" userId="a2975fcd840abfc3" providerId="LiveId" clId="{49CCD4F9-177C-4270-9A14-60236FF377E8}" dt="2026-04-26T03:21:09.344" v="10957" actId="1076"/>
          <ac:cxnSpMkLst>
            <pc:docMk/>
            <pc:sldMk cId="380520240" sldId="306"/>
            <ac:cxnSpMk id="185" creationId="{D85EC384-1978-8A9C-4C76-EDBA7D7E3475}"/>
          </ac:cxnSpMkLst>
        </pc:cxnChg>
        <pc:cxnChg chg="add mod">
          <ac:chgData name="昕 许" userId="a2975fcd840abfc3" providerId="LiveId" clId="{49CCD4F9-177C-4270-9A14-60236FF377E8}" dt="2026-04-26T03:21:32.963" v="10963" actId="1076"/>
          <ac:cxnSpMkLst>
            <pc:docMk/>
            <pc:sldMk cId="380520240" sldId="306"/>
            <ac:cxnSpMk id="193" creationId="{89D2A89C-E8A0-D668-7B17-538ADBE40262}"/>
          </ac:cxnSpMkLst>
        </pc:cxnChg>
        <pc:cxnChg chg="add mod">
          <ac:chgData name="昕 许" userId="a2975fcd840abfc3" providerId="LiveId" clId="{49CCD4F9-177C-4270-9A14-60236FF377E8}" dt="2026-04-26T03:26:40.775" v="11036" actId="208"/>
          <ac:cxnSpMkLst>
            <pc:docMk/>
            <pc:sldMk cId="380520240" sldId="306"/>
            <ac:cxnSpMk id="195" creationId="{5C81186A-4CCC-6286-ADB7-EB23D26A7572}"/>
          </ac:cxnSpMkLst>
        </pc:cxnChg>
        <pc:cxnChg chg="mod">
          <ac:chgData name="昕 许" userId="a2975fcd840abfc3" providerId="LiveId" clId="{49CCD4F9-177C-4270-9A14-60236FF377E8}" dt="2026-04-26T03:22:12.233" v="10969" actId="1076"/>
          <ac:cxnSpMkLst>
            <pc:docMk/>
            <pc:sldMk cId="380520240" sldId="306"/>
            <ac:cxnSpMk id="205" creationId="{665F7920-C77C-378F-2C1E-B385DDE0DFEA}"/>
          </ac:cxnSpMkLst>
        </pc:cxnChg>
        <pc:cxnChg chg="add mod">
          <ac:chgData name="昕 许" userId="a2975fcd840abfc3" providerId="LiveId" clId="{49CCD4F9-177C-4270-9A14-60236FF377E8}" dt="2026-04-26T03:22:19.385" v="10971" actId="1076"/>
          <ac:cxnSpMkLst>
            <pc:docMk/>
            <pc:sldMk cId="380520240" sldId="306"/>
            <ac:cxnSpMk id="225" creationId="{746E2D41-846B-E19A-13F5-55CEAD58BF26}"/>
          </ac:cxnSpMkLst>
        </pc:cxnChg>
        <pc:cxnChg chg="add mod">
          <ac:chgData name="昕 许" userId="a2975fcd840abfc3" providerId="LiveId" clId="{49CCD4F9-177C-4270-9A14-60236FF377E8}" dt="2026-04-26T03:26:40.775" v="11036" actId="208"/>
          <ac:cxnSpMkLst>
            <pc:docMk/>
            <pc:sldMk cId="380520240" sldId="306"/>
            <ac:cxnSpMk id="229" creationId="{1B3C0A34-8610-98F0-398C-3BD2C72750B5}"/>
          </ac:cxnSpMkLst>
        </pc:cxnChg>
        <pc:cxnChg chg="add mod">
          <ac:chgData name="昕 许" userId="a2975fcd840abfc3" providerId="LiveId" clId="{49CCD4F9-177C-4270-9A14-60236FF377E8}" dt="2026-04-26T03:23:17.336" v="10989" actId="14100"/>
          <ac:cxnSpMkLst>
            <pc:docMk/>
            <pc:sldMk cId="380520240" sldId="306"/>
            <ac:cxnSpMk id="269" creationId="{DFA7A02B-0B98-AEFB-E983-628FCA8A1029}"/>
          </ac:cxnSpMkLst>
        </pc:cxnChg>
        <pc:cxnChg chg="add mod">
          <ac:chgData name="昕 许" userId="a2975fcd840abfc3" providerId="LiveId" clId="{49CCD4F9-177C-4270-9A14-60236FF377E8}" dt="2026-04-26T03:25:43.874" v="11026" actId="693"/>
          <ac:cxnSpMkLst>
            <pc:docMk/>
            <pc:sldMk cId="380520240" sldId="306"/>
            <ac:cxnSpMk id="274" creationId="{5BF327A8-539F-7F70-2B42-B2C01799BAFA}"/>
          </ac:cxnSpMkLst>
        </pc:cxnChg>
      </pc:sldChg>
      <pc:sldChg chg="delSp modSp add del mod modTransition">
        <pc:chgData name="昕 许" userId="a2975fcd840abfc3" providerId="LiveId" clId="{49CCD4F9-177C-4270-9A14-60236FF377E8}" dt="2026-04-30T13:14:56.879" v="11377" actId="47"/>
        <pc:sldMkLst>
          <pc:docMk/>
          <pc:sldMk cId="1429644874" sldId="307"/>
        </pc:sldMkLst>
      </pc:sldChg>
      <pc:sldChg chg="addSp delSp modSp add del mod">
        <pc:chgData name="昕 许" userId="a2975fcd840abfc3" providerId="LiveId" clId="{49CCD4F9-177C-4270-9A14-60236FF377E8}" dt="2026-04-30T13:14:57.037" v="11378" actId="47"/>
        <pc:sldMkLst>
          <pc:docMk/>
          <pc:sldMk cId="1206362108" sldId="309"/>
        </pc:sldMkLst>
      </pc:sldChg>
      <pc:sldChg chg="addSp modSp add del mod">
        <pc:chgData name="昕 许" userId="a2975fcd840abfc3" providerId="LiveId" clId="{49CCD4F9-177C-4270-9A14-60236FF377E8}" dt="2026-04-30T13:14:57.376" v="11380" actId="47"/>
        <pc:sldMkLst>
          <pc:docMk/>
          <pc:sldMk cId="877935782" sldId="310"/>
        </pc:sldMkLst>
      </pc:sldChg>
      <pc:sldChg chg="delSp modSp add del mod">
        <pc:chgData name="昕 许" userId="a2975fcd840abfc3" providerId="LiveId" clId="{49CCD4F9-177C-4270-9A14-60236FF377E8}" dt="2026-04-30T13:14:57.211" v="11379" actId="47"/>
        <pc:sldMkLst>
          <pc:docMk/>
          <pc:sldMk cId="3640899981" sldId="311"/>
        </pc:sldMkLst>
      </pc:sldChg>
      <pc:sldChg chg="modSp add del mod">
        <pc:chgData name="昕 许" userId="a2975fcd840abfc3" providerId="LiveId" clId="{49CCD4F9-177C-4270-9A14-60236FF377E8}" dt="2026-04-30T13:15:00.585" v="11381" actId="47"/>
        <pc:sldMkLst>
          <pc:docMk/>
          <pc:sldMk cId="3958270624" sldId="312"/>
        </pc:sldMkLst>
      </pc:sldChg>
      <pc:sldChg chg="modSp add del mod">
        <pc:chgData name="昕 许" userId="a2975fcd840abfc3" providerId="LiveId" clId="{49CCD4F9-177C-4270-9A14-60236FF377E8}" dt="2026-04-30T13:15:00.756" v="11382" actId="47"/>
        <pc:sldMkLst>
          <pc:docMk/>
          <pc:sldMk cId="3445403889" sldId="313"/>
        </pc:sldMkLst>
      </pc:sldChg>
      <pc:sldChg chg="addSp modSp add del mod">
        <pc:chgData name="昕 许" userId="a2975fcd840abfc3" providerId="LiveId" clId="{49CCD4F9-177C-4270-9A14-60236FF377E8}" dt="2026-04-30T13:15:01.994" v="11383" actId="47"/>
        <pc:sldMkLst>
          <pc:docMk/>
          <pc:sldMk cId="4187811640" sldId="314"/>
        </pc:sldMkLst>
      </pc:sldChg>
      <pc:sldChg chg="modSp add del mod">
        <pc:chgData name="昕 许" userId="a2975fcd840abfc3" providerId="LiveId" clId="{49CCD4F9-177C-4270-9A14-60236FF377E8}" dt="2026-04-30T13:15:02.132" v="11384" actId="47"/>
        <pc:sldMkLst>
          <pc:docMk/>
          <pc:sldMk cId="3022624182" sldId="315"/>
        </pc:sldMkLst>
      </pc:sldChg>
      <pc:sldChg chg="modSp add del mod">
        <pc:chgData name="昕 许" userId="a2975fcd840abfc3" providerId="LiveId" clId="{49CCD4F9-177C-4270-9A14-60236FF377E8}" dt="2026-04-30T13:15:02.298" v="11385" actId="47"/>
        <pc:sldMkLst>
          <pc:docMk/>
          <pc:sldMk cId="2298595746" sldId="316"/>
        </pc:sldMkLst>
      </pc:sldChg>
      <pc:sldChg chg="addSp modSp add del mod">
        <pc:chgData name="昕 许" userId="a2975fcd840abfc3" providerId="LiveId" clId="{49CCD4F9-177C-4270-9A14-60236FF377E8}" dt="2026-04-30T13:39:19.387" v="11563" actId="47"/>
        <pc:sldMkLst>
          <pc:docMk/>
          <pc:sldMk cId="3470229148" sldId="317"/>
        </pc:sldMkLst>
        <pc:spChg chg="mod">
          <ac:chgData name="昕 许" userId="a2975fcd840abfc3" providerId="LiveId" clId="{49CCD4F9-177C-4270-9A14-60236FF377E8}" dt="2026-04-23T02:30:05.709" v="9784" actId="208"/>
          <ac:spMkLst>
            <pc:docMk/>
            <pc:sldMk cId="3470229148" sldId="317"/>
            <ac:spMk id="10" creationId="{AA667AD7-5F0B-BB9C-6D36-7D85A7BC5597}"/>
          </ac:spMkLst>
        </pc:spChg>
        <pc:grpChg chg="mod">
          <ac:chgData name="昕 许" userId="a2975fcd840abfc3" providerId="LiveId" clId="{49CCD4F9-177C-4270-9A14-60236FF377E8}" dt="2026-04-23T02:30:57.803" v="9797" actId="1076"/>
          <ac:grpSpMkLst>
            <pc:docMk/>
            <pc:sldMk cId="3470229148" sldId="317"/>
            <ac:grpSpMk id="18" creationId="{4499568C-3539-43C5-BDAA-73BD425BA16E}"/>
          </ac:grpSpMkLst>
        </pc:grpChg>
        <pc:grpChg chg="mod">
          <ac:chgData name="昕 许" userId="a2975fcd840abfc3" providerId="LiveId" clId="{49CCD4F9-177C-4270-9A14-60236FF377E8}" dt="2026-04-23T02:30:49.969" v="9794" actId="1076"/>
          <ac:grpSpMkLst>
            <pc:docMk/>
            <pc:sldMk cId="3470229148" sldId="317"/>
            <ac:grpSpMk id="21" creationId="{E85E1DDE-4FA0-6AC3-FF35-32511446EDEE}"/>
          </ac:grpSpMkLst>
        </pc:grpChg>
        <pc:grpChg chg="mod">
          <ac:chgData name="昕 许" userId="a2975fcd840abfc3" providerId="LiveId" clId="{49CCD4F9-177C-4270-9A14-60236FF377E8}" dt="2026-04-23T02:30:49.569" v="9793" actId="1076"/>
          <ac:grpSpMkLst>
            <pc:docMk/>
            <pc:sldMk cId="3470229148" sldId="317"/>
            <ac:grpSpMk id="24" creationId="{7083612A-773B-B9A8-980A-4B5BEC637FDE}"/>
          </ac:grpSpMkLst>
        </pc:grpChg>
        <pc:cxnChg chg="add mod">
          <ac:chgData name="昕 许" userId="a2975fcd840abfc3" providerId="LiveId" clId="{49CCD4F9-177C-4270-9A14-60236FF377E8}" dt="2026-04-23T02:29:24.215" v="9778" actId="1076"/>
          <ac:cxnSpMkLst>
            <pc:docMk/>
            <pc:sldMk cId="3470229148" sldId="317"/>
            <ac:cxnSpMk id="30" creationId="{3CE6B764-2AC5-0F53-2AB3-54989829110B}"/>
          </ac:cxnSpMkLst>
        </pc:cxnChg>
        <pc:cxnChg chg="add mod">
          <ac:chgData name="昕 许" userId="a2975fcd840abfc3" providerId="LiveId" clId="{49CCD4F9-177C-4270-9A14-60236FF377E8}" dt="2026-04-23T02:29:27.158" v="9780" actId="1076"/>
          <ac:cxnSpMkLst>
            <pc:docMk/>
            <pc:sldMk cId="3470229148" sldId="317"/>
            <ac:cxnSpMk id="32" creationId="{BF56C491-882F-E129-1CD1-7AA81D527009}"/>
          </ac:cxnSpMkLst>
        </pc:cxnChg>
      </pc:sldChg>
      <pc:sldChg chg="modSp add del mod">
        <pc:chgData name="昕 许" userId="a2975fcd840abfc3" providerId="LiveId" clId="{49CCD4F9-177C-4270-9A14-60236FF377E8}" dt="2026-04-30T13:39:19.747" v="11565" actId="47"/>
        <pc:sldMkLst>
          <pc:docMk/>
          <pc:sldMk cId="353382097" sldId="318"/>
        </pc:sldMkLst>
        <pc:grpChg chg="mod">
          <ac:chgData name="昕 许" userId="a2975fcd840abfc3" providerId="LiveId" clId="{49CCD4F9-177C-4270-9A14-60236FF377E8}" dt="2026-04-23T02:31:29.585" v="9806" actId="1076"/>
          <ac:grpSpMkLst>
            <pc:docMk/>
            <pc:sldMk cId="353382097" sldId="318"/>
            <ac:grpSpMk id="21" creationId="{9CC1843D-CFFF-7283-5C4C-AFEA91774853}"/>
          </ac:grpSpMkLst>
        </pc:grpChg>
        <pc:grpChg chg="mod">
          <ac:chgData name="昕 许" userId="a2975fcd840abfc3" providerId="LiveId" clId="{49CCD4F9-177C-4270-9A14-60236FF377E8}" dt="2026-04-23T02:31:32.143" v="9807" actId="1076"/>
          <ac:grpSpMkLst>
            <pc:docMk/>
            <pc:sldMk cId="353382097" sldId="318"/>
            <ac:grpSpMk id="24" creationId="{889D40FA-010C-6460-E723-35AFA519505C}"/>
          </ac:grpSpMkLst>
        </pc:grpChg>
      </pc:sldChg>
      <pc:sldChg chg="add del">
        <pc:chgData name="昕 许" userId="a2975fcd840abfc3" providerId="LiveId" clId="{49CCD4F9-177C-4270-9A14-60236FF377E8}" dt="2026-04-30T13:39:19.414" v="11564" actId="47"/>
        <pc:sldMkLst>
          <pc:docMk/>
          <pc:sldMk cId="3544593263" sldId="319"/>
        </pc:sldMkLst>
      </pc:sldChg>
      <pc:sldChg chg="addSp delSp modSp add del mod">
        <pc:chgData name="昕 许" userId="a2975fcd840abfc3" providerId="LiveId" clId="{49CCD4F9-177C-4270-9A14-60236FF377E8}" dt="2026-04-30T13:39:19.355" v="11562" actId="47"/>
        <pc:sldMkLst>
          <pc:docMk/>
          <pc:sldMk cId="554829307" sldId="320"/>
        </pc:sldMkLst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4" creationId="{4AB3F5B0-DB0F-2E4E-9FC1-C13A7ED125C9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5" creationId="{CAB0C6FF-8CAA-9713-A235-1E9C51A6F897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7" creationId="{18B92068-DCCA-5CB0-4BD8-9434DE9DB1FE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8" creationId="{134DAC62-D23F-501A-C6DF-5697ACCA887B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0" creationId="{165B2AC2-955B-7DF0-94F1-408C49F59B93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1" creationId="{B9B81C96-C62A-27C2-D642-1C76C6192AC8}"/>
          </ac:spMkLst>
        </pc:s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3" creationId="{3161D87E-6563-74FD-7E75-DF259BC07E47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6" creationId="{FE5C3413-9051-ECA4-123A-3CDEE7477866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9" creationId="{C0D35CC9-58A0-440F-8A60-CBE68187E7CA}"/>
          </ac:grpSpMkLst>
        </pc:grpChg>
      </pc:sldChg>
      <pc:sldChg chg="addSp modSp add del mod">
        <pc:chgData name="昕 许" userId="a2975fcd840abfc3" providerId="LiveId" clId="{49CCD4F9-177C-4270-9A14-60236FF377E8}" dt="2026-04-30T13:39:19.972" v="11566" actId="47"/>
        <pc:sldMkLst>
          <pc:docMk/>
          <pc:sldMk cId="252883800" sldId="321"/>
        </pc:sldMkLst>
        <pc:spChg chg="mod">
          <ac:chgData name="昕 许" userId="a2975fcd840abfc3" providerId="LiveId" clId="{49CCD4F9-177C-4270-9A14-60236FF377E8}" dt="2026-04-23T02:31:50.939" v="9813" actId="208"/>
          <ac:spMkLst>
            <pc:docMk/>
            <pc:sldMk cId="252883800" sldId="321"/>
            <ac:spMk id="10" creationId="{F2737DC0-DAF7-1394-EE6F-B525A4BDF072}"/>
          </ac:spMkLst>
        </pc:spChg>
        <pc:spChg chg="mod">
          <ac:chgData name="昕 许" userId="a2975fcd840abfc3" providerId="LiveId" clId="{49CCD4F9-177C-4270-9A14-60236FF377E8}" dt="2026-04-23T02:31:54.771" v="9814" actId="208"/>
          <ac:spMkLst>
            <pc:docMk/>
            <pc:sldMk cId="252883800" sldId="321"/>
            <ac:spMk id="16" creationId="{24482B87-19A3-DFFB-EF13-B1963B6F8482}"/>
          </ac:spMkLst>
        </pc:spChg>
        <pc:cxnChg chg="add mod">
          <ac:chgData name="昕 许" userId="a2975fcd840abfc3" providerId="LiveId" clId="{49CCD4F9-177C-4270-9A14-60236FF377E8}" dt="2026-04-23T02:31:38.578" v="9810" actId="1076"/>
          <ac:cxnSpMkLst>
            <pc:docMk/>
            <pc:sldMk cId="252883800" sldId="321"/>
            <ac:cxnSpMk id="33" creationId="{881E082C-BE58-1BE4-9A2A-002A7956F0B6}"/>
          </ac:cxnSpMkLst>
        </pc:cxnChg>
        <pc:cxnChg chg="add mod">
          <ac:chgData name="昕 许" userId="a2975fcd840abfc3" providerId="LiveId" clId="{49CCD4F9-177C-4270-9A14-60236FF377E8}" dt="2026-04-23T02:31:42.466" v="9812" actId="1076"/>
          <ac:cxnSpMkLst>
            <pc:docMk/>
            <pc:sldMk cId="252883800" sldId="321"/>
            <ac:cxnSpMk id="34" creationId="{178236F7-BFB2-0AA6-2D6C-9BBB805D2BE7}"/>
          </ac:cxnSpMkLst>
        </pc:cxnChg>
      </pc:sldChg>
      <pc:sldChg chg="modSp add del mod">
        <pc:chgData name="昕 许" userId="a2975fcd840abfc3" providerId="LiveId" clId="{49CCD4F9-177C-4270-9A14-60236FF377E8}" dt="2026-04-30T13:39:20.141" v="11567" actId="47"/>
        <pc:sldMkLst>
          <pc:docMk/>
          <pc:sldMk cId="1005920350" sldId="322"/>
        </pc:sldMkLst>
        <pc:grpChg chg="mod">
          <ac:chgData name="昕 许" userId="a2975fcd840abfc3" providerId="LiveId" clId="{49CCD4F9-177C-4270-9A14-60236FF377E8}" dt="2026-04-23T02:35:30.149" v="9816" actId="1076"/>
          <ac:grpSpMkLst>
            <pc:docMk/>
            <pc:sldMk cId="1005920350" sldId="322"/>
            <ac:grpSpMk id="24" creationId="{9188CE44-F744-C7D1-6FC8-5DC9BC8EAC43}"/>
          </ac:grpSpMkLst>
        </pc:grpChg>
      </pc:sldChg>
      <pc:sldChg chg="addSp delSp modSp add del mod">
        <pc:chgData name="昕 许" userId="a2975fcd840abfc3" providerId="LiveId" clId="{49CCD4F9-177C-4270-9A14-60236FF377E8}" dt="2026-04-30T13:39:20.835" v="11569" actId="47"/>
        <pc:sldMkLst>
          <pc:docMk/>
          <pc:sldMk cId="670697918" sldId="323"/>
        </pc:sldMkLst>
        <pc:spChg chg="add mod">
          <ac:chgData name="昕 许" userId="a2975fcd840abfc3" providerId="LiveId" clId="{49CCD4F9-177C-4270-9A14-60236FF377E8}" dt="2026-04-23T04:13:42.184" v="9917" actId="164"/>
          <ac:spMkLst>
            <pc:docMk/>
            <pc:sldMk cId="670697918" sldId="323"/>
            <ac:spMk id="31" creationId="{ADFDA917-55F7-55AF-B34D-76505D4F81EA}"/>
          </ac:spMkLst>
        </pc:spChg>
        <pc:grpChg chg="add mod">
          <ac:chgData name="昕 许" userId="a2975fcd840abfc3" providerId="LiveId" clId="{49CCD4F9-177C-4270-9A14-60236FF377E8}" dt="2026-04-23T04:13:45.107" v="9918" actId="1076"/>
          <ac:grpSpMkLst>
            <pc:docMk/>
            <pc:sldMk cId="670697918" sldId="323"/>
            <ac:grpSpMk id="33" creationId="{4DEABBAF-7CC3-C057-8276-F0C47DE11AE5}"/>
          </ac:grpSpMkLst>
        </pc:grp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" creationId="{38F275E1-63A0-7C95-82CB-E72DBDA6C2DE}"/>
          </ac:cxnSpMkLst>
        </pc:cxn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0" creationId="{771EB1DD-1454-240D-2A8F-683A7669E58A}"/>
          </ac:cxnSpMkLst>
        </pc:cxnChg>
        <pc:cxnChg chg="add mod">
          <ac:chgData name="昕 许" userId="a2975fcd840abfc3" providerId="LiveId" clId="{49CCD4F9-177C-4270-9A14-60236FF377E8}" dt="2026-04-23T04:25:51.884" v="10115"/>
          <ac:cxnSpMkLst>
            <pc:docMk/>
            <pc:sldMk cId="670697918" sldId="323"/>
            <ac:cxnSpMk id="34" creationId="{5D3FCBCD-E6D6-EF07-F3D9-716EB714C799}"/>
          </ac:cxnSpMkLst>
        </pc:cxnChg>
      </pc:sldChg>
      <pc:sldChg chg="delSp modSp add del mod">
        <pc:chgData name="昕 许" userId="a2975fcd840abfc3" providerId="LiveId" clId="{49CCD4F9-177C-4270-9A14-60236FF377E8}" dt="2026-04-30T13:39:20.323" v="11568" actId="47"/>
        <pc:sldMkLst>
          <pc:docMk/>
          <pc:sldMk cId="2326709240" sldId="324"/>
        </pc:sldMkLst>
        <pc:cxnChg chg="mod">
          <ac:chgData name="昕 许" userId="a2975fcd840abfc3" providerId="LiveId" clId="{49CCD4F9-177C-4270-9A14-60236FF377E8}" dt="2026-04-23T04:25:41.875" v="10112" actId="1076"/>
          <ac:cxnSpMkLst>
            <pc:docMk/>
            <pc:sldMk cId="2326709240" sldId="324"/>
            <ac:cxnSpMk id="28" creationId="{C18E1873-52CC-F830-705D-6EB417941049}"/>
          </ac:cxnSpMkLst>
        </pc:cxnChg>
      </pc:sldChg>
      <pc:sldChg chg="addSp modSp add del mod">
        <pc:chgData name="昕 许" userId="a2975fcd840abfc3" providerId="LiveId" clId="{49CCD4F9-177C-4270-9A14-60236FF377E8}" dt="2026-04-30T13:39:20.889" v="11570" actId="47"/>
        <pc:sldMkLst>
          <pc:docMk/>
          <pc:sldMk cId="1337936366" sldId="325"/>
        </pc:sldMkLst>
        <pc:spChg chg="add mod">
          <ac:chgData name="昕 许" userId="a2975fcd840abfc3" providerId="LiveId" clId="{49CCD4F9-177C-4270-9A14-60236FF377E8}" dt="2026-04-23T04:25:57.795" v="10116" actId="164"/>
          <ac:spMkLst>
            <pc:docMk/>
            <pc:sldMk cId="1337936366" sldId="325"/>
            <ac:spMk id="34" creationId="{99584E79-95EF-ADF7-6D51-444A46DDB30E}"/>
          </ac:spMkLst>
        </pc:spChg>
        <pc:grpChg chg="add mod">
          <ac:chgData name="昕 许" userId="a2975fcd840abfc3" providerId="LiveId" clId="{49CCD4F9-177C-4270-9A14-60236FF377E8}" dt="2026-04-23T04:25:57.795" v="10116" actId="164"/>
          <ac:grpSpMkLst>
            <pc:docMk/>
            <pc:sldMk cId="1337936366" sldId="325"/>
            <ac:grpSpMk id="35" creationId="{B17D9AAF-CB03-006E-F207-E969BB1A2536}"/>
          </ac:grpSpMkLst>
        </pc:grpChg>
        <pc:cxnChg chg="mod">
          <ac:chgData name="昕 许" userId="a2975fcd840abfc3" providerId="LiveId" clId="{49CCD4F9-177C-4270-9A14-60236FF377E8}" dt="2026-04-23T04:25:39.587" v="10111" actId="1076"/>
          <ac:cxnSpMkLst>
            <pc:docMk/>
            <pc:sldMk cId="1337936366" sldId="325"/>
            <ac:cxnSpMk id="28" creationId="{7A1D49F6-A835-BB74-12BF-51DB63AFE7A8}"/>
          </ac:cxnSpMkLst>
        </pc:cxnChg>
        <pc:cxnChg chg="add mod">
          <ac:chgData name="昕 许" userId="a2975fcd840abfc3" providerId="LiveId" clId="{49CCD4F9-177C-4270-9A14-60236FF377E8}" dt="2026-04-23T04:25:57.795" v="10116" actId="164"/>
          <ac:cxnSpMkLst>
            <pc:docMk/>
            <pc:sldMk cId="1337936366" sldId="325"/>
            <ac:cxnSpMk id="29" creationId="{B43ADC66-D3A4-ADC2-52B8-CA5129A7728D}"/>
          </ac:cxnSpMkLst>
        </pc:cxnChg>
      </pc:sldChg>
      <pc:sldChg chg="addSp delSp modSp add del mod">
        <pc:chgData name="昕 许" userId="a2975fcd840abfc3" providerId="LiveId" clId="{49CCD4F9-177C-4270-9A14-60236FF377E8}" dt="2026-04-30T13:39:20.993" v="11572" actId="47"/>
        <pc:sldMkLst>
          <pc:docMk/>
          <pc:sldMk cId="693524418" sldId="326"/>
        </pc:sldMkLst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2" creationId="{07DFA5B8-BF0D-4590-1C12-E68E0FE7C7C1}"/>
          </ac:spMkLst>
        </pc:spChg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6" creationId="{C6EFA0E9-929C-17CE-0B1A-CFC016703FEF}"/>
          </ac:spMkLst>
        </pc:spChg>
        <pc:spChg chg="mod">
          <ac:chgData name="昕 许" userId="a2975fcd840abfc3" providerId="LiveId" clId="{49CCD4F9-177C-4270-9A14-60236FF377E8}" dt="2026-04-23T04:37:23.242" v="10372"/>
          <ac:spMkLst>
            <pc:docMk/>
            <pc:sldMk cId="693524418" sldId="326"/>
            <ac:spMk id="39" creationId="{B2581107-7A43-52FA-65F6-7B38C9E7A1DD}"/>
          </ac:spMkLst>
        </pc:spChg>
        <pc:grpChg chg="add mod">
          <ac:chgData name="昕 许" userId="a2975fcd840abfc3" providerId="LiveId" clId="{49CCD4F9-177C-4270-9A14-60236FF377E8}" dt="2026-04-23T04:26:05.970" v="10119" actId="1076"/>
          <ac:grpSpMkLst>
            <pc:docMk/>
            <pc:sldMk cId="693524418" sldId="326"/>
            <ac:grpSpMk id="27" creationId="{0826D13F-EAF7-74F7-4AB6-98EE6DBF225F}"/>
          </ac:grpSpMkLst>
        </pc:grpChg>
        <pc:grpChg chg="add mod">
          <ac:chgData name="昕 许" userId="a2975fcd840abfc3" providerId="LiveId" clId="{49CCD4F9-177C-4270-9A14-60236FF377E8}" dt="2026-04-23T04:37:23.242" v="10372"/>
          <ac:grpSpMkLst>
            <pc:docMk/>
            <pc:sldMk cId="693524418" sldId="326"/>
            <ac:grpSpMk id="37" creationId="{DF86D359-DA41-D0D0-2C76-27ABA22ADA51}"/>
          </ac:grpSpMkLst>
        </pc:grpChg>
        <pc:cxnChg chg="mod">
          <ac:chgData name="昕 许" userId="a2975fcd840abfc3" providerId="LiveId" clId="{49CCD4F9-177C-4270-9A14-60236FF377E8}" dt="2026-04-23T04:37:23.242" v="10372"/>
          <ac:cxnSpMkLst>
            <pc:docMk/>
            <pc:sldMk cId="693524418" sldId="326"/>
            <ac:cxnSpMk id="38" creationId="{4831D19A-E295-24F6-A164-19A23CE65B5F}"/>
          </ac:cxnSpMkLst>
        </pc:cxnChg>
      </pc:sldChg>
      <pc:sldChg chg="addSp delSp modSp add del mod">
        <pc:chgData name="昕 许" userId="a2975fcd840abfc3" providerId="LiveId" clId="{49CCD4F9-177C-4270-9A14-60236FF377E8}" dt="2026-04-30T13:39:21.037" v="11573" actId="47"/>
        <pc:sldMkLst>
          <pc:docMk/>
          <pc:sldMk cId="4137702817" sldId="327"/>
        </pc:sldMkLst>
        <pc:spChg chg="mod">
          <ac:chgData name="昕 许" userId="a2975fcd840abfc3" providerId="LiveId" clId="{49CCD4F9-177C-4270-9A14-60236FF377E8}" dt="2026-04-23T04:37:26.977" v="10374"/>
          <ac:spMkLst>
            <pc:docMk/>
            <pc:sldMk cId="4137702817" sldId="327"/>
            <ac:spMk id="39" creationId="{82672BBF-883C-1C4A-D25E-12A3A71F805E}"/>
          </ac:spMkLst>
        </pc:spChg>
        <pc:grpChg chg="mod">
          <ac:chgData name="昕 许" userId="a2975fcd840abfc3" providerId="LiveId" clId="{49CCD4F9-177C-4270-9A14-60236FF377E8}" dt="2026-04-23T04:26:18.764" v="10124" actId="1076"/>
          <ac:grpSpMkLst>
            <pc:docMk/>
            <pc:sldMk cId="4137702817" sldId="327"/>
            <ac:grpSpMk id="27" creationId="{DF0FC4C8-A7D2-90B9-0A8A-09750EAC6A1A}"/>
          </ac:grpSpMkLst>
        </pc:grpChg>
        <pc:grpChg chg="add mod">
          <ac:chgData name="昕 许" userId="a2975fcd840abfc3" providerId="LiveId" clId="{49CCD4F9-177C-4270-9A14-60236FF377E8}" dt="2026-04-23T04:37:26.977" v="10374"/>
          <ac:grpSpMkLst>
            <pc:docMk/>
            <pc:sldMk cId="4137702817" sldId="327"/>
            <ac:grpSpMk id="37" creationId="{B9160667-E187-0F77-518C-AF1F110C6A39}"/>
          </ac:grpSpMkLst>
        </pc:grpChg>
        <pc:cxnChg chg="mod">
          <ac:chgData name="昕 许" userId="a2975fcd840abfc3" providerId="LiveId" clId="{49CCD4F9-177C-4270-9A14-60236FF377E8}" dt="2026-04-23T04:37:26.977" v="10374"/>
          <ac:cxnSpMkLst>
            <pc:docMk/>
            <pc:sldMk cId="4137702817" sldId="327"/>
            <ac:cxnSpMk id="38" creationId="{6AE231BC-A5CC-803C-F2C9-03CCE350DDD6}"/>
          </ac:cxnSpMkLst>
        </pc:cxnChg>
      </pc:sldChg>
      <pc:sldChg chg="addSp delSp modSp add del mod">
        <pc:chgData name="昕 许" userId="a2975fcd840abfc3" providerId="LiveId" clId="{49CCD4F9-177C-4270-9A14-60236FF377E8}" dt="2026-04-30T13:39:21.124" v="11575" actId="47"/>
        <pc:sldMkLst>
          <pc:docMk/>
          <pc:sldMk cId="1613245601" sldId="328"/>
        </pc:sldMkLst>
        <pc:spChg chg="mod">
          <ac:chgData name="昕 许" userId="a2975fcd840abfc3" providerId="LiveId" clId="{49CCD4F9-177C-4270-9A14-60236FF377E8}" dt="2026-04-23T04:39:33.012" v="10385" actId="208"/>
          <ac:spMkLst>
            <pc:docMk/>
            <pc:sldMk cId="1613245601" sldId="328"/>
            <ac:spMk id="32" creationId="{159B55A3-34E2-0729-82C7-2827D62F16CA}"/>
          </ac:spMkLst>
        </pc:spChg>
        <pc:spChg chg="mod">
          <ac:chgData name="昕 许" userId="a2975fcd840abfc3" providerId="LiveId" clId="{49CCD4F9-177C-4270-9A14-60236FF377E8}" dt="2026-04-23T04:37:36.921" v="10378"/>
          <ac:spMkLst>
            <pc:docMk/>
            <pc:sldMk cId="1613245601" sldId="328"/>
            <ac:spMk id="41" creationId="{16433FD4-AF62-E5FB-6E53-F9F99145E6B9}"/>
          </ac:spMkLst>
        </pc:spChg>
        <pc:grpChg chg="mod">
          <ac:chgData name="昕 许" userId="a2975fcd840abfc3" providerId="LiveId" clId="{49CCD4F9-177C-4270-9A14-60236FF377E8}" dt="2026-04-23T04:26:39.906" v="10129" actId="1076"/>
          <ac:grpSpMkLst>
            <pc:docMk/>
            <pc:sldMk cId="1613245601" sldId="328"/>
            <ac:grpSpMk id="27" creationId="{4BF42184-23B9-95BB-905B-12B1475E1DC7}"/>
          </ac:grpSpMkLst>
        </pc:grpChg>
        <pc:grpChg chg="add mod">
          <ac:chgData name="昕 许" userId="a2975fcd840abfc3" providerId="LiveId" clId="{49CCD4F9-177C-4270-9A14-60236FF377E8}" dt="2026-04-23T04:37:36.921" v="10378"/>
          <ac:grpSpMkLst>
            <pc:docMk/>
            <pc:sldMk cId="1613245601" sldId="328"/>
            <ac:grpSpMk id="39" creationId="{3B6ADD7A-BED9-1442-DA25-843C156A972E}"/>
          </ac:grpSpMkLst>
        </pc:grp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7" creationId="{ABE5C031-A598-D0F6-2F74-5755616103DE}"/>
          </ac:cxnSpMkLst>
        </pc:cxn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8" creationId="{8F2C1A69-2214-3E30-39AD-32933353CBFB}"/>
          </ac:cxnSpMkLst>
        </pc:cxnChg>
        <pc:cxnChg chg="mod">
          <ac:chgData name="昕 许" userId="a2975fcd840abfc3" providerId="LiveId" clId="{49CCD4F9-177C-4270-9A14-60236FF377E8}" dt="2026-04-23T04:37:36.921" v="10378"/>
          <ac:cxnSpMkLst>
            <pc:docMk/>
            <pc:sldMk cId="1613245601" sldId="328"/>
            <ac:cxnSpMk id="40" creationId="{15B7A8DA-73E2-30D5-2ACF-92FE8B3BB867}"/>
          </ac:cxnSpMkLst>
        </pc:cxnChg>
      </pc:sldChg>
      <pc:sldChg chg="addSp modSp add del mod">
        <pc:chgData name="昕 许" userId="a2975fcd840abfc3" providerId="LiveId" clId="{49CCD4F9-177C-4270-9A14-60236FF377E8}" dt="2026-04-30T13:39:21.296" v="11577" actId="47"/>
        <pc:sldMkLst>
          <pc:docMk/>
          <pc:sldMk cId="1683487903" sldId="329"/>
        </pc:sldMkLst>
        <pc:spChg chg="mod">
          <ac:chgData name="昕 许" userId="a2975fcd840abfc3" providerId="LiveId" clId="{49CCD4F9-177C-4270-9A14-60236FF377E8}" dt="2026-04-23T04:39:44.588" v="10387" actId="208"/>
          <ac:spMkLst>
            <pc:docMk/>
            <pc:sldMk cId="1683487903" sldId="329"/>
            <ac:spMk id="32" creationId="{9436092C-2F2F-AFF0-336D-978523262EE9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0" creationId="{4574BF79-F62F-8219-CC93-7D5C5574F7CE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1" creationId="{46D1F023-4820-1275-F38B-B519E4516E13}"/>
          </ac:spMkLst>
        </pc:spChg>
        <pc:grpChg chg="add mod">
          <ac:chgData name="昕 许" userId="a2975fcd840abfc3" providerId="LiveId" clId="{49CCD4F9-177C-4270-9A14-60236FF377E8}" dt="2026-04-23T04:26:51.685" v="10132" actId="1076"/>
          <ac:grpSpMkLst>
            <pc:docMk/>
            <pc:sldMk cId="1683487903" sldId="329"/>
            <ac:grpSpMk id="39" creationId="{82E7905E-2FD6-B930-767B-BB2F2C1A97ED}"/>
          </ac:grpSpMkLst>
        </pc:grpChg>
      </pc:sldChg>
      <pc:sldChg chg="addSp delSp modSp add del mod">
        <pc:chgData name="昕 许" userId="a2975fcd840abfc3" providerId="LiveId" clId="{49CCD4F9-177C-4270-9A14-60236FF377E8}" dt="2026-04-30T13:39:21.083" v="11574" actId="47"/>
        <pc:sldMkLst>
          <pc:docMk/>
          <pc:sldMk cId="372579475" sldId="330"/>
        </pc:sldMkLst>
        <pc:spChg chg="mod">
          <ac:chgData name="昕 许" userId="a2975fcd840abfc3" providerId="LiveId" clId="{49CCD4F9-177C-4270-9A14-60236FF377E8}" dt="2026-04-23T04:39:27.145" v="10384" actId="208"/>
          <ac:spMkLst>
            <pc:docMk/>
            <pc:sldMk cId="372579475" sldId="330"/>
            <ac:spMk id="32" creationId="{1447E521-075F-2E25-8F32-AD31CAAC6810}"/>
          </ac:spMkLst>
        </pc:spChg>
        <pc:spChg chg="mod">
          <ac:chgData name="昕 许" userId="a2975fcd840abfc3" providerId="LiveId" clId="{49CCD4F9-177C-4270-9A14-60236FF377E8}" dt="2026-04-23T04:39:24.437" v="10383" actId="208"/>
          <ac:spMkLst>
            <pc:docMk/>
            <pc:sldMk cId="372579475" sldId="330"/>
            <ac:spMk id="36" creationId="{B46436FD-6831-5C40-7F76-B04443506451}"/>
          </ac:spMkLst>
        </pc:spChg>
        <pc:spChg chg="mod">
          <ac:chgData name="昕 许" userId="a2975fcd840abfc3" providerId="LiveId" clId="{49CCD4F9-177C-4270-9A14-60236FF377E8}" dt="2026-04-23T04:37:31.816" v="10376"/>
          <ac:spMkLst>
            <pc:docMk/>
            <pc:sldMk cId="372579475" sldId="330"/>
            <ac:spMk id="41" creationId="{0E8934BE-7201-510C-74A3-343DB7F14C22}"/>
          </ac:spMkLst>
        </pc:spChg>
        <pc:grpChg chg="add mod">
          <ac:chgData name="昕 许" userId="a2975fcd840abfc3" providerId="LiveId" clId="{49CCD4F9-177C-4270-9A14-60236FF377E8}" dt="2026-04-23T04:37:31.816" v="10376"/>
          <ac:grpSpMkLst>
            <pc:docMk/>
            <pc:sldMk cId="372579475" sldId="330"/>
            <ac:grpSpMk id="39" creationId="{11943FE1-2F56-FC8A-25FA-529EF8DBB47C}"/>
          </ac:grpSpMkLst>
        </pc:grpChg>
        <pc:cxnChg chg="mod">
          <ac:chgData name="昕 许" userId="a2975fcd840abfc3" providerId="LiveId" clId="{49CCD4F9-177C-4270-9A14-60236FF377E8}" dt="2026-04-23T04:37:31.816" v="10376"/>
          <ac:cxnSpMkLst>
            <pc:docMk/>
            <pc:sldMk cId="372579475" sldId="330"/>
            <ac:cxnSpMk id="40" creationId="{6E0434FC-4582-24A0-C59C-339A5E84DBC3}"/>
          </ac:cxnSpMkLst>
        </pc:cxnChg>
      </pc:sldChg>
      <pc:sldChg chg="modSp add del mod">
        <pc:chgData name="昕 许" userId="a2975fcd840abfc3" providerId="LiveId" clId="{49CCD4F9-177C-4270-9A14-60236FF377E8}" dt="2026-04-30T13:39:20.934" v="11571" actId="47"/>
        <pc:sldMkLst>
          <pc:docMk/>
          <pc:sldMk cId="2037890411" sldId="331"/>
        </pc:sldMkLst>
        <pc:grpChg chg="mod">
          <ac:chgData name="昕 许" userId="a2975fcd840abfc3" providerId="LiveId" clId="{49CCD4F9-177C-4270-9A14-60236FF377E8}" dt="2026-04-23T04:27:59.823" v="10140" actId="1076"/>
          <ac:grpSpMkLst>
            <pc:docMk/>
            <pc:sldMk cId="2037890411" sldId="331"/>
            <ac:grpSpMk id="35" creationId="{6BD5B3B6-6CFD-5721-6B19-06C5D82B1563}"/>
          </ac:grpSpMkLst>
        </pc:grpChg>
      </pc:sldChg>
      <pc:sldChg chg="addSp delSp modSp add del mod">
        <pc:chgData name="昕 许" userId="a2975fcd840abfc3" providerId="LiveId" clId="{49CCD4F9-177C-4270-9A14-60236FF377E8}" dt="2026-04-30T13:39:21.873" v="11578" actId="47"/>
        <pc:sldMkLst>
          <pc:docMk/>
          <pc:sldMk cId="3182836965" sldId="332"/>
        </pc:sldMkLst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3" creationId="{8E09BC4D-7EF8-143A-1DE9-FDB3D851F942}"/>
          </ac:spMkLst>
        </pc:spChg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4" creationId="{2F557775-278C-7CCB-0AA8-9679D2A10210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6" creationId="{A9771A73-69EB-1044-BA88-B9BCDF3D7F3A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7" creationId="{F87DA595-8220-8378-9497-A51C229387F0}"/>
          </ac:spMkLst>
        </pc:spChg>
        <pc:grpChg chg="add mod">
          <ac:chgData name="昕 许" userId="a2975fcd840abfc3" providerId="LiveId" clId="{49CCD4F9-177C-4270-9A14-60236FF377E8}" dt="2026-04-23T04:28:15.112" v="10143" actId="1076"/>
          <ac:grpSpMkLst>
            <pc:docMk/>
            <pc:sldMk cId="3182836965" sldId="332"/>
            <ac:grpSpMk id="42" creationId="{E5E36460-8A83-AAEA-59DA-0C0E37835501}"/>
          </ac:grpSpMkLst>
        </pc:grpChg>
        <pc:grpChg chg="add mod">
          <ac:chgData name="昕 许" userId="a2975fcd840abfc3" providerId="LiveId" clId="{49CCD4F9-177C-4270-9A14-60236FF377E8}" dt="2026-04-23T04:39:52.957" v="10389"/>
          <ac:grpSpMkLst>
            <pc:docMk/>
            <pc:sldMk cId="3182836965" sldId="332"/>
            <ac:grpSpMk id="45" creationId="{2FBD99BD-AD05-0C72-33BD-639D171CB3DA}"/>
          </ac:grpSpMkLst>
        </pc:grpChg>
      </pc:sldChg>
      <pc:sldChg chg="addSp delSp modSp add del mod">
        <pc:chgData name="昕 许" userId="a2975fcd840abfc3" providerId="LiveId" clId="{49CCD4F9-177C-4270-9A14-60236FF377E8}" dt="2026-04-30T13:39:22.387" v="11579" actId="47"/>
        <pc:sldMkLst>
          <pc:docMk/>
          <pc:sldMk cId="3793261045" sldId="333"/>
        </pc:sldMkLst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6" creationId="{7BBA8BC4-418F-71C5-A76D-B375FC31FEC8}"/>
          </ac:spMkLst>
        </pc:spChg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7" creationId="{CA038B4B-A1E4-9C21-D167-E24804F266F8}"/>
          </ac:spMkLst>
        </pc:spChg>
        <pc:grpChg chg="mod">
          <ac:chgData name="昕 许" userId="a2975fcd840abfc3" providerId="LiveId" clId="{49CCD4F9-177C-4270-9A14-60236FF377E8}" dt="2026-04-23T04:28:22.839" v="10145" actId="1076"/>
          <ac:grpSpMkLst>
            <pc:docMk/>
            <pc:sldMk cId="3793261045" sldId="333"/>
            <ac:grpSpMk id="35" creationId="{A253B3FF-6186-4052-2D0F-4472758D89F9}"/>
          </ac:grpSpMkLst>
        </pc:grpChg>
        <pc:grpChg chg="add mod">
          <ac:chgData name="昕 许" userId="a2975fcd840abfc3" providerId="LiveId" clId="{49CCD4F9-177C-4270-9A14-60236FF377E8}" dt="2026-04-23T04:39:55.532" v="10391"/>
          <ac:grpSpMkLst>
            <pc:docMk/>
            <pc:sldMk cId="3793261045" sldId="333"/>
            <ac:grpSpMk id="45" creationId="{8E69F286-6D46-19EF-2894-BB77E36D265C}"/>
          </ac:grpSpMkLst>
        </pc:grpChg>
      </pc:sldChg>
      <pc:sldChg chg="addSp delSp modSp add del mod">
        <pc:chgData name="昕 许" userId="a2975fcd840abfc3" providerId="LiveId" clId="{49CCD4F9-177C-4270-9A14-60236FF377E8}" dt="2026-04-30T13:39:22.438" v="11580" actId="47"/>
        <pc:sldMkLst>
          <pc:docMk/>
          <pc:sldMk cId="750551222" sldId="334"/>
        </pc:sldMkLst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6" creationId="{7E9024CB-4251-5CCB-342F-F973841BB259}"/>
          </ac:spMkLst>
        </pc:spChg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7" creationId="{D3317317-FDBA-9F0B-3A6B-2C77FFB8F52C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49" creationId="{66B3718A-B873-CE6A-426A-CB7E172D0B8F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50" creationId="{57454236-29C4-1FF0-99DC-748A4A21C9F5}"/>
          </ac:spMkLst>
        </pc:spChg>
        <pc:grpChg chg="add mod">
          <ac:chgData name="昕 许" userId="a2975fcd840abfc3" providerId="LiveId" clId="{49CCD4F9-177C-4270-9A14-60236FF377E8}" dt="2026-04-23T04:28:29.756" v="10148" actId="1076"/>
          <ac:grpSpMkLst>
            <pc:docMk/>
            <pc:sldMk cId="750551222" sldId="334"/>
            <ac:grpSpMk id="45" creationId="{633AE717-0392-CA0B-A422-809F08F56F4B}"/>
          </ac:grpSpMkLst>
        </pc:grpChg>
        <pc:grpChg chg="add mod">
          <ac:chgData name="昕 许" userId="a2975fcd840abfc3" providerId="LiveId" clId="{49CCD4F9-177C-4270-9A14-60236FF377E8}" dt="2026-04-23T04:39:59.845" v="10393"/>
          <ac:grpSpMkLst>
            <pc:docMk/>
            <pc:sldMk cId="750551222" sldId="334"/>
            <ac:grpSpMk id="48" creationId="{A7455332-05ED-E208-AEDE-A7B3AAD13C20}"/>
          </ac:grpSpMkLst>
        </pc:grpChg>
      </pc:sldChg>
      <pc:sldChg chg="addSp modSp add del mod">
        <pc:chgData name="昕 许" userId="a2975fcd840abfc3" providerId="LiveId" clId="{49CCD4F9-177C-4270-9A14-60236FF377E8}" dt="2026-04-30T13:39:22.491" v="11581" actId="47"/>
        <pc:sldMkLst>
          <pc:docMk/>
          <pc:sldMk cId="2365477218" sldId="335"/>
        </pc:sldMkLst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0" creationId="{5136140E-D1F6-016D-16DB-BD35E2D3B144}"/>
          </ac:spMkLst>
        </pc:spChg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1" creationId="{F4BC975C-B1F2-3C9B-B973-1CF5F1B72E67}"/>
          </ac:spMkLst>
        </pc:spChg>
        <pc:grpChg chg="add mod">
          <ac:chgData name="昕 许" userId="a2975fcd840abfc3" providerId="LiveId" clId="{49CCD4F9-177C-4270-9A14-60236FF377E8}" dt="2026-04-23T04:28:38.873" v="10152" actId="1076"/>
          <ac:grpSpMkLst>
            <pc:docMk/>
            <pc:sldMk cId="2365477218" sldId="335"/>
            <ac:grpSpMk id="49" creationId="{E245BF30-A345-A3F3-C0A7-B466896E63EB}"/>
          </ac:grpSpMkLst>
        </pc:grpChg>
      </pc:sldChg>
      <pc:sldChg chg="modSp add del mod">
        <pc:chgData name="昕 许" userId="a2975fcd840abfc3" providerId="LiveId" clId="{49CCD4F9-177C-4270-9A14-60236FF377E8}" dt="2026-04-30T13:39:22.544" v="11582" actId="47"/>
        <pc:sldMkLst>
          <pc:docMk/>
          <pc:sldMk cId="1264389566" sldId="336"/>
        </pc:sldMkLst>
        <pc:spChg chg="mod">
          <ac:chgData name="昕 许" userId="a2975fcd840abfc3" providerId="LiveId" clId="{49CCD4F9-177C-4270-9A14-60236FF377E8}" dt="2026-04-23T04:40:11.016" v="10396" actId="208"/>
          <ac:spMkLst>
            <pc:docMk/>
            <pc:sldMk cId="1264389566" sldId="336"/>
            <ac:spMk id="40" creationId="{2D5B5644-477B-6DA1-9D9A-84BEAB5841FA}"/>
          </ac:spMkLst>
        </pc:spChg>
        <pc:spChg chg="mod">
          <ac:chgData name="昕 许" userId="a2975fcd840abfc3" providerId="LiveId" clId="{49CCD4F9-177C-4270-9A14-60236FF377E8}" dt="2026-04-23T04:40:06.321" v="10395" actId="208"/>
          <ac:spMkLst>
            <pc:docMk/>
            <pc:sldMk cId="1264389566" sldId="336"/>
            <ac:spMk id="41" creationId="{A6382DB9-DFF1-EA20-35B8-EAB74FE50260}"/>
          </ac:spMkLst>
        </pc:spChg>
        <pc:grpChg chg="mod">
          <ac:chgData name="昕 许" userId="a2975fcd840abfc3" providerId="LiveId" clId="{49CCD4F9-177C-4270-9A14-60236FF377E8}" dt="2026-04-23T04:28:50.172" v="10155" actId="1076"/>
          <ac:grpSpMkLst>
            <pc:docMk/>
            <pc:sldMk cId="1264389566" sldId="336"/>
            <ac:grpSpMk id="42" creationId="{42453692-43EB-64BA-9D51-188507469199}"/>
          </ac:grpSpMkLst>
        </pc:grpChg>
        <pc:grpChg chg="mod">
          <ac:chgData name="昕 许" userId="a2975fcd840abfc3" providerId="LiveId" clId="{49CCD4F9-177C-4270-9A14-60236FF377E8}" dt="2026-04-23T04:28:52.606" v="10156" actId="1076"/>
          <ac:grpSpMkLst>
            <pc:docMk/>
            <pc:sldMk cId="1264389566" sldId="336"/>
            <ac:grpSpMk id="49" creationId="{7023A7AB-CC0E-B529-38C4-EFB82C3F3977}"/>
          </ac:grpSpMkLst>
        </pc:grpChg>
      </pc:sldChg>
      <pc:sldChg chg="addSp delSp modSp add del mod">
        <pc:chgData name="昕 许" userId="a2975fcd840abfc3" providerId="LiveId" clId="{49CCD4F9-177C-4270-9A14-60236FF377E8}" dt="2026-04-30T13:39:22.601" v="11583" actId="47"/>
        <pc:sldMkLst>
          <pc:docMk/>
          <pc:sldMk cId="3948688354" sldId="337"/>
        </pc:sldMkLst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59" creationId="{6D9FE049-90C1-1A24-CCA8-165ED19233D1}"/>
          </ac:spMkLst>
        </pc:spChg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60" creationId="{1F7EC44C-0E98-432C-12E5-9FBF458E8A34}"/>
          </ac:spMkLst>
        </pc:spChg>
        <pc:grpChg chg="add mod">
          <ac:chgData name="昕 许" userId="a2975fcd840abfc3" providerId="LiveId" clId="{49CCD4F9-177C-4270-9A14-60236FF377E8}" dt="2026-04-23T04:40:15.560" v="10398"/>
          <ac:grpSpMkLst>
            <pc:docMk/>
            <pc:sldMk cId="3948688354" sldId="337"/>
            <ac:grpSpMk id="58" creationId="{7AB4B6F6-26F2-7226-C6A0-C3E1C56915EC}"/>
          </ac:grpSpMkLst>
        </pc:grp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6" creationId="{CF628AD1-6A5C-F1D6-FE6F-A8A4927C76C8}"/>
          </ac:cxnSpMkLst>
        </pc:cxn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7" creationId="{028FF22D-9CC7-36FE-B37F-D4910F2161F9}"/>
          </ac:cxnSpMkLst>
        </pc:cxnChg>
      </pc:sldChg>
      <pc:sldChg chg="addSp delSp modSp add del mod">
        <pc:chgData name="昕 许" userId="a2975fcd840abfc3" providerId="LiveId" clId="{49CCD4F9-177C-4270-9A14-60236FF377E8}" dt="2026-04-30T13:39:22.650" v="11584" actId="47"/>
        <pc:sldMkLst>
          <pc:docMk/>
          <pc:sldMk cId="1919486097" sldId="338"/>
        </pc:sldMkLst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2" creationId="{BE32F3C9-736D-0D27-6D1F-777E44FD0AA3}"/>
          </ac:spMkLst>
        </pc:spChg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3" creationId="{E51A3B8E-3E64-7730-414C-04EF68087EE1}"/>
          </ac:spMkLst>
        </pc:spChg>
        <pc:grpChg chg="mod">
          <ac:chgData name="昕 许" userId="a2975fcd840abfc3" providerId="LiveId" clId="{49CCD4F9-177C-4270-9A14-60236FF377E8}" dt="2026-04-23T04:32:26.689" v="10211" actId="1076"/>
          <ac:grpSpMkLst>
            <pc:docMk/>
            <pc:sldMk cId="1919486097" sldId="338"/>
            <ac:grpSpMk id="35" creationId="{B80E0342-661B-E01D-50BE-08E42E301FF3}"/>
          </ac:grpSpMkLst>
        </pc:grpChg>
        <pc:grpChg chg="add mod">
          <ac:chgData name="昕 许" userId="a2975fcd840abfc3" providerId="LiveId" clId="{49CCD4F9-177C-4270-9A14-60236FF377E8}" dt="2026-04-23T04:40:18.493" v="10400"/>
          <ac:grpSpMkLst>
            <pc:docMk/>
            <pc:sldMk cId="1919486097" sldId="338"/>
            <ac:grpSpMk id="48" creationId="{88E9D373-2505-0F46-B4A4-D4231360B34E}"/>
          </ac:grpSpMkLst>
        </pc:grpChg>
      </pc:sldChg>
      <pc:sldChg chg="addSp delSp modSp add del mod">
        <pc:chgData name="昕 许" userId="a2975fcd840abfc3" providerId="LiveId" clId="{49CCD4F9-177C-4270-9A14-60236FF377E8}" dt="2026-04-30T13:39:22.717" v="11585" actId="47"/>
        <pc:sldMkLst>
          <pc:docMk/>
          <pc:sldMk cId="2819946207" sldId="339"/>
        </pc:sldMkLst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2" creationId="{70AB5B71-6822-4C13-4488-0A2FB92D8916}"/>
          </ac:spMkLst>
        </pc:spChg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3" creationId="{4FB775A4-5AB8-DF48-0155-03E7D9E9F0ED}"/>
          </ac:spMkLst>
        </pc:spChg>
        <pc:grpChg chg="mod">
          <ac:chgData name="昕 许" userId="a2975fcd840abfc3" providerId="LiveId" clId="{49CCD4F9-177C-4270-9A14-60236FF377E8}" dt="2026-04-23T04:32:32.759" v="10214" actId="1076"/>
          <ac:grpSpMkLst>
            <pc:docMk/>
            <pc:sldMk cId="2819946207" sldId="339"/>
            <ac:grpSpMk id="35" creationId="{F59FAA58-CFAE-28D9-3289-220433DD7D8F}"/>
          </ac:grpSpMkLst>
        </pc:grpChg>
        <pc:grpChg chg="add mod">
          <ac:chgData name="昕 许" userId="a2975fcd840abfc3" providerId="LiveId" clId="{49CCD4F9-177C-4270-9A14-60236FF377E8}" dt="2026-04-23T04:40:20.989" v="10402"/>
          <ac:grpSpMkLst>
            <pc:docMk/>
            <pc:sldMk cId="2819946207" sldId="339"/>
            <ac:grpSpMk id="48" creationId="{8B94194A-FA8A-10B6-6BC4-10E14D63D701}"/>
          </ac:grpSpMkLst>
        </pc:grpChg>
      </pc:sldChg>
      <pc:sldChg chg="addSp delSp modSp add del mod">
        <pc:chgData name="昕 许" userId="a2975fcd840abfc3" providerId="LiveId" clId="{49CCD4F9-177C-4270-9A14-60236FF377E8}" dt="2026-04-30T13:39:22.773" v="11586" actId="47"/>
        <pc:sldMkLst>
          <pc:docMk/>
          <pc:sldMk cId="3042102254" sldId="340"/>
        </pc:sldMkLst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2" creationId="{3E2D5B20-501C-7DBC-1E67-BEA55EF466E7}"/>
          </ac:spMkLst>
        </pc:spChg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3" creationId="{2F8C11AF-7DB9-36F7-9FCE-B521488523B7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5" creationId="{19F67A8A-B649-5342-C144-2E669D6EC0BE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6" creationId="{110317BF-94ED-4CE4-893F-4953D32887FD}"/>
          </ac:spMkLst>
        </pc:spChg>
        <pc:grpChg chg="mod">
          <ac:chgData name="昕 许" userId="a2975fcd840abfc3" providerId="LiveId" clId="{49CCD4F9-177C-4270-9A14-60236FF377E8}" dt="2026-04-23T04:32:37.643" v="10218" actId="1076"/>
          <ac:grpSpMkLst>
            <pc:docMk/>
            <pc:sldMk cId="3042102254" sldId="340"/>
            <ac:grpSpMk id="18" creationId="{D2BC85ED-1679-C0D2-AFF3-8F06B768E1DC}"/>
          </ac:grpSpMkLst>
        </pc:grpChg>
        <pc:grpChg chg="add mod">
          <ac:chgData name="昕 许" userId="a2975fcd840abfc3" providerId="LiveId" clId="{49CCD4F9-177C-4270-9A14-60236FF377E8}" dt="2026-04-23T04:32:41.270" v="10219" actId="1076"/>
          <ac:grpSpMkLst>
            <pc:docMk/>
            <pc:sldMk cId="3042102254" sldId="340"/>
            <ac:grpSpMk id="48" creationId="{B6CE8889-1618-8B11-710F-471FC0A6AA81}"/>
          </ac:grpSpMkLst>
        </pc:grpChg>
        <pc:grpChg chg="add mod">
          <ac:chgData name="昕 许" userId="a2975fcd840abfc3" providerId="LiveId" clId="{49CCD4F9-177C-4270-9A14-60236FF377E8}" dt="2026-04-23T04:40:23.595" v="10404"/>
          <ac:grpSpMkLst>
            <pc:docMk/>
            <pc:sldMk cId="3042102254" sldId="340"/>
            <ac:grpSpMk id="54" creationId="{43826C65-8B5D-E113-B0BE-0241311DEE75}"/>
          </ac:grpSpMkLst>
        </pc:grpChg>
      </pc:sldChg>
      <pc:sldChg chg="addSp delSp modSp add del mod">
        <pc:chgData name="昕 许" userId="a2975fcd840abfc3" providerId="LiveId" clId="{49CCD4F9-177C-4270-9A14-60236FF377E8}" dt="2026-04-30T13:39:22.832" v="11587" actId="47"/>
        <pc:sldMkLst>
          <pc:docMk/>
          <pc:sldMk cId="3378110510" sldId="341"/>
        </pc:sldMkLst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5" creationId="{DCCB5510-A1E4-6AC3-6B67-BED83C8281AB}"/>
          </ac:spMkLst>
        </pc:spChg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6" creationId="{BDDC1524-CC88-8B93-BBDB-61C14EECB84B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59" creationId="{242E8BBD-1D69-00A2-150B-24FA35688419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60" creationId="{8110C16B-F29E-D514-2886-3684113B2F7E}"/>
          </ac:spMkLst>
        </pc:spChg>
        <pc:grpChg chg="add mod">
          <ac:chgData name="昕 许" userId="a2975fcd840abfc3" providerId="LiveId" clId="{49CCD4F9-177C-4270-9A14-60236FF377E8}" dt="2026-04-23T04:32:49.157" v="10222" actId="1076"/>
          <ac:grpSpMkLst>
            <pc:docMk/>
            <pc:sldMk cId="3378110510" sldId="341"/>
            <ac:grpSpMk id="54" creationId="{094C361E-BF48-D893-2F6B-6E2C0F8206B8}"/>
          </ac:grpSpMkLst>
        </pc:grpChg>
        <pc:grpChg chg="add mod">
          <ac:chgData name="昕 许" userId="a2975fcd840abfc3" providerId="LiveId" clId="{49CCD4F9-177C-4270-9A14-60236FF377E8}" dt="2026-04-23T04:40:27.537" v="10406"/>
          <ac:grpSpMkLst>
            <pc:docMk/>
            <pc:sldMk cId="3378110510" sldId="341"/>
            <ac:grpSpMk id="58" creationId="{33BA9A21-26EB-022B-4BCA-E224423D7D1E}"/>
          </ac:grpSpMkLst>
        </pc:grpChg>
      </pc:sldChg>
      <pc:sldChg chg="modSp add del mod">
        <pc:chgData name="昕 许" userId="a2975fcd840abfc3" providerId="LiveId" clId="{49CCD4F9-177C-4270-9A14-60236FF377E8}" dt="2026-04-30T13:39:22.893" v="11588" actId="47"/>
        <pc:sldMkLst>
          <pc:docMk/>
          <pc:sldMk cId="221213453" sldId="342"/>
        </pc:sldMkLst>
        <pc:spChg chg="mod">
          <ac:chgData name="昕 许" userId="a2975fcd840abfc3" providerId="LiveId" clId="{49CCD4F9-177C-4270-9A14-60236FF377E8}" dt="2026-04-23T04:40:33.319" v="10407" actId="208"/>
          <ac:spMkLst>
            <pc:docMk/>
            <pc:sldMk cId="221213453" sldId="342"/>
            <ac:spMk id="46" creationId="{BA0F026E-5AB7-6E68-EB4D-C14AC34D5FC4}"/>
          </ac:spMkLst>
        </pc:spChg>
        <pc:grpChg chg="mod">
          <ac:chgData name="昕 许" userId="a2975fcd840abfc3" providerId="LiveId" clId="{49CCD4F9-177C-4270-9A14-60236FF377E8}" dt="2026-04-23T04:32:55.852" v="10225" actId="1076"/>
          <ac:grpSpMkLst>
            <pc:docMk/>
            <pc:sldMk cId="221213453" sldId="342"/>
            <ac:grpSpMk id="49" creationId="{22894914-8858-1227-A673-1C907480A4B2}"/>
          </ac:grpSpMkLst>
        </pc:grpChg>
        <pc:grpChg chg="mod">
          <ac:chgData name="昕 许" userId="a2975fcd840abfc3" providerId="LiveId" clId="{49CCD4F9-177C-4270-9A14-60236FF377E8}" dt="2026-04-23T04:32:58.169" v="10226" actId="1076"/>
          <ac:grpSpMkLst>
            <pc:docMk/>
            <pc:sldMk cId="221213453" sldId="342"/>
            <ac:grpSpMk id="54" creationId="{8D402BBF-B786-CB29-F5D3-F153657473BA}"/>
          </ac:grpSpMkLst>
        </pc:grpChg>
      </pc:sldChg>
      <pc:sldChg chg="addSp delSp modSp add del mod">
        <pc:chgData name="昕 许" userId="a2975fcd840abfc3" providerId="LiveId" clId="{49CCD4F9-177C-4270-9A14-60236FF377E8}" dt="2026-04-30T13:39:22.948" v="11589" actId="47"/>
        <pc:sldMkLst>
          <pc:docMk/>
          <pc:sldMk cId="984411142" sldId="343"/>
        </pc:sldMkLst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8" creationId="{9954F30A-5215-68A6-C8DE-C17FBEEF3DFC}"/>
          </ac:spMkLst>
        </pc:spChg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9" creationId="{D877AAA5-5509-60BA-C2E5-7679E7F24A35}"/>
          </ac:spMkLst>
        </pc:spChg>
        <pc:grpChg chg="add mod">
          <ac:chgData name="昕 许" userId="a2975fcd840abfc3" providerId="LiveId" clId="{49CCD4F9-177C-4270-9A14-60236FF377E8}" dt="2026-04-23T04:40:42.859" v="10409"/>
          <ac:grpSpMkLst>
            <pc:docMk/>
            <pc:sldMk cId="984411142" sldId="343"/>
            <ac:grpSpMk id="44" creationId="{D06DF415-5074-2165-ADE2-1CBBFBB95F0D}"/>
          </ac:grpSpMkLst>
        </pc:grp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2" creationId="{6564CCA7-0739-6653-C2C8-148CABDFE8F4}"/>
          </ac:cxnSpMkLst>
        </pc:cxn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3" creationId="{04EE2E0C-594C-B3B3-B75F-564DC61D519A}"/>
          </ac:cxnSpMkLst>
        </pc:cxnChg>
      </pc:sldChg>
      <pc:sldChg chg="addSp delSp modSp add del mod">
        <pc:chgData name="昕 许" userId="a2975fcd840abfc3" providerId="LiveId" clId="{49CCD4F9-177C-4270-9A14-60236FF377E8}" dt="2026-04-30T13:39:23.016" v="11590" actId="47"/>
        <pc:sldMkLst>
          <pc:docMk/>
          <pc:sldMk cId="1311333290" sldId="344"/>
        </pc:sldMkLst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8" creationId="{CF7649ED-01CB-0EDC-1A18-5D717BC2496E}"/>
          </ac:spMkLst>
        </pc:spChg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9" creationId="{4217C7F2-72FC-989F-5FB4-532D727DAD97}"/>
          </ac:spMkLst>
        </pc:spChg>
        <pc:grpChg chg="mod">
          <ac:chgData name="昕 许" userId="a2975fcd840abfc3" providerId="LiveId" clId="{49CCD4F9-177C-4270-9A14-60236FF377E8}" dt="2026-04-23T04:33:21.141" v="10230" actId="1076"/>
          <ac:grpSpMkLst>
            <pc:docMk/>
            <pc:sldMk cId="1311333290" sldId="344"/>
            <ac:grpSpMk id="35" creationId="{A0FC90AC-AD63-AD40-82D3-63DACE66D0D7}"/>
          </ac:grpSpMkLst>
        </pc:grpChg>
        <pc:grpChg chg="add mod">
          <ac:chgData name="昕 许" userId="a2975fcd840abfc3" providerId="LiveId" clId="{49CCD4F9-177C-4270-9A14-60236FF377E8}" dt="2026-04-23T04:40:45.309" v="10411"/>
          <ac:grpSpMkLst>
            <pc:docMk/>
            <pc:sldMk cId="1311333290" sldId="344"/>
            <ac:grpSpMk id="44" creationId="{D4760FFA-0CD6-B3DC-AAC8-C616B35EC1AF}"/>
          </ac:grpSpMkLst>
        </pc:grpChg>
      </pc:sldChg>
      <pc:sldChg chg="addSp delSp modSp add del mod">
        <pc:chgData name="昕 许" userId="a2975fcd840abfc3" providerId="LiveId" clId="{49CCD4F9-177C-4270-9A14-60236FF377E8}" dt="2026-04-30T13:39:23.072" v="11591" actId="47"/>
        <pc:sldMkLst>
          <pc:docMk/>
          <pc:sldMk cId="126704408" sldId="345"/>
        </pc:sldMkLst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44" creationId="{C10C6E86-EE5F-211F-4336-1F3F65E3101A}"/>
          </ac:spMkLst>
        </pc:spChg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58" creationId="{2D9B72B8-6C24-DF30-8024-AC28C2F6E722}"/>
          </ac:spMkLst>
        </pc:spChg>
        <pc:grpChg chg="mod">
          <ac:chgData name="昕 许" userId="a2975fcd840abfc3" providerId="LiveId" clId="{49CCD4F9-177C-4270-9A14-60236FF377E8}" dt="2026-04-23T04:33:28.550" v="10233" actId="1076"/>
          <ac:grpSpMkLst>
            <pc:docMk/>
            <pc:sldMk cId="126704408" sldId="345"/>
            <ac:grpSpMk id="35" creationId="{B89068D6-4D3B-9793-C585-BBA04194A3A5}"/>
          </ac:grpSpMkLst>
        </pc:grpChg>
        <pc:grpChg chg="add mod">
          <ac:chgData name="昕 许" userId="a2975fcd840abfc3" providerId="LiveId" clId="{49CCD4F9-177C-4270-9A14-60236FF377E8}" dt="2026-04-23T04:40:47.995" v="10413"/>
          <ac:grpSpMkLst>
            <pc:docMk/>
            <pc:sldMk cId="126704408" sldId="345"/>
            <ac:grpSpMk id="42" creationId="{A87BC20B-A2E3-0FB0-D5B8-BC1226227118}"/>
          </ac:grpSpMkLst>
        </pc:grpChg>
      </pc:sldChg>
      <pc:sldChg chg="addSp delSp modSp add del mod">
        <pc:chgData name="昕 许" userId="a2975fcd840abfc3" providerId="LiveId" clId="{49CCD4F9-177C-4270-9A14-60236FF377E8}" dt="2026-04-30T13:39:23.371" v="11592" actId="47"/>
        <pc:sldMkLst>
          <pc:docMk/>
          <pc:sldMk cId="1187665401" sldId="346"/>
        </pc:sldMkLst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44" creationId="{EFCA98C9-167B-9489-946A-D5C6EC477D0F}"/>
          </ac:spMkLst>
        </pc:spChg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58" creationId="{098F3A06-A493-DBE3-F76E-A1EB22CC542E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0" creationId="{E024FD29-F67D-723B-325C-8E477C302A5D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1" creationId="{A0CBEE7D-0AD7-70FE-DD88-4BD1D4E359E5}"/>
          </ac:spMkLst>
        </pc:spChg>
        <pc:grpChg chg="mod">
          <ac:chgData name="昕 许" userId="a2975fcd840abfc3" providerId="LiveId" clId="{49CCD4F9-177C-4270-9A14-60236FF377E8}" dt="2026-04-23T04:33:39.853" v="10239" actId="1076"/>
          <ac:grpSpMkLst>
            <pc:docMk/>
            <pc:sldMk cId="1187665401" sldId="346"/>
            <ac:grpSpMk id="24" creationId="{5523F4D0-5B97-4278-51EE-E972BEA5AF12}"/>
          </ac:grpSpMkLst>
        </pc:grpChg>
        <pc:grpChg chg="add mod">
          <ac:chgData name="昕 许" userId="a2975fcd840abfc3" providerId="LiveId" clId="{49CCD4F9-177C-4270-9A14-60236FF377E8}" dt="2026-04-23T04:33:44.198" v="10240" actId="1076"/>
          <ac:grpSpMkLst>
            <pc:docMk/>
            <pc:sldMk cId="1187665401" sldId="346"/>
            <ac:grpSpMk id="42" creationId="{4C06D7DB-BF96-C4CC-AC4E-BC45E9EAD213}"/>
          </ac:grpSpMkLst>
        </pc:grpChg>
        <pc:grpChg chg="add mod">
          <ac:chgData name="昕 许" userId="a2975fcd840abfc3" providerId="LiveId" clId="{49CCD4F9-177C-4270-9A14-60236FF377E8}" dt="2026-04-23T04:40:50.508" v="10415"/>
          <ac:grpSpMkLst>
            <pc:docMk/>
            <pc:sldMk cId="1187665401" sldId="346"/>
            <ac:grpSpMk id="59" creationId="{395BA1D2-7DF7-D841-312C-8DCC394DD287}"/>
          </ac:grpSpMkLst>
        </pc:grpChg>
      </pc:sldChg>
      <pc:sldChg chg="addSp delSp modSp add del mod">
        <pc:chgData name="昕 许" userId="a2975fcd840abfc3" providerId="LiveId" clId="{49CCD4F9-177C-4270-9A14-60236FF377E8}" dt="2026-04-30T13:39:23.543" v="11593" actId="47"/>
        <pc:sldMkLst>
          <pc:docMk/>
          <pc:sldMk cId="2857091337" sldId="347"/>
        </pc:sldMkLst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0" creationId="{7DB66926-E294-B569-1226-4AB59DF3B546}"/>
          </ac:spMkLst>
        </pc:spChg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1" creationId="{808802C0-9089-894D-543F-45D62A4CC05C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3" creationId="{C055A43E-03D0-186B-9694-E52923862365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4" creationId="{AAEDD27E-207F-B1F7-0504-D2419D527E1D}"/>
          </ac:spMkLst>
        </pc:spChg>
        <pc:grpChg chg="add mod">
          <ac:chgData name="昕 许" userId="a2975fcd840abfc3" providerId="LiveId" clId="{49CCD4F9-177C-4270-9A14-60236FF377E8}" dt="2026-04-23T04:33:53.667" v="10243" actId="1076"/>
          <ac:grpSpMkLst>
            <pc:docMk/>
            <pc:sldMk cId="2857091337" sldId="347"/>
            <ac:grpSpMk id="59" creationId="{8324E84B-A89F-0526-BFE8-7894DB033F88}"/>
          </ac:grpSpMkLst>
        </pc:grpChg>
        <pc:grpChg chg="add mod">
          <ac:chgData name="昕 许" userId="a2975fcd840abfc3" providerId="LiveId" clId="{49CCD4F9-177C-4270-9A14-60236FF377E8}" dt="2026-04-23T04:40:53.399" v="10417"/>
          <ac:grpSpMkLst>
            <pc:docMk/>
            <pc:sldMk cId="2857091337" sldId="347"/>
            <ac:grpSpMk id="62" creationId="{F53B3FAF-FCB3-47A7-2941-A759C8AF0545}"/>
          </ac:grpSpMkLst>
        </pc:grpChg>
      </pc:sldChg>
      <pc:sldChg chg="modSp add del mod">
        <pc:chgData name="昕 许" userId="a2975fcd840abfc3" providerId="LiveId" clId="{49CCD4F9-177C-4270-9A14-60236FF377E8}" dt="2026-04-30T13:39:23.686" v="11594" actId="47"/>
        <pc:sldMkLst>
          <pc:docMk/>
          <pc:sldMk cId="1105811415" sldId="348"/>
        </pc:sldMkLst>
        <pc:spChg chg="mod">
          <ac:chgData name="昕 许" userId="a2975fcd840abfc3" providerId="LiveId" clId="{49CCD4F9-177C-4270-9A14-60236FF377E8}" dt="2026-04-23T04:41:01.831" v="10420" actId="208"/>
          <ac:spMkLst>
            <pc:docMk/>
            <pc:sldMk cId="1105811415" sldId="348"/>
            <ac:spMk id="52" creationId="{C9B93D84-5C93-F283-C42C-41A850341832}"/>
          </ac:spMkLst>
        </pc:spChg>
        <pc:spChg chg="mod">
          <ac:chgData name="昕 许" userId="a2975fcd840abfc3" providerId="LiveId" clId="{49CCD4F9-177C-4270-9A14-60236FF377E8}" dt="2026-04-23T04:40:58.605" v="10419" actId="208"/>
          <ac:spMkLst>
            <pc:docMk/>
            <pc:sldMk cId="1105811415" sldId="348"/>
            <ac:spMk id="53" creationId="{520AD54E-79B8-80D8-C104-E8FEFDAA6FC1}"/>
          </ac:spMkLst>
        </pc:spChg>
        <pc:grpChg chg="mod">
          <ac:chgData name="昕 许" userId="a2975fcd840abfc3" providerId="LiveId" clId="{49CCD4F9-177C-4270-9A14-60236FF377E8}" dt="2026-04-23T04:33:59.349" v="10246" actId="1076"/>
          <ac:grpSpMkLst>
            <pc:docMk/>
            <pc:sldMk cId="1105811415" sldId="348"/>
            <ac:grpSpMk id="54" creationId="{BCC1C6B8-EB63-FFAA-2331-FEE389509B76}"/>
          </ac:grpSpMkLst>
        </pc:grpChg>
        <pc:grpChg chg="mod">
          <ac:chgData name="昕 许" userId="a2975fcd840abfc3" providerId="LiveId" clId="{49CCD4F9-177C-4270-9A14-60236FF377E8}" dt="2026-04-23T04:34:01.866" v="10247" actId="1076"/>
          <ac:grpSpMkLst>
            <pc:docMk/>
            <pc:sldMk cId="1105811415" sldId="348"/>
            <ac:grpSpMk id="59" creationId="{034F3DBB-6A1E-CD2A-239A-79B253854E84}"/>
          </ac:grpSpMkLst>
        </pc:grpChg>
      </pc:sldChg>
      <pc:sldChg chg="addSp delSp modSp add del mod">
        <pc:chgData name="昕 许" userId="a2975fcd840abfc3" providerId="LiveId" clId="{49CCD4F9-177C-4270-9A14-60236FF377E8}" dt="2026-04-30T13:39:24.198" v="11595" actId="47"/>
        <pc:sldMkLst>
          <pc:docMk/>
          <pc:sldMk cId="3801663565" sldId="349"/>
        </pc:sldMkLst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2" creationId="{592FA955-7D81-DA54-78E8-40ECC22E47EB}"/>
          </ac:spMkLst>
        </pc:spChg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3" creationId="{E65405E4-A826-BCC1-8FA4-0CBD6F610F02}"/>
          </ac:spMkLst>
        </pc:spChg>
        <pc:grpChg chg="add mod">
          <ac:chgData name="昕 许" userId="a2975fcd840abfc3" providerId="LiveId" clId="{49CCD4F9-177C-4270-9A14-60236FF377E8}" dt="2026-04-23T04:41:05.961" v="10422"/>
          <ac:grpSpMkLst>
            <pc:docMk/>
            <pc:sldMk cId="3801663565" sldId="349"/>
            <ac:grpSpMk id="51" creationId="{5A8DE228-3861-D7F7-7A64-DAA89D9D13D4}"/>
          </ac:grpSpMkLst>
        </pc:grp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49" creationId="{A437411B-056B-BECE-7859-B4A4C1537585}"/>
          </ac:cxnSpMkLst>
        </pc:cxn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50" creationId="{CEFC8086-D9F9-4DB9-8B89-0A17F77EB66E}"/>
          </ac:cxnSpMkLst>
        </pc:cxnChg>
      </pc:sldChg>
      <pc:sldChg chg="addSp delSp modSp add del mod">
        <pc:chgData name="昕 许" userId="a2975fcd840abfc3" providerId="LiveId" clId="{49CCD4F9-177C-4270-9A14-60236FF377E8}" dt="2026-04-30T13:39:24.254" v="11596" actId="47"/>
        <pc:sldMkLst>
          <pc:docMk/>
          <pc:sldMk cId="4090518086" sldId="350"/>
        </pc:sldMkLst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2" creationId="{EC77E16D-4956-26FC-A005-2A9710067DB9}"/>
          </ac:spMkLst>
        </pc:spChg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3" creationId="{0ACC4B19-87B0-45CC-A0DC-E51020DEE027}"/>
          </ac:spMkLst>
        </pc:spChg>
        <pc:grpChg chg="mod">
          <ac:chgData name="昕 许" userId="a2975fcd840abfc3" providerId="LiveId" clId="{49CCD4F9-177C-4270-9A14-60236FF377E8}" dt="2026-04-23T04:35:29.998" v="10252" actId="1076"/>
          <ac:grpSpMkLst>
            <pc:docMk/>
            <pc:sldMk cId="4090518086" sldId="350"/>
            <ac:grpSpMk id="35" creationId="{79EFA1F3-2D68-916E-5F06-4B72A78C3C00}"/>
          </ac:grpSpMkLst>
        </pc:grpChg>
        <pc:grpChg chg="add mod">
          <ac:chgData name="昕 许" userId="a2975fcd840abfc3" providerId="LiveId" clId="{49CCD4F9-177C-4270-9A14-60236FF377E8}" dt="2026-04-23T04:41:08.079" v="10424"/>
          <ac:grpSpMkLst>
            <pc:docMk/>
            <pc:sldMk cId="4090518086" sldId="350"/>
            <ac:grpSpMk id="51" creationId="{06122685-B5ED-59CB-7656-9AE7824F7A2E}"/>
          </ac:grpSpMkLst>
        </pc:grpChg>
      </pc:sldChg>
      <pc:sldChg chg="addSp delSp modSp add del mod">
        <pc:chgData name="昕 许" userId="a2975fcd840abfc3" providerId="LiveId" clId="{49CCD4F9-177C-4270-9A14-60236FF377E8}" dt="2026-04-30T13:39:24.312" v="11597" actId="47"/>
        <pc:sldMkLst>
          <pc:docMk/>
          <pc:sldMk cId="683976196" sldId="351"/>
        </pc:sldMkLst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2" creationId="{F8959A75-0C05-4BEC-49A3-81C0FDC6BB9E}"/>
          </ac:spMkLst>
        </pc:spChg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3" creationId="{22C6D24B-CB24-1FBC-D2AD-3908929982DD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5" creationId="{8E31CA17-B59F-9693-94F6-827397A2A040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6" creationId="{DF418E69-97F3-A441-F474-FD1F50EBDDC3}"/>
          </ac:spMkLst>
        </pc:spChg>
        <pc:grpChg chg="add mod">
          <ac:chgData name="昕 许" userId="a2975fcd840abfc3" providerId="LiveId" clId="{49CCD4F9-177C-4270-9A14-60236FF377E8}" dt="2026-04-23T04:35:35.762" v="10255" actId="1076"/>
          <ac:grpSpMkLst>
            <pc:docMk/>
            <pc:sldMk cId="683976196" sldId="351"/>
            <ac:grpSpMk id="51" creationId="{D3589BFE-A03A-2948-4709-F862671F86DD}"/>
          </ac:grpSpMkLst>
        </pc:grpChg>
        <pc:grpChg chg="add mod">
          <ac:chgData name="昕 许" userId="a2975fcd840abfc3" providerId="LiveId" clId="{49CCD4F9-177C-4270-9A14-60236FF377E8}" dt="2026-04-23T04:41:10.066" v="10426"/>
          <ac:grpSpMkLst>
            <pc:docMk/>
            <pc:sldMk cId="683976196" sldId="351"/>
            <ac:grpSpMk id="64" creationId="{DB130B42-354F-14B3-4592-550FED7C9CFE}"/>
          </ac:grpSpMkLst>
        </pc:grpChg>
      </pc:sldChg>
      <pc:sldChg chg="addSp delSp modSp add del mod">
        <pc:chgData name="昕 许" userId="a2975fcd840abfc3" providerId="LiveId" clId="{49CCD4F9-177C-4270-9A14-60236FF377E8}" dt="2026-04-30T13:39:24.368" v="11598" actId="47"/>
        <pc:sldMkLst>
          <pc:docMk/>
          <pc:sldMk cId="1976370940" sldId="352"/>
        </pc:sldMkLst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5" creationId="{31D5B8AB-0E52-1C03-2BC7-F776D1FEAC24}"/>
          </ac:spMkLst>
        </pc:spChg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6" creationId="{EFD5C1BE-8F56-A4FE-10A8-AF4A2D20FDDE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8" creationId="{77B6A002-DBC3-FF25-BE70-EF94170D5F61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9" creationId="{7A3EA866-F4B5-EEC7-7CBC-397C5916543A}"/>
          </ac:spMkLst>
        </pc:spChg>
        <pc:grpChg chg="add mod">
          <ac:chgData name="昕 许" userId="a2975fcd840abfc3" providerId="LiveId" clId="{49CCD4F9-177C-4270-9A14-60236FF377E8}" dt="2026-04-23T04:35:40.534" v="10258" actId="1076"/>
          <ac:grpSpMkLst>
            <pc:docMk/>
            <pc:sldMk cId="1976370940" sldId="352"/>
            <ac:grpSpMk id="64" creationId="{825E91E7-6D78-12B7-A80C-8DE72AF330EB}"/>
          </ac:grpSpMkLst>
        </pc:grpChg>
        <pc:grpChg chg="add mod">
          <ac:chgData name="昕 许" userId="a2975fcd840abfc3" providerId="LiveId" clId="{49CCD4F9-177C-4270-9A14-60236FF377E8}" dt="2026-04-23T04:41:12.228" v="10428"/>
          <ac:grpSpMkLst>
            <pc:docMk/>
            <pc:sldMk cId="1976370940" sldId="352"/>
            <ac:grpSpMk id="67" creationId="{A0F9D434-64AA-0C1A-259C-ACF4AE07A08D}"/>
          </ac:grpSpMkLst>
        </pc:grpChg>
      </pc:sldChg>
      <pc:sldChg chg="addSp delSp modSp add del mod">
        <pc:chgData name="昕 许" userId="a2975fcd840abfc3" providerId="LiveId" clId="{49CCD4F9-177C-4270-9A14-60236FF377E8}" dt="2026-04-30T13:39:24.445" v="11599" actId="47"/>
        <pc:sldMkLst>
          <pc:docMk/>
          <pc:sldMk cId="1544611831" sldId="353"/>
        </pc:sldMkLst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5" creationId="{798077B6-DA23-8DA2-C555-711A2D01F552}"/>
          </ac:spMkLst>
        </pc:spChg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6" creationId="{6F2D1991-1AA9-55D5-0D46-3563DED8D29F}"/>
          </ac:spMkLst>
        </pc:spChg>
        <pc:grpChg chg="add mod">
          <ac:chgData name="昕 许" userId="a2975fcd840abfc3" providerId="LiveId" clId="{49CCD4F9-177C-4270-9A14-60236FF377E8}" dt="2026-04-23T04:41:14.308" v="10430"/>
          <ac:grpSpMkLst>
            <pc:docMk/>
            <pc:sldMk cId="1544611831" sldId="353"/>
            <ac:grpSpMk id="54" creationId="{274FE7C3-C409-B4A5-309D-777457BD3CA4}"/>
          </ac:grpSpMkLst>
        </pc:grpChg>
        <pc:grpChg chg="mod">
          <ac:chgData name="昕 许" userId="a2975fcd840abfc3" providerId="LiveId" clId="{49CCD4F9-177C-4270-9A14-60236FF377E8}" dt="2026-04-23T04:35:46.861" v="10261" actId="1076"/>
          <ac:grpSpMkLst>
            <pc:docMk/>
            <pc:sldMk cId="1544611831" sldId="353"/>
            <ac:grpSpMk id="59" creationId="{78E11839-E64E-32B1-9F84-F4294479BD80}"/>
          </ac:grpSpMkLst>
        </pc:grpChg>
        <pc:grpChg chg="mod">
          <ac:chgData name="昕 许" userId="a2975fcd840abfc3" providerId="LiveId" clId="{49CCD4F9-177C-4270-9A14-60236FF377E8}" dt="2026-04-23T04:35:49.559" v="10262" actId="1076"/>
          <ac:grpSpMkLst>
            <pc:docMk/>
            <pc:sldMk cId="1544611831" sldId="353"/>
            <ac:grpSpMk id="64" creationId="{D74C5161-EF03-CBB3-83FE-55E97E00615C}"/>
          </ac:grpSpMkLst>
        </pc:grpChg>
      </pc:sldChg>
      <pc:sldChg chg="addSp delSp modSp add del mod">
        <pc:chgData name="昕 许" userId="a2975fcd840abfc3" providerId="LiveId" clId="{49CCD4F9-177C-4270-9A14-60236FF377E8}" dt="2026-04-30T13:39:24.507" v="11600" actId="47"/>
        <pc:sldMkLst>
          <pc:docMk/>
          <pc:sldMk cId="636473752" sldId="354"/>
        </pc:sldMkLst>
        <pc:spChg chg="mod">
          <ac:chgData name="昕 许" userId="a2975fcd840abfc3" providerId="LiveId" clId="{49CCD4F9-177C-4270-9A14-60236FF377E8}" dt="2026-04-23T04:41:20.931" v="10431" actId="208"/>
          <ac:spMkLst>
            <pc:docMk/>
            <pc:sldMk cId="636473752" sldId="354"/>
            <ac:spMk id="44" creationId="{8F608933-1205-F56B-4620-944CC97F8EB2}"/>
          </ac:spMkLst>
        </pc:spChg>
        <pc:grpChg chg="mod">
          <ac:chgData name="昕 许" userId="a2975fcd840abfc3" providerId="LiveId" clId="{49CCD4F9-177C-4270-9A14-60236FF377E8}" dt="2026-04-23T04:35:53.552" v="10264" actId="1076"/>
          <ac:grpSpMkLst>
            <pc:docMk/>
            <pc:sldMk cId="636473752" sldId="354"/>
            <ac:grpSpMk id="35" creationId="{970AB2B6-FD48-7B95-8A13-BAF297F4EDCE}"/>
          </ac:grpSpMkLst>
        </pc:grpChg>
      </pc:sldChg>
      <pc:sldChg chg="delSp modSp add del mod">
        <pc:chgData name="昕 许" userId="a2975fcd840abfc3" providerId="LiveId" clId="{49CCD4F9-177C-4270-9A14-60236FF377E8}" dt="2026-04-30T13:39:25.561" v="11602" actId="47"/>
        <pc:sldMkLst>
          <pc:docMk/>
          <pc:sldMk cId="2754165984" sldId="355"/>
        </pc:sldMkLst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27" creationId="{1018EA1A-C149-1302-2AA7-E186A2B70088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39" creationId="{3F2F0CC9-A847-EC42-4A99-5F4E490BC7F7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2" creationId="{F7381462-623D-1E22-B4C6-1B43A3309E39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5" creationId="{F9DFFC64-1E4C-6AEC-3C2D-6F97BD3ED415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8" creationId="{C9148A6D-2A20-3FAA-70D2-EBE38BFB27B2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51" creationId="{DCAB6FF8-8D2F-A2EB-54C4-9C0D1E036189}"/>
          </ac:grpSpMkLst>
        </pc:grp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7" creationId="{4E61A2E7-3B4E-7F19-6826-9C31F5231432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8" creationId="{6F92C857-96E0-F1DB-C818-7685AD60DA77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3" creationId="{B85E1957-B838-6037-AD59-5A4BA1AF66F5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9" creationId="{991EABE1-F120-B004-3DF5-E3A7269F2068}"/>
          </ac:cxnSpMkLst>
        </pc:cxnChg>
      </pc:sldChg>
      <pc:sldChg chg="delSp modSp add del mod">
        <pc:chgData name="昕 许" userId="a2975fcd840abfc3" providerId="LiveId" clId="{49CCD4F9-177C-4270-9A14-60236FF377E8}" dt="2026-04-30T13:39:21.167" v="11576" actId="47"/>
        <pc:sldMkLst>
          <pc:docMk/>
          <pc:sldMk cId="577621370" sldId="356"/>
        </pc:sldMkLst>
        <pc:spChg chg="mod">
          <ac:chgData name="昕 许" userId="a2975fcd840abfc3" providerId="LiveId" clId="{49CCD4F9-177C-4270-9A14-60236FF377E8}" dt="2026-04-23T04:39:38.653" v="10386" actId="208"/>
          <ac:spMkLst>
            <pc:docMk/>
            <pc:sldMk cId="577621370" sldId="356"/>
            <ac:spMk id="32" creationId="{FF4B5964-BCBF-918A-5AF5-152D4F08DA34}"/>
          </ac:spMkLst>
        </pc:spChg>
      </pc:sldChg>
      <pc:sldChg chg="add del">
        <pc:chgData name="昕 许" userId="a2975fcd840abfc3" providerId="LiveId" clId="{49CCD4F9-177C-4270-9A14-60236FF377E8}" dt="2026-04-30T13:39:25.133" v="11601" actId="47"/>
        <pc:sldMkLst>
          <pc:docMk/>
          <pc:sldMk cId="1866751662" sldId="357"/>
        </pc:sldMkLst>
      </pc:sldChg>
      <pc:sldChg chg="addSp delSp modSp add mod ord">
        <pc:chgData name="昕 许" userId="a2975fcd840abfc3" providerId="LiveId" clId="{49CCD4F9-177C-4270-9A14-60236FF377E8}" dt="2026-04-30T13:39:15.829" v="11558" actId="1076"/>
        <pc:sldMkLst>
          <pc:docMk/>
          <pc:sldMk cId="1671019689" sldId="358"/>
        </pc:sldMkLst>
        <pc:spChg chg="add del mod">
          <ac:chgData name="昕 许" userId="a2975fcd840abfc3" providerId="LiveId" clId="{49CCD4F9-177C-4270-9A14-60236FF377E8}" dt="2026-04-30T13:19:51.222" v="11398" actId="21"/>
          <ac:spMkLst>
            <pc:docMk/>
            <pc:sldMk cId="1671019689" sldId="358"/>
            <ac:spMk id="2" creationId="{2C18DD4C-38A6-CEE1-16C8-E0D13F0E54DF}"/>
          </ac:spMkLst>
        </pc:spChg>
        <pc:spChg chg="add del mod">
          <ac:chgData name="昕 许" userId="a2975fcd840abfc3" providerId="LiveId" clId="{49CCD4F9-177C-4270-9A14-60236FF377E8}" dt="2026-04-30T13:19:51.222" v="11398" actId="21"/>
          <ac:spMkLst>
            <pc:docMk/>
            <pc:sldMk cId="1671019689" sldId="358"/>
            <ac:spMk id="3" creationId="{7E71D419-5EA2-73AD-E3B3-721E715C82E2}"/>
          </ac:spMkLst>
        </pc:spChg>
        <pc:spChg chg="add del mod">
          <ac:chgData name="昕 许" userId="a2975fcd840abfc3" providerId="LiveId" clId="{49CCD4F9-177C-4270-9A14-60236FF377E8}" dt="2026-04-30T13:19:51.222" v="11398" actId="21"/>
          <ac:spMkLst>
            <pc:docMk/>
            <pc:sldMk cId="1671019689" sldId="358"/>
            <ac:spMk id="4" creationId="{18ED470E-1554-6EAA-002D-CF83DD52FC86}"/>
          </ac:spMkLst>
        </pc:spChg>
        <pc:spChg chg="mod">
          <ac:chgData name="昕 许" userId="a2975fcd840abfc3" providerId="LiveId" clId="{49CCD4F9-177C-4270-9A14-60236FF377E8}" dt="2026-04-30T13:19:40.047" v="11396"/>
          <ac:spMkLst>
            <pc:docMk/>
            <pc:sldMk cId="1671019689" sldId="358"/>
            <ac:spMk id="8" creationId="{F7C14FE1-0BF2-6CB8-01FC-BAACDEF30026}"/>
          </ac:spMkLst>
        </pc:spChg>
        <pc:spChg chg="mod">
          <ac:chgData name="昕 许" userId="a2975fcd840abfc3" providerId="LiveId" clId="{49CCD4F9-177C-4270-9A14-60236FF377E8}" dt="2026-04-30T13:19:40.047" v="11396"/>
          <ac:spMkLst>
            <pc:docMk/>
            <pc:sldMk cId="1671019689" sldId="358"/>
            <ac:spMk id="9" creationId="{7C0AD0C2-11D1-CF83-1FFF-B05CE82DE40D}"/>
          </ac:spMkLst>
        </pc:spChg>
        <pc:spChg chg="mod">
          <ac:chgData name="昕 许" userId="a2975fcd840abfc3" providerId="LiveId" clId="{49CCD4F9-177C-4270-9A14-60236FF377E8}" dt="2026-04-30T13:19:56.451" v="11402" actId="164"/>
          <ac:spMkLst>
            <pc:docMk/>
            <pc:sldMk cId="1671019689" sldId="358"/>
            <ac:spMk id="10" creationId="{2C18DD4C-38A6-CEE1-16C8-E0D13F0E54DF}"/>
          </ac:spMkLst>
        </pc:spChg>
        <pc:spChg chg="mod">
          <ac:chgData name="昕 许" userId="a2975fcd840abfc3" providerId="LiveId" clId="{49CCD4F9-177C-4270-9A14-60236FF377E8}" dt="2026-04-30T13:19:56.451" v="11402" actId="164"/>
          <ac:spMkLst>
            <pc:docMk/>
            <pc:sldMk cId="1671019689" sldId="358"/>
            <ac:spMk id="11" creationId="{7E71D419-5EA2-73AD-E3B3-721E715C82E2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13" creationId="{18ED470E-1554-6EAA-002D-CF83DD52FC86}"/>
          </ac:spMkLst>
        </pc:spChg>
        <pc:spChg chg="add del mod">
          <ac:chgData name="昕 许" userId="a2975fcd840abfc3" providerId="LiveId" clId="{49CCD4F9-177C-4270-9A14-60236FF377E8}" dt="2026-04-30T13:19:51.222" v="11398" actId="21"/>
          <ac:spMkLst>
            <pc:docMk/>
            <pc:sldMk cId="1671019689" sldId="358"/>
            <ac:spMk id="20" creationId="{069FB7E6-CDCE-D92A-19E9-928C122003C9}"/>
          </ac:spMkLst>
        </pc:spChg>
        <pc:spChg chg="add del mod">
          <ac:chgData name="昕 许" userId="a2975fcd840abfc3" providerId="LiveId" clId="{49CCD4F9-177C-4270-9A14-60236FF377E8}" dt="2026-04-30T13:19:51.222" v="11398" actId="21"/>
          <ac:spMkLst>
            <pc:docMk/>
            <pc:sldMk cId="1671019689" sldId="358"/>
            <ac:spMk id="21" creationId="{AC377E75-618A-5811-D644-860041E733FB}"/>
          </ac:spMkLst>
        </pc:spChg>
        <pc:spChg chg="add del mod">
          <ac:chgData name="昕 许" userId="a2975fcd840abfc3" providerId="LiveId" clId="{49CCD4F9-177C-4270-9A14-60236FF377E8}" dt="2026-04-30T13:19:51.222" v="11398" actId="21"/>
          <ac:spMkLst>
            <pc:docMk/>
            <pc:sldMk cId="1671019689" sldId="358"/>
            <ac:spMk id="22" creationId="{8666C1DF-8DE9-E045-5124-5216961A4271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6" creationId="{069FB7E6-CDCE-D92A-19E9-928C122003C9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7" creationId="{AC377E75-618A-5811-D644-860041E733FB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8" creationId="{8666C1DF-8DE9-E045-5124-5216961A4271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30" creationId="{80FB5786-7E05-DA08-62BE-F6F2079D7DD7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31" creationId="{5C58903B-1296-62A9-0B6F-2B243D4AD34B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4" creationId="{C89A550D-F3EC-3764-8689-6B92EE396725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8" creationId="{0E1D7854-E5A6-0C9D-223B-CDA29784A7C8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9" creationId="{21C7B4E9-6F8C-B7AC-D2E6-F1FD265D8374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52" creationId="{EA9BE367-2263-8798-3D8F-F391D5B9437C}"/>
          </ac:spMkLst>
        </pc:spChg>
        <pc:spChg chg="add mod">
          <ac:chgData name="昕 许" userId="a2975fcd840abfc3" providerId="LiveId" clId="{49CCD4F9-177C-4270-9A14-60236FF377E8}" dt="2026-04-30T13:27:41.748" v="11411" actId="20577"/>
          <ac:spMkLst>
            <pc:docMk/>
            <pc:sldMk cId="1671019689" sldId="358"/>
            <ac:spMk id="54" creationId="{C3216342-1650-F035-E56C-FCAB98270533}"/>
          </ac:spMkLst>
        </pc:spChg>
        <pc:spChg chg="add mod">
          <ac:chgData name="昕 许" userId="a2975fcd840abfc3" providerId="LiveId" clId="{49CCD4F9-177C-4270-9A14-60236FF377E8}" dt="2026-04-30T13:29:22.537" v="11476" actId="1076"/>
          <ac:spMkLst>
            <pc:docMk/>
            <pc:sldMk cId="1671019689" sldId="358"/>
            <ac:spMk id="55" creationId="{DEBB8493-D883-0D5A-362D-968EE2569C43}"/>
          </ac:spMkLst>
        </pc:spChg>
        <pc:spChg chg="add mod">
          <ac:chgData name="昕 许" userId="a2975fcd840abfc3" providerId="LiveId" clId="{49CCD4F9-177C-4270-9A14-60236FF377E8}" dt="2026-04-30T13:29:18.441" v="11475" actId="1076"/>
          <ac:spMkLst>
            <pc:docMk/>
            <pc:sldMk cId="1671019689" sldId="358"/>
            <ac:spMk id="58" creationId="{17E02EBB-9C5F-3C5B-0061-56EF500D71CC}"/>
          </ac:spMkLst>
        </pc:spChg>
        <pc:spChg chg="add mod">
          <ac:chgData name="昕 许" userId="a2975fcd840abfc3" providerId="LiveId" clId="{49CCD4F9-177C-4270-9A14-60236FF377E8}" dt="2026-04-30T13:29:30.144" v="11478" actId="1076"/>
          <ac:spMkLst>
            <pc:docMk/>
            <pc:sldMk cId="1671019689" sldId="358"/>
            <ac:spMk id="61" creationId="{800B6638-B5F3-CDEC-6873-14030015022A}"/>
          </ac:spMkLst>
        </pc:spChg>
        <pc:spChg chg="add mod">
          <ac:chgData name="昕 许" userId="a2975fcd840abfc3" providerId="LiveId" clId="{49CCD4F9-177C-4270-9A14-60236FF377E8}" dt="2026-04-30T13:29:35.661" v="11480" actId="1076"/>
          <ac:spMkLst>
            <pc:docMk/>
            <pc:sldMk cId="1671019689" sldId="358"/>
            <ac:spMk id="62" creationId="{BAD3E6FF-745B-DD08-4A1E-A77DE318C0D1}"/>
          </ac:spMkLst>
        </pc:spChg>
        <pc:spChg chg="add mod">
          <ac:chgData name="昕 许" userId="a2975fcd840abfc3" providerId="LiveId" clId="{49CCD4F9-177C-4270-9A14-60236FF377E8}" dt="2026-04-30T13:30:00.476" v="11484" actId="693"/>
          <ac:spMkLst>
            <pc:docMk/>
            <pc:sldMk cId="1671019689" sldId="358"/>
            <ac:spMk id="63" creationId="{9AE2DFBC-5FC4-6FD2-6661-315FC284315F}"/>
          </ac:spMkLst>
        </pc:spChg>
        <pc:spChg chg="add del mod">
          <ac:chgData name="昕 许" userId="a2975fcd840abfc3" providerId="LiveId" clId="{49CCD4F9-177C-4270-9A14-60236FF377E8}" dt="2026-04-30T13:30:06.252" v="11487" actId="478"/>
          <ac:spMkLst>
            <pc:docMk/>
            <pc:sldMk cId="1671019689" sldId="358"/>
            <ac:spMk id="64" creationId="{53A24012-0878-5128-32CE-3553103C9868}"/>
          </ac:spMkLst>
        </pc:spChg>
        <pc:spChg chg="add del mod">
          <ac:chgData name="昕 许" userId="a2975fcd840abfc3" providerId="LiveId" clId="{49CCD4F9-177C-4270-9A14-60236FF377E8}" dt="2026-04-30T13:32:35.549" v="11505" actId="478"/>
          <ac:spMkLst>
            <pc:docMk/>
            <pc:sldMk cId="1671019689" sldId="358"/>
            <ac:spMk id="70" creationId="{893040DD-8F9A-AC6C-65F1-E773D5EBE8F6}"/>
          </ac:spMkLst>
        </pc:spChg>
        <pc:spChg chg="del mod topLvl">
          <ac:chgData name="昕 许" userId="a2975fcd840abfc3" providerId="LiveId" clId="{49CCD4F9-177C-4270-9A14-60236FF377E8}" dt="2026-04-30T13:33:01.949" v="11509" actId="478"/>
          <ac:spMkLst>
            <pc:docMk/>
            <pc:sldMk cId="1671019689" sldId="358"/>
            <ac:spMk id="75" creationId="{17F06349-54BB-80FB-A302-59D945FBC8D2}"/>
          </ac:spMkLst>
        </pc:spChg>
        <pc:spChg chg="del mod topLvl">
          <ac:chgData name="昕 许" userId="a2975fcd840abfc3" providerId="LiveId" clId="{49CCD4F9-177C-4270-9A14-60236FF377E8}" dt="2026-04-30T13:33:01.949" v="11509" actId="478"/>
          <ac:spMkLst>
            <pc:docMk/>
            <pc:sldMk cId="1671019689" sldId="358"/>
            <ac:spMk id="77" creationId="{BAC6213B-CCD3-8E53-5320-8BD5B9D87A1D}"/>
          </ac:spMkLst>
        </pc:spChg>
        <pc:spChg chg="mod topLvl">
          <ac:chgData name="昕 许" userId="a2975fcd840abfc3" providerId="LiveId" clId="{49CCD4F9-177C-4270-9A14-60236FF377E8}" dt="2026-04-30T13:33:05.064" v="11510" actId="1076"/>
          <ac:spMkLst>
            <pc:docMk/>
            <pc:sldMk cId="1671019689" sldId="358"/>
            <ac:spMk id="78" creationId="{D3B082E5-684D-3B0F-E5EF-284DF0DF1743}"/>
          </ac:spMkLst>
        </pc:spChg>
        <pc:spChg chg="add mod">
          <ac:chgData name="昕 许" userId="a2975fcd840abfc3" providerId="LiveId" clId="{49CCD4F9-177C-4270-9A14-60236FF377E8}" dt="2026-04-30T13:29:18.441" v="11475" actId="1076"/>
          <ac:spMkLst>
            <pc:docMk/>
            <pc:sldMk cId="1671019689" sldId="358"/>
            <ac:spMk id="79" creationId="{899E46FC-E153-9D04-8209-2D5FD9644545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80" creationId="{C885F0F3-E67E-9F84-D201-80ED0DFCF71D}"/>
          </ac:spMkLst>
        </pc:spChg>
        <pc:spChg chg="add del mod">
          <ac:chgData name="昕 许" userId="a2975fcd840abfc3" providerId="LiveId" clId="{49CCD4F9-177C-4270-9A14-60236FF377E8}" dt="2026-04-30T13:28:12.070" v="11428" actId="478"/>
          <ac:spMkLst>
            <pc:docMk/>
            <pc:sldMk cId="1671019689" sldId="358"/>
            <ac:spMk id="82" creationId="{05873420-5E20-E118-1D5D-4252915C6348}"/>
          </ac:spMkLst>
        </pc:spChg>
        <pc:spChg chg="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84" creationId="{62B5AA96-C47E-CC08-DE77-63639B8A59E6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89" creationId="{CA7410C3-5726-9A43-F7FA-6B2218B7BB9E}"/>
          </ac:spMkLst>
        </pc:spChg>
        <pc:spChg chg="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91" creationId="{B7BD847B-2FA4-4D56-959A-E36C20177229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98" creationId="{63F4A5B5-E5CE-BC83-73A8-33AA21E7D95F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104" creationId="{1FAF69EE-E54C-A84F-D308-9080234172F5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105" creationId="{E7E5D2EB-B9B0-B304-5FD6-0019B7B573C1}"/>
          </ac:spMkLst>
        </pc:spChg>
        <pc:spChg chg="add del mod">
          <ac:chgData name="昕 许" userId="a2975fcd840abfc3" providerId="LiveId" clId="{49CCD4F9-177C-4270-9A14-60236FF377E8}" dt="2026-04-30T13:28:12.070" v="11428" actId="478"/>
          <ac:spMkLst>
            <pc:docMk/>
            <pc:sldMk cId="1671019689" sldId="358"/>
            <ac:spMk id="107" creationId="{5F57AE71-8732-0FC3-B04A-2F7ED3CA8E40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109" creationId="{65151A6D-FE50-E6B7-3139-5442347616CA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110" creationId="{7C3ED5E5-7946-555D-A229-E3731560C71E}"/>
          </ac:spMkLst>
        </pc:spChg>
        <pc:spChg chg="mod">
          <ac:chgData name="昕 许" userId="a2975fcd840abfc3" providerId="LiveId" clId="{49CCD4F9-177C-4270-9A14-60236FF377E8}" dt="2026-04-30T13:32:58.516" v="11508" actId="165"/>
          <ac:spMkLst>
            <pc:docMk/>
            <pc:sldMk cId="1671019689" sldId="358"/>
            <ac:spMk id="112" creationId="{4E7B1E44-430E-5F97-02E5-9A30383F38E1}"/>
          </ac:spMkLst>
        </pc:spChg>
        <pc:spChg chg="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114" creationId="{4D62628B-83BD-7214-C19E-0A527A1C727E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115" creationId="{DE494287-81A2-AE94-9228-1C3EF3BCCA91}"/>
          </ac:spMkLst>
        </pc:spChg>
        <pc:spChg chg="del mod topLvl">
          <ac:chgData name="昕 许" userId="a2975fcd840abfc3" providerId="LiveId" clId="{49CCD4F9-177C-4270-9A14-60236FF377E8}" dt="2026-04-30T13:33:14.972" v="11513" actId="478"/>
          <ac:spMkLst>
            <pc:docMk/>
            <pc:sldMk cId="1671019689" sldId="358"/>
            <ac:spMk id="119" creationId="{A3D845DD-2A6F-98FD-A9BB-4B95082567E8}"/>
          </ac:spMkLst>
        </pc:spChg>
        <pc:spChg chg="del mod topLvl">
          <ac:chgData name="昕 许" userId="a2975fcd840abfc3" providerId="LiveId" clId="{49CCD4F9-177C-4270-9A14-60236FF377E8}" dt="2026-04-30T13:33:14.972" v="11513" actId="478"/>
          <ac:spMkLst>
            <pc:docMk/>
            <pc:sldMk cId="1671019689" sldId="358"/>
            <ac:spMk id="121" creationId="{8AA6CB04-BA09-7A3A-F6CB-226888022EC6}"/>
          </ac:spMkLst>
        </pc:spChg>
        <pc:spChg chg="del mod topLvl">
          <ac:chgData name="昕 许" userId="a2975fcd840abfc3" providerId="LiveId" clId="{49CCD4F9-177C-4270-9A14-60236FF377E8}" dt="2026-04-30T13:33:14.972" v="11513" actId="478"/>
          <ac:spMkLst>
            <pc:docMk/>
            <pc:sldMk cId="1671019689" sldId="358"/>
            <ac:spMk id="122" creationId="{A76A265F-8B9D-085C-32D1-F9C9E750FCB3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23" creationId="{D102FCCC-53BF-99BE-88B7-8823243C4B33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24" creationId="{2506F1D1-19E7-A11D-970E-DB2069230A4A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25" creationId="{503A3105-90F2-5E2F-41C6-A4D2B92B0D28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26" creationId="{259A470F-8725-8CFB-431A-6AB06B052A58}"/>
          </ac:spMkLst>
        </pc:spChg>
        <pc:spChg chg="add del mod">
          <ac:chgData name="昕 许" userId="a2975fcd840abfc3" providerId="LiveId" clId="{49CCD4F9-177C-4270-9A14-60236FF377E8}" dt="2026-04-30T13:28:12.070" v="11428" actId="478"/>
          <ac:spMkLst>
            <pc:docMk/>
            <pc:sldMk cId="1671019689" sldId="358"/>
            <ac:spMk id="128" creationId="{D74085CE-6794-486A-7026-F9601B2F03E3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29" creationId="{14679AAC-B5BF-F210-1B9E-502D2E444B1E}"/>
          </ac:spMkLst>
        </pc:spChg>
        <pc:spChg chg="mod">
          <ac:chgData name="昕 许" userId="a2975fcd840abfc3" providerId="LiveId" clId="{49CCD4F9-177C-4270-9A14-60236FF377E8}" dt="2026-04-30T13:33:07.133" v="11511"/>
          <ac:spMkLst>
            <pc:docMk/>
            <pc:sldMk cId="1671019689" sldId="358"/>
            <ac:spMk id="130" creationId="{6B569E05-2A6C-6851-ACF8-73AB9157B2BF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31" creationId="{2E379F70-DD0D-2693-8DEB-0AF132B8669D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32" creationId="{FE77B135-53E4-ADEE-50A0-D206652650A8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145" creationId="{E947A79A-315C-F509-01AE-7E9D9D63BBD2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146" creationId="{D1BF04B0-3172-AEAF-2865-A9B9B9815A47}"/>
          </ac:spMkLst>
        </pc:spChg>
        <pc:spChg chg="mod">
          <ac:chgData name="昕 许" userId="a2975fcd840abfc3" providerId="LiveId" clId="{49CCD4F9-177C-4270-9A14-60236FF377E8}" dt="2026-04-30T13:34:00.018" v="11520"/>
          <ac:spMkLst>
            <pc:docMk/>
            <pc:sldMk cId="1671019689" sldId="358"/>
            <ac:spMk id="151" creationId="{B992C2C7-A88F-08D1-3D73-B2248783068C}"/>
          </ac:spMkLst>
        </pc:spChg>
        <pc:spChg chg="mod">
          <ac:chgData name="昕 许" userId="a2975fcd840abfc3" providerId="LiveId" clId="{49CCD4F9-177C-4270-9A14-60236FF377E8}" dt="2026-04-30T13:34:11.634" v="11522"/>
          <ac:spMkLst>
            <pc:docMk/>
            <pc:sldMk cId="1671019689" sldId="358"/>
            <ac:spMk id="154" creationId="{CDC70A2C-0382-2EAB-0C3D-FD5614797485}"/>
          </ac:spMkLst>
        </pc:spChg>
        <pc:spChg chg="add mod">
          <ac:chgData name="昕 许" userId="a2975fcd840abfc3" providerId="LiveId" clId="{49CCD4F9-177C-4270-9A14-60236FF377E8}" dt="2026-04-30T13:36:43.397" v="11530" actId="1076"/>
          <ac:spMkLst>
            <pc:docMk/>
            <pc:sldMk cId="1671019689" sldId="358"/>
            <ac:spMk id="158" creationId="{A2DE16D1-50B4-332A-4889-89149D149F8A}"/>
          </ac:spMkLst>
        </pc:spChg>
        <pc:spChg chg="mod">
          <ac:chgData name="昕 许" userId="a2975fcd840abfc3" providerId="LiveId" clId="{49CCD4F9-177C-4270-9A14-60236FF377E8}" dt="2026-04-30T13:37:48.916" v="11554" actId="14100"/>
          <ac:spMkLst>
            <pc:docMk/>
            <pc:sldMk cId="1671019689" sldId="358"/>
            <ac:spMk id="162" creationId="{C0AD7318-6251-33A1-5EEA-9DE39B470253}"/>
          </ac:spMkLst>
        </pc:spChg>
        <pc:spChg chg="mod">
          <ac:chgData name="昕 许" userId="a2975fcd840abfc3" providerId="LiveId" clId="{49CCD4F9-177C-4270-9A14-60236FF377E8}" dt="2026-04-30T13:37:19.362" v="11531"/>
          <ac:spMkLst>
            <pc:docMk/>
            <pc:sldMk cId="1671019689" sldId="358"/>
            <ac:spMk id="182" creationId="{7A97C923-425B-E411-5A96-06708D03B0B7}"/>
          </ac:spMkLst>
        </pc:spChg>
        <pc:spChg chg="mod">
          <ac:chgData name="昕 许" userId="a2975fcd840abfc3" providerId="LiveId" clId="{49CCD4F9-177C-4270-9A14-60236FF377E8}" dt="2026-04-30T13:37:19.362" v="11531"/>
          <ac:spMkLst>
            <pc:docMk/>
            <pc:sldMk cId="1671019689" sldId="358"/>
            <ac:spMk id="183" creationId="{A6CC56B3-0C23-34B2-0927-A774F9F8FC0F}"/>
          </ac:spMkLst>
        </pc:spChg>
        <pc:spChg chg="add mod">
          <ac:chgData name="昕 许" userId="a2975fcd840abfc3" providerId="LiveId" clId="{49CCD4F9-177C-4270-9A14-60236FF377E8}" dt="2026-04-30T13:39:09.987" v="11556" actId="1076"/>
          <ac:spMkLst>
            <pc:docMk/>
            <pc:sldMk cId="1671019689" sldId="358"/>
            <ac:spMk id="184" creationId="{C27CF97B-4323-135D-7EAA-2BFC05482A38}"/>
          </ac:spMkLst>
        </pc:spChg>
        <pc:spChg chg="add mod">
          <ac:chgData name="昕 许" userId="a2975fcd840abfc3" providerId="LiveId" clId="{49CCD4F9-177C-4270-9A14-60236FF377E8}" dt="2026-04-30T13:39:15.829" v="11558" actId="1076"/>
          <ac:spMkLst>
            <pc:docMk/>
            <pc:sldMk cId="1671019689" sldId="358"/>
            <ac:spMk id="185" creationId="{5AC2C913-2ABE-0713-4F4A-15DE1F58BA2E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190" creationId="{35A10AAF-D0EA-7A17-04E7-15B4C904DFD0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192" creationId="{6360F4E3-BF02-32D6-9255-CC269DAF90D2}"/>
          </ac:spMkLst>
        </pc:spChg>
        <pc:spChg chg="add del mod">
          <ac:chgData name="昕 许" userId="a2975fcd840abfc3" providerId="LiveId" clId="{49CCD4F9-177C-4270-9A14-60236FF377E8}" dt="2026-04-30T13:28:10.094" v="11427" actId="478"/>
          <ac:spMkLst>
            <pc:docMk/>
            <pc:sldMk cId="1671019689" sldId="358"/>
            <ac:spMk id="268" creationId="{98AD6FE8-1A35-0233-83FE-C5B49A96282F}"/>
          </ac:spMkLst>
        </pc:spChg>
        <pc:spChg chg="add mod">
          <ac:chgData name="昕 许" userId="a2975fcd840abfc3" providerId="LiveId" clId="{49CCD4F9-177C-4270-9A14-60236FF377E8}" dt="2026-04-30T13:28:18.252" v="11443" actId="20577"/>
          <ac:spMkLst>
            <pc:docMk/>
            <pc:sldMk cId="1671019689" sldId="358"/>
            <ac:spMk id="269" creationId="{7FA35952-9169-5503-F283-BD3B25518BBE}"/>
          </ac:spMkLst>
        </pc:spChg>
        <pc:grpChg chg="add mod">
          <ac:chgData name="昕 许" userId="a2975fcd840abfc3" providerId="LiveId" clId="{49CCD4F9-177C-4270-9A14-60236FF377E8}" dt="2026-04-30T13:19:42.683" v="11397" actId="1076"/>
          <ac:grpSpMkLst>
            <pc:docMk/>
            <pc:sldMk cId="1671019689" sldId="358"/>
            <ac:grpSpMk id="6" creationId="{24607356-D595-4D59-8717-862C43282FBA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29" creationId="{75954BFF-687A-FDB1-7FC5-C7E3349D2E9A}"/>
          </ac:grpSpMkLst>
        </pc:grpChg>
        <pc:grpChg chg="add del mod">
          <ac:chgData name="昕 许" userId="a2975fcd840abfc3" providerId="LiveId" clId="{49CCD4F9-177C-4270-9A14-60236FF377E8}" dt="2026-04-30T13:19:51.222" v="11398" actId="21"/>
          <ac:grpSpMkLst>
            <pc:docMk/>
            <pc:sldMk cId="1671019689" sldId="358"/>
            <ac:grpSpMk id="32" creationId="{3A549A68-5DDF-F4AA-58BF-6B8A992397D7}"/>
          </ac:grpSpMkLst>
        </pc:grpChg>
        <pc:grpChg chg="add del mod">
          <ac:chgData name="昕 许" userId="a2975fcd840abfc3" providerId="LiveId" clId="{49CCD4F9-177C-4270-9A14-60236FF377E8}" dt="2026-04-30T13:19:51.222" v="11398" actId="21"/>
          <ac:grpSpMkLst>
            <pc:docMk/>
            <pc:sldMk cId="1671019689" sldId="358"/>
            <ac:grpSpMk id="33" creationId="{75954BFF-687A-FDB1-7FC5-C7E3349D2E9A}"/>
          </ac:grpSpMkLst>
        </pc:grpChg>
        <pc:grpChg chg="add del mod">
          <ac:chgData name="昕 许" userId="a2975fcd840abfc3" providerId="LiveId" clId="{49CCD4F9-177C-4270-9A14-60236FF377E8}" dt="2026-04-30T13:19:51.222" v="11398" actId="21"/>
          <ac:grpSpMkLst>
            <pc:docMk/>
            <pc:sldMk cId="1671019689" sldId="358"/>
            <ac:grpSpMk id="37" creationId="{E3E098EA-FC28-0A00-FFB0-65B9923CA9DC}"/>
          </ac:grpSpMkLst>
        </pc:grpChg>
        <pc:grpChg chg="add del mod">
          <ac:chgData name="昕 许" userId="a2975fcd840abfc3" providerId="LiveId" clId="{49CCD4F9-177C-4270-9A14-60236FF377E8}" dt="2026-04-30T13:19:51.222" v="11398" actId="21"/>
          <ac:grpSpMkLst>
            <pc:docMk/>
            <pc:sldMk cId="1671019689" sldId="358"/>
            <ac:grpSpMk id="41" creationId="{3652C50E-7A9D-61A3-73E7-CCFBF67453D9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47" creationId="{E3E098EA-FC28-0A00-FFB0-65B9923CA9DC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50" creationId="{3652C50E-7A9D-61A3-73E7-CCFBF67453D9}"/>
          </ac:grpSpMkLst>
        </pc:grpChg>
        <pc:grpChg chg="add mod">
          <ac:chgData name="昕 许" userId="a2975fcd840abfc3" providerId="LiveId" clId="{49CCD4F9-177C-4270-9A14-60236FF377E8}" dt="2026-04-30T13:20:01.358" v="11403" actId="1076"/>
          <ac:grpSpMkLst>
            <pc:docMk/>
            <pc:sldMk cId="1671019689" sldId="358"/>
            <ac:grpSpMk id="53" creationId="{789755E3-6AE2-FB88-D1ED-9CC386BD183C}"/>
          </ac:grpSpMkLst>
        </pc:grpChg>
        <pc:grpChg chg="mod">
          <ac:chgData name="昕 许" userId="a2975fcd840abfc3" providerId="LiveId" clId="{49CCD4F9-177C-4270-9A14-60236FF377E8}" dt="2026-04-30T13:32:58.139" v="11507" actId="1076"/>
          <ac:grpSpMkLst>
            <pc:docMk/>
            <pc:sldMk cId="1671019689" sldId="358"/>
            <ac:grpSpMk id="71" creationId="{D77E7065-EA76-E564-4C38-13040E467BAF}"/>
          </ac:grpSpMkLst>
        </pc:grpChg>
        <pc:grpChg chg="del">
          <ac:chgData name="昕 许" userId="a2975fcd840abfc3" providerId="LiveId" clId="{49CCD4F9-177C-4270-9A14-60236FF377E8}" dt="2026-04-30T13:33:01.949" v="11509" actId="478"/>
          <ac:grpSpMkLst>
            <pc:docMk/>
            <pc:sldMk cId="1671019689" sldId="358"/>
            <ac:grpSpMk id="72" creationId="{19F802FE-866C-5E1F-4595-293A42D5283E}"/>
          </ac:grpSpMkLst>
        </pc:grpChg>
        <pc:grpChg chg="del">
          <ac:chgData name="昕 许" userId="a2975fcd840abfc3" providerId="LiveId" clId="{49CCD4F9-177C-4270-9A14-60236FF377E8}" dt="2026-04-30T13:33:01.949" v="11509" actId="478"/>
          <ac:grpSpMkLst>
            <pc:docMk/>
            <pc:sldMk cId="1671019689" sldId="358"/>
            <ac:grpSpMk id="73" creationId="{75BCF045-E393-A043-3D22-36FC41EEB39E}"/>
          </ac:grpSpMkLst>
        </pc:grpChg>
        <pc:grpChg chg="del">
          <ac:chgData name="昕 许" userId="a2975fcd840abfc3" providerId="LiveId" clId="{49CCD4F9-177C-4270-9A14-60236FF377E8}" dt="2026-04-30T13:33:01.949" v="11509" actId="478"/>
          <ac:grpSpMkLst>
            <pc:docMk/>
            <pc:sldMk cId="1671019689" sldId="358"/>
            <ac:grpSpMk id="74" creationId="{8A9E3D61-AF92-84D5-5BCA-246AE98FB35A}"/>
          </ac:grpSpMkLst>
        </pc:grpChg>
        <pc:grpChg chg="del">
          <ac:chgData name="昕 许" userId="a2975fcd840abfc3" providerId="LiveId" clId="{49CCD4F9-177C-4270-9A14-60236FF377E8}" dt="2026-04-30T13:33:01.949" v="11509" actId="478"/>
          <ac:grpSpMkLst>
            <pc:docMk/>
            <pc:sldMk cId="1671019689" sldId="358"/>
            <ac:grpSpMk id="76" creationId="{87E9AE6F-461D-DC01-AEE9-A6E9FD834816}"/>
          </ac:grpSpMkLst>
        </pc:grpChg>
        <pc:grpChg chg="mod">
          <ac:chgData name="昕 许" userId="a2975fcd840abfc3" providerId="LiveId" clId="{49CCD4F9-177C-4270-9A14-60236FF377E8}" dt="2026-04-30T13:33:20.077" v="11514" actId="1076"/>
          <ac:grpSpMkLst>
            <pc:docMk/>
            <pc:sldMk cId="1671019689" sldId="358"/>
            <ac:grpSpMk id="116" creationId="{D6A6A725-3441-EDF1-3270-587E1A5A1C61}"/>
          </ac:grpSpMkLst>
        </pc:grpChg>
        <pc:grpChg chg="del">
          <ac:chgData name="昕 许" userId="a2975fcd840abfc3" providerId="LiveId" clId="{49CCD4F9-177C-4270-9A14-60236FF377E8}" dt="2026-04-30T13:33:14.972" v="11513" actId="478"/>
          <ac:grpSpMkLst>
            <pc:docMk/>
            <pc:sldMk cId="1671019689" sldId="358"/>
            <ac:grpSpMk id="117" creationId="{03F01197-3E54-9A4A-F8E0-BFC31EB7F9D8}"/>
          </ac:grpSpMkLst>
        </pc:grpChg>
        <pc:grpChg chg="del">
          <ac:chgData name="昕 许" userId="a2975fcd840abfc3" providerId="LiveId" clId="{49CCD4F9-177C-4270-9A14-60236FF377E8}" dt="2026-04-30T13:33:14.972" v="11513" actId="478"/>
          <ac:grpSpMkLst>
            <pc:docMk/>
            <pc:sldMk cId="1671019689" sldId="358"/>
            <ac:grpSpMk id="118" creationId="{C10F1354-04D1-D3BA-B40C-6D524914BE04}"/>
          </ac:grpSpMkLst>
        </pc:grpChg>
        <pc:grpChg chg="del">
          <ac:chgData name="昕 许" userId="a2975fcd840abfc3" providerId="LiveId" clId="{49CCD4F9-177C-4270-9A14-60236FF377E8}" dt="2026-04-30T13:33:14.972" v="11513" actId="478"/>
          <ac:grpSpMkLst>
            <pc:docMk/>
            <pc:sldMk cId="1671019689" sldId="358"/>
            <ac:grpSpMk id="120" creationId="{792231B3-D96C-297E-11B2-A4E7B0FAFA64}"/>
          </ac:grpSpMkLst>
        </pc:grpChg>
        <pc:grpChg chg="add mod">
          <ac:chgData name="昕 许" userId="a2975fcd840abfc3" providerId="LiveId" clId="{49CCD4F9-177C-4270-9A14-60236FF377E8}" dt="2026-04-30T13:34:03.811" v="11521" actId="1076"/>
          <ac:grpSpMkLst>
            <pc:docMk/>
            <pc:sldMk cId="1671019689" sldId="358"/>
            <ac:grpSpMk id="142" creationId="{27013DA9-9E5A-9A29-E73C-1E342C0AF8AD}"/>
          </ac:grpSpMkLst>
        </pc:grpChg>
        <pc:grpChg chg="add mod">
          <ac:chgData name="昕 许" userId="a2975fcd840abfc3" providerId="LiveId" clId="{49CCD4F9-177C-4270-9A14-60236FF377E8}" dt="2026-04-30T13:34:14.002" v="11523" actId="1076"/>
          <ac:grpSpMkLst>
            <pc:docMk/>
            <pc:sldMk cId="1671019689" sldId="358"/>
            <ac:grpSpMk id="152" creationId="{E5FB9DF7-ECAA-2C28-41FE-BC99F5ED9C23}"/>
          </ac:grpSpMkLst>
        </pc:grpChg>
        <pc:grpChg chg="add mod">
          <ac:chgData name="昕 许" userId="a2975fcd840abfc3" providerId="LiveId" clId="{49CCD4F9-177C-4270-9A14-60236FF377E8}" dt="2026-04-30T13:37:45.892" v="11552"/>
          <ac:grpSpMkLst>
            <pc:docMk/>
            <pc:sldMk cId="1671019689" sldId="358"/>
            <ac:grpSpMk id="159" creationId="{600C4CD3-C206-C1F5-2C29-03D2052B5022}"/>
          </ac:grpSpMkLst>
        </pc:grpChg>
        <pc:grpChg chg="add del mod">
          <ac:chgData name="昕 许" userId="a2975fcd840abfc3" providerId="LiveId" clId="{49CCD4F9-177C-4270-9A14-60236FF377E8}" dt="2026-04-30T13:37:22.263" v="11532" actId="478"/>
          <ac:grpSpMkLst>
            <pc:docMk/>
            <pc:sldMk cId="1671019689" sldId="358"/>
            <ac:grpSpMk id="164" creationId="{2ED61FD4-0928-7CCE-4E73-F4F69A1BA5E1}"/>
          </ac:grpSpMkLst>
        </pc:grpChg>
        <pc:picChg chg="add mod">
          <ac:chgData name="昕 许" userId="a2975fcd840abfc3" providerId="LiveId" clId="{49CCD4F9-177C-4270-9A14-60236FF377E8}" dt="2026-04-30T13:29:22.537" v="11476" actId="1076"/>
          <ac:picMkLst>
            <pc:docMk/>
            <pc:sldMk cId="1671019689" sldId="358"/>
            <ac:picMk id="56" creationId="{34C5E03A-BAC9-B6EC-142C-925480762BAD}"/>
          </ac:picMkLst>
        </pc:picChg>
        <pc:picChg chg="add mod">
          <ac:chgData name="昕 许" userId="a2975fcd840abfc3" providerId="LiveId" clId="{49CCD4F9-177C-4270-9A14-60236FF377E8}" dt="2026-04-30T13:29:22.537" v="11476" actId="1076"/>
          <ac:picMkLst>
            <pc:docMk/>
            <pc:sldMk cId="1671019689" sldId="358"/>
            <ac:picMk id="57" creationId="{F0E00CFC-3FEA-6112-F230-E9D55B51FEE3}"/>
          </ac:picMkLst>
        </pc:picChg>
        <pc:cxnChg chg="add mod">
          <ac:chgData name="昕 许" userId="a2975fcd840abfc3" providerId="LiveId" clId="{49CCD4F9-177C-4270-9A14-60236FF377E8}" dt="2026-04-30T13:30:54.854" v="11497" actId="1076"/>
          <ac:cxnSpMkLst>
            <pc:docMk/>
            <pc:sldMk cId="1671019689" sldId="358"/>
            <ac:cxnSpMk id="59" creationId="{09266E40-9619-F0E2-380B-A028FAFBF240}"/>
          </ac:cxnSpMkLst>
        </pc:cxnChg>
        <pc:cxnChg chg="add mod">
          <ac:chgData name="昕 许" userId="a2975fcd840abfc3" providerId="LiveId" clId="{49CCD4F9-177C-4270-9A14-60236FF377E8}" dt="2026-04-30T13:30:57.933" v="11499" actId="1076"/>
          <ac:cxnSpMkLst>
            <pc:docMk/>
            <pc:sldMk cId="1671019689" sldId="358"/>
            <ac:cxnSpMk id="65" creationId="{3DFD5F8D-F941-08B0-5505-7F32521CFC76}"/>
          </ac:cxnSpMkLst>
        </pc:cxnChg>
        <pc:cxnChg chg="add mod">
          <ac:chgData name="昕 许" userId="a2975fcd840abfc3" providerId="LiveId" clId="{49CCD4F9-177C-4270-9A14-60236FF377E8}" dt="2026-04-30T13:32:23.440" v="11501" actId="1076"/>
          <ac:cxnSpMkLst>
            <pc:docMk/>
            <pc:sldMk cId="1671019689" sldId="358"/>
            <ac:cxnSpMk id="67" creationId="{FBFAAA1D-28EB-6ECC-4A91-69531F76E8C6}"/>
          </ac:cxnSpMkLst>
        </pc:cxnChg>
        <pc:cxnChg chg="add mod">
          <ac:chgData name="昕 许" userId="a2975fcd840abfc3" providerId="LiveId" clId="{49CCD4F9-177C-4270-9A14-60236FF377E8}" dt="2026-04-30T13:33:37.887" v="11519" actId="1076"/>
          <ac:cxnSpMkLst>
            <pc:docMk/>
            <pc:sldMk cId="1671019689" sldId="358"/>
            <ac:cxnSpMk id="134" creationId="{D9993A80-7F3A-B004-2D55-BC41AA289280}"/>
          </ac:cxnSpMkLst>
        </pc:cxnChg>
        <pc:cxnChg chg="mod">
          <ac:chgData name="昕 许" userId="a2975fcd840abfc3" providerId="LiveId" clId="{49CCD4F9-177C-4270-9A14-60236FF377E8}" dt="2026-04-30T13:34:00.018" v="11520"/>
          <ac:cxnSpMkLst>
            <pc:docMk/>
            <pc:sldMk cId="1671019689" sldId="358"/>
            <ac:cxnSpMk id="150" creationId="{2394D616-DC08-7820-244B-E681C1041052}"/>
          </ac:cxnSpMkLst>
        </pc:cxnChg>
        <pc:cxnChg chg="mod">
          <ac:chgData name="昕 许" userId="a2975fcd840abfc3" providerId="LiveId" clId="{49CCD4F9-177C-4270-9A14-60236FF377E8}" dt="2026-04-30T13:34:11.634" v="11522"/>
          <ac:cxnSpMkLst>
            <pc:docMk/>
            <pc:sldMk cId="1671019689" sldId="358"/>
            <ac:cxnSpMk id="153" creationId="{044A2344-DA70-D54C-272B-2417DB523282}"/>
          </ac:cxnSpMkLst>
        </pc:cxnChg>
        <pc:cxnChg chg="add mod">
          <ac:chgData name="昕 许" userId="a2975fcd840abfc3" providerId="LiveId" clId="{49CCD4F9-177C-4270-9A14-60236FF377E8}" dt="2026-04-30T13:34:30.209" v="11528" actId="1076"/>
          <ac:cxnSpMkLst>
            <pc:docMk/>
            <pc:sldMk cId="1671019689" sldId="358"/>
            <ac:cxnSpMk id="155" creationId="{44F9D69B-C320-2648-7410-BD61973317DB}"/>
          </ac:cxnSpMkLst>
        </pc:cxnChg>
        <pc:cxnChg chg="mod">
          <ac:chgData name="昕 许" userId="a2975fcd840abfc3" providerId="LiveId" clId="{49CCD4F9-177C-4270-9A14-60236FF377E8}" dt="2026-04-30T13:37:45.892" v="11552"/>
          <ac:cxnSpMkLst>
            <pc:docMk/>
            <pc:sldMk cId="1671019689" sldId="358"/>
            <ac:cxnSpMk id="160" creationId="{D4BEB32B-0E15-81B9-DA51-0F2C424BA0B9}"/>
          </ac:cxnSpMkLst>
        </pc:cxnChg>
        <pc:cxnChg chg="mod">
          <ac:chgData name="昕 许" userId="a2975fcd840abfc3" providerId="LiveId" clId="{49CCD4F9-177C-4270-9A14-60236FF377E8}" dt="2026-04-30T13:37:45.892" v="11552"/>
          <ac:cxnSpMkLst>
            <pc:docMk/>
            <pc:sldMk cId="1671019689" sldId="358"/>
            <ac:cxnSpMk id="161" creationId="{E8D3DA2C-1511-A8DE-AFE1-D03027EFFB73}"/>
          </ac:cxnSpMkLst>
        </pc:cxnChg>
      </pc:sldChg>
      <pc:sldChg chg="addSp delSp modSp add del mod">
        <pc:chgData name="昕 许" userId="a2975fcd840abfc3" providerId="LiveId" clId="{49CCD4F9-177C-4270-9A14-60236FF377E8}" dt="2026-04-30T13:39:19.300" v="11560" actId="47"/>
        <pc:sldMkLst>
          <pc:docMk/>
          <pc:sldMk cId="3189873341" sldId="359"/>
        </pc:sldMkLst>
        <pc:spChg chg="add mod">
          <ac:chgData name="昕 许" userId="a2975fcd840abfc3" providerId="LiveId" clId="{49CCD4F9-177C-4270-9A14-60236FF377E8}" dt="2026-04-26T03:33:59.003" v="11112" actId="1076"/>
          <ac:spMkLst>
            <pc:docMk/>
            <pc:sldMk cId="3189873341" sldId="359"/>
            <ac:spMk id="4" creationId="{4A7954C2-5E30-6FE7-8786-2699D23F528F}"/>
          </ac:spMkLst>
        </pc:spChg>
        <pc:spChg chg="add mod">
          <ac:chgData name="昕 许" userId="a2975fcd840abfc3" providerId="LiveId" clId="{49CCD4F9-177C-4270-9A14-60236FF377E8}" dt="2026-04-26T03:33:59.003" v="11112" actId="1076"/>
          <ac:spMkLst>
            <pc:docMk/>
            <pc:sldMk cId="3189873341" sldId="359"/>
            <ac:spMk id="8" creationId="{0ABB8B70-B7FA-0E3E-F26D-D5FCC3220B56}"/>
          </ac:spMkLst>
        </pc:spChg>
        <pc:spChg chg="mod">
          <ac:chgData name="昕 许" userId="a2975fcd840abfc3" providerId="LiveId" clId="{49CCD4F9-177C-4270-9A14-60236FF377E8}" dt="2026-04-26T03:31:48.026" v="11043" actId="164"/>
          <ac:spMkLst>
            <pc:docMk/>
            <pc:sldMk cId="3189873341" sldId="359"/>
            <ac:spMk id="31" creationId="{C6348F4A-954B-3BB0-C13E-1877CAF80358}"/>
          </ac:spMkLst>
        </pc:spChg>
        <pc:spChg chg="mod">
          <ac:chgData name="昕 许" userId="a2975fcd840abfc3" providerId="LiveId" clId="{49CCD4F9-177C-4270-9A14-60236FF377E8}" dt="2026-04-26T03:31:48.026" v="11043" actId="164"/>
          <ac:spMkLst>
            <pc:docMk/>
            <pc:sldMk cId="3189873341" sldId="359"/>
            <ac:spMk id="32" creationId="{BA402024-C394-29DF-0361-F0394E2E3365}"/>
          </ac:spMkLst>
        </pc:spChg>
        <pc:spChg chg="mod">
          <ac:chgData name="昕 许" userId="a2975fcd840abfc3" providerId="LiveId" clId="{49CCD4F9-177C-4270-9A14-60236FF377E8}" dt="2026-04-26T03:33:03.777" v="11082" actId="20577"/>
          <ac:spMkLst>
            <pc:docMk/>
            <pc:sldMk cId="3189873341" sldId="359"/>
            <ac:spMk id="41" creationId="{F93CCEA3-D452-038E-6C5C-0B46643B3663}"/>
          </ac:spMkLst>
        </pc:spChg>
        <pc:spChg chg="mod">
          <ac:chgData name="昕 许" userId="a2975fcd840abfc3" providerId="LiveId" clId="{49CCD4F9-177C-4270-9A14-60236FF377E8}" dt="2026-04-26T03:33:04.883" v="11083" actId="20577"/>
          <ac:spMkLst>
            <pc:docMk/>
            <pc:sldMk cId="3189873341" sldId="359"/>
            <ac:spMk id="42" creationId="{5D1682B5-5903-2991-0DF6-73DDF2079217}"/>
          </ac:spMkLst>
        </pc:spChg>
        <pc:spChg chg="mod">
          <ac:chgData name="昕 许" userId="a2975fcd840abfc3" providerId="LiveId" clId="{49CCD4F9-177C-4270-9A14-60236FF377E8}" dt="2026-04-26T03:33:06.127" v="11084" actId="20577"/>
          <ac:spMkLst>
            <pc:docMk/>
            <pc:sldMk cId="3189873341" sldId="359"/>
            <ac:spMk id="47" creationId="{B263139F-9B4B-18AA-2EED-259C9A617D38}"/>
          </ac:spMkLst>
        </pc:spChg>
        <pc:spChg chg="mod">
          <ac:chgData name="昕 许" userId="a2975fcd840abfc3" providerId="LiveId" clId="{49CCD4F9-177C-4270-9A14-60236FF377E8}" dt="2026-04-26T03:33:07.653" v="11085" actId="20577"/>
          <ac:spMkLst>
            <pc:docMk/>
            <pc:sldMk cId="3189873341" sldId="359"/>
            <ac:spMk id="51" creationId="{7862C337-A2EF-2250-0F94-BBB9BB81815C}"/>
          </ac:spMkLst>
        </pc:spChg>
        <pc:spChg chg="mod">
          <ac:chgData name="昕 许" userId="a2975fcd840abfc3" providerId="LiveId" clId="{49CCD4F9-177C-4270-9A14-60236FF377E8}" dt="2026-04-26T03:33:08.462" v="11086" actId="20577"/>
          <ac:spMkLst>
            <pc:docMk/>
            <pc:sldMk cId="3189873341" sldId="359"/>
            <ac:spMk id="58" creationId="{9C76E1B9-B337-F3CD-2C17-9FF8613E7D15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68" creationId="{8549E546-6354-FFE9-FA5F-9451385390D2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69" creationId="{F3D579EA-03ED-23A6-9DE8-7C15E8948275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76" creationId="{EEB8AB82-C830-0760-E393-CFAF37916A20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77" creationId="{FDF948D2-B6F5-A752-0793-5165021D7633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78" creationId="{3DF785BA-CB71-47C9-A02E-B755398FA35F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81" creationId="{A82C323A-F39C-740E-B5E6-EE0D0B591143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84" creationId="{2C23A562-7EEF-1751-76D8-BA17496FED55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87" creationId="{114A9437-D357-24DE-4A5E-C6B47B5CB923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91" creationId="{C7B94352-09D1-A42F-2212-D9D314BEF865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92" creationId="{B8652B38-552C-67F9-92B8-1B20DDC235F9}"/>
          </ac:spMkLst>
        </pc:spChg>
        <pc:grpChg chg="add mod">
          <ac:chgData name="昕 许" userId="a2975fcd840abfc3" providerId="LiveId" clId="{49CCD4F9-177C-4270-9A14-60236FF377E8}" dt="2026-04-26T03:33:59.003" v="11112" actId="1076"/>
          <ac:grpSpMkLst>
            <pc:docMk/>
            <pc:sldMk cId="3189873341" sldId="359"/>
            <ac:grpSpMk id="2" creationId="{4A6359AB-45DF-F0E2-065A-B46EBE20BF14}"/>
          </ac:grpSpMkLst>
        </pc:grpChg>
        <pc:grpChg chg="add mod">
          <ac:chgData name="昕 许" userId="a2975fcd840abfc3" providerId="LiveId" clId="{49CCD4F9-177C-4270-9A14-60236FF377E8}" dt="2026-04-26T03:33:59.003" v="11112" actId="1076"/>
          <ac:grpSpMkLst>
            <pc:docMk/>
            <pc:sldMk cId="3189873341" sldId="359"/>
            <ac:grpSpMk id="6" creationId="{09B3CD91-7424-2303-F0E8-9808616AC827}"/>
          </ac:grpSpMkLst>
        </pc:grpChg>
        <pc:grpChg chg="mod">
          <ac:chgData name="昕 许" userId="a2975fcd840abfc3" providerId="LiveId" clId="{49CCD4F9-177C-4270-9A14-60236FF377E8}" dt="2026-04-26T03:31:48.026" v="11043" actId="164"/>
          <ac:grpSpMkLst>
            <pc:docMk/>
            <pc:sldMk cId="3189873341" sldId="359"/>
            <ac:grpSpMk id="48" creationId="{F85343BC-1BFE-6477-8865-EFE267D4FFA2}"/>
          </ac:grpSpMkLst>
        </pc:grpChg>
        <pc:grpChg chg="mod">
          <ac:chgData name="昕 许" userId="a2975fcd840abfc3" providerId="LiveId" clId="{49CCD4F9-177C-4270-9A14-60236FF377E8}" dt="2026-04-26T03:31:48.026" v="11043" actId="164"/>
          <ac:grpSpMkLst>
            <pc:docMk/>
            <pc:sldMk cId="3189873341" sldId="359"/>
            <ac:grpSpMk id="52" creationId="{5BB64108-72D8-BF52-B834-A7E02E132BB6}"/>
          </ac:grpSpMkLst>
        </pc:grpChg>
        <pc:grpChg chg="mod">
          <ac:chgData name="昕 许" userId="a2975fcd840abfc3" providerId="LiveId" clId="{49CCD4F9-177C-4270-9A14-60236FF377E8}" dt="2026-04-26T03:31:48.026" v="11043" actId="164"/>
          <ac:grpSpMkLst>
            <pc:docMk/>
            <pc:sldMk cId="3189873341" sldId="359"/>
            <ac:grpSpMk id="67" creationId="{AA20D645-00B8-0B1B-810A-974519B73881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74" creationId="{89B45A5A-511A-0780-C785-89D42BD03FF3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79" creationId="{38BFFA21-002B-E032-D297-E0A83332821E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82" creationId="{503BC5FC-B0B0-7977-7BCF-D6E197FF3028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86" creationId="{7D98D8EC-87A1-A98F-C34D-DDE5672A7185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90" creationId="{8FFDBCBE-817F-3549-F320-687253AB2BB6}"/>
          </ac:grpSpMkLst>
        </pc:grpChg>
        <pc:cxnChg chg="add mod">
          <ac:chgData name="昕 许" userId="a2975fcd840abfc3" providerId="LiveId" clId="{49CCD4F9-177C-4270-9A14-60236FF377E8}" dt="2026-04-26T03:33:59.003" v="11112" actId="1076"/>
          <ac:cxnSpMkLst>
            <pc:docMk/>
            <pc:sldMk cId="3189873341" sldId="359"/>
            <ac:cxnSpMk id="7" creationId="{4D8D8DCE-D795-6BCA-B886-F3079384F89C}"/>
          </ac:cxnSpMkLst>
        </pc:cxnChg>
        <pc:cxnChg chg="mod">
          <ac:chgData name="昕 许" userId="a2975fcd840abfc3" providerId="LiveId" clId="{49CCD4F9-177C-4270-9A14-60236FF377E8}" dt="2026-04-26T03:31:48.026" v="11043" actId="164"/>
          <ac:cxnSpMkLst>
            <pc:docMk/>
            <pc:sldMk cId="3189873341" sldId="359"/>
            <ac:cxnSpMk id="33" creationId="{1D76B6ED-616E-C04F-37A6-2B08E6245087}"/>
          </ac:cxnSpMkLst>
        </pc:cxnChg>
        <pc:cxnChg chg="mod">
          <ac:chgData name="昕 许" userId="a2975fcd840abfc3" providerId="LiveId" clId="{49CCD4F9-177C-4270-9A14-60236FF377E8}" dt="2026-04-26T03:31:39.606" v="11041" actId="1076"/>
          <ac:cxnSpMkLst>
            <pc:docMk/>
            <pc:sldMk cId="3189873341" sldId="359"/>
            <ac:cxnSpMk id="34" creationId="{E6EE43A9-4323-1DE8-C888-4C49600EFF12}"/>
          </ac:cxnSpMkLst>
        </pc:cxnChg>
        <pc:cxnChg chg="mod">
          <ac:chgData name="昕 许" userId="a2975fcd840abfc3" providerId="LiveId" clId="{49CCD4F9-177C-4270-9A14-60236FF377E8}" dt="2026-04-26T03:31:44.690" v="11042" actId="1076"/>
          <ac:cxnSpMkLst>
            <pc:docMk/>
            <pc:sldMk cId="3189873341" sldId="359"/>
            <ac:cxnSpMk id="37" creationId="{9BC11BC6-C902-19C0-ED9C-E5214C389ECA}"/>
          </ac:cxnSpMkLst>
        </pc:cxnChg>
        <pc:cxnChg chg="mod">
          <ac:chgData name="昕 许" userId="a2975fcd840abfc3" providerId="LiveId" clId="{49CCD4F9-177C-4270-9A14-60236FF377E8}" dt="2026-04-26T03:31:38.335" v="11039" actId="1076"/>
          <ac:cxnSpMkLst>
            <pc:docMk/>
            <pc:sldMk cId="3189873341" sldId="359"/>
            <ac:cxnSpMk id="170" creationId="{606067E9-0802-AA6F-4451-8A032C84DC44}"/>
          </ac:cxnSpMkLst>
        </pc:cxnChg>
        <pc:cxnChg chg="mod">
          <ac:chgData name="昕 许" userId="a2975fcd840abfc3" providerId="LiveId" clId="{49CCD4F9-177C-4270-9A14-60236FF377E8}" dt="2026-04-26T03:33:59.003" v="11112" actId="1076"/>
          <ac:cxnSpMkLst>
            <pc:docMk/>
            <pc:sldMk cId="3189873341" sldId="359"/>
            <ac:cxnSpMk id="193" creationId="{D3CBA3A7-0CAC-1F74-353D-B5D09A2ABB6F}"/>
          </ac:cxnSpMkLst>
        </pc:cxnChg>
      </pc:sldChg>
      <pc:sldChg chg="addSp delSp modSp add del mod">
        <pc:chgData name="昕 许" userId="a2975fcd840abfc3" providerId="LiveId" clId="{49CCD4F9-177C-4270-9A14-60236FF377E8}" dt="2026-04-30T13:39:19.325" v="11561" actId="47"/>
        <pc:sldMkLst>
          <pc:docMk/>
          <pc:sldMk cId="4095918756" sldId="360"/>
        </pc:sldMkLst>
        <pc:spChg chg="add mod topLvl">
          <ac:chgData name="昕 许" userId="a2975fcd840abfc3" providerId="LiveId" clId="{49CCD4F9-177C-4270-9A14-60236FF377E8}" dt="2026-04-26T10:19:41.212" v="11286" actId="1076"/>
          <ac:spMkLst>
            <pc:docMk/>
            <pc:sldMk cId="4095918756" sldId="360"/>
            <ac:spMk id="7" creationId="{7558A40D-B46E-0DBB-69E8-56B79B8D3A95}"/>
          </ac:spMkLst>
        </pc:spChg>
        <pc:spChg chg="mod">
          <ac:chgData name="昕 许" userId="a2975fcd840abfc3" providerId="LiveId" clId="{49CCD4F9-177C-4270-9A14-60236FF377E8}" dt="2026-04-26T10:15:38.093" v="11220" actId="208"/>
          <ac:spMkLst>
            <pc:docMk/>
            <pc:sldMk cId="4095918756" sldId="360"/>
            <ac:spMk id="13" creationId="{DA2EA1D0-3349-2DC7-F52C-A000B95E5178}"/>
          </ac:spMkLst>
        </pc:spChg>
        <pc:spChg chg="mod">
          <ac:chgData name="昕 许" userId="a2975fcd840abfc3" providerId="LiveId" clId="{49CCD4F9-177C-4270-9A14-60236FF377E8}" dt="2026-04-26T10:14:10.057" v="11186" actId="165"/>
          <ac:spMkLst>
            <pc:docMk/>
            <pc:sldMk cId="4095918756" sldId="360"/>
            <ac:spMk id="14" creationId="{548E7157-645C-9D9B-BC8A-B7C33640C24F}"/>
          </ac:spMkLst>
        </pc:spChg>
        <pc:spChg chg="mod topLvl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15" creationId="{EDE92DA0-5225-726A-AFB3-1B562C49B987}"/>
          </ac:spMkLst>
        </pc:spChg>
        <pc:spChg chg="mod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16" creationId="{F8F62B9A-02C7-F62C-8B21-3582D0120740}"/>
          </ac:spMkLst>
        </pc:spChg>
        <pc:spChg chg="mod topLvl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22" creationId="{E028BC0B-674D-373F-9A70-09763B45E4DA}"/>
          </ac:spMkLst>
        </pc:spChg>
        <pc:spChg chg="mod topLvl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23" creationId="{D5405E5E-A4C4-8509-F018-EEDD10EA3497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0" creationId="{09EE850C-DC83-932E-6891-6F6AD5535F73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3" creationId="{45ED5ACB-D896-A4A1-3B6D-D544B093D06A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4" creationId="{FC831542-A725-797A-5D18-AE1DB07CE44C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5" creationId="{71153E8A-8BAB-53A5-8EB9-4934888F6AE7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6" creationId="{FCD8CF1C-D51F-F675-B855-93903AADF62A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54" creationId="{3683F82C-05D0-2AD1-2FAE-30154855A040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56" creationId="{17C67F1D-BB68-E700-AEDB-FE1C4EE6B3A5}"/>
          </ac:spMkLst>
        </pc:spChg>
        <pc:spChg chg="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93" creationId="{F54871E0-4DC1-F18E-4D8D-3E82106DD8B1}"/>
          </ac:spMkLst>
        </pc:spChg>
        <pc:spChg chg="add 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98" creationId="{BD19E15C-B2A8-B5AF-3AA2-72289C840588}"/>
          </ac:spMkLst>
        </pc:spChg>
        <pc:spChg chg="add 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253" creationId="{66B416DD-0273-7ECC-050D-A1A67E1E928C}"/>
          </ac:spMkLst>
        </pc:spChg>
        <pc:spChg chg="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266" creationId="{C62ACDD8-0D73-4CDF-6B28-D1473E4F3FA7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68" creationId="{0A175E7B-DA85-C957-DB24-349BDF07FE0B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73" creationId="{145267A2-5D8A-61A3-A95A-334FDF08076F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84" creationId="{15B1A879-7AA5-E20E-9799-71FE35D0A76C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88" creationId="{547A93C0-F8E2-0009-CE2E-D213B5C5A2BF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92" creationId="{699602CF-70E8-AB92-379D-2EB8B0D16F08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95" creationId="{25F3D4BE-A1FC-385D-99E9-629270EE48BD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98" creationId="{CCA3ED1A-B1D5-4F40-7E55-1788D49F22F8}"/>
          </ac:spMkLst>
        </pc:spChg>
        <pc:spChg chg="mod">
          <ac:chgData name="昕 许" userId="a2975fcd840abfc3" providerId="LiveId" clId="{49CCD4F9-177C-4270-9A14-60236FF377E8}" dt="2026-04-26T10:15:29.487" v="11218" actId="20577"/>
          <ac:spMkLst>
            <pc:docMk/>
            <pc:sldMk cId="4095918756" sldId="360"/>
            <ac:spMk id="299" creationId="{5E10504A-731E-63A4-6B86-DC176D5F12AA}"/>
          </ac:spMkLst>
        </pc:spChg>
        <pc:spChg chg="add mod">
          <ac:chgData name="昕 许" userId="a2975fcd840abfc3" providerId="LiveId" clId="{49CCD4F9-177C-4270-9A14-60236FF377E8}" dt="2026-04-26T10:17:15.743" v="11250" actId="1076"/>
          <ac:spMkLst>
            <pc:docMk/>
            <pc:sldMk cId="4095918756" sldId="360"/>
            <ac:spMk id="300" creationId="{DAD9C6DB-61F8-0031-87B9-010527B83D44}"/>
          </ac:spMkLst>
        </pc:spChg>
        <pc:spChg chg="mod">
          <ac:chgData name="昕 许" userId="a2975fcd840abfc3" providerId="LiveId" clId="{49CCD4F9-177C-4270-9A14-60236FF377E8}" dt="2026-04-26T10:17:15.743" v="11250" actId="1076"/>
          <ac:spMkLst>
            <pc:docMk/>
            <pc:sldMk cId="4095918756" sldId="360"/>
            <ac:spMk id="301" creationId="{8B134902-F417-19A2-C477-6A3BAC0FC1A7}"/>
          </ac:spMkLst>
        </pc:spChg>
        <pc:spChg chg="add mod">
          <ac:chgData name="昕 许" userId="a2975fcd840abfc3" providerId="LiveId" clId="{49CCD4F9-177C-4270-9A14-60236FF377E8}" dt="2026-04-26T10:17:15.743" v="11250" actId="1076"/>
          <ac:spMkLst>
            <pc:docMk/>
            <pc:sldMk cId="4095918756" sldId="360"/>
            <ac:spMk id="306" creationId="{338EBEC7-7422-D678-4E6C-6F0AFBC823D3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07" creationId="{5188ED5E-A70E-C33C-2E91-43341CA02AA9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10" creationId="{47EE208D-FB8E-EDBB-9232-31F01ABF2FAB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56" creationId="{21108878-7E55-F42A-38F5-0B616C1D57F2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57" creationId="{324F26B6-7E49-3CDD-B4D7-0A2DD5CA1FAC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60" creationId="{750EAA8B-B891-F65B-39DF-CC8A430E928B}"/>
          </ac:spMkLst>
        </pc:spChg>
        <pc:spChg chg="mod">
          <ac:chgData name="昕 许" userId="a2975fcd840abfc3" providerId="LiveId" clId="{49CCD4F9-177C-4270-9A14-60236FF377E8}" dt="2026-04-26T10:17:28.405" v="11251" actId="208"/>
          <ac:spMkLst>
            <pc:docMk/>
            <pc:sldMk cId="4095918756" sldId="360"/>
            <ac:spMk id="364" creationId="{3F76D58B-363A-BC51-A1BC-884386D6B711}"/>
          </ac:spMkLst>
        </pc:spChg>
        <pc:spChg chg="mod">
          <ac:chgData name="昕 许" userId="a2975fcd840abfc3" providerId="LiveId" clId="{49CCD4F9-177C-4270-9A14-60236FF377E8}" dt="2026-04-26T10:16:17.661" v="11229" actId="20577"/>
          <ac:spMkLst>
            <pc:docMk/>
            <pc:sldMk cId="4095918756" sldId="360"/>
            <ac:spMk id="365" creationId="{01C6A603-2F59-0750-4BA7-5526758593C4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69" creationId="{F637E86A-E8E1-E43D-535B-300397107A35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71" creationId="{E7B7E0A5-F379-0604-20C1-67EB464512DE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84" creationId="{0035A03B-D34A-32B5-18C3-CBE8DAA1AE33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85" creationId="{F3D8A593-749F-2386-A41D-CF2439886C17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90" creationId="{0C196A7B-45F8-FE02-7701-C364108F905B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91" creationId="{A0742B23-9277-6D7F-3A8E-1FBEBB4DD4C8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394" creationId="{1C4369FC-DCB9-CBA2-8A71-1DC71F914644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00" creationId="{7A70C9F5-0316-CC61-31BA-22FEA589CCF4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01" creationId="{BFA66E7B-64CD-F3CA-D110-C5BE1B978F72}"/>
          </ac:spMkLst>
        </pc:spChg>
        <pc:spChg chg="mod">
          <ac:chgData name="昕 许" userId="a2975fcd840abfc3" providerId="LiveId" clId="{49CCD4F9-177C-4270-9A14-60236FF377E8}" dt="2026-04-26T10:18:00.323" v="11258" actId="208"/>
          <ac:spMkLst>
            <pc:docMk/>
            <pc:sldMk cId="4095918756" sldId="360"/>
            <ac:spMk id="404" creationId="{EFF24562-E3D0-CCB6-1102-D8F107E6B0C3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11" creationId="{97C15932-44DA-B45F-2D97-B0D77E846FB7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12" creationId="{850EAB5C-37C1-7E50-296F-2455D5C2100C}"/>
          </ac:spMkLst>
        </pc:spChg>
        <pc:spChg chg="add mod">
          <ac:chgData name="昕 许" userId="a2975fcd840abfc3" providerId="LiveId" clId="{49CCD4F9-177C-4270-9A14-60236FF377E8}" dt="2026-04-26T10:20:01.584" v="11294" actId="1076"/>
          <ac:spMkLst>
            <pc:docMk/>
            <pc:sldMk cId="4095918756" sldId="360"/>
            <ac:spMk id="413" creationId="{8AC32396-B59F-13A4-603C-D241704B0B1E}"/>
          </ac:spMkLst>
        </pc:spChg>
        <pc:spChg chg="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14" creationId="{07ADA97D-5D1D-AF1D-7774-6618FD0CFD55}"/>
          </ac:spMkLst>
        </pc:spChg>
        <pc:spChg chg="add 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15" creationId="{8FE2E222-961E-35E1-7C68-3155BD2A57B2}"/>
          </ac:spMkLst>
        </pc:spChg>
        <pc:spChg chg="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20" creationId="{1CC259F3-04AC-167F-1C45-B6A29FFBD400}"/>
          </ac:spMkLst>
        </pc:spChg>
        <pc:spChg chg="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21" creationId="{ECDD55C5-6C50-8C50-0568-CF2A31559297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23" creationId="{1909EC2E-A15E-7988-B751-D76E0BE2F2DA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24" creationId="{D1BE01F8-0082-7F33-902C-4E849299FFB6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27" creationId="{9EBE2F95-1FEE-9D49-2896-8F5EEC6AF46E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0" creationId="{F3DF9E0E-8C2C-C3BF-B240-406D49229A43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1" creationId="{399F3C9D-B5C6-8F88-A47B-09A73ACB10A9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4" creationId="{BAC845BD-04E6-4DD0-52F9-4F736F1EBA70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5" creationId="{BA4C94CA-926E-291B-E805-FECB6D4C0395}"/>
          </ac:spMkLst>
        </pc:spChg>
        <pc:spChg chg="mod">
          <ac:chgData name="昕 许" userId="a2975fcd840abfc3" providerId="LiveId" clId="{49CCD4F9-177C-4270-9A14-60236FF377E8}" dt="2026-04-26T10:18:58.870" v="11273" actId="208"/>
          <ac:spMkLst>
            <pc:docMk/>
            <pc:sldMk cId="4095918756" sldId="360"/>
            <ac:spMk id="441" creationId="{ABAF4121-DEB0-1F8B-7703-CD450A804E7B}"/>
          </ac:spMkLst>
        </pc:spChg>
        <pc:spChg chg="mod">
          <ac:chgData name="昕 许" userId="a2975fcd840abfc3" providerId="LiveId" clId="{49CCD4F9-177C-4270-9A14-60236FF377E8}" dt="2026-04-26T10:18:12.212" v="11261" actId="20577"/>
          <ac:spMkLst>
            <pc:docMk/>
            <pc:sldMk cId="4095918756" sldId="360"/>
            <ac:spMk id="442" creationId="{5B868ECA-BA96-CEC7-CAE7-45C8D8DDAB24}"/>
          </ac:spMkLst>
        </pc:spChg>
        <pc:spChg chg="mod">
          <ac:chgData name="昕 许" userId="a2975fcd840abfc3" providerId="LiveId" clId="{49CCD4F9-177C-4270-9A14-60236FF377E8}" dt="2026-04-26T10:19:04.508" v="11274" actId="208"/>
          <ac:spMkLst>
            <pc:docMk/>
            <pc:sldMk cId="4095918756" sldId="360"/>
            <ac:spMk id="443" creationId="{D50B1842-86D5-DB47-1019-BDEDB16474C2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44" creationId="{68757B3C-E3C0-3DEF-DF6B-7B335C23558A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49" creationId="{39153C41-C564-D9B4-DDE1-FAB6FF84BD9F}"/>
          </ac:spMkLst>
        </pc:spChg>
        <pc:spChg chg="add mod">
          <ac:chgData name="昕 许" userId="a2975fcd840abfc3" providerId="LiveId" clId="{49CCD4F9-177C-4270-9A14-60236FF377E8}" dt="2026-04-26T10:18:33.395" v="11266" actId="1076"/>
          <ac:spMkLst>
            <pc:docMk/>
            <pc:sldMk cId="4095918756" sldId="360"/>
            <ac:spMk id="450" creationId="{CB149CCD-99C7-BD56-699B-DF615486FDFB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52" creationId="{361EF0B2-0007-1A09-3029-5D96E2DF5785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53" creationId="{31F44802-4551-F16C-33DA-4E99D94652FE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56" creationId="{9B0E50A3-175D-9DB5-ED35-5BD740B848A9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60" creationId="{567FA9DB-7D4B-9F35-A0F6-2CD06C62BF08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64" creationId="{B461ED09-8514-8637-C95F-82ACA1C09E7D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66" creationId="{EF0B0ECA-CEEA-5434-1DC5-F346EA21B74F}"/>
          </ac:spMkLst>
        </pc:spChg>
        <pc:spChg chg="mod">
          <ac:chgData name="昕 许" userId="a2975fcd840abfc3" providerId="LiveId" clId="{49CCD4F9-177C-4270-9A14-60236FF377E8}" dt="2026-04-26T10:18:39.167" v="11267" actId="20577"/>
          <ac:spMkLst>
            <pc:docMk/>
            <pc:sldMk cId="4095918756" sldId="360"/>
            <ac:spMk id="467" creationId="{4799332D-11AC-864C-CDEE-D591BC85E3E8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68" creationId="{FFDC197F-3FAC-E930-C7E0-AB4659DCAAF3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69" creationId="{69D4F920-748A-FD41-55B1-D48D3D6D451F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74" creationId="{08B42307-41A7-C566-DC27-77D5D3078496}"/>
          </ac:spMkLst>
        </pc:spChg>
        <pc:spChg chg="mod">
          <ac:chgData name="昕 许" userId="a2975fcd840abfc3" providerId="LiveId" clId="{49CCD4F9-177C-4270-9A14-60236FF377E8}" dt="2026-04-26T10:18:46.683" v="11270" actId="1076"/>
          <ac:spMkLst>
            <pc:docMk/>
            <pc:sldMk cId="4095918756" sldId="360"/>
            <ac:spMk id="475" creationId="{A30AEC31-B82C-B27C-252D-A75663203F69}"/>
          </ac:spMkLst>
        </pc:spChg>
        <pc:spChg chg="mod">
          <ac:chgData name="昕 许" userId="a2975fcd840abfc3" providerId="LiveId" clId="{49CCD4F9-177C-4270-9A14-60236FF377E8}" dt="2026-04-26T10:19:09.760" v="11275" actId="208"/>
          <ac:spMkLst>
            <pc:docMk/>
            <pc:sldMk cId="4095918756" sldId="360"/>
            <ac:spMk id="477" creationId="{7EF38D0B-2141-C4F6-255D-8DB0D4E053C7}"/>
          </ac:spMkLst>
        </pc:spChg>
        <pc:spChg chg="mod">
          <ac:chgData name="昕 许" userId="a2975fcd840abfc3" providerId="LiveId" clId="{49CCD4F9-177C-4270-9A14-60236FF377E8}" dt="2026-04-26T10:18:50.937" v="11272" actId="20577"/>
          <ac:spMkLst>
            <pc:docMk/>
            <pc:sldMk cId="4095918756" sldId="360"/>
            <ac:spMk id="478" creationId="{B4583D24-591F-F116-E113-87877D4DD06E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1" creationId="{7FD89D6F-ACA5-A6BF-B0D2-818270DB2F1B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4" creationId="{1FC7EE6B-CE36-FF63-F934-9087B0F23870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5" creationId="{C0C74C96-B12F-0B3F-0EDF-47221C16D5F9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8" creationId="{42CF30E8-646F-2FA3-3390-129674B12F90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91" creationId="{0B4A16A6-F1E8-2CB7-5798-4FC1C88F1F6C}"/>
          </ac:spMkLst>
        </pc:s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11" creationId="{AF438B05-6141-79C2-C033-B97995C6D061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24" creationId="{E2DB5B09-5D30-FE46-2860-A52BAF511A93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25" creationId="{9D0107FF-A7DD-4B18-C295-52B52F805C48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27" creationId="{5DC5291E-9B61-F8D8-CE38-A6FC85C5AD45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38" creationId="{638BAD3C-DC75-3728-473C-1227D0134C78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67" creationId="{9FCDEDAB-AAD3-0C84-0273-EF59CC8CCD3F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82" creationId="{52C1BA9C-7420-5974-B191-64BE4592C9CE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86" creationId="{8EF475E6-4770-424C-2773-4F4451F11465}"/>
          </ac:grpSpMkLst>
        </pc:grpChg>
        <pc:grpChg chg="mod">
          <ac:chgData name="昕 许" userId="a2975fcd840abfc3" providerId="LiveId" clId="{49CCD4F9-177C-4270-9A14-60236FF377E8}" dt="2026-04-26T10:15:24.778" v="11217" actId="1076"/>
          <ac:grpSpMkLst>
            <pc:docMk/>
            <pc:sldMk cId="4095918756" sldId="360"/>
            <ac:grpSpMk id="290" creationId="{00431BF6-9DBC-9A5E-7698-409956D0D8CF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94" creationId="{88819C04-1B3D-4A3A-0029-015C2DCA509B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97" creationId="{0B304EC1-DBF2-F6F3-21A6-05A28471614C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08" creationId="{5BC34BE7-D0F7-5FC5-B4B2-C54F5D21E276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11" creationId="{373E27BE-3EC7-E715-A01E-97C0F858AAAB}"/>
          </ac:grpSpMkLst>
        </pc:grpChg>
        <pc:grpChg chg="mod">
          <ac:chgData name="昕 许" userId="a2975fcd840abfc3" providerId="LiveId" clId="{49CCD4F9-177C-4270-9A14-60236FF377E8}" dt="2026-04-26T10:16:47.008" v="11241" actId="164"/>
          <ac:grpSpMkLst>
            <pc:docMk/>
            <pc:sldMk cId="4095918756" sldId="360"/>
            <ac:grpSpMk id="313" creationId="{60DD5060-D903-D7D6-5952-1CC2DD6B9603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59" creationId="{3FF0BED2-9C34-5A37-AA48-16B0720F8505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63" creationId="{A1DAB276-0E84-E6C3-4F43-00B106F919A0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67" creationId="{FA7D110B-B156-9FDB-7CBA-E8C7D650331E}"/>
          </ac:grpSpMkLst>
        </pc:grpChg>
        <pc:grpChg chg="mod">
          <ac:chgData name="昕 许" userId="a2975fcd840abfc3" providerId="LiveId" clId="{49CCD4F9-177C-4270-9A14-60236FF377E8}" dt="2026-04-26T10:16:31.648" v="11235" actId="1076"/>
          <ac:grpSpMkLst>
            <pc:docMk/>
            <pc:sldMk cId="4095918756" sldId="360"/>
            <ac:grpSpMk id="370" creationId="{C575F304-0648-3AC7-6998-A564042FB12A}"/>
          </ac:grpSpMkLst>
        </pc:grpChg>
        <pc:grpChg chg="add mod">
          <ac:chgData name="昕 许" userId="a2975fcd840abfc3" providerId="LiveId" clId="{49CCD4F9-177C-4270-9A14-60236FF377E8}" dt="2026-04-26T10:16:49.219" v="11242" actId="1076"/>
          <ac:grpSpMkLst>
            <pc:docMk/>
            <pc:sldMk cId="4095918756" sldId="360"/>
            <ac:grpSpMk id="380" creationId="{EBB84C2A-A9F1-D9D9-FB1D-DD7CAFDB9A65}"/>
          </ac:grpSpMkLst>
        </pc:grpChg>
        <pc:grpChg chg="add mod">
          <ac:chgData name="昕 许" userId="a2975fcd840abfc3" providerId="LiveId" clId="{49CCD4F9-177C-4270-9A14-60236FF377E8}" dt="2026-04-26T10:16:52.772" v="11244" actId="1076"/>
          <ac:grpSpMkLst>
            <pc:docMk/>
            <pc:sldMk cId="4095918756" sldId="360"/>
            <ac:grpSpMk id="381" creationId="{3C27D907-5B63-9DF9-20F1-EAAAE66387DC}"/>
          </ac:grpSpMkLst>
        </pc:grpChg>
        <pc:grpChg chg="add mod">
          <ac:chgData name="昕 许" userId="a2975fcd840abfc3" providerId="LiveId" clId="{49CCD4F9-177C-4270-9A14-60236FF377E8}" dt="2026-04-26T10:17:02.007" v="11248" actId="1076"/>
          <ac:grpSpMkLst>
            <pc:docMk/>
            <pc:sldMk cId="4095918756" sldId="360"/>
            <ac:grpSpMk id="382" creationId="{9E0F469C-EC8A-C886-8384-6532AD2906D9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392" creationId="{354C2008-0FD9-0F6D-7CC8-370F0CEDC21D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395" creationId="{995B9AF3-0321-4410-2481-D5F17639E2C0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399" creationId="{65BC22DE-93AE-3A79-D265-8B253328195B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403" creationId="{CC980D6E-0265-7156-191C-1AA8CD8DE20B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407" creationId="{5C36523F-7190-03E2-196A-3F4CC1DEE245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410" creationId="{BB5B8479-FA58-ECA9-7DED-B0662869B3D4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22" creationId="{7281581D-9BFC-E4E9-6ACF-8A68B3134B6F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25" creationId="{45847E51-CD9B-951C-DDC4-4800D7EF997C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29" creationId="{683FA0E3-02F8-BA39-94C4-B4B6FD9120E9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33" creationId="{0011C9C5-B8D2-5586-6829-E433CCDBE72A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40" creationId="{C361299D-81A9-931B-3101-DDB76F337D57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51" creationId="{9CDC3112-F91D-F4D8-7843-AF2B68D9F887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54" creationId="{8ACDC61A-9D86-0D97-863C-16400C0CD75B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58" creationId="{5C2316AE-3F58-6739-6CD6-39DB1BCA43C7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62" creationId="{8DAE4EBE-6F2A-C431-2B89-7E436D7AB9A6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65" creationId="{2ECB54AE-3E15-5B11-64E2-3C11ED2A679C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76" creationId="{C0589479-0C2D-E6C9-9D8F-92EBE8A36140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79" creationId="{9ABEE368-F9F4-E2DE-157E-F3C66253E357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83" creationId="{F2687F74-7F2F-4FAC-9A13-42F42FC65A39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87" creationId="{EE68CB30-4AFC-E701-0AF9-D663D90AA2A8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90" creationId="{2DD61393-2784-E255-0431-3737D0A742D3}"/>
          </ac:grpSpMkLst>
        </pc:grpChg>
        <pc:cxnChg chg="mod">
          <ac:chgData name="昕 许" userId="a2975fcd840abfc3" providerId="LiveId" clId="{49CCD4F9-177C-4270-9A14-60236FF377E8}" dt="2026-04-26T10:14:14.490" v="11188" actId="478"/>
          <ac:cxnSpMkLst>
            <pc:docMk/>
            <pc:sldMk cId="4095918756" sldId="360"/>
            <ac:cxnSpMk id="17" creationId="{FF144520-9997-C45B-5BCD-B29184AA0CB6}"/>
          </ac:cxnSpMkLst>
        </pc:cxnChg>
        <pc:cxnChg chg="mod">
          <ac:chgData name="昕 许" userId="a2975fcd840abfc3" providerId="LiveId" clId="{49CCD4F9-177C-4270-9A14-60236FF377E8}" dt="2026-04-26T10:14:14.490" v="11188" actId="478"/>
          <ac:cxnSpMkLst>
            <pc:docMk/>
            <pc:sldMk cId="4095918756" sldId="360"/>
            <ac:cxnSpMk id="18" creationId="{0D4B8C4F-55B7-4DEA-AC1C-DDA51B5C7DFD}"/>
          </ac:cxnSpMkLst>
        </pc:cxnChg>
        <pc:cxnChg chg="mod">
          <ac:chgData name="昕 许" userId="a2975fcd840abfc3" providerId="LiveId" clId="{49CCD4F9-177C-4270-9A14-60236FF377E8}" dt="2026-04-26T10:14:22.019" v="11190" actId="1076"/>
          <ac:cxnSpMkLst>
            <pc:docMk/>
            <pc:sldMk cId="4095918756" sldId="360"/>
            <ac:cxnSpMk id="19" creationId="{1B678C49-AD50-93F0-E2C3-4933181464A3}"/>
          </ac:cxnSpMkLst>
        </pc:cxnChg>
        <pc:cxnChg chg="add mod">
          <ac:chgData name="昕 许" userId="a2975fcd840abfc3" providerId="LiveId" clId="{49CCD4F9-177C-4270-9A14-60236FF377E8}" dt="2026-04-26T10:16:52.772" v="11244" actId="1076"/>
          <ac:cxnSpMkLst>
            <pc:docMk/>
            <pc:sldMk cId="4095918756" sldId="360"/>
            <ac:cxnSpMk id="66" creationId="{17B20E0C-95C3-D6D5-E478-0DE566343EC7}"/>
          </ac:cxnSpMkLst>
        </pc:cxnChg>
        <pc:cxnChg chg="add mod">
          <ac:chgData name="昕 许" userId="a2975fcd840abfc3" providerId="LiveId" clId="{49CCD4F9-177C-4270-9A14-60236FF377E8}" dt="2026-04-26T10:17:09.097" v="11249" actId="14100"/>
          <ac:cxnSpMkLst>
            <pc:docMk/>
            <pc:sldMk cId="4095918756" sldId="360"/>
            <ac:cxnSpMk id="373" creationId="{6F52F5F9-094E-608D-2000-B5933FA88788}"/>
          </ac:cxnSpMkLst>
        </pc:cxnChg>
        <pc:cxnChg chg="add mod">
          <ac:chgData name="昕 许" userId="a2975fcd840abfc3" providerId="LiveId" clId="{49CCD4F9-177C-4270-9A14-60236FF377E8}" dt="2026-04-26T10:17:02.007" v="11248" actId="1076"/>
          <ac:cxnSpMkLst>
            <pc:docMk/>
            <pc:sldMk cId="4095918756" sldId="360"/>
            <ac:cxnSpMk id="376" creationId="{29F7D5A1-7EC9-C68A-B3D8-34DF6FC0EC01}"/>
          </ac:cxnSpMkLst>
        </pc:cxnChg>
        <pc:cxnChg chg="mod">
          <ac:chgData name="昕 许" userId="a2975fcd840abfc3" providerId="LiveId" clId="{49CCD4F9-177C-4270-9A14-60236FF377E8}" dt="2026-04-26T10:18:21.025" v="11264" actId="1076"/>
          <ac:cxnSpMkLst>
            <pc:docMk/>
            <pc:sldMk cId="4095918756" sldId="360"/>
            <ac:cxnSpMk id="432" creationId="{16260324-667F-4391-B935-C02C3B9D08C6}"/>
          </ac:cxnSpMkLst>
        </pc:cxnChg>
        <pc:cxnChg chg="mod">
          <ac:chgData name="昕 许" userId="a2975fcd840abfc3" providerId="LiveId" clId="{49CCD4F9-177C-4270-9A14-60236FF377E8}" dt="2026-04-26T10:18:33.395" v="11266" actId="1076"/>
          <ac:cxnSpMkLst>
            <pc:docMk/>
            <pc:sldMk cId="4095918756" sldId="360"/>
            <ac:cxnSpMk id="448" creationId="{AE3E67E3-A1A6-70ED-6D68-678A3B0EF511}"/>
          </ac:cxnSpMkLst>
        </pc:cxnChg>
        <pc:cxnChg chg="mod">
          <ac:chgData name="昕 许" userId="a2975fcd840abfc3" providerId="LiveId" clId="{49CCD4F9-177C-4270-9A14-60236FF377E8}" dt="2026-04-26T10:18:46.683" v="11270" actId="1076"/>
          <ac:cxnSpMkLst>
            <pc:docMk/>
            <pc:sldMk cId="4095918756" sldId="360"/>
            <ac:cxnSpMk id="470" creationId="{E7F31F93-CA3F-84BF-F752-60D2F2E3E04C}"/>
          </ac:cxnSpMkLst>
        </pc:cxnChg>
        <pc:cxnChg chg="add mod">
          <ac:chgData name="昕 许" userId="a2975fcd840abfc3" providerId="LiveId" clId="{49CCD4F9-177C-4270-9A14-60236FF377E8}" dt="2026-04-26T10:19:16.795" v="11278" actId="14100"/>
          <ac:cxnSpMkLst>
            <pc:docMk/>
            <pc:sldMk cId="4095918756" sldId="360"/>
            <ac:cxnSpMk id="493" creationId="{FA10B838-F6B2-CDA6-218C-0A81918ACAD5}"/>
          </ac:cxnSpMkLst>
        </pc:cxnChg>
        <pc:cxnChg chg="add mod">
          <ac:chgData name="昕 许" userId="a2975fcd840abfc3" providerId="LiveId" clId="{49CCD4F9-177C-4270-9A14-60236FF377E8}" dt="2026-04-26T10:19:27.202" v="11282" actId="14100"/>
          <ac:cxnSpMkLst>
            <pc:docMk/>
            <pc:sldMk cId="4095918756" sldId="360"/>
            <ac:cxnSpMk id="496" creationId="{A2C7D6C7-7146-163C-F2B7-B16235BD74FA}"/>
          </ac:cxnSpMkLst>
        </pc:cxnChg>
        <pc:cxnChg chg="add mod">
          <ac:chgData name="昕 许" userId="a2975fcd840abfc3" providerId="LiveId" clId="{49CCD4F9-177C-4270-9A14-60236FF377E8}" dt="2026-04-26T10:19:34.640" v="11285" actId="14100"/>
          <ac:cxnSpMkLst>
            <pc:docMk/>
            <pc:sldMk cId="4095918756" sldId="360"/>
            <ac:cxnSpMk id="499" creationId="{CB09D061-DE4E-305A-CF7D-99D331B85AB9}"/>
          </ac:cxnSpMkLst>
        </pc:cxnChg>
        <pc:cxnChg chg="add mod">
          <ac:chgData name="昕 许" userId="a2975fcd840abfc3" providerId="LiveId" clId="{49CCD4F9-177C-4270-9A14-60236FF377E8}" dt="2026-04-26T10:19:56.329" v="11291" actId="693"/>
          <ac:cxnSpMkLst>
            <pc:docMk/>
            <pc:sldMk cId="4095918756" sldId="360"/>
            <ac:cxnSpMk id="502" creationId="{2C572979-3C21-D647-3C16-C89779B07E17}"/>
          </ac:cxnSpMkLst>
        </pc:cxnChg>
        <pc:cxnChg chg="add mod">
          <ac:chgData name="昕 许" userId="a2975fcd840abfc3" providerId="LiveId" clId="{49CCD4F9-177C-4270-9A14-60236FF377E8}" dt="2026-04-26T10:20:05.380" v="11296" actId="14100"/>
          <ac:cxnSpMkLst>
            <pc:docMk/>
            <pc:sldMk cId="4095918756" sldId="360"/>
            <ac:cxnSpMk id="505" creationId="{C4C264C2-ABB4-29BC-25D1-06023AE7891D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modSld">
      <pc:chgData name="昕 许" userId="a2975fcd840abfc3" providerId="LiveId" clId="{499F0DC1-E14A-440B-BB65-742EF527F893}" dt="2026-04-27T01:42:43.692" v="16" actId="1076"/>
      <pc:docMkLst>
        <pc:docMk/>
      </pc:docMkLst>
      <pc:sldChg chg="delSp modSp mod">
        <pc:chgData name="昕 许" userId="a2975fcd840abfc3" providerId="LiveId" clId="{499F0DC1-E14A-440B-BB65-742EF527F893}" dt="2026-04-27T01:42:43.692" v="16" actId="1076"/>
        <pc:sldMkLst>
          <pc:docMk/>
          <pc:sldMk cId="1671019689" sldId="3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00.png"/><Relationship Id="rId10" Type="http://schemas.openxmlformats.org/officeDocument/2006/relationships/image" Target="../media/image2.svg"/><Relationship Id="rId9" Type="http://schemas.openxmlformats.org/officeDocument/2006/relationships/image" Target="../media/image1.svg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33DE-A778-CC55-6116-01889B8E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899E46FC-E153-9D04-8209-2D5FD9644545}"/>
              </a:ext>
            </a:extLst>
          </p:cNvPr>
          <p:cNvSpPr/>
          <p:nvPr/>
        </p:nvSpPr>
        <p:spPr>
          <a:xfrm>
            <a:off x="7681800" y="2838980"/>
            <a:ext cx="1735671" cy="1184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7FA35952-9169-5503-F283-BD3B25518BBE}"/>
              </a:ext>
            </a:extLst>
          </p:cNvPr>
          <p:cNvSpPr txBox="1"/>
          <p:nvPr/>
        </p:nvSpPr>
        <p:spPr>
          <a:xfrm>
            <a:off x="367742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基本元素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4607356-D595-4D59-8717-862C43282FBA}"/>
              </a:ext>
            </a:extLst>
          </p:cNvPr>
          <p:cNvGrpSpPr/>
          <p:nvPr/>
        </p:nvGrpSpPr>
        <p:grpSpPr>
          <a:xfrm>
            <a:off x="881048" y="690930"/>
            <a:ext cx="508000" cy="512233"/>
            <a:chOff x="7035800" y="3716866"/>
            <a:chExt cx="508000" cy="51223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C14FE1-0BF2-6CB8-01FC-BAACDEF3002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C0AD0C2-11D1-CF83-1FFF-B05CE82DE4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2C18DD4C-38A6-CEE1-16C8-E0D13F0E54DF}"/>
              </a:ext>
            </a:extLst>
          </p:cNvPr>
          <p:cNvSpPr/>
          <p:nvPr/>
        </p:nvSpPr>
        <p:spPr>
          <a:xfrm>
            <a:off x="934054" y="2412165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71D419-5EA2-73AD-E3B3-721E715C82E2}"/>
              </a:ext>
            </a:extLst>
          </p:cNvPr>
          <p:cNvSpPr/>
          <p:nvPr/>
        </p:nvSpPr>
        <p:spPr>
          <a:xfrm>
            <a:off x="547441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ED470E-1554-6EAA-002D-CF83DD52FC86}"/>
              </a:ext>
            </a:extLst>
          </p:cNvPr>
          <p:cNvSpPr/>
          <p:nvPr/>
        </p:nvSpPr>
        <p:spPr>
          <a:xfrm>
            <a:off x="1419715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C9C754-0EAA-5B48-CF99-2E01497691AF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1112250" y="2768557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AF57065-32F9-323B-4A9E-F73642DEA443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725637" y="2768557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0A933E2-3AC4-DD95-6BAC-A563601BC4D2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725637" y="3367829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7602F69-E5E0-30BB-7074-718185AB15DE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465898" y="336782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69FB7E6-CDCE-D92A-19E9-928C122003C9}"/>
              </a:ext>
            </a:extLst>
          </p:cNvPr>
          <p:cNvSpPr txBox="1"/>
          <p:nvPr/>
        </p:nvSpPr>
        <p:spPr>
          <a:xfrm>
            <a:off x="973540" y="2430416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377E75-618A-5811-D644-860041E733FB}"/>
              </a:ext>
            </a:extLst>
          </p:cNvPr>
          <p:cNvSpPr txBox="1"/>
          <p:nvPr/>
        </p:nvSpPr>
        <p:spPr>
          <a:xfrm>
            <a:off x="581396" y="303574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66C1DF-8DE9-E045-5124-5216961A4271}"/>
              </a:ext>
            </a:extLst>
          </p:cNvPr>
          <p:cNvSpPr txBox="1"/>
          <p:nvPr/>
        </p:nvSpPr>
        <p:spPr>
          <a:xfrm>
            <a:off x="1459201" y="303161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5954BFF-687A-FDB1-7FC5-C7E3349D2E9A}"/>
              </a:ext>
            </a:extLst>
          </p:cNvPr>
          <p:cNvGrpSpPr/>
          <p:nvPr/>
        </p:nvGrpSpPr>
        <p:grpSpPr>
          <a:xfrm>
            <a:off x="287702" y="3711644"/>
            <a:ext cx="356392" cy="356392"/>
            <a:chOff x="4885871" y="2832091"/>
            <a:chExt cx="356392" cy="356392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0FB5786-7E05-DA08-62BE-F6F2079D7DD7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C58903B-1296-62A9-0B6F-2B243D4AD34B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A549A68-5DDF-F4AA-58BF-6B8A992397D7}"/>
              </a:ext>
            </a:extLst>
          </p:cNvPr>
          <p:cNvGrpSpPr/>
          <p:nvPr/>
        </p:nvGrpSpPr>
        <p:grpSpPr>
          <a:xfrm>
            <a:off x="772686" y="3711644"/>
            <a:ext cx="356392" cy="356392"/>
            <a:chOff x="5559105" y="2844436"/>
            <a:chExt cx="356392" cy="35639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BC00DA0-8D64-DDBA-BACD-AC21A390BFE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89A550D-F3EC-3764-8689-6B92EE396725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5893C66-EECC-A91A-914E-6B8697DB9A1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1614062" y="3359570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E876536-649C-46BA-FB08-D4913B871EE4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1354323" y="3359570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3E098EA-FC28-0A00-FFB0-65B9923CA9DC}"/>
              </a:ext>
            </a:extLst>
          </p:cNvPr>
          <p:cNvGrpSpPr/>
          <p:nvPr/>
        </p:nvGrpSpPr>
        <p:grpSpPr>
          <a:xfrm>
            <a:off x="1176127" y="3703385"/>
            <a:ext cx="356392" cy="356392"/>
            <a:chOff x="4885871" y="2832091"/>
            <a:chExt cx="356392" cy="356392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E1D7854-E5A6-0C9D-223B-CDA29784A7C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C7B4E9-6F8C-B7AC-D2E6-F1FD265D837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652C50E-7A9D-61A3-73E7-CCFBF67453D9}"/>
              </a:ext>
            </a:extLst>
          </p:cNvPr>
          <p:cNvGrpSpPr/>
          <p:nvPr/>
        </p:nvGrpSpPr>
        <p:grpSpPr>
          <a:xfrm>
            <a:off x="1661111" y="3703385"/>
            <a:ext cx="356392" cy="356392"/>
            <a:chOff x="5559105" y="2844436"/>
            <a:chExt cx="356392" cy="356392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CDBFC98-504A-0760-A226-170FE1823E9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A9BE367-2263-8798-3D8F-F391D5B9437C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3216342-1650-F035-E56C-FCAB98270533}"/>
              </a:ext>
            </a:extLst>
          </p:cNvPr>
          <p:cNvSpPr txBox="1"/>
          <p:nvPr/>
        </p:nvSpPr>
        <p:spPr>
          <a:xfrm>
            <a:off x="397865" y="1938563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EBB8493-D883-0D5A-362D-968EE2569C43}"/>
              </a:ext>
            </a:extLst>
          </p:cNvPr>
          <p:cNvSpPr txBox="1"/>
          <p:nvPr/>
        </p:nvSpPr>
        <p:spPr>
          <a:xfrm>
            <a:off x="7758109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图标</a:t>
            </a:r>
          </a:p>
        </p:txBody>
      </p:sp>
      <p:pic>
        <p:nvPicPr>
          <p:cNvPr id="56" name="图形 55" descr="复选标记 纯色填充">
            <a:extLst>
              <a:ext uri="{FF2B5EF4-FFF2-40B4-BE49-F238E27FC236}">
                <a16:creationId xmlns:a16="http://schemas.microsoft.com/office/drawing/2014/main" id="{34C5E03A-BAC9-B6EC-142C-925480762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9878" y="694709"/>
            <a:ext cx="322879" cy="322879"/>
          </a:xfrm>
          <a:prstGeom prst="rect">
            <a:avLst/>
          </a:prstGeom>
        </p:spPr>
      </p:pic>
      <p:pic>
        <p:nvPicPr>
          <p:cNvPr id="57" name="图形 56" descr="关闭 纯色填充">
            <a:extLst>
              <a:ext uri="{FF2B5EF4-FFF2-40B4-BE49-F238E27FC236}">
                <a16:creationId xmlns:a16="http://schemas.microsoft.com/office/drawing/2014/main" id="{F0E00CFC-3FEA-6112-F230-E9D55B51F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5415" y="653733"/>
            <a:ext cx="356392" cy="356392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17E02EBB-9C5F-3C5B-0061-56EF500D71CC}"/>
              </a:ext>
            </a:extLst>
          </p:cNvPr>
          <p:cNvSpPr txBox="1"/>
          <p:nvPr/>
        </p:nvSpPr>
        <p:spPr>
          <a:xfrm>
            <a:off x="7551629" y="2092451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边框与连线</a:t>
            </a:r>
          </a:p>
        </p:txBody>
      </p: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09266E40-9619-F0E2-380B-A028FAFBF240}"/>
              </a:ext>
            </a:extLst>
          </p:cNvPr>
          <p:cNvCxnSpPr>
            <a:cxnSpLocks/>
          </p:cNvCxnSpPr>
          <p:nvPr/>
        </p:nvCxnSpPr>
        <p:spPr>
          <a:xfrm flipV="1">
            <a:off x="10293354" y="2826190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800B6638-B5F3-CDEC-6873-14030015022A}"/>
              </a:ext>
            </a:extLst>
          </p:cNvPr>
          <p:cNvSpPr/>
          <p:nvPr/>
        </p:nvSpPr>
        <p:spPr>
          <a:xfrm>
            <a:off x="2114627" y="768850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D3E6FF-745B-DD08-4A1E-A77DE318C0D1}"/>
              </a:ext>
            </a:extLst>
          </p:cNvPr>
          <p:cNvSpPr txBox="1"/>
          <p:nvPr/>
        </p:nvSpPr>
        <p:spPr>
          <a:xfrm>
            <a:off x="2154113" y="79315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AE2DFBC-5FC4-6FD2-6661-315FC284315F}"/>
              </a:ext>
            </a:extLst>
          </p:cNvPr>
          <p:cNvSpPr/>
          <p:nvPr/>
        </p:nvSpPr>
        <p:spPr>
          <a:xfrm>
            <a:off x="7681800" y="4360873"/>
            <a:ext cx="1735671" cy="11841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3DFD5F8D-F941-08B0-5505-7F32521CFC76}"/>
              </a:ext>
            </a:extLst>
          </p:cNvPr>
          <p:cNvCxnSpPr>
            <a:cxnSpLocks/>
          </p:cNvCxnSpPr>
          <p:nvPr/>
        </p:nvCxnSpPr>
        <p:spPr>
          <a:xfrm flipV="1">
            <a:off x="10406781" y="3100982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BFAAA1D-28EB-6ECC-4A91-69531F76E8C6}"/>
              </a:ext>
            </a:extLst>
          </p:cNvPr>
          <p:cNvCxnSpPr>
            <a:cxnSpLocks/>
          </p:cNvCxnSpPr>
          <p:nvPr/>
        </p:nvCxnSpPr>
        <p:spPr>
          <a:xfrm>
            <a:off x="10601119" y="3803837"/>
            <a:ext cx="1012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D3B082E5-684D-3B0F-E5EF-284DF0DF1743}"/>
              </a:ext>
            </a:extLst>
          </p:cNvPr>
          <p:cNvSpPr/>
          <p:nvPr/>
        </p:nvSpPr>
        <p:spPr>
          <a:xfrm>
            <a:off x="9922696" y="4632137"/>
            <a:ext cx="1914323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D6A6A725-3441-EDF1-3270-587E1A5A1C61}"/>
              </a:ext>
            </a:extLst>
          </p:cNvPr>
          <p:cNvGrpSpPr/>
          <p:nvPr/>
        </p:nvGrpSpPr>
        <p:grpSpPr>
          <a:xfrm>
            <a:off x="3006674" y="793157"/>
            <a:ext cx="379848" cy="317132"/>
            <a:chOff x="2958207" y="3499218"/>
            <a:chExt cx="379848" cy="317132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2E379F70-DD0D-2693-8DEB-0AF132B866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FE77B135-53E4-ADEE-50A0-D206652650A8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D9993A80-7F3A-B004-2D55-BC41AA289280}"/>
              </a:ext>
            </a:extLst>
          </p:cNvPr>
          <p:cNvCxnSpPr>
            <a:cxnSpLocks/>
          </p:cNvCxnSpPr>
          <p:nvPr/>
        </p:nvCxnSpPr>
        <p:spPr>
          <a:xfrm>
            <a:off x="10756858" y="4078236"/>
            <a:ext cx="700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7013DA9-9E5A-9A29-E73C-1E342C0AF8AD}"/>
              </a:ext>
            </a:extLst>
          </p:cNvPr>
          <p:cNvGrpSpPr/>
          <p:nvPr/>
        </p:nvGrpSpPr>
        <p:grpSpPr>
          <a:xfrm>
            <a:off x="3932820" y="549405"/>
            <a:ext cx="285078" cy="582307"/>
            <a:chOff x="3991660" y="1251256"/>
            <a:chExt cx="285078" cy="582307"/>
          </a:xfrm>
        </p:grpSpPr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2394D616-DC08-7820-244B-E681C1041052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B992C2C7-A88F-08D1-3D73-B2248783068C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5A5BC0B-3A4C-89E3-BD5E-81E31D1C2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5FB9DF7-ECAA-2C28-41FE-BC99F5ED9C23}"/>
              </a:ext>
            </a:extLst>
          </p:cNvPr>
          <p:cNvGrpSpPr/>
          <p:nvPr/>
        </p:nvGrpSpPr>
        <p:grpSpPr>
          <a:xfrm>
            <a:off x="4423389" y="648610"/>
            <a:ext cx="279307" cy="554553"/>
            <a:chOff x="3976472" y="1260734"/>
            <a:chExt cx="279307" cy="554553"/>
          </a:xfrm>
        </p:grpSpPr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44A2344-DA70-D54C-272B-2417DB523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CDC70A2C-0382-2EAB-0C3D-FD5614797485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17A775-2FE0-D3C6-1F60-F18433EEB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4F9D69B-C320-2648-7410-BD61973317DB}"/>
              </a:ext>
            </a:extLst>
          </p:cNvPr>
          <p:cNvCxnSpPr>
            <a:cxnSpLocks/>
          </p:cNvCxnSpPr>
          <p:nvPr/>
        </p:nvCxnSpPr>
        <p:spPr>
          <a:xfrm>
            <a:off x="9824521" y="2835030"/>
            <a:ext cx="891" cy="118343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/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600C4CD3-C206-C1F5-2C29-03D2052B5022}"/>
              </a:ext>
            </a:extLst>
          </p:cNvPr>
          <p:cNvGrpSpPr/>
          <p:nvPr/>
        </p:nvGrpSpPr>
        <p:grpSpPr>
          <a:xfrm>
            <a:off x="362815" y="4452622"/>
            <a:ext cx="3023707" cy="1180267"/>
            <a:chOff x="6396566" y="4559200"/>
            <a:chExt cx="3023707" cy="1180267"/>
          </a:xfrm>
        </p:grpSpPr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D4BEB32B-0E15-81B9-DA51-0F2C424BA0B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E8D3DA2C-1511-A8DE-AFE1-D03027EFFB7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0AD7318-6251-33A1-5EEA-9DE39B470253}"/>
                </a:ext>
              </a:extLst>
            </p:cNvPr>
            <p:cNvSpPr txBox="1"/>
            <p:nvPr/>
          </p:nvSpPr>
          <p:spPr>
            <a:xfrm>
              <a:off x="6396566" y="4559200"/>
              <a:ext cx="749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latin typeface="+mj-lt"/>
                </a:rPr>
                <a:t>队列</a:t>
              </a:r>
              <a:endParaRPr lang="zh-CN" altLang="en-US" b="1" dirty="0"/>
            </a:p>
          </p:txBody>
        </p:sp>
      </p:grp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C27CF97B-4323-135D-7EAA-2BFC05482A38}"/>
              </a:ext>
            </a:extLst>
          </p:cNvPr>
          <p:cNvSpPr/>
          <p:nvPr/>
        </p:nvSpPr>
        <p:spPr>
          <a:xfrm>
            <a:off x="6735573" y="513494"/>
            <a:ext cx="269127" cy="780340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/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01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5759</TotalTime>
  <Words>25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2026-04-30T13:39:25Z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