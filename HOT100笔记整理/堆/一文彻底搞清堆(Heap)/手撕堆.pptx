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358" r:id="rId2"/>
    <p:sldId id="306" r:id="rId3"/>
    <p:sldId id="359" r:id="rId4"/>
    <p:sldId id="360" r:id="rId5"/>
    <p:sldId id="307" r:id="rId6"/>
    <p:sldId id="309" r:id="rId7"/>
    <p:sldId id="311" r:id="rId8"/>
    <p:sldId id="310" r:id="rId9"/>
    <p:sldId id="312" r:id="rId10"/>
    <p:sldId id="313" r:id="rId11"/>
    <p:sldId id="314" r:id="rId12"/>
    <p:sldId id="315" r:id="rId13"/>
    <p:sldId id="316" r:id="rId14"/>
    <p:sldId id="320" r:id="rId15"/>
    <p:sldId id="317" r:id="rId16"/>
    <p:sldId id="319" r:id="rId17"/>
    <p:sldId id="318" r:id="rId18"/>
    <p:sldId id="321" r:id="rId19"/>
    <p:sldId id="322" r:id="rId20"/>
    <p:sldId id="324" r:id="rId21"/>
    <p:sldId id="323" r:id="rId22"/>
    <p:sldId id="325" r:id="rId23"/>
    <p:sldId id="331" r:id="rId24"/>
    <p:sldId id="326" r:id="rId25"/>
    <p:sldId id="327" r:id="rId26"/>
    <p:sldId id="330" r:id="rId27"/>
    <p:sldId id="328" r:id="rId28"/>
    <p:sldId id="356" r:id="rId29"/>
    <p:sldId id="329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357" r:id="rId54"/>
    <p:sldId id="355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668B9-AAF5-4813-823B-C4887D40105E}" v="221" dt="2026-04-26T10:25:03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>
        <p:scale>
          <a:sx n="100" d="100"/>
          <a:sy n="100" d="100"/>
        </p:scale>
        <p:origin x="-171" y="-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6T10:25:09.596" v="11376" actId="688"/>
      <pc:docMkLst>
        <pc:docMk/>
      </pc:docMkLst>
      <pc:sldChg chg="addSp delSp modSp add mod modTransition">
        <pc:chgData name="昕 许" userId="a2975fcd840abfc3" providerId="LiveId" clId="{49CCD4F9-177C-4270-9A14-60236FF377E8}" dt="2026-04-26T10:11:15.922" v="11156"/>
        <pc:sldMkLst>
          <pc:docMk/>
          <pc:sldMk cId="380520240" sldId="306"/>
        </pc:sldMkLst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6" creationId="{8B673344-D5B2-8027-0249-6DF7BF96C5EC}"/>
          </ac:spMkLst>
        </pc:spChg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9" creationId="{02A3CB66-D81E-1219-5232-C1F02A1C29FD}"/>
          </ac:spMkLst>
        </pc:spChg>
        <pc:spChg chg="del mod topLvl">
          <ac:chgData name="昕 许" userId="a2975fcd840abfc3" providerId="LiveId" clId="{49CCD4F9-177C-4270-9A14-60236FF377E8}" dt="2026-04-26T01:34:10.674" v="10442" actId="478"/>
          <ac:spMkLst>
            <pc:docMk/>
            <pc:sldMk cId="380520240" sldId="306"/>
            <ac:spMk id="10" creationId="{E49E85A1-2F96-794B-ACBA-8AA0DF2BF050}"/>
          </ac:spMkLst>
        </pc:spChg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11" creationId="{A3769E2C-1F7D-F60E-2D84-CC25E7CED9F4}"/>
          </ac:spMkLst>
        </pc:spChg>
        <pc:spChg chg="del mod topLvl">
          <ac:chgData name="昕 许" userId="a2975fcd840abfc3" providerId="LiveId" clId="{49CCD4F9-177C-4270-9A14-60236FF377E8}" dt="2026-04-26T01:34:03.429" v="10438" actId="478"/>
          <ac:spMkLst>
            <pc:docMk/>
            <pc:sldMk cId="380520240" sldId="306"/>
            <ac:spMk id="12" creationId="{7CE18A94-C184-8114-BD35-B3644F8E7E43}"/>
          </ac:spMkLst>
        </pc:spChg>
        <pc:spChg chg="del topLvl">
          <ac:chgData name="昕 许" userId="a2975fcd840abfc3" providerId="LiveId" clId="{49CCD4F9-177C-4270-9A14-60236FF377E8}" dt="2026-04-26T01:34:02.066" v="10437" actId="478"/>
          <ac:spMkLst>
            <pc:docMk/>
            <pc:sldMk cId="380520240" sldId="306"/>
            <ac:spMk id="15" creationId="{98EA71AF-C29C-51D9-A504-E52B35FE2E19}"/>
          </ac:spMkLst>
        </pc:spChg>
        <pc:spChg chg="add 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18" creationId="{DCC350DB-1C81-F4DE-5A01-1EF37C3EDC27}"/>
          </ac:spMkLst>
        </pc:spChg>
        <pc:spChg chg="add 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19" creationId="{23FF29FA-061F-C6CC-A7CF-563F1D5B0CB5}"/>
          </ac:spMkLst>
        </pc:spChg>
        <pc:spChg chg="add mod">
          <ac:chgData name="昕 许" userId="a2975fcd840abfc3" providerId="LiveId" clId="{49CCD4F9-177C-4270-9A14-60236FF377E8}" dt="2026-04-26T03:15:53.554" v="10864" actId="164"/>
          <ac:spMkLst>
            <pc:docMk/>
            <pc:sldMk cId="380520240" sldId="306"/>
            <ac:spMk id="30" creationId="{A5888175-DFE3-E02D-AEB7-DAC1DA779C89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31" creationId="{34F3FB7D-6F1A-A03C-4728-A1CCD4D6A3A3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32" creationId="{B47F20B4-DD7D-9BAE-56A9-A23209103B9E}"/>
          </ac:spMkLst>
        </pc:spChg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39" creationId="{27D88B66-3E7E-E671-1BD9-E8B5BA417243}"/>
          </ac:spMkLst>
        </pc:spChg>
        <pc:spChg chg="del mod topLvl">
          <ac:chgData name="昕 许" userId="a2975fcd840abfc3" providerId="LiveId" clId="{49CCD4F9-177C-4270-9A14-60236FF377E8}" dt="2026-04-26T01:34:06.137" v="10440" actId="478"/>
          <ac:spMkLst>
            <pc:docMk/>
            <pc:sldMk cId="380520240" sldId="306"/>
            <ac:spMk id="40" creationId="{AA4AB440-300D-8DDD-03F3-80F883257AEE}"/>
          </ac:spMkLst>
        </pc:spChg>
        <pc:spChg chg="add mod">
          <ac:chgData name="昕 许" userId="a2975fcd840abfc3" providerId="LiveId" clId="{49CCD4F9-177C-4270-9A14-60236FF377E8}" dt="2026-04-26T03:15:53.554" v="10864" actId="164"/>
          <ac:spMkLst>
            <pc:docMk/>
            <pc:sldMk cId="380520240" sldId="306"/>
            <ac:spMk id="41" creationId="{059FFFDA-DF7D-0B34-74B2-F54F96F8DC3F}"/>
          </ac:spMkLst>
        </pc:spChg>
        <pc:spChg chg="add mod">
          <ac:chgData name="昕 许" userId="a2975fcd840abfc3" providerId="LiveId" clId="{49CCD4F9-177C-4270-9A14-60236FF377E8}" dt="2026-04-26T03:24:23.747" v="11004" actId="20577"/>
          <ac:spMkLst>
            <pc:docMk/>
            <pc:sldMk cId="380520240" sldId="306"/>
            <ac:spMk id="42" creationId="{7ED04D18-4368-D911-F2E8-BAD1A4EAD8D8}"/>
          </ac:spMkLst>
        </pc:spChg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44" creationId="{BB063973-2474-4C32-252F-E8EA8B2EB727}"/>
          </ac:spMkLst>
        </pc:spChg>
        <pc:spChg chg="del mod topLvl">
          <ac:chgData name="昕 许" userId="a2975fcd840abfc3" providerId="LiveId" clId="{49CCD4F9-177C-4270-9A14-60236FF377E8}" dt="2026-04-26T01:34:04.998" v="10439" actId="478"/>
          <ac:spMkLst>
            <pc:docMk/>
            <pc:sldMk cId="380520240" sldId="306"/>
            <ac:spMk id="45" creationId="{808CA5E2-FD08-FDF1-8A31-3B825FF57D5F}"/>
          </ac:spMkLst>
        </pc:spChg>
        <pc:spChg chg="add mod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47" creationId="{A434A086-04E5-0234-42A8-EF579F8E9B7F}"/>
          </ac:spMkLst>
        </pc:spChg>
        <pc:spChg chg="add del mod">
          <ac:chgData name="昕 许" userId="a2975fcd840abfc3" providerId="LiveId" clId="{49CCD4F9-177C-4270-9A14-60236FF377E8}" dt="2026-04-26T01:33:59.843" v="10436" actId="478"/>
          <ac:spMkLst>
            <pc:docMk/>
            <pc:sldMk cId="380520240" sldId="306"/>
            <ac:spMk id="49" creationId="{55EC57FF-C60C-8C3C-F536-52B4B79D1DFE}"/>
          </ac:spMkLst>
        </pc:spChg>
        <pc:spChg chg="mod">
          <ac:chgData name="昕 许" userId="a2975fcd840abfc3" providerId="LiveId" clId="{49CCD4F9-177C-4270-9A14-60236FF377E8}" dt="2026-04-26T03:24:03.264" v="10998" actId="20577"/>
          <ac:spMkLst>
            <pc:docMk/>
            <pc:sldMk cId="380520240" sldId="306"/>
            <ac:spMk id="51" creationId="{25310B06-E256-8349-6E81-AB96889485E0}"/>
          </ac:spMkLst>
        </pc:spChg>
        <pc:spChg chg="mod">
          <ac:chgData name="昕 许" userId="a2975fcd840abfc3" providerId="LiveId" clId="{49CCD4F9-177C-4270-9A14-60236FF377E8}" dt="2026-04-26T03:14:23.389" v="10852"/>
          <ac:spMkLst>
            <pc:docMk/>
            <pc:sldMk cId="380520240" sldId="306"/>
            <ac:spMk id="53" creationId="{B739EE4D-1161-6A1A-A1FE-B810DDCC2EDA}"/>
          </ac:spMkLst>
        </pc:spChg>
        <pc:spChg chg="del mod topLvl">
          <ac:chgData name="昕 许" userId="a2975fcd840abfc3" providerId="LiveId" clId="{49CCD4F9-177C-4270-9A14-60236FF377E8}" dt="2026-04-26T03:14:23.031" v="10851" actId="478"/>
          <ac:spMkLst>
            <pc:docMk/>
            <pc:sldMk cId="380520240" sldId="306"/>
            <ac:spMk id="55" creationId="{05BA8397-7424-F7BA-B75D-0985803E6357}"/>
          </ac:spMkLst>
        </pc:spChg>
        <pc:spChg chg="del mod topLvl">
          <ac:chgData name="昕 许" userId="a2975fcd840abfc3" providerId="LiveId" clId="{49CCD4F9-177C-4270-9A14-60236FF377E8}" dt="2026-04-26T01:34:08.487" v="10441" actId="478"/>
          <ac:spMkLst>
            <pc:docMk/>
            <pc:sldMk cId="380520240" sldId="306"/>
            <ac:spMk id="56" creationId="{51574C3D-DB61-0762-8532-DCDDEF7F6E0A}"/>
          </ac:spMkLst>
        </pc:spChg>
        <pc:spChg chg="mod">
          <ac:chgData name="昕 许" userId="a2975fcd840abfc3" providerId="LiveId" clId="{49CCD4F9-177C-4270-9A14-60236FF377E8}" dt="2026-04-26T03:14:23.389" v="10852"/>
          <ac:spMkLst>
            <pc:docMk/>
            <pc:sldMk cId="380520240" sldId="306"/>
            <ac:spMk id="58" creationId="{11DB99F2-4A45-1FD2-06F4-2C3123E8E4A9}"/>
          </ac:spMkLst>
        </pc:spChg>
        <pc:spChg chg="mod">
          <ac:chgData name="昕 许" userId="a2975fcd840abfc3" providerId="LiveId" clId="{49CCD4F9-177C-4270-9A14-60236FF377E8}" dt="2026-04-26T03:16:10.088" v="10874" actId="20577"/>
          <ac:spMkLst>
            <pc:docMk/>
            <pc:sldMk cId="380520240" sldId="306"/>
            <ac:spMk id="62" creationId="{82746EEF-99A5-2EAF-ED9A-10CB049DBD03}"/>
          </ac:spMkLst>
        </pc:spChg>
        <pc:spChg chg="mod">
          <ac:chgData name="昕 许" userId="a2975fcd840abfc3" providerId="LiveId" clId="{49CCD4F9-177C-4270-9A14-60236FF377E8}" dt="2026-04-26T03:26:03.357" v="11028" actId="208"/>
          <ac:spMkLst>
            <pc:docMk/>
            <pc:sldMk cId="380520240" sldId="306"/>
            <ac:spMk id="69" creationId="{FFB3CE44-D9D0-D796-6D01-2F642AD0E558}"/>
          </ac:spMkLst>
        </pc:spChg>
        <pc:spChg chg="mod">
          <ac:chgData name="昕 许" userId="a2975fcd840abfc3" providerId="LiveId" clId="{49CCD4F9-177C-4270-9A14-60236FF377E8}" dt="2026-04-26T03:25:55.049" v="11027" actId="207"/>
          <ac:spMkLst>
            <pc:docMk/>
            <pc:sldMk cId="380520240" sldId="306"/>
            <ac:spMk id="70" creationId="{D994F920-8242-0A2B-3D3E-58D8B130AD94}"/>
          </ac:spMkLst>
        </pc:spChg>
        <pc:spChg chg="add mod">
          <ac:chgData name="昕 许" userId="a2975fcd840abfc3" providerId="LiveId" clId="{49CCD4F9-177C-4270-9A14-60236FF377E8}" dt="2026-04-26T03:26:05.344" v="11029" actId="207"/>
          <ac:spMkLst>
            <pc:docMk/>
            <pc:sldMk cId="380520240" sldId="306"/>
            <ac:spMk id="71" creationId="{8BC405BC-3DF1-4352-0615-562CA48AA86C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72" creationId="{00D3F122-1E61-00D0-4BD5-8694EEAF90D0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73" creationId="{7CA1FBEE-F896-F4FB-B432-0C016EE8AB69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79" creationId="{6EB6669F-11EE-8841-5BFD-1EEA82B2CFCC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0" creationId="{172EF724-9F09-C763-F63B-6895BE060FCA}"/>
          </ac:spMkLst>
        </pc:spChg>
        <pc:spChg chg="mod">
          <ac:chgData name="昕 许" userId="a2975fcd840abfc3" providerId="LiveId" clId="{49CCD4F9-177C-4270-9A14-60236FF377E8}" dt="2026-04-26T03:24:25.750" v="11005" actId="20577"/>
          <ac:spMkLst>
            <pc:docMk/>
            <pc:sldMk cId="380520240" sldId="306"/>
            <ac:spMk id="81" creationId="{A498F9A5-1B18-BB3C-610D-9235A5DE8CC9}"/>
          </ac:spMkLst>
        </pc:spChg>
        <pc:spChg chg="add mod topLvl">
          <ac:chgData name="昕 许" userId="a2975fcd840abfc3" providerId="LiveId" clId="{49CCD4F9-177C-4270-9A14-60236FF377E8}" dt="2026-04-26T03:18:12.525" v="10915" actId="1076"/>
          <ac:spMkLst>
            <pc:docMk/>
            <pc:sldMk cId="380520240" sldId="306"/>
            <ac:spMk id="82" creationId="{2C10B6C7-82BD-2090-7733-03333710FD30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4" creationId="{E3DB5120-BCEC-EE9D-BA4C-92653A3BBEFF}"/>
          </ac:spMkLst>
        </pc:spChg>
        <pc:spChg chg="mod">
          <ac:chgData name="昕 许" userId="a2975fcd840abfc3" providerId="LiveId" clId="{49CCD4F9-177C-4270-9A14-60236FF377E8}" dt="2026-04-26T03:24:04.422" v="10999" actId="20577"/>
          <ac:spMkLst>
            <pc:docMk/>
            <pc:sldMk cId="380520240" sldId="306"/>
            <ac:spMk id="85" creationId="{F537D869-AD5E-4AC0-59C8-D153F51BAEBC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7" creationId="{CA730A93-46CB-B43D-453C-D2B8E3D1AF11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88" creationId="{BC87CC16-5036-0761-4142-52D77E0AEE57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91" creationId="{E1A51D04-D3C1-D6EF-DA93-02E0402A1C3A}"/>
          </ac:spMkLst>
        </pc:spChg>
        <pc:spChg chg="mod">
          <ac:chgData name="昕 许" userId="a2975fcd840abfc3" providerId="LiveId" clId="{49CCD4F9-177C-4270-9A14-60236FF377E8}" dt="2026-04-26T03:17:34.562" v="10904" actId="165"/>
          <ac:spMkLst>
            <pc:docMk/>
            <pc:sldMk cId="380520240" sldId="306"/>
            <ac:spMk id="92" creationId="{4F105A8D-C69B-197F-1DBF-23D8F8A91B13}"/>
          </ac:spMkLst>
        </pc:spChg>
        <pc:spChg chg="mod">
          <ac:chgData name="昕 许" userId="a2975fcd840abfc3" providerId="LiveId" clId="{49CCD4F9-177C-4270-9A14-60236FF377E8}" dt="2026-04-26T03:17:57.846" v="10912" actId="208"/>
          <ac:spMkLst>
            <pc:docMk/>
            <pc:sldMk cId="380520240" sldId="306"/>
            <ac:spMk id="96" creationId="{1E49B4B3-04A6-DE4E-C523-386A89DCBDB0}"/>
          </ac:spMkLst>
        </pc:spChg>
        <pc:spChg chg="mod">
          <ac:chgData name="昕 许" userId="a2975fcd840abfc3" providerId="LiveId" clId="{49CCD4F9-177C-4270-9A14-60236FF377E8}" dt="2026-04-26T03:18:01.452" v="10913" actId="207"/>
          <ac:spMkLst>
            <pc:docMk/>
            <pc:sldMk cId="380520240" sldId="306"/>
            <ac:spMk id="97" creationId="{1FDFE0B0-DCC1-EC2B-2EEE-8574E273BBBE}"/>
          </ac:spMkLst>
        </pc:spChg>
        <pc:spChg chg="mod">
          <ac:chgData name="昕 许" userId="a2975fcd840abfc3" providerId="LiveId" clId="{49CCD4F9-177C-4270-9A14-60236FF377E8}" dt="2026-04-26T03:18:51.231" v="10930" actId="165"/>
          <ac:spMkLst>
            <pc:docMk/>
            <pc:sldMk cId="380520240" sldId="306"/>
            <ac:spMk id="101" creationId="{CF5E7390-3163-5758-8C91-5FFE5C6B975E}"/>
          </ac:spMkLst>
        </pc:spChg>
        <pc:spChg chg="mod">
          <ac:chgData name="昕 许" userId="a2975fcd840abfc3" providerId="LiveId" clId="{49CCD4F9-177C-4270-9A14-60236FF377E8}" dt="2026-04-26T03:19:06.102" v="10934" actId="20577"/>
          <ac:spMkLst>
            <pc:docMk/>
            <pc:sldMk cId="380520240" sldId="306"/>
            <ac:spMk id="102" creationId="{20DD7A56-BE68-73EB-6101-6E94B8C8CC97}"/>
          </ac:spMkLst>
        </pc:spChg>
        <pc:spChg chg="add mod topLvl">
          <ac:chgData name="昕 许" userId="a2975fcd840abfc3" providerId="LiveId" clId="{49CCD4F9-177C-4270-9A14-60236FF377E8}" dt="2026-04-26T03:18:51.231" v="10930" actId="165"/>
          <ac:spMkLst>
            <pc:docMk/>
            <pc:sldMk cId="380520240" sldId="306"/>
            <ac:spMk id="103" creationId="{77A041D1-2D07-3EE3-B5E8-B70163CF91B9}"/>
          </ac:spMkLst>
        </pc:spChg>
        <pc:spChg chg="mod">
          <ac:chgData name="昕 许" userId="a2975fcd840abfc3" providerId="LiveId" clId="{49CCD4F9-177C-4270-9A14-60236FF377E8}" dt="2026-04-26T03:18:55.949" v="10932"/>
          <ac:spMkLst>
            <pc:docMk/>
            <pc:sldMk cId="380520240" sldId="306"/>
            <ac:spMk id="107" creationId="{B95D1C49-259A-37B2-720A-6B04B217C723}"/>
          </ac:spMkLst>
        </pc:spChg>
        <pc:spChg chg="mod">
          <ac:chgData name="昕 许" userId="a2975fcd840abfc3" providerId="LiveId" clId="{49CCD4F9-177C-4270-9A14-60236FF377E8}" dt="2026-04-26T03:18:55.949" v="10932"/>
          <ac:spMkLst>
            <pc:docMk/>
            <pc:sldMk cId="380520240" sldId="306"/>
            <ac:spMk id="108" creationId="{CBC8284B-3FFD-FBB9-BE74-D4D58E3CC9C0}"/>
          </ac:spMkLst>
        </pc:spChg>
        <pc:spChg chg="add mod">
          <ac:chgData name="昕 许" userId="a2975fcd840abfc3" providerId="LiveId" clId="{49CCD4F9-177C-4270-9A14-60236FF377E8}" dt="2026-04-26T03:19:19.923" v="10938" actId="1076"/>
          <ac:spMkLst>
            <pc:docMk/>
            <pc:sldMk cId="380520240" sldId="306"/>
            <ac:spMk id="110" creationId="{B1AB4648-90CF-B3D2-CF3A-4BEBBD17D7FA}"/>
          </ac:spMkLst>
        </pc:spChg>
        <pc:spChg chg="add mod">
          <ac:chgData name="昕 许" userId="a2975fcd840abfc3" providerId="LiveId" clId="{49CCD4F9-177C-4270-9A14-60236FF377E8}" dt="2026-04-26T03:19:37.793" v="10941" actId="208"/>
          <ac:spMkLst>
            <pc:docMk/>
            <pc:sldMk cId="380520240" sldId="306"/>
            <ac:spMk id="111" creationId="{C3A38E77-FAED-7138-4149-A6D8534C77F0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17" creationId="{EDC05A6C-B35F-F012-0ED4-AFD71CA6CA9D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18" creationId="{8048C751-262E-6CC6-F941-2352F010BEA7}"/>
          </ac:spMkLst>
        </pc:spChg>
        <pc:spChg chg="mod">
          <ac:chgData name="昕 许" userId="a2975fcd840abfc3" providerId="LiveId" clId="{49CCD4F9-177C-4270-9A14-60236FF377E8}" dt="2026-04-26T03:24:27.393" v="11006" actId="20577"/>
          <ac:spMkLst>
            <pc:docMk/>
            <pc:sldMk cId="380520240" sldId="306"/>
            <ac:spMk id="119" creationId="{0D128A81-5366-079E-91C8-4DAC2F543FBC}"/>
          </ac:spMkLst>
        </pc:spChg>
        <pc:spChg chg="mod">
          <ac:chgData name="昕 许" userId="a2975fcd840abfc3" providerId="LiveId" clId="{49CCD4F9-177C-4270-9A14-60236FF377E8}" dt="2026-04-26T03:19:31.341" v="10940" actId="207"/>
          <ac:spMkLst>
            <pc:docMk/>
            <pc:sldMk cId="380520240" sldId="306"/>
            <ac:spMk id="120" creationId="{18BE41EE-26F8-1EB6-4F22-8449CABFF4B5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2" creationId="{02AE0C16-CDA8-4D68-5BBF-154D5A661BBA}"/>
          </ac:spMkLst>
        </pc:spChg>
        <pc:spChg chg="mod">
          <ac:chgData name="昕 许" userId="a2975fcd840abfc3" providerId="LiveId" clId="{49CCD4F9-177C-4270-9A14-60236FF377E8}" dt="2026-04-26T03:24:07.415" v="11000" actId="20577"/>
          <ac:spMkLst>
            <pc:docMk/>
            <pc:sldMk cId="380520240" sldId="306"/>
            <ac:spMk id="123" creationId="{257F15D6-0494-B765-F7FE-0DEDC10DEE7A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5" creationId="{E7B6FD9F-F2FB-77C9-2DE1-FE5D54E8B45A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29" creationId="{2D572B26-DC9F-6B9B-A14B-7BE1A951A1E5}"/>
          </ac:spMkLst>
        </pc:spChg>
        <pc:spChg chg="mod">
          <ac:chgData name="昕 许" userId="a2975fcd840abfc3" providerId="LiveId" clId="{49CCD4F9-177C-4270-9A14-60236FF377E8}" dt="2026-04-26T03:19:14.903" v="10937"/>
          <ac:spMkLst>
            <pc:docMk/>
            <pc:sldMk cId="380520240" sldId="306"/>
            <ac:spMk id="130" creationId="{18F9243C-26D5-1FAE-C29A-447E03EA5778}"/>
          </ac:spMkLst>
        </pc:spChg>
        <pc:spChg chg="mod">
          <ac:chgData name="昕 许" userId="a2975fcd840abfc3" providerId="LiveId" clId="{49CCD4F9-177C-4270-9A14-60236FF377E8}" dt="2026-04-26T03:19:47.322" v="10943" actId="208"/>
          <ac:spMkLst>
            <pc:docMk/>
            <pc:sldMk cId="380520240" sldId="306"/>
            <ac:spMk id="133" creationId="{4EE11B1D-7E91-4592-3F8A-D27A26B06794}"/>
          </ac:spMkLst>
        </pc:spChg>
        <pc:spChg chg="mod">
          <ac:chgData name="昕 许" userId="a2975fcd840abfc3" providerId="LiveId" clId="{49CCD4F9-177C-4270-9A14-60236FF377E8}" dt="2026-04-26T03:19:50.827" v="10944" actId="207"/>
          <ac:spMkLst>
            <pc:docMk/>
            <pc:sldMk cId="380520240" sldId="306"/>
            <ac:spMk id="134" creationId="{6F08EA6C-8B16-1CB6-C6DF-4243CC67FE9C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37" creationId="{EC195535-7D45-E152-26C6-18D9C6698D2F}"/>
          </ac:spMkLst>
        </pc:spChg>
        <pc:spChg chg="mod">
          <ac:chgData name="昕 许" userId="a2975fcd840abfc3" providerId="LiveId" clId="{49CCD4F9-177C-4270-9A14-60236FF377E8}" dt="2026-04-26T03:20:16.600" v="10947" actId="20577"/>
          <ac:spMkLst>
            <pc:docMk/>
            <pc:sldMk cId="380520240" sldId="306"/>
            <ac:spMk id="138" creationId="{63DB0CD9-D44B-4DFA-B6F2-E9E65A817377}"/>
          </ac:spMkLst>
        </pc:spChg>
        <pc:spChg chg="add mod">
          <ac:chgData name="昕 许" userId="a2975fcd840abfc3" providerId="LiveId" clId="{49CCD4F9-177C-4270-9A14-60236FF377E8}" dt="2026-04-26T03:20:15.307" v="10946" actId="1076"/>
          <ac:spMkLst>
            <pc:docMk/>
            <pc:sldMk cId="380520240" sldId="306"/>
            <ac:spMk id="139" creationId="{F87C1D91-1C3C-107B-B394-D8DBD3272C08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41" creationId="{F69FC42F-28D9-89D5-B97E-719C79D44BD9}"/>
          </ac:spMkLst>
        </pc:spChg>
        <pc:spChg chg="mod">
          <ac:chgData name="昕 许" userId="a2975fcd840abfc3" providerId="LiveId" clId="{49CCD4F9-177C-4270-9A14-60236FF377E8}" dt="2026-04-26T03:20:09.494" v="10945"/>
          <ac:spMkLst>
            <pc:docMk/>
            <pc:sldMk cId="380520240" sldId="306"/>
            <ac:spMk id="142" creationId="{24F8BB05-0833-EB27-5F86-069530287594}"/>
          </ac:spMkLst>
        </pc:spChg>
        <pc:spChg chg="add mod">
          <ac:chgData name="昕 许" userId="a2975fcd840abfc3" providerId="LiveId" clId="{49CCD4F9-177C-4270-9A14-60236FF377E8}" dt="2026-04-26T03:20:26.156" v="10949" actId="1076"/>
          <ac:spMkLst>
            <pc:docMk/>
            <pc:sldMk cId="380520240" sldId="306"/>
            <ac:spMk id="143" creationId="{17D32189-A1D8-C270-6B48-F82537B8A546}"/>
          </ac:spMkLst>
        </pc:spChg>
        <pc:spChg chg="add mod">
          <ac:chgData name="昕 许" userId="a2975fcd840abfc3" providerId="LiveId" clId="{49CCD4F9-177C-4270-9A14-60236FF377E8}" dt="2026-04-26T03:20:54.130" v="10955" actId="208"/>
          <ac:spMkLst>
            <pc:docMk/>
            <pc:sldMk cId="380520240" sldId="306"/>
            <ac:spMk id="144" creationId="{1566F2A2-1D2A-A0AA-DA4D-7B949C14565B}"/>
          </ac:spMkLst>
        </pc:spChg>
        <pc:spChg chg="mod">
          <ac:chgData name="昕 许" userId="a2975fcd840abfc3" providerId="LiveId" clId="{49CCD4F9-177C-4270-9A14-60236FF377E8}" dt="2026-04-26T03:20:40.066" v="10951" actId="208"/>
          <ac:spMkLst>
            <pc:docMk/>
            <pc:sldMk cId="380520240" sldId="306"/>
            <ac:spMk id="150" creationId="{A25474FF-C72B-B95E-B294-EF1638B79FD0}"/>
          </ac:spMkLst>
        </pc:spChg>
        <pc:spChg chg="mod">
          <ac:chgData name="昕 许" userId="a2975fcd840abfc3" providerId="LiveId" clId="{49CCD4F9-177C-4270-9A14-60236FF377E8}" dt="2026-04-26T03:20:43.135" v="10953" actId="20577"/>
          <ac:spMkLst>
            <pc:docMk/>
            <pc:sldMk cId="380520240" sldId="306"/>
            <ac:spMk id="151" creationId="{A4E09908-3FB2-4A84-EA66-540776F4B12A}"/>
          </ac:spMkLst>
        </pc:spChg>
        <pc:spChg chg="add mod">
          <ac:chgData name="昕 许" userId="a2975fcd840abfc3" providerId="LiveId" clId="{49CCD4F9-177C-4270-9A14-60236FF377E8}" dt="2026-04-26T03:24:29.482" v="11007" actId="20577"/>
          <ac:spMkLst>
            <pc:docMk/>
            <pc:sldMk cId="380520240" sldId="306"/>
            <ac:spMk id="152" creationId="{CE09A61D-A326-96CE-D873-0DBF74BB7ECC}"/>
          </ac:spMkLst>
        </pc:spChg>
        <pc:spChg chg="add mod">
          <ac:chgData name="昕 许" userId="a2975fcd840abfc3" providerId="LiveId" clId="{49CCD4F9-177C-4270-9A14-60236FF377E8}" dt="2026-04-26T03:20:48.514" v="10954" actId="207"/>
          <ac:spMkLst>
            <pc:docMk/>
            <pc:sldMk cId="380520240" sldId="306"/>
            <ac:spMk id="153" creationId="{4475962B-3E81-0BD7-9D44-F1FE9FABFE9F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5" creationId="{1CC8A0A8-9D0E-02E4-47F6-7F9204268C0C}"/>
          </ac:spMkLst>
        </pc:spChg>
        <pc:spChg chg="mod">
          <ac:chgData name="昕 许" userId="a2975fcd840abfc3" providerId="LiveId" clId="{49CCD4F9-177C-4270-9A14-60236FF377E8}" dt="2026-04-26T03:24:08.566" v="11001" actId="20577"/>
          <ac:spMkLst>
            <pc:docMk/>
            <pc:sldMk cId="380520240" sldId="306"/>
            <ac:spMk id="156" creationId="{78E6F3AB-40F2-A697-8FCB-DA2A67172246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8" creationId="{70CF6CE5-4072-8464-8993-C229AEB810BF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59" creationId="{2E103CA0-3A2E-9640-23AB-EAC03B89D6B9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3" creationId="{82A05657-B93C-3D47-E143-C894611BCE27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6" creationId="{39E8C346-FEEE-8AFF-90CA-DD36DC0A34B5}"/>
          </ac:spMkLst>
        </pc:spChg>
        <pc:spChg chg="mod">
          <ac:chgData name="昕 许" userId="a2975fcd840abfc3" providerId="LiveId" clId="{49CCD4F9-177C-4270-9A14-60236FF377E8}" dt="2026-04-26T03:20:21.359" v="10948"/>
          <ac:spMkLst>
            <pc:docMk/>
            <pc:sldMk cId="380520240" sldId="306"/>
            <ac:spMk id="167" creationId="{48AAF96F-154F-738C-3F94-96DD2903AC98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68" creationId="{FA7FC8A2-BE1F-0753-3544-CB6E813EF366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69" creationId="{0BBE06A6-8D51-ADE1-CC89-3BB258345197}"/>
          </ac:spMkLst>
        </pc:spChg>
        <pc:spChg chg="mod">
          <ac:chgData name="昕 许" userId="a2975fcd840abfc3" providerId="LiveId" clId="{49CCD4F9-177C-4270-9A14-60236FF377E8}" dt="2026-04-26T03:21:25.406" v="10959" actId="208"/>
          <ac:spMkLst>
            <pc:docMk/>
            <pc:sldMk cId="380520240" sldId="306"/>
            <ac:spMk id="175" creationId="{E35AD877-C5D9-A106-ABB8-5C3C9ADBD518}"/>
          </ac:spMkLst>
        </pc:spChg>
        <pc:spChg chg="mod">
          <ac:chgData name="昕 许" userId="a2975fcd840abfc3" providerId="LiveId" clId="{49CCD4F9-177C-4270-9A14-60236FF377E8}" dt="2026-04-26T03:21:21.347" v="10958" actId="207"/>
          <ac:spMkLst>
            <pc:docMk/>
            <pc:sldMk cId="380520240" sldId="306"/>
            <ac:spMk id="176" creationId="{3DD6E7BD-7973-A13A-7CCC-BA9DA56DFCE4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77" creationId="{F294A826-F91A-E7E6-BEC8-2A17C7981F61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78" creationId="{3AFFA1B1-1A31-A7D7-18F9-4886DB9410E9}"/>
          </ac:spMkLst>
        </pc:spChg>
        <pc:spChg chg="mod">
          <ac:chgData name="昕 许" userId="a2975fcd840abfc3" providerId="LiveId" clId="{49CCD4F9-177C-4270-9A14-60236FF377E8}" dt="2026-04-26T03:24:16.760" v="11002" actId="20577"/>
          <ac:spMkLst>
            <pc:docMk/>
            <pc:sldMk cId="380520240" sldId="306"/>
            <ac:spMk id="181" creationId="{1FD53182-364D-9A1D-F4C9-7210EE097049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4" creationId="{B601275D-E98E-C3B3-848E-0236A6F11C03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7" creationId="{654E2FC9-5035-7D07-7F7F-6B8EF5D4CE34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88" creationId="{FAAB2907-E7A7-FEDE-C7BB-E1377C44D9A3}"/>
          </ac:spMkLst>
        </pc:spChg>
        <pc:spChg chg="mod">
          <ac:chgData name="昕 许" userId="a2975fcd840abfc3" providerId="LiveId" clId="{49CCD4F9-177C-4270-9A14-60236FF377E8}" dt="2026-04-26T03:21:02.224" v="10956"/>
          <ac:spMkLst>
            <pc:docMk/>
            <pc:sldMk cId="380520240" sldId="306"/>
            <ac:spMk id="192" creationId="{F5B16B02-1B17-FDCB-E6EF-DD0A3C3C79EC}"/>
          </ac:spMkLst>
        </pc:spChg>
        <pc:spChg chg="mod">
          <ac:chgData name="昕 许" userId="a2975fcd840abfc3" providerId="LiveId" clId="{49CCD4F9-177C-4270-9A14-60236FF377E8}" dt="2026-04-26T03:26:27.592" v="11035" actId="208"/>
          <ac:spMkLst>
            <pc:docMk/>
            <pc:sldMk cId="380520240" sldId="306"/>
            <ac:spMk id="197" creationId="{FFF987C0-1505-09E2-E7C5-BC04BC340B44}"/>
          </ac:spMkLst>
        </pc:spChg>
        <pc:spChg chg="mod">
          <ac:chgData name="昕 许" userId="a2975fcd840abfc3" providerId="LiveId" clId="{49CCD4F9-177C-4270-9A14-60236FF377E8}" dt="2026-04-26T03:26:14.423" v="11032" actId="207"/>
          <ac:spMkLst>
            <pc:docMk/>
            <pc:sldMk cId="380520240" sldId="306"/>
            <ac:spMk id="198" creationId="{69116F72-5A5B-D76A-59BA-20EAA5E2A80D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199" creationId="{5E6E5A57-C104-1632-3F32-732AFFB621C8}"/>
          </ac:spMkLst>
        </pc:spChg>
        <pc:spChg chg="add 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00" creationId="{AB811CA6-5288-0F6F-E3E8-375E16E94348}"/>
          </ac:spMkLst>
        </pc:spChg>
        <pc:spChg chg="add 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01" creationId="{738DD41F-E9C4-ECED-E849-1D6864822D20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07" creationId="{34DF8110-CC3D-19E1-52B9-BB93F825AD24}"/>
          </ac:spMkLst>
        </pc:spChg>
        <pc:spChg chg="add mod">
          <ac:chgData name="昕 许" userId="a2975fcd840abfc3" providerId="LiveId" clId="{49CCD4F9-177C-4270-9A14-60236FF377E8}" dt="2026-04-26T03:24:33.669" v="11009" actId="20577"/>
          <ac:spMkLst>
            <pc:docMk/>
            <pc:sldMk cId="380520240" sldId="306"/>
            <ac:spMk id="209" creationId="{3E82CE96-8950-6D86-22A6-3E251090ADE3}"/>
          </ac:spMkLst>
        </pc:spChg>
        <pc:spChg chg="mod">
          <ac:chgData name="昕 许" userId="a2975fcd840abfc3" providerId="LiveId" clId="{49CCD4F9-177C-4270-9A14-60236FF377E8}" dt="2026-04-26T03:22:40.554" v="10978" actId="164"/>
          <ac:spMkLst>
            <pc:docMk/>
            <pc:sldMk cId="380520240" sldId="306"/>
            <ac:spMk id="210" creationId="{94E60AE5-7D4A-E617-0DD8-89783C07EC7F}"/>
          </ac:spMkLst>
        </pc:spChg>
        <pc:spChg chg="mod">
          <ac:chgData name="昕 许" userId="a2975fcd840abfc3" providerId="LiveId" clId="{49CCD4F9-177C-4270-9A14-60236FF377E8}" dt="2026-04-26T03:24:18.586" v="11003" actId="20577"/>
          <ac:spMkLst>
            <pc:docMk/>
            <pc:sldMk cId="380520240" sldId="306"/>
            <ac:spMk id="213" creationId="{6AD61AAD-218F-4A5E-0B46-EEF8B88449E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5" creationId="{D2374A0F-546B-EC66-33B3-0F7DC1DD192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6" creationId="{36962B38-4B20-6B76-293A-366593C212E4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19" creationId="{9DBA144B-5701-11EB-EC3B-B8FB08EC0BED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20" creationId="{F9C324AA-E326-9965-57B8-13BDFC2E788B}"/>
          </ac:spMkLst>
        </pc:spChg>
        <pc:spChg chg="mod">
          <ac:chgData name="昕 许" userId="a2975fcd840abfc3" providerId="LiveId" clId="{49CCD4F9-177C-4270-9A14-60236FF377E8}" dt="2026-04-26T03:22:07.817" v="10968"/>
          <ac:spMkLst>
            <pc:docMk/>
            <pc:sldMk cId="380520240" sldId="306"/>
            <ac:spMk id="224" creationId="{0B706B30-7279-3905-47D0-A0B0A9C1A8FB}"/>
          </ac:spMkLst>
        </pc:spChg>
        <pc:spChg chg="mod">
          <ac:chgData name="昕 许" userId="a2975fcd840abfc3" providerId="LiveId" clId="{49CCD4F9-177C-4270-9A14-60236FF377E8}" dt="2026-04-26T03:22:16.341" v="10970"/>
          <ac:spMkLst>
            <pc:docMk/>
            <pc:sldMk cId="380520240" sldId="306"/>
            <ac:spMk id="227" creationId="{1E533AFD-A559-3617-DD31-5F809EC050B6}"/>
          </ac:spMkLst>
        </pc:spChg>
        <pc:spChg chg="mod">
          <ac:chgData name="昕 许" userId="a2975fcd840abfc3" providerId="LiveId" clId="{49CCD4F9-177C-4270-9A14-60236FF377E8}" dt="2026-04-26T03:22:21.997" v="10973" actId="20577"/>
          <ac:spMkLst>
            <pc:docMk/>
            <pc:sldMk cId="380520240" sldId="306"/>
            <ac:spMk id="228" creationId="{D19DBE29-5D23-C2DF-E6AE-7524EE1610B6}"/>
          </ac:spMkLst>
        </pc:spChg>
        <pc:spChg chg="mod">
          <ac:chgData name="昕 许" userId="a2975fcd840abfc3" providerId="LiveId" clId="{49CCD4F9-177C-4270-9A14-60236FF377E8}" dt="2026-04-26T03:26:22.431" v="11034" actId="208"/>
          <ac:spMkLst>
            <pc:docMk/>
            <pc:sldMk cId="380520240" sldId="306"/>
            <ac:spMk id="231" creationId="{470E9DDC-970B-1515-8095-434F50BF763A}"/>
          </ac:spMkLst>
        </pc:spChg>
        <pc:spChg chg="mod">
          <ac:chgData name="昕 许" userId="a2975fcd840abfc3" providerId="LiveId" clId="{49CCD4F9-177C-4270-9A14-60236FF377E8}" dt="2026-04-26T03:26:16.830" v="11033" actId="207"/>
          <ac:spMkLst>
            <pc:docMk/>
            <pc:sldMk cId="380520240" sldId="306"/>
            <ac:spMk id="232" creationId="{A0FCDB06-F528-D4D6-0279-01F5684D87D8}"/>
          </ac:spMkLst>
        </pc:spChg>
        <pc:spChg chg="add mod">
          <ac:chgData name="昕 许" userId="a2975fcd840abfc3" providerId="LiveId" clId="{49CCD4F9-177C-4270-9A14-60236FF377E8}" dt="2026-04-26T03:26:10.469" v="11031" actId="207"/>
          <ac:spMkLst>
            <pc:docMk/>
            <pc:sldMk cId="380520240" sldId="306"/>
            <ac:spMk id="233" creationId="{AD0E10EB-3213-1B68-015C-1FDB2EA1BFD0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36" creationId="{B77CD9DF-BA25-9AC8-D55D-85EC2F38BC96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37" creationId="{01A57FD4-73F9-73F5-896D-6DE54334CA44}"/>
          </ac:spMkLst>
        </pc:spChg>
        <pc:spChg chg="mod">
          <ac:chgData name="昕 许" userId="a2975fcd840abfc3" providerId="LiveId" clId="{49CCD4F9-177C-4270-9A14-60236FF377E8}" dt="2026-04-26T03:24:35.980" v="11010" actId="20577"/>
          <ac:spMkLst>
            <pc:docMk/>
            <pc:sldMk cId="380520240" sldId="306"/>
            <ac:spMk id="243" creationId="{1333361A-5B98-70F7-917A-019A3CC3097A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44" creationId="{60C2DB43-DCF7-8DD0-5060-844C86981AD5}"/>
          </ac:spMkLst>
        </pc:spChg>
        <pc:spChg chg="del mod">
          <ac:chgData name="昕 许" userId="a2975fcd840abfc3" providerId="LiveId" clId="{49CCD4F9-177C-4270-9A14-60236FF377E8}" dt="2026-04-26T03:22:59.064" v="10981" actId="478"/>
          <ac:spMkLst>
            <pc:docMk/>
            <pc:sldMk cId="380520240" sldId="306"/>
            <ac:spMk id="253" creationId="{554278F7-DA91-3E34-0BAD-9D38F994BF5D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54" creationId="{E7D3AF6A-397F-704A-6D46-E599359028A8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59" creationId="{3A97AE63-797A-9450-F1C8-3FBF809DDFD7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0" creationId="{1531BE9F-1B33-B1CB-5167-04BF8A496320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2" creationId="{299FF297-4D71-1016-B277-990CB448757C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3" creationId="{1D947DF8-1982-73B7-2001-F27D69B3844E}"/>
          </ac:spMkLst>
        </pc:spChg>
        <pc:spChg chg="mod">
          <ac:chgData name="昕 许" userId="a2975fcd840abfc3" providerId="LiveId" clId="{49CCD4F9-177C-4270-9A14-60236FF377E8}" dt="2026-04-26T03:22:41.402" v="10979"/>
          <ac:spMkLst>
            <pc:docMk/>
            <pc:sldMk cId="380520240" sldId="306"/>
            <ac:spMk id="264" creationId="{EC1F7633-863A-3836-6CCD-17780FD18E51}"/>
          </ac:spMkLst>
        </pc:spChg>
        <pc:spChg chg="add mod">
          <ac:chgData name="昕 许" userId="a2975fcd840abfc3" providerId="LiveId" clId="{49CCD4F9-177C-4270-9A14-60236FF377E8}" dt="2026-04-26T03:23:05.788" v="10984" actId="14100"/>
          <ac:spMkLst>
            <pc:docMk/>
            <pc:sldMk cId="380520240" sldId="306"/>
            <ac:spMk id="267" creationId="{0803597C-313A-7566-C883-13DCBF74AFF2}"/>
          </ac:spMkLst>
        </pc:spChg>
        <pc:spChg chg="add mod">
          <ac:chgData name="昕 许" userId="a2975fcd840abfc3" providerId="LiveId" clId="{49CCD4F9-177C-4270-9A14-60236FF377E8}" dt="2026-04-26T03:23:42.367" v="10995" actId="208"/>
          <ac:spMkLst>
            <pc:docMk/>
            <pc:sldMk cId="380520240" sldId="306"/>
            <ac:spMk id="270" creationId="{7A9B436E-7BC2-2BF5-0F38-9353564BDD17}"/>
          </ac:spMkLst>
        </pc:spChg>
        <pc:spChg chg="add mod">
          <ac:chgData name="昕 许" userId="a2975fcd840abfc3" providerId="LiveId" clId="{49CCD4F9-177C-4270-9A14-60236FF377E8}" dt="2026-04-26T03:23:36.275" v="10994" actId="207"/>
          <ac:spMkLst>
            <pc:docMk/>
            <pc:sldMk cId="380520240" sldId="306"/>
            <ac:spMk id="271" creationId="{FEC59C47-37C8-FF35-82FA-8E2547BB29E0}"/>
          </ac:spMkLst>
        </pc:spChg>
        <pc:spChg chg="mod">
          <ac:chgData name="昕 许" userId="a2975fcd840abfc3" providerId="LiveId" clId="{49CCD4F9-177C-4270-9A14-60236FF377E8}" dt="2026-04-26T03:23:48.804" v="10996"/>
          <ac:spMkLst>
            <pc:docMk/>
            <pc:sldMk cId="380520240" sldId="306"/>
            <ac:spMk id="276" creationId="{839D8416-B925-83D5-3E36-CE9552A12B4D}"/>
          </ac:spMkLst>
        </pc:spChg>
        <pc:spChg chg="mod">
          <ac:chgData name="昕 许" userId="a2975fcd840abfc3" providerId="LiveId" clId="{49CCD4F9-177C-4270-9A14-60236FF377E8}" dt="2026-04-26T03:24:47.396" v="11012" actId="20577"/>
          <ac:spMkLst>
            <pc:docMk/>
            <pc:sldMk cId="380520240" sldId="306"/>
            <ac:spMk id="277" creationId="{60F0691C-9C5B-1E07-9584-F392017EF550}"/>
          </ac:spMkLst>
        </pc:spChg>
        <pc:spChg chg="add mod">
          <ac:chgData name="昕 许" userId="a2975fcd840abfc3" providerId="LiveId" clId="{49CCD4F9-177C-4270-9A14-60236FF377E8}" dt="2026-04-26T10:09:39.116" v="11126" actId="1076"/>
          <ac:spMkLst>
            <pc:docMk/>
            <pc:sldMk cId="380520240" sldId="306"/>
            <ac:spMk id="278" creationId="{B8CA0B58-F22A-6936-CBA1-A27F83544717}"/>
          </ac:spMkLst>
        </pc:spChg>
        <pc:spChg chg="mod">
          <ac:chgData name="昕 许" userId="a2975fcd840abfc3" providerId="LiveId" clId="{49CCD4F9-177C-4270-9A14-60236FF377E8}" dt="2026-04-26T03:23:48.804" v="10996"/>
          <ac:spMkLst>
            <pc:docMk/>
            <pc:sldMk cId="380520240" sldId="306"/>
            <ac:spMk id="280" creationId="{2CFE9977-47BF-3DE8-37EB-4236F432E30A}"/>
          </ac:spMkLst>
        </pc:spChg>
        <pc:spChg chg="mod">
          <ac:chgData name="昕 许" userId="a2975fcd840abfc3" providerId="LiveId" clId="{49CCD4F9-177C-4270-9A14-60236FF377E8}" dt="2026-04-26T03:24:46.087" v="11011" actId="20577"/>
          <ac:spMkLst>
            <pc:docMk/>
            <pc:sldMk cId="380520240" sldId="306"/>
            <ac:spMk id="281" creationId="{93B7409A-01D5-4130-17B8-549B2331E94B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283" creationId="{2607A146-0E5A-DF79-9027-08BEE95FF5D5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284" creationId="{284455A6-01FA-0C5D-E482-74C043C2816E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290" creationId="{4F1C6A7C-10BC-4554-6738-B8C6CCF04EA5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1" creationId="{7363C27D-8935-135B-1263-DB7CBF478069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2" creationId="{715A4929-35BA-5936-2D84-C2010DB95C33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5" creationId="{E308EAF5-CC6F-14B1-26CB-8AB089F69DEC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6" creationId="{F796D78E-9E83-CD16-A1D8-3FB40CC94573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7" creationId="{DF8C4576-B1BE-E9FD-B34F-17F87F41DE50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08" creationId="{082489E1-964B-964F-33F5-6989D87389AC}"/>
          </ac:spMkLst>
        </pc:spChg>
        <pc:spChg chg="mod">
          <ac:chgData name="昕 许" userId="a2975fcd840abfc3" providerId="LiveId" clId="{49CCD4F9-177C-4270-9A14-60236FF377E8}" dt="2026-04-26T03:24:53.269" v="11013"/>
          <ac:spMkLst>
            <pc:docMk/>
            <pc:sldMk cId="380520240" sldId="306"/>
            <ac:spMk id="310" creationId="{55FA316F-F9E7-BCEB-9E30-F8CCF373361E}"/>
          </ac:spMkLst>
        </pc:spChg>
        <pc:spChg chg="mod">
          <ac:chgData name="昕 许" userId="a2975fcd840abfc3" providerId="LiveId" clId="{49CCD4F9-177C-4270-9A14-60236FF377E8}" dt="2026-04-26T03:25:26.330" v="11025" actId="208"/>
          <ac:spMkLst>
            <pc:docMk/>
            <pc:sldMk cId="380520240" sldId="306"/>
            <ac:spMk id="317" creationId="{5F3EC7F1-79F2-36F6-3D6B-4DFB502BBF67}"/>
          </ac:spMkLst>
        </pc:spChg>
        <pc:spChg chg="mod">
          <ac:chgData name="昕 许" userId="a2975fcd840abfc3" providerId="LiveId" clId="{49CCD4F9-177C-4270-9A14-60236FF377E8}" dt="2026-04-26T03:25:19.837" v="11024" actId="207"/>
          <ac:spMkLst>
            <pc:docMk/>
            <pc:sldMk cId="380520240" sldId="306"/>
            <ac:spMk id="318" creationId="{61E1312B-59E9-E4E8-EE03-4906B2F307AD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19" creationId="{FF9AB8DD-3DDA-A7A3-AC70-58135B01B063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26" creationId="{992FE713-A914-55DA-9540-370A5E807EF6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37" creationId="{52424DA1-696E-BBD6-65D1-EC675668D434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39" creationId="{A43C3010-7B95-10E4-C719-43A7ED2D7A89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1" creationId="{92FC7896-CF69-5C2E-D568-B92F72C4F0AF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2" creationId="{DF95D7A2-7983-B665-4BA3-89D5E4F1C0C1}"/>
          </ac:spMkLst>
        </pc:spChg>
        <pc:spChg chg="mod">
          <ac:chgData name="昕 许" userId="a2975fcd840abfc3" providerId="LiveId" clId="{49CCD4F9-177C-4270-9A14-60236FF377E8}" dt="2026-04-26T03:25:10.479" v="11021" actId="20577"/>
          <ac:spMkLst>
            <pc:docMk/>
            <pc:sldMk cId="380520240" sldId="306"/>
            <ac:spMk id="345" creationId="{0F304ACB-FB24-6B86-D9C1-324C97B13657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6" creationId="{C4D3E361-78F6-8DD3-CB0D-DCE20781D34F}"/>
          </ac:spMkLst>
        </pc:spChg>
        <pc:spChg chg="mod">
          <ac:chgData name="昕 许" userId="a2975fcd840abfc3" providerId="LiveId" clId="{49CCD4F9-177C-4270-9A14-60236FF377E8}" dt="2026-04-26T03:25:04.570" v="11019"/>
          <ac:spMkLst>
            <pc:docMk/>
            <pc:sldMk cId="380520240" sldId="306"/>
            <ac:spMk id="347" creationId="{9D407B24-5804-6FB2-730F-76ED0771F223}"/>
          </ac:spMkLst>
        </pc:spChg>
        <pc:spChg chg="add mod">
          <ac:chgData name="昕 许" userId="a2975fcd840abfc3" providerId="LiveId" clId="{49CCD4F9-177C-4270-9A14-60236FF377E8}" dt="2026-04-26T10:09:42.703" v="11127" actId="1076"/>
          <ac:spMkLst>
            <pc:docMk/>
            <pc:sldMk cId="380520240" sldId="306"/>
            <ac:spMk id="348" creationId="{DEE4AE9E-6B6D-C037-5835-FF3149AD4963}"/>
          </ac:spMkLst>
        </pc:spChg>
        <pc:spChg chg="add mod">
          <ac:chgData name="昕 许" userId="a2975fcd840abfc3" providerId="LiveId" clId="{49CCD4F9-177C-4270-9A14-60236FF377E8}" dt="2026-04-26T10:09:51.312" v="11130"/>
          <ac:spMkLst>
            <pc:docMk/>
            <pc:sldMk cId="380520240" sldId="306"/>
            <ac:spMk id="349" creationId="{170FB965-2184-642A-B05B-EB47A10D3FB4}"/>
          </ac:spMkLst>
        </pc:spChg>
        <pc:spChg chg="add mod">
          <ac:chgData name="昕 许" userId="a2975fcd840abfc3" providerId="LiveId" clId="{49CCD4F9-177C-4270-9A14-60236FF377E8}" dt="2026-04-26T10:10:02.896" v="11133"/>
          <ac:spMkLst>
            <pc:docMk/>
            <pc:sldMk cId="380520240" sldId="306"/>
            <ac:spMk id="350" creationId="{BE308C49-8259-9194-D90E-BE91951F1E41}"/>
          </ac:spMkLst>
        </pc:spChg>
        <pc:spChg chg="add mod">
          <ac:chgData name="昕 许" userId="a2975fcd840abfc3" providerId="LiveId" clId="{49CCD4F9-177C-4270-9A14-60236FF377E8}" dt="2026-04-26T10:10:13.086" v="11136"/>
          <ac:spMkLst>
            <pc:docMk/>
            <pc:sldMk cId="380520240" sldId="306"/>
            <ac:spMk id="351" creationId="{B8A9F213-CD4C-5259-AAB6-21A5138AF7A5}"/>
          </ac:spMkLst>
        </pc:spChg>
        <pc:spChg chg="add mod">
          <ac:chgData name="昕 许" userId="a2975fcd840abfc3" providerId="LiveId" clId="{49CCD4F9-177C-4270-9A14-60236FF377E8}" dt="2026-04-26T10:10:22.488" v="11139"/>
          <ac:spMkLst>
            <pc:docMk/>
            <pc:sldMk cId="380520240" sldId="306"/>
            <ac:spMk id="352" creationId="{7071AFE7-7544-3EC2-A602-27C5DC08A05F}"/>
          </ac:spMkLst>
        </pc:spChg>
        <pc:spChg chg="add mod">
          <ac:chgData name="昕 许" userId="a2975fcd840abfc3" providerId="LiveId" clId="{49CCD4F9-177C-4270-9A14-60236FF377E8}" dt="2026-04-26T10:10:45.490" v="11150"/>
          <ac:spMkLst>
            <pc:docMk/>
            <pc:sldMk cId="380520240" sldId="306"/>
            <ac:spMk id="353" creationId="{1B0561BC-5D5C-B395-8275-7BDC732A8D00}"/>
          </ac:spMkLst>
        </pc:spChg>
        <pc:spChg chg="add mod">
          <ac:chgData name="昕 许" userId="a2975fcd840abfc3" providerId="LiveId" clId="{49CCD4F9-177C-4270-9A14-60236FF377E8}" dt="2026-04-26T10:11:00.220" v="11153"/>
          <ac:spMkLst>
            <pc:docMk/>
            <pc:sldMk cId="380520240" sldId="306"/>
            <ac:spMk id="354" creationId="{AC91CE98-B8AB-6856-BFE3-9807666F2128}"/>
          </ac:spMkLst>
        </pc:spChg>
        <pc:spChg chg="add mod">
          <ac:chgData name="昕 许" userId="a2975fcd840abfc3" providerId="LiveId" clId="{49CCD4F9-177C-4270-9A14-60236FF377E8}" dt="2026-04-26T10:11:15.922" v="11156"/>
          <ac:spMkLst>
            <pc:docMk/>
            <pc:sldMk cId="380520240" sldId="306"/>
            <ac:spMk id="355" creationId="{C7495889-1EBD-7159-9A4A-9853D510AB06}"/>
          </ac:spMkLst>
        </pc:spChg>
        <pc:grpChg chg="add del mod">
          <ac:chgData name="昕 许" userId="a2975fcd840abfc3" providerId="LiveId" clId="{49CCD4F9-177C-4270-9A14-60236FF377E8}" dt="2026-04-26T01:34:02.066" v="10437" actId="478"/>
          <ac:grpSpMkLst>
            <pc:docMk/>
            <pc:sldMk cId="380520240" sldId="306"/>
            <ac:grpSpMk id="2" creationId="{A07AF023-F658-B31F-69F6-B8E40CFC698C}"/>
          </ac:grpSpMkLst>
        </pc:grpChg>
        <pc:grpChg chg="add del mod">
          <ac:chgData name="昕 许" userId="a2975fcd840abfc3" providerId="LiveId" clId="{49CCD4F9-177C-4270-9A14-60236FF377E8}" dt="2026-04-26T01:37:34.246" v="10491" actId="165"/>
          <ac:grpSpMkLst>
            <pc:docMk/>
            <pc:sldMk cId="380520240" sldId="306"/>
            <ac:grpSpMk id="20" creationId="{42FF0D37-71B4-777B-CDC1-65B80A901FAA}"/>
          </ac:grpSpMkLst>
        </pc:grpChg>
        <pc:grpChg chg="add del mod">
          <ac:chgData name="昕 许" userId="a2975fcd840abfc3" providerId="LiveId" clId="{49CCD4F9-177C-4270-9A14-60236FF377E8}" dt="2026-04-26T01:34:03.429" v="10438" actId="478"/>
          <ac:grpSpMkLst>
            <pc:docMk/>
            <pc:sldMk cId="380520240" sldId="306"/>
            <ac:grpSpMk id="21" creationId="{4AE86BB3-5BBF-C4FE-2066-56CF0633D77E}"/>
          </ac:grpSpMkLst>
        </pc:grpChg>
        <pc:grpChg chg="add del mod">
          <ac:chgData name="昕 许" userId="a2975fcd840abfc3" providerId="LiveId" clId="{49CCD4F9-177C-4270-9A14-60236FF377E8}" dt="2026-04-26T01:34:10.674" v="10442" actId="478"/>
          <ac:grpSpMkLst>
            <pc:docMk/>
            <pc:sldMk cId="380520240" sldId="306"/>
            <ac:grpSpMk id="29" creationId="{ADC6EE60-7C02-C221-5630-CF617C5A91BA}"/>
          </ac:grpSpMkLst>
        </pc:grpChg>
        <pc:grpChg chg="add del mod">
          <ac:chgData name="昕 许" userId="a2975fcd840abfc3" providerId="LiveId" clId="{49CCD4F9-177C-4270-9A14-60236FF377E8}" dt="2026-04-26T01:34:06.137" v="10440" actId="478"/>
          <ac:grpSpMkLst>
            <pc:docMk/>
            <pc:sldMk cId="380520240" sldId="306"/>
            <ac:grpSpMk id="38" creationId="{983467DC-CC8A-AE26-F040-45B468954A42}"/>
          </ac:grpSpMkLst>
        </pc:grpChg>
        <pc:grpChg chg="add del mod">
          <ac:chgData name="昕 许" userId="a2975fcd840abfc3" providerId="LiveId" clId="{49CCD4F9-177C-4270-9A14-60236FF377E8}" dt="2026-04-26T01:34:04.998" v="10439" actId="478"/>
          <ac:grpSpMkLst>
            <pc:docMk/>
            <pc:sldMk cId="380520240" sldId="306"/>
            <ac:grpSpMk id="43" creationId="{CFF9AFF5-490D-41B7-FD09-19D9690DE03C}"/>
          </ac:grpSpMkLst>
        </pc:grpChg>
        <pc:grpChg chg="mod">
          <ac:chgData name="昕 许" userId="a2975fcd840abfc3" providerId="LiveId" clId="{49CCD4F9-177C-4270-9A14-60236FF377E8}" dt="2026-04-26T03:16:05.716" v="10872" actId="1076"/>
          <ac:grpSpMkLst>
            <pc:docMk/>
            <pc:sldMk cId="380520240" sldId="306"/>
            <ac:grpSpMk id="48" creationId="{5D9513F8-E603-FB45-798B-EE516CFA41A8}"/>
          </ac:grpSpMkLst>
        </pc:grpChg>
        <pc:grpChg chg="mod">
          <ac:chgData name="昕 许" userId="a2975fcd840abfc3" providerId="LiveId" clId="{49CCD4F9-177C-4270-9A14-60236FF377E8}" dt="2026-04-26T03:15:32.858" v="10859" actId="1076"/>
          <ac:grpSpMkLst>
            <pc:docMk/>
            <pc:sldMk cId="380520240" sldId="306"/>
            <ac:grpSpMk id="52" creationId="{F10683EF-BB49-98BE-46E0-803B59E52BC2}"/>
          </ac:grpSpMkLst>
        </pc:grpChg>
        <pc:grpChg chg="add del mod">
          <ac:chgData name="昕 许" userId="a2975fcd840abfc3" providerId="LiveId" clId="{49CCD4F9-177C-4270-9A14-60236FF377E8}" dt="2026-04-26T01:34:08.487" v="10441" actId="478"/>
          <ac:grpSpMkLst>
            <pc:docMk/>
            <pc:sldMk cId="380520240" sldId="306"/>
            <ac:grpSpMk id="54" creationId="{3EBDCAC9-91A4-A730-9828-4DEC47811E40}"/>
          </ac:grpSpMkLst>
        </pc:grpChg>
        <pc:grpChg chg="mod">
          <ac:chgData name="昕 许" userId="a2975fcd840abfc3" providerId="LiveId" clId="{49CCD4F9-177C-4270-9A14-60236FF377E8}" dt="2026-04-26T03:15:32.858" v="10859" actId="1076"/>
          <ac:grpSpMkLst>
            <pc:docMk/>
            <pc:sldMk cId="380520240" sldId="306"/>
            <ac:grpSpMk id="60" creationId="{B207CC2F-696A-4C0C-EE1C-12677310A7E9}"/>
          </ac:grpSpMkLst>
        </pc:grpChg>
        <pc:grpChg chg="add mod">
          <ac:chgData name="昕 许" userId="a2975fcd840abfc3" providerId="LiveId" clId="{49CCD4F9-177C-4270-9A14-60236FF377E8}" dt="2026-04-26T03:15:53.554" v="10864" actId="164"/>
          <ac:grpSpMkLst>
            <pc:docMk/>
            <pc:sldMk cId="380520240" sldId="306"/>
            <ac:grpSpMk id="67" creationId="{579674B4-3B51-F166-8767-6CCF1622EEA8}"/>
          </ac:grpSpMkLst>
        </pc:grpChg>
        <pc:grpChg chg="add mod">
          <ac:chgData name="昕 许" userId="a2975fcd840abfc3" providerId="LiveId" clId="{49CCD4F9-177C-4270-9A14-60236FF377E8}" dt="2026-04-26T03:17:01.497" v="10894" actId="1076"/>
          <ac:grpSpMkLst>
            <pc:docMk/>
            <pc:sldMk cId="380520240" sldId="306"/>
            <ac:grpSpMk id="68" creationId="{0DBF86EA-38AC-0F93-1664-CACB6ADE3DF1}"/>
          </ac:grpSpMkLst>
        </pc:grpChg>
        <pc:grpChg chg="mod">
          <ac:chgData name="昕 许" userId="a2975fcd840abfc3" providerId="LiveId" clId="{49CCD4F9-177C-4270-9A14-60236FF377E8}" dt="2026-04-26T03:18:12.525" v="10915" actId="1076"/>
          <ac:grpSpMkLst>
            <pc:docMk/>
            <pc:sldMk cId="380520240" sldId="306"/>
            <ac:grpSpMk id="78" creationId="{7962B507-94B3-AD88-1D24-0EC7D8D7018C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83" creationId="{FE825BFF-3B55-5390-DE45-E2720B7D205B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86" creationId="{8D9A4A11-9A4B-F538-32C8-1AFE66AE5F23}"/>
          </ac:grpSpMkLst>
        </pc:grpChg>
        <pc:grpChg chg="mod">
          <ac:chgData name="昕 许" userId="a2975fcd840abfc3" providerId="LiveId" clId="{49CCD4F9-177C-4270-9A14-60236FF377E8}" dt="2026-04-26T03:17:07.207" v="10897" actId="164"/>
          <ac:grpSpMkLst>
            <pc:docMk/>
            <pc:sldMk cId="380520240" sldId="306"/>
            <ac:grpSpMk id="90" creationId="{D721F567-461F-E7E0-3D3B-C413293DFC57}"/>
          </ac:grpSpMkLst>
        </pc:grpChg>
        <pc:grpChg chg="add mod">
          <ac:chgData name="昕 许" userId="a2975fcd840abfc3" providerId="LiveId" clId="{49CCD4F9-177C-4270-9A14-60236FF377E8}" dt="2026-04-26T03:17:33.826" v="10903" actId="1076"/>
          <ac:grpSpMkLst>
            <pc:docMk/>
            <pc:sldMk cId="380520240" sldId="306"/>
            <ac:grpSpMk id="93" creationId="{58CD43AC-0A32-0C67-2AB1-4BB6B988A1DE}"/>
          </ac:grpSpMkLst>
        </pc:grpChg>
        <pc:grpChg chg="add mod">
          <ac:chgData name="昕 许" userId="a2975fcd840abfc3" providerId="LiveId" clId="{49CCD4F9-177C-4270-9A14-60236FF377E8}" dt="2026-04-26T03:18:05.297" v="10914" actId="1076"/>
          <ac:grpSpMkLst>
            <pc:docMk/>
            <pc:sldMk cId="380520240" sldId="306"/>
            <ac:grpSpMk id="95" creationId="{3EF0932B-BAE2-9B0B-6309-B7130105AC56}"/>
          </ac:grpSpMkLst>
        </pc:grpChg>
        <pc:grpChg chg="add mod topLvl">
          <ac:chgData name="昕 许" userId="a2975fcd840abfc3" providerId="LiveId" clId="{49CCD4F9-177C-4270-9A14-60236FF377E8}" dt="2026-04-26T03:18:51.231" v="10930" actId="165"/>
          <ac:grpSpMkLst>
            <pc:docMk/>
            <pc:sldMk cId="380520240" sldId="306"/>
            <ac:grpSpMk id="100" creationId="{9298894C-172E-1036-6821-D5DACB739369}"/>
          </ac:grpSpMkLst>
        </pc:grpChg>
        <pc:grpChg chg="add del mod">
          <ac:chgData name="昕 许" userId="a2975fcd840abfc3" providerId="LiveId" clId="{49CCD4F9-177C-4270-9A14-60236FF377E8}" dt="2026-04-26T03:18:51.231" v="10930" actId="165"/>
          <ac:grpSpMkLst>
            <pc:docMk/>
            <pc:sldMk cId="380520240" sldId="306"/>
            <ac:grpSpMk id="104" creationId="{BD5D45A0-1C9E-F87C-8072-A7AC7AFC7EC4}"/>
          </ac:grpSpMkLst>
        </pc:grpChg>
        <pc:grpChg chg="add mod">
          <ac:chgData name="昕 许" userId="a2975fcd840abfc3" providerId="LiveId" clId="{49CCD4F9-177C-4270-9A14-60236FF377E8}" dt="2026-04-26T03:19:11.132" v="10936" actId="1076"/>
          <ac:grpSpMkLst>
            <pc:docMk/>
            <pc:sldMk cId="380520240" sldId="306"/>
            <ac:grpSpMk id="106" creationId="{091D2717-6354-99A5-1A8C-212C0F48F3C2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16" creationId="{F959D203-5224-AB82-FAE4-F21AB26E411F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1" creationId="{24D5CC58-F7F5-B584-41B8-2044F88D02DC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4" creationId="{C6FF9F96-4DDB-41B8-B8D2-0D2840F01E9B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28" creationId="{ECECCB82-37A4-6C85-8593-115D1E4CCCF7}"/>
          </ac:grpSpMkLst>
        </pc:grpChg>
        <pc:grpChg chg="mod">
          <ac:chgData name="昕 许" userId="a2975fcd840abfc3" providerId="LiveId" clId="{49CCD4F9-177C-4270-9A14-60236FF377E8}" dt="2026-04-26T03:19:19.923" v="10938" actId="1076"/>
          <ac:grpSpMkLst>
            <pc:docMk/>
            <pc:sldMk cId="380520240" sldId="306"/>
            <ac:grpSpMk id="132" creationId="{FE77A68E-83D2-433B-39F1-3FF35212F06B}"/>
          </ac:grpSpMkLst>
        </pc:grpChg>
        <pc:grpChg chg="add mod">
          <ac:chgData name="昕 许" userId="a2975fcd840abfc3" providerId="LiveId" clId="{49CCD4F9-177C-4270-9A14-60236FF377E8}" dt="2026-04-26T03:20:15.307" v="10946" actId="1076"/>
          <ac:grpSpMkLst>
            <pc:docMk/>
            <pc:sldMk cId="380520240" sldId="306"/>
            <ac:grpSpMk id="136" creationId="{7A212197-D558-3A71-B3EA-552B245E8358}"/>
          </ac:grpSpMkLst>
        </pc:grpChg>
        <pc:grpChg chg="add mod">
          <ac:chgData name="昕 许" userId="a2975fcd840abfc3" providerId="LiveId" clId="{49CCD4F9-177C-4270-9A14-60236FF377E8}" dt="2026-04-26T03:20:15.307" v="10946" actId="1076"/>
          <ac:grpSpMkLst>
            <pc:docMk/>
            <pc:sldMk cId="380520240" sldId="306"/>
            <ac:grpSpMk id="140" creationId="{E1181F84-EFCD-E6AB-4D54-0B25E33829E3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49" creationId="{7FEF9EEC-028A-01C0-E16C-D61A882C07D2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54" creationId="{55E2306D-5E4C-CF98-86D7-08DCD765D70B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57" creationId="{CD7C35C7-6666-B82B-76AA-2EEC04297FFA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61" creationId="{6F8C85C7-1900-122C-24AC-883702702D3D}"/>
          </ac:grpSpMkLst>
        </pc:grpChg>
        <pc:grpChg chg="mod">
          <ac:chgData name="昕 许" userId="a2975fcd840abfc3" providerId="LiveId" clId="{49CCD4F9-177C-4270-9A14-60236FF377E8}" dt="2026-04-26T03:20:26.156" v="10949" actId="1076"/>
          <ac:grpSpMkLst>
            <pc:docMk/>
            <pc:sldMk cId="380520240" sldId="306"/>
            <ac:grpSpMk id="165" creationId="{148DB293-5D4E-3D6E-1F2E-72C96863E04A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74" creationId="{A60DC4B7-D2B0-66C5-0D44-F52391CEB38E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79" creationId="{EC5589D1-A2BA-EC12-C2BD-7EC927E931C5}"/>
          </ac:grpSpMkLst>
        </pc:grpChg>
        <pc:grpChg chg="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82" creationId="{E8395C08-24A7-4676-035A-639458627DDE}"/>
          </ac:grpSpMkLst>
        </pc:grpChg>
        <pc:grpChg chg="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86" creationId="{58EC3521-61F0-D357-50E0-2DECEB133D05}"/>
          </ac:grpSpMkLst>
        </pc:grpChg>
        <pc:grpChg chg="mod">
          <ac:chgData name="昕 许" userId="a2975fcd840abfc3" providerId="LiveId" clId="{49CCD4F9-177C-4270-9A14-60236FF377E8}" dt="2026-04-26T03:21:09.344" v="10957" actId="1076"/>
          <ac:grpSpMkLst>
            <pc:docMk/>
            <pc:sldMk cId="380520240" sldId="306"/>
            <ac:grpSpMk id="190" creationId="{9B75A507-E0D2-6320-AE6C-7942185EFDCA}"/>
          </ac:grpSpMkLst>
        </pc:grpChg>
        <pc:grpChg chg="add 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196" creationId="{A2E54F31-6AB7-4FA1-BBD0-73965F4936F3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06" creationId="{695D8B12-80DD-CBFE-7A89-1035695DC6B6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11" creationId="{84C5600E-5CCD-8274-3347-E3C81323052D}"/>
          </ac:grpSpMkLst>
        </pc:grpChg>
        <pc:grpChg chg="mod">
          <ac:chgData name="昕 许" userId="a2975fcd840abfc3" providerId="LiveId" clId="{49CCD4F9-177C-4270-9A14-60236FF377E8}" dt="2026-04-26T03:22:12.233" v="10969" actId="1076"/>
          <ac:grpSpMkLst>
            <pc:docMk/>
            <pc:sldMk cId="380520240" sldId="306"/>
            <ac:grpSpMk id="214" creationId="{17AC60A7-C48C-4057-EFC9-8C313F5ED360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18" creationId="{8A8E7AC3-5A45-A93E-C049-217D7EC01FC8}"/>
          </ac:grpSpMkLst>
        </pc:grpChg>
        <pc:grpChg chg="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22" creationId="{A237F838-6AB0-8896-584F-D0C0A4F21680}"/>
          </ac:grpSpMkLst>
        </pc:grpChg>
        <pc:grpChg chg="add mod">
          <ac:chgData name="昕 许" userId="a2975fcd840abfc3" providerId="LiveId" clId="{49CCD4F9-177C-4270-9A14-60236FF377E8}" dt="2026-04-26T03:22:40.554" v="10978" actId="164"/>
          <ac:grpSpMkLst>
            <pc:docMk/>
            <pc:sldMk cId="380520240" sldId="306"/>
            <ac:grpSpMk id="226" creationId="{448C38A5-A7B7-1627-71DC-45F40282D271}"/>
          </ac:grpSpMkLst>
        </pc:grpChg>
        <pc:grpChg chg="add mod">
          <ac:chgData name="昕 许" userId="a2975fcd840abfc3" providerId="LiveId" clId="{49CCD4F9-177C-4270-9A14-60236FF377E8}" dt="2026-04-26T10:09:39.116" v="11126" actId="1076"/>
          <ac:grpSpMkLst>
            <pc:docMk/>
            <pc:sldMk cId="380520240" sldId="306"/>
            <ac:grpSpMk id="230" creationId="{F84F0523-24B5-F97E-CAE8-E2EC7A09ED87}"/>
          </ac:grpSpMkLst>
        </pc:grpChg>
        <pc:grpChg chg="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235" creationId="{D67E65B9-4852-7648-EAD3-555D406CE21F}"/>
          </ac:grpSpMkLst>
        </pc:grpChg>
        <pc:grpChg chg="add 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272" creationId="{F0EC6AF1-E8CD-BC04-D1DD-442667CC9C5C}"/>
          </ac:grpSpMkLst>
        </pc:grpChg>
        <pc:grpChg chg="add mod">
          <ac:chgData name="昕 许" userId="a2975fcd840abfc3" providerId="LiveId" clId="{49CCD4F9-177C-4270-9A14-60236FF377E8}" dt="2026-04-26T03:23:56.346" v="10997" actId="1076"/>
          <ac:grpSpMkLst>
            <pc:docMk/>
            <pc:sldMk cId="380520240" sldId="306"/>
            <ac:grpSpMk id="275" creationId="{B94E27AA-A416-AE1F-1711-A0FFB732AB13}"/>
          </ac:grpSpMkLst>
        </pc:grpChg>
        <pc:grpChg chg="add mod">
          <ac:chgData name="昕 许" userId="a2975fcd840abfc3" providerId="LiveId" clId="{49CCD4F9-177C-4270-9A14-60236FF377E8}" dt="2026-04-26T03:23:56.346" v="10997" actId="1076"/>
          <ac:grpSpMkLst>
            <pc:docMk/>
            <pc:sldMk cId="380520240" sldId="306"/>
            <ac:grpSpMk id="279" creationId="{4308B70F-FCEB-B1A2-14E9-D7B9CBDCC5E6}"/>
          </ac:grpSpMkLst>
        </pc:grpChg>
        <pc:grpChg chg="mod">
          <ac:chgData name="昕 许" userId="a2975fcd840abfc3" providerId="LiveId" clId="{49CCD4F9-177C-4270-9A14-60236FF377E8}" dt="2026-04-26T03:24:59.548" v="11017" actId="1076"/>
          <ac:grpSpMkLst>
            <pc:docMk/>
            <pc:sldMk cId="380520240" sldId="306"/>
            <ac:grpSpMk id="282" creationId="{903C1BF9-8601-66CB-BF98-2B66856E2C97}"/>
          </ac:grpSpMkLst>
        </pc:grpChg>
        <pc:grpChg chg="add mod">
          <ac:chgData name="昕 许" userId="a2975fcd840abfc3" providerId="LiveId" clId="{49CCD4F9-177C-4270-9A14-60236FF377E8}" dt="2026-04-26T03:25:03.312" v="11018" actId="164"/>
          <ac:grpSpMkLst>
            <pc:docMk/>
            <pc:sldMk cId="380520240" sldId="306"/>
            <ac:grpSpMk id="312" creationId="{13278C87-E949-F8CC-1A4E-B1C1F8DD0254}"/>
          </ac:grpSpMkLst>
        </pc:grpChg>
        <pc:grpChg chg="mod">
          <ac:chgData name="昕 许" userId="a2975fcd840abfc3" providerId="LiveId" clId="{49CCD4F9-177C-4270-9A14-60236FF377E8}" dt="2026-04-26T03:25:08.060" v="11020" actId="1076"/>
          <ac:grpSpMkLst>
            <pc:docMk/>
            <pc:sldMk cId="380520240" sldId="306"/>
            <ac:grpSpMk id="313" creationId="{84C488EB-20EA-D512-5AD0-2DB055B5DFC8}"/>
          </ac:grpSpMkLst>
        </pc:grpChg>
        <pc:cxnChg chg="add del mod topLvl">
          <ac:chgData name="昕 许" userId="a2975fcd840abfc3" providerId="LiveId" clId="{49CCD4F9-177C-4270-9A14-60236FF377E8}" dt="2026-04-26T03:14:23.031" v="10851" actId="478"/>
          <ac:cxnSpMkLst>
            <pc:docMk/>
            <pc:sldMk cId="380520240" sldId="306"/>
            <ac:cxnSpMk id="13" creationId="{3FD34963-FEEE-94D9-F200-2DB08F75F400}"/>
          </ac:cxnSpMkLst>
        </pc:cxnChg>
        <pc:cxnChg chg="mod">
          <ac:chgData name="昕 许" userId="a2975fcd840abfc3" providerId="LiveId" clId="{49CCD4F9-177C-4270-9A14-60236FF377E8}" dt="2026-04-26T01:37:37.764" v="10492" actId="14100"/>
          <ac:cxnSpMkLst>
            <pc:docMk/>
            <pc:sldMk cId="380520240" sldId="306"/>
            <ac:cxnSpMk id="17" creationId="{529507DE-6D20-F0B7-D1E6-58638CA2A045}"/>
          </ac:cxnSpMkLst>
        </pc:cxnChg>
        <pc:cxnChg chg="add mod">
          <ac:chgData name="昕 许" userId="a2975fcd840abfc3" providerId="LiveId" clId="{49CCD4F9-177C-4270-9A14-60236FF377E8}" dt="2026-04-26T01:37:44.538" v="10494" actId="1076"/>
          <ac:cxnSpMkLst>
            <pc:docMk/>
            <pc:sldMk cId="380520240" sldId="306"/>
            <ac:cxnSpMk id="35" creationId="{933ACFEE-6D35-8397-479A-93958C83B905}"/>
          </ac:cxnSpMkLst>
        </pc:cxnChg>
        <pc:cxnChg chg="mod">
          <ac:chgData name="昕 许" userId="a2975fcd840abfc3" providerId="LiveId" clId="{49CCD4F9-177C-4270-9A14-60236FF377E8}" dt="2026-04-26T03:15:32.858" v="10859" actId="1076"/>
          <ac:cxnSpMkLst>
            <pc:docMk/>
            <pc:sldMk cId="380520240" sldId="306"/>
            <ac:cxnSpMk id="36" creationId="{B10D7F54-7C87-D54A-B932-25785FC01CF0}"/>
          </ac:cxnSpMkLst>
        </pc:cxnChg>
        <pc:cxnChg chg="mod">
          <ac:chgData name="昕 许" userId="a2975fcd840abfc3" providerId="LiveId" clId="{49CCD4F9-177C-4270-9A14-60236FF377E8}" dt="2026-04-26T03:16:05.716" v="10872" actId="1076"/>
          <ac:cxnSpMkLst>
            <pc:docMk/>
            <pc:sldMk cId="380520240" sldId="306"/>
            <ac:cxnSpMk id="37" creationId="{F96C1459-8370-EFAA-589B-EDB200B7E8DE}"/>
          </ac:cxnSpMkLst>
        </pc:cxnChg>
        <pc:cxnChg chg="add del mod">
          <ac:chgData name="昕 许" userId="a2975fcd840abfc3" providerId="LiveId" clId="{49CCD4F9-177C-4270-9A14-60236FF377E8}" dt="2026-04-26T01:37:37.764" v="10492" actId="14100"/>
          <ac:cxnSpMkLst>
            <pc:docMk/>
            <pc:sldMk cId="380520240" sldId="306"/>
            <ac:cxnSpMk id="46" creationId="{110FB7BE-9B66-B372-FBEF-050A6FA00198}"/>
          </ac:cxnSpMkLst>
        </pc:cxnChg>
        <pc:cxnChg chg="add del mod">
          <ac:chgData name="昕 许" userId="a2975fcd840abfc3" providerId="LiveId" clId="{49CCD4F9-177C-4270-9A14-60236FF377E8}" dt="2026-04-26T03:14:23.031" v="10851" actId="478"/>
          <ac:cxnSpMkLst>
            <pc:docMk/>
            <pc:sldMk cId="380520240" sldId="306"/>
            <ac:cxnSpMk id="57" creationId="{BBBB4F17-FFB9-EB9F-76FA-6FE169E938C7}"/>
          </ac:cxnSpMkLst>
        </pc:cxnChg>
        <pc:cxnChg chg="add del mod">
          <ac:chgData name="昕 许" userId="a2975fcd840abfc3" providerId="LiveId" clId="{49CCD4F9-177C-4270-9A14-60236FF377E8}" dt="2026-04-26T01:33:59.843" v="10436" actId="478"/>
          <ac:cxnSpMkLst>
            <pc:docMk/>
            <pc:sldMk cId="380520240" sldId="306"/>
            <ac:cxnSpMk id="64" creationId="{87517AD5-5186-9C20-6B93-D9AE8ABBCC5A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65" creationId="{3A59886F-C3D1-71D1-FB39-B1ACD8E42E76}"/>
          </ac:cxnSpMkLst>
        </pc:cxnChg>
        <pc:cxnChg chg="mod">
          <ac:chgData name="昕 许" userId="a2975fcd840abfc3" providerId="LiveId" clId="{49CCD4F9-177C-4270-9A14-60236FF377E8}" dt="2026-04-26T03:17:07.207" v="10897" actId="164"/>
          <ac:cxnSpMkLst>
            <pc:docMk/>
            <pc:sldMk cId="380520240" sldId="306"/>
            <ac:cxnSpMk id="74" creationId="{E8495102-8CCD-400E-D221-4383430E4055}"/>
          </ac:cxnSpMkLst>
        </pc:cxnChg>
        <pc:cxnChg chg="add mod">
          <ac:chgData name="昕 许" userId="a2975fcd840abfc3" providerId="LiveId" clId="{49CCD4F9-177C-4270-9A14-60236FF377E8}" dt="2026-04-26T03:18:05.297" v="10914" actId="1076"/>
          <ac:cxnSpMkLst>
            <pc:docMk/>
            <pc:sldMk cId="380520240" sldId="306"/>
            <ac:cxnSpMk id="94" creationId="{EB164600-9F90-7870-4D61-9BF9661A539D}"/>
          </ac:cxnSpMkLst>
        </pc:cxnChg>
        <pc:cxnChg chg="add mod topLvl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99" creationId="{5FD90A57-0E42-5FD8-95B2-713C06136D4D}"/>
          </ac:cxnSpMkLst>
        </pc:cxnChg>
        <pc:cxnChg chg="mod">
          <ac:chgData name="昕 许" userId="a2975fcd840abfc3" providerId="LiveId" clId="{49CCD4F9-177C-4270-9A14-60236FF377E8}" dt="2026-04-26T03:19:19.923" v="10938" actId="1076"/>
          <ac:cxnSpMkLst>
            <pc:docMk/>
            <pc:sldMk cId="380520240" sldId="306"/>
            <ac:cxnSpMk id="114" creationId="{8E7F1EF0-7A42-2E8D-CCAC-25949E96F19D}"/>
          </ac:cxnSpMkLst>
        </pc:cxnChg>
        <pc:cxnChg chg="add mod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135" creationId="{2062040C-19FC-8696-D989-D3A567377BF1}"/>
          </ac:cxnSpMkLst>
        </pc:cxnChg>
        <pc:cxnChg chg="mod">
          <ac:chgData name="昕 许" userId="a2975fcd840abfc3" providerId="LiveId" clId="{49CCD4F9-177C-4270-9A14-60236FF377E8}" dt="2026-04-26T03:20:26.156" v="10949" actId="1076"/>
          <ac:cxnSpMkLst>
            <pc:docMk/>
            <pc:sldMk cId="380520240" sldId="306"/>
            <ac:cxnSpMk id="148" creationId="{DD93FBD4-979C-3379-294B-C0C0FC0454FA}"/>
          </ac:cxnSpMkLst>
        </pc:cxnChg>
        <pc:cxnChg chg="mod">
          <ac:chgData name="昕 许" userId="a2975fcd840abfc3" providerId="LiveId" clId="{49CCD4F9-177C-4270-9A14-60236FF377E8}" dt="2026-04-26T03:21:09.344" v="10957" actId="1076"/>
          <ac:cxnSpMkLst>
            <pc:docMk/>
            <pc:sldMk cId="380520240" sldId="306"/>
            <ac:cxnSpMk id="185" creationId="{D85EC384-1978-8A9C-4C76-EDBA7D7E3475}"/>
          </ac:cxnSpMkLst>
        </pc:cxnChg>
        <pc:cxnChg chg="add mod">
          <ac:chgData name="昕 许" userId="a2975fcd840abfc3" providerId="LiveId" clId="{49CCD4F9-177C-4270-9A14-60236FF377E8}" dt="2026-04-26T03:21:32.963" v="10963" actId="1076"/>
          <ac:cxnSpMkLst>
            <pc:docMk/>
            <pc:sldMk cId="380520240" sldId="306"/>
            <ac:cxnSpMk id="193" creationId="{89D2A89C-E8A0-D668-7B17-538ADBE40262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195" creationId="{5C81186A-4CCC-6286-ADB7-EB23D26A7572}"/>
          </ac:cxnSpMkLst>
        </pc:cxnChg>
        <pc:cxnChg chg="mod">
          <ac:chgData name="昕 许" userId="a2975fcd840abfc3" providerId="LiveId" clId="{49CCD4F9-177C-4270-9A14-60236FF377E8}" dt="2026-04-26T03:22:12.233" v="10969" actId="1076"/>
          <ac:cxnSpMkLst>
            <pc:docMk/>
            <pc:sldMk cId="380520240" sldId="306"/>
            <ac:cxnSpMk id="205" creationId="{665F7920-C77C-378F-2C1E-B385DDE0DFEA}"/>
          </ac:cxnSpMkLst>
        </pc:cxnChg>
        <pc:cxnChg chg="add mod">
          <ac:chgData name="昕 许" userId="a2975fcd840abfc3" providerId="LiveId" clId="{49CCD4F9-177C-4270-9A14-60236FF377E8}" dt="2026-04-26T03:22:19.385" v="10971" actId="1076"/>
          <ac:cxnSpMkLst>
            <pc:docMk/>
            <pc:sldMk cId="380520240" sldId="306"/>
            <ac:cxnSpMk id="225" creationId="{746E2D41-846B-E19A-13F5-55CEAD58BF26}"/>
          </ac:cxnSpMkLst>
        </pc:cxnChg>
        <pc:cxnChg chg="add mod">
          <ac:chgData name="昕 许" userId="a2975fcd840abfc3" providerId="LiveId" clId="{49CCD4F9-177C-4270-9A14-60236FF377E8}" dt="2026-04-26T03:26:40.775" v="11036" actId="208"/>
          <ac:cxnSpMkLst>
            <pc:docMk/>
            <pc:sldMk cId="380520240" sldId="306"/>
            <ac:cxnSpMk id="229" creationId="{1B3C0A34-8610-98F0-398C-3BD2C72750B5}"/>
          </ac:cxnSpMkLst>
        </pc:cxnChg>
        <pc:cxnChg chg="add mod">
          <ac:chgData name="昕 许" userId="a2975fcd840abfc3" providerId="LiveId" clId="{49CCD4F9-177C-4270-9A14-60236FF377E8}" dt="2026-04-26T03:23:05.788" v="10984" actId="14100"/>
          <ac:cxnSpMkLst>
            <pc:docMk/>
            <pc:sldMk cId="380520240" sldId="306"/>
            <ac:cxnSpMk id="266" creationId="{99C5C557-6AA3-8EE6-EF1F-0E5BC12FC44B}"/>
          </ac:cxnSpMkLst>
        </pc:cxnChg>
        <pc:cxnChg chg="add mod">
          <ac:chgData name="昕 许" userId="a2975fcd840abfc3" providerId="LiveId" clId="{49CCD4F9-177C-4270-9A14-60236FF377E8}" dt="2026-04-26T03:23:17.336" v="10989" actId="14100"/>
          <ac:cxnSpMkLst>
            <pc:docMk/>
            <pc:sldMk cId="380520240" sldId="306"/>
            <ac:cxnSpMk id="269" creationId="{DFA7A02B-0B98-AEFB-E983-628FCA8A1029}"/>
          </ac:cxnSpMkLst>
        </pc:cxnChg>
        <pc:cxnChg chg="add mod">
          <ac:chgData name="昕 许" userId="a2975fcd840abfc3" providerId="LiveId" clId="{49CCD4F9-177C-4270-9A14-60236FF377E8}" dt="2026-04-26T03:25:43.874" v="11026" actId="693"/>
          <ac:cxnSpMkLst>
            <pc:docMk/>
            <pc:sldMk cId="380520240" sldId="306"/>
            <ac:cxnSpMk id="274" creationId="{5BF327A8-539F-7F70-2B42-B2C01799BAFA}"/>
          </ac:cxnSpMkLst>
        </pc:cxnChg>
      </pc:sldChg>
      <pc:sldChg chg="delSp modSp add mod modTransition">
        <pc:chgData name="昕 许" userId="a2975fcd840abfc3" providerId="LiveId" clId="{49CCD4F9-177C-4270-9A14-60236FF377E8}" dt="2026-04-23T02:23:38.432" v="9705" actId="1076"/>
        <pc:sldMkLst>
          <pc:docMk/>
          <pc:sldMk cId="1429644874" sldId="307"/>
        </pc:sldMkLst>
        <pc:spChg chg="mod">
          <ac:chgData name="昕 许" userId="a2975fcd840abfc3" providerId="LiveId" clId="{49CCD4F9-177C-4270-9A14-60236FF377E8}" dt="2026-04-23T02:23:38.432" v="9705" actId="1076"/>
          <ac:spMkLst>
            <pc:docMk/>
            <pc:sldMk cId="1429644874" sldId="307"/>
            <ac:spMk id="49" creationId="{59875B90-0BB6-26D2-756E-A63697003B77}"/>
          </ac:spMkLst>
        </pc:spChg>
      </pc:sldChg>
      <pc:sldChg chg="addSp delSp modSp add mod">
        <pc:chgData name="昕 许" userId="a2975fcd840abfc3" providerId="LiveId" clId="{49CCD4F9-177C-4270-9A14-60236FF377E8}" dt="2026-04-23T04:06:25.583" v="9884" actId="478"/>
        <pc:sldMkLst>
          <pc:docMk/>
          <pc:sldMk cId="1206362108" sldId="309"/>
        </pc:sldMkLst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2" creationId="{CF04F4DF-D262-1638-19BA-EFB87F991755}"/>
          </ac:spMkLst>
        </pc:spChg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4" creationId="{7DB75B09-2E4B-8E74-A674-81E48FBFE653}"/>
          </ac:spMkLst>
        </pc:spChg>
        <pc:spChg chg="mod">
          <ac:chgData name="昕 许" userId="a2975fcd840abfc3" providerId="LiveId" clId="{49CCD4F9-177C-4270-9A14-60236FF377E8}" dt="2026-04-23T02:22:31.184" v="9667"/>
          <ac:spMkLst>
            <pc:docMk/>
            <pc:sldMk cId="1206362108" sldId="309"/>
            <ac:spMk id="7" creationId="{1D2CD5F8-86DD-A8A5-055B-304839A3FED3}"/>
          </ac:spMkLst>
        </pc:spChg>
        <pc:spChg chg="mod">
          <ac:chgData name="昕 许" userId="a2975fcd840abfc3" providerId="LiveId" clId="{49CCD4F9-177C-4270-9A14-60236FF377E8}" dt="2026-04-23T02:22:35.579" v="9669" actId="20577"/>
          <ac:spMkLst>
            <pc:docMk/>
            <pc:sldMk cId="1206362108" sldId="309"/>
            <ac:spMk id="8" creationId="{AA09BCA3-B993-CDEC-4A18-F789AE8A1420}"/>
          </ac:spMkLst>
        </pc:spChg>
        <pc:spChg chg="mod">
          <ac:chgData name="昕 许" userId="a2975fcd840abfc3" providerId="LiveId" clId="{49CCD4F9-177C-4270-9A14-60236FF377E8}" dt="2026-04-23T02:22:40.331" v="9671"/>
          <ac:spMkLst>
            <pc:docMk/>
            <pc:sldMk cId="1206362108" sldId="309"/>
            <ac:spMk id="10" creationId="{81F3EFE4-2136-FF6B-AF81-BB0C79BBDF96}"/>
          </ac:spMkLst>
        </pc:spChg>
        <pc:spChg chg="mod">
          <ac:chgData name="昕 许" userId="a2975fcd840abfc3" providerId="LiveId" clId="{49CCD4F9-177C-4270-9A14-60236FF377E8}" dt="2026-04-23T02:22:57.133" v="9673" actId="20577"/>
          <ac:spMkLst>
            <pc:docMk/>
            <pc:sldMk cId="1206362108" sldId="309"/>
            <ac:spMk id="11" creationId="{8377A0CD-0930-67D7-0B62-2577DC7A8AED}"/>
          </ac:spMkLst>
        </pc:spChg>
        <pc:spChg chg="mod">
          <ac:chgData name="昕 许" userId="a2975fcd840abfc3" providerId="LiveId" clId="{49CCD4F9-177C-4270-9A14-60236FF377E8}" dt="2026-04-23T02:23:00.046" v="9677" actId="20577"/>
          <ac:spMkLst>
            <pc:docMk/>
            <pc:sldMk cId="1206362108" sldId="309"/>
            <ac:spMk id="13" creationId="{25EE3CB2-7FDC-FCE3-5B46-B686F2FC37F9}"/>
          </ac:spMkLst>
        </pc:spChg>
        <pc:spChg chg="mod">
          <ac:chgData name="昕 许" userId="a2975fcd840abfc3" providerId="LiveId" clId="{49CCD4F9-177C-4270-9A14-60236FF377E8}" dt="2026-04-23T02:23:07.400" v="9688" actId="1037"/>
          <ac:spMkLst>
            <pc:docMk/>
            <pc:sldMk cId="1206362108" sldId="309"/>
            <ac:spMk id="14" creationId="{73A37AEA-93E4-8AEB-53AB-FCB994ACA50F}"/>
          </ac:spMkLst>
        </pc:spChg>
        <pc:spChg chg="mod">
          <ac:chgData name="昕 许" userId="a2975fcd840abfc3" providerId="LiveId" clId="{49CCD4F9-177C-4270-9A14-60236FF377E8}" dt="2026-04-23T02:23:16.347" v="9691" actId="20577"/>
          <ac:spMkLst>
            <pc:docMk/>
            <pc:sldMk cId="1206362108" sldId="309"/>
            <ac:spMk id="16" creationId="{839A5965-B17F-DB16-DA13-16DA35FF82EC}"/>
          </ac:spMkLst>
        </pc:spChg>
        <pc:spChg chg="mod">
          <ac:chgData name="昕 许" userId="a2975fcd840abfc3" providerId="LiveId" clId="{49CCD4F9-177C-4270-9A14-60236FF377E8}" dt="2026-04-23T02:23:16.431" v="9692" actId="20577"/>
          <ac:spMkLst>
            <pc:docMk/>
            <pc:sldMk cId="1206362108" sldId="309"/>
            <ac:spMk id="17" creationId="{D7036795-3CF6-F5C5-E7C1-A2BCA84504D4}"/>
          </ac:spMkLst>
        </pc:spChg>
        <pc:spChg chg="mod">
          <ac:chgData name="昕 许" userId="a2975fcd840abfc3" providerId="LiveId" clId="{49CCD4F9-177C-4270-9A14-60236FF377E8}" dt="2026-04-23T02:23:17.964" v="9693" actId="20577"/>
          <ac:spMkLst>
            <pc:docMk/>
            <pc:sldMk cId="1206362108" sldId="309"/>
            <ac:spMk id="19" creationId="{1FA37970-FD9D-1BF9-59C1-20D553CCDE78}"/>
          </ac:spMkLst>
        </pc:spChg>
        <pc:spChg chg="mod">
          <ac:chgData name="昕 许" userId="a2975fcd840abfc3" providerId="LiveId" clId="{49CCD4F9-177C-4270-9A14-60236FF377E8}" dt="2026-04-23T02:23:21.707" v="9698" actId="1076"/>
          <ac:spMkLst>
            <pc:docMk/>
            <pc:sldMk cId="1206362108" sldId="309"/>
            <ac:spMk id="20" creationId="{21A7C79C-BF28-9B0E-9CFB-FA1C22DCAE87}"/>
          </ac:spMkLst>
        </pc:spChg>
        <pc:spChg chg="mod">
          <ac:chgData name="昕 许" userId="a2975fcd840abfc3" providerId="LiveId" clId="{49CCD4F9-177C-4270-9A14-60236FF377E8}" dt="2026-04-23T02:23:11.453" v="9689"/>
          <ac:spMkLst>
            <pc:docMk/>
            <pc:sldMk cId="1206362108" sldId="309"/>
            <ac:spMk id="22" creationId="{FC573AEA-EB4B-8F2B-6651-62CCDFC05CEE}"/>
          </ac:spMkLst>
        </pc:spChg>
        <pc:spChg chg="mod">
          <ac:chgData name="昕 许" userId="a2975fcd840abfc3" providerId="LiveId" clId="{49CCD4F9-177C-4270-9A14-60236FF377E8}" dt="2026-04-23T02:23:25.476" v="9700" actId="1076"/>
          <ac:spMkLst>
            <pc:docMk/>
            <pc:sldMk cId="1206362108" sldId="309"/>
            <ac:spMk id="23" creationId="{6F401D2F-6D13-9E94-C32D-7939476A9620}"/>
          </ac:spMkLst>
        </pc:spChg>
        <pc:spChg chg="mod">
          <ac:chgData name="昕 许" userId="a2975fcd840abfc3" providerId="LiveId" clId="{49CCD4F9-177C-4270-9A14-60236FF377E8}" dt="2026-04-23T02:23:31.181" v="9703" actId="20577"/>
          <ac:spMkLst>
            <pc:docMk/>
            <pc:sldMk cId="1206362108" sldId="309"/>
            <ac:spMk id="25" creationId="{FEA8FA33-0408-B012-C984-7C8FC7703B64}"/>
          </ac:spMkLst>
        </pc:spChg>
        <pc:spChg chg="mod">
          <ac:chgData name="昕 许" userId="a2975fcd840abfc3" providerId="LiveId" clId="{49CCD4F9-177C-4270-9A14-60236FF377E8}" dt="2026-04-23T02:23:31.407" v="9704" actId="20577"/>
          <ac:spMkLst>
            <pc:docMk/>
            <pc:sldMk cId="1206362108" sldId="309"/>
            <ac:spMk id="26" creationId="{B7EA7CB5-0DAA-29CE-C44D-285FE238EF81}"/>
          </ac:spMkLst>
        </pc:s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5" creationId="{E3D0AE51-798D-D713-44B5-69AF6EA33C4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6" creationId="{2D025702-BFD6-C23E-79C1-F0B1D89D06F5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9" creationId="{9E2246FB-5A36-FB5A-1D14-AFB9C8E9E1A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2" creationId="{B11DA214-1BD0-8AAC-3A0A-7D9E5041170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5" creationId="{1DCB0AD3-CE2D-FFBF-D9D1-D7ACDC96A8B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8" creationId="{F87F30CB-87FE-129D-E3C1-3C319B6D10D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1" creationId="{0F992541-2AD9-F166-C0A5-5E273000F0C9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4" creationId="{585A1D33-4042-3152-7D48-68208A1E843B}"/>
          </ac:grpSpMkLst>
        </pc:grpChg>
        <pc:cxnChg chg="add mod">
          <ac:chgData name="昕 许" userId="a2975fcd840abfc3" providerId="LiveId" clId="{49CCD4F9-177C-4270-9A14-60236FF377E8}" dt="2026-04-23T02:24:39.711" v="9724" actId="1076"/>
          <ac:cxnSpMkLst>
            <pc:docMk/>
            <pc:sldMk cId="1206362108" sldId="309"/>
            <ac:cxnSpMk id="28" creationId="{FE57A6D4-2FE9-3E96-2DA5-CA54FAE5F521}"/>
          </ac:cxnSpMkLst>
        </pc:cxnChg>
      </pc:sldChg>
      <pc:sldChg chg="addSp modSp add mod">
        <pc:chgData name="昕 许" userId="a2975fcd840abfc3" providerId="LiveId" clId="{49CCD4F9-177C-4270-9A14-60236FF377E8}" dt="2026-04-23T02:30:11.428" v="9785" actId="208"/>
        <pc:sldMkLst>
          <pc:docMk/>
          <pc:sldMk cId="877935782" sldId="310"/>
        </pc:sldMkLst>
        <pc:spChg chg="mod">
          <ac:chgData name="昕 许" userId="a2975fcd840abfc3" providerId="LiveId" clId="{49CCD4F9-177C-4270-9A14-60236FF377E8}" dt="2026-04-23T02:30:11.428" v="9785" actId="208"/>
          <ac:spMkLst>
            <pc:docMk/>
            <pc:sldMk cId="877935782" sldId="310"/>
            <ac:spMk id="2" creationId="{42AE2D51-4516-B083-0BC3-7E4CBD07484F}"/>
          </ac:spMkLst>
        </pc:spChg>
        <pc:grpChg chg="mod">
          <ac:chgData name="昕 许" userId="a2975fcd840abfc3" providerId="LiveId" clId="{49CCD4F9-177C-4270-9A14-60236FF377E8}" dt="2026-04-23T02:24:57.528" v="9729" actId="1076"/>
          <ac:grpSpMkLst>
            <pc:docMk/>
            <pc:sldMk cId="877935782" sldId="310"/>
            <ac:grpSpMk id="5" creationId="{A17BF685-927F-E597-B25B-25AC9A1D5858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6" creationId="{2E218975-6AEF-50A7-382F-0A48F27898F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9" creationId="{BA4BD6EA-1CB4-9102-F8C2-A833F7185CB2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2" creationId="{B8BC5697-B759-76F5-3CB0-49E32A80F9C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5" creationId="{2379307F-C42A-BDF7-5934-8C659BF67197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8" creationId="{6B00C6E2-94F0-ECA9-85AF-71210946586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1" creationId="{70713F7D-E3C2-ADDD-84EC-929C5D1E38F0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4" creationId="{FD4C3EAB-2701-FE62-5F9C-DAA83E3FD674}"/>
          </ac:grpSpMkLst>
        </pc:grpChg>
        <pc:cxnChg chg="add mod">
          <ac:chgData name="昕 许" userId="a2975fcd840abfc3" providerId="LiveId" clId="{49CCD4F9-177C-4270-9A14-60236FF377E8}" dt="2026-04-23T02:25:09.110" v="9732" actId="14100"/>
          <ac:cxnSpMkLst>
            <pc:docMk/>
            <pc:sldMk cId="877935782" sldId="310"/>
            <ac:cxnSpMk id="3" creationId="{89F585A4-90DE-B440-12BE-1DF171A53E42}"/>
          </ac:cxnSpMkLst>
        </pc:cxnChg>
        <pc:cxnChg chg="add mod">
          <ac:chgData name="昕 许" userId="a2975fcd840abfc3" providerId="LiveId" clId="{49CCD4F9-177C-4270-9A14-60236FF377E8}" dt="2026-04-23T02:25:22.841" v="9737" actId="14100"/>
          <ac:cxnSpMkLst>
            <pc:docMk/>
            <pc:sldMk cId="877935782" sldId="310"/>
            <ac:cxnSpMk id="29" creationId="{87CAE3D5-44E9-85EF-6DBE-E61B92E707A4}"/>
          </ac:cxnSpMkLst>
        </pc:cxnChg>
      </pc:sldChg>
      <pc:sldChg chg="delSp modSp add mod">
        <pc:chgData name="昕 许" userId="a2975fcd840abfc3" providerId="LiveId" clId="{49CCD4F9-177C-4270-9A14-60236FF377E8}" dt="2026-04-23T02:25:16.403" v="9734" actId="478"/>
        <pc:sldMkLst>
          <pc:docMk/>
          <pc:sldMk cId="3640899981" sldId="311"/>
        </pc:sldMkLst>
      </pc:sldChg>
      <pc:sldChg chg="modSp add mod">
        <pc:chgData name="昕 许" userId="a2975fcd840abfc3" providerId="LiveId" clId="{49CCD4F9-177C-4270-9A14-60236FF377E8}" dt="2026-04-23T02:30:15.793" v="9786" actId="208"/>
        <pc:sldMkLst>
          <pc:docMk/>
          <pc:sldMk cId="3958270624" sldId="312"/>
        </pc:sldMkLst>
        <pc:spChg chg="mod">
          <ac:chgData name="昕 许" userId="a2975fcd840abfc3" providerId="LiveId" clId="{49CCD4F9-177C-4270-9A14-60236FF377E8}" dt="2026-04-23T02:30:15.793" v="9786" actId="208"/>
          <ac:spMkLst>
            <pc:docMk/>
            <pc:sldMk cId="3958270624" sldId="312"/>
            <ac:spMk id="2" creationId="{F678860D-F9DF-AB37-B0EB-DA382D972DCC}"/>
          </ac:spMkLst>
        </pc:spChg>
        <pc:grpChg chg="mod">
          <ac:chgData name="昕 许" userId="a2975fcd840abfc3" providerId="LiveId" clId="{49CCD4F9-177C-4270-9A14-60236FF377E8}" dt="2026-04-23T02:25:28.299" v="9739" actId="1076"/>
          <ac:grpSpMkLst>
            <pc:docMk/>
            <pc:sldMk cId="3958270624" sldId="312"/>
            <ac:grpSpMk id="6" creationId="{D6D25B96-2E98-4C77-E949-4DF7EDCC5F5E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9" creationId="{AEA1F9A7-EAB4-8C69-BB7D-0E1840A8A19D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2" creationId="{0529D68C-27B2-E9AB-94D0-3B8112EED892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5" creationId="{C96F1C41-8C7F-F831-1DC2-7C7F58D653C0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8" creationId="{04EDF8E2-C65E-B231-80F5-C9A174E5BC75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1" creationId="{97C35142-2788-F341-E954-7941A2929489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4" creationId="{282525E9-A773-88E3-862D-D93913419621}"/>
          </ac:grpSpMkLst>
        </pc:grpChg>
      </pc:sldChg>
      <pc:sldChg chg="modSp add mod">
        <pc:chgData name="昕 许" userId="a2975fcd840abfc3" providerId="LiveId" clId="{49CCD4F9-177C-4270-9A14-60236FF377E8}" dt="2026-04-23T02:30:19.586" v="9787" actId="208"/>
        <pc:sldMkLst>
          <pc:docMk/>
          <pc:sldMk cId="3445403889" sldId="313"/>
        </pc:sldMkLst>
        <pc:spChg chg="mod">
          <ac:chgData name="昕 许" userId="a2975fcd840abfc3" providerId="LiveId" clId="{49CCD4F9-177C-4270-9A14-60236FF377E8}" dt="2026-04-23T02:30:19.586" v="9787" actId="208"/>
          <ac:spMkLst>
            <pc:docMk/>
            <pc:sldMk cId="3445403889" sldId="313"/>
            <ac:spMk id="2" creationId="{B64B81C7-A227-6230-C72E-D6EBFDFB909C}"/>
          </ac:spMkLst>
        </pc:spChg>
        <pc:grpChg chg="mod">
          <ac:chgData name="昕 许" userId="a2975fcd840abfc3" providerId="LiveId" clId="{49CCD4F9-177C-4270-9A14-60236FF377E8}" dt="2026-04-23T02:26:35.080" v="9762" actId="1076"/>
          <ac:grpSpMkLst>
            <pc:docMk/>
            <pc:sldMk cId="3445403889" sldId="313"/>
            <ac:grpSpMk id="9" creationId="{1C804E93-AB23-D848-F26E-43F577B5923E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2" creationId="{6F66A92A-AB14-85C5-0285-49A71BA04080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5" creationId="{A2A01A29-E697-1C31-28D4-8BCE3AEF0271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8" creationId="{B829B9B5-9752-F620-8FE7-55418362FBF3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1" creationId="{6B150034-90AD-0E4C-C308-98F7D7FA7C96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4" creationId="{9443D60B-2DE6-E909-A542-F18E5F04353F}"/>
          </ac:grpSpMkLst>
        </pc:grpChg>
        <pc:cxnChg chg="mod">
          <ac:chgData name="昕 许" userId="a2975fcd840abfc3" providerId="LiveId" clId="{49CCD4F9-177C-4270-9A14-60236FF377E8}" dt="2026-04-23T02:26:34.601" v="9761" actId="14100"/>
          <ac:cxnSpMkLst>
            <pc:docMk/>
            <pc:sldMk cId="3445403889" sldId="313"/>
            <ac:cxnSpMk id="29" creationId="{A1D9432B-1377-6E59-B127-EB0946D9C2A1}"/>
          </ac:cxnSpMkLst>
        </pc:cxnChg>
      </pc:sldChg>
      <pc:sldChg chg="addSp modSp add mod">
        <pc:chgData name="昕 许" userId="a2975fcd840abfc3" providerId="LiveId" clId="{49CCD4F9-177C-4270-9A14-60236FF377E8}" dt="2026-04-23T02:29:48.358" v="9781" actId="208"/>
        <pc:sldMkLst>
          <pc:docMk/>
          <pc:sldMk cId="4187811640" sldId="314"/>
        </pc:sldMkLst>
        <pc:spChg chg="mod">
          <ac:chgData name="昕 许" userId="a2975fcd840abfc3" providerId="LiveId" clId="{49CCD4F9-177C-4270-9A14-60236FF377E8}" dt="2026-04-23T02:29:48.358" v="9781" actId="208"/>
          <ac:spMkLst>
            <pc:docMk/>
            <pc:sldMk cId="4187811640" sldId="314"/>
            <ac:spMk id="7" creationId="{E7B37E85-50DC-2CED-C68B-A7B67ECA0370}"/>
          </ac:spMkLst>
        </pc:spChg>
        <pc:cxnChg chg="add mod">
          <ac:chgData name="昕 许" userId="a2975fcd840abfc3" providerId="LiveId" clId="{49CCD4F9-177C-4270-9A14-60236FF377E8}" dt="2026-04-23T02:26:43.006" v="9764" actId="14100"/>
          <ac:cxnSpMkLst>
            <pc:docMk/>
            <pc:sldMk cId="4187811640" sldId="314"/>
            <ac:cxnSpMk id="27" creationId="{067EA871-0966-0882-A7FB-5E2B51F10A86}"/>
          </ac:cxnSpMkLst>
        </pc:cxnChg>
        <pc:cxnChg chg="add mod">
          <ac:chgData name="昕 许" userId="a2975fcd840abfc3" providerId="LiveId" clId="{49CCD4F9-177C-4270-9A14-60236FF377E8}" dt="2026-04-23T02:26:40.642" v="9763" actId="14100"/>
          <ac:cxnSpMkLst>
            <pc:docMk/>
            <pc:sldMk cId="4187811640" sldId="314"/>
            <ac:cxnSpMk id="31" creationId="{A9E0F632-D3D4-A9EC-6747-366B652245E6}"/>
          </ac:cxnSpMkLst>
        </pc:cxnChg>
      </pc:sldChg>
      <pc:sldChg chg="modSp add mod">
        <pc:chgData name="昕 许" userId="a2975fcd840abfc3" providerId="LiveId" clId="{49CCD4F9-177C-4270-9A14-60236FF377E8}" dt="2026-04-23T02:29:53.450" v="9782" actId="208"/>
        <pc:sldMkLst>
          <pc:docMk/>
          <pc:sldMk cId="3022624182" sldId="315"/>
        </pc:sldMkLst>
        <pc:spChg chg="mod">
          <ac:chgData name="昕 许" userId="a2975fcd840abfc3" providerId="LiveId" clId="{49CCD4F9-177C-4270-9A14-60236FF377E8}" dt="2026-04-23T02:29:53.450" v="9782" actId="208"/>
          <ac:spMkLst>
            <pc:docMk/>
            <pc:sldMk cId="3022624182" sldId="315"/>
            <ac:spMk id="7" creationId="{3B22BEC5-A6FB-411A-D7F5-DA3E1AB56E7A}"/>
          </ac:spMkLst>
        </pc:spChg>
        <pc:grpChg chg="mod">
          <ac:chgData name="昕 许" userId="a2975fcd840abfc3" providerId="LiveId" clId="{49CCD4F9-177C-4270-9A14-60236FF377E8}" dt="2026-04-23T02:29:04.428" v="9769" actId="1076"/>
          <ac:grpSpMkLst>
            <pc:docMk/>
            <pc:sldMk cId="3022624182" sldId="315"/>
            <ac:grpSpMk id="12" creationId="{871EBAC1-6C4C-19EB-8546-011718A2EFB1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5" creationId="{7A45BE20-1C26-AC30-D696-8AD9A15BF39D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8" creationId="{864D60B6-200D-ED98-EDB5-AE4F8DA85AE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1" creationId="{0F7BE326-622C-E6D8-21B1-6B1B5AF9ECD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4" creationId="{3814E8E9-0DE1-932B-CC55-5C6793303E36}"/>
          </ac:grpSpMkLst>
        </pc:grpChg>
      </pc:sldChg>
      <pc:sldChg chg="modSp add mod">
        <pc:chgData name="昕 许" userId="a2975fcd840abfc3" providerId="LiveId" clId="{49CCD4F9-177C-4270-9A14-60236FF377E8}" dt="2026-04-23T02:29:58.642" v="9783" actId="208"/>
        <pc:sldMkLst>
          <pc:docMk/>
          <pc:sldMk cId="2298595746" sldId="316"/>
        </pc:sldMkLst>
        <pc:spChg chg="mod">
          <ac:chgData name="昕 许" userId="a2975fcd840abfc3" providerId="LiveId" clId="{49CCD4F9-177C-4270-9A14-60236FF377E8}" dt="2026-04-23T02:29:58.642" v="9783" actId="208"/>
          <ac:spMkLst>
            <pc:docMk/>
            <pc:sldMk cId="2298595746" sldId="316"/>
            <ac:spMk id="7" creationId="{364449A3-8DB1-BFEF-87C1-B4328AADAFAD}"/>
          </ac:spMkLst>
        </pc:spChg>
        <pc:spChg chg="mod">
          <ac:chgData name="昕 许" userId="a2975fcd840abfc3" providerId="LiveId" clId="{49CCD4F9-177C-4270-9A14-60236FF377E8}" dt="2026-04-23T02:29:12.486" v="9773" actId="1076"/>
          <ac:spMkLst>
            <pc:docMk/>
            <pc:sldMk cId="2298595746" sldId="316"/>
            <ac:spMk id="16" creationId="{4E6A3533-9B1A-C55B-9EBB-49F6D947B5E2}"/>
          </ac:spMkLst>
        </pc:spChg>
        <pc:grpChg chg="mod">
          <ac:chgData name="昕 许" userId="a2975fcd840abfc3" providerId="LiveId" clId="{49CCD4F9-177C-4270-9A14-60236FF377E8}" dt="2026-04-23T02:29:16.341" v="9774" actId="1076"/>
          <ac:grpSpMkLst>
            <pc:docMk/>
            <pc:sldMk cId="2298595746" sldId="316"/>
            <ac:grpSpMk id="15" creationId="{FAA72396-7644-3678-ED4C-7DFFB7195356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18" creationId="{EEAD0D10-5764-B215-B406-897B7647DE67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1" creationId="{5A24251F-2FE1-B857-2B61-FF9BC0D98FF0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4" creationId="{FA5B7A20-7F43-69B7-2113-F16EA4880520}"/>
          </ac:grpSpMkLst>
        </pc:grpChg>
      </pc:sldChg>
      <pc:sldChg chg="addSp modSp add mod">
        <pc:chgData name="昕 许" userId="a2975fcd840abfc3" providerId="LiveId" clId="{49CCD4F9-177C-4270-9A14-60236FF377E8}" dt="2026-04-23T02:30:57.803" v="9797" actId="1076"/>
        <pc:sldMkLst>
          <pc:docMk/>
          <pc:sldMk cId="3470229148" sldId="317"/>
        </pc:sldMkLst>
        <pc:spChg chg="mod">
          <ac:chgData name="昕 许" userId="a2975fcd840abfc3" providerId="LiveId" clId="{49CCD4F9-177C-4270-9A14-60236FF377E8}" dt="2026-04-23T02:30:05.709" v="9784" actId="208"/>
          <ac:spMkLst>
            <pc:docMk/>
            <pc:sldMk cId="3470229148" sldId="317"/>
            <ac:spMk id="10" creationId="{AA667AD7-5F0B-BB9C-6D36-7D85A7BC5597}"/>
          </ac:spMkLst>
        </pc:spChg>
        <pc:grpChg chg="mod">
          <ac:chgData name="昕 许" userId="a2975fcd840abfc3" providerId="LiveId" clId="{49CCD4F9-177C-4270-9A14-60236FF377E8}" dt="2026-04-23T02:30:57.803" v="9797" actId="1076"/>
          <ac:grpSpMkLst>
            <pc:docMk/>
            <pc:sldMk cId="3470229148" sldId="317"/>
            <ac:grpSpMk id="18" creationId="{4499568C-3539-43C5-BDAA-73BD425BA16E}"/>
          </ac:grpSpMkLst>
        </pc:grpChg>
        <pc:grpChg chg="mod">
          <ac:chgData name="昕 许" userId="a2975fcd840abfc3" providerId="LiveId" clId="{49CCD4F9-177C-4270-9A14-60236FF377E8}" dt="2026-04-23T02:30:49.969" v="9794" actId="1076"/>
          <ac:grpSpMkLst>
            <pc:docMk/>
            <pc:sldMk cId="3470229148" sldId="317"/>
            <ac:grpSpMk id="21" creationId="{E85E1DDE-4FA0-6AC3-FF35-32511446EDEE}"/>
          </ac:grpSpMkLst>
        </pc:grpChg>
        <pc:grpChg chg="mod">
          <ac:chgData name="昕 许" userId="a2975fcd840abfc3" providerId="LiveId" clId="{49CCD4F9-177C-4270-9A14-60236FF377E8}" dt="2026-04-23T02:30:49.569" v="9793" actId="1076"/>
          <ac:grpSpMkLst>
            <pc:docMk/>
            <pc:sldMk cId="3470229148" sldId="317"/>
            <ac:grpSpMk id="24" creationId="{7083612A-773B-B9A8-980A-4B5BEC637FDE}"/>
          </ac:grpSpMkLst>
        </pc:grpChg>
        <pc:cxnChg chg="add mod">
          <ac:chgData name="昕 许" userId="a2975fcd840abfc3" providerId="LiveId" clId="{49CCD4F9-177C-4270-9A14-60236FF377E8}" dt="2026-04-23T02:29:24.215" v="9778" actId="1076"/>
          <ac:cxnSpMkLst>
            <pc:docMk/>
            <pc:sldMk cId="3470229148" sldId="317"/>
            <ac:cxnSpMk id="30" creationId="{3CE6B764-2AC5-0F53-2AB3-54989829110B}"/>
          </ac:cxnSpMkLst>
        </pc:cxnChg>
        <pc:cxnChg chg="add mod">
          <ac:chgData name="昕 许" userId="a2975fcd840abfc3" providerId="LiveId" clId="{49CCD4F9-177C-4270-9A14-60236FF377E8}" dt="2026-04-23T02:29:27.158" v="9780" actId="1076"/>
          <ac:cxnSpMkLst>
            <pc:docMk/>
            <pc:sldMk cId="3470229148" sldId="317"/>
            <ac:cxnSpMk id="32" creationId="{BF56C491-882F-E129-1CD1-7AA81D527009}"/>
          </ac:cxnSpMkLst>
        </pc:cxnChg>
      </pc:sldChg>
      <pc:sldChg chg="modSp add mod">
        <pc:chgData name="昕 许" userId="a2975fcd840abfc3" providerId="LiveId" clId="{49CCD4F9-177C-4270-9A14-60236FF377E8}" dt="2026-04-23T02:31:32.143" v="9807" actId="1076"/>
        <pc:sldMkLst>
          <pc:docMk/>
          <pc:sldMk cId="353382097" sldId="318"/>
        </pc:sldMkLst>
        <pc:grpChg chg="mod">
          <ac:chgData name="昕 许" userId="a2975fcd840abfc3" providerId="LiveId" clId="{49CCD4F9-177C-4270-9A14-60236FF377E8}" dt="2026-04-23T02:31:29.585" v="9806" actId="1076"/>
          <ac:grpSpMkLst>
            <pc:docMk/>
            <pc:sldMk cId="353382097" sldId="318"/>
            <ac:grpSpMk id="21" creationId="{9CC1843D-CFFF-7283-5C4C-AFEA91774853}"/>
          </ac:grpSpMkLst>
        </pc:grpChg>
        <pc:grpChg chg="mod">
          <ac:chgData name="昕 许" userId="a2975fcd840abfc3" providerId="LiveId" clId="{49CCD4F9-177C-4270-9A14-60236FF377E8}" dt="2026-04-23T02:31:32.143" v="9807" actId="1076"/>
          <ac:grpSpMkLst>
            <pc:docMk/>
            <pc:sldMk cId="353382097" sldId="318"/>
            <ac:grpSpMk id="24" creationId="{889D40FA-010C-6460-E723-35AFA519505C}"/>
          </ac:grpSpMkLst>
        </pc:grpChg>
      </pc:sldChg>
      <pc:sldChg chg="add">
        <pc:chgData name="昕 许" userId="a2975fcd840abfc3" providerId="LiveId" clId="{49CCD4F9-177C-4270-9A14-60236FF377E8}" dt="2026-04-23T02:30:53.800" v="9795"/>
        <pc:sldMkLst>
          <pc:docMk/>
          <pc:sldMk cId="3544593263" sldId="319"/>
        </pc:sldMkLst>
      </pc:sldChg>
      <pc:sldChg chg="addSp delSp modSp add mod">
        <pc:chgData name="昕 许" userId="a2975fcd840abfc3" providerId="LiveId" clId="{49CCD4F9-177C-4270-9A14-60236FF377E8}" dt="2026-04-23T02:31:15.259" v="9805"/>
        <pc:sldMkLst>
          <pc:docMk/>
          <pc:sldMk cId="554829307" sldId="320"/>
        </pc:sldMkLst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4" creationId="{4AB3F5B0-DB0F-2E4E-9FC1-C13A7ED125C9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5" creationId="{CAB0C6FF-8CAA-9713-A235-1E9C51A6F897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7" creationId="{18B92068-DCCA-5CB0-4BD8-9434DE9DB1FE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8" creationId="{134DAC62-D23F-501A-C6DF-5697ACCA887B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0" creationId="{165B2AC2-955B-7DF0-94F1-408C49F59B93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1" creationId="{B9B81C96-C62A-27C2-D642-1C76C6192AC8}"/>
          </ac:spMkLst>
        </pc:s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3" creationId="{3161D87E-6563-74FD-7E75-DF259BC07E47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6" creationId="{FE5C3413-9051-ECA4-123A-3CDEE7477866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9" creationId="{C0D35CC9-58A0-440F-8A60-CBE68187E7CA}"/>
          </ac:grpSpMkLst>
        </pc:grpChg>
      </pc:sldChg>
      <pc:sldChg chg="addSp modSp add mod">
        <pc:chgData name="昕 许" userId="a2975fcd840abfc3" providerId="LiveId" clId="{49CCD4F9-177C-4270-9A14-60236FF377E8}" dt="2026-04-23T02:31:54.771" v="9814" actId="208"/>
        <pc:sldMkLst>
          <pc:docMk/>
          <pc:sldMk cId="252883800" sldId="321"/>
        </pc:sldMkLst>
        <pc:spChg chg="mod">
          <ac:chgData name="昕 许" userId="a2975fcd840abfc3" providerId="LiveId" clId="{49CCD4F9-177C-4270-9A14-60236FF377E8}" dt="2026-04-23T02:31:50.939" v="9813" actId="208"/>
          <ac:spMkLst>
            <pc:docMk/>
            <pc:sldMk cId="252883800" sldId="321"/>
            <ac:spMk id="10" creationId="{F2737DC0-DAF7-1394-EE6F-B525A4BDF072}"/>
          </ac:spMkLst>
        </pc:spChg>
        <pc:spChg chg="mod">
          <ac:chgData name="昕 许" userId="a2975fcd840abfc3" providerId="LiveId" clId="{49CCD4F9-177C-4270-9A14-60236FF377E8}" dt="2026-04-23T02:31:54.771" v="9814" actId="208"/>
          <ac:spMkLst>
            <pc:docMk/>
            <pc:sldMk cId="252883800" sldId="321"/>
            <ac:spMk id="16" creationId="{24482B87-19A3-DFFB-EF13-B1963B6F8482}"/>
          </ac:spMkLst>
        </pc:spChg>
        <pc:cxnChg chg="add mod">
          <ac:chgData name="昕 许" userId="a2975fcd840abfc3" providerId="LiveId" clId="{49CCD4F9-177C-4270-9A14-60236FF377E8}" dt="2026-04-23T02:31:38.578" v="9810" actId="1076"/>
          <ac:cxnSpMkLst>
            <pc:docMk/>
            <pc:sldMk cId="252883800" sldId="321"/>
            <ac:cxnSpMk id="33" creationId="{881E082C-BE58-1BE4-9A2A-002A7956F0B6}"/>
          </ac:cxnSpMkLst>
        </pc:cxnChg>
        <pc:cxnChg chg="add mod">
          <ac:chgData name="昕 许" userId="a2975fcd840abfc3" providerId="LiveId" clId="{49CCD4F9-177C-4270-9A14-60236FF377E8}" dt="2026-04-23T02:31:42.466" v="9812" actId="1076"/>
          <ac:cxnSpMkLst>
            <pc:docMk/>
            <pc:sldMk cId="252883800" sldId="321"/>
            <ac:cxnSpMk id="34" creationId="{178236F7-BFB2-0AA6-2D6C-9BBB805D2BE7}"/>
          </ac:cxnSpMkLst>
        </pc:cxnChg>
      </pc:sldChg>
      <pc:sldChg chg="modSp add mod">
        <pc:chgData name="昕 许" userId="a2975fcd840abfc3" providerId="LiveId" clId="{49CCD4F9-177C-4270-9A14-60236FF377E8}" dt="2026-04-23T02:35:30.149" v="9816" actId="1076"/>
        <pc:sldMkLst>
          <pc:docMk/>
          <pc:sldMk cId="1005920350" sldId="322"/>
        </pc:sldMkLst>
        <pc:grpChg chg="mod">
          <ac:chgData name="昕 许" userId="a2975fcd840abfc3" providerId="LiveId" clId="{49CCD4F9-177C-4270-9A14-60236FF377E8}" dt="2026-04-23T02:35:30.149" v="9816" actId="1076"/>
          <ac:grpSpMkLst>
            <pc:docMk/>
            <pc:sldMk cId="1005920350" sldId="322"/>
            <ac:grpSpMk id="24" creationId="{9188CE44-F744-C7D1-6FC8-5DC9BC8EAC43}"/>
          </ac:grpSpMkLst>
        </pc:grpChg>
      </pc:sldChg>
      <pc:sldChg chg="addSp delSp modSp add mod">
        <pc:chgData name="昕 许" userId="a2975fcd840abfc3" providerId="LiveId" clId="{49CCD4F9-177C-4270-9A14-60236FF377E8}" dt="2026-04-23T04:25:51.884" v="10115"/>
        <pc:sldMkLst>
          <pc:docMk/>
          <pc:sldMk cId="670697918" sldId="323"/>
        </pc:sldMkLst>
        <pc:spChg chg="add mod">
          <ac:chgData name="昕 许" userId="a2975fcd840abfc3" providerId="LiveId" clId="{49CCD4F9-177C-4270-9A14-60236FF377E8}" dt="2026-04-23T04:13:42.184" v="9917" actId="164"/>
          <ac:spMkLst>
            <pc:docMk/>
            <pc:sldMk cId="670697918" sldId="323"/>
            <ac:spMk id="31" creationId="{ADFDA917-55F7-55AF-B34D-76505D4F81EA}"/>
          </ac:spMkLst>
        </pc:spChg>
        <pc:grpChg chg="add mod">
          <ac:chgData name="昕 许" userId="a2975fcd840abfc3" providerId="LiveId" clId="{49CCD4F9-177C-4270-9A14-60236FF377E8}" dt="2026-04-23T04:13:45.107" v="9918" actId="1076"/>
          <ac:grpSpMkLst>
            <pc:docMk/>
            <pc:sldMk cId="670697918" sldId="323"/>
            <ac:grpSpMk id="33" creationId="{4DEABBAF-7CC3-C057-8276-F0C47DE11AE5}"/>
          </ac:grpSpMkLst>
        </pc:grp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" creationId="{38F275E1-63A0-7C95-82CB-E72DBDA6C2DE}"/>
          </ac:cxnSpMkLst>
        </pc:cxn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0" creationId="{771EB1DD-1454-240D-2A8F-683A7669E58A}"/>
          </ac:cxnSpMkLst>
        </pc:cxnChg>
        <pc:cxnChg chg="add mod">
          <ac:chgData name="昕 许" userId="a2975fcd840abfc3" providerId="LiveId" clId="{49CCD4F9-177C-4270-9A14-60236FF377E8}" dt="2026-04-23T04:25:51.884" v="10115"/>
          <ac:cxnSpMkLst>
            <pc:docMk/>
            <pc:sldMk cId="670697918" sldId="323"/>
            <ac:cxnSpMk id="34" creationId="{5D3FCBCD-E6D6-EF07-F3D9-716EB714C799}"/>
          </ac:cxnSpMkLst>
        </pc:cxnChg>
      </pc:sldChg>
      <pc:sldChg chg="delSp modSp add mod">
        <pc:chgData name="昕 许" userId="a2975fcd840abfc3" providerId="LiveId" clId="{49CCD4F9-177C-4270-9A14-60236FF377E8}" dt="2026-04-23T04:25:41.875" v="10112" actId="1076"/>
        <pc:sldMkLst>
          <pc:docMk/>
          <pc:sldMk cId="2326709240" sldId="324"/>
        </pc:sldMkLst>
        <pc:cxnChg chg="mod">
          <ac:chgData name="昕 许" userId="a2975fcd840abfc3" providerId="LiveId" clId="{49CCD4F9-177C-4270-9A14-60236FF377E8}" dt="2026-04-23T04:25:41.875" v="10112" actId="1076"/>
          <ac:cxnSpMkLst>
            <pc:docMk/>
            <pc:sldMk cId="2326709240" sldId="324"/>
            <ac:cxnSpMk id="28" creationId="{C18E1873-52CC-F830-705D-6EB417941049}"/>
          </ac:cxnSpMkLst>
        </pc:cxnChg>
      </pc:sldChg>
      <pc:sldChg chg="addSp modSp add mod">
        <pc:chgData name="昕 许" userId="a2975fcd840abfc3" providerId="LiveId" clId="{49CCD4F9-177C-4270-9A14-60236FF377E8}" dt="2026-04-23T04:25:57.795" v="10116" actId="164"/>
        <pc:sldMkLst>
          <pc:docMk/>
          <pc:sldMk cId="1337936366" sldId="325"/>
        </pc:sldMkLst>
        <pc:spChg chg="add mod">
          <ac:chgData name="昕 许" userId="a2975fcd840abfc3" providerId="LiveId" clId="{49CCD4F9-177C-4270-9A14-60236FF377E8}" dt="2026-04-23T04:25:57.795" v="10116" actId="164"/>
          <ac:spMkLst>
            <pc:docMk/>
            <pc:sldMk cId="1337936366" sldId="325"/>
            <ac:spMk id="34" creationId="{99584E79-95EF-ADF7-6D51-444A46DDB30E}"/>
          </ac:spMkLst>
        </pc:spChg>
        <pc:grpChg chg="add mod">
          <ac:chgData name="昕 许" userId="a2975fcd840abfc3" providerId="LiveId" clId="{49CCD4F9-177C-4270-9A14-60236FF377E8}" dt="2026-04-23T04:25:57.795" v="10116" actId="164"/>
          <ac:grpSpMkLst>
            <pc:docMk/>
            <pc:sldMk cId="1337936366" sldId="325"/>
            <ac:grpSpMk id="35" creationId="{B17D9AAF-CB03-006E-F207-E969BB1A2536}"/>
          </ac:grpSpMkLst>
        </pc:grpChg>
        <pc:cxnChg chg="mod">
          <ac:chgData name="昕 许" userId="a2975fcd840abfc3" providerId="LiveId" clId="{49CCD4F9-177C-4270-9A14-60236FF377E8}" dt="2026-04-23T04:25:39.587" v="10111" actId="1076"/>
          <ac:cxnSpMkLst>
            <pc:docMk/>
            <pc:sldMk cId="1337936366" sldId="325"/>
            <ac:cxnSpMk id="28" creationId="{7A1D49F6-A835-BB74-12BF-51DB63AFE7A8}"/>
          </ac:cxnSpMkLst>
        </pc:cxnChg>
        <pc:cxnChg chg="add mod">
          <ac:chgData name="昕 许" userId="a2975fcd840abfc3" providerId="LiveId" clId="{49CCD4F9-177C-4270-9A14-60236FF377E8}" dt="2026-04-23T04:25:57.795" v="10116" actId="164"/>
          <ac:cxnSpMkLst>
            <pc:docMk/>
            <pc:sldMk cId="1337936366" sldId="325"/>
            <ac:cxnSpMk id="29" creationId="{B43ADC66-D3A4-ADC2-52B8-CA5129A7728D}"/>
          </ac:cxnSpMkLst>
        </pc:cxnChg>
      </pc:sldChg>
      <pc:sldChg chg="addSp delSp modSp add mod">
        <pc:chgData name="昕 许" userId="a2975fcd840abfc3" providerId="LiveId" clId="{49CCD4F9-177C-4270-9A14-60236FF377E8}" dt="2026-04-23T04:37:23.242" v="10372"/>
        <pc:sldMkLst>
          <pc:docMk/>
          <pc:sldMk cId="693524418" sldId="326"/>
        </pc:sldMkLst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2" creationId="{07DFA5B8-BF0D-4590-1C12-E68E0FE7C7C1}"/>
          </ac:spMkLst>
        </pc:spChg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6" creationId="{C6EFA0E9-929C-17CE-0B1A-CFC016703FEF}"/>
          </ac:spMkLst>
        </pc:spChg>
        <pc:spChg chg="mod">
          <ac:chgData name="昕 许" userId="a2975fcd840abfc3" providerId="LiveId" clId="{49CCD4F9-177C-4270-9A14-60236FF377E8}" dt="2026-04-23T04:37:23.242" v="10372"/>
          <ac:spMkLst>
            <pc:docMk/>
            <pc:sldMk cId="693524418" sldId="326"/>
            <ac:spMk id="39" creationId="{B2581107-7A43-52FA-65F6-7B38C9E7A1DD}"/>
          </ac:spMkLst>
        </pc:spChg>
        <pc:grpChg chg="add mod">
          <ac:chgData name="昕 许" userId="a2975fcd840abfc3" providerId="LiveId" clId="{49CCD4F9-177C-4270-9A14-60236FF377E8}" dt="2026-04-23T04:26:05.970" v="10119" actId="1076"/>
          <ac:grpSpMkLst>
            <pc:docMk/>
            <pc:sldMk cId="693524418" sldId="326"/>
            <ac:grpSpMk id="27" creationId="{0826D13F-EAF7-74F7-4AB6-98EE6DBF225F}"/>
          </ac:grpSpMkLst>
        </pc:grpChg>
        <pc:grpChg chg="add mod">
          <ac:chgData name="昕 许" userId="a2975fcd840abfc3" providerId="LiveId" clId="{49CCD4F9-177C-4270-9A14-60236FF377E8}" dt="2026-04-23T04:37:23.242" v="10372"/>
          <ac:grpSpMkLst>
            <pc:docMk/>
            <pc:sldMk cId="693524418" sldId="326"/>
            <ac:grpSpMk id="37" creationId="{DF86D359-DA41-D0D0-2C76-27ABA22ADA51}"/>
          </ac:grpSpMkLst>
        </pc:grpChg>
        <pc:cxnChg chg="mod">
          <ac:chgData name="昕 许" userId="a2975fcd840abfc3" providerId="LiveId" clId="{49CCD4F9-177C-4270-9A14-60236FF377E8}" dt="2026-04-23T04:37:23.242" v="10372"/>
          <ac:cxnSpMkLst>
            <pc:docMk/>
            <pc:sldMk cId="693524418" sldId="326"/>
            <ac:cxnSpMk id="38" creationId="{4831D19A-E295-24F6-A164-19A23CE65B5F}"/>
          </ac:cxnSpMkLst>
        </pc:cxnChg>
      </pc:sldChg>
      <pc:sldChg chg="addSp delSp modSp add mod">
        <pc:chgData name="昕 许" userId="a2975fcd840abfc3" providerId="LiveId" clId="{49CCD4F9-177C-4270-9A14-60236FF377E8}" dt="2026-04-23T04:37:26.977" v="10374"/>
        <pc:sldMkLst>
          <pc:docMk/>
          <pc:sldMk cId="4137702817" sldId="327"/>
        </pc:sldMkLst>
        <pc:spChg chg="mod">
          <ac:chgData name="昕 许" userId="a2975fcd840abfc3" providerId="LiveId" clId="{49CCD4F9-177C-4270-9A14-60236FF377E8}" dt="2026-04-23T04:37:26.977" v="10374"/>
          <ac:spMkLst>
            <pc:docMk/>
            <pc:sldMk cId="4137702817" sldId="327"/>
            <ac:spMk id="39" creationId="{82672BBF-883C-1C4A-D25E-12A3A71F805E}"/>
          </ac:spMkLst>
        </pc:spChg>
        <pc:grpChg chg="mod">
          <ac:chgData name="昕 许" userId="a2975fcd840abfc3" providerId="LiveId" clId="{49CCD4F9-177C-4270-9A14-60236FF377E8}" dt="2026-04-23T04:26:18.764" v="10124" actId="1076"/>
          <ac:grpSpMkLst>
            <pc:docMk/>
            <pc:sldMk cId="4137702817" sldId="327"/>
            <ac:grpSpMk id="27" creationId="{DF0FC4C8-A7D2-90B9-0A8A-09750EAC6A1A}"/>
          </ac:grpSpMkLst>
        </pc:grpChg>
        <pc:grpChg chg="add mod">
          <ac:chgData name="昕 许" userId="a2975fcd840abfc3" providerId="LiveId" clId="{49CCD4F9-177C-4270-9A14-60236FF377E8}" dt="2026-04-23T04:37:26.977" v="10374"/>
          <ac:grpSpMkLst>
            <pc:docMk/>
            <pc:sldMk cId="4137702817" sldId="327"/>
            <ac:grpSpMk id="37" creationId="{B9160667-E187-0F77-518C-AF1F110C6A39}"/>
          </ac:grpSpMkLst>
        </pc:grpChg>
        <pc:cxnChg chg="mod">
          <ac:chgData name="昕 许" userId="a2975fcd840abfc3" providerId="LiveId" clId="{49CCD4F9-177C-4270-9A14-60236FF377E8}" dt="2026-04-23T04:37:26.977" v="10374"/>
          <ac:cxnSpMkLst>
            <pc:docMk/>
            <pc:sldMk cId="4137702817" sldId="327"/>
            <ac:cxnSpMk id="38" creationId="{6AE231BC-A5CC-803C-F2C9-03CCE350DDD6}"/>
          </ac:cxnSpMkLst>
        </pc:cxnChg>
      </pc:sldChg>
      <pc:sldChg chg="addSp delSp modSp add mod">
        <pc:chgData name="昕 许" userId="a2975fcd840abfc3" providerId="LiveId" clId="{49CCD4F9-177C-4270-9A14-60236FF377E8}" dt="2026-04-23T04:39:33.012" v="10385" actId="208"/>
        <pc:sldMkLst>
          <pc:docMk/>
          <pc:sldMk cId="1613245601" sldId="328"/>
        </pc:sldMkLst>
        <pc:spChg chg="mod">
          <ac:chgData name="昕 许" userId="a2975fcd840abfc3" providerId="LiveId" clId="{49CCD4F9-177C-4270-9A14-60236FF377E8}" dt="2026-04-23T04:39:33.012" v="10385" actId="208"/>
          <ac:spMkLst>
            <pc:docMk/>
            <pc:sldMk cId="1613245601" sldId="328"/>
            <ac:spMk id="32" creationId="{159B55A3-34E2-0729-82C7-2827D62F16CA}"/>
          </ac:spMkLst>
        </pc:spChg>
        <pc:spChg chg="mod">
          <ac:chgData name="昕 许" userId="a2975fcd840abfc3" providerId="LiveId" clId="{49CCD4F9-177C-4270-9A14-60236FF377E8}" dt="2026-04-23T04:37:36.921" v="10378"/>
          <ac:spMkLst>
            <pc:docMk/>
            <pc:sldMk cId="1613245601" sldId="328"/>
            <ac:spMk id="41" creationId="{16433FD4-AF62-E5FB-6E53-F9F99145E6B9}"/>
          </ac:spMkLst>
        </pc:spChg>
        <pc:grpChg chg="mod">
          <ac:chgData name="昕 许" userId="a2975fcd840abfc3" providerId="LiveId" clId="{49CCD4F9-177C-4270-9A14-60236FF377E8}" dt="2026-04-23T04:26:39.906" v="10129" actId="1076"/>
          <ac:grpSpMkLst>
            <pc:docMk/>
            <pc:sldMk cId="1613245601" sldId="328"/>
            <ac:grpSpMk id="27" creationId="{4BF42184-23B9-95BB-905B-12B1475E1DC7}"/>
          </ac:grpSpMkLst>
        </pc:grpChg>
        <pc:grpChg chg="add mod">
          <ac:chgData name="昕 许" userId="a2975fcd840abfc3" providerId="LiveId" clId="{49CCD4F9-177C-4270-9A14-60236FF377E8}" dt="2026-04-23T04:37:36.921" v="10378"/>
          <ac:grpSpMkLst>
            <pc:docMk/>
            <pc:sldMk cId="1613245601" sldId="328"/>
            <ac:grpSpMk id="39" creationId="{3B6ADD7A-BED9-1442-DA25-843C156A972E}"/>
          </ac:grpSpMkLst>
        </pc:grp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7" creationId="{ABE5C031-A598-D0F6-2F74-5755616103DE}"/>
          </ac:cxnSpMkLst>
        </pc:cxn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8" creationId="{8F2C1A69-2214-3E30-39AD-32933353CBFB}"/>
          </ac:cxnSpMkLst>
        </pc:cxnChg>
        <pc:cxnChg chg="mod">
          <ac:chgData name="昕 许" userId="a2975fcd840abfc3" providerId="LiveId" clId="{49CCD4F9-177C-4270-9A14-60236FF377E8}" dt="2026-04-23T04:37:36.921" v="10378"/>
          <ac:cxnSpMkLst>
            <pc:docMk/>
            <pc:sldMk cId="1613245601" sldId="328"/>
            <ac:cxnSpMk id="40" creationId="{15B7A8DA-73E2-30D5-2ACF-92FE8B3BB867}"/>
          </ac:cxnSpMkLst>
        </pc:cxnChg>
      </pc:sldChg>
      <pc:sldChg chg="addSp modSp add mod">
        <pc:chgData name="昕 许" userId="a2975fcd840abfc3" providerId="LiveId" clId="{49CCD4F9-177C-4270-9A14-60236FF377E8}" dt="2026-04-23T04:39:44.588" v="10387" actId="208"/>
        <pc:sldMkLst>
          <pc:docMk/>
          <pc:sldMk cId="1683487903" sldId="329"/>
        </pc:sldMkLst>
        <pc:spChg chg="mod">
          <ac:chgData name="昕 许" userId="a2975fcd840abfc3" providerId="LiveId" clId="{49CCD4F9-177C-4270-9A14-60236FF377E8}" dt="2026-04-23T04:39:44.588" v="10387" actId="208"/>
          <ac:spMkLst>
            <pc:docMk/>
            <pc:sldMk cId="1683487903" sldId="329"/>
            <ac:spMk id="32" creationId="{9436092C-2F2F-AFF0-336D-978523262EE9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0" creationId="{4574BF79-F62F-8219-CC93-7D5C5574F7CE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1" creationId="{46D1F023-4820-1275-F38B-B519E4516E13}"/>
          </ac:spMkLst>
        </pc:spChg>
        <pc:grpChg chg="add mod">
          <ac:chgData name="昕 许" userId="a2975fcd840abfc3" providerId="LiveId" clId="{49CCD4F9-177C-4270-9A14-60236FF377E8}" dt="2026-04-23T04:26:51.685" v="10132" actId="1076"/>
          <ac:grpSpMkLst>
            <pc:docMk/>
            <pc:sldMk cId="1683487903" sldId="329"/>
            <ac:grpSpMk id="39" creationId="{82E7905E-2FD6-B930-767B-BB2F2C1A97ED}"/>
          </ac:grpSpMkLst>
        </pc:grpChg>
      </pc:sldChg>
      <pc:sldChg chg="addSp delSp modSp add mod">
        <pc:chgData name="昕 许" userId="a2975fcd840abfc3" providerId="LiveId" clId="{49CCD4F9-177C-4270-9A14-60236FF377E8}" dt="2026-04-23T04:39:27.145" v="10384" actId="208"/>
        <pc:sldMkLst>
          <pc:docMk/>
          <pc:sldMk cId="372579475" sldId="330"/>
        </pc:sldMkLst>
        <pc:spChg chg="mod">
          <ac:chgData name="昕 许" userId="a2975fcd840abfc3" providerId="LiveId" clId="{49CCD4F9-177C-4270-9A14-60236FF377E8}" dt="2026-04-23T04:39:27.145" v="10384" actId="208"/>
          <ac:spMkLst>
            <pc:docMk/>
            <pc:sldMk cId="372579475" sldId="330"/>
            <ac:spMk id="32" creationId="{1447E521-075F-2E25-8F32-AD31CAAC6810}"/>
          </ac:spMkLst>
        </pc:spChg>
        <pc:spChg chg="mod">
          <ac:chgData name="昕 许" userId="a2975fcd840abfc3" providerId="LiveId" clId="{49CCD4F9-177C-4270-9A14-60236FF377E8}" dt="2026-04-23T04:39:24.437" v="10383" actId="208"/>
          <ac:spMkLst>
            <pc:docMk/>
            <pc:sldMk cId="372579475" sldId="330"/>
            <ac:spMk id="36" creationId="{B46436FD-6831-5C40-7F76-B04443506451}"/>
          </ac:spMkLst>
        </pc:spChg>
        <pc:spChg chg="mod">
          <ac:chgData name="昕 许" userId="a2975fcd840abfc3" providerId="LiveId" clId="{49CCD4F9-177C-4270-9A14-60236FF377E8}" dt="2026-04-23T04:37:31.816" v="10376"/>
          <ac:spMkLst>
            <pc:docMk/>
            <pc:sldMk cId="372579475" sldId="330"/>
            <ac:spMk id="41" creationId="{0E8934BE-7201-510C-74A3-343DB7F14C22}"/>
          </ac:spMkLst>
        </pc:spChg>
        <pc:grpChg chg="add mod">
          <ac:chgData name="昕 许" userId="a2975fcd840abfc3" providerId="LiveId" clId="{49CCD4F9-177C-4270-9A14-60236FF377E8}" dt="2026-04-23T04:37:31.816" v="10376"/>
          <ac:grpSpMkLst>
            <pc:docMk/>
            <pc:sldMk cId="372579475" sldId="330"/>
            <ac:grpSpMk id="39" creationId="{11943FE1-2F56-FC8A-25FA-529EF8DBB47C}"/>
          </ac:grpSpMkLst>
        </pc:grpChg>
        <pc:cxnChg chg="mod">
          <ac:chgData name="昕 许" userId="a2975fcd840abfc3" providerId="LiveId" clId="{49CCD4F9-177C-4270-9A14-60236FF377E8}" dt="2026-04-23T04:37:31.816" v="10376"/>
          <ac:cxnSpMkLst>
            <pc:docMk/>
            <pc:sldMk cId="372579475" sldId="330"/>
            <ac:cxnSpMk id="40" creationId="{6E0434FC-4582-24A0-C59C-339A5E84DBC3}"/>
          </ac:cxnSpMkLst>
        </pc:cxnChg>
      </pc:sldChg>
      <pc:sldChg chg="modSp add mod">
        <pc:chgData name="昕 许" userId="a2975fcd840abfc3" providerId="LiveId" clId="{49CCD4F9-177C-4270-9A14-60236FF377E8}" dt="2026-04-23T04:27:59.823" v="10140" actId="1076"/>
        <pc:sldMkLst>
          <pc:docMk/>
          <pc:sldMk cId="2037890411" sldId="331"/>
        </pc:sldMkLst>
        <pc:grpChg chg="mod">
          <ac:chgData name="昕 许" userId="a2975fcd840abfc3" providerId="LiveId" clId="{49CCD4F9-177C-4270-9A14-60236FF377E8}" dt="2026-04-23T04:27:59.823" v="10140" actId="1076"/>
          <ac:grpSpMkLst>
            <pc:docMk/>
            <pc:sldMk cId="2037890411" sldId="331"/>
            <ac:grpSpMk id="35" creationId="{6BD5B3B6-6CFD-5721-6B19-06C5D82B1563}"/>
          </ac:grpSpMkLst>
        </pc:grpChg>
      </pc:sldChg>
      <pc:sldChg chg="addSp delSp modSp add mod">
        <pc:chgData name="昕 许" userId="a2975fcd840abfc3" providerId="LiveId" clId="{49CCD4F9-177C-4270-9A14-60236FF377E8}" dt="2026-04-23T04:39:52.957" v="10389"/>
        <pc:sldMkLst>
          <pc:docMk/>
          <pc:sldMk cId="3182836965" sldId="332"/>
        </pc:sldMkLst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3" creationId="{8E09BC4D-7EF8-143A-1DE9-FDB3D851F942}"/>
          </ac:spMkLst>
        </pc:spChg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4" creationId="{2F557775-278C-7CCB-0AA8-9679D2A10210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6" creationId="{A9771A73-69EB-1044-BA88-B9BCDF3D7F3A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7" creationId="{F87DA595-8220-8378-9497-A51C229387F0}"/>
          </ac:spMkLst>
        </pc:spChg>
        <pc:grpChg chg="add mod">
          <ac:chgData name="昕 许" userId="a2975fcd840abfc3" providerId="LiveId" clId="{49CCD4F9-177C-4270-9A14-60236FF377E8}" dt="2026-04-23T04:28:15.112" v="10143" actId="1076"/>
          <ac:grpSpMkLst>
            <pc:docMk/>
            <pc:sldMk cId="3182836965" sldId="332"/>
            <ac:grpSpMk id="42" creationId="{E5E36460-8A83-AAEA-59DA-0C0E37835501}"/>
          </ac:grpSpMkLst>
        </pc:grpChg>
        <pc:grpChg chg="add mod">
          <ac:chgData name="昕 许" userId="a2975fcd840abfc3" providerId="LiveId" clId="{49CCD4F9-177C-4270-9A14-60236FF377E8}" dt="2026-04-23T04:39:52.957" v="10389"/>
          <ac:grpSpMkLst>
            <pc:docMk/>
            <pc:sldMk cId="3182836965" sldId="332"/>
            <ac:grpSpMk id="45" creationId="{2FBD99BD-AD05-0C72-33BD-639D171CB3DA}"/>
          </ac:grpSpMkLst>
        </pc:grpChg>
      </pc:sldChg>
      <pc:sldChg chg="addSp delSp modSp add mod">
        <pc:chgData name="昕 许" userId="a2975fcd840abfc3" providerId="LiveId" clId="{49CCD4F9-177C-4270-9A14-60236FF377E8}" dt="2026-04-23T04:39:55.532" v="10391"/>
        <pc:sldMkLst>
          <pc:docMk/>
          <pc:sldMk cId="3793261045" sldId="333"/>
        </pc:sldMkLst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6" creationId="{7BBA8BC4-418F-71C5-A76D-B375FC31FEC8}"/>
          </ac:spMkLst>
        </pc:spChg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7" creationId="{CA038B4B-A1E4-9C21-D167-E24804F266F8}"/>
          </ac:spMkLst>
        </pc:spChg>
        <pc:grpChg chg="mod">
          <ac:chgData name="昕 许" userId="a2975fcd840abfc3" providerId="LiveId" clId="{49CCD4F9-177C-4270-9A14-60236FF377E8}" dt="2026-04-23T04:28:22.839" v="10145" actId="1076"/>
          <ac:grpSpMkLst>
            <pc:docMk/>
            <pc:sldMk cId="3793261045" sldId="333"/>
            <ac:grpSpMk id="35" creationId="{A253B3FF-6186-4052-2D0F-4472758D89F9}"/>
          </ac:grpSpMkLst>
        </pc:grpChg>
        <pc:grpChg chg="add mod">
          <ac:chgData name="昕 许" userId="a2975fcd840abfc3" providerId="LiveId" clId="{49CCD4F9-177C-4270-9A14-60236FF377E8}" dt="2026-04-23T04:39:55.532" v="10391"/>
          <ac:grpSpMkLst>
            <pc:docMk/>
            <pc:sldMk cId="3793261045" sldId="333"/>
            <ac:grpSpMk id="45" creationId="{8E69F286-6D46-19EF-2894-BB77E36D265C}"/>
          </ac:grpSpMkLst>
        </pc:grpChg>
      </pc:sldChg>
      <pc:sldChg chg="addSp delSp modSp add mod">
        <pc:chgData name="昕 许" userId="a2975fcd840abfc3" providerId="LiveId" clId="{49CCD4F9-177C-4270-9A14-60236FF377E8}" dt="2026-04-23T04:39:59.845" v="10393"/>
        <pc:sldMkLst>
          <pc:docMk/>
          <pc:sldMk cId="750551222" sldId="334"/>
        </pc:sldMkLst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6" creationId="{7E9024CB-4251-5CCB-342F-F973841BB259}"/>
          </ac:spMkLst>
        </pc:spChg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7" creationId="{D3317317-FDBA-9F0B-3A6B-2C77FFB8F52C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49" creationId="{66B3718A-B873-CE6A-426A-CB7E172D0B8F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50" creationId="{57454236-29C4-1FF0-99DC-748A4A21C9F5}"/>
          </ac:spMkLst>
        </pc:spChg>
        <pc:grpChg chg="add mod">
          <ac:chgData name="昕 许" userId="a2975fcd840abfc3" providerId="LiveId" clId="{49CCD4F9-177C-4270-9A14-60236FF377E8}" dt="2026-04-23T04:28:29.756" v="10148" actId="1076"/>
          <ac:grpSpMkLst>
            <pc:docMk/>
            <pc:sldMk cId="750551222" sldId="334"/>
            <ac:grpSpMk id="45" creationId="{633AE717-0392-CA0B-A422-809F08F56F4B}"/>
          </ac:grpSpMkLst>
        </pc:grpChg>
        <pc:grpChg chg="add mod">
          <ac:chgData name="昕 许" userId="a2975fcd840abfc3" providerId="LiveId" clId="{49CCD4F9-177C-4270-9A14-60236FF377E8}" dt="2026-04-23T04:39:59.845" v="10393"/>
          <ac:grpSpMkLst>
            <pc:docMk/>
            <pc:sldMk cId="750551222" sldId="334"/>
            <ac:grpSpMk id="48" creationId="{A7455332-05ED-E208-AEDE-A7B3AAD13C20}"/>
          </ac:grpSpMkLst>
        </pc:grpChg>
      </pc:sldChg>
      <pc:sldChg chg="addSp modSp add mod">
        <pc:chgData name="昕 许" userId="a2975fcd840abfc3" providerId="LiveId" clId="{49CCD4F9-177C-4270-9A14-60236FF377E8}" dt="2026-04-23T04:28:38.873" v="10152" actId="1076"/>
        <pc:sldMkLst>
          <pc:docMk/>
          <pc:sldMk cId="2365477218" sldId="335"/>
        </pc:sldMkLst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0" creationId="{5136140E-D1F6-016D-16DB-BD35E2D3B144}"/>
          </ac:spMkLst>
        </pc:spChg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1" creationId="{F4BC975C-B1F2-3C9B-B973-1CF5F1B72E67}"/>
          </ac:spMkLst>
        </pc:spChg>
        <pc:grpChg chg="add mod">
          <ac:chgData name="昕 许" userId="a2975fcd840abfc3" providerId="LiveId" clId="{49CCD4F9-177C-4270-9A14-60236FF377E8}" dt="2026-04-23T04:28:38.873" v="10152" actId="1076"/>
          <ac:grpSpMkLst>
            <pc:docMk/>
            <pc:sldMk cId="2365477218" sldId="335"/>
            <ac:grpSpMk id="49" creationId="{E245BF30-A345-A3F3-C0A7-B466896E63EB}"/>
          </ac:grpSpMkLst>
        </pc:grpChg>
      </pc:sldChg>
      <pc:sldChg chg="modSp add mod">
        <pc:chgData name="昕 许" userId="a2975fcd840abfc3" providerId="LiveId" clId="{49CCD4F9-177C-4270-9A14-60236FF377E8}" dt="2026-04-23T04:40:11.016" v="10396" actId="208"/>
        <pc:sldMkLst>
          <pc:docMk/>
          <pc:sldMk cId="1264389566" sldId="336"/>
        </pc:sldMkLst>
        <pc:spChg chg="mod">
          <ac:chgData name="昕 许" userId="a2975fcd840abfc3" providerId="LiveId" clId="{49CCD4F9-177C-4270-9A14-60236FF377E8}" dt="2026-04-23T04:40:11.016" v="10396" actId="208"/>
          <ac:spMkLst>
            <pc:docMk/>
            <pc:sldMk cId="1264389566" sldId="336"/>
            <ac:spMk id="40" creationId="{2D5B5644-477B-6DA1-9D9A-84BEAB5841FA}"/>
          </ac:spMkLst>
        </pc:spChg>
        <pc:spChg chg="mod">
          <ac:chgData name="昕 许" userId="a2975fcd840abfc3" providerId="LiveId" clId="{49CCD4F9-177C-4270-9A14-60236FF377E8}" dt="2026-04-23T04:40:06.321" v="10395" actId="208"/>
          <ac:spMkLst>
            <pc:docMk/>
            <pc:sldMk cId="1264389566" sldId="336"/>
            <ac:spMk id="41" creationId="{A6382DB9-DFF1-EA20-35B8-EAB74FE50260}"/>
          </ac:spMkLst>
        </pc:spChg>
        <pc:grpChg chg="mod">
          <ac:chgData name="昕 许" userId="a2975fcd840abfc3" providerId="LiveId" clId="{49CCD4F9-177C-4270-9A14-60236FF377E8}" dt="2026-04-23T04:28:50.172" v="10155" actId="1076"/>
          <ac:grpSpMkLst>
            <pc:docMk/>
            <pc:sldMk cId="1264389566" sldId="336"/>
            <ac:grpSpMk id="42" creationId="{42453692-43EB-64BA-9D51-188507469199}"/>
          </ac:grpSpMkLst>
        </pc:grpChg>
        <pc:grpChg chg="mod">
          <ac:chgData name="昕 许" userId="a2975fcd840abfc3" providerId="LiveId" clId="{49CCD4F9-177C-4270-9A14-60236FF377E8}" dt="2026-04-23T04:28:52.606" v="10156" actId="1076"/>
          <ac:grpSpMkLst>
            <pc:docMk/>
            <pc:sldMk cId="1264389566" sldId="336"/>
            <ac:grpSpMk id="49" creationId="{7023A7AB-CC0E-B529-38C4-EFB82C3F3977}"/>
          </ac:grpSpMkLst>
        </pc:grpChg>
      </pc:sldChg>
      <pc:sldChg chg="addSp delSp modSp add mod">
        <pc:chgData name="昕 许" userId="a2975fcd840abfc3" providerId="LiveId" clId="{49CCD4F9-177C-4270-9A14-60236FF377E8}" dt="2026-04-23T04:40:15.560" v="10398"/>
        <pc:sldMkLst>
          <pc:docMk/>
          <pc:sldMk cId="3948688354" sldId="337"/>
        </pc:sldMkLst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59" creationId="{6D9FE049-90C1-1A24-CCA8-165ED19233D1}"/>
          </ac:spMkLst>
        </pc:spChg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60" creationId="{1F7EC44C-0E98-432C-12E5-9FBF458E8A34}"/>
          </ac:spMkLst>
        </pc:spChg>
        <pc:grpChg chg="add mod">
          <ac:chgData name="昕 许" userId="a2975fcd840abfc3" providerId="LiveId" clId="{49CCD4F9-177C-4270-9A14-60236FF377E8}" dt="2026-04-23T04:40:15.560" v="10398"/>
          <ac:grpSpMkLst>
            <pc:docMk/>
            <pc:sldMk cId="3948688354" sldId="337"/>
            <ac:grpSpMk id="58" creationId="{7AB4B6F6-26F2-7226-C6A0-C3E1C56915EC}"/>
          </ac:grpSpMkLst>
        </pc:grp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6" creationId="{CF628AD1-6A5C-F1D6-FE6F-A8A4927C76C8}"/>
          </ac:cxnSpMkLst>
        </pc:cxn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7" creationId="{028FF22D-9CC7-36FE-B37F-D4910F2161F9}"/>
          </ac:cxnSpMkLst>
        </pc:cxnChg>
      </pc:sldChg>
      <pc:sldChg chg="addSp delSp modSp add mod">
        <pc:chgData name="昕 许" userId="a2975fcd840abfc3" providerId="LiveId" clId="{49CCD4F9-177C-4270-9A14-60236FF377E8}" dt="2026-04-23T04:40:18.493" v="10400"/>
        <pc:sldMkLst>
          <pc:docMk/>
          <pc:sldMk cId="1919486097" sldId="338"/>
        </pc:sldMkLst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2" creationId="{BE32F3C9-736D-0D27-6D1F-777E44FD0AA3}"/>
          </ac:spMkLst>
        </pc:spChg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3" creationId="{E51A3B8E-3E64-7730-414C-04EF68087EE1}"/>
          </ac:spMkLst>
        </pc:spChg>
        <pc:grpChg chg="mod">
          <ac:chgData name="昕 许" userId="a2975fcd840abfc3" providerId="LiveId" clId="{49CCD4F9-177C-4270-9A14-60236FF377E8}" dt="2026-04-23T04:32:26.689" v="10211" actId="1076"/>
          <ac:grpSpMkLst>
            <pc:docMk/>
            <pc:sldMk cId="1919486097" sldId="338"/>
            <ac:grpSpMk id="35" creationId="{B80E0342-661B-E01D-50BE-08E42E301FF3}"/>
          </ac:grpSpMkLst>
        </pc:grpChg>
        <pc:grpChg chg="add mod">
          <ac:chgData name="昕 许" userId="a2975fcd840abfc3" providerId="LiveId" clId="{49CCD4F9-177C-4270-9A14-60236FF377E8}" dt="2026-04-23T04:40:18.493" v="10400"/>
          <ac:grpSpMkLst>
            <pc:docMk/>
            <pc:sldMk cId="1919486097" sldId="338"/>
            <ac:grpSpMk id="48" creationId="{88E9D373-2505-0F46-B4A4-D4231360B34E}"/>
          </ac:grpSpMkLst>
        </pc:grpChg>
      </pc:sldChg>
      <pc:sldChg chg="addSp delSp modSp add mod">
        <pc:chgData name="昕 许" userId="a2975fcd840abfc3" providerId="LiveId" clId="{49CCD4F9-177C-4270-9A14-60236FF377E8}" dt="2026-04-23T04:40:20.989" v="10402"/>
        <pc:sldMkLst>
          <pc:docMk/>
          <pc:sldMk cId="2819946207" sldId="339"/>
        </pc:sldMkLst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2" creationId="{70AB5B71-6822-4C13-4488-0A2FB92D8916}"/>
          </ac:spMkLst>
        </pc:spChg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3" creationId="{4FB775A4-5AB8-DF48-0155-03E7D9E9F0ED}"/>
          </ac:spMkLst>
        </pc:spChg>
        <pc:grpChg chg="mod">
          <ac:chgData name="昕 许" userId="a2975fcd840abfc3" providerId="LiveId" clId="{49CCD4F9-177C-4270-9A14-60236FF377E8}" dt="2026-04-23T04:32:32.759" v="10214" actId="1076"/>
          <ac:grpSpMkLst>
            <pc:docMk/>
            <pc:sldMk cId="2819946207" sldId="339"/>
            <ac:grpSpMk id="35" creationId="{F59FAA58-CFAE-28D9-3289-220433DD7D8F}"/>
          </ac:grpSpMkLst>
        </pc:grpChg>
        <pc:grpChg chg="add mod">
          <ac:chgData name="昕 许" userId="a2975fcd840abfc3" providerId="LiveId" clId="{49CCD4F9-177C-4270-9A14-60236FF377E8}" dt="2026-04-23T04:40:20.989" v="10402"/>
          <ac:grpSpMkLst>
            <pc:docMk/>
            <pc:sldMk cId="2819946207" sldId="339"/>
            <ac:grpSpMk id="48" creationId="{8B94194A-FA8A-10B6-6BC4-10E14D63D701}"/>
          </ac:grpSpMkLst>
        </pc:grpChg>
      </pc:sldChg>
      <pc:sldChg chg="addSp delSp modSp add mod">
        <pc:chgData name="昕 许" userId="a2975fcd840abfc3" providerId="LiveId" clId="{49CCD4F9-177C-4270-9A14-60236FF377E8}" dt="2026-04-23T04:40:23.595" v="10404"/>
        <pc:sldMkLst>
          <pc:docMk/>
          <pc:sldMk cId="3042102254" sldId="340"/>
        </pc:sldMkLst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2" creationId="{3E2D5B20-501C-7DBC-1E67-BEA55EF466E7}"/>
          </ac:spMkLst>
        </pc:spChg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3" creationId="{2F8C11AF-7DB9-36F7-9FCE-B521488523B7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5" creationId="{19F67A8A-B649-5342-C144-2E669D6EC0BE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6" creationId="{110317BF-94ED-4CE4-893F-4953D32887FD}"/>
          </ac:spMkLst>
        </pc:spChg>
        <pc:grpChg chg="mod">
          <ac:chgData name="昕 许" userId="a2975fcd840abfc3" providerId="LiveId" clId="{49CCD4F9-177C-4270-9A14-60236FF377E8}" dt="2026-04-23T04:32:37.643" v="10218" actId="1076"/>
          <ac:grpSpMkLst>
            <pc:docMk/>
            <pc:sldMk cId="3042102254" sldId="340"/>
            <ac:grpSpMk id="18" creationId="{D2BC85ED-1679-C0D2-AFF3-8F06B768E1DC}"/>
          </ac:grpSpMkLst>
        </pc:grpChg>
        <pc:grpChg chg="add mod">
          <ac:chgData name="昕 许" userId="a2975fcd840abfc3" providerId="LiveId" clId="{49CCD4F9-177C-4270-9A14-60236FF377E8}" dt="2026-04-23T04:32:41.270" v="10219" actId="1076"/>
          <ac:grpSpMkLst>
            <pc:docMk/>
            <pc:sldMk cId="3042102254" sldId="340"/>
            <ac:grpSpMk id="48" creationId="{B6CE8889-1618-8B11-710F-471FC0A6AA81}"/>
          </ac:grpSpMkLst>
        </pc:grpChg>
        <pc:grpChg chg="add mod">
          <ac:chgData name="昕 许" userId="a2975fcd840abfc3" providerId="LiveId" clId="{49CCD4F9-177C-4270-9A14-60236FF377E8}" dt="2026-04-23T04:40:23.595" v="10404"/>
          <ac:grpSpMkLst>
            <pc:docMk/>
            <pc:sldMk cId="3042102254" sldId="340"/>
            <ac:grpSpMk id="54" creationId="{43826C65-8B5D-E113-B0BE-0241311DEE75}"/>
          </ac:grpSpMkLst>
        </pc:grpChg>
      </pc:sldChg>
      <pc:sldChg chg="addSp delSp modSp add mod">
        <pc:chgData name="昕 许" userId="a2975fcd840abfc3" providerId="LiveId" clId="{49CCD4F9-177C-4270-9A14-60236FF377E8}" dt="2026-04-23T04:40:27.537" v="10406"/>
        <pc:sldMkLst>
          <pc:docMk/>
          <pc:sldMk cId="3378110510" sldId="341"/>
        </pc:sldMkLst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5" creationId="{DCCB5510-A1E4-6AC3-6B67-BED83C8281AB}"/>
          </ac:spMkLst>
        </pc:spChg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6" creationId="{BDDC1524-CC88-8B93-BBDB-61C14EECB84B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59" creationId="{242E8BBD-1D69-00A2-150B-24FA35688419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60" creationId="{8110C16B-F29E-D514-2886-3684113B2F7E}"/>
          </ac:spMkLst>
        </pc:spChg>
        <pc:grpChg chg="add mod">
          <ac:chgData name="昕 许" userId="a2975fcd840abfc3" providerId="LiveId" clId="{49CCD4F9-177C-4270-9A14-60236FF377E8}" dt="2026-04-23T04:32:49.157" v="10222" actId="1076"/>
          <ac:grpSpMkLst>
            <pc:docMk/>
            <pc:sldMk cId="3378110510" sldId="341"/>
            <ac:grpSpMk id="54" creationId="{094C361E-BF48-D893-2F6B-6E2C0F8206B8}"/>
          </ac:grpSpMkLst>
        </pc:grpChg>
        <pc:grpChg chg="add mod">
          <ac:chgData name="昕 许" userId="a2975fcd840abfc3" providerId="LiveId" clId="{49CCD4F9-177C-4270-9A14-60236FF377E8}" dt="2026-04-23T04:40:27.537" v="10406"/>
          <ac:grpSpMkLst>
            <pc:docMk/>
            <pc:sldMk cId="3378110510" sldId="341"/>
            <ac:grpSpMk id="58" creationId="{33BA9A21-26EB-022B-4BCA-E224423D7D1E}"/>
          </ac:grpSpMkLst>
        </pc:grpChg>
      </pc:sldChg>
      <pc:sldChg chg="modSp add mod">
        <pc:chgData name="昕 许" userId="a2975fcd840abfc3" providerId="LiveId" clId="{49CCD4F9-177C-4270-9A14-60236FF377E8}" dt="2026-04-23T04:40:33.319" v="10407" actId="208"/>
        <pc:sldMkLst>
          <pc:docMk/>
          <pc:sldMk cId="221213453" sldId="342"/>
        </pc:sldMkLst>
        <pc:spChg chg="mod">
          <ac:chgData name="昕 许" userId="a2975fcd840abfc3" providerId="LiveId" clId="{49CCD4F9-177C-4270-9A14-60236FF377E8}" dt="2026-04-23T04:40:33.319" v="10407" actId="208"/>
          <ac:spMkLst>
            <pc:docMk/>
            <pc:sldMk cId="221213453" sldId="342"/>
            <ac:spMk id="46" creationId="{BA0F026E-5AB7-6E68-EB4D-C14AC34D5FC4}"/>
          </ac:spMkLst>
        </pc:spChg>
        <pc:grpChg chg="mod">
          <ac:chgData name="昕 许" userId="a2975fcd840abfc3" providerId="LiveId" clId="{49CCD4F9-177C-4270-9A14-60236FF377E8}" dt="2026-04-23T04:32:55.852" v="10225" actId="1076"/>
          <ac:grpSpMkLst>
            <pc:docMk/>
            <pc:sldMk cId="221213453" sldId="342"/>
            <ac:grpSpMk id="49" creationId="{22894914-8858-1227-A673-1C907480A4B2}"/>
          </ac:grpSpMkLst>
        </pc:grpChg>
        <pc:grpChg chg="mod">
          <ac:chgData name="昕 许" userId="a2975fcd840abfc3" providerId="LiveId" clId="{49CCD4F9-177C-4270-9A14-60236FF377E8}" dt="2026-04-23T04:32:58.169" v="10226" actId="1076"/>
          <ac:grpSpMkLst>
            <pc:docMk/>
            <pc:sldMk cId="221213453" sldId="342"/>
            <ac:grpSpMk id="54" creationId="{8D402BBF-B786-CB29-F5D3-F153657473BA}"/>
          </ac:grpSpMkLst>
        </pc:grpChg>
      </pc:sldChg>
      <pc:sldChg chg="addSp delSp modSp add mod">
        <pc:chgData name="昕 许" userId="a2975fcd840abfc3" providerId="LiveId" clId="{49CCD4F9-177C-4270-9A14-60236FF377E8}" dt="2026-04-23T04:40:42.859" v="10409"/>
        <pc:sldMkLst>
          <pc:docMk/>
          <pc:sldMk cId="984411142" sldId="343"/>
        </pc:sldMkLst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8" creationId="{9954F30A-5215-68A6-C8DE-C17FBEEF3DFC}"/>
          </ac:spMkLst>
        </pc:spChg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9" creationId="{D877AAA5-5509-60BA-C2E5-7679E7F24A35}"/>
          </ac:spMkLst>
        </pc:spChg>
        <pc:grpChg chg="add mod">
          <ac:chgData name="昕 许" userId="a2975fcd840abfc3" providerId="LiveId" clId="{49CCD4F9-177C-4270-9A14-60236FF377E8}" dt="2026-04-23T04:40:42.859" v="10409"/>
          <ac:grpSpMkLst>
            <pc:docMk/>
            <pc:sldMk cId="984411142" sldId="343"/>
            <ac:grpSpMk id="44" creationId="{D06DF415-5074-2165-ADE2-1CBBFBB95F0D}"/>
          </ac:grpSpMkLst>
        </pc:grp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2" creationId="{6564CCA7-0739-6653-C2C8-148CABDFE8F4}"/>
          </ac:cxnSpMkLst>
        </pc:cxn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3" creationId="{04EE2E0C-594C-B3B3-B75F-564DC61D519A}"/>
          </ac:cxnSpMkLst>
        </pc:cxnChg>
      </pc:sldChg>
      <pc:sldChg chg="addSp delSp modSp add mod">
        <pc:chgData name="昕 许" userId="a2975fcd840abfc3" providerId="LiveId" clId="{49CCD4F9-177C-4270-9A14-60236FF377E8}" dt="2026-04-23T04:40:45.309" v="10411"/>
        <pc:sldMkLst>
          <pc:docMk/>
          <pc:sldMk cId="1311333290" sldId="344"/>
        </pc:sldMkLst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8" creationId="{CF7649ED-01CB-0EDC-1A18-5D717BC2496E}"/>
          </ac:spMkLst>
        </pc:spChg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9" creationId="{4217C7F2-72FC-989F-5FB4-532D727DAD97}"/>
          </ac:spMkLst>
        </pc:spChg>
        <pc:grpChg chg="mod">
          <ac:chgData name="昕 许" userId="a2975fcd840abfc3" providerId="LiveId" clId="{49CCD4F9-177C-4270-9A14-60236FF377E8}" dt="2026-04-23T04:33:21.141" v="10230" actId="1076"/>
          <ac:grpSpMkLst>
            <pc:docMk/>
            <pc:sldMk cId="1311333290" sldId="344"/>
            <ac:grpSpMk id="35" creationId="{A0FC90AC-AD63-AD40-82D3-63DACE66D0D7}"/>
          </ac:grpSpMkLst>
        </pc:grpChg>
        <pc:grpChg chg="add mod">
          <ac:chgData name="昕 许" userId="a2975fcd840abfc3" providerId="LiveId" clId="{49CCD4F9-177C-4270-9A14-60236FF377E8}" dt="2026-04-23T04:40:45.309" v="10411"/>
          <ac:grpSpMkLst>
            <pc:docMk/>
            <pc:sldMk cId="1311333290" sldId="344"/>
            <ac:grpSpMk id="44" creationId="{D4760FFA-0CD6-B3DC-AAC8-C616B35EC1AF}"/>
          </ac:grpSpMkLst>
        </pc:grpChg>
      </pc:sldChg>
      <pc:sldChg chg="addSp delSp modSp add mod">
        <pc:chgData name="昕 许" userId="a2975fcd840abfc3" providerId="LiveId" clId="{49CCD4F9-177C-4270-9A14-60236FF377E8}" dt="2026-04-23T04:40:47.995" v="10413"/>
        <pc:sldMkLst>
          <pc:docMk/>
          <pc:sldMk cId="126704408" sldId="345"/>
        </pc:sldMkLst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44" creationId="{C10C6E86-EE5F-211F-4336-1F3F65E3101A}"/>
          </ac:spMkLst>
        </pc:spChg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58" creationId="{2D9B72B8-6C24-DF30-8024-AC28C2F6E722}"/>
          </ac:spMkLst>
        </pc:spChg>
        <pc:grpChg chg="mod">
          <ac:chgData name="昕 许" userId="a2975fcd840abfc3" providerId="LiveId" clId="{49CCD4F9-177C-4270-9A14-60236FF377E8}" dt="2026-04-23T04:33:28.550" v="10233" actId="1076"/>
          <ac:grpSpMkLst>
            <pc:docMk/>
            <pc:sldMk cId="126704408" sldId="345"/>
            <ac:grpSpMk id="35" creationId="{B89068D6-4D3B-9793-C585-BBA04194A3A5}"/>
          </ac:grpSpMkLst>
        </pc:grpChg>
        <pc:grpChg chg="add mod">
          <ac:chgData name="昕 许" userId="a2975fcd840abfc3" providerId="LiveId" clId="{49CCD4F9-177C-4270-9A14-60236FF377E8}" dt="2026-04-23T04:40:47.995" v="10413"/>
          <ac:grpSpMkLst>
            <pc:docMk/>
            <pc:sldMk cId="126704408" sldId="345"/>
            <ac:grpSpMk id="42" creationId="{A87BC20B-A2E3-0FB0-D5B8-BC1226227118}"/>
          </ac:grpSpMkLst>
        </pc:grpChg>
      </pc:sldChg>
      <pc:sldChg chg="addSp delSp modSp add mod">
        <pc:chgData name="昕 许" userId="a2975fcd840abfc3" providerId="LiveId" clId="{49CCD4F9-177C-4270-9A14-60236FF377E8}" dt="2026-04-23T04:40:50.508" v="10415"/>
        <pc:sldMkLst>
          <pc:docMk/>
          <pc:sldMk cId="1187665401" sldId="346"/>
        </pc:sldMkLst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44" creationId="{EFCA98C9-167B-9489-946A-D5C6EC477D0F}"/>
          </ac:spMkLst>
        </pc:spChg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58" creationId="{098F3A06-A493-DBE3-F76E-A1EB22CC542E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0" creationId="{E024FD29-F67D-723B-325C-8E477C302A5D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1" creationId="{A0CBEE7D-0AD7-70FE-DD88-4BD1D4E359E5}"/>
          </ac:spMkLst>
        </pc:spChg>
        <pc:grpChg chg="mod">
          <ac:chgData name="昕 许" userId="a2975fcd840abfc3" providerId="LiveId" clId="{49CCD4F9-177C-4270-9A14-60236FF377E8}" dt="2026-04-23T04:33:39.853" v="10239" actId="1076"/>
          <ac:grpSpMkLst>
            <pc:docMk/>
            <pc:sldMk cId="1187665401" sldId="346"/>
            <ac:grpSpMk id="24" creationId="{5523F4D0-5B97-4278-51EE-E972BEA5AF12}"/>
          </ac:grpSpMkLst>
        </pc:grpChg>
        <pc:grpChg chg="add mod">
          <ac:chgData name="昕 许" userId="a2975fcd840abfc3" providerId="LiveId" clId="{49CCD4F9-177C-4270-9A14-60236FF377E8}" dt="2026-04-23T04:33:44.198" v="10240" actId="1076"/>
          <ac:grpSpMkLst>
            <pc:docMk/>
            <pc:sldMk cId="1187665401" sldId="346"/>
            <ac:grpSpMk id="42" creationId="{4C06D7DB-BF96-C4CC-AC4E-BC45E9EAD213}"/>
          </ac:grpSpMkLst>
        </pc:grpChg>
        <pc:grpChg chg="add mod">
          <ac:chgData name="昕 许" userId="a2975fcd840abfc3" providerId="LiveId" clId="{49CCD4F9-177C-4270-9A14-60236FF377E8}" dt="2026-04-23T04:40:50.508" v="10415"/>
          <ac:grpSpMkLst>
            <pc:docMk/>
            <pc:sldMk cId="1187665401" sldId="346"/>
            <ac:grpSpMk id="59" creationId="{395BA1D2-7DF7-D841-312C-8DCC394DD287}"/>
          </ac:grpSpMkLst>
        </pc:grpChg>
      </pc:sldChg>
      <pc:sldChg chg="addSp delSp modSp add mod">
        <pc:chgData name="昕 许" userId="a2975fcd840abfc3" providerId="LiveId" clId="{49CCD4F9-177C-4270-9A14-60236FF377E8}" dt="2026-04-23T04:40:53.399" v="10417"/>
        <pc:sldMkLst>
          <pc:docMk/>
          <pc:sldMk cId="2857091337" sldId="347"/>
        </pc:sldMkLst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0" creationId="{7DB66926-E294-B569-1226-4AB59DF3B546}"/>
          </ac:spMkLst>
        </pc:spChg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1" creationId="{808802C0-9089-894D-543F-45D62A4CC05C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3" creationId="{C055A43E-03D0-186B-9694-E52923862365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4" creationId="{AAEDD27E-207F-B1F7-0504-D2419D527E1D}"/>
          </ac:spMkLst>
        </pc:spChg>
        <pc:grpChg chg="add mod">
          <ac:chgData name="昕 许" userId="a2975fcd840abfc3" providerId="LiveId" clId="{49CCD4F9-177C-4270-9A14-60236FF377E8}" dt="2026-04-23T04:33:53.667" v="10243" actId="1076"/>
          <ac:grpSpMkLst>
            <pc:docMk/>
            <pc:sldMk cId="2857091337" sldId="347"/>
            <ac:grpSpMk id="59" creationId="{8324E84B-A89F-0526-BFE8-7894DB033F88}"/>
          </ac:grpSpMkLst>
        </pc:grpChg>
        <pc:grpChg chg="add mod">
          <ac:chgData name="昕 许" userId="a2975fcd840abfc3" providerId="LiveId" clId="{49CCD4F9-177C-4270-9A14-60236FF377E8}" dt="2026-04-23T04:40:53.399" v="10417"/>
          <ac:grpSpMkLst>
            <pc:docMk/>
            <pc:sldMk cId="2857091337" sldId="347"/>
            <ac:grpSpMk id="62" creationId="{F53B3FAF-FCB3-47A7-2941-A759C8AF0545}"/>
          </ac:grpSpMkLst>
        </pc:grpChg>
      </pc:sldChg>
      <pc:sldChg chg="modSp add mod">
        <pc:chgData name="昕 许" userId="a2975fcd840abfc3" providerId="LiveId" clId="{49CCD4F9-177C-4270-9A14-60236FF377E8}" dt="2026-04-23T04:41:01.831" v="10420" actId="208"/>
        <pc:sldMkLst>
          <pc:docMk/>
          <pc:sldMk cId="1105811415" sldId="348"/>
        </pc:sldMkLst>
        <pc:spChg chg="mod">
          <ac:chgData name="昕 许" userId="a2975fcd840abfc3" providerId="LiveId" clId="{49CCD4F9-177C-4270-9A14-60236FF377E8}" dt="2026-04-23T04:41:01.831" v="10420" actId="208"/>
          <ac:spMkLst>
            <pc:docMk/>
            <pc:sldMk cId="1105811415" sldId="348"/>
            <ac:spMk id="52" creationId="{C9B93D84-5C93-F283-C42C-41A850341832}"/>
          </ac:spMkLst>
        </pc:spChg>
        <pc:spChg chg="mod">
          <ac:chgData name="昕 许" userId="a2975fcd840abfc3" providerId="LiveId" clId="{49CCD4F9-177C-4270-9A14-60236FF377E8}" dt="2026-04-23T04:40:58.605" v="10419" actId="208"/>
          <ac:spMkLst>
            <pc:docMk/>
            <pc:sldMk cId="1105811415" sldId="348"/>
            <ac:spMk id="53" creationId="{520AD54E-79B8-80D8-C104-E8FEFDAA6FC1}"/>
          </ac:spMkLst>
        </pc:spChg>
        <pc:grpChg chg="mod">
          <ac:chgData name="昕 许" userId="a2975fcd840abfc3" providerId="LiveId" clId="{49CCD4F9-177C-4270-9A14-60236FF377E8}" dt="2026-04-23T04:33:59.349" v="10246" actId="1076"/>
          <ac:grpSpMkLst>
            <pc:docMk/>
            <pc:sldMk cId="1105811415" sldId="348"/>
            <ac:grpSpMk id="54" creationId="{BCC1C6B8-EB63-FFAA-2331-FEE389509B76}"/>
          </ac:grpSpMkLst>
        </pc:grpChg>
        <pc:grpChg chg="mod">
          <ac:chgData name="昕 许" userId="a2975fcd840abfc3" providerId="LiveId" clId="{49CCD4F9-177C-4270-9A14-60236FF377E8}" dt="2026-04-23T04:34:01.866" v="10247" actId="1076"/>
          <ac:grpSpMkLst>
            <pc:docMk/>
            <pc:sldMk cId="1105811415" sldId="348"/>
            <ac:grpSpMk id="59" creationId="{034F3DBB-6A1E-CD2A-239A-79B253854E84}"/>
          </ac:grpSpMkLst>
        </pc:grpChg>
      </pc:sldChg>
      <pc:sldChg chg="addSp delSp modSp add mod">
        <pc:chgData name="昕 许" userId="a2975fcd840abfc3" providerId="LiveId" clId="{49CCD4F9-177C-4270-9A14-60236FF377E8}" dt="2026-04-23T04:41:05.961" v="10422"/>
        <pc:sldMkLst>
          <pc:docMk/>
          <pc:sldMk cId="3801663565" sldId="349"/>
        </pc:sldMkLst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2" creationId="{592FA955-7D81-DA54-78E8-40ECC22E47EB}"/>
          </ac:spMkLst>
        </pc:spChg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3" creationId="{E65405E4-A826-BCC1-8FA4-0CBD6F610F02}"/>
          </ac:spMkLst>
        </pc:spChg>
        <pc:grpChg chg="add mod">
          <ac:chgData name="昕 许" userId="a2975fcd840abfc3" providerId="LiveId" clId="{49CCD4F9-177C-4270-9A14-60236FF377E8}" dt="2026-04-23T04:41:05.961" v="10422"/>
          <ac:grpSpMkLst>
            <pc:docMk/>
            <pc:sldMk cId="3801663565" sldId="349"/>
            <ac:grpSpMk id="51" creationId="{5A8DE228-3861-D7F7-7A64-DAA89D9D13D4}"/>
          </ac:grpSpMkLst>
        </pc:grp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49" creationId="{A437411B-056B-BECE-7859-B4A4C1537585}"/>
          </ac:cxnSpMkLst>
        </pc:cxn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50" creationId="{CEFC8086-D9F9-4DB9-8B89-0A17F77EB66E}"/>
          </ac:cxnSpMkLst>
        </pc:cxnChg>
      </pc:sldChg>
      <pc:sldChg chg="addSp delSp modSp add mod">
        <pc:chgData name="昕 许" userId="a2975fcd840abfc3" providerId="LiveId" clId="{49CCD4F9-177C-4270-9A14-60236FF377E8}" dt="2026-04-23T04:41:08.079" v="10424"/>
        <pc:sldMkLst>
          <pc:docMk/>
          <pc:sldMk cId="4090518086" sldId="350"/>
        </pc:sldMkLst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2" creationId="{EC77E16D-4956-26FC-A005-2A9710067DB9}"/>
          </ac:spMkLst>
        </pc:spChg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3" creationId="{0ACC4B19-87B0-45CC-A0DC-E51020DEE027}"/>
          </ac:spMkLst>
        </pc:spChg>
        <pc:grpChg chg="mod">
          <ac:chgData name="昕 许" userId="a2975fcd840abfc3" providerId="LiveId" clId="{49CCD4F9-177C-4270-9A14-60236FF377E8}" dt="2026-04-23T04:35:29.998" v="10252" actId="1076"/>
          <ac:grpSpMkLst>
            <pc:docMk/>
            <pc:sldMk cId="4090518086" sldId="350"/>
            <ac:grpSpMk id="35" creationId="{79EFA1F3-2D68-916E-5F06-4B72A78C3C00}"/>
          </ac:grpSpMkLst>
        </pc:grpChg>
        <pc:grpChg chg="add mod">
          <ac:chgData name="昕 许" userId="a2975fcd840abfc3" providerId="LiveId" clId="{49CCD4F9-177C-4270-9A14-60236FF377E8}" dt="2026-04-23T04:41:08.079" v="10424"/>
          <ac:grpSpMkLst>
            <pc:docMk/>
            <pc:sldMk cId="4090518086" sldId="350"/>
            <ac:grpSpMk id="51" creationId="{06122685-B5ED-59CB-7656-9AE7824F7A2E}"/>
          </ac:grpSpMkLst>
        </pc:grpChg>
      </pc:sldChg>
      <pc:sldChg chg="addSp delSp modSp add mod">
        <pc:chgData name="昕 许" userId="a2975fcd840abfc3" providerId="LiveId" clId="{49CCD4F9-177C-4270-9A14-60236FF377E8}" dt="2026-04-23T04:41:10.066" v="10426"/>
        <pc:sldMkLst>
          <pc:docMk/>
          <pc:sldMk cId="683976196" sldId="351"/>
        </pc:sldMkLst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2" creationId="{F8959A75-0C05-4BEC-49A3-81C0FDC6BB9E}"/>
          </ac:spMkLst>
        </pc:spChg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3" creationId="{22C6D24B-CB24-1FBC-D2AD-3908929982DD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5" creationId="{8E31CA17-B59F-9693-94F6-827397A2A040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6" creationId="{DF418E69-97F3-A441-F474-FD1F50EBDDC3}"/>
          </ac:spMkLst>
        </pc:spChg>
        <pc:grpChg chg="add mod">
          <ac:chgData name="昕 许" userId="a2975fcd840abfc3" providerId="LiveId" clId="{49CCD4F9-177C-4270-9A14-60236FF377E8}" dt="2026-04-23T04:35:35.762" v="10255" actId="1076"/>
          <ac:grpSpMkLst>
            <pc:docMk/>
            <pc:sldMk cId="683976196" sldId="351"/>
            <ac:grpSpMk id="51" creationId="{D3589BFE-A03A-2948-4709-F862671F86DD}"/>
          </ac:grpSpMkLst>
        </pc:grpChg>
        <pc:grpChg chg="add mod">
          <ac:chgData name="昕 许" userId="a2975fcd840abfc3" providerId="LiveId" clId="{49CCD4F9-177C-4270-9A14-60236FF377E8}" dt="2026-04-23T04:41:10.066" v="10426"/>
          <ac:grpSpMkLst>
            <pc:docMk/>
            <pc:sldMk cId="683976196" sldId="351"/>
            <ac:grpSpMk id="64" creationId="{DB130B42-354F-14B3-4592-550FED7C9CFE}"/>
          </ac:grpSpMkLst>
        </pc:grpChg>
      </pc:sldChg>
      <pc:sldChg chg="addSp delSp modSp add mod">
        <pc:chgData name="昕 许" userId="a2975fcd840abfc3" providerId="LiveId" clId="{49CCD4F9-177C-4270-9A14-60236FF377E8}" dt="2026-04-23T04:41:12.228" v="10428"/>
        <pc:sldMkLst>
          <pc:docMk/>
          <pc:sldMk cId="1976370940" sldId="352"/>
        </pc:sldMkLst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5" creationId="{31D5B8AB-0E52-1C03-2BC7-F776D1FEAC24}"/>
          </ac:spMkLst>
        </pc:spChg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6" creationId="{EFD5C1BE-8F56-A4FE-10A8-AF4A2D20FDDE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8" creationId="{77B6A002-DBC3-FF25-BE70-EF94170D5F61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9" creationId="{7A3EA866-F4B5-EEC7-7CBC-397C5916543A}"/>
          </ac:spMkLst>
        </pc:spChg>
        <pc:grpChg chg="add mod">
          <ac:chgData name="昕 许" userId="a2975fcd840abfc3" providerId="LiveId" clId="{49CCD4F9-177C-4270-9A14-60236FF377E8}" dt="2026-04-23T04:35:40.534" v="10258" actId="1076"/>
          <ac:grpSpMkLst>
            <pc:docMk/>
            <pc:sldMk cId="1976370940" sldId="352"/>
            <ac:grpSpMk id="64" creationId="{825E91E7-6D78-12B7-A80C-8DE72AF330EB}"/>
          </ac:grpSpMkLst>
        </pc:grpChg>
        <pc:grpChg chg="add mod">
          <ac:chgData name="昕 许" userId="a2975fcd840abfc3" providerId="LiveId" clId="{49CCD4F9-177C-4270-9A14-60236FF377E8}" dt="2026-04-23T04:41:12.228" v="10428"/>
          <ac:grpSpMkLst>
            <pc:docMk/>
            <pc:sldMk cId="1976370940" sldId="352"/>
            <ac:grpSpMk id="67" creationId="{A0F9D434-64AA-0C1A-259C-ACF4AE07A08D}"/>
          </ac:grpSpMkLst>
        </pc:grpChg>
      </pc:sldChg>
      <pc:sldChg chg="addSp delSp modSp add mod">
        <pc:chgData name="昕 许" userId="a2975fcd840abfc3" providerId="LiveId" clId="{49CCD4F9-177C-4270-9A14-60236FF377E8}" dt="2026-04-23T04:41:14.308" v="10430"/>
        <pc:sldMkLst>
          <pc:docMk/>
          <pc:sldMk cId="1544611831" sldId="353"/>
        </pc:sldMkLst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5" creationId="{798077B6-DA23-8DA2-C555-711A2D01F552}"/>
          </ac:spMkLst>
        </pc:spChg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6" creationId="{6F2D1991-1AA9-55D5-0D46-3563DED8D29F}"/>
          </ac:spMkLst>
        </pc:spChg>
        <pc:grpChg chg="add mod">
          <ac:chgData name="昕 许" userId="a2975fcd840abfc3" providerId="LiveId" clId="{49CCD4F9-177C-4270-9A14-60236FF377E8}" dt="2026-04-23T04:41:14.308" v="10430"/>
          <ac:grpSpMkLst>
            <pc:docMk/>
            <pc:sldMk cId="1544611831" sldId="353"/>
            <ac:grpSpMk id="54" creationId="{274FE7C3-C409-B4A5-309D-777457BD3CA4}"/>
          </ac:grpSpMkLst>
        </pc:grpChg>
        <pc:grpChg chg="mod">
          <ac:chgData name="昕 许" userId="a2975fcd840abfc3" providerId="LiveId" clId="{49CCD4F9-177C-4270-9A14-60236FF377E8}" dt="2026-04-23T04:35:46.861" v="10261" actId="1076"/>
          <ac:grpSpMkLst>
            <pc:docMk/>
            <pc:sldMk cId="1544611831" sldId="353"/>
            <ac:grpSpMk id="59" creationId="{78E11839-E64E-32B1-9F84-F4294479BD80}"/>
          </ac:grpSpMkLst>
        </pc:grpChg>
        <pc:grpChg chg="mod">
          <ac:chgData name="昕 许" userId="a2975fcd840abfc3" providerId="LiveId" clId="{49CCD4F9-177C-4270-9A14-60236FF377E8}" dt="2026-04-23T04:35:49.559" v="10262" actId="1076"/>
          <ac:grpSpMkLst>
            <pc:docMk/>
            <pc:sldMk cId="1544611831" sldId="353"/>
            <ac:grpSpMk id="64" creationId="{D74C5161-EF03-CBB3-83FE-55E97E00615C}"/>
          </ac:grpSpMkLst>
        </pc:grpChg>
      </pc:sldChg>
      <pc:sldChg chg="addSp delSp modSp add mod">
        <pc:chgData name="昕 许" userId="a2975fcd840abfc3" providerId="LiveId" clId="{49CCD4F9-177C-4270-9A14-60236FF377E8}" dt="2026-04-23T04:41:26.126" v="10433" actId="478"/>
        <pc:sldMkLst>
          <pc:docMk/>
          <pc:sldMk cId="636473752" sldId="354"/>
        </pc:sldMkLst>
        <pc:spChg chg="mod">
          <ac:chgData name="昕 许" userId="a2975fcd840abfc3" providerId="LiveId" clId="{49CCD4F9-177C-4270-9A14-60236FF377E8}" dt="2026-04-23T04:41:20.931" v="10431" actId="208"/>
          <ac:spMkLst>
            <pc:docMk/>
            <pc:sldMk cId="636473752" sldId="354"/>
            <ac:spMk id="44" creationId="{8F608933-1205-F56B-4620-944CC97F8EB2}"/>
          </ac:spMkLst>
        </pc:spChg>
        <pc:grpChg chg="mod">
          <ac:chgData name="昕 许" userId="a2975fcd840abfc3" providerId="LiveId" clId="{49CCD4F9-177C-4270-9A14-60236FF377E8}" dt="2026-04-23T04:35:53.552" v="10264" actId="1076"/>
          <ac:grpSpMkLst>
            <pc:docMk/>
            <pc:sldMk cId="636473752" sldId="354"/>
            <ac:grpSpMk id="35" creationId="{970AB2B6-FD48-7B95-8A13-BAF297F4EDCE}"/>
          </ac:grpSpMkLst>
        </pc:grpChg>
      </pc:sldChg>
      <pc:sldChg chg="delSp modSp add mod">
        <pc:chgData name="昕 许" userId="a2975fcd840abfc3" providerId="LiveId" clId="{49CCD4F9-177C-4270-9A14-60236FF377E8}" dt="2026-04-23T04:36:48.016" v="10369" actId="1076"/>
        <pc:sldMkLst>
          <pc:docMk/>
          <pc:sldMk cId="2754165984" sldId="355"/>
        </pc:sldMkLst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27" creationId="{1018EA1A-C149-1302-2AA7-E186A2B70088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39" creationId="{3F2F0CC9-A847-EC42-4A99-5F4E490BC7F7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2" creationId="{F7381462-623D-1E22-B4C6-1B43A3309E39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5" creationId="{F9DFFC64-1E4C-6AEC-3C2D-6F97BD3ED415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8" creationId="{C9148A6D-2A20-3FAA-70D2-EBE38BFB27B2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51" creationId="{DCAB6FF8-8D2F-A2EB-54C4-9C0D1E036189}"/>
          </ac:grpSpMkLst>
        </pc:grp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7" creationId="{4E61A2E7-3B4E-7F19-6826-9C31F5231432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8" creationId="{6F92C857-96E0-F1DB-C818-7685AD60DA77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3" creationId="{B85E1957-B838-6037-AD59-5A4BA1AF66F5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9" creationId="{991EABE1-F120-B004-3DF5-E3A7269F2068}"/>
          </ac:cxnSpMkLst>
        </pc:cxnChg>
      </pc:sldChg>
      <pc:sldChg chg="delSp modSp add mod">
        <pc:chgData name="昕 许" userId="a2975fcd840abfc3" providerId="LiveId" clId="{49CCD4F9-177C-4270-9A14-60236FF377E8}" dt="2026-04-23T04:39:38.653" v="10386" actId="208"/>
        <pc:sldMkLst>
          <pc:docMk/>
          <pc:sldMk cId="577621370" sldId="356"/>
        </pc:sldMkLst>
        <pc:spChg chg="mod">
          <ac:chgData name="昕 许" userId="a2975fcd840abfc3" providerId="LiveId" clId="{49CCD4F9-177C-4270-9A14-60236FF377E8}" dt="2026-04-23T04:39:38.653" v="10386" actId="208"/>
          <ac:spMkLst>
            <pc:docMk/>
            <pc:sldMk cId="577621370" sldId="356"/>
            <ac:spMk id="32" creationId="{FF4B5964-BCBF-918A-5AF5-152D4F08DA34}"/>
          </ac:spMkLst>
        </pc:spChg>
      </pc:sldChg>
      <pc:sldChg chg="add">
        <pc:chgData name="昕 许" userId="a2975fcd840abfc3" providerId="LiveId" clId="{49CCD4F9-177C-4270-9A14-60236FF377E8}" dt="2026-04-23T04:41:23.851" v="10432"/>
        <pc:sldMkLst>
          <pc:docMk/>
          <pc:sldMk cId="1866751662" sldId="357"/>
        </pc:sldMkLst>
      </pc:sldChg>
      <pc:sldChg chg="addSp delSp modSp add mod ord">
        <pc:chgData name="昕 许" userId="a2975fcd840abfc3" providerId="LiveId" clId="{49CCD4F9-177C-4270-9A14-60236FF377E8}" dt="2026-04-26T10:25:09.596" v="11376" actId="688"/>
        <pc:sldMkLst>
          <pc:docMk/>
          <pc:sldMk cId="1671019689" sldId="358"/>
        </pc:sldMkLst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2" creationId="{2C18DD4C-38A6-CEE1-16C8-E0D13F0E54DF}"/>
          </ac:spMkLst>
        </pc:spChg>
        <pc:spChg chg="add mod">
          <ac:chgData name="昕 许" userId="a2975fcd840abfc3" providerId="LiveId" clId="{49CCD4F9-177C-4270-9A14-60236FF377E8}" dt="2026-04-26T02:11:23.175" v="10641" actId="1076"/>
          <ac:spMkLst>
            <pc:docMk/>
            <pc:sldMk cId="1671019689" sldId="358"/>
            <ac:spMk id="3" creationId="{7E71D419-5EA2-73AD-E3B3-721E715C82E2}"/>
          </ac:spMkLst>
        </pc:spChg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4" creationId="{18ED470E-1554-6EAA-002D-CF83DD52FC86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6" creationId="{743809B0-D39D-181A-F01D-CA4A48637E57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9" creationId="{3DEE8EE4-FADF-7E4C-AF88-2C9ADD435F0C}"/>
          </ac:spMkLst>
        </pc:spChg>
        <pc:spChg chg="add del mod">
          <ac:chgData name="昕 许" userId="a2975fcd840abfc3" providerId="LiveId" clId="{49CCD4F9-177C-4270-9A14-60236FF377E8}" dt="2026-04-26T01:56:01.642" v="10540" actId="478"/>
          <ac:spMkLst>
            <pc:docMk/>
            <pc:sldMk cId="1671019689" sldId="358"/>
            <ac:spMk id="10" creationId="{220598FE-7A65-4A5B-58D4-72C01F3D9204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11" creationId="{2848303E-041E-9BC7-5F81-E2CB9264581E}"/>
          </ac:spMkLst>
        </pc:spChg>
        <pc:spChg chg="add mod">
          <ac:chgData name="昕 许" userId="a2975fcd840abfc3" providerId="LiveId" clId="{49CCD4F9-177C-4270-9A14-60236FF377E8}" dt="2026-04-26T01:55:44.614" v="10531" actId="164"/>
          <ac:spMkLst>
            <pc:docMk/>
            <pc:sldMk cId="1671019689" sldId="358"/>
            <ac:spMk id="12" creationId="{5BC00DA0-8D64-DDBA-BACD-AC21A390BFE2}"/>
          </ac:spMkLst>
        </pc:spChg>
        <pc:spChg chg="add mod">
          <ac:chgData name="昕 许" userId="a2975fcd840abfc3" providerId="LiveId" clId="{49CCD4F9-177C-4270-9A14-60236FF377E8}" dt="2026-04-26T01:55:53.008" v="10536" actId="164"/>
          <ac:spMkLst>
            <pc:docMk/>
            <pc:sldMk cId="1671019689" sldId="358"/>
            <ac:spMk id="15" creationId="{80FB5786-7E05-DA08-62BE-F6F2079D7DD7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18" creationId="{0DEB0737-C20C-6A1D-6864-AD14A91CE4B0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19" creationId="{6BD760CE-5860-40B3-A8FD-E0A21B4DCDAB}"/>
          </ac:spMkLst>
        </pc:spChg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20" creationId="{069FB7E6-CDCE-D92A-19E9-928C122003C9}"/>
          </ac:spMkLst>
        </pc:spChg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21" creationId="{AC377E75-618A-5811-D644-860041E733FB}"/>
          </ac:spMkLst>
        </pc:spChg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22" creationId="{8666C1DF-8DE9-E045-5124-5216961A4271}"/>
          </ac:spMkLst>
        </pc:spChg>
        <pc:spChg chg="add mod">
          <ac:chgData name="昕 许" userId="a2975fcd840abfc3" providerId="LiveId" clId="{49CCD4F9-177C-4270-9A14-60236FF377E8}" dt="2026-04-26T01:55:53.008" v="10536" actId="164"/>
          <ac:spMkLst>
            <pc:docMk/>
            <pc:sldMk cId="1671019689" sldId="358"/>
            <ac:spMk id="23" creationId="{5C58903B-1296-62A9-0B6F-2B243D4AD34B}"/>
          </ac:spMkLst>
        </pc:spChg>
        <pc:spChg chg="add mod">
          <ac:chgData name="昕 许" userId="a2975fcd840abfc3" providerId="LiveId" clId="{49CCD4F9-177C-4270-9A14-60236FF377E8}" dt="2026-04-26T01:55:44.614" v="10531" actId="164"/>
          <ac:spMkLst>
            <pc:docMk/>
            <pc:sldMk cId="1671019689" sldId="358"/>
            <ac:spMk id="24" creationId="{C89A550D-F3EC-3764-8689-6B92EE396725}"/>
          </ac:spMkLst>
        </pc:spChg>
        <pc:spChg chg="add del mod">
          <ac:chgData name="昕 许" userId="a2975fcd840abfc3" providerId="LiveId" clId="{49CCD4F9-177C-4270-9A14-60236FF377E8}" dt="2026-04-26T01:56:00.971" v="10539" actId="478"/>
          <ac:spMkLst>
            <pc:docMk/>
            <pc:sldMk cId="1671019689" sldId="358"/>
            <ac:spMk id="26" creationId="{2E4B544C-A30F-26AB-3D80-FB885592FB2F}"/>
          </ac:spMkLst>
        </pc:spChg>
        <pc:spChg chg="mod">
          <ac:chgData name="昕 许" userId="a2975fcd840abfc3" providerId="LiveId" clId="{49CCD4F9-177C-4270-9A14-60236FF377E8}" dt="2026-04-26T01:56:08.294" v="10543"/>
          <ac:spMkLst>
            <pc:docMk/>
            <pc:sldMk cId="1671019689" sldId="358"/>
            <ac:spMk id="38" creationId="{0E1D7854-E5A6-0C9D-223B-CDA29784A7C8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39" creationId="{39E37227-08BA-60CA-E647-DCE960A145E5}"/>
          </ac:spMkLst>
        </pc:spChg>
        <pc:spChg chg="mod">
          <ac:chgData name="昕 许" userId="a2975fcd840abfc3" providerId="LiveId" clId="{49CCD4F9-177C-4270-9A14-60236FF377E8}" dt="2026-04-26T01:56:27.639" v="10548" actId="20577"/>
          <ac:spMkLst>
            <pc:docMk/>
            <pc:sldMk cId="1671019689" sldId="358"/>
            <ac:spMk id="40" creationId="{21C7B4E9-6F8C-B7AC-D2E6-F1FD265D8374}"/>
          </ac:spMkLst>
        </pc:spChg>
        <pc:spChg chg="mod">
          <ac:chgData name="昕 许" userId="a2975fcd840abfc3" providerId="LiveId" clId="{49CCD4F9-177C-4270-9A14-60236FF377E8}" dt="2026-04-26T01:56:08.294" v="10543"/>
          <ac:spMkLst>
            <pc:docMk/>
            <pc:sldMk cId="1671019689" sldId="358"/>
            <ac:spMk id="42" creationId="{FCDBFC98-504A-0760-A226-170FE1823E9A}"/>
          </ac:spMkLst>
        </pc:spChg>
        <pc:spChg chg="mod">
          <ac:chgData name="昕 许" userId="a2975fcd840abfc3" providerId="LiveId" clId="{49CCD4F9-177C-4270-9A14-60236FF377E8}" dt="2026-04-26T01:56:28.855" v="10549" actId="20577"/>
          <ac:spMkLst>
            <pc:docMk/>
            <pc:sldMk cId="1671019689" sldId="358"/>
            <ac:spMk id="43" creationId="{EA9BE367-2263-8798-3D8F-F391D5B9437C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44" creationId="{96AD350A-F67C-B79A-728E-B14BF4A1F141}"/>
          </ac:spMkLst>
        </pc:spChg>
        <pc:spChg chg="add del mod topLvl">
          <ac:chgData name="昕 许" userId="a2975fcd840abfc3" providerId="LiveId" clId="{49CCD4F9-177C-4270-9A14-60236FF377E8}" dt="2026-04-26T01:58:17.141" v="10587" actId="478"/>
          <ac:spMkLst>
            <pc:docMk/>
            <pc:sldMk cId="1671019689" sldId="358"/>
            <ac:spMk id="49" creationId="{422FF187-E830-8149-C052-6EDCDFF4DA69}"/>
          </ac:spMkLst>
        </pc:spChg>
        <pc:spChg chg="del mod topLvl">
          <ac:chgData name="昕 许" userId="a2975fcd840abfc3" providerId="LiveId" clId="{49CCD4F9-177C-4270-9A14-60236FF377E8}" dt="2026-04-26T01:58:08.539" v="10583" actId="478"/>
          <ac:spMkLst>
            <pc:docMk/>
            <pc:sldMk cId="1671019689" sldId="358"/>
            <ac:spMk id="53" creationId="{5ED0BF35-10CA-53F3-AD78-C3B0250AFDCC}"/>
          </ac:spMkLst>
        </pc:spChg>
        <pc:spChg chg="add del">
          <ac:chgData name="昕 许" userId="a2975fcd840abfc3" providerId="LiveId" clId="{49CCD4F9-177C-4270-9A14-60236FF377E8}" dt="2026-04-26T01:54:39.485" v="10502" actId="478"/>
          <ac:spMkLst>
            <pc:docMk/>
            <pc:sldMk cId="1671019689" sldId="358"/>
            <ac:spMk id="55" creationId="{5F8D5CA3-9A5A-85B5-7C33-485F034A81CC}"/>
          </ac:spMkLst>
        </pc:spChg>
        <pc:spChg chg="mod">
          <ac:chgData name="昕 许" userId="a2975fcd840abfc3" providerId="LiveId" clId="{49CCD4F9-177C-4270-9A14-60236FF377E8}" dt="2026-04-26T01:58:02.628" v="10582" actId="1076"/>
          <ac:spMkLst>
            <pc:docMk/>
            <pc:sldMk cId="1671019689" sldId="358"/>
            <ac:spMk id="60" creationId="{E8FE0F10-5168-4385-1762-F4AB4B59D29B}"/>
          </ac:spMkLst>
        </pc:spChg>
        <pc:spChg chg="add del mod">
          <ac:chgData name="昕 许" userId="a2975fcd840abfc3" providerId="LiveId" clId="{49CCD4F9-177C-4270-9A14-60236FF377E8}" dt="2026-04-26T01:59:18.418" v="10612" actId="478"/>
          <ac:spMkLst>
            <pc:docMk/>
            <pc:sldMk cId="1671019689" sldId="358"/>
            <ac:spMk id="61" creationId="{A4DEC0D0-1A62-D714-5A1D-E0E0FCEDF3BB}"/>
          </ac:spMkLst>
        </pc:spChg>
        <pc:spChg chg="add del mod">
          <ac:chgData name="昕 许" userId="a2975fcd840abfc3" providerId="LiveId" clId="{49CCD4F9-177C-4270-9A14-60236FF377E8}" dt="2026-04-26T01:59:16.249" v="10610" actId="478"/>
          <ac:spMkLst>
            <pc:docMk/>
            <pc:sldMk cId="1671019689" sldId="358"/>
            <ac:spMk id="62" creationId="{0206D04C-5D76-690F-F15E-7F3FDB088F5E}"/>
          </ac:spMkLst>
        </pc:spChg>
        <pc:spChg chg="add mod">
          <ac:chgData name="昕 许" userId="a2975fcd840abfc3" providerId="LiveId" clId="{49CCD4F9-177C-4270-9A14-60236FF377E8}" dt="2026-04-26T01:58:29.974" v="10592"/>
          <ac:spMkLst>
            <pc:docMk/>
            <pc:sldMk cId="1671019689" sldId="358"/>
            <ac:spMk id="66" creationId="{59C80E84-F87E-7EAD-3E56-E0B67BB5603B}"/>
          </ac:spMkLst>
        </pc:spChg>
        <pc:spChg chg="add del mod">
          <ac:chgData name="昕 许" userId="a2975fcd840abfc3" providerId="LiveId" clId="{49CCD4F9-177C-4270-9A14-60236FF377E8}" dt="2026-04-26T02:10:28.186" v="10633" actId="478"/>
          <ac:spMkLst>
            <pc:docMk/>
            <pc:sldMk cId="1671019689" sldId="358"/>
            <ac:spMk id="67" creationId="{A77E31F6-9357-A41C-3F20-AFF894588960}"/>
          </ac:spMkLst>
        </pc:spChg>
        <pc:spChg chg="add del mod">
          <ac:chgData name="昕 许" userId="a2975fcd840abfc3" providerId="LiveId" clId="{49CCD4F9-177C-4270-9A14-60236FF377E8}" dt="2026-04-26T02:10:29.857" v="10636" actId="478"/>
          <ac:spMkLst>
            <pc:docMk/>
            <pc:sldMk cId="1671019689" sldId="358"/>
            <ac:spMk id="74" creationId="{F2569AAF-B78E-CBC4-3156-DB1F7BD72C10}"/>
          </ac:spMkLst>
        </pc:spChg>
        <pc:spChg chg="add del mod">
          <ac:chgData name="昕 许" userId="a2975fcd840abfc3" providerId="LiveId" clId="{49CCD4F9-177C-4270-9A14-60236FF377E8}" dt="2026-04-26T02:10:29.092" v="10635" actId="478"/>
          <ac:spMkLst>
            <pc:docMk/>
            <pc:sldMk cId="1671019689" sldId="358"/>
            <ac:spMk id="75" creationId="{04B11350-A079-5CCF-E8DE-5973C8044487}"/>
          </ac:spMkLst>
        </pc:spChg>
        <pc:spChg chg="add del mod">
          <ac:chgData name="昕 许" userId="a2975fcd840abfc3" providerId="LiveId" clId="{49CCD4F9-177C-4270-9A14-60236FF377E8}" dt="2026-04-26T02:10:31.269" v="10637" actId="478"/>
          <ac:spMkLst>
            <pc:docMk/>
            <pc:sldMk cId="1671019689" sldId="358"/>
            <ac:spMk id="76" creationId="{E87E658A-0729-2AB6-3813-A92FC5583BA0}"/>
          </ac:spMkLst>
        </pc:spChg>
        <pc:spChg chg="add del mod">
          <ac:chgData name="昕 许" userId="a2975fcd840abfc3" providerId="LiveId" clId="{49CCD4F9-177C-4270-9A14-60236FF377E8}" dt="2026-04-26T02:10:26.370" v="10631" actId="478"/>
          <ac:spMkLst>
            <pc:docMk/>
            <pc:sldMk cId="1671019689" sldId="358"/>
            <ac:spMk id="77" creationId="{1E9EB4DB-DC6E-59FA-3400-5CC2DBEA327E}"/>
          </ac:spMkLst>
        </pc:spChg>
        <pc:spChg chg="add del mod">
          <ac:chgData name="昕 许" userId="a2975fcd840abfc3" providerId="LiveId" clId="{49CCD4F9-177C-4270-9A14-60236FF377E8}" dt="2026-04-26T02:10:27.158" v="10632" actId="478"/>
          <ac:spMkLst>
            <pc:docMk/>
            <pc:sldMk cId="1671019689" sldId="358"/>
            <ac:spMk id="78" creationId="{95BE165B-39DE-D921-999D-62C81CBF6931}"/>
          </ac:spMkLst>
        </pc:spChg>
        <pc:spChg chg="add mod">
          <ac:chgData name="昕 许" userId="a2975fcd840abfc3" providerId="LiveId" clId="{49CCD4F9-177C-4270-9A14-60236FF377E8}" dt="2026-04-26T02:14:48.865" v="10690" actId="14100"/>
          <ac:spMkLst>
            <pc:docMk/>
            <pc:sldMk cId="1671019689" sldId="358"/>
            <ac:spMk id="79" creationId="{899E46FC-E153-9D04-8209-2D5FD9644545}"/>
          </ac:spMkLst>
        </pc:spChg>
        <pc:spChg chg="add mod">
          <ac:chgData name="昕 许" userId="a2975fcd840abfc3" providerId="LiveId" clId="{49CCD4F9-177C-4270-9A14-60236FF377E8}" dt="2026-04-26T02:12:15.724" v="10651" actId="1076"/>
          <ac:spMkLst>
            <pc:docMk/>
            <pc:sldMk cId="1671019689" sldId="358"/>
            <ac:spMk id="82" creationId="{05873420-5E20-E118-1D5D-4252915C6348}"/>
          </ac:spMkLst>
        </pc:spChg>
        <pc:spChg chg="add mod">
          <ac:chgData name="昕 许" userId="a2975fcd840abfc3" providerId="LiveId" clId="{49CCD4F9-177C-4270-9A14-60236FF377E8}" dt="2026-04-26T02:13:08.238" v="10664" actId="1076"/>
          <ac:spMkLst>
            <pc:docMk/>
            <pc:sldMk cId="1671019689" sldId="358"/>
            <ac:spMk id="83" creationId="{7B292C9D-5380-BC5D-2120-B8F0850C7147}"/>
          </ac:spMkLst>
        </pc:spChg>
        <pc:spChg chg="mod">
          <ac:chgData name="昕 许" userId="a2975fcd840abfc3" providerId="LiveId" clId="{49CCD4F9-177C-4270-9A14-60236FF377E8}" dt="2026-04-26T10:24:16.768" v="11356" actId="1076"/>
          <ac:spMkLst>
            <pc:docMk/>
            <pc:sldMk cId="1671019689" sldId="358"/>
            <ac:spMk id="84" creationId="{62B5AA96-C47E-CC08-DE77-63639B8A59E6}"/>
          </ac:spMkLst>
        </pc:spChg>
        <pc:spChg chg="add mod">
          <ac:chgData name="昕 许" userId="a2975fcd840abfc3" providerId="LiveId" clId="{49CCD4F9-177C-4270-9A14-60236FF377E8}" dt="2026-04-26T02:13:34.890" v="10673" actId="20577"/>
          <ac:spMkLst>
            <pc:docMk/>
            <pc:sldMk cId="1671019689" sldId="358"/>
            <ac:spMk id="89" creationId="{CA7410C3-5726-9A43-F7FA-6B2218B7BB9E}"/>
          </ac:spMkLst>
        </pc:spChg>
        <pc:spChg chg="mod">
          <ac:chgData name="昕 许" userId="a2975fcd840abfc3" providerId="LiveId" clId="{49CCD4F9-177C-4270-9A14-60236FF377E8}" dt="2026-04-26T02:47:56.194" v="10850" actId="20577"/>
          <ac:spMkLst>
            <pc:docMk/>
            <pc:sldMk cId="1671019689" sldId="358"/>
            <ac:spMk id="90" creationId="{35845BBA-5491-662D-F11B-A4617C5F19E3}"/>
          </ac:spMkLst>
        </pc:spChg>
        <pc:spChg chg="mod">
          <ac:chgData name="昕 许" userId="a2975fcd840abfc3" providerId="LiveId" clId="{49CCD4F9-177C-4270-9A14-60236FF377E8}" dt="2026-04-26T02:13:38.942" v="10675" actId="20577"/>
          <ac:spMkLst>
            <pc:docMk/>
            <pc:sldMk cId="1671019689" sldId="358"/>
            <ac:spMk id="91" creationId="{B7BD847B-2FA4-4D56-959A-E36C20177229}"/>
          </ac:spMkLst>
        </pc:spChg>
        <pc:spChg chg="mod">
          <ac:chgData name="昕 许" userId="a2975fcd840abfc3" providerId="LiveId" clId="{49CCD4F9-177C-4270-9A14-60236FF377E8}" dt="2026-04-26T02:12:10.850" v="10650"/>
          <ac:spMkLst>
            <pc:docMk/>
            <pc:sldMk cId="1671019689" sldId="358"/>
            <ac:spMk id="93" creationId="{6D07BB01-32A9-193E-6281-B1D51DDF2B96}"/>
          </ac:spMkLst>
        </pc:spChg>
        <pc:spChg chg="mod">
          <ac:chgData name="昕 许" userId="a2975fcd840abfc3" providerId="LiveId" clId="{49CCD4F9-177C-4270-9A14-60236FF377E8}" dt="2026-04-26T02:12:44.269" v="10658" actId="20577"/>
          <ac:spMkLst>
            <pc:docMk/>
            <pc:sldMk cId="1671019689" sldId="358"/>
            <ac:spMk id="94" creationId="{08635CEC-8C6E-28A5-C97C-5CB6E560E08D}"/>
          </ac:spMkLst>
        </pc:spChg>
        <pc:spChg chg="mod">
          <ac:chgData name="昕 许" userId="a2975fcd840abfc3" providerId="LiveId" clId="{49CCD4F9-177C-4270-9A14-60236FF377E8}" dt="2026-04-26T02:12:10.850" v="10650"/>
          <ac:spMkLst>
            <pc:docMk/>
            <pc:sldMk cId="1671019689" sldId="358"/>
            <ac:spMk id="96" creationId="{03C3AF08-CB89-5C61-4AD2-3CCA6E32BBD0}"/>
          </ac:spMkLst>
        </pc:spChg>
        <pc:spChg chg="mod">
          <ac:chgData name="昕 许" userId="a2975fcd840abfc3" providerId="LiveId" clId="{49CCD4F9-177C-4270-9A14-60236FF377E8}" dt="2026-04-26T02:12:46.856" v="10659" actId="20577"/>
          <ac:spMkLst>
            <pc:docMk/>
            <pc:sldMk cId="1671019689" sldId="358"/>
            <ac:spMk id="97" creationId="{38879C2C-65DC-F16F-51E5-980C1F02828B}"/>
          </ac:spMkLst>
        </pc:spChg>
        <pc:spChg chg="mod">
          <ac:chgData name="昕 许" userId="a2975fcd840abfc3" providerId="LiveId" clId="{49CCD4F9-177C-4270-9A14-60236FF377E8}" dt="2026-04-26T02:12:10.850" v="10650"/>
          <ac:spMkLst>
            <pc:docMk/>
            <pc:sldMk cId="1671019689" sldId="358"/>
            <ac:spMk id="101" creationId="{089A56E4-BEBF-E3D1-66E8-DE4734CAAF7E}"/>
          </ac:spMkLst>
        </pc:spChg>
        <pc:spChg chg="mod">
          <ac:chgData name="昕 许" userId="a2975fcd840abfc3" providerId="LiveId" clId="{49CCD4F9-177C-4270-9A14-60236FF377E8}" dt="2026-04-26T02:12:23.063" v="10654" actId="20577"/>
          <ac:spMkLst>
            <pc:docMk/>
            <pc:sldMk cId="1671019689" sldId="358"/>
            <ac:spMk id="102" creationId="{701FEA1B-886F-A8FE-8986-CDC4B6D95D88}"/>
          </ac:spMkLst>
        </pc:spChg>
        <pc:spChg chg="mod">
          <ac:chgData name="昕 许" userId="a2975fcd840abfc3" providerId="LiveId" clId="{49CCD4F9-177C-4270-9A14-60236FF377E8}" dt="2026-04-26T02:12:10.850" v="10650"/>
          <ac:spMkLst>
            <pc:docMk/>
            <pc:sldMk cId="1671019689" sldId="358"/>
            <ac:spMk id="105" creationId="{9637AAF0-729F-520B-A40D-5EA46E97CBED}"/>
          </ac:spMkLst>
        </pc:spChg>
        <pc:spChg chg="add mod">
          <ac:chgData name="昕 许" userId="a2975fcd840abfc3" providerId="LiveId" clId="{49CCD4F9-177C-4270-9A14-60236FF377E8}" dt="2026-04-26T02:12:56.609" v="10661" actId="1076"/>
          <ac:spMkLst>
            <pc:docMk/>
            <pc:sldMk cId="1671019689" sldId="358"/>
            <ac:spMk id="107" creationId="{5F57AE71-8732-0FC3-B04A-2F7ED3CA8E40}"/>
          </ac:spMkLst>
        </pc:spChg>
        <pc:spChg chg="add mod">
          <ac:chgData name="昕 许" userId="a2975fcd840abfc3" providerId="LiveId" clId="{49CCD4F9-177C-4270-9A14-60236FF377E8}" dt="2026-04-26T02:12:56.609" v="10661" actId="1076"/>
          <ac:spMkLst>
            <pc:docMk/>
            <pc:sldMk cId="1671019689" sldId="358"/>
            <ac:spMk id="108" creationId="{1C6683D5-2386-6A62-D1C0-75F0680CAB37}"/>
          </ac:spMkLst>
        </pc:spChg>
        <pc:spChg chg="add del mod">
          <ac:chgData name="昕 许" userId="a2975fcd840abfc3" providerId="LiveId" clId="{49CCD4F9-177C-4270-9A14-60236FF377E8}" dt="2026-04-26T02:13:29.612" v="10671" actId="478"/>
          <ac:spMkLst>
            <pc:docMk/>
            <pc:sldMk cId="1671019689" sldId="358"/>
            <ac:spMk id="109" creationId="{50649E9A-F94B-469C-E9A5-C0EB6C3FA4DE}"/>
          </ac:spMkLst>
        </pc:spChg>
        <pc:spChg chg="mod">
          <ac:chgData name="昕 许" userId="a2975fcd840abfc3" providerId="LiveId" clId="{49CCD4F9-177C-4270-9A14-60236FF377E8}" dt="2026-04-26T02:12:56.609" v="10661" actId="1076"/>
          <ac:spMkLst>
            <pc:docMk/>
            <pc:sldMk cId="1671019689" sldId="358"/>
            <ac:spMk id="114" creationId="{4D62628B-83BD-7214-C19E-0A527A1C727E}"/>
          </ac:spMkLst>
        </pc:spChg>
        <pc:spChg chg="add mod">
          <ac:chgData name="昕 许" userId="a2975fcd840abfc3" providerId="LiveId" clId="{49CCD4F9-177C-4270-9A14-60236FF377E8}" dt="2026-04-26T02:12:56.609" v="10661" actId="1076"/>
          <ac:spMkLst>
            <pc:docMk/>
            <pc:sldMk cId="1671019689" sldId="358"/>
            <ac:spMk id="115" creationId="{DE494287-81A2-AE94-9228-1C3EF3BCCA91}"/>
          </ac:spMkLst>
        </pc:spChg>
        <pc:spChg chg="add del mod">
          <ac:chgData name="昕 许" userId="a2975fcd840abfc3" providerId="LiveId" clId="{49CCD4F9-177C-4270-9A14-60236FF377E8}" dt="2026-04-26T02:13:29.612" v="10671" actId="478"/>
          <ac:spMkLst>
            <pc:docMk/>
            <pc:sldMk cId="1671019689" sldId="358"/>
            <ac:spMk id="116" creationId="{E35E8A5C-4BD5-0B85-00FB-BBD51AC23923}"/>
          </ac:spMkLst>
        </pc:spChg>
        <pc:spChg chg="mod">
          <ac:chgData name="昕 许" userId="a2975fcd840abfc3" providerId="LiveId" clId="{49CCD4F9-177C-4270-9A14-60236FF377E8}" dt="2026-04-26T02:12:52.243" v="10660"/>
          <ac:spMkLst>
            <pc:docMk/>
            <pc:sldMk cId="1671019689" sldId="358"/>
            <ac:spMk id="118" creationId="{910752E0-EDA4-B87A-4583-A86FD6C29671}"/>
          </ac:spMkLst>
        </pc:spChg>
        <pc:spChg chg="mod">
          <ac:chgData name="昕 许" userId="a2975fcd840abfc3" providerId="LiveId" clId="{49CCD4F9-177C-4270-9A14-60236FF377E8}" dt="2026-04-26T02:12:52.243" v="10660"/>
          <ac:spMkLst>
            <pc:docMk/>
            <pc:sldMk cId="1671019689" sldId="358"/>
            <ac:spMk id="119" creationId="{AD6CB924-9DC2-C269-631D-F7921CB060BD}"/>
          </ac:spMkLst>
        </pc:spChg>
        <pc:spChg chg="mod">
          <ac:chgData name="昕 许" userId="a2975fcd840abfc3" providerId="LiveId" clId="{49CCD4F9-177C-4270-9A14-60236FF377E8}" dt="2026-04-26T02:12:52.243" v="10660"/>
          <ac:spMkLst>
            <pc:docMk/>
            <pc:sldMk cId="1671019689" sldId="358"/>
            <ac:spMk id="122" creationId="{1C7FBB8A-81DE-1BD8-4035-75158AAC1969}"/>
          </ac:spMkLst>
        </pc:spChg>
        <pc:spChg chg="mod">
          <ac:chgData name="昕 许" userId="a2975fcd840abfc3" providerId="LiveId" clId="{49CCD4F9-177C-4270-9A14-60236FF377E8}" dt="2026-04-26T02:12:52.243" v="10660"/>
          <ac:spMkLst>
            <pc:docMk/>
            <pc:sldMk cId="1671019689" sldId="358"/>
            <ac:spMk id="125" creationId="{DCEEEEC9-2080-B5B1-18FB-F61BAE53E08C}"/>
          </ac:spMkLst>
        </pc:spChg>
        <pc:spChg chg="mod">
          <ac:chgData name="昕 许" userId="a2975fcd840abfc3" providerId="LiveId" clId="{49CCD4F9-177C-4270-9A14-60236FF377E8}" dt="2026-04-26T02:12:52.243" v="10660"/>
          <ac:spMkLst>
            <pc:docMk/>
            <pc:sldMk cId="1671019689" sldId="358"/>
            <ac:spMk id="126" creationId="{F68F9458-46AD-05B3-E6EE-7A156B526395}"/>
          </ac:spMkLst>
        </pc:spChg>
        <pc:spChg chg="add mod">
          <ac:chgData name="昕 许" userId="a2975fcd840abfc3" providerId="LiveId" clId="{49CCD4F9-177C-4270-9A14-60236FF377E8}" dt="2026-04-26T02:17:59.616" v="10795" actId="1076"/>
          <ac:spMkLst>
            <pc:docMk/>
            <pc:sldMk cId="1671019689" sldId="358"/>
            <ac:spMk id="128" creationId="{D74085CE-6794-486A-7026-F9601B2F03E3}"/>
          </ac:spMkLst>
        </pc:spChg>
        <pc:spChg chg="add del mod">
          <ac:chgData name="昕 许" userId="a2975fcd840abfc3" providerId="LiveId" clId="{49CCD4F9-177C-4270-9A14-60236FF377E8}" dt="2026-04-26T02:13:27.886" v="10670" actId="478"/>
          <ac:spMkLst>
            <pc:docMk/>
            <pc:sldMk cId="1671019689" sldId="358"/>
            <ac:spMk id="129" creationId="{26A419AB-6DAB-698E-BCB0-9FB5E19B6D0F}"/>
          </ac:spMkLst>
        </pc:spChg>
        <pc:spChg chg="add del mod">
          <ac:chgData name="昕 许" userId="a2975fcd840abfc3" providerId="LiveId" clId="{49CCD4F9-177C-4270-9A14-60236FF377E8}" dt="2026-04-26T02:13:26.058" v="10667" actId="478"/>
          <ac:spMkLst>
            <pc:docMk/>
            <pc:sldMk cId="1671019689" sldId="358"/>
            <ac:spMk id="130" creationId="{A4110A42-A155-015C-845F-093173AA2D01}"/>
          </ac:spMkLst>
        </pc:spChg>
        <pc:spChg chg="add mod">
          <ac:chgData name="昕 许" userId="a2975fcd840abfc3" providerId="LiveId" clId="{49CCD4F9-177C-4270-9A14-60236FF377E8}" dt="2026-04-26T02:17:59.616" v="10795" actId="1076"/>
          <ac:spMkLst>
            <pc:docMk/>
            <pc:sldMk cId="1671019689" sldId="358"/>
            <ac:spMk id="133" creationId="{0A0A34B2-76A0-4848-8C99-2A3BC36CE359}"/>
          </ac:spMkLst>
        </pc:spChg>
        <pc:spChg chg="add del mod">
          <ac:chgData name="昕 许" userId="a2975fcd840abfc3" providerId="LiveId" clId="{49CCD4F9-177C-4270-9A14-60236FF377E8}" dt="2026-04-26T02:13:27.886" v="10670" actId="478"/>
          <ac:spMkLst>
            <pc:docMk/>
            <pc:sldMk cId="1671019689" sldId="358"/>
            <ac:spMk id="134" creationId="{E4F33025-C2BE-8E1C-E1D1-0310C309C1C1}"/>
          </ac:spMkLst>
        </pc:spChg>
        <pc:spChg chg="add del mod">
          <ac:chgData name="昕 许" userId="a2975fcd840abfc3" providerId="LiveId" clId="{49CCD4F9-177C-4270-9A14-60236FF377E8}" dt="2026-04-26T02:13:26.058" v="10667" actId="478"/>
          <ac:spMkLst>
            <pc:docMk/>
            <pc:sldMk cId="1671019689" sldId="358"/>
            <ac:spMk id="135" creationId="{DEF47335-7EAD-2A38-6493-7CC51ACC391E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37" creationId="{59329BCF-25ED-D267-AF18-40AE348DF121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38" creationId="{229C3649-5DB4-96FB-AC74-EA86D6C3377C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39" creationId="{1AB645C5-1742-7505-6CE3-BBA7D3DBF0A5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44" creationId="{3B6CAFC3-CC95-C38A-C6EF-E4F45277E8E1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45" creationId="{E947A79A-315C-F509-01AE-7E9D9D63BBD2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46" creationId="{D1BF04B0-3172-AEAF-2865-A9B9B9815A47}"/>
          </ac:spMkLst>
        </pc:spChg>
        <pc:spChg chg="mod">
          <ac:chgData name="昕 许" userId="a2975fcd840abfc3" providerId="LiveId" clId="{49CCD4F9-177C-4270-9A14-60236FF377E8}" dt="2026-04-26T02:13:49.553" v="10676"/>
          <ac:spMkLst>
            <pc:docMk/>
            <pc:sldMk cId="1671019689" sldId="358"/>
            <ac:spMk id="148" creationId="{E3A3773F-0C52-B146-574C-3CEB44D0DF14}"/>
          </ac:spMkLst>
        </pc:spChg>
        <pc:spChg chg="mod">
          <ac:chgData name="昕 许" userId="a2975fcd840abfc3" providerId="LiveId" clId="{49CCD4F9-177C-4270-9A14-60236FF377E8}" dt="2026-04-26T02:13:49.553" v="10676"/>
          <ac:spMkLst>
            <pc:docMk/>
            <pc:sldMk cId="1671019689" sldId="358"/>
            <ac:spMk id="156" creationId="{332BD3A6-63C2-49FF-8510-47BDD03A33CB}"/>
          </ac:spMkLst>
        </pc:spChg>
        <pc:spChg chg="mod">
          <ac:chgData name="昕 许" userId="a2975fcd840abfc3" providerId="LiveId" clId="{49CCD4F9-177C-4270-9A14-60236FF377E8}" dt="2026-04-26T02:13:49.553" v="10676"/>
          <ac:spMkLst>
            <pc:docMk/>
            <pc:sldMk cId="1671019689" sldId="358"/>
            <ac:spMk id="157" creationId="{E3EDF7B8-7787-1BC6-CBA3-3007148E108D}"/>
          </ac:spMkLst>
        </pc:spChg>
        <pc:spChg chg="mod">
          <ac:chgData name="昕 许" userId="a2975fcd840abfc3" providerId="LiveId" clId="{49CCD4F9-177C-4270-9A14-60236FF377E8}" dt="2026-04-26T02:13:49.553" v="10676"/>
          <ac:spMkLst>
            <pc:docMk/>
            <pc:sldMk cId="1671019689" sldId="358"/>
            <ac:spMk id="160" creationId="{50DEB2F7-2796-A312-EAFA-6E262909BA82}"/>
          </ac:spMkLst>
        </pc:spChg>
        <pc:spChg chg="add del mod">
          <ac:chgData name="昕 许" userId="a2975fcd840abfc3" providerId="LiveId" clId="{49CCD4F9-177C-4270-9A14-60236FF377E8}" dt="2026-04-26T02:14:56.253" v="10693" actId="478"/>
          <ac:spMkLst>
            <pc:docMk/>
            <pc:sldMk cId="1671019689" sldId="358"/>
            <ac:spMk id="164" creationId="{79D4F056-FBDA-84AD-4DE9-55AC187D5477}"/>
          </ac:spMkLst>
        </pc:spChg>
        <pc:spChg chg="add 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65" creationId="{17CB58BA-896E-E4E2-8131-62AFD42E1475}"/>
          </ac:spMkLst>
        </pc:spChg>
        <pc:spChg chg="add 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66" creationId="{BAED23C4-31B4-59FA-84EB-FFD2BFEEB6FD}"/>
          </ac:spMkLst>
        </pc:spChg>
        <pc:spChg chg="add 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67" creationId="{A244CC17-F92B-5A5B-C0C9-1658CC308224}"/>
          </ac:spMkLst>
        </pc:spChg>
        <pc:spChg chg="add 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72" creationId="{85E04F32-2DDB-7539-1189-149E2FEEF589}"/>
          </ac:spMkLst>
        </pc:spChg>
        <pc:spChg chg="add 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73" creationId="{5BD7DD81-8720-12DF-51EE-B79E943226B7}"/>
          </ac:spMkLst>
        </pc:spChg>
        <pc:spChg chg="mod">
          <ac:chgData name="昕 许" userId="a2975fcd840abfc3" providerId="LiveId" clId="{49CCD4F9-177C-4270-9A14-60236FF377E8}" dt="2026-04-26T02:16:41.262" v="10743" actId="164"/>
          <ac:spMkLst>
            <pc:docMk/>
            <pc:sldMk cId="1671019689" sldId="358"/>
            <ac:spMk id="174" creationId="{A9CDA5A1-E9FA-9BA3-2C43-A4763460EE81}"/>
          </ac:spMkLst>
        </pc:spChg>
        <pc:spChg chg="mod">
          <ac:chgData name="昕 许" userId="a2975fcd840abfc3" providerId="LiveId" clId="{49CCD4F9-177C-4270-9A14-60236FF377E8}" dt="2026-04-26T02:15:26.221" v="10694"/>
          <ac:spMkLst>
            <pc:docMk/>
            <pc:sldMk cId="1671019689" sldId="358"/>
            <ac:spMk id="176" creationId="{3E227729-D97A-0D56-6496-B1A0D8DD05D4}"/>
          </ac:spMkLst>
        </pc:spChg>
        <pc:spChg chg="mod">
          <ac:chgData name="昕 许" userId="a2975fcd840abfc3" providerId="LiveId" clId="{49CCD4F9-177C-4270-9A14-60236FF377E8}" dt="2026-04-26T02:15:26.221" v="10694"/>
          <ac:spMkLst>
            <pc:docMk/>
            <pc:sldMk cId="1671019689" sldId="358"/>
            <ac:spMk id="177" creationId="{8888C06F-FD46-DD00-2A6A-2B5FE6D31E30}"/>
          </ac:spMkLst>
        </pc:spChg>
        <pc:spChg chg="mod">
          <ac:chgData name="昕 许" userId="a2975fcd840abfc3" providerId="LiveId" clId="{49CCD4F9-177C-4270-9A14-60236FF377E8}" dt="2026-04-26T02:15:26.221" v="10694"/>
          <ac:spMkLst>
            <pc:docMk/>
            <pc:sldMk cId="1671019689" sldId="358"/>
            <ac:spMk id="179" creationId="{42774496-5530-147B-9F9B-613C2186998E}"/>
          </ac:spMkLst>
        </pc:spChg>
        <pc:spChg chg="mod">
          <ac:chgData name="昕 许" userId="a2975fcd840abfc3" providerId="LiveId" clId="{49CCD4F9-177C-4270-9A14-60236FF377E8}" dt="2026-04-26T02:15:26.221" v="10694"/>
          <ac:spMkLst>
            <pc:docMk/>
            <pc:sldMk cId="1671019689" sldId="358"/>
            <ac:spMk id="185" creationId="{6DC493F1-C1E2-56D9-FF25-886831C66360}"/>
          </ac:spMkLst>
        </pc:spChg>
        <pc:spChg chg="mod">
          <ac:chgData name="昕 许" userId="a2975fcd840abfc3" providerId="LiveId" clId="{49CCD4F9-177C-4270-9A14-60236FF377E8}" dt="2026-04-26T02:15:26.221" v="10694"/>
          <ac:spMkLst>
            <pc:docMk/>
            <pc:sldMk cId="1671019689" sldId="358"/>
            <ac:spMk id="187" creationId="{3FC8C9B1-3601-D7F8-B2DA-A2358CA0DDEB}"/>
          </ac:spMkLst>
        </pc:spChg>
        <pc:spChg chg="add mod">
          <ac:chgData name="昕 许" userId="a2975fcd840abfc3" providerId="LiveId" clId="{49CCD4F9-177C-4270-9A14-60236FF377E8}" dt="2026-04-26T02:17:02.108" v="10762" actId="1076"/>
          <ac:spMkLst>
            <pc:docMk/>
            <pc:sldMk cId="1671019689" sldId="358"/>
            <ac:spMk id="190" creationId="{35A10AAF-D0EA-7A17-04E7-15B4C904DFD0}"/>
          </ac:spMkLst>
        </pc:spChg>
        <pc:spChg chg="add del mod">
          <ac:chgData name="昕 许" userId="a2975fcd840abfc3" providerId="LiveId" clId="{49CCD4F9-177C-4270-9A14-60236FF377E8}" dt="2026-04-26T02:16:00.824" v="10730" actId="478"/>
          <ac:spMkLst>
            <pc:docMk/>
            <pc:sldMk cId="1671019689" sldId="358"/>
            <ac:spMk id="191" creationId="{469DEE23-3D04-90DC-3B9E-2B96D8B9F197}"/>
          </ac:spMkLst>
        </pc:spChg>
        <pc:spChg chg="add mod">
          <ac:chgData name="昕 许" userId="a2975fcd840abfc3" providerId="LiveId" clId="{49CCD4F9-177C-4270-9A14-60236FF377E8}" dt="2026-04-26T02:16:51.836" v="10758" actId="1036"/>
          <ac:spMkLst>
            <pc:docMk/>
            <pc:sldMk cId="1671019689" sldId="358"/>
            <ac:spMk id="192" creationId="{6360F4E3-BF02-32D6-9255-CC269DAF90D2}"/>
          </ac:spMkLst>
        </pc:spChg>
        <pc:spChg chg="del mod topLv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195" creationId="{137E878C-E799-9D05-5999-581BB527B36E}"/>
          </ac:spMkLst>
        </pc:spChg>
        <pc:spChg chg="del mod topLv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196" creationId="{543D856B-2ABC-216B-F15A-9D245660724A}"/>
          </ac:spMkLst>
        </pc:spChg>
        <pc:spChg chg="del mod topLv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197" creationId="{0D076A07-28F1-14AC-FA66-2A310484FA43}"/>
          </ac:spMkLst>
        </pc:spChg>
        <pc:spChg chg="del mod topLv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202" creationId="{7EF891B0-1FF5-55C1-01B0-B73621DF4BD1}"/>
          </ac:spMkLst>
        </pc:spChg>
        <pc:spChg chg="de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203" creationId="{D7D67097-61D3-764F-43CC-F4D0C7F9E304}"/>
          </ac:spMkLst>
        </pc:spChg>
        <pc:spChg chg="del mod topLvl">
          <ac:chgData name="昕 许" userId="a2975fcd840abfc3" providerId="LiveId" clId="{49CCD4F9-177C-4270-9A14-60236FF377E8}" dt="2026-04-26T02:17:14.977" v="10764" actId="478"/>
          <ac:spMkLst>
            <pc:docMk/>
            <pc:sldMk cId="1671019689" sldId="358"/>
            <ac:spMk id="204" creationId="{D0C3E027-926A-4D5B-6937-53D5E9930C47}"/>
          </ac:spMkLst>
        </pc:spChg>
        <pc:spChg chg="mod">
          <ac:chgData name="昕 许" userId="a2975fcd840abfc3" providerId="LiveId" clId="{49CCD4F9-177C-4270-9A14-60236FF377E8}" dt="2026-04-26T02:17:12.620" v="10763" actId="165"/>
          <ac:spMkLst>
            <pc:docMk/>
            <pc:sldMk cId="1671019689" sldId="358"/>
            <ac:spMk id="210" creationId="{E9F65676-7CA6-F520-8213-B20CEFBB142D}"/>
          </ac:spMkLst>
        </pc:spChg>
        <pc:spChg chg="mod">
          <ac:chgData name="昕 许" userId="a2975fcd840abfc3" providerId="LiveId" clId="{49CCD4F9-177C-4270-9A14-60236FF377E8}" dt="2026-04-26T02:17:12.620" v="10763" actId="165"/>
          <ac:spMkLst>
            <pc:docMk/>
            <pc:sldMk cId="1671019689" sldId="358"/>
            <ac:spMk id="211" creationId="{1DB05E18-8711-A4CD-2492-25DD9DA78767}"/>
          </ac:spMkLst>
        </pc:spChg>
        <pc:spChg chg="mod">
          <ac:chgData name="昕 许" userId="a2975fcd840abfc3" providerId="LiveId" clId="{49CCD4F9-177C-4270-9A14-60236FF377E8}" dt="2026-04-26T02:17:12.620" v="10763" actId="165"/>
          <ac:spMkLst>
            <pc:docMk/>
            <pc:sldMk cId="1671019689" sldId="358"/>
            <ac:spMk id="212" creationId="{E8B186A6-06C1-3EF7-81E4-1EE90E531F91}"/>
          </ac:spMkLst>
        </pc:spChg>
        <pc:spChg chg="mod">
          <ac:chgData name="昕 许" userId="a2975fcd840abfc3" providerId="LiveId" clId="{49CCD4F9-177C-4270-9A14-60236FF377E8}" dt="2026-04-26T02:17:12.620" v="10763" actId="165"/>
          <ac:spMkLst>
            <pc:docMk/>
            <pc:sldMk cId="1671019689" sldId="358"/>
            <ac:spMk id="214" creationId="{9ADE12D1-46D3-11E2-0FD6-5406257BF453}"/>
          </ac:spMkLst>
        </pc:spChg>
        <pc:spChg chg="mod">
          <ac:chgData name="昕 许" userId="a2975fcd840abfc3" providerId="LiveId" clId="{49CCD4F9-177C-4270-9A14-60236FF377E8}" dt="2026-04-26T02:17:12.620" v="10763" actId="165"/>
          <ac:spMkLst>
            <pc:docMk/>
            <pc:sldMk cId="1671019689" sldId="358"/>
            <ac:spMk id="215" creationId="{DE005A5B-C902-15E0-53D6-1B0E6AACD87E}"/>
          </ac:spMkLst>
        </pc:spChg>
        <pc:spChg chg="add mod">
          <ac:chgData name="昕 许" userId="a2975fcd840abfc3" providerId="LiveId" clId="{49CCD4F9-177C-4270-9A14-60236FF377E8}" dt="2026-04-26T02:18:24.587" v="10800" actId="208"/>
          <ac:spMkLst>
            <pc:docMk/>
            <pc:sldMk cId="1671019689" sldId="358"/>
            <ac:spMk id="216" creationId="{A9E5671B-3AF4-A2C8-0300-06C8E22DCD0D}"/>
          </ac:spMkLst>
        </pc:spChg>
        <pc:spChg chg="add mod">
          <ac:chgData name="昕 许" userId="a2975fcd840abfc3" providerId="LiveId" clId="{49CCD4F9-177C-4270-9A14-60236FF377E8}" dt="2026-04-26T02:17:17.470" v="10766" actId="164"/>
          <ac:spMkLst>
            <pc:docMk/>
            <pc:sldMk cId="1671019689" sldId="358"/>
            <ac:spMk id="217" creationId="{F7831E53-7762-C091-2FB9-0D127E982A58}"/>
          </ac:spMkLst>
        </pc:spChg>
        <pc:spChg chg="add mod">
          <ac:chgData name="昕 许" userId="a2975fcd840abfc3" providerId="LiveId" clId="{49CCD4F9-177C-4270-9A14-60236FF377E8}" dt="2026-04-26T02:17:17.470" v="10766" actId="164"/>
          <ac:spMkLst>
            <pc:docMk/>
            <pc:sldMk cId="1671019689" sldId="358"/>
            <ac:spMk id="218" creationId="{61236996-96A3-5278-31D9-646F0D2B40B0}"/>
          </ac:spMkLst>
        </pc:spChg>
        <pc:spChg chg="mod">
          <ac:chgData name="昕 许" userId="a2975fcd840abfc3" providerId="LiveId" clId="{49CCD4F9-177C-4270-9A14-60236FF377E8}" dt="2026-04-26T02:18:17.582" v="10799" actId="207"/>
          <ac:spMkLst>
            <pc:docMk/>
            <pc:sldMk cId="1671019689" sldId="358"/>
            <ac:spMk id="223" creationId="{1AFC9359-73E4-FCDE-9271-935F0F36983E}"/>
          </ac:spMkLst>
        </pc:spChg>
        <pc:spChg chg="add mod">
          <ac:chgData name="昕 许" userId="a2975fcd840abfc3" providerId="LiveId" clId="{49CCD4F9-177C-4270-9A14-60236FF377E8}" dt="2026-04-26T02:17:17.470" v="10766" actId="164"/>
          <ac:spMkLst>
            <pc:docMk/>
            <pc:sldMk cId="1671019689" sldId="358"/>
            <ac:spMk id="224" creationId="{DB306CAC-1497-C21E-10A9-F57DB9B3D8A9}"/>
          </ac:spMkLst>
        </pc:spChg>
        <pc:spChg chg="mod">
          <ac:chgData name="昕 许" userId="a2975fcd840abfc3" providerId="LiveId" clId="{49CCD4F9-177C-4270-9A14-60236FF377E8}" dt="2026-04-26T02:17:17.470" v="10766" actId="164"/>
          <ac:spMkLst>
            <pc:docMk/>
            <pc:sldMk cId="1671019689" sldId="358"/>
            <ac:spMk id="225" creationId="{72CBC787-5B7B-749D-6F81-9DA762551FB5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27" creationId="{9757D4D0-D596-1166-B0AC-540DD6B9AEAD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28" creationId="{3799FD31-44B8-8170-8E4C-CDA2AA7ABE54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31" creationId="{08D73FBD-5B12-E405-DB62-B1767EBF52D0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36" creationId="{5BD43ADA-8FDD-3CB7-9793-6A98C1B3BC84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38" creationId="{35C3325D-987D-427E-CE46-48BA83691727}"/>
          </ac:spMkLst>
        </pc:spChg>
        <pc:spChg chg="mod">
          <ac:chgData name="昕 许" userId="a2975fcd840abfc3" providerId="LiveId" clId="{49CCD4F9-177C-4270-9A14-60236FF377E8}" dt="2026-04-26T02:17:15.826" v="10765"/>
          <ac:spMkLst>
            <pc:docMk/>
            <pc:sldMk cId="1671019689" sldId="358"/>
            <ac:spMk id="239" creationId="{0893BE19-6EB5-E439-5815-BEB2AC1F2753}"/>
          </ac:spMkLst>
        </pc:spChg>
        <pc:spChg chg="add mod">
          <ac:chgData name="昕 许" userId="a2975fcd840abfc3" providerId="LiveId" clId="{49CCD4F9-177C-4270-9A14-60236FF377E8}" dt="2026-04-26T02:17:46.335" v="10792" actId="1076"/>
          <ac:spMkLst>
            <pc:docMk/>
            <pc:sldMk cId="1671019689" sldId="358"/>
            <ac:spMk id="241" creationId="{943F962B-D34F-6057-DE89-6586B5A3A52E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43" creationId="{41FF89DD-0B2A-F9F5-2A8D-DB973E947469}"/>
          </ac:spMkLst>
        </pc:spChg>
        <pc:spChg chg="mod">
          <ac:chgData name="昕 许" userId="a2975fcd840abfc3" providerId="LiveId" clId="{49CCD4F9-177C-4270-9A14-60236FF377E8}" dt="2026-04-26T02:18:44.346" v="10803" actId="208"/>
          <ac:spMkLst>
            <pc:docMk/>
            <pc:sldMk cId="1671019689" sldId="358"/>
            <ac:spMk id="244" creationId="{3D0840F8-E31C-1A7D-6F8D-7C9E12E5FF86}"/>
          </ac:spMkLst>
        </pc:spChg>
        <pc:spChg chg="mod">
          <ac:chgData name="昕 许" userId="a2975fcd840abfc3" providerId="LiveId" clId="{49CCD4F9-177C-4270-9A14-60236FF377E8}" dt="2026-04-26T02:19:06.364" v="10807" actId="207"/>
          <ac:spMkLst>
            <pc:docMk/>
            <pc:sldMk cId="1671019689" sldId="358"/>
            <ac:spMk id="245" creationId="{79E613E6-4750-616A-D044-57E216B1AFD2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50" creationId="{C9B9E1CC-96FA-DFF3-7FDD-1613BC104053}"/>
          </ac:spMkLst>
        </pc:spChg>
        <pc:spChg chg="mod">
          <ac:chgData name="昕 许" userId="a2975fcd840abfc3" providerId="LiveId" clId="{49CCD4F9-177C-4270-9A14-60236FF377E8}" dt="2026-04-26T02:18:39.584" v="10802" actId="207"/>
          <ac:spMkLst>
            <pc:docMk/>
            <pc:sldMk cId="1671019689" sldId="358"/>
            <ac:spMk id="251" creationId="{AFF8AEFC-644A-3F1A-A9EB-F3002344333B}"/>
          </ac:spMkLst>
        </pc:spChg>
        <pc:spChg chg="mod">
          <ac:chgData name="昕 许" userId="a2975fcd840abfc3" providerId="LiveId" clId="{49CCD4F9-177C-4270-9A14-60236FF377E8}" dt="2026-04-26T02:19:09.925" v="10808" actId="207"/>
          <ac:spMkLst>
            <pc:docMk/>
            <pc:sldMk cId="1671019689" sldId="358"/>
            <ac:spMk id="252" creationId="{08EA5D10-6B35-E7D5-16C4-8A322B4F1FFF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59" creationId="{1C1878CC-28FE-1A63-460D-057AB16C31BC}"/>
          </ac:spMkLst>
        </pc:spChg>
        <pc:spChg chg="mod">
          <ac:chgData name="昕 许" userId="a2975fcd840abfc3" providerId="LiveId" clId="{49CCD4F9-177C-4270-9A14-60236FF377E8}" dt="2026-04-26T02:18:48.321" v="10805" actId="20577"/>
          <ac:spMkLst>
            <pc:docMk/>
            <pc:sldMk cId="1671019689" sldId="358"/>
            <ac:spMk id="262" creationId="{1E57BE18-2AAD-5A81-86D5-FF9C65C9B28F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63" creationId="{2B10B7DD-9587-E8A4-C78A-A2AA92C0FA37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64" creationId="{C571ABBE-32D3-CDBA-B1AA-0425CC0F0D0C}"/>
          </ac:spMkLst>
        </pc:spChg>
        <pc:spChg chg="mod">
          <ac:chgData name="昕 许" userId="a2975fcd840abfc3" providerId="LiveId" clId="{49CCD4F9-177C-4270-9A14-60236FF377E8}" dt="2026-04-26T02:17:49.854" v="10793"/>
          <ac:spMkLst>
            <pc:docMk/>
            <pc:sldMk cId="1671019689" sldId="358"/>
            <ac:spMk id="266" creationId="{A3508379-7EC7-743F-9D88-4CC2F916DB04}"/>
          </ac:spMkLst>
        </pc:spChg>
        <pc:spChg chg="add mod">
          <ac:chgData name="昕 许" userId="a2975fcd840abfc3" providerId="LiveId" clId="{49CCD4F9-177C-4270-9A14-60236FF377E8}" dt="2026-04-26T02:18:07.515" v="10797" actId="1076"/>
          <ac:spMkLst>
            <pc:docMk/>
            <pc:sldMk cId="1671019689" sldId="358"/>
            <ac:spMk id="268" creationId="{98AD6FE8-1A35-0233-83FE-C5B49A96282F}"/>
          </ac:spMkLst>
        </pc:spChg>
        <pc:spChg chg="add mod">
          <ac:chgData name="昕 许" userId="a2975fcd840abfc3" providerId="LiveId" clId="{49CCD4F9-177C-4270-9A14-60236FF377E8}" dt="2026-04-26T02:19:41.189" v="10849" actId="20577"/>
          <ac:spMkLst>
            <pc:docMk/>
            <pc:sldMk cId="1671019689" sldId="358"/>
            <ac:spMk id="269" creationId="{7FA35952-9169-5503-F283-BD3B25518BBE}"/>
          </ac:spMkLst>
        </pc:spChg>
        <pc:spChg chg="add mod">
          <ac:chgData name="昕 许" userId="a2975fcd840abfc3" providerId="LiveId" clId="{49CCD4F9-177C-4270-9A14-60236FF377E8}" dt="2026-04-26T10:24:05.132" v="11351" actId="113"/>
          <ac:spMkLst>
            <pc:docMk/>
            <pc:sldMk cId="1671019689" sldId="358"/>
            <ac:spMk id="270" creationId="{B8E1A169-CE7F-6B2C-D8E4-BC50D823F2B5}"/>
          </ac:spMkLst>
        </pc:spChg>
        <pc:spChg chg="add mod">
          <ac:chgData name="昕 许" userId="a2975fcd840abfc3" providerId="LiveId" clId="{49CCD4F9-177C-4270-9A14-60236FF377E8}" dt="2026-04-26T10:23:21.199" v="11312" actId="1076"/>
          <ac:spMkLst>
            <pc:docMk/>
            <pc:sldMk cId="1671019689" sldId="358"/>
            <ac:spMk id="271" creationId="{FA170A8B-6E0F-6218-32E4-716E2BDE201D}"/>
          </ac:spMkLst>
        </pc:spChg>
        <pc:spChg chg="add mod">
          <ac:chgData name="昕 许" userId="a2975fcd840abfc3" providerId="LiveId" clId="{49CCD4F9-177C-4270-9A14-60236FF377E8}" dt="2026-04-26T10:23:27.622" v="11315" actId="1076"/>
          <ac:spMkLst>
            <pc:docMk/>
            <pc:sldMk cId="1671019689" sldId="358"/>
            <ac:spMk id="272" creationId="{6BA0430D-AA28-731F-AE18-9182DE2C8EEC}"/>
          </ac:spMkLst>
        </pc:spChg>
        <pc:spChg chg="add mod">
          <ac:chgData name="昕 许" userId="a2975fcd840abfc3" providerId="LiveId" clId="{49CCD4F9-177C-4270-9A14-60236FF377E8}" dt="2026-04-26T10:23:31.921" v="11317" actId="1076"/>
          <ac:spMkLst>
            <pc:docMk/>
            <pc:sldMk cId="1671019689" sldId="358"/>
            <ac:spMk id="273" creationId="{116BD3CE-4BD1-8200-F7E9-ECEDD2CF388B}"/>
          </ac:spMkLst>
        </pc:spChg>
        <pc:spChg chg="add mod">
          <ac:chgData name="昕 许" userId="a2975fcd840abfc3" providerId="LiveId" clId="{49CCD4F9-177C-4270-9A14-60236FF377E8}" dt="2026-04-26T10:23:37.018" v="11319" actId="1076"/>
          <ac:spMkLst>
            <pc:docMk/>
            <pc:sldMk cId="1671019689" sldId="358"/>
            <ac:spMk id="274" creationId="{22A5EA6B-F7D2-1515-6375-1F4C157791DB}"/>
          </ac:spMkLst>
        </pc:spChg>
        <pc:spChg chg="add mod">
          <ac:chgData name="昕 许" userId="a2975fcd840abfc3" providerId="LiveId" clId="{49CCD4F9-177C-4270-9A14-60236FF377E8}" dt="2026-04-26T10:23:40.853" v="11321" actId="1076"/>
          <ac:spMkLst>
            <pc:docMk/>
            <pc:sldMk cId="1671019689" sldId="358"/>
            <ac:spMk id="275" creationId="{CF33402D-E20A-31F8-072B-02C6BC645F69}"/>
          </ac:spMkLst>
        </pc:spChg>
        <pc:spChg chg="add mod">
          <ac:chgData name="昕 许" userId="a2975fcd840abfc3" providerId="LiveId" clId="{49CCD4F9-177C-4270-9A14-60236FF377E8}" dt="2026-04-26T10:24:09.083" v="11352"/>
          <ac:spMkLst>
            <pc:docMk/>
            <pc:sldMk cId="1671019689" sldId="358"/>
            <ac:spMk id="276" creationId="{AE9D04B4-1E1C-C525-6B16-8C400DF23CB2}"/>
          </ac:spMkLst>
        </pc:spChg>
        <pc:spChg chg="add mod">
          <ac:chgData name="昕 许" userId="a2975fcd840abfc3" providerId="LiveId" clId="{49CCD4F9-177C-4270-9A14-60236FF377E8}" dt="2026-04-26T10:24:21.493" v="11358" actId="1076"/>
          <ac:spMkLst>
            <pc:docMk/>
            <pc:sldMk cId="1671019689" sldId="358"/>
            <ac:spMk id="277" creationId="{D2767B2F-7AE9-AFA5-ACC1-D76C4D167DAF}"/>
          </ac:spMkLst>
        </pc:spChg>
        <pc:spChg chg="add mod">
          <ac:chgData name="昕 许" userId="a2975fcd840abfc3" providerId="LiveId" clId="{49CCD4F9-177C-4270-9A14-60236FF377E8}" dt="2026-04-26T10:24:26.754" v="11360" actId="1076"/>
          <ac:spMkLst>
            <pc:docMk/>
            <pc:sldMk cId="1671019689" sldId="358"/>
            <ac:spMk id="279" creationId="{16915E4B-D909-6AB0-6ACF-5E49C7AD4811}"/>
          </ac:spMkLst>
        </pc:spChg>
        <pc:spChg chg="add mod">
          <ac:chgData name="昕 许" userId="a2975fcd840abfc3" providerId="LiveId" clId="{49CCD4F9-177C-4270-9A14-60236FF377E8}" dt="2026-04-26T10:24:29.460" v="11362" actId="1076"/>
          <ac:spMkLst>
            <pc:docMk/>
            <pc:sldMk cId="1671019689" sldId="358"/>
            <ac:spMk id="280" creationId="{34AB645E-EEFC-1A86-AA52-C2BBB971333E}"/>
          </ac:spMkLst>
        </pc:spChg>
        <pc:spChg chg="add mod">
          <ac:chgData name="昕 许" userId="a2975fcd840abfc3" providerId="LiveId" clId="{49CCD4F9-177C-4270-9A14-60236FF377E8}" dt="2026-04-26T10:24:33.167" v="11365" actId="1076"/>
          <ac:spMkLst>
            <pc:docMk/>
            <pc:sldMk cId="1671019689" sldId="358"/>
            <ac:spMk id="281" creationId="{00A4FAA7-AAC1-1F57-2C6A-7B9D688D17CD}"/>
          </ac:spMkLst>
        </pc:spChg>
        <pc:spChg chg="add mod">
          <ac:chgData name="昕 许" userId="a2975fcd840abfc3" providerId="LiveId" clId="{49CCD4F9-177C-4270-9A14-60236FF377E8}" dt="2026-04-26T10:24:38.662" v="11367" actId="1076"/>
          <ac:spMkLst>
            <pc:docMk/>
            <pc:sldMk cId="1671019689" sldId="358"/>
            <ac:spMk id="282" creationId="{B413DBEF-8482-09BE-6E03-D377E457BC46}"/>
          </ac:spMkLst>
        </pc:spChg>
        <pc:spChg chg="add mod">
          <ac:chgData name="昕 许" userId="a2975fcd840abfc3" providerId="LiveId" clId="{49CCD4F9-177C-4270-9A14-60236FF377E8}" dt="2026-04-26T10:24:47.955" v="11371" actId="1076"/>
          <ac:spMkLst>
            <pc:docMk/>
            <pc:sldMk cId="1671019689" sldId="358"/>
            <ac:spMk id="283" creationId="{AF6CAB1B-600C-FB7C-201D-AD3C349087F3}"/>
          </ac:spMkLst>
        </pc:spChg>
        <pc:spChg chg="add mod">
          <ac:chgData name="昕 许" userId="a2975fcd840abfc3" providerId="LiveId" clId="{49CCD4F9-177C-4270-9A14-60236FF377E8}" dt="2026-04-26T10:24:52.468" v="11373" actId="1076"/>
          <ac:spMkLst>
            <pc:docMk/>
            <pc:sldMk cId="1671019689" sldId="358"/>
            <ac:spMk id="284" creationId="{148D2FF6-81FA-E831-92C9-91FB8F38FA2E}"/>
          </ac:spMkLst>
        </pc:spChg>
        <pc:spChg chg="add mod">
          <ac:chgData name="昕 许" userId="a2975fcd840abfc3" providerId="LiveId" clId="{49CCD4F9-177C-4270-9A14-60236FF377E8}" dt="2026-04-26T10:25:09.596" v="11376" actId="688"/>
          <ac:spMkLst>
            <pc:docMk/>
            <pc:sldMk cId="1671019689" sldId="358"/>
            <ac:spMk id="285" creationId="{99E13FCE-9574-3458-274D-FBF27F36A127}"/>
          </ac:spMkLst>
        </pc:spChg>
        <pc:grpChg chg="add mod">
          <ac:chgData name="昕 许" userId="a2975fcd840abfc3" providerId="LiveId" clId="{49CCD4F9-177C-4270-9A14-60236FF377E8}" dt="2026-04-26T02:11:23.175" v="10641" actId="1076"/>
          <ac:grpSpMkLst>
            <pc:docMk/>
            <pc:sldMk cId="1671019689" sldId="358"/>
            <ac:grpSpMk id="32" creationId="{3A549A68-5DDF-F4AA-58BF-6B8A992397D7}"/>
          </ac:grpSpMkLst>
        </pc:grpChg>
        <pc:grpChg chg="add mod">
          <ac:chgData name="昕 许" userId="a2975fcd840abfc3" providerId="LiveId" clId="{49CCD4F9-177C-4270-9A14-60236FF377E8}" dt="2026-04-26T02:11:23.175" v="10641" actId="1076"/>
          <ac:grpSpMkLst>
            <pc:docMk/>
            <pc:sldMk cId="1671019689" sldId="358"/>
            <ac:grpSpMk id="33" creationId="{75954BFF-687A-FDB1-7FC5-C7E3349D2E9A}"/>
          </ac:grpSpMkLst>
        </pc:grpChg>
        <pc:grpChg chg="add mod">
          <ac:chgData name="昕 许" userId="a2975fcd840abfc3" providerId="LiveId" clId="{49CCD4F9-177C-4270-9A14-60236FF377E8}" dt="2026-04-26T02:11:23.175" v="10641" actId="1076"/>
          <ac:grpSpMkLst>
            <pc:docMk/>
            <pc:sldMk cId="1671019689" sldId="358"/>
            <ac:grpSpMk id="37" creationId="{E3E098EA-FC28-0A00-FFB0-65B9923CA9DC}"/>
          </ac:grpSpMkLst>
        </pc:grpChg>
        <pc:grpChg chg="add mod">
          <ac:chgData name="昕 许" userId="a2975fcd840abfc3" providerId="LiveId" clId="{49CCD4F9-177C-4270-9A14-60236FF377E8}" dt="2026-04-26T02:11:23.175" v="10641" actId="1076"/>
          <ac:grpSpMkLst>
            <pc:docMk/>
            <pc:sldMk cId="1671019689" sldId="358"/>
            <ac:grpSpMk id="41" creationId="{3652C50E-7A9D-61A3-73E7-CCFBF67453D9}"/>
          </ac:grpSpMkLst>
        </pc:grpChg>
        <pc:grpChg chg="add del mod">
          <ac:chgData name="昕 许" userId="a2975fcd840abfc3" providerId="LiveId" clId="{49CCD4F9-177C-4270-9A14-60236FF377E8}" dt="2026-04-26T01:58:17.141" v="10587" actId="478"/>
          <ac:grpSpMkLst>
            <pc:docMk/>
            <pc:sldMk cId="1671019689" sldId="358"/>
            <ac:grpSpMk id="50" creationId="{EFEDE3E8-4C92-B2C2-4040-72EFF23A7519}"/>
          </ac:grpSpMkLst>
        </pc:grpChg>
        <pc:grpChg chg="add del mod">
          <ac:chgData name="昕 许" userId="a2975fcd840abfc3" providerId="LiveId" clId="{49CCD4F9-177C-4270-9A14-60236FF377E8}" dt="2026-04-26T01:58:08.539" v="10583" actId="478"/>
          <ac:grpSpMkLst>
            <pc:docMk/>
            <pc:sldMk cId="1671019689" sldId="358"/>
            <ac:grpSpMk id="51" creationId="{EDF7F8BA-296D-BA2E-6345-3B76379975C9}"/>
          </ac:grpSpMkLst>
        </pc:grpChg>
        <pc:grpChg chg="add del mod">
          <ac:chgData name="昕 许" userId="a2975fcd840abfc3" providerId="LiveId" clId="{49CCD4F9-177C-4270-9A14-60236FF377E8}" dt="2026-04-26T01:59:20.602" v="10614" actId="478"/>
          <ac:grpSpMkLst>
            <pc:docMk/>
            <pc:sldMk cId="1671019689" sldId="358"/>
            <ac:grpSpMk id="58" creationId="{949FED77-EABC-5818-0249-2101F352860A}"/>
          </ac:grpSpMkLst>
        </pc:grpChg>
        <pc:grpChg chg="mod">
          <ac:chgData name="昕 许" userId="a2975fcd840abfc3" providerId="LiveId" clId="{49CCD4F9-177C-4270-9A14-60236FF377E8}" dt="2026-04-26T02:12:15.724" v="10651" actId="1076"/>
          <ac:grpSpMkLst>
            <pc:docMk/>
            <pc:sldMk cId="1671019689" sldId="358"/>
            <ac:grpSpMk id="92" creationId="{779BFFBD-56B8-BA8F-65C0-7FF2D4051E06}"/>
          </ac:grpSpMkLst>
        </pc:grpChg>
        <pc:grpChg chg="mod">
          <ac:chgData name="昕 许" userId="a2975fcd840abfc3" providerId="LiveId" clId="{49CCD4F9-177C-4270-9A14-60236FF377E8}" dt="2026-04-26T02:12:24.855" v="10656" actId="1076"/>
          <ac:grpSpMkLst>
            <pc:docMk/>
            <pc:sldMk cId="1671019689" sldId="358"/>
            <ac:grpSpMk id="95" creationId="{DD58EA19-294D-3CEF-5917-79900282C04D}"/>
          </ac:grpSpMkLst>
        </pc:grpChg>
        <pc:grpChg chg="del mod">
          <ac:chgData name="昕 许" userId="a2975fcd840abfc3" providerId="LiveId" clId="{49CCD4F9-177C-4270-9A14-60236FF377E8}" dt="2026-04-26T02:12:17.486" v="10652" actId="478"/>
          <ac:grpSpMkLst>
            <pc:docMk/>
            <pc:sldMk cId="1671019689" sldId="358"/>
            <ac:grpSpMk id="103" creationId="{AE0B756B-73D2-CF7E-E375-2259D612F82E}"/>
          </ac:grpSpMkLst>
        </pc:grpChg>
        <pc:grpChg chg="del mod">
          <ac:chgData name="昕 许" userId="a2975fcd840abfc3" providerId="LiveId" clId="{49CCD4F9-177C-4270-9A14-60236FF377E8}" dt="2026-04-26T02:12:59.226" v="10662" actId="478"/>
          <ac:grpSpMkLst>
            <pc:docMk/>
            <pc:sldMk cId="1671019689" sldId="358"/>
            <ac:grpSpMk id="117" creationId="{51F09DB3-CECF-0D77-C97C-BB6B3178E0AA}"/>
          </ac:grpSpMkLst>
        </pc:grpChg>
        <pc:grpChg chg="del mod">
          <ac:chgData name="昕 许" userId="a2975fcd840abfc3" providerId="LiveId" clId="{49CCD4F9-177C-4270-9A14-60236FF377E8}" dt="2026-04-26T02:12:59.226" v="10662" actId="478"/>
          <ac:grpSpMkLst>
            <pc:docMk/>
            <pc:sldMk cId="1671019689" sldId="358"/>
            <ac:grpSpMk id="120" creationId="{4CCA1307-AC8D-6CED-C653-BBC2868D17DD}"/>
          </ac:grpSpMkLst>
        </pc:grpChg>
        <pc:grpChg chg="del mod">
          <ac:chgData name="昕 许" userId="a2975fcd840abfc3" providerId="LiveId" clId="{49CCD4F9-177C-4270-9A14-60236FF377E8}" dt="2026-04-26T02:12:59.226" v="10662" actId="478"/>
          <ac:grpSpMkLst>
            <pc:docMk/>
            <pc:sldMk cId="1671019689" sldId="358"/>
            <ac:grpSpMk id="124" creationId="{03690794-8F7B-60CD-C211-F46AC01E52EC}"/>
          </ac:grpSpMkLst>
        </pc:grpChg>
        <pc:grpChg chg="mod">
          <ac:chgData name="昕 许" userId="a2975fcd840abfc3" providerId="LiveId" clId="{49CCD4F9-177C-4270-9A14-60236FF377E8}" dt="2026-04-26T02:16:51.836" v="10758" actId="1036"/>
          <ac:grpSpMkLst>
            <pc:docMk/>
            <pc:sldMk cId="1671019689" sldId="358"/>
            <ac:grpSpMk id="147" creationId="{D7EF869E-8EEE-2767-2E67-25CF55F8C6C7}"/>
          </ac:grpSpMkLst>
        </pc:grpChg>
        <pc:grpChg chg="del mod">
          <ac:chgData name="昕 许" userId="a2975fcd840abfc3" providerId="LiveId" clId="{49CCD4F9-177C-4270-9A14-60236FF377E8}" dt="2026-04-26T02:16:22.733" v="10733" actId="478"/>
          <ac:grpSpMkLst>
            <pc:docMk/>
            <pc:sldMk cId="1671019689" sldId="358"/>
            <ac:grpSpMk id="150" creationId="{9D8262F7-237A-7DBC-EF56-9EE9D6E9EEE3}"/>
          </ac:grpSpMkLst>
        </pc:grpChg>
        <pc:grpChg chg="add del mod">
          <ac:chgData name="昕 许" userId="a2975fcd840abfc3" providerId="LiveId" clId="{49CCD4F9-177C-4270-9A14-60236FF377E8}" dt="2026-04-26T02:16:29.602" v="10736" actId="478"/>
          <ac:grpSpMkLst>
            <pc:docMk/>
            <pc:sldMk cId="1671019689" sldId="358"/>
            <ac:grpSpMk id="155" creationId="{98C8FA1A-5B39-0557-01AC-31AEE8322E3D}"/>
          </ac:grpSpMkLst>
        </pc:grpChg>
        <pc:grpChg chg="add del">
          <ac:chgData name="昕 许" userId="a2975fcd840abfc3" providerId="LiveId" clId="{49CCD4F9-177C-4270-9A14-60236FF377E8}" dt="2026-04-26T02:16:29.602" v="10736" actId="478"/>
          <ac:grpSpMkLst>
            <pc:docMk/>
            <pc:sldMk cId="1671019689" sldId="358"/>
            <ac:grpSpMk id="158" creationId="{65B91EF4-5E1D-5823-080D-AF797C1A7A7C}"/>
          </ac:grpSpMkLst>
        </pc:grpChg>
        <pc:grpChg chg="mod">
          <ac:chgData name="昕 许" userId="a2975fcd840abfc3" providerId="LiveId" clId="{49CCD4F9-177C-4270-9A14-60236FF377E8}" dt="2026-04-26T02:16:41.262" v="10743" actId="164"/>
          <ac:grpSpMkLst>
            <pc:docMk/>
            <pc:sldMk cId="1671019689" sldId="358"/>
            <ac:grpSpMk id="175" creationId="{329E9F50-D06D-9F19-5187-3F2CE46A1C66}"/>
          </ac:grpSpMkLst>
        </pc:grpChg>
        <pc:grpChg chg="del mod">
          <ac:chgData name="昕 许" userId="a2975fcd840abfc3" providerId="LiveId" clId="{49CCD4F9-177C-4270-9A14-60236FF377E8}" dt="2026-04-26T02:15:36.077" v="10700" actId="478"/>
          <ac:grpSpMkLst>
            <pc:docMk/>
            <pc:sldMk cId="1671019689" sldId="358"/>
            <ac:grpSpMk id="183" creationId="{E9C5C657-C447-9E7C-D4A1-E83CD8C00D46}"/>
          </ac:grpSpMkLst>
        </pc:grpChg>
        <pc:grpChg chg="mod">
          <ac:chgData name="昕 许" userId="a2975fcd840abfc3" providerId="LiveId" clId="{49CCD4F9-177C-4270-9A14-60236FF377E8}" dt="2026-04-26T02:16:41.262" v="10743" actId="164"/>
          <ac:grpSpMkLst>
            <pc:docMk/>
            <pc:sldMk cId="1671019689" sldId="358"/>
            <ac:grpSpMk id="186" creationId="{B8CCBE12-111B-E642-A297-59F8D780AFF0}"/>
          </ac:grpSpMkLst>
        </pc:grpChg>
        <pc:grpChg chg="add mod">
          <ac:chgData name="昕 许" userId="a2975fcd840abfc3" providerId="LiveId" clId="{49CCD4F9-177C-4270-9A14-60236FF377E8}" dt="2026-04-26T02:16:41.262" v="10743" actId="164"/>
          <ac:grpSpMkLst>
            <pc:docMk/>
            <pc:sldMk cId="1671019689" sldId="358"/>
            <ac:grpSpMk id="193" creationId="{5B1EE8A1-75D7-3588-759F-822344B68F13}"/>
          </ac:grpSpMkLst>
        </pc:grpChg>
        <pc:grpChg chg="mod">
          <ac:chgData name="昕 许" userId="a2975fcd840abfc3" providerId="LiveId" clId="{49CCD4F9-177C-4270-9A14-60236FF377E8}" dt="2026-04-26T02:16:48.443" v="10745" actId="1076"/>
          <ac:grpSpMkLst>
            <pc:docMk/>
            <pc:sldMk cId="1671019689" sldId="358"/>
            <ac:grpSpMk id="194" creationId="{988405A1-A2DF-613F-780E-23A7525E13E8}"/>
          </ac:grpSpMkLst>
        </pc:grpChg>
        <pc:grpChg chg="del">
          <ac:chgData name="昕 许" userId="a2975fcd840abfc3" providerId="LiveId" clId="{49CCD4F9-177C-4270-9A14-60236FF377E8}" dt="2026-04-26T02:17:14.977" v="10764" actId="478"/>
          <ac:grpSpMkLst>
            <pc:docMk/>
            <pc:sldMk cId="1671019689" sldId="358"/>
            <ac:grpSpMk id="205" creationId="{69CD91F6-D9D9-5B53-5CEF-D23827516770}"/>
          </ac:grpSpMkLst>
        </pc:grpChg>
        <pc:grpChg chg="del">
          <ac:chgData name="昕 许" userId="a2975fcd840abfc3" providerId="LiveId" clId="{49CCD4F9-177C-4270-9A14-60236FF377E8}" dt="2026-04-26T02:17:14.977" v="10764" actId="478"/>
          <ac:grpSpMkLst>
            <pc:docMk/>
            <pc:sldMk cId="1671019689" sldId="358"/>
            <ac:grpSpMk id="206" creationId="{CBB08AD0-48F8-12C5-7F3C-5BFFADB852FC}"/>
          </ac:grpSpMkLst>
        </pc:grpChg>
        <pc:grpChg chg="del">
          <ac:chgData name="昕 许" userId="a2975fcd840abfc3" providerId="LiveId" clId="{49CCD4F9-177C-4270-9A14-60236FF377E8}" dt="2026-04-26T02:17:14.977" v="10764" actId="478"/>
          <ac:grpSpMkLst>
            <pc:docMk/>
            <pc:sldMk cId="1671019689" sldId="358"/>
            <ac:grpSpMk id="208" creationId="{5ABB3DE4-87D8-AA41-3DC5-AD9F876E3F8E}"/>
          </ac:grpSpMkLst>
        </pc:grpChg>
        <pc:grpChg chg="mod">
          <ac:chgData name="昕 许" userId="a2975fcd840abfc3" providerId="LiveId" clId="{49CCD4F9-177C-4270-9A14-60236FF377E8}" dt="2026-04-26T02:17:17.470" v="10766" actId="164"/>
          <ac:grpSpMkLst>
            <pc:docMk/>
            <pc:sldMk cId="1671019689" sldId="358"/>
            <ac:grpSpMk id="226" creationId="{C220451B-3B4C-D1FE-B0FD-13298627ACF5}"/>
          </ac:grpSpMkLst>
        </pc:grpChg>
        <pc:grpChg chg="mod">
          <ac:chgData name="昕 许" userId="a2975fcd840abfc3" providerId="LiveId" clId="{49CCD4F9-177C-4270-9A14-60236FF377E8}" dt="2026-04-26T02:17:17.470" v="10766" actId="164"/>
          <ac:grpSpMkLst>
            <pc:docMk/>
            <pc:sldMk cId="1671019689" sldId="358"/>
            <ac:grpSpMk id="229" creationId="{E4063A94-38A5-F530-1E64-CF7B1AB14EF9}"/>
          </ac:grpSpMkLst>
        </pc:grpChg>
        <pc:grpChg chg="mod">
          <ac:chgData name="昕 许" userId="a2975fcd840abfc3" providerId="LiveId" clId="{49CCD4F9-177C-4270-9A14-60236FF377E8}" dt="2026-04-26T02:17:17.470" v="10766" actId="164"/>
          <ac:grpSpMkLst>
            <pc:docMk/>
            <pc:sldMk cId="1671019689" sldId="358"/>
            <ac:grpSpMk id="237" creationId="{CC9770F6-7A9C-CF48-EB3E-ED931FA71606}"/>
          </ac:grpSpMkLst>
        </pc:grpChg>
        <pc:grpChg chg="add mod">
          <ac:chgData name="昕 许" userId="a2975fcd840abfc3" providerId="LiveId" clId="{49CCD4F9-177C-4270-9A14-60236FF377E8}" dt="2026-04-26T02:17:26.973" v="10767" actId="1076"/>
          <ac:grpSpMkLst>
            <pc:docMk/>
            <pc:sldMk cId="1671019689" sldId="358"/>
            <ac:grpSpMk id="240" creationId="{3BDB4925-8060-87B6-7419-00F857888CEA}"/>
          </ac:grpSpMkLst>
        </pc:grpChg>
        <pc:grpChg chg="mod">
          <ac:chgData name="昕 许" userId="a2975fcd840abfc3" providerId="LiveId" clId="{49CCD4F9-177C-4270-9A14-60236FF377E8}" dt="2026-04-26T02:17:53.075" v="10794" actId="1076"/>
          <ac:grpSpMkLst>
            <pc:docMk/>
            <pc:sldMk cId="1671019689" sldId="358"/>
            <ac:grpSpMk id="242" creationId="{D72D606F-81CB-E54C-920B-8BADB2822603}"/>
          </ac:grpSpMkLst>
        </pc:grpChg>
        <pc:picChg chg="add mod">
          <ac:chgData name="昕 许" userId="a2975fcd840abfc3" providerId="LiveId" clId="{49CCD4F9-177C-4270-9A14-60236FF377E8}" dt="2026-04-26T02:12:05.494" v="10648" actId="207"/>
          <ac:picMkLst>
            <pc:docMk/>
            <pc:sldMk cId="1671019689" sldId="358"/>
            <ac:picMk id="81" creationId="{5EFCB4BD-C11C-80CE-2229-0E0236A1275F}"/>
          </ac:picMkLst>
        </pc:picChg>
        <pc:picChg chg="mod">
          <ac:chgData name="昕 许" userId="a2975fcd840abfc3" providerId="LiveId" clId="{49CCD4F9-177C-4270-9A14-60236FF377E8}" dt="2026-04-26T02:12:15.724" v="10651" actId="1076"/>
          <ac:picMkLst>
            <pc:docMk/>
            <pc:sldMk cId="1671019689" sldId="358"/>
            <ac:picMk id="106" creationId="{6E9093A4-9A4E-8966-264B-2C014C423FBA}"/>
          </ac:picMkLst>
        </pc:picChg>
        <pc:picChg chg="mod">
          <ac:chgData name="昕 许" userId="a2975fcd840abfc3" providerId="LiveId" clId="{49CCD4F9-177C-4270-9A14-60236FF377E8}" dt="2026-04-26T02:12:56.609" v="10661" actId="1076"/>
          <ac:picMkLst>
            <pc:docMk/>
            <pc:sldMk cId="1671019689" sldId="358"/>
            <ac:picMk id="127" creationId="{4D63248A-5997-5CAC-5BF3-23172A1F7A00}"/>
          </ac:picMkLst>
        </pc:picChg>
        <pc:picChg chg="add mod">
          <ac:chgData name="昕 许" userId="a2975fcd840abfc3" providerId="LiveId" clId="{49CCD4F9-177C-4270-9A14-60236FF377E8}" dt="2026-04-26T02:17:59.616" v="10795" actId="1076"/>
          <ac:picMkLst>
            <pc:docMk/>
            <pc:sldMk cId="1671019689" sldId="358"/>
            <ac:picMk id="136" creationId="{E8152FF6-B445-FC52-29E6-83106786F911}"/>
          </ac:picMkLst>
        </pc:picChg>
        <pc:picChg chg="del mod">
          <ac:chgData name="昕 许" userId="a2975fcd840abfc3" providerId="LiveId" clId="{49CCD4F9-177C-4270-9A14-60236FF377E8}" dt="2026-04-26T02:14:21.906" v="10683" actId="478"/>
          <ac:picMkLst>
            <pc:docMk/>
            <pc:sldMk cId="1671019689" sldId="358"/>
            <ac:picMk id="161" creationId="{0ADA99BB-0296-1370-A570-F0F45BEE8B71}"/>
          </ac:picMkLst>
        </pc:picChg>
        <pc:picChg chg="add mod">
          <ac:chgData name="昕 许" userId="a2975fcd840abfc3" providerId="LiveId" clId="{49CCD4F9-177C-4270-9A14-60236FF377E8}" dt="2026-04-26T02:16:51.836" v="10758" actId="1036"/>
          <ac:picMkLst>
            <pc:docMk/>
            <pc:sldMk cId="1671019689" sldId="358"/>
            <ac:picMk id="163" creationId="{8A83CA9E-B07B-81BF-ADA8-BA5276D7D9EA}"/>
          </ac:picMkLst>
        </pc:picChg>
        <pc:picChg chg="mod">
          <ac:chgData name="昕 许" userId="a2975fcd840abfc3" providerId="LiveId" clId="{49CCD4F9-177C-4270-9A14-60236FF377E8}" dt="2026-04-26T02:16:41.262" v="10743" actId="164"/>
          <ac:picMkLst>
            <pc:docMk/>
            <pc:sldMk cId="1671019689" sldId="358"/>
            <ac:picMk id="189" creationId="{92FAFA35-82B0-DEA8-DC74-C7F11D3261F7}"/>
          </ac:picMkLst>
        </pc:picChg>
        <pc:picChg chg="mod">
          <ac:chgData name="昕 许" userId="a2975fcd840abfc3" providerId="LiveId" clId="{49CCD4F9-177C-4270-9A14-60236FF377E8}" dt="2026-04-26T02:17:29.512" v="10768" actId="1076"/>
          <ac:picMkLst>
            <pc:docMk/>
            <pc:sldMk cId="1671019689" sldId="358"/>
            <ac:picMk id="209" creationId="{4F441A19-3B8B-2DD8-ABC5-FE05A7D95630}"/>
          </ac:picMkLst>
        </pc:picChg>
        <pc:picChg chg="add mod">
          <ac:chgData name="昕 许" userId="a2975fcd840abfc3" providerId="LiveId" clId="{49CCD4F9-177C-4270-9A14-60236FF377E8}" dt="2026-04-26T02:18:07.515" v="10797" actId="1076"/>
          <ac:picMkLst>
            <pc:docMk/>
            <pc:sldMk cId="1671019689" sldId="358"/>
            <ac:picMk id="267" creationId="{76AAF341-B61A-DE2A-850B-12C7D07BE45E}"/>
          </ac:picMkLst>
        </pc:picChg>
        <pc:cxnChg chg="mod">
          <ac:chgData name="昕 许" userId="a2975fcd840abfc3" providerId="LiveId" clId="{49CCD4F9-177C-4270-9A14-60236FF377E8}" dt="2026-04-26T01:56:25.215" v="10547" actId="1076"/>
          <ac:cxnSpMkLst>
            <pc:docMk/>
            <pc:sldMk cId="1671019689" sldId="358"/>
            <ac:cxnSpMk id="5" creationId="{2FC9C754-0EAA-5B48-CF99-2E01497691AF}"/>
          </ac:cxnSpMkLst>
        </pc:cxnChg>
        <pc:cxnChg chg="add mod">
          <ac:chgData name="昕 许" userId="a2975fcd840abfc3" providerId="LiveId" clId="{49CCD4F9-177C-4270-9A14-60236FF377E8}" dt="2026-04-26T01:53:36.048" v="10500"/>
          <ac:cxnSpMkLst>
            <pc:docMk/>
            <pc:sldMk cId="1671019689" sldId="358"/>
            <ac:cxnSpMk id="7" creationId="{AAF57065-32F9-323B-4A9E-F73642DEA443}"/>
          </ac:cxnSpMkLst>
        </pc:cxnChg>
        <pc:cxnChg chg="add del mod">
          <ac:chgData name="昕 许" userId="a2975fcd840abfc3" providerId="LiveId" clId="{49CCD4F9-177C-4270-9A14-60236FF377E8}" dt="2026-04-26T01:56:02.150" v="10541" actId="478"/>
          <ac:cxnSpMkLst>
            <pc:docMk/>
            <pc:sldMk cId="1671019689" sldId="358"/>
            <ac:cxnSpMk id="8" creationId="{D9A0C38F-A42A-AD7D-9C3A-FD7BC451DD08}"/>
          </ac:cxnSpMkLst>
        </pc:cxnChg>
        <pc:cxnChg chg="del mod">
          <ac:chgData name="昕 许" userId="a2975fcd840abfc3" providerId="LiveId" clId="{49CCD4F9-177C-4270-9A14-60236FF377E8}" dt="2026-04-26T01:54:39.485" v="10502" actId="478"/>
          <ac:cxnSpMkLst>
            <pc:docMk/>
            <pc:sldMk cId="1671019689" sldId="358"/>
            <ac:cxnSpMk id="13" creationId="{3F5B3835-66C0-8158-D8D0-77346DB6C2D4}"/>
          </ac:cxnSpMkLst>
        </pc:cxnChg>
        <pc:cxnChg chg="add mod">
          <ac:chgData name="昕 许" userId="a2975fcd840abfc3" providerId="LiveId" clId="{49CCD4F9-177C-4270-9A14-60236FF377E8}" dt="2026-04-26T01:56:05.190" v="10542" actId="1076"/>
          <ac:cxnSpMkLst>
            <pc:docMk/>
            <pc:sldMk cId="1671019689" sldId="358"/>
            <ac:cxnSpMk id="14" creationId="{90A933E2-3AC4-DD95-6BAC-A563601BC4D2}"/>
          </ac:cxnSpMkLst>
        </pc:cxnChg>
        <pc:cxnChg chg="add mod">
          <ac:chgData name="昕 许" userId="a2975fcd840abfc3" providerId="LiveId" clId="{49CCD4F9-177C-4270-9A14-60236FF377E8}" dt="2026-04-26T01:55:55.581" v="10537" actId="1076"/>
          <ac:cxnSpMkLst>
            <pc:docMk/>
            <pc:sldMk cId="1671019689" sldId="358"/>
            <ac:cxnSpMk id="16" creationId="{37602F69-E5E0-30BB-7074-718185AB15DE}"/>
          </ac:cxnSpMkLst>
        </pc:cxnChg>
        <pc:cxnChg chg="add del mod">
          <ac:chgData name="昕 许" userId="a2975fcd840abfc3" providerId="LiveId" clId="{49CCD4F9-177C-4270-9A14-60236FF377E8}" dt="2026-04-26T01:54:39.485" v="10502" actId="478"/>
          <ac:cxnSpMkLst>
            <pc:docMk/>
            <pc:sldMk cId="1671019689" sldId="358"/>
            <ac:cxnSpMk id="17" creationId="{60CCDE10-31BF-821E-BE81-3CB5EDEC708B}"/>
          </ac:cxnSpMkLst>
        </pc:cxnChg>
        <pc:cxnChg chg="add del mod">
          <ac:chgData name="昕 许" userId="a2975fcd840abfc3" providerId="LiveId" clId="{49CCD4F9-177C-4270-9A14-60236FF377E8}" dt="2026-04-26T01:56:00.350" v="10538" actId="478"/>
          <ac:cxnSpMkLst>
            <pc:docMk/>
            <pc:sldMk cId="1671019689" sldId="358"/>
            <ac:cxnSpMk id="25" creationId="{19498C3E-9395-5D61-DD45-28DE2F47B2AA}"/>
          </ac:cxnSpMkLst>
        </pc:cxnChg>
        <pc:cxnChg chg="add mod">
          <ac:chgData name="昕 许" userId="a2975fcd840abfc3" providerId="LiveId" clId="{49CCD4F9-177C-4270-9A14-60236FF377E8}" dt="2026-04-26T01:56:25.215" v="10547" actId="1076"/>
          <ac:cxnSpMkLst>
            <pc:docMk/>
            <pc:sldMk cId="1671019689" sldId="358"/>
            <ac:cxnSpMk id="34" creationId="{75893C66-EECC-A91A-914E-6B8697DB9A16}"/>
          </ac:cxnSpMkLst>
        </pc:cxnChg>
        <pc:cxnChg chg="add mod">
          <ac:chgData name="昕 许" userId="a2975fcd840abfc3" providerId="LiveId" clId="{49CCD4F9-177C-4270-9A14-60236FF377E8}" dt="2026-04-26T01:56:25.215" v="10547" actId="1076"/>
          <ac:cxnSpMkLst>
            <pc:docMk/>
            <pc:sldMk cId="1671019689" sldId="358"/>
            <ac:cxnSpMk id="36" creationId="{DE876536-649C-46BA-FB08-D4913B871EE4}"/>
          </ac:cxnSpMkLst>
        </pc:cxnChg>
        <pc:cxnChg chg="add del mod topLvl">
          <ac:chgData name="昕 许" userId="a2975fcd840abfc3" providerId="LiveId" clId="{49CCD4F9-177C-4270-9A14-60236FF377E8}" dt="2026-04-26T01:59:17.208" v="10611" actId="478"/>
          <ac:cxnSpMkLst>
            <pc:docMk/>
            <pc:sldMk cId="1671019689" sldId="358"/>
            <ac:cxnSpMk id="48" creationId="{FE981BE1-C571-D575-FB82-509C1CFACF45}"/>
          </ac:cxnSpMkLst>
        </pc:cxnChg>
        <pc:cxnChg chg="del mod topLvl">
          <ac:chgData name="昕 许" userId="a2975fcd840abfc3" providerId="LiveId" clId="{49CCD4F9-177C-4270-9A14-60236FF377E8}" dt="2026-04-26T01:59:19.307" v="10613" actId="478"/>
          <ac:cxnSpMkLst>
            <pc:docMk/>
            <pc:sldMk cId="1671019689" sldId="358"/>
            <ac:cxnSpMk id="52" creationId="{8474A89D-9FC2-4590-2994-4E75D9236FC4}"/>
          </ac:cxnSpMkLst>
        </pc:cxnChg>
        <pc:cxnChg chg="add mod">
          <ac:chgData name="昕 许" userId="a2975fcd840abfc3" providerId="LiveId" clId="{49CCD4F9-177C-4270-9A14-60236FF377E8}" dt="2026-04-26T01:54:38.386" v="10501" actId="478"/>
          <ac:cxnSpMkLst>
            <pc:docMk/>
            <pc:sldMk cId="1671019689" sldId="358"/>
            <ac:cxnSpMk id="57" creationId="{5F17A8C6-3D3F-E4D5-6685-3E9C2647235A}"/>
          </ac:cxnSpMkLst>
        </pc:cxnChg>
        <pc:cxnChg chg="mod">
          <ac:chgData name="昕 许" userId="a2975fcd840abfc3" providerId="LiveId" clId="{49CCD4F9-177C-4270-9A14-60236FF377E8}" dt="2026-04-26T01:57:35.843" v="10574"/>
          <ac:cxnSpMkLst>
            <pc:docMk/>
            <pc:sldMk cId="1671019689" sldId="358"/>
            <ac:cxnSpMk id="59" creationId="{B4657512-3027-B7A8-681A-EE6A067238D7}"/>
          </ac:cxnSpMkLst>
        </pc:cxnChg>
        <pc:cxnChg chg="add del mod">
          <ac:chgData name="昕 许" userId="a2975fcd840abfc3" providerId="LiveId" clId="{49CCD4F9-177C-4270-9A14-60236FF377E8}" dt="2026-04-26T01:59:15.331" v="10609" actId="478"/>
          <ac:cxnSpMkLst>
            <pc:docMk/>
            <pc:sldMk cId="1671019689" sldId="358"/>
            <ac:cxnSpMk id="63" creationId="{BAAC5F24-EC3C-0837-C062-05507E54EDAC}"/>
          </ac:cxnSpMkLst>
        </pc:cxnChg>
        <pc:cxnChg chg="add del mod">
          <ac:chgData name="昕 许" userId="a2975fcd840abfc3" providerId="LiveId" clId="{49CCD4F9-177C-4270-9A14-60236FF377E8}" dt="2026-04-26T01:59:06.626" v="10607" actId="478"/>
          <ac:cxnSpMkLst>
            <pc:docMk/>
            <pc:sldMk cId="1671019689" sldId="358"/>
            <ac:cxnSpMk id="68" creationId="{F878B7F6-B8C6-4D6D-7496-D6E22A9FB3BB}"/>
          </ac:cxnSpMkLst>
        </pc:cxnChg>
        <pc:cxnChg chg="add mod">
          <ac:chgData name="昕 许" userId="a2975fcd840abfc3" providerId="LiveId" clId="{49CCD4F9-177C-4270-9A14-60236FF377E8}" dt="2026-04-26T01:59:22.605" v="10615"/>
          <ac:cxnSpMkLst>
            <pc:docMk/>
            <pc:sldMk cId="1671019689" sldId="358"/>
            <ac:cxnSpMk id="73" creationId="{E1280DE1-9E43-556C-C9BD-A277FD1A0211}"/>
          </ac:cxnSpMkLst>
        </pc:cxnChg>
        <pc:cxnChg chg="mod">
          <ac:chgData name="昕 许" userId="a2975fcd840abfc3" providerId="LiveId" clId="{49CCD4F9-177C-4270-9A14-60236FF377E8}" dt="2026-04-26T10:24:16.768" v="11356" actId="1076"/>
          <ac:cxnSpMkLst>
            <pc:docMk/>
            <pc:sldMk cId="1671019689" sldId="358"/>
            <ac:cxnSpMk id="85" creationId="{72CA4644-CC7A-E494-2EEA-92BDF88FD356}"/>
          </ac:cxnSpMkLst>
        </pc:cxnChg>
        <pc:cxnChg chg="mod">
          <ac:chgData name="昕 许" userId="a2975fcd840abfc3" providerId="LiveId" clId="{49CCD4F9-177C-4270-9A14-60236FF377E8}" dt="2026-04-26T02:12:24.855" v="10656" actId="1076"/>
          <ac:cxnSpMkLst>
            <pc:docMk/>
            <pc:sldMk cId="1671019689" sldId="358"/>
            <ac:cxnSpMk id="87" creationId="{7888382F-9C13-8CCA-DC24-F003226F9BDC}"/>
          </ac:cxnSpMkLst>
        </pc:cxnChg>
        <pc:cxnChg chg="del mod">
          <ac:chgData name="昕 许" userId="a2975fcd840abfc3" providerId="LiveId" clId="{49CCD4F9-177C-4270-9A14-60236FF377E8}" dt="2026-04-26T02:12:18.476" v="10653" actId="478"/>
          <ac:cxnSpMkLst>
            <pc:docMk/>
            <pc:sldMk cId="1671019689" sldId="358"/>
            <ac:cxnSpMk id="98" creationId="{8FD050B9-64B9-2A40-D59A-E6474D2928D9}"/>
          </ac:cxnSpMkLst>
        </pc:cxnChg>
        <pc:cxnChg chg="del mod">
          <ac:chgData name="昕 许" userId="a2975fcd840abfc3" providerId="LiveId" clId="{49CCD4F9-177C-4270-9A14-60236FF377E8}" dt="2026-04-26T02:13:30.150" v="10672" actId="478"/>
          <ac:cxnSpMkLst>
            <pc:docMk/>
            <pc:sldMk cId="1671019689" sldId="358"/>
            <ac:cxnSpMk id="110" creationId="{B550C661-405E-672F-6903-1430B0004217}"/>
          </ac:cxnSpMkLst>
        </pc:cxnChg>
        <pc:cxnChg chg="del mod">
          <ac:chgData name="昕 许" userId="a2975fcd840abfc3" providerId="LiveId" clId="{49CCD4F9-177C-4270-9A14-60236FF377E8}" dt="2026-04-26T02:12:59.226" v="10662" actId="478"/>
          <ac:cxnSpMkLst>
            <pc:docMk/>
            <pc:sldMk cId="1671019689" sldId="358"/>
            <ac:cxnSpMk id="112" creationId="{5A6889DA-0A89-E85B-7F09-FB9E993D167F}"/>
          </ac:cxnSpMkLst>
        </pc:cxnChg>
        <pc:cxnChg chg="del mod">
          <ac:chgData name="昕 许" userId="a2975fcd840abfc3" providerId="LiveId" clId="{49CCD4F9-177C-4270-9A14-60236FF377E8}" dt="2026-04-26T02:12:59.226" v="10662" actId="478"/>
          <ac:cxnSpMkLst>
            <pc:docMk/>
            <pc:sldMk cId="1671019689" sldId="358"/>
            <ac:cxnSpMk id="113" creationId="{CEFA4E49-6466-47AC-5A2E-C6DA92714124}"/>
          </ac:cxnSpMkLst>
        </pc:cxnChg>
        <pc:cxnChg chg="del mod">
          <ac:chgData name="昕 许" userId="a2975fcd840abfc3" providerId="LiveId" clId="{49CCD4F9-177C-4270-9A14-60236FF377E8}" dt="2026-04-26T02:12:59.226" v="10662" actId="478"/>
          <ac:cxnSpMkLst>
            <pc:docMk/>
            <pc:sldMk cId="1671019689" sldId="358"/>
            <ac:cxnSpMk id="123" creationId="{9C731BB3-D8F0-581D-DEBF-27F4BA4A439F}"/>
          </ac:cxnSpMkLst>
        </pc:cxnChg>
        <pc:cxnChg chg="add del mod">
          <ac:chgData name="昕 许" userId="a2975fcd840abfc3" providerId="LiveId" clId="{49CCD4F9-177C-4270-9A14-60236FF377E8}" dt="2026-04-26T02:13:26.724" v="10668" actId="478"/>
          <ac:cxnSpMkLst>
            <pc:docMk/>
            <pc:sldMk cId="1671019689" sldId="358"/>
            <ac:cxnSpMk id="131" creationId="{5ED3E08B-35A0-8316-681C-484073A3A300}"/>
          </ac:cxnSpMkLst>
        </pc:cxnChg>
        <pc:cxnChg chg="add del mod">
          <ac:chgData name="昕 许" userId="a2975fcd840abfc3" providerId="LiveId" clId="{49CCD4F9-177C-4270-9A14-60236FF377E8}" dt="2026-04-26T02:13:27.220" v="10669" actId="478"/>
          <ac:cxnSpMkLst>
            <pc:docMk/>
            <pc:sldMk cId="1671019689" sldId="358"/>
            <ac:cxnSpMk id="132" creationId="{31ED856E-DA14-85CD-6C0B-4485BC83CABD}"/>
          </ac:cxnSpMkLst>
        </pc:cxnChg>
        <pc:cxnChg chg="del mod">
          <ac:chgData name="昕 许" userId="a2975fcd840abfc3" providerId="LiveId" clId="{49CCD4F9-177C-4270-9A14-60236FF377E8}" dt="2026-04-26T02:16:22.733" v="10733" actId="478"/>
          <ac:cxnSpMkLst>
            <pc:docMk/>
            <pc:sldMk cId="1671019689" sldId="358"/>
            <ac:cxnSpMk id="142" creationId="{699E66CF-784B-1658-81C7-A0F3F488DF8F}"/>
          </ac:cxnSpMkLst>
        </pc:cxnChg>
        <pc:cxnChg chg="del mod">
          <ac:chgData name="昕 许" userId="a2975fcd840abfc3" providerId="LiveId" clId="{49CCD4F9-177C-4270-9A14-60236FF377E8}" dt="2026-04-26T02:16:31.395" v="10737" actId="478"/>
          <ac:cxnSpMkLst>
            <pc:docMk/>
            <pc:sldMk cId="1671019689" sldId="358"/>
            <ac:cxnSpMk id="153" creationId="{A9245D1C-0FA1-7C1C-8284-8F79246251F4}"/>
          </ac:cxnSpMkLst>
        </pc:cxnChg>
        <pc:cxnChg chg="del mod">
          <ac:chgData name="昕 许" userId="a2975fcd840abfc3" providerId="LiveId" clId="{49CCD4F9-177C-4270-9A14-60236FF377E8}" dt="2026-04-26T02:16:31.863" v="10738" actId="478"/>
          <ac:cxnSpMkLst>
            <pc:docMk/>
            <pc:sldMk cId="1671019689" sldId="358"/>
            <ac:cxnSpMk id="154" creationId="{92AB4995-8EF2-BDAB-928E-D69D5933C0EB}"/>
          </ac:cxnSpMkLst>
        </pc:cxnChg>
        <pc:cxnChg chg="del mod">
          <ac:chgData name="昕 许" userId="a2975fcd840abfc3" providerId="LiveId" clId="{49CCD4F9-177C-4270-9A14-60236FF377E8}" dt="2026-04-26T02:15:35.188" v="10699" actId="478"/>
          <ac:cxnSpMkLst>
            <pc:docMk/>
            <pc:sldMk cId="1671019689" sldId="358"/>
            <ac:cxnSpMk id="182" creationId="{76E366AC-F73E-DDB9-22B8-8E54743097E8}"/>
          </ac:cxnSpMkLst>
        </pc:cxnChg>
        <pc:cxnChg chg="del mod">
          <ac:chgData name="昕 许" userId="a2975fcd840abfc3" providerId="LiveId" clId="{49CCD4F9-177C-4270-9A14-60236FF377E8}" dt="2026-04-26T02:17:14.977" v="10764" actId="478"/>
          <ac:cxnSpMkLst>
            <pc:docMk/>
            <pc:sldMk cId="1671019689" sldId="358"/>
            <ac:cxnSpMk id="199" creationId="{55BCCBB2-B881-B2DF-BBFD-5D15D94573A4}"/>
          </ac:cxnSpMkLst>
        </pc:cxnChg>
      </pc:sldChg>
      <pc:sldChg chg="addSp delSp modSp add mod">
        <pc:chgData name="昕 许" userId="a2975fcd840abfc3" providerId="LiveId" clId="{49CCD4F9-177C-4270-9A14-60236FF377E8}" dt="2026-04-26T03:33:59.003" v="11112" actId="1076"/>
        <pc:sldMkLst>
          <pc:docMk/>
          <pc:sldMk cId="3189873341" sldId="359"/>
        </pc:sldMkLst>
        <pc:spChg chg="add mod">
          <ac:chgData name="昕 许" userId="a2975fcd840abfc3" providerId="LiveId" clId="{49CCD4F9-177C-4270-9A14-60236FF377E8}" dt="2026-04-26T03:33:59.003" v="11112" actId="1076"/>
          <ac:spMkLst>
            <pc:docMk/>
            <pc:sldMk cId="3189873341" sldId="359"/>
            <ac:spMk id="4" creationId="{4A7954C2-5E30-6FE7-8786-2699D23F528F}"/>
          </ac:spMkLst>
        </pc:spChg>
        <pc:spChg chg="add mod">
          <ac:chgData name="昕 许" userId="a2975fcd840abfc3" providerId="LiveId" clId="{49CCD4F9-177C-4270-9A14-60236FF377E8}" dt="2026-04-26T03:32:21.619" v="11071"/>
          <ac:spMkLst>
            <pc:docMk/>
            <pc:sldMk cId="3189873341" sldId="359"/>
            <ac:spMk id="5" creationId="{2E8B2E96-6742-3F26-AE37-62DC43699E61}"/>
          </ac:spMkLst>
        </pc:spChg>
        <pc:spChg chg="add mod">
          <ac:chgData name="昕 许" userId="a2975fcd840abfc3" providerId="LiveId" clId="{49CCD4F9-177C-4270-9A14-60236FF377E8}" dt="2026-04-26T03:33:59.003" v="11112" actId="1076"/>
          <ac:spMkLst>
            <pc:docMk/>
            <pc:sldMk cId="3189873341" sldId="359"/>
            <ac:spMk id="8" creationId="{0ABB8B70-B7FA-0E3E-F26D-D5FCC3220B56}"/>
          </ac:spMkLst>
        </pc:spChg>
        <pc:spChg chg="mod">
          <ac:chgData name="昕 许" userId="a2975fcd840abfc3" providerId="LiveId" clId="{49CCD4F9-177C-4270-9A14-60236FF377E8}" dt="2026-04-26T03:31:48.026" v="11043" actId="164"/>
          <ac:spMkLst>
            <pc:docMk/>
            <pc:sldMk cId="3189873341" sldId="359"/>
            <ac:spMk id="31" creationId="{C6348F4A-954B-3BB0-C13E-1877CAF80358}"/>
          </ac:spMkLst>
        </pc:spChg>
        <pc:spChg chg="mod">
          <ac:chgData name="昕 许" userId="a2975fcd840abfc3" providerId="LiveId" clId="{49CCD4F9-177C-4270-9A14-60236FF377E8}" dt="2026-04-26T03:31:48.026" v="11043" actId="164"/>
          <ac:spMkLst>
            <pc:docMk/>
            <pc:sldMk cId="3189873341" sldId="359"/>
            <ac:spMk id="32" creationId="{BA402024-C394-29DF-0361-F0394E2E3365}"/>
          </ac:spMkLst>
        </pc:spChg>
        <pc:spChg chg="mod">
          <ac:chgData name="昕 许" userId="a2975fcd840abfc3" providerId="LiveId" clId="{49CCD4F9-177C-4270-9A14-60236FF377E8}" dt="2026-04-26T03:33:03.777" v="11082" actId="20577"/>
          <ac:spMkLst>
            <pc:docMk/>
            <pc:sldMk cId="3189873341" sldId="359"/>
            <ac:spMk id="41" creationId="{F93CCEA3-D452-038E-6C5C-0B46643B3663}"/>
          </ac:spMkLst>
        </pc:spChg>
        <pc:spChg chg="mod">
          <ac:chgData name="昕 许" userId="a2975fcd840abfc3" providerId="LiveId" clId="{49CCD4F9-177C-4270-9A14-60236FF377E8}" dt="2026-04-26T03:33:04.883" v="11083" actId="20577"/>
          <ac:spMkLst>
            <pc:docMk/>
            <pc:sldMk cId="3189873341" sldId="359"/>
            <ac:spMk id="42" creationId="{5D1682B5-5903-2991-0DF6-73DDF2079217}"/>
          </ac:spMkLst>
        </pc:spChg>
        <pc:spChg chg="mod">
          <ac:chgData name="昕 许" userId="a2975fcd840abfc3" providerId="LiveId" clId="{49CCD4F9-177C-4270-9A14-60236FF377E8}" dt="2026-04-26T03:33:06.127" v="11084" actId="20577"/>
          <ac:spMkLst>
            <pc:docMk/>
            <pc:sldMk cId="3189873341" sldId="359"/>
            <ac:spMk id="47" creationId="{B263139F-9B4B-18AA-2EED-259C9A617D38}"/>
          </ac:spMkLst>
        </pc:spChg>
        <pc:spChg chg="mod">
          <ac:chgData name="昕 许" userId="a2975fcd840abfc3" providerId="LiveId" clId="{49CCD4F9-177C-4270-9A14-60236FF377E8}" dt="2026-04-26T03:33:07.653" v="11085" actId="20577"/>
          <ac:spMkLst>
            <pc:docMk/>
            <pc:sldMk cId="3189873341" sldId="359"/>
            <ac:spMk id="51" creationId="{7862C337-A2EF-2250-0F94-BBB9BB81815C}"/>
          </ac:spMkLst>
        </pc:spChg>
        <pc:spChg chg="mod">
          <ac:chgData name="昕 许" userId="a2975fcd840abfc3" providerId="LiveId" clId="{49CCD4F9-177C-4270-9A14-60236FF377E8}" dt="2026-04-26T03:33:08.462" v="11086" actId="20577"/>
          <ac:spMkLst>
            <pc:docMk/>
            <pc:sldMk cId="3189873341" sldId="359"/>
            <ac:spMk id="58" creationId="{9C76E1B9-B337-F3CD-2C17-9FF8613E7D15}"/>
          </ac:spMkLst>
        </pc:spChg>
        <pc:spChg chg="del">
          <ac:chgData name="昕 许" userId="a2975fcd840abfc3" providerId="LiveId" clId="{49CCD4F9-177C-4270-9A14-60236FF377E8}" dt="2026-04-26T03:32:43.233" v="11078" actId="478"/>
          <ac:spMkLst>
            <pc:docMk/>
            <pc:sldMk cId="3189873341" sldId="359"/>
            <ac:spMk id="61" creationId="{D6A00C2A-FC8D-DBA4-4F0B-AF514B4B2698}"/>
          </ac:spMkLst>
        </pc:spChg>
        <pc:spChg chg="del">
          <ac:chgData name="昕 许" userId="a2975fcd840abfc3" providerId="LiveId" clId="{49CCD4F9-177C-4270-9A14-60236FF377E8}" dt="2026-04-26T03:32:41.469" v="11077" actId="478"/>
          <ac:spMkLst>
            <pc:docMk/>
            <pc:sldMk cId="3189873341" sldId="359"/>
            <ac:spMk id="62" creationId="{DC10A3B4-CE37-9F3D-97AE-A4F59992F18C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71" creationId="{2FE569EC-3D37-85FC-3B44-769E872EF999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73" creationId="{396FED0E-48D1-BB4C-2333-37E3CDD21E1A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82" creationId="{A7460866-B926-C711-03B3-4BDB31094DD3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10" creationId="{EEFA8BDA-7E31-5C46-46B3-B424727008A0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11" creationId="{6009112F-E2F6-12B3-0848-1B1E82A1768C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19" creationId="{2B8E2C56-252A-FA5E-0821-7A6DDEA353A8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43" creationId="{9FFF6367-A6F1-11E0-3EBB-1B433FD9D3CA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44" creationId="{342A0463-C7E9-D1CB-661E-6ED18D11844A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68" creationId="{8549E546-6354-FFE9-FA5F-9451385390D2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69" creationId="{F3D579EA-03ED-23A6-9DE8-7C15E894827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76" creationId="{EEB8AB82-C830-0760-E393-CFAF37916A20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77" creationId="{FDF948D2-B6F5-A752-0793-5165021D7633}"/>
          </ac:spMkLst>
        </pc:spChg>
        <pc:spChg chg="mod topLvl">
          <ac:chgData name="昕 许" userId="a2975fcd840abfc3" providerId="LiveId" clId="{49CCD4F9-177C-4270-9A14-60236FF377E8}" dt="2026-04-26T03:32:30.836" v="11073" actId="164"/>
          <ac:spMkLst>
            <pc:docMk/>
            <pc:sldMk cId="3189873341" sldId="359"/>
            <ac:spMk id="178" creationId="{3DF785BA-CB71-47C9-A02E-B755398FA35F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1" creationId="{A82C323A-F39C-740E-B5E6-EE0D0B591143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4" creationId="{2C23A562-7EEF-1751-76D8-BA17496FED5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87" creationId="{114A9437-D357-24DE-4A5E-C6B47B5CB923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91" creationId="{C7B94352-09D1-A42F-2212-D9D314BEF865}"/>
          </ac:spMkLst>
        </pc:spChg>
        <pc:spChg chg="mod">
          <ac:chgData name="昕 许" userId="a2975fcd840abfc3" providerId="LiveId" clId="{49CCD4F9-177C-4270-9A14-60236FF377E8}" dt="2026-04-26T03:32:28.134" v="11072" actId="165"/>
          <ac:spMkLst>
            <pc:docMk/>
            <pc:sldMk cId="3189873341" sldId="359"/>
            <ac:spMk id="192" creationId="{B8652B38-552C-67F9-92B8-1B20DDC235F9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199" creationId="{05785AC5-A569-9C69-6F99-22D3A34E4D0A}"/>
          </ac:spMkLst>
        </pc:spChg>
        <pc:spChg chg="del">
          <ac:chgData name="昕 许" userId="a2975fcd840abfc3" providerId="LiveId" clId="{49CCD4F9-177C-4270-9A14-60236FF377E8}" dt="2026-04-26T03:31:31.354" v="11038" actId="478"/>
          <ac:spMkLst>
            <pc:docMk/>
            <pc:sldMk cId="3189873341" sldId="359"/>
            <ac:spMk id="278" creationId="{A100243B-4936-3C17-7902-982D071537FD}"/>
          </ac:spMkLst>
        </pc:spChg>
        <pc:grpChg chg="add mod">
          <ac:chgData name="昕 许" userId="a2975fcd840abfc3" providerId="LiveId" clId="{49CCD4F9-177C-4270-9A14-60236FF377E8}" dt="2026-04-26T03:33:59.003" v="11112" actId="1076"/>
          <ac:grpSpMkLst>
            <pc:docMk/>
            <pc:sldMk cId="3189873341" sldId="359"/>
            <ac:grpSpMk id="2" creationId="{4A6359AB-45DF-F0E2-065A-B46EBE20BF14}"/>
          </ac:grpSpMkLst>
        </pc:grpChg>
        <pc:grpChg chg="add mod">
          <ac:chgData name="昕 许" userId="a2975fcd840abfc3" providerId="LiveId" clId="{49CCD4F9-177C-4270-9A14-60236FF377E8}" dt="2026-04-26T03:31:54.989" v="11046" actId="1076"/>
          <ac:grpSpMkLst>
            <pc:docMk/>
            <pc:sldMk cId="3189873341" sldId="359"/>
            <ac:grpSpMk id="3" creationId="{522027A0-952A-6538-FD7E-86D6F8BC38C2}"/>
          </ac:grpSpMkLst>
        </pc:grpChg>
        <pc:grpChg chg="add mod">
          <ac:chgData name="昕 许" userId="a2975fcd840abfc3" providerId="LiveId" clId="{49CCD4F9-177C-4270-9A14-60236FF377E8}" dt="2026-04-26T03:33:59.003" v="11112" actId="1076"/>
          <ac:grpSpMkLst>
            <pc:docMk/>
            <pc:sldMk cId="3189873341" sldId="359"/>
            <ac:grpSpMk id="6" creationId="{09B3CD91-7424-2303-F0E8-9808616AC827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48" creationId="{F85343BC-1BFE-6477-8865-EFE267D4FFA2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52" creationId="{5BB64108-72D8-BF52-B834-A7E02E132BB6}"/>
          </ac:grpSpMkLst>
        </pc:grpChg>
        <pc:grpChg chg="del mod">
          <ac:chgData name="昕 许" userId="a2975fcd840abfc3" providerId="LiveId" clId="{49CCD4F9-177C-4270-9A14-60236FF377E8}" dt="2026-04-26T03:32:41.469" v="11077" actId="478"/>
          <ac:grpSpMkLst>
            <pc:docMk/>
            <pc:sldMk cId="3189873341" sldId="359"/>
            <ac:grpSpMk id="60" creationId="{3530EE7D-4927-03A1-418A-788D6665BC63}"/>
          </ac:grpSpMkLst>
        </pc:grpChg>
        <pc:grpChg chg="mod">
          <ac:chgData name="昕 许" userId="a2975fcd840abfc3" providerId="LiveId" clId="{49CCD4F9-177C-4270-9A14-60236FF377E8}" dt="2026-04-26T03:31:48.026" v="11043" actId="164"/>
          <ac:grpSpMkLst>
            <pc:docMk/>
            <pc:sldMk cId="3189873341" sldId="359"/>
            <ac:grpSpMk id="67" creationId="{AA20D645-00B8-0B1B-810A-974519B73881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74" creationId="{89B45A5A-511A-0780-C785-89D42BD03FF3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79" creationId="{38BFFA21-002B-E032-D297-E0A83332821E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82" creationId="{503BC5FC-B0B0-7977-7BCF-D6E197FF3028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86" creationId="{7D98D8EC-87A1-A98F-C34D-DDE5672A7185}"/>
          </ac:grpSpMkLst>
        </pc:grpChg>
        <pc:grpChg chg="mod">
          <ac:chgData name="昕 许" userId="a2975fcd840abfc3" providerId="LiveId" clId="{49CCD4F9-177C-4270-9A14-60236FF377E8}" dt="2026-04-26T03:32:30.836" v="11073" actId="164"/>
          <ac:grpSpMkLst>
            <pc:docMk/>
            <pc:sldMk cId="3189873341" sldId="359"/>
            <ac:grpSpMk id="190" creationId="{8FFDBCBE-817F-3549-F320-687253AB2BB6}"/>
          </ac:grpSpMkLst>
        </pc:grpChg>
        <pc:cxnChg chg="add mod">
          <ac:chgData name="昕 许" userId="a2975fcd840abfc3" providerId="LiveId" clId="{49CCD4F9-177C-4270-9A14-60236FF377E8}" dt="2026-04-26T03:33:59.003" v="11112" actId="1076"/>
          <ac:cxnSpMkLst>
            <pc:docMk/>
            <pc:sldMk cId="3189873341" sldId="359"/>
            <ac:cxnSpMk id="7" creationId="{4D8D8DCE-D795-6BCA-B886-F3079384F89C}"/>
          </ac:cxnSpMkLst>
        </pc:cxnChg>
        <pc:cxnChg chg="mod">
          <ac:chgData name="昕 许" userId="a2975fcd840abfc3" providerId="LiveId" clId="{49CCD4F9-177C-4270-9A14-60236FF377E8}" dt="2026-04-26T03:31:48.026" v="11043" actId="164"/>
          <ac:cxnSpMkLst>
            <pc:docMk/>
            <pc:sldMk cId="3189873341" sldId="359"/>
            <ac:cxnSpMk id="33" creationId="{1D76B6ED-616E-C04F-37A6-2B08E6245087}"/>
          </ac:cxnSpMkLst>
        </pc:cxnChg>
        <pc:cxnChg chg="mod">
          <ac:chgData name="昕 许" userId="a2975fcd840abfc3" providerId="LiveId" clId="{49CCD4F9-177C-4270-9A14-60236FF377E8}" dt="2026-04-26T03:31:39.606" v="11041" actId="1076"/>
          <ac:cxnSpMkLst>
            <pc:docMk/>
            <pc:sldMk cId="3189873341" sldId="359"/>
            <ac:cxnSpMk id="34" creationId="{E6EE43A9-4323-1DE8-C888-4C49600EFF12}"/>
          </ac:cxnSpMkLst>
        </pc:cxnChg>
        <pc:cxnChg chg="mod">
          <ac:chgData name="昕 许" userId="a2975fcd840abfc3" providerId="LiveId" clId="{49CCD4F9-177C-4270-9A14-60236FF377E8}" dt="2026-04-26T03:31:44.690" v="11042" actId="1076"/>
          <ac:cxnSpMkLst>
            <pc:docMk/>
            <pc:sldMk cId="3189873341" sldId="359"/>
            <ac:cxnSpMk id="37" creationId="{9BC11BC6-C902-19C0-ED9C-E5214C389ECA}"/>
          </ac:cxnSpMkLst>
        </pc:cxnChg>
        <pc:cxnChg chg="del mod">
          <ac:chgData name="昕 许" userId="a2975fcd840abfc3" providerId="LiveId" clId="{49CCD4F9-177C-4270-9A14-60236FF377E8}" dt="2026-04-26T03:32:40.277" v="11076" actId="478"/>
          <ac:cxnSpMkLst>
            <pc:docMk/>
            <pc:sldMk cId="3189873341" sldId="359"/>
            <ac:cxnSpMk id="59" creationId="{F5464DFF-3336-E805-6612-7786EF8E7050}"/>
          </ac:cxnSpMkLst>
        </pc:cxnChg>
        <pc:cxnChg chg="mod">
          <ac:chgData name="昕 许" userId="a2975fcd840abfc3" providerId="LiveId" clId="{49CCD4F9-177C-4270-9A14-60236FF377E8}" dt="2026-04-26T03:31:38.335" v="11039" actId="1076"/>
          <ac:cxnSpMkLst>
            <pc:docMk/>
            <pc:sldMk cId="3189873341" sldId="359"/>
            <ac:cxnSpMk id="170" creationId="{606067E9-0802-AA6F-4451-8A032C84DC44}"/>
          </ac:cxnSpMkLst>
        </pc:cxnChg>
        <pc:cxnChg chg="mod">
          <ac:chgData name="昕 许" userId="a2975fcd840abfc3" providerId="LiveId" clId="{49CCD4F9-177C-4270-9A14-60236FF377E8}" dt="2026-04-26T03:33:59.003" v="11112" actId="1076"/>
          <ac:cxnSpMkLst>
            <pc:docMk/>
            <pc:sldMk cId="3189873341" sldId="359"/>
            <ac:cxnSpMk id="193" creationId="{D3CBA3A7-0CAC-1F74-353D-B5D09A2ABB6F}"/>
          </ac:cxnSpMkLst>
        </pc:cxnChg>
      </pc:sldChg>
      <pc:sldChg chg="addSp delSp modSp add mod">
        <pc:chgData name="昕 许" userId="a2975fcd840abfc3" providerId="LiveId" clId="{49CCD4F9-177C-4270-9A14-60236FF377E8}" dt="2026-04-26T10:20:09.001" v="11297" actId="1076"/>
        <pc:sldMkLst>
          <pc:docMk/>
          <pc:sldMk cId="4095918756" sldId="360"/>
        </pc:sldMkLst>
        <pc:spChg chg="del mod">
          <ac:chgData name="昕 许" userId="a2975fcd840abfc3" providerId="LiveId" clId="{49CCD4F9-177C-4270-9A14-60236FF377E8}" dt="2026-04-26T10:14:43.183" v="11195" actId="478"/>
          <ac:spMkLst>
            <pc:docMk/>
            <pc:sldMk cId="4095918756" sldId="360"/>
            <ac:spMk id="5" creationId="{25D14F03-A08F-E313-3ED8-40598C9BA2B1}"/>
          </ac:spMkLst>
        </pc:spChg>
        <pc:spChg chg="del mod">
          <ac:chgData name="昕 许" userId="a2975fcd840abfc3" providerId="LiveId" clId="{49CCD4F9-177C-4270-9A14-60236FF377E8}" dt="2026-04-26T10:14:45.747" v="11196" actId="478"/>
          <ac:spMkLst>
            <pc:docMk/>
            <pc:sldMk cId="4095918756" sldId="360"/>
            <ac:spMk id="6" creationId="{ECD78B6F-69E5-0CC9-F2F9-8BE6D67A0DF7}"/>
          </ac:spMkLst>
        </pc:spChg>
        <pc:spChg chg="add mod topLvl">
          <ac:chgData name="昕 许" userId="a2975fcd840abfc3" providerId="LiveId" clId="{49CCD4F9-177C-4270-9A14-60236FF377E8}" dt="2026-04-26T10:19:41.212" v="11286" actId="1076"/>
          <ac:spMkLst>
            <pc:docMk/>
            <pc:sldMk cId="4095918756" sldId="360"/>
            <ac:spMk id="7" creationId="{7558A40D-B46E-0DBB-69E8-56B79B8D3A95}"/>
          </ac:spMkLst>
        </pc:spChg>
        <pc:spChg chg="mod">
          <ac:chgData name="昕 许" userId="a2975fcd840abfc3" providerId="LiveId" clId="{49CCD4F9-177C-4270-9A14-60236FF377E8}" dt="2026-04-26T10:15:38.093" v="11220" actId="208"/>
          <ac:spMkLst>
            <pc:docMk/>
            <pc:sldMk cId="4095918756" sldId="360"/>
            <ac:spMk id="13" creationId="{DA2EA1D0-3349-2DC7-F52C-A000B95E5178}"/>
          </ac:spMkLst>
        </pc:spChg>
        <pc:spChg chg="mod">
          <ac:chgData name="昕 许" userId="a2975fcd840abfc3" providerId="LiveId" clId="{49CCD4F9-177C-4270-9A14-60236FF377E8}" dt="2026-04-26T10:14:10.057" v="11186" actId="165"/>
          <ac:spMkLst>
            <pc:docMk/>
            <pc:sldMk cId="4095918756" sldId="360"/>
            <ac:spMk id="14" creationId="{548E7157-645C-9D9B-BC8A-B7C33640C24F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15" creationId="{EDE92DA0-5225-726A-AFB3-1B562C49B987}"/>
          </ac:spMkLst>
        </pc:spChg>
        <pc:spChg chg="mod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16" creationId="{F8F62B9A-02C7-F62C-8B21-3582D0120740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22" creationId="{E028BC0B-674D-373F-9A70-09763B45E4DA}"/>
          </ac:spMkLst>
        </pc:spChg>
        <pc:spChg chg="mod topLvl">
          <ac:chgData name="昕 许" userId="a2975fcd840abfc3" providerId="LiveId" clId="{49CCD4F9-177C-4270-9A14-60236FF377E8}" dt="2026-04-26T10:16:50.930" v="11243" actId="164"/>
          <ac:spMkLst>
            <pc:docMk/>
            <pc:sldMk cId="4095918756" sldId="360"/>
            <ac:spMk id="23" creationId="{D5405E5E-A4C4-8509-F018-EEDD10EA3497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31" creationId="{E17DA164-598E-8C9E-BFF6-21A4437544F3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0" creationId="{09EE850C-DC83-932E-6891-6F6AD5535F73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3" creationId="{45ED5ACB-D896-A4A1-3B6D-D544B093D06A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4" creationId="{FC831542-A725-797A-5D18-AE1DB07CE44C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5" creationId="{71153E8A-8BAB-53A5-8EB9-4934888F6AE7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46" creationId="{FCD8CF1C-D51F-F675-B855-93903AADF62A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54" creationId="{3683F82C-05D0-2AD1-2FAE-30154855A040}"/>
          </ac:spMkLst>
        </pc:spChg>
        <pc:spChg chg="mod">
          <ac:chgData name="昕 许" userId="a2975fcd840abfc3" providerId="LiveId" clId="{49CCD4F9-177C-4270-9A14-60236FF377E8}" dt="2026-04-26T10:14:12.140" v="11187" actId="165"/>
          <ac:spMkLst>
            <pc:docMk/>
            <pc:sldMk cId="4095918756" sldId="360"/>
            <ac:spMk id="56" creationId="{17C67F1D-BB68-E700-AEDB-FE1C4EE6B3A5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73" creationId="{3285B5EF-46B5-EED8-8AD4-D1C5CA3D4E44}"/>
          </ac:spMkLst>
        </pc:spChg>
        <pc:spChg chg="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93" creationId="{F54871E0-4DC1-F18E-4D8D-3E82106DD8B1}"/>
          </ac:spMkLst>
        </pc:spChg>
        <pc:spChg chg="add 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98" creationId="{BD19E15C-B2A8-B5AF-3AA2-72289C840588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110" creationId="{292678C2-A476-3317-0E5B-08E4E7A9904D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119" creationId="{9B97A012-AF29-2AC2-2C84-7E1DFFC41AE6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120" creationId="{02294E50-5C4E-317B-46D9-0C6C83E45F1D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143" creationId="{48764FCD-BD4F-63FF-1D6B-8BE3403146FF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153" creationId="{C2EA81F9-5BCE-87E6-A4E3-99D6E75F7FFA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168" creationId="{2F55ECEC-DD4D-E1CE-3DE3-5DB4A2494E8D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169" creationId="{ED661BC7-8927-692D-DD36-CC591298E4A2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177" creationId="{15522FCB-A5BD-A1F6-87AE-9C67FF5399CE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178" creationId="{566A96C3-2F32-89CC-878F-82938128D9C1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199" creationId="{B8127034-1EF7-65AA-2274-E5B735887140}"/>
          </ac:spMkLst>
        </pc:spChg>
        <pc:spChg chg="add 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253" creationId="{66B416DD-0273-7ECC-050D-A1A67E1E928C}"/>
          </ac:spMkLst>
        </pc:spChg>
        <pc:spChg chg="mod">
          <ac:chgData name="昕 许" userId="a2975fcd840abfc3" providerId="LiveId" clId="{49CCD4F9-177C-4270-9A14-60236FF377E8}" dt="2026-04-26T10:16:55.944" v="11245" actId="164"/>
          <ac:spMkLst>
            <pc:docMk/>
            <pc:sldMk cId="4095918756" sldId="360"/>
            <ac:spMk id="266" creationId="{C62ACDD8-0D73-4CDF-6B28-D1473E4F3FA7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68" creationId="{0A175E7B-DA85-C957-DB24-349BDF07FE0B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73" creationId="{145267A2-5D8A-61A3-A95A-334FDF08076F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278" creationId="{83387E13-8C6E-142A-0318-11EDE44F3879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84" creationId="{15B1A879-7AA5-E20E-9799-71FE35D0A76C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88" creationId="{547A93C0-F8E2-0009-CE2E-D213B5C5A2BF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2" creationId="{699602CF-70E8-AB92-379D-2EB8B0D16F08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5" creationId="{25F3D4BE-A1FC-385D-99E9-629270EE48BD}"/>
          </ac:spMkLst>
        </pc:spChg>
        <pc:spChg chg="mod">
          <ac:chgData name="昕 许" userId="a2975fcd840abfc3" providerId="LiveId" clId="{49CCD4F9-177C-4270-9A14-60236FF377E8}" dt="2026-04-26T10:15:21.118" v="11216"/>
          <ac:spMkLst>
            <pc:docMk/>
            <pc:sldMk cId="4095918756" sldId="360"/>
            <ac:spMk id="298" creationId="{CCA3ED1A-B1D5-4F40-7E55-1788D49F22F8}"/>
          </ac:spMkLst>
        </pc:spChg>
        <pc:spChg chg="mod">
          <ac:chgData name="昕 许" userId="a2975fcd840abfc3" providerId="LiveId" clId="{49CCD4F9-177C-4270-9A14-60236FF377E8}" dt="2026-04-26T10:15:29.487" v="11218" actId="20577"/>
          <ac:spMkLst>
            <pc:docMk/>
            <pc:sldMk cId="4095918756" sldId="360"/>
            <ac:spMk id="299" creationId="{5E10504A-731E-63A4-6B86-DC176D5F12AA}"/>
          </ac:spMkLst>
        </pc:spChg>
        <pc:spChg chg="add 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0" creationId="{DAD9C6DB-61F8-0031-87B9-010527B83D44}"/>
          </ac:spMkLst>
        </pc:spChg>
        <pc:spChg chg="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1" creationId="{8B134902-F417-19A2-C477-6A3BAC0FC1A7}"/>
          </ac:spMkLst>
        </pc:spChg>
        <pc:spChg chg="add mod">
          <ac:chgData name="昕 许" userId="a2975fcd840abfc3" providerId="LiveId" clId="{49CCD4F9-177C-4270-9A14-60236FF377E8}" dt="2026-04-26T10:17:15.743" v="11250" actId="1076"/>
          <ac:spMkLst>
            <pc:docMk/>
            <pc:sldMk cId="4095918756" sldId="360"/>
            <ac:spMk id="306" creationId="{338EBEC7-7422-D678-4E6C-6F0AFBC823D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07" creationId="{5188ED5E-A70E-C33C-2E91-43341CA02AA9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10" creationId="{47EE208D-FB8E-EDBB-9232-31F01ABF2FAB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349" creationId="{A0EC4B56-DC1A-C24F-AAFC-60A79A461D75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350" creationId="{E589D615-47E2-C86A-4F75-F2491A466438}"/>
          </ac:spMkLst>
        </pc:spChg>
        <pc:spChg chg="del">
          <ac:chgData name="昕 许" userId="a2975fcd840abfc3" providerId="LiveId" clId="{49CCD4F9-177C-4270-9A14-60236FF377E8}" dt="2026-04-26T10:13:01.968" v="11158" actId="478"/>
          <ac:spMkLst>
            <pc:docMk/>
            <pc:sldMk cId="4095918756" sldId="360"/>
            <ac:spMk id="351" creationId="{BB570472-46F6-8151-B8EB-532ADAC41A10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352" creationId="{6BA17348-520E-6F64-04B0-6E23753CB1C4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353" creationId="{3A5B4494-6360-BE02-2552-1A269D29750B}"/>
          </ac:spMkLst>
        </pc:spChg>
        <pc:spChg chg="del">
          <ac:chgData name="昕 许" userId="a2975fcd840abfc3" providerId="LiveId" clId="{49CCD4F9-177C-4270-9A14-60236FF377E8}" dt="2026-04-26T10:13:03.945" v="11159" actId="478"/>
          <ac:spMkLst>
            <pc:docMk/>
            <pc:sldMk cId="4095918756" sldId="360"/>
            <ac:spMk id="354" creationId="{A09933C6-AF86-376C-4E01-2AEA39041C49}"/>
          </ac:spMkLst>
        </pc:spChg>
        <pc:spChg chg="del mod">
          <ac:chgData name="昕 许" userId="a2975fcd840abfc3" providerId="LiveId" clId="{49CCD4F9-177C-4270-9A14-60236FF377E8}" dt="2026-04-26T10:17:38.901" v="11253" actId="478"/>
          <ac:spMkLst>
            <pc:docMk/>
            <pc:sldMk cId="4095918756" sldId="360"/>
            <ac:spMk id="355" creationId="{34C9423F-9D95-0684-7E5D-11CBA8E28A6B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56" creationId="{21108878-7E55-F42A-38F5-0B616C1D57F2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57" creationId="{324F26B6-7E49-3CDD-B4D7-0A2DD5CA1FAC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60" creationId="{750EAA8B-B891-F65B-39DF-CC8A430E928B}"/>
          </ac:spMkLst>
        </pc:spChg>
        <pc:spChg chg="mod">
          <ac:chgData name="昕 许" userId="a2975fcd840abfc3" providerId="LiveId" clId="{49CCD4F9-177C-4270-9A14-60236FF377E8}" dt="2026-04-26T10:17:28.405" v="11251" actId="208"/>
          <ac:spMkLst>
            <pc:docMk/>
            <pc:sldMk cId="4095918756" sldId="360"/>
            <ac:spMk id="364" creationId="{3F76D58B-363A-BC51-A1BC-884386D6B711}"/>
          </ac:spMkLst>
        </pc:spChg>
        <pc:spChg chg="mod">
          <ac:chgData name="昕 许" userId="a2975fcd840abfc3" providerId="LiveId" clId="{49CCD4F9-177C-4270-9A14-60236FF377E8}" dt="2026-04-26T10:16:17.661" v="11229" actId="20577"/>
          <ac:spMkLst>
            <pc:docMk/>
            <pc:sldMk cId="4095918756" sldId="360"/>
            <ac:spMk id="365" creationId="{01C6A603-2F59-0750-4BA7-5526758593C4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69" creationId="{F637E86A-E8E1-E43D-535B-300397107A35}"/>
          </ac:spMkLst>
        </pc:spChg>
        <pc:spChg chg="mod">
          <ac:chgData name="昕 许" userId="a2975fcd840abfc3" providerId="LiveId" clId="{49CCD4F9-177C-4270-9A14-60236FF377E8}" dt="2026-04-26T10:15:41.625" v="11221"/>
          <ac:spMkLst>
            <pc:docMk/>
            <pc:sldMk cId="4095918756" sldId="360"/>
            <ac:spMk id="371" creationId="{E7B7E0A5-F379-0604-20C1-67EB464512DE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84" creationId="{0035A03B-D34A-32B5-18C3-CBE8DAA1AE3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85" creationId="{F3D8A593-749F-2386-A41D-CF2439886C17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90" creationId="{0C196A7B-45F8-FE02-7701-C364108F905B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391" creationId="{A0742B23-9277-6D7F-3A8E-1FBEBB4DD4C8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394" creationId="{1C4369FC-DCB9-CBA2-8A71-1DC71F914644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00" creationId="{7A70C9F5-0316-CC61-31BA-22FEA589CCF4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01" creationId="{BFA66E7B-64CD-F3CA-D110-C5BE1B978F72}"/>
          </ac:spMkLst>
        </pc:spChg>
        <pc:spChg chg="mod">
          <ac:chgData name="昕 许" userId="a2975fcd840abfc3" providerId="LiveId" clId="{49CCD4F9-177C-4270-9A14-60236FF377E8}" dt="2026-04-26T10:18:00.323" v="11258" actId="208"/>
          <ac:spMkLst>
            <pc:docMk/>
            <pc:sldMk cId="4095918756" sldId="360"/>
            <ac:spMk id="404" creationId="{EFF24562-E3D0-CCB6-1102-D8F107E6B0C3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11" creationId="{97C15932-44DA-B45F-2D97-B0D77E846FB7}"/>
          </ac:spMkLst>
        </pc:spChg>
        <pc:spChg chg="mod">
          <ac:chgData name="昕 许" userId="a2975fcd840abfc3" providerId="LiveId" clId="{49CCD4F9-177C-4270-9A14-60236FF377E8}" dt="2026-04-26T10:17:40.547" v="11254"/>
          <ac:spMkLst>
            <pc:docMk/>
            <pc:sldMk cId="4095918756" sldId="360"/>
            <ac:spMk id="412" creationId="{850EAB5C-37C1-7E50-296F-2455D5C2100C}"/>
          </ac:spMkLst>
        </pc:spChg>
        <pc:spChg chg="add mod">
          <ac:chgData name="昕 许" userId="a2975fcd840abfc3" providerId="LiveId" clId="{49CCD4F9-177C-4270-9A14-60236FF377E8}" dt="2026-04-26T10:20:01.584" v="11294" actId="1076"/>
          <ac:spMkLst>
            <pc:docMk/>
            <pc:sldMk cId="4095918756" sldId="360"/>
            <ac:spMk id="413" creationId="{8AC32396-B59F-13A4-603C-D241704B0B1E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14" creationId="{07ADA97D-5D1D-AF1D-7774-6618FD0CFD55}"/>
          </ac:spMkLst>
        </pc:spChg>
        <pc:spChg chg="add 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15" creationId="{8FE2E222-961E-35E1-7C68-3155BD2A57B2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20" creationId="{1CC259F3-04AC-167F-1C45-B6A29FFBD400}"/>
          </ac:spMkLst>
        </pc:spChg>
        <pc:spChg chg="mod">
          <ac:chgData name="昕 许" userId="a2975fcd840abfc3" providerId="LiveId" clId="{49CCD4F9-177C-4270-9A14-60236FF377E8}" dt="2026-04-26T10:18:21.025" v="11264" actId="1076"/>
          <ac:spMkLst>
            <pc:docMk/>
            <pc:sldMk cId="4095918756" sldId="360"/>
            <ac:spMk id="421" creationId="{ECDD55C5-6C50-8C50-0568-CF2A31559297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3" creationId="{1909EC2E-A15E-7988-B751-D76E0BE2F2DA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4" creationId="{D1BE01F8-0082-7F33-902C-4E849299FFB6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27" creationId="{9EBE2F95-1FEE-9D49-2896-8F5EEC6AF46E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0" creationId="{F3DF9E0E-8C2C-C3BF-B240-406D49229A43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1" creationId="{399F3C9D-B5C6-8F88-A47B-09A73ACB10A9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4" creationId="{BAC845BD-04E6-4DD0-52F9-4F736F1EBA70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5" creationId="{BA4C94CA-926E-291B-E805-FECB6D4C0395}"/>
          </ac:spMkLst>
        </pc:spChg>
        <pc:spChg chg="mod">
          <ac:chgData name="昕 许" userId="a2975fcd840abfc3" providerId="LiveId" clId="{49CCD4F9-177C-4270-9A14-60236FF377E8}" dt="2026-04-26T10:18:04.439" v="11259"/>
          <ac:spMkLst>
            <pc:docMk/>
            <pc:sldMk cId="4095918756" sldId="360"/>
            <ac:spMk id="439" creationId="{0C486CFF-7C60-0FAE-AFD4-02FDDBB93138}"/>
          </ac:spMkLst>
        </pc:spChg>
        <pc:spChg chg="mod">
          <ac:chgData name="昕 许" userId="a2975fcd840abfc3" providerId="LiveId" clId="{49CCD4F9-177C-4270-9A14-60236FF377E8}" dt="2026-04-26T10:18:58.870" v="11273" actId="208"/>
          <ac:spMkLst>
            <pc:docMk/>
            <pc:sldMk cId="4095918756" sldId="360"/>
            <ac:spMk id="441" creationId="{ABAF4121-DEB0-1F8B-7703-CD450A804E7B}"/>
          </ac:spMkLst>
        </pc:spChg>
        <pc:spChg chg="mod">
          <ac:chgData name="昕 许" userId="a2975fcd840abfc3" providerId="LiveId" clId="{49CCD4F9-177C-4270-9A14-60236FF377E8}" dt="2026-04-26T10:18:12.212" v="11261" actId="20577"/>
          <ac:spMkLst>
            <pc:docMk/>
            <pc:sldMk cId="4095918756" sldId="360"/>
            <ac:spMk id="442" creationId="{5B868ECA-BA96-CEC7-CAE7-45C8D8DDAB24}"/>
          </ac:spMkLst>
        </pc:spChg>
        <pc:spChg chg="mod">
          <ac:chgData name="昕 许" userId="a2975fcd840abfc3" providerId="LiveId" clId="{49CCD4F9-177C-4270-9A14-60236FF377E8}" dt="2026-04-26T10:19:04.508" v="11274" actId="208"/>
          <ac:spMkLst>
            <pc:docMk/>
            <pc:sldMk cId="4095918756" sldId="360"/>
            <ac:spMk id="443" creationId="{D50B1842-86D5-DB47-1019-BDEDB16474C2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44" creationId="{68757B3C-E3C0-3DEF-DF6B-7B335C23558A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49" creationId="{39153C41-C564-D9B4-DDE1-FAB6FF84BD9F}"/>
          </ac:spMkLst>
        </pc:spChg>
        <pc:spChg chg="add mod">
          <ac:chgData name="昕 许" userId="a2975fcd840abfc3" providerId="LiveId" clId="{49CCD4F9-177C-4270-9A14-60236FF377E8}" dt="2026-04-26T10:18:33.395" v="11266" actId="1076"/>
          <ac:spMkLst>
            <pc:docMk/>
            <pc:sldMk cId="4095918756" sldId="360"/>
            <ac:spMk id="450" creationId="{CB149CCD-99C7-BD56-699B-DF615486FDFB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2" creationId="{361EF0B2-0007-1A09-3029-5D96E2DF5785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3" creationId="{31F44802-4551-F16C-33DA-4E99D94652FE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56" creationId="{9B0E50A3-175D-9DB5-ED35-5BD740B848A9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0" creationId="{567FA9DB-7D4B-9F35-A0F6-2CD06C62BF08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4" creationId="{B461ED09-8514-8637-C95F-82ACA1C09E7D}"/>
          </ac:spMkLst>
        </pc:spChg>
        <pc:spChg chg="mod">
          <ac:chgData name="昕 许" userId="a2975fcd840abfc3" providerId="LiveId" clId="{49CCD4F9-177C-4270-9A14-60236FF377E8}" dt="2026-04-26T10:18:24.968" v="11265"/>
          <ac:spMkLst>
            <pc:docMk/>
            <pc:sldMk cId="4095918756" sldId="360"/>
            <ac:spMk id="466" creationId="{EF0B0ECA-CEEA-5434-1DC5-F346EA21B74F}"/>
          </ac:spMkLst>
        </pc:spChg>
        <pc:spChg chg="mod">
          <ac:chgData name="昕 许" userId="a2975fcd840abfc3" providerId="LiveId" clId="{49CCD4F9-177C-4270-9A14-60236FF377E8}" dt="2026-04-26T10:18:39.167" v="11267" actId="20577"/>
          <ac:spMkLst>
            <pc:docMk/>
            <pc:sldMk cId="4095918756" sldId="360"/>
            <ac:spMk id="467" creationId="{4799332D-11AC-864C-CDEE-D591BC85E3E8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68" creationId="{FFDC197F-3FAC-E930-C7E0-AB4659DCAAF3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69" creationId="{69D4F920-748A-FD41-55B1-D48D3D6D451F}"/>
          </ac:spMkLst>
        </pc:spChg>
        <pc:spChg chg="add mod">
          <ac:chgData name="昕 许" userId="a2975fcd840abfc3" providerId="LiveId" clId="{49CCD4F9-177C-4270-9A14-60236FF377E8}" dt="2026-04-26T10:20:09.001" v="11297" actId="1076"/>
          <ac:spMkLst>
            <pc:docMk/>
            <pc:sldMk cId="4095918756" sldId="360"/>
            <ac:spMk id="474" creationId="{08B42307-41A7-C566-DC27-77D5D3078496}"/>
          </ac:spMkLst>
        </pc:spChg>
        <pc:spChg chg="mod">
          <ac:chgData name="昕 许" userId="a2975fcd840abfc3" providerId="LiveId" clId="{49CCD4F9-177C-4270-9A14-60236FF377E8}" dt="2026-04-26T10:18:46.683" v="11270" actId="1076"/>
          <ac:spMkLst>
            <pc:docMk/>
            <pc:sldMk cId="4095918756" sldId="360"/>
            <ac:spMk id="475" creationId="{A30AEC31-B82C-B27C-252D-A75663203F69}"/>
          </ac:spMkLst>
        </pc:spChg>
        <pc:spChg chg="mod">
          <ac:chgData name="昕 许" userId="a2975fcd840abfc3" providerId="LiveId" clId="{49CCD4F9-177C-4270-9A14-60236FF377E8}" dt="2026-04-26T10:19:09.760" v="11275" actId="208"/>
          <ac:spMkLst>
            <pc:docMk/>
            <pc:sldMk cId="4095918756" sldId="360"/>
            <ac:spMk id="477" creationId="{7EF38D0B-2141-C4F6-255D-8DB0D4E053C7}"/>
          </ac:spMkLst>
        </pc:spChg>
        <pc:spChg chg="mod">
          <ac:chgData name="昕 许" userId="a2975fcd840abfc3" providerId="LiveId" clId="{49CCD4F9-177C-4270-9A14-60236FF377E8}" dt="2026-04-26T10:18:50.937" v="11272" actId="20577"/>
          <ac:spMkLst>
            <pc:docMk/>
            <pc:sldMk cId="4095918756" sldId="360"/>
            <ac:spMk id="478" creationId="{B4583D24-591F-F116-E113-87877D4DD06E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1" creationId="{7FD89D6F-ACA5-A6BF-B0D2-818270DB2F1B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4" creationId="{1FC7EE6B-CE36-FF63-F934-9087B0F23870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5" creationId="{C0C74C96-B12F-0B3F-0EDF-47221C16D5F9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88" creationId="{42CF30E8-646F-2FA3-3390-129674B12F90}"/>
          </ac:spMkLst>
        </pc:spChg>
        <pc:spChg chg="mod">
          <ac:chgData name="昕 许" userId="a2975fcd840abfc3" providerId="LiveId" clId="{49CCD4F9-177C-4270-9A14-60236FF377E8}" dt="2026-04-26T10:18:43.575" v="11269"/>
          <ac:spMkLst>
            <pc:docMk/>
            <pc:sldMk cId="4095918756" sldId="360"/>
            <ac:spMk id="491" creationId="{0B4A16A6-F1E8-2CB7-5798-4FC1C88F1F6C}"/>
          </ac:spMkLst>
        </pc:spChg>
        <pc:grpChg chg="add del mod">
          <ac:chgData name="昕 许" userId="a2975fcd840abfc3" providerId="LiveId" clId="{49CCD4F9-177C-4270-9A14-60236FF377E8}" dt="2026-04-26T10:14:43.183" v="11195" actId="478"/>
          <ac:grpSpMkLst>
            <pc:docMk/>
            <pc:sldMk cId="4095918756" sldId="360"/>
            <ac:grpSpMk id="4" creationId="{974E7BF3-53D8-CDD9-B024-CA57586CDF19}"/>
          </ac:grpSpMkLst>
        </pc:grpChg>
        <pc:grpChg chg="add del mod">
          <ac:chgData name="昕 许" userId="a2975fcd840abfc3" providerId="LiveId" clId="{49CCD4F9-177C-4270-9A14-60236FF377E8}" dt="2026-04-26T10:16:39.960" v="11237" actId="478"/>
          <ac:grpSpMkLst>
            <pc:docMk/>
            <pc:sldMk cId="4095918756" sldId="360"/>
            <ac:grpSpMk id="8" creationId="{460B5358-F19E-D888-80B1-96F0ECE47B06}"/>
          </ac:grpSpMkLst>
        </pc:grpChg>
        <pc:grpChg chg="mod">
          <ac:chgData name="昕 许" userId="a2975fcd840abfc3" providerId="LiveId" clId="{49CCD4F9-177C-4270-9A14-60236FF377E8}" dt="2026-04-26T10:14:05.835" v="11185" actId="1076"/>
          <ac:grpSpMkLst>
            <pc:docMk/>
            <pc:sldMk cId="4095918756" sldId="360"/>
            <ac:grpSpMk id="9" creationId="{0F70678D-94B0-43D9-0EC6-995FE2F00D43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11" creationId="{AF438B05-6141-79C2-C033-B97995C6D061}"/>
          </ac:grpSpMkLst>
        </pc:grpChg>
        <pc:grpChg chg="del">
          <ac:chgData name="昕 许" userId="a2975fcd840abfc3" providerId="LiveId" clId="{49CCD4F9-177C-4270-9A14-60236FF377E8}" dt="2026-04-26T10:14:14.490" v="11188" actId="478"/>
          <ac:grpSpMkLst>
            <pc:docMk/>
            <pc:sldMk cId="4095918756" sldId="360"/>
            <ac:grpSpMk id="21" creationId="{FB65886F-E154-E1C5-F283-870723A87737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4" creationId="{E2DB5B09-5D30-FE46-2860-A52BAF511A93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5" creationId="{9D0107FF-A7DD-4B18-C295-52B52F805C48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27" creationId="{5DC5291E-9B61-F8D8-CE38-A6FC85C5AD45}"/>
          </ac:grpSpMkLst>
        </pc:grpChg>
        <pc:grpChg chg="mod">
          <ac:chgData name="昕 许" userId="a2975fcd840abfc3" providerId="LiveId" clId="{49CCD4F9-177C-4270-9A14-60236FF377E8}" dt="2026-04-26T10:16:50.930" v="11243" actId="164"/>
          <ac:grpSpMkLst>
            <pc:docMk/>
            <pc:sldMk cId="4095918756" sldId="360"/>
            <ac:grpSpMk id="38" creationId="{638BAD3C-DC75-3728-473C-1227D0134C78}"/>
          </ac:grpSpMkLst>
        </pc:grpChg>
        <pc:grpChg chg="del">
          <ac:chgData name="昕 许" userId="a2975fcd840abfc3" providerId="LiveId" clId="{49CCD4F9-177C-4270-9A14-60236FF377E8}" dt="2026-04-26T10:13:03.945" v="11159" actId="478"/>
          <ac:grpSpMkLst>
            <pc:docMk/>
            <pc:sldMk cId="4095918756" sldId="360"/>
            <ac:grpSpMk id="174" creationId="{D6A83DF4-1C11-EC83-3F8F-CAB0D7D6BD02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67" creationId="{9FCDEDAB-AAD3-0C84-0273-EF59CC8CCD3F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82" creationId="{52C1BA9C-7420-5974-B191-64BE4592C9CE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86" creationId="{8EF475E6-4770-424C-2773-4F4451F11465}"/>
          </ac:grpSpMkLst>
        </pc:grpChg>
        <pc:grpChg chg="mod">
          <ac:chgData name="昕 许" userId="a2975fcd840abfc3" providerId="LiveId" clId="{49CCD4F9-177C-4270-9A14-60236FF377E8}" dt="2026-04-26T10:15:24.778" v="11217" actId="1076"/>
          <ac:grpSpMkLst>
            <pc:docMk/>
            <pc:sldMk cId="4095918756" sldId="360"/>
            <ac:grpSpMk id="290" creationId="{00431BF6-9DBC-9A5E-7698-409956D0D8CF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94" creationId="{88819C04-1B3D-4A3A-0029-015C2DCA509B}"/>
          </ac:grpSpMkLst>
        </pc:grpChg>
        <pc:grpChg chg="mod">
          <ac:chgData name="昕 许" userId="a2975fcd840abfc3" providerId="LiveId" clId="{49CCD4F9-177C-4270-9A14-60236FF377E8}" dt="2026-04-26T10:16:55.944" v="11245" actId="164"/>
          <ac:grpSpMkLst>
            <pc:docMk/>
            <pc:sldMk cId="4095918756" sldId="360"/>
            <ac:grpSpMk id="297" creationId="{0B304EC1-DBF2-F6F3-21A6-05A28471614C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08" creationId="{5BC34BE7-D0F7-5FC5-B4B2-C54F5D21E276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11" creationId="{373E27BE-3EC7-E715-A01E-97C0F858AAAB}"/>
          </ac:grpSpMkLst>
        </pc:grpChg>
        <pc:grpChg chg="mod">
          <ac:chgData name="昕 许" userId="a2975fcd840abfc3" providerId="LiveId" clId="{49CCD4F9-177C-4270-9A14-60236FF377E8}" dt="2026-04-26T10:16:47.008" v="11241" actId="164"/>
          <ac:grpSpMkLst>
            <pc:docMk/>
            <pc:sldMk cId="4095918756" sldId="360"/>
            <ac:grpSpMk id="313" creationId="{60DD5060-D903-D7D6-5952-1CC2DD6B9603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59" creationId="{3FF0BED2-9C34-5A37-AA48-16B0720F8505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63" creationId="{A1DAB276-0E84-E6C3-4F43-00B106F919A0}"/>
          </ac:grpSpMkLst>
        </pc:grpChg>
        <pc:grpChg chg="mod">
          <ac:chgData name="昕 许" userId="a2975fcd840abfc3" providerId="LiveId" clId="{49CCD4F9-177C-4270-9A14-60236FF377E8}" dt="2026-04-26T10:17:15.743" v="11250" actId="1076"/>
          <ac:grpSpMkLst>
            <pc:docMk/>
            <pc:sldMk cId="4095918756" sldId="360"/>
            <ac:grpSpMk id="367" creationId="{FA7D110B-B156-9FDB-7CBA-E8C7D650331E}"/>
          </ac:grpSpMkLst>
        </pc:grpChg>
        <pc:grpChg chg="mod">
          <ac:chgData name="昕 许" userId="a2975fcd840abfc3" providerId="LiveId" clId="{49CCD4F9-177C-4270-9A14-60236FF377E8}" dt="2026-04-26T10:16:31.648" v="11235" actId="1076"/>
          <ac:grpSpMkLst>
            <pc:docMk/>
            <pc:sldMk cId="4095918756" sldId="360"/>
            <ac:grpSpMk id="370" creationId="{C575F304-0648-3AC7-6998-A564042FB12A}"/>
          </ac:grpSpMkLst>
        </pc:grpChg>
        <pc:grpChg chg="add mod">
          <ac:chgData name="昕 许" userId="a2975fcd840abfc3" providerId="LiveId" clId="{49CCD4F9-177C-4270-9A14-60236FF377E8}" dt="2026-04-26T10:16:49.219" v="11242" actId="1076"/>
          <ac:grpSpMkLst>
            <pc:docMk/>
            <pc:sldMk cId="4095918756" sldId="360"/>
            <ac:grpSpMk id="380" creationId="{EBB84C2A-A9F1-D9D9-FB1D-DD7CAFDB9A65}"/>
          </ac:grpSpMkLst>
        </pc:grpChg>
        <pc:grpChg chg="add mod">
          <ac:chgData name="昕 许" userId="a2975fcd840abfc3" providerId="LiveId" clId="{49CCD4F9-177C-4270-9A14-60236FF377E8}" dt="2026-04-26T10:16:52.772" v="11244" actId="1076"/>
          <ac:grpSpMkLst>
            <pc:docMk/>
            <pc:sldMk cId="4095918756" sldId="360"/>
            <ac:grpSpMk id="381" creationId="{3C27D907-5B63-9DF9-20F1-EAAAE66387DC}"/>
          </ac:grpSpMkLst>
        </pc:grpChg>
        <pc:grpChg chg="add mod">
          <ac:chgData name="昕 许" userId="a2975fcd840abfc3" providerId="LiveId" clId="{49CCD4F9-177C-4270-9A14-60236FF377E8}" dt="2026-04-26T10:17:02.007" v="11248" actId="1076"/>
          <ac:grpSpMkLst>
            <pc:docMk/>
            <pc:sldMk cId="4095918756" sldId="360"/>
            <ac:grpSpMk id="382" creationId="{9E0F469C-EC8A-C886-8384-6532AD2906D9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2" creationId="{354C2008-0FD9-0F6D-7CC8-370F0CEDC21D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5" creationId="{995B9AF3-0321-4410-2481-D5F17639E2C0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399" creationId="{65BC22DE-93AE-3A79-D265-8B253328195B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03" creationId="{CC980D6E-0265-7156-191C-1AA8CD8DE20B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07" creationId="{5C36523F-7190-03E2-196A-3F4CC1DEE245}"/>
          </ac:grpSpMkLst>
        </pc:grpChg>
        <pc:grpChg chg="mod">
          <ac:chgData name="昕 许" userId="a2975fcd840abfc3" providerId="LiveId" clId="{49CCD4F9-177C-4270-9A14-60236FF377E8}" dt="2026-04-26T10:17:44.011" v="11255" actId="1076"/>
          <ac:grpSpMkLst>
            <pc:docMk/>
            <pc:sldMk cId="4095918756" sldId="360"/>
            <ac:grpSpMk id="410" creationId="{BB5B8479-FA58-ECA9-7DED-B0662869B3D4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2" creationId="{7281581D-9BFC-E4E9-6ACF-8A68B3134B6F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5" creationId="{45847E51-CD9B-951C-DDC4-4800D7EF997C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29" creationId="{683FA0E3-02F8-BA39-94C4-B4B6FD9120E9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33" creationId="{0011C9C5-B8D2-5586-6829-E433CCDBE72A}"/>
          </ac:grpSpMkLst>
        </pc:grpChg>
        <pc:grpChg chg="del mod">
          <ac:chgData name="昕 许" userId="a2975fcd840abfc3" providerId="LiveId" clId="{49CCD4F9-177C-4270-9A14-60236FF377E8}" dt="2026-04-26T10:18:13.720" v="11262" actId="478"/>
          <ac:grpSpMkLst>
            <pc:docMk/>
            <pc:sldMk cId="4095918756" sldId="360"/>
            <ac:grpSpMk id="437" creationId="{0496DA36-F853-83AF-BFEB-27279FB8E682}"/>
          </ac:grpSpMkLst>
        </pc:grpChg>
        <pc:grpChg chg="mod">
          <ac:chgData name="昕 许" userId="a2975fcd840abfc3" providerId="LiveId" clId="{49CCD4F9-177C-4270-9A14-60236FF377E8}" dt="2026-04-26T10:18:21.025" v="11264" actId="1076"/>
          <ac:grpSpMkLst>
            <pc:docMk/>
            <pc:sldMk cId="4095918756" sldId="360"/>
            <ac:grpSpMk id="440" creationId="{C361299D-81A9-931B-3101-DDB76F337D5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1" creationId="{9CDC3112-F91D-F4D8-7843-AF2B68D9F88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4" creationId="{8ACDC61A-9D86-0D97-863C-16400C0CD75B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58" creationId="{5C2316AE-3F58-6739-6CD6-39DB1BCA43C7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62" creationId="{8DAE4EBE-6F2A-C431-2B89-7E436D7AB9A6}"/>
          </ac:grpSpMkLst>
        </pc:grpChg>
        <pc:grpChg chg="mod">
          <ac:chgData name="昕 许" userId="a2975fcd840abfc3" providerId="LiveId" clId="{49CCD4F9-177C-4270-9A14-60236FF377E8}" dt="2026-04-26T10:18:33.395" v="11266" actId="1076"/>
          <ac:grpSpMkLst>
            <pc:docMk/>
            <pc:sldMk cId="4095918756" sldId="360"/>
            <ac:grpSpMk id="465" creationId="{2ECB54AE-3E15-5B11-64E2-3C11ED2A679C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76" creationId="{C0589479-0C2D-E6C9-9D8F-92EBE8A36140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79" creationId="{9ABEE368-F9F4-E2DE-157E-F3C66253E357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83" creationId="{F2687F74-7F2F-4FAC-9A13-42F42FC65A39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87" creationId="{EE68CB30-4AFC-E701-0AF9-D663D90AA2A8}"/>
          </ac:grpSpMkLst>
        </pc:grpChg>
        <pc:grpChg chg="mod">
          <ac:chgData name="昕 许" userId="a2975fcd840abfc3" providerId="LiveId" clId="{49CCD4F9-177C-4270-9A14-60236FF377E8}" dt="2026-04-26T10:18:46.683" v="11270" actId="1076"/>
          <ac:grpSpMkLst>
            <pc:docMk/>
            <pc:sldMk cId="4095918756" sldId="360"/>
            <ac:grpSpMk id="490" creationId="{2DD61393-2784-E255-0431-3737D0A742D3}"/>
          </ac:grpSpMkLst>
        </pc:grpChg>
        <pc:cxnChg chg="add del mod">
          <ac:chgData name="昕 许" userId="a2975fcd840abfc3" providerId="LiveId" clId="{49CCD4F9-177C-4270-9A14-60236FF377E8}" dt="2026-04-26T10:13:27.706" v="11164" actId="478"/>
          <ac:cxnSpMkLst>
            <pc:docMk/>
            <pc:sldMk cId="4095918756" sldId="360"/>
            <ac:cxnSpMk id="2" creationId="{506F328D-6229-2683-E8F0-A1188CB9AF02}"/>
          </ac:cxnSpMkLst>
        </pc:cxnChg>
        <pc:cxnChg chg="add del mod topLvl">
          <ac:chgData name="昕 许" userId="a2975fcd840abfc3" providerId="LiveId" clId="{49CCD4F9-177C-4270-9A14-60236FF377E8}" dt="2026-04-26T10:16:39.960" v="11237" actId="478"/>
          <ac:cxnSpMkLst>
            <pc:docMk/>
            <pc:sldMk cId="4095918756" sldId="360"/>
            <ac:cxnSpMk id="3" creationId="{1C6C952D-FAB3-016E-B850-A07B12C7D465}"/>
          </ac:cxnSpMkLst>
        </pc:cxnChg>
        <pc:cxnChg chg="del mod">
          <ac:chgData name="昕 许" userId="a2975fcd840abfc3" providerId="LiveId" clId="{49CCD4F9-177C-4270-9A14-60236FF377E8}" dt="2026-04-26T10:14:27.949" v="11192" actId="478"/>
          <ac:cxnSpMkLst>
            <pc:docMk/>
            <pc:sldMk cId="4095918756" sldId="360"/>
            <ac:cxnSpMk id="12" creationId="{5768ECE5-BA50-3893-BDE5-A41EFCC126ED}"/>
          </ac:cxnSpMkLst>
        </pc:cxnChg>
        <pc:cxnChg chg="mod">
          <ac:chgData name="昕 许" userId="a2975fcd840abfc3" providerId="LiveId" clId="{49CCD4F9-177C-4270-9A14-60236FF377E8}" dt="2026-04-26T10:14:14.490" v="11188" actId="478"/>
          <ac:cxnSpMkLst>
            <pc:docMk/>
            <pc:sldMk cId="4095918756" sldId="360"/>
            <ac:cxnSpMk id="17" creationId="{FF144520-9997-C45B-5BCD-B29184AA0CB6}"/>
          </ac:cxnSpMkLst>
        </pc:cxnChg>
        <pc:cxnChg chg="mod">
          <ac:chgData name="昕 许" userId="a2975fcd840abfc3" providerId="LiveId" clId="{49CCD4F9-177C-4270-9A14-60236FF377E8}" dt="2026-04-26T10:14:14.490" v="11188" actId="478"/>
          <ac:cxnSpMkLst>
            <pc:docMk/>
            <pc:sldMk cId="4095918756" sldId="360"/>
            <ac:cxnSpMk id="18" creationId="{0D4B8C4F-55B7-4DEA-AC1C-DDA51B5C7DFD}"/>
          </ac:cxnSpMkLst>
        </pc:cxnChg>
        <pc:cxnChg chg="mod">
          <ac:chgData name="昕 许" userId="a2975fcd840abfc3" providerId="LiveId" clId="{49CCD4F9-177C-4270-9A14-60236FF377E8}" dt="2026-04-26T10:14:22.019" v="11190" actId="1076"/>
          <ac:cxnSpMkLst>
            <pc:docMk/>
            <pc:sldMk cId="4095918756" sldId="360"/>
            <ac:cxnSpMk id="19" creationId="{1B678C49-AD50-93F0-E2C3-4933181464A3}"/>
          </ac:cxnSpMkLst>
        </pc:cxnChg>
        <pc:cxnChg chg="add mod">
          <ac:chgData name="昕 许" userId="a2975fcd840abfc3" providerId="LiveId" clId="{49CCD4F9-177C-4270-9A14-60236FF377E8}" dt="2026-04-26T10:16:52.772" v="11244" actId="1076"/>
          <ac:cxnSpMkLst>
            <pc:docMk/>
            <pc:sldMk cId="4095918756" sldId="360"/>
            <ac:cxnSpMk id="66" creationId="{17B20E0C-95C3-D6D5-E478-0DE566343EC7}"/>
          </ac:cxnSpMkLst>
        </pc:cxnChg>
        <pc:cxnChg chg="add mod">
          <ac:chgData name="昕 许" userId="a2975fcd840abfc3" providerId="LiveId" clId="{49CCD4F9-177C-4270-9A14-60236FF377E8}" dt="2026-04-26T10:17:09.097" v="11249" actId="14100"/>
          <ac:cxnSpMkLst>
            <pc:docMk/>
            <pc:sldMk cId="4095918756" sldId="360"/>
            <ac:cxnSpMk id="373" creationId="{6F52F5F9-094E-608D-2000-B5933FA88788}"/>
          </ac:cxnSpMkLst>
        </pc:cxnChg>
        <pc:cxnChg chg="add mod">
          <ac:chgData name="昕 许" userId="a2975fcd840abfc3" providerId="LiveId" clId="{49CCD4F9-177C-4270-9A14-60236FF377E8}" dt="2026-04-26T10:17:02.007" v="11248" actId="1076"/>
          <ac:cxnSpMkLst>
            <pc:docMk/>
            <pc:sldMk cId="4095918756" sldId="360"/>
            <ac:cxnSpMk id="376" creationId="{29F7D5A1-7EC9-C68A-B3D8-34DF6FC0EC01}"/>
          </ac:cxnSpMkLst>
        </pc:cxnChg>
        <pc:cxnChg chg="mod">
          <ac:chgData name="昕 许" userId="a2975fcd840abfc3" providerId="LiveId" clId="{49CCD4F9-177C-4270-9A14-60236FF377E8}" dt="2026-04-26T10:18:21.025" v="11264" actId="1076"/>
          <ac:cxnSpMkLst>
            <pc:docMk/>
            <pc:sldMk cId="4095918756" sldId="360"/>
            <ac:cxnSpMk id="432" creationId="{16260324-667F-4391-B935-C02C3B9D08C6}"/>
          </ac:cxnSpMkLst>
        </pc:cxnChg>
        <pc:cxnChg chg="del mod">
          <ac:chgData name="昕 许" userId="a2975fcd840abfc3" providerId="LiveId" clId="{49CCD4F9-177C-4270-9A14-60236FF377E8}" dt="2026-04-26T10:18:14.441" v="11263" actId="478"/>
          <ac:cxnSpMkLst>
            <pc:docMk/>
            <pc:sldMk cId="4095918756" sldId="360"/>
            <ac:cxnSpMk id="436" creationId="{1B133F7B-680E-D312-61F5-2B46146E0C66}"/>
          </ac:cxnSpMkLst>
        </pc:cxnChg>
        <pc:cxnChg chg="mod">
          <ac:chgData name="昕 许" userId="a2975fcd840abfc3" providerId="LiveId" clId="{49CCD4F9-177C-4270-9A14-60236FF377E8}" dt="2026-04-26T10:18:33.395" v="11266" actId="1076"/>
          <ac:cxnSpMkLst>
            <pc:docMk/>
            <pc:sldMk cId="4095918756" sldId="360"/>
            <ac:cxnSpMk id="448" creationId="{AE3E67E3-A1A6-70ED-6D68-678A3B0EF511}"/>
          </ac:cxnSpMkLst>
        </pc:cxnChg>
        <pc:cxnChg chg="mod">
          <ac:chgData name="昕 许" userId="a2975fcd840abfc3" providerId="LiveId" clId="{49CCD4F9-177C-4270-9A14-60236FF377E8}" dt="2026-04-26T10:18:46.683" v="11270" actId="1076"/>
          <ac:cxnSpMkLst>
            <pc:docMk/>
            <pc:sldMk cId="4095918756" sldId="360"/>
            <ac:cxnSpMk id="470" creationId="{E7F31F93-CA3F-84BF-F752-60D2F2E3E04C}"/>
          </ac:cxnSpMkLst>
        </pc:cxnChg>
        <pc:cxnChg chg="add mod">
          <ac:chgData name="昕 许" userId="a2975fcd840abfc3" providerId="LiveId" clId="{49CCD4F9-177C-4270-9A14-60236FF377E8}" dt="2026-04-26T10:19:16.795" v="11278" actId="14100"/>
          <ac:cxnSpMkLst>
            <pc:docMk/>
            <pc:sldMk cId="4095918756" sldId="360"/>
            <ac:cxnSpMk id="493" creationId="{FA10B838-F6B2-CDA6-218C-0A81918ACAD5}"/>
          </ac:cxnSpMkLst>
        </pc:cxnChg>
        <pc:cxnChg chg="add mod">
          <ac:chgData name="昕 许" userId="a2975fcd840abfc3" providerId="LiveId" clId="{49CCD4F9-177C-4270-9A14-60236FF377E8}" dt="2026-04-26T10:19:27.202" v="11282" actId="14100"/>
          <ac:cxnSpMkLst>
            <pc:docMk/>
            <pc:sldMk cId="4095918756" sldId="360"/>
            <ac:cxnSpMk id="496" creationId="{A2C7D6C7-7146-163C-F2B7-B16235BD74FA}"/>
          </ac:cxnSpMkLst>
        </pc:cxnChg>
        <pc:cxnChg chg="add mod">
          <ac:chgData name="昕 许" userId="a2975fcd840abfc3" providerId="LiveId" clId="{49CCD4F9-177C-4270-9A14-60236FF377E8}" dt="2026-04-26T10:19:34.640" v="11285" actId="14100"/>
          <ac:cxnSpMkLst>
            <pc:docMk/>
            <pc:sldMk cId="4095918756" sldId="360"/>
            <ac:cxnSpMk id="499" creationId="{CB09D061-DE4E-305A-CF7D-99D331B85AB9}"/>
          </ac:cxnSpMkLst>
        </pc:cxnChg>
        <pc:cxnChg chg="add mod">
          <ac:chgData name="昕 许" userId="a2975fcd840abfc3" providerId="LiveId" clId="{49CCD4F9-177C-4270-9A14-60236FF377E8}" dt="2026-04-26T10:19:56.329" v="11291" actId="693"/>
          <ac:cxnSpMkLst>
            <pc:docMk/>
            <pc:sldMk cId="4095918756" sldId="360"/>
            <ac:cxnSpMk id="502" creationId="{2C572979-3C21-D647-3C16-C89779B07E17}"/>
          </ac:cxnSpMkLst>
        </pc:cxnChg>
        <pc:cxnChg chg="add mod">
          <ac:chgData name="昕 许" userId="a2975fcd840abfc3" providerId="LiveId" clId="{49CCD4F9-177C-4270-9A14-60236FF377E8}" dt="2026-04-26T10:20:05.380" v="11296" actId="14100"/>
          <ac:cxnSpMkLst>
            <pc:docMk/>
            <pc:sldMk cId="4095918756" sldId="360"/>
            <ac:cxnSpMk id="505" creationId="{C4C264C2-ABB4-29BC-25D1-06023AE7891D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  <pc:sldChg chg="delSp modSp mod">
        <pc:chgData name="昕 许" userId="a2975fcd840abfc3" providerId="LiveId" clId="{499F0DC1-E14A-440B-BB65-742EF527F893}" dt="2026-04-27T01:42:43.692" v="16" actId="1076"/>
        <pc:sldMkLst>
          <pc:docMk/>
          <pc:sldMk cId="1671019689" sldId="358"/>
        </pc:sldMkLst>
        <pc:spChg chg="mod">
          <ac:chgData name="昕 许" userId="a2975fcd840abfc3" providerId="LiveId" clId="{499F0DC1-E14A-440B-BB65-742EF527F893}" dt="2026-04-27T01:42:38.622" v="15" actId="1076"/>
          <ac:spMkLst>
            <pc:docMk/>
            <pc:sldMk cId="1671019689" sldId="358"/>
            <ac:spMk id="149" creationId="{734696CB-7807-F05F-0F2B-BD15018F2C3D}"/>
          </ac:spMkLst>
        </pc:spChg>
        <pc:spChg chg="del">
          <ac:chgData name="昕 许" userId="a2975fcd840abfc3" providerId="LiveId" clId="{499F0DC1-E14A-440B-BB65-742EF527F893}" dt="2026-04-27T01:42:26.141" v="8" actId="478"/>
          <ac:spMkLst>
            <pc:docMk/>
            <pc:sldMk cId="1671019689" sldId="358"/>
            <ac:spMk id="270" creationId="{B8E1A169-CE7F-6B2C-D8E4-BC50D823F2B5}"/>
          </ac:spMkLst>
        </pc:spChg>
        <pc:spChg chg="del">
          <ac:chgData name="昕 许" userId="a2975fcd840abfc3" providerId="LiveId" clId="{499F0DC1-E14A-440B-BB65-742EF527F893}" dt="2026-04-27T01:42:27.827" v="9" actId="478"/>
          <ac:spMkLst>
            <pc:docMk/>
            <pc:sldMk cId="1671019689" sldId="358"/>
            <ac:spMk id="271" creationId="{FA170A8B-6E0F-6218-32E4-716E2BDE201D}"/>
          </ac:spMkLst>
        </pc:spChg>
        <pc:spChg chg="del">
          <ac:chgData name="昕 许" userId="a2975fcd840abfc3" providerId="LiveId" clId="{499F0DC1-E14A-440B-BB65-742EF527F893}" dt="2026-04-27T01:42:33.681" v="13" actId="478"/>
          <ac:spMkLst>
            <pc:docMk/>
            <pc:sldMk cId="1671019689" sldId="358"/>
            <ac:spMk id="272" creationId="{6BA0430D-AA28-731F-AE18-9182DE2C8EEC}"/>
          </ac:spMkLst>
        </pc:spChg>
        <pc:spChg chg="del">
          <ac:chgData name="昕 许" userId="a2975fcd840abfc3" providerId="LiveId" clId="{499F0DC1-E14A-440B-BB65-742EF527F893}" dt="2026-04-27T01:42:31.076" v="11" actId="478"/>
          <ac:spMkLst>
            <pc:docMk/>
            <pc:sldMk cId="1671019689" sldId="358"/>
            <ac:spMk id="273" creationId="{116BD3CE-4BD1-8200-F7E9-ECEDD2CF388B}"/>
          </ac:spMkLst>
        </pc:spChg>
        <pc:spChg chg="del">
          <ac:chgData name="昕 许" userId="a2975fcd840abfc3" providerId="LiveId" clId="{499F0DC1-E14A-440B-BB65-742EF527F893}" dt="2026-04-27T01:42:29.674" v="10" actId="478"/>
          <ac:spMkLst>
            <pc:docMk/>
            <pc:sldMk cId="1671019689" sldId="358"/>
            <ac:spMk id="274" creationId="{22A5EA6B-F7D2-1515-6375-1F4C157791DB}"/>
          </ac:spMkLst>
        </pc:spChg>
        <pc:spChg chg="del">
          <ac:chgData name="昕 许" userId="a2975fcd840abfc3" providerId="LiveId" clId="{499F0DC1-E14A-440B-BB65-742EF527F893}" dt="2026-04-27T01:42:32.387" v="12" actId="478"/>
          <ac:spMkLst>
            <pc:docMk/>
            <pc:sldMk cId="1671019689" sldId="358"/>
            <ac:spMk id="275" creationId="{CF33402D-E20A-31F8-072B-02C6BC645F69}"/>
          </ac:spMkLst>
        </pc:spChg>
        <pc:spChg chg="del">
          <ac:chgData name="昕 许" userId="a2975fcd840abfc3" providerId="LiveId" clId="{499F0DC1-E14A-440B-BB65-742EF527F893}" dt="2026-04-27T01:42:16.974" v="2" actId="478"/>
          <ac:spMkLst>
            <pc:docMk/>
            <pc:sldMk cId="1671019689" sldId="358"/>
            <ac:spMk id="277" creationId="{D2767B2F-7AE9-AFA5-ACC1-D76C4D167DAF}"/>
          </ac:spMkLst>
        </pc:spChg>
        <pc:spChg chg="del">
          <ac:chgData name="昕 许" userId="a2975fcd840abfc3" providerId="LiveId" clId="{499F0DC1-E14A-440B-BB65-742EF527F893}" dt="2026-04-27T01:42:21.738" v="5" actId="478"/>
          <ac:spMkLst>
            <pc:docMk/>
            <pc:sldMk cId="1671019689" sldId="358"/>
            <ac:spMk id="279" creationId="{16915E4B-D909-6AB0-6ACF-5E49C7AD4811}"/>
          </ac:spMkLst>
        </pc:spChg>
        <pc:spChg chg="del">
          <ac:chgData name="昕 许" userId="a2975fcd840abfc3" providerId="LiveId" clId="{499F0DC1-E14A-440B-BB65-742EF527F893}" dt="2026-04-27T01:42:24.697" v="7" actId="478"/>
          <ac:spMkLst>
            <pc:docMk/>
            <pc:sldMk cId="1671019689" sldId="358"/>
            <ac:spMk id="280" creationId="{34AB645E-EEFC-1A86-AA52-C2BBB971333E}"/>
          </ac:spMkLst>
        </pc:spChg>
        <pc:spChg chg="del">
          <ac:chgData name="昕 许" userId="a2975fcd840abfc3" providerId="LiveId" clId="{499F0DC1-E14A-440B-BB65-742EF527F893}" dt="2026-04-27T01:42:20.424" v="4" actId="478"/>
          <ac:spMkLst>
            <pc:docMk/>
            <pc:sldMk cId="1671019689" sldId="358"/>
            <ac:spMk id="282" creationId="{B413DBEF-8482-09BE-6E03-D377E457BC46}"/>
          </ac:spMkLst>
        </pc:spChg>
        <pc:spChg chg="del">
          <ac:chgData name="昕 许" userId="a2975fcd840abfc3" providerId="LiveId" clId="{499F0DC1-E14A-440B-BB65-742EF527F893}" dt="2026-04-27T01:42:23.473" v="6" actId="478"/>
          <ac:spMkLst>
            <pc:docMk/>
            <pc:sldMk cId="1671019689" sldId="358"/>
            <ac:spMk id="283" creationId="{AF6CAB1B-600C-FB7C-201D-AD3C349087F3}"/>
          </ac:spMkLst>
        </pc:spChg>
        <pc:spChg chg="del">
          <ac:chgData name="昕 许" userId="a2975fcd840abfc3" providerId="LiveId" clId="{499F0DC1-E14A-440B-BB65-742EF527F893}" dt="2026-04-27T01:42:18.401" v="3" actId="478"/>
          <ac:spMkLst>
            <pc:docMk/>
            <pc:sldMk cId="1671019689" sldId="358"/>
            <ac:spMk id="284" creationId="{148D2FF6-81FA-E831-92C9-91FB8F38FA2E}"/>
          </ac:spMkLst>
        </pc:spChg>
        <pc:spChg chg="del mod">
          <ac:chgData name="昕 许" userId="a2975fcd840abfc3" providerId="LiveId" clId="{499F0DC1-E14A-440B-BB65-742EF527F893}" dt="2026-04-27T01:42:15.006" v="1" actId="478"/>
          <ac:spMkLst>
            <pc:docMk/>
            <pc:sldMk cId="1671019689" sldId="358"/>
            <ac:spMk id="285" creationId="{99E13FCE-9574-3458-274D-FBF27F36A127}"/>
          </ac:spMkLst>
        </pc:spChg>
        <pc:grpChg chg="mod">
          <ac:chgData name="昕 许" userId="a2975fcd840abfc3" providerId="LiveId" clId="{499F0DC1-E14A-440B-BB65-742EF527F893}" dt="2026-04-27T01:42:43.692" v="16" actId="1076"/>
          <ac:grpSpMkLst>
            <pc:docMk/>
            <pc:sldMk cId="1671019689" sldId="358"/>
            <ac:grpSpMk id="147" creationId="{D7EF869E-8EEE-2767-2E67-25CF55F8C6C7}"/>
          </ac:grpSpMkLst>
        </pc:grpChg>
        <pc:cxnChg chg="mod">
          <ac:chgData name="昕 许" userId="a2975fcd840abfc3" providerId="LiveId" clId="{499F0DC1-E14A-440B-BB65-742EF527F893}" dt="2026-04-27T01:42:43.692" v="16" actId="1076"/>
          <ac:cxnSpMkLst>
            <pc:docMk/>
            <pc:sldMk cId="1671019689" sldId="358"/>
            <ac:cxnSpMk id="143" creationId="{5C63B0D6-FCA4-AD07-8BAD-A959434E3F4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2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3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4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5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4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9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8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2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9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33DE-A778-CC55-6116-01889B8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C18DD4C-38A6-CEE1-16C8-E0D13F0E54DF}"/>
              </a:ext>
            </a:extLst>
          </p:cNvPr>
          <p:cNvSpPr/>
          <p:nvPr/>
        </p:nvSpPr>
        <p:spPr>
          <a:xfrm>
            <a:off x="3709717" y="1339291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E71D419-5EA2-73AD-E3B3-721E715C82E2}"/>
              </a:ext>
            </a:extLst>
          </p:cNvPr>
          <p:cNvSpPr/>
          <p:nvPr/>
        </p:nvSpPr>
        <p:spPr>
          <a:xfrm>
            <a:off x="3323104" y="1938563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8ED470E-1554-6EAA-002D-CF83DD52FC86}"/>
              </a:ext>
            </a:extLst>
          </p:cNvPr>
          <p:cNvSpPr/>
          <p:nvPr/>
        </p:nvSpPr>
        <p:spPr>
          <a:xfrm>
            <a:off x="4195378" y="1938563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FC9C754-0EAA-5B48-CF99-2E01497691AF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3887913" y="1695683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AF57065-32F9-323B-4A9E-F73642DEA443}"/>
              </a:ext>
            </a:extLst>
          </p:cNvPr>
          <p:cNvCxnSpPr>
            <a:cxnSpLocks/>
            <a:stCxn id="3" idx="0"/>
            <a:endCxn id="2" idx="4"/>
          </p:cNvCxnSpPr>
          <p:nvPr/>
        </p:nvCxnSpPr>
        <p:spPr>
          <a:xfrm flipV="1">
            <a:off x="3501300" y="1695683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0A933E2-3AC4-DD95-6BAC-A563601BC4D2}"/>
              </a:ext>
            </a:extLst>
          </p:cNvPr>
          <p:cNvCxnSpPr>
            <a:cxnSpLocks/>
            <a:stCxn id="3" idx="4"/>
            <a:endCxn id="12" idx="0"/>
          </p:cNvCxnSpPr>
          <p:nvPr/>
        </p:nvCxnSpPr>
        <p:spPr>
          <a:xfrm>
            <a:off x="3501300" y="2294955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602F69-E5E0-30BB-7074-718185AB15DE}"/>
              </a:ext>
            </a:extLst>
          </p:cNvPr>
          <p:cNvCxnSpPr>
            <a:cxnSpLocks/>
            <a:stCxn id="3" idx="4"/>
            <a:endCxn id="15" idx="0"/>
          </p:cNvCxnSpPr>
          <p:nvPr/>
        </p:nvCxnSpPr>
        <p:spPr>
          <a:xfrm flipH="1">
            <a:off x="3241561" y="2294955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69FB7E6-CDCE-D92A-19E9-928C122003C9}"/>
              </a:ext>
            </a:extLst>
          </p:cNvPr>
          <p:cNvSpPr txBox="1"/>
          <p:nvPr/>
        </p:nvSpPr>
        <p:spPr>
          <a:xfrm>
            <a:off x="3749203" y="135754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377E75-618A-5811-D644-860041E733FB}"/>
              </a:ext>
            </a:extLst>
          </p:cNvPr>
          <p:cNvSpPr txBox="1"/>
          <p:nvPr/>
        </p:nvSpPr>
        <p:spPr>
          <a:xfrm>
            <a:off x="3357059" y="1962870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666C1DF-8DE9-E045-5124-5216961A4271}"/>
              </a:ext>
            </a:extLst>
          </p:cNvPr>
          <p:cNvSpPr txBox="1"/>
          <p:nvPr/>
        </p:nvSpPr>
        <p:spPr>
          <a:xfrm>
            <a:off x="4234864" y="195874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5954BFF-687A-FDB1-7FC5-C7E3349D2E9A}"/>
              </a:ext>
            </a:extLst>
          </p:cNvPr>
          <p:cNvGrpSpPr/>
          <p:nvPr/>
        </p:nvGrpSpPr>
        <p:grpSpPr>
          <a:xfrm>
            <a:off x="3063365" y="2638770"/>
            <a:ext cx="356392" cy="356392"/>
            <a:chOff x="4885871" y="2832091"/>
            <a:chExt cx="356392" cy="356392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0FB5786-7E05-DA08-62BE-F6F2079D7DD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C58903B-1296-62A9-0B6F-2B243D4AD34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A549A68-5DDF-F4AA-58BF-6B8A992397D7}"/>
              </a:ext>
            </a:extLst>
          </p:cNvPr>
          <p:cNvGrpSpPr/>
          <p:nvPr/>
        </p:nvGrpSpPr>
        <p:grpSpPr>
          <a:xfrm>
            <a:off x="3548349" y="2638770"/>
            <a:ext cx="356392" cy="356392"/>
            <a:chOff x="5559105" y="2844436"/>
            <a:chExt cx="356392" cy="356392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BC00DA0-8D64-DDBA-BACD-AC21A390BFE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89A550D-F3EC-3764-8689-6B92EE396725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5893C66-EECC-A91A-914E-6B8697DB9A16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4389725" y="2286696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E876536-649C-46BA-FB08-D4913B871EE4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129986" y="228669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3E098EA-FC28-0A00-FFB0-65B9923CA9DC}"/>
              </a:ext>
            </a:extLst>
          </p:cNvPr>
          <p:cNvGrpSpPr/>
          <p:nvPr/>
        </p:nvGrpSpPr>
        <p:grpSpPr>
          <a:xfrm>
            <a:off x="3951790" y="2630511"/>
            <a:ext cx="356392" cy="356392"/>
            <a:chOff x="4885871" y="2832091"/>
            <a:chExt cx="356392" cy="356392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0E1D7854-E5A6-0C9D-223B-CDA29784A7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1C7B4E9-6F8C-B7AC-D2E6-F1FD265D837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652C50E-7A9D-61A3-73E7-CCFBF67453D9}"/>
              </a:ext>
            </a:extLst>
          </p:cNvPr>
          <p:cNvGrpSpPr/>
          <p:nvPr/>
        </p:nvGrpSpPr>
        <p:grpSpPr>
          <a:xfrm>
            <a:off x="4436774" y="2630511"/>
            <a:ext cx="356392" cy="356392"/>
            <a:chOff x="5559105" y="2844436"/>
            <a:chExt cx="356392" cy="356392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CDBFC98-504A-0760-A226-170FE1823E9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A9BE367-2263-8798-3D8F-F391D5B9437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899E46FC-E153-9D04-8209-2D5FD9644545}"/>
              </a:ext>
            </a:extLst>
          </p:cNvPr>
          <p:cNvSpPr/>
          <p:nvPr/>
        </p:nvSpPr>
        <p:spPr>
          <a:xfrm>
            <a:off x="2732479" y="1171370"/>
            <a:ext cx="8834045" cy="52421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1" name="图形 80" descr="复选标记 纯色填充">
            <a:extLst>
              <a:ext uri="{FF2B5EF4-FFF2-40B4-BE49-F238E27FC236}">
                <a16:creationId xmlns:a16="http://schemas.microsoft.com/office/drawing/2014/main" id="{5EFCB4BD-C11C-80CE-2229-0E0236A12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7107" y="3039136"/>
            <a:ext cx="322879" cy="322879"/>
          </a:xfrm>
          <a:prstGeom prst="rect">
            <a:avLst/>
          </a:prstGeom>
        </p:spPr>
      </p:pic>
      <p:sp>
        <p:nvSpPr>
          <p:cNvPr id="82" name="椭圆 81">
            <a:extLst>
              <a:ext uri="{FF2B5EF4-FFF2-40B4-BE49-F238E27FC236}">
                <a16:creationId xmlns:a16="http://schemas.microsoft.com/office/drawing/2014/main" id="{05873420-5E20-E118-1D5D-4252915C6348}"/>
              </a:ext>
            </a:extLst>
          </p:cNvPr>
          <p:cNvSpPr/>
          <p:nvPr/>
        </p:nvSpPr>
        <p:spPr>
          <a:xfrm>
            <a:off x="5919364" y="1339291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7B292C9D-5380-BC5D-2120-B8F0850C7147}"/>
              </a:ext>
            </a:extLst>
          </p:cNvPr>
          <p:cNvSpPr/>
          <p:nvPr/>
        </p:nvSpPr>
        <p:spPr>
          <a:xfrm>
            <a:off x="5532751" y="1938563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2B5AA96-C47E-CC08-DE77-63639B8A59E6}"/>
              </a:ext>
            </a:extLst>
          </p:cNvPr>
          <p:cNvSpPr/>
          <p:nvPr/>
        </p:nvSpPr>
        <p:spPr>
          <a:xfrm>
            <a:off x="6405025" y="1938563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2CA4644-CC7A-E494-2EEA-92BDF88FD356}"/>
              </a:ext>
            </a:extLst>
          </p:cNvPr>
          <p:cNvCxnSpPr>
            <a:cxnSpLocks/>
            <a:stCxn id="82" idx="4"/>
            <a:endCxn id="84" idx="0"/>
          </p:cNvCxnSpPr>
          <p:nvPr/>
        </p:nvCxnSpPr>
        <p:spPr>
          <a:xfrm>
            <a:off x="6097560" y="1695683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9CF72DD9-C5AE-CA00-6595-41D2CC1F54BD}"/>
              </a:ext>
            </a:extLst>
          </p:cNvPr>
          <p:cNvCxnSpPr>
            <a:cxnSpLocks/>
            <a:stCxn id="83" idx="0"/>
            <a:endCxn id="82" idx="4"/>
          </p:cNvCxnSpPr>
          <p:nvPr/>
        </p:nvCxnSpPr>
        <p:spPr>
          <a:xfrm flipV="1">
            <a:off x="5710947" y="1695683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888382F-9C13-8CCA-DC24-F003226F9BDC}"/>
              </a:ext>
            </a:extLst>
          </p:cNvPr>
          <p:cNvCxnSpPr>
            <a:cxnSpLocks/>
            <a:stCxn id="83" idx="4"/>
            <a:endCxn id="96" idx="0"/>
          </p:cNvCxnSpPr>
          <p:nvPr/>
        </p:nvCxnSpPr>
        <p:spPr>
          <a:xfrm>
            <a:off x="5710947" y="2294955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65BB29B-BC90-5CA7-E17C-AFF68EEB0D2C}"/>
              </a:ext>
            </a:extLst>
          </p:cNvPr>
          <p:cNvCxnSpPr>
            <a:cxnSpLocks/>
            <a:stCxn id="83" idx="4"/>
            <a:endCxn id="93" idx="0"/>
          </p:cNvCxnSpPr>
          <p:nvPr/>
        </p:nvCxnSpPr>
        <p:spPr>
          <a:xfrm flipH="1">
            <a:off x="5451208" y="2294955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CA7410C3-5726-9A43-F7FA-6B2218B7BB9E}"/>
              </a:ext>
            </a:extLst>
          </p:cNvPr>
          <p:cNvSpPr txBox="1"/>
          <p:nvPr/>
        </p:nvSpPr>
        <p:spPr>
          <a:xfrm>
            <a:off x="5958850" y="135754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</a:t>
            </a:r>
            <a:endParaRPr lang="zh-CN" altLang="en-US" sz="1400" b="1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5845BBA-5491-662D-F11B-A4617C5F19E3}"/>
              </a:ext>
            </a:extLst>
          </p:cNvPr>
          <p:cNvSpPr txBox="1"/>
          <p:nvPr/>
        </p:nvSpPr>
        <p:spPr>
          <a:xfrm>
            <a:off x="5566706" y="1962870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4</a:t>
            </a:r>
            <a:endParaRPr lang="zh-CN" altLang="en-US" sz="14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7BD847B-2FA4-4D56-959A-E36C20177229}"/>
              </a:ext>
            </a:extLst>
          </p:cNvPr>
          <p:cNvSpPr txBox="1"/>
          <p:nvPr/>
        </p:nvSpPr>
        <p:spPr>
          <a:xfrm>
            <a:off x="6444511" y="195874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</a:t>
            </a:r>
            <a:endParaRPr lang="zh-CN" altLang="en-US" sz="1400" b="1" dirty="0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779BFFBD-56B8-BA8F-65C0-7FF2D4051E06}"/>
              </a:ext>
            </a:extLst>
          </p:cNvPr>
          <p:cNvGrpSpPr/>
          <p:nvPr/>
        </p:nvGrpSpPr>
        <p:grpSpPr>
          <a:xfrm>
            <a:off x="5273012" y="2638770"/>
            <a:ext cx="356392" cy="356392"/>
            <a:chOff x="4885871" y="2832091"/>
            <a:chExt cx="356392" cy="356392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6D07BB01-32A9-193E-6281-B1D51DDF2B96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08635CEC-8C6E-28A5-C97C-5CB6E560E08D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D58EA19-294D-3CEF-5917-79900282C04D}"/>
              </a:ext>
            </a:extLst>
          </p:cNvPr>
          <p:cNvGrpSpPr/>
          <p:nvPr/>
        </p:nvGrpSpPr>
        <p:grpSpPr>
          <a:xfrm>
            <a:off x="5757996" y="2638770"/>
            <a:ext cx="356392" cy="356392"/>
            <a:chOff x="5559105" y="2844436"/>
            <a:chExt cx="356392" cy="356392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03C3AF08-CB89-5C61-4AD2-3CCA6E32BBD0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8879C2C-65DC-F16F-51E5-980C1F02828B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C6268AE5-894F-1F83-0563-3BF9C973C448}"/>
              </a:ext>
            </a:extLst>
          </p:cNvPr>
          <p:cNvCxnSpPr>
            <a:cxnSpLocks/>
            <a:endCxn id="101" idx="0"/>
          </p:cNvCxnSpPr>
          <p:nvPr/>
        </p:nvCxnSpPr>
        <p:spPr>
          <a:xfrm flipH="1">
            <a:off x="6339633" y="228669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DED251B4-A6F1-DA13-00F1-15132B413B59}"/>
              </a:ext>
            </a:extLst>
          </p:cNvPr>
          <p:cNvGrpSpPr/>
          <p:nvPr/>
        </p:nvGrpSpPr>
        <p:grpSpPr>
          <a:xfrm>
            <a:off x="6161437" y="2630511"/>
            <a:ext cx="356392" cy="356392"/>
            <a:chOff x="4885871" y="2832091"/>
            <a:chExt cx="356392" cy="356392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89A56E4-BEBF-E3D1-66E8-DE4734CAAF7E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01FEA1B-886F-A8FE-8986-CDC4B6D95D88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pic>
        <p:nvPicPr>
          <p:cNvPr id="106" name="图形 105" descr="复选标记 纯色填充">
            <a:extLst>
              <a:ext uri="{FF2B5EF4-FFF2-40B4-BE49-F238E27FC236}">
                <a16:creationId xmlns:a16="http://schemas.microsoft.com/office/drawing/2014/main" id="{6E9093A4-9A4E-8966-264B-2C014C423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6754" y="3039136"/>
            <a:ext cx="322879" cy="322879"/>
          </a:xfrm>
          <a:prstGeom prst="rect">
            <a:avLst/>
          </a:prstGeom>
        </p:spPr>
      </p:pic>
      <p:sp>
        <p:nvSpPr>
          <p:cNvPr id="107" name="椭圆 106">
            <a:extLst>
              <a:ext uri="{FF2B5EF4-FFF2-40B4-BE49-F238E27FC236}">
                <a16:creationId xmlns:a16="http://schemas.microsoft.com/office/drawing/2014/main" id="{5F57AE71-8732-0FC3-B04A-2F7ED3CA8E40}"/>
              </a:ext>
            </a:extLst>
          </p:cNvPr>
          <p:cNvSpPr/>
          <p:nvPr/>
        </p:nvSpPr>
        <p:spPr>
          <a:xfrm>
            <a:off x="7929172" y="1339291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1C6683D5-2386-6A62-D1C0-75F0680CAB37}"/>
              </a:ext>
            </a:extLst>
          </p:cNvPr>
          <p:cNvSpPr/>
          <p:nvPr/>
        </p:nvSpPr>
        <p:spPr>
          <a:xfrm>
            <a:off x="7542559" y="1938563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109B8ED0-3C68-E38C-B205-C18DA4402381}"/>
              </a:ext>
            </a:extLst>
          </p:cNvPr>
          <p:cNvCxnSpPr>
            <a:cxnSpLocks/>
            <a:stCxn id="108" idx="0"/>
            <a:endCxn id="107" idx="4"/>
          </p:cNvCxnSpPr>
          <p:nvPr/>
        </p:nvCxnSpPr>
        <p:spPr>
          <a:xfrm flipV="1">
            <a:off x="7720755" y="1695683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4D62628B-83BD-7214-C19E-0A527A1C727E}"/>
              </a:ext>
            </a:extLst>
          </p:cNvPr>
          <p:cNvSpPr txBox="1"/>
          <p:nvPr/>
        </p:nvSpPr>
        <p:spPr>
          <a:xfrm>
            <a:off x="7968658" y="135754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E494287-81A2-AE94-9228-1C3EF3BCCA91}"/>
              </a:ext>
            </a:extLst>
          </p:cNvPr>
          <p:cNvSpPr txBox="1"/>
          <p:nvPr/>
        </p:nvSpPr>
        <p:spPr>
          <a:xfrm>
            <a:off x="7576514" y="1962870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</a:t>
            </a:r>
            <a:endParaRPr lang="zh-CN" altLang="en-US" sz="1400" b="1" dirty="0"/>
          </a:p>
        </p:txBody>
      </p:sp>
      <p:pic>
        <p:nvPicPr>
          <p:cNvPr id="127" name="图形 126" descr="复选标记 纯色填充">
            <a:extLst>
              <a:ext uri="{FF2B5EF4-FFF2-40B4-BE49-F238E27FC236}">
                <a16:creationId xmlns:a16="http://schemas.microsoft.com/office/drawing/2014/main" id="{4D63248A-5997-5CAC-5BF3-23172A1F7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6562" y="3039136"/>
            <a:ext cx="322879" cy="322879"/>
          </a:xfrm>
          <a:prstGeom prst="rect">
            <a:avLst/>
          </a:prstGeom>
        </p:spPr>
      </p:pic>
      <p:sp>
        <p:nvSpPr>
          <p:cNvPr id="128" name="椭圆 127">
            <a:extLst>
              <a:ext uri="{FF2B5EF4-FFF2-40B4-BE49-F238E27FC236}">
                <a16:creationId xmlns:a16="http://schemas.microsoft.com/office/drawing/2014/main" id="{D74085CE-6794-486A-7026-F9601B2F03E3}"/>
              </a:ext>
            </a:extLst>
          </p:cNvPr>
          <p:cNvSpPr/>
          <p:nvPr/>
        </p:nvSpPr>
        <p:spPr>
          <a:xfrm>
            <a:off x="9933007" y="1339291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A0A34B2-76A0-4848-8C99-2A3BC36CE359}"/>
              </a:ext>
            </a:extLst>
          </p:cNvPr>
          <p:cNvSpPr txBox="1"/>
          <p:nvPr/>
        </p:nvSpPr>
        <p:spPr>
          <a:xfrm>
            <a:off x="9972493" y="135754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pic>
        <p:nvPicPr>
          <p:cNvPr id="136" name="图形 135" descr="复选标记 纯色填充">
            <a:extLst>
              <a:ext uri="{FF2B5EF4-FFF2-40B4-BE49-F238E27FC236}">
                <a16:creationId xmlns:a16="http://schemas.microsoft.com/office/drawing/2014/main" id="{E8152FF6-B445-FC52-29E6-83106786F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397" y="3039136"/>
            <a:ext cx="322879" cy="322879"/>
          </a:xfrm>
          <a:prstGeom prst="rect">
            <a:avLst/>
          </a:prstGeom>
        </p:spPr>
      </p:pic>
      <p:sp>
        <p:nvSpPr>
          <p:cNvPr id="137" name="椭圆 136">
            <a:extLst>
              <a:ext uri="{FF2B5EF4-FFF2-40B4-BE49-F238E27FC236}">
                <a16:creationId xmlns:a16="http://schemas.microsoft.com/office/drawing/2014/main" id="{59329BCF-25ED-D267-AF18-40AE348DF121}"/>
              </a:ext>
            </a:extLst>
          </p:cNvPr>
          <p:cNvSpPr/>
          <p:nvPr/>
        </p:nvSpPr>
        <p:spPr>
          <a:xfrm>
            <a:off x="3725868" y="359020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229C3649-5DB4-96FB-AC74-EA86D6C3377C}"/>
              </a:ext>
            </a:extLst>
          </p:cNvPr>
          <p:cNvSpPr/>
          <p:nvPr/>
        </p:nvSpPr>
        <p:spPr>
          <a:xfrm>
            <a:off x="3339255" y="4189476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1AB645C5-1742-7505-6CE3-BBA7D3DBF0A5}"/>
              </a:ext>
            </a:extLst>
          </p:cNvPr>
          <p:cNvSpPr/>
          <p:nvPr/>
        </p:nvSpPr>
        <p:spPr>
          <a:xfrm>
            <a:off x="4211529" y="4189476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2443E9E5-0F37-02CD-3B6F-FA7966FBC01F}"/>
              </a:ext>
            </a:extLst>
          </p:cNvPr>
          <p:cNvCxnSpPr>
            <a:cxnSpLocks/>
            <a:stCxn id="137" idx="4"/>
            <a:endCxn id="139" idx="0"/>
          </p:cNvCxnSpPr>
          <p:nvPr/>
        </p:nvCxnSpPr>
        <p:spPr>
          <a:xfrm>
            <a:off x="3904064" y="3946596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7C7497A3-3F9E-9ACE-A0B7-48AD0C7B4F41}"/>
              </a:ext>
            </a:extLst>
          </p:cNvPr>
          <p:cNvCxnSpPr>
            <a:cxnSpLocks/>
            <a:stCxn id="138" idx="0"/>
            <a:endCxn id="137" idx="4"/>
          </p:cNvCxnSpPr>
          <p:nvPr/>
        </p:nvCxnSpPr>
        <p:spPr>
          <a:xfrm flipV="1">
            <a:off x="3517451" y="3946596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5C63B0D6-FCA4-AD07-8BAD-A959434E3F4E}"/>
              </a:ext>
            </a:extLst>
          </p:cNvPr>
          <p:cNvCxnSpPr>
            <a:cxnSpLocks/>
            <a:stCxn id="138" idx="4"/>
            <a:endCxn id="148" idx="0"/>
          </p:cNvCxnSpPr>
          <p:nvPr/>
        </p:nvCxnSpPr>
        <p:spPr>
          <a:xfrm>
            <a:off x="3517451" y="4545868"/>
            <a:ext cx="364147" cy="3770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3B6CAFC3-CC95-C38A-C6EF-E4F45277E8E1}"/>
              </a:ext>
            </a:extLst>
          </p:cNvPr>
          <p:cNvSpPr txBox="1"/>
          <p:nvPr/>
        </p:nvSpPr>
        <p:spPr>
          <a:xfrm>
            <a:off x="3765354" y="360845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E947A79A-315C-F509-01AE-7E9D9D63BBD2}"/>
              </a:ext>
            </a:extLst>
          </p:cNvPr>
          <p:cNvSpPr txBox="1"/>
          <p:nvPr/>
        </p:nvSpPr>
        <p:spPr>
          <a:xfrm>
            <a:off x="3373210" y="4213783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1BF04B0-3172-AEAF-2865-A9B9B9815A47}"/>
              </a:ext>
            </a:extLst>
          </p:cNvPr>
          <p:cNvSpPr txBox="1"/>
          <p:nvPr/>
        </p:nvSpPr>
        <p:spPr>
          <a:xfrm>
            <a:off x="4251015" y="420965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7EF869E-8EEE-2767-2E67-25CF55F8C6C7}"/>
              </a:ext>
            </a:extLst>
          </p:cNvPr>
          <p:cNvGrpSpPr/>
          <p:nvPr/>
        </p:nvGrpSpPr>
        <p:grpSpPr>
          <a:xfrm>
            <a:off x="3703402" y="4922889"/>
            <a:ext cx="356392" cy="356392"/>
            <a:chOff x="4885871" y="2832091"/>
            <a:chExt cx="356392" cy="356392"/>
          </a:xfrm>
        </p:grpSpPr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E3A3773F-0C52-B146-574C-3CEB44D0DF14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734696CB-7807-F05F-0F2B-BD15018F2C3D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pic>
        <p:nvPicPr>
          <p:cNvPr id="163" name="图形 162" descr="关闭 纯色填充">
            <a:extLst>
              <a:ext uri="{FF2B5EF4-FFF2-40B4-BE49-F238E27FC236}">
                <a16:creationId xmlns:a16="http://schemas.microsoft.com/office/drawing/2014/main" id="{8A83CA9E-B07B-81BF-ADA8-BA5276D7D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4225" y="5374329"/>
            <a:ext cx="356392" cy="356392"/>
          </a:xfrm>
          <a:prstGeom prst="rect">
            <a:avLst/>
          </a:prstGeom>
        </p:spPr>
      </p:pic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5B1EE8A1-75D7-3588-759F-822344B68F13}"/>
              </a:ext>
            </a:extLst>
          </p:cNvPr>
          <p:cNvGrpSpPr/>
          <p:nvPr/>
        </p:nvGrpSpPr>
        <p:grpSpPr>
          <a:xfrm>
            <a:off x="5317354" y="3561767"/>
            <a:ext cx="1729801" cy="2140517"/>
            <a:chOff x="5317354" y="3430535"/>
            <a:chExt cx="1729801" cy="2140517"/>
          </a:xfrm>
        </p:grpSpPr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17CB58BA-896E-E4E2-8131-62AFD42E1475}"/>
                </a:ext>
              </a:extLst>
            </p:cNvPr>
            <p:cNvSpPr/>
            <p:nvPr/>
          </p:nvSpPr>
          <p:spPr>
            <a:xfrm>
              <a:off x="5963706" y="343053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BAED23C4-31B4-59FA-84EB-FFD2BFEEB6FD}"/>
                </a:ext>
              </a:extLst>
            </p:cNvPr>
            <p:cNvSpPr/>
            <p:nvPr/>
          </p:nvSpPr>
          <p:spPr>
            <a:xfrm>
              <a:off x="5577093" y="4029807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A244CC17-F92B-5A5B-C0C9-1658CC308224}"/>
                </a:ext>
              </a:extLst>
            </p:cNvPr>
            <p:cNvSpPr/>
            <p:nvPr/>
          </p:nvSpPr>
          <p:spPr>
            <a:xfrm>
              <a:off x="6449367" y="4029807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1FB5EC75-AF00-7BAB-B154-00CB454F67A2}"/>
                </a:ext>
              </a:extLst>
            </p:cNvPr>
            <p:cNvCxnSpPr>
              <a:cxnSpLocks/>
              <a:stCxn id="165" idx="4"/>
              <a:endCxn id="167" idx="0"/>
            </p:cNvCxnSpPr>
            <p:nvPr/>
          </p:nvCxnSpPr>
          <p:spPr>
            <a:xfrm>
              <a:off x="6141902" y="3786927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50C7BE2-1E0B-C1F5-9BFA-D27EB7C46DB7}"/>
                </a:ext>
              </a:extLst>
            </p:cNvPr>
            <p:cNvCxnSpPr>
              <a:cxnSpLocks/>
              <a:stCxn id="166" idx="0"/>
              <a:endCxn id="165" idx="4"/>
            </p:cNvCxnSpPr>
            <p:nvPr/>
          </p:nvCxnSpPr>
          <p:spPr>
            <a:xfrm flipV="1">
              <a:off x="5755289" y="3786927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E2ECA612-714B-E46E-8CFB-1937CEEDDD5E}"/>
                </a:ext>
              </a:extLst>
            </p:cNvPr>
            <p:cNvCxnSpPr>
              <a:cxnSpLocks/>
              <a:stCxn id="166" idx="4"/>
              <a:endCxn id="179" idx="0"/>
            </p:cNvCxnSpPr>
            <p:nvPr/>
          </p:nvCxnSpPr>
          <p:spPr>
            <a:xfrm>
              <a:off x="5755289" y="4386199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E6A46ACC-1820-6786-E14A-529E46D1946A}"/>
                </a:ext>
              </a:extLst>
            </p:cNvPr>
            <p:cNvCxnSpPr>
              <a:cxnSpLocks/>
              <a:stCxn id="166" idx="4"/>
              <a:endCxn id="176" idx="0"/>
            </p:cNvCxnSpPr>
            <p:nvPr/>
          </p:nvCxnSpPr>
          <p:spPr>
            <a:xfrm flipH="1">
              <a:off x="5495550" y="4386199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85E04F32-2DDB-7539-1189-149E2FEEF589}"/>
                </a:ext>
              </a:extLst>
            </p:cNvPr>
            <p:cNvSpPr txBox="1"/>
            <p:nvPr/>
          </p:nvSpPr>
          <p:spPr>
            <a:xfrm>
              <a:off x="6003192" y="3448786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</a:t>
              </a:r>
              <a:endParaRPr lang="zh-CN" altLang="en-US" sz="1400" b="1" dirty="0"/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5BD7DD81-8720-12DF-51EE-B79E943226B7}"/>
                </a:ext>
              </a:extLst>
            </p:cNvPr>
            <p:cNvSpPr txBox="1"/>
            <p:nvPr/>
          </p:nvSpPr>
          <p:spPr>
            <a:xfrm>
              <a:off x="5611048" y="405411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</a:t>
              </a:r>
              <a:endParaRPr lang="zh-CN" altLang="en-US" sz="1400" b="1" dirty="0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A9CDA5A1-E9FA-9BA3-2C43-A4763460EE81}"/>
                </a:ext>
              </a:extLst>
            </p:cNvPr>
            <p:cNvSpPr txBox="1"/>
            <p:nvPr/>
          </p:nvSpPr>
          <p:spPr>
            <a:xfrm>
              <a:off x="6488853" y="4049985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2</a:t>
              </a:r>
              <a:endParaRPr lang="zh-CN" altLang="en-US" sz="1400" b="1" dirty="0"/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329E9F50-D06D-9F19-5187-3F2CE46A1C66}"/>
                </a:ext>
              </a:extLst>
            </p:cNvPr>
            <p:cNvGrpSpPr/>
            <p:nvPr/>
          </p:nvGrpSpPr>
          <p:grpSpPr>
            <a:xfrm>
              <a:off x="5317354" y="4730014"/>
              <a:ext cx="356392" cy="356392"/>
              <a:chOff x="4885871" y="2832091"/>
              <a:chExt cx="356392" cy="356392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3E227729-D97A-0D56-6496-B1A0D8DD05D4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8888C06F-FD46-DD00-2A6A-2B5FE6D31E30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3</a:t>
                </a:r>
                <a:endParaRPr lang="zh-CN" altLang="en-US" sz="1400" b="1" dirty="0"/>
              </a:p>
            </p:txBody>
          </p:sp>
        </p:grpSp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E66EAA5A-2F5D-7657-A7B8-727266DCE390}"/>
                </a:ext>
              </a:extLst>
            </p:cNvPr>
            <p:cNvGrpSpPr/>
            <p:nvPr/>
          </p:nvGrpSpPr>
          <p:grpSpPr>
            <a:xfrm>
              <a:off x="5802338" y="4730014"/>
              <a:ext cx="356392" cy="356392"/>
              <a:chOff x="5559105" y="2844436"/>
              <a:chExt cx="356392" cy="356392"/>
            </a:xfrm>
          </p:grpSpPr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42774496-5530-147B-9F9B-613C2186998E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161D114-0190-4342-7E87-1BA2690A35D8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</p:grp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F48C6578-F261-070F-D5CB-7A3E65C87EF3}"/>
                </a:ext>
              </a:extLst>
            </p:cNvPr>
            <p:cNvCxnSpPr>
              <a:cxnSpLocks/>
              <a:endCxn id="187" idx="0"/>
            </p:cNvCxnSpPr>
            <p:nvPr/>
          </p:nvCxnSpPr>
          <p:spPr>
            <a:xfrm>
              <a:off x="6643714" y="4377940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B8CCBE12-111B-E642-A297-59F8D780AFF0}"/>
                </a:ext>
              </a:extLst>
            </p:cNvPr>
            <p:cNvGrpSpPr/>
            <p:nvPr/>
          </p:nvGrpSpPr>
          <p:grpSpPr>
            <a:xfrm>
              <a:off x="6690763" y="4721755"/>
              <a:ext cx="356392" cy="356392"/>
              <a:chOff x="5559105" y="2844436"/>
              <a:chExt cx="356392" cy="356392"/>
            </a:xfrm>
          </p:grpSpPr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3FC8C9B1-3601-D7F8-B2DA-A2358CA0DDEB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6F0E2FDF-B285-559A-E9DF-DC7291053FFB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6</a:t>
                </a:r>
                <a:endParaRPr lang="zh-CN" altLang="en-US" sz="1400" b="1" dirty="0"/>
              </a:p>
            </p:txBody>
          </p:sp>
        </p:grpSp>
        <p:pic>
          <p:nvPicPr>
            <p:cNvPr id="189" name="图形 188" descr="关闭 纯色填充">
              <a:extLst>
                <a:ext uri="{FF2B5EF4-FFF2-40B4-BE49-F238E27FC236}">
                  <a16:creationId xmlns:a16="http://schemas.microsoft.com/office/drawing/2014/main" id="{92FAFA35-82B0-DEA8-DC74-C7F11D3261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2063" y="5214660"/>
              <a:ext cx="356392" cy="356392"/>
            </a:xfrm>
            <a:prstGeom prst="rect">
              <a:avLst/>
            </a:prstGeom>
          </p:spPr>
        </p:pic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35A10AAF-D0EA-7A17-04E7-15B4C904DFD0}"/>
              </a:ext>
            </a:extLst>
          </p:cNvPr>
          <p:cNvSpPr txBox="1"/>
          <p:nvPr/>
        </p:nvSpPr>
        <p:spPr>
          <a:xfrm>
            <a:off x="5410887" y="5855513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不是完全二叉树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6360F4E3-BF02-32D6-9255-CC269DAF90D2}"/>
              </a:ext>
            </a:extLst>
          </p:cNvPr>
          <p:cNvSpPr txBox="1"/>
          <p:nvPr/>
        </p:nvSpPr>
        <p:spPr>
          <a:xfrm>
            <a:off x="3201240" y="5855514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不是完全二叉树</a:t>
            </a:r>
          </a:p>
        </p:txBody>
      </p:sp>
      <p:pic>
        <p:nvPicPr>
          <p:cNvPr id="209" name="图形 208" descr="关闭 纯色填充">
            <a:extLst>
              <a:ext uri="{FF2B5EF4-FFF2-40B4-BE49-F238E27FC236}">
                <a16:creationId xmlns:a16="http://schemas.microsoft.com/office/drawing/2014/main" id="{4F441A19-3B8B-2DD8-ABC5-FE05A7D95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6562" y="5330238"/>
            <a:ext cx="356392" cy="356392"/>
          </a:xfrm>
          <a:prstGeom prst="rect">
            <a:avLst/>
          </a:prstGeom>
        </p:spPr>
      </p:pic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3BDB4925-8060-87B6-7419-00F857888CEA}"/>
              </a:ext>
            </a:extLst>
          </p:cNvPr>
          <p:cNvGrpSpPr/>
          <p:nvPr/>
        </p:nvGrpSpPr>
        <p:grpSpPr>
          <a:xfrm>
            <a:off x="7381177" y="3561767"/>
            <a:ext cx="1729801" cy="1655871"/>
            <a:chOff x="3215765" y="1491691"/>
            <a:chExt cx="1729801" cy="1655871"/>
          </a:xfrm>
        </p:grpSpPr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A9E5671B-3AF4-A2C8-0300-06C8E22DCD0D}"/>
                </a:ext>
              </a:extLst>
            </p:cNvPr>
            <p:cNvSpPr/>
            <p:nvPr/>
          </p:nvSpPr>
          <p:spPr>
            <a:xfrm>
              <a:off x="3862117" y="1491691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F7831E53-7762-C091-2FB9-0D127E982A58}"/>
                </a:ext>
              </a:extLst>
            </p:cNvPr>
            <p:cNvSpPr/>
            <p:nvPr/>
          </p:nvSpPr>
          <p:spPr>
            <a:xfrm>
              <a:off x="3475504" y="209096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61236996-96A3-5278-31D9-646F0D2B40B0}"/>
                </a:ext>
              </a:extLst>
            </p:cNvPr>
            <p:cNvSpPr/>
            <p:nvPr/>
          </p:nvSpPr>
          <p:spPr>
            <a:xfrm>
              <a:off x="4347778" y="2090963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C6FD388E-AF2B-6D7C-EA75-BDBD8EBC5156}"/>
                </a:ext>
              </a:extLst>
            </p:cNvPr>
            <p:cNvCxnSpPr>
              <a:cxnSpLocks/>
              <a:stCxn id="216" idx="4"/>
              <a:endCxn id="218" idx="0"/>
            </p:cNvCxnSpPr>
            <p:nvPr/>
          </p:nvCxnSpPr>
          <p:spPr>
            <a:xfrm>
              <a:off x="4040313" y="1848083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EED907F7-9AEE-955D-DB03-F44E6D38E266}"/>
                </a:ext>
              </a:extLst>
            </p:cNvPr>
            <p:cNvCxnSpPr>
              <a:cxnSpLocks/>
              <a:stCxn id="217" idx="0"/>
              <a:endCxn id="216" idx="4"/>
            </p:cNvCxnSpPr>
            <p:nvPr/>
          </p:nvCxnSpPr>
          <p:spPr>
            <a:xfrm flipV="1">
              <a:off x="3653700" y="184808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170C4485-02BE-E2D3-DE65-DF1857E0F230}"/>
                </a:ext>
              </a:extLst>
            </p:cNvPr>
            <p:cNvCxnSpPr>
              <a:cxnSpLocks/>
              <a:stCxn id="217" idx="4"/>
              <a:endCxn id="230" idx="0"/>
            </p:cNvCxnSpPr>
            <p:nvPr/>
          </p:nvCxnSpPr>
          <p:spPr>
            <a:xfrm>
              <a:off x="3653700" y="2447355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DE9654C4-7F74-C307-A17E-4A349E3AB0D3}"/>
                </a:ext>
              </a:extLst>
            </p:cNvPr>
            <p:cNvCxnSpPr>
              <a:cxnSpLocks/>
              <a:stCxn id="217" idx="4"/>
              <a:endCxn id="227" idx="0"/>
            </p:cNvCxnSpPr>
            <p:nvPr/>
          </p:nvCxnSpPr>
          <p:spPr>
            <a:xfrm flipH="1">
              <a:off x="3393961" y="2447355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1AFC9359-73E4-FCDE-9271-935F0F36983E}"/>
                </a:ext>
              </a:extLst>
            </p:cNvPr>
            <p:cNvSpPr txBox="1"/>
            <p:nvPr/>
          </p:nvSpPr>
          <p:spPr>
            <a:xfrm>
              <a:off x="3901603" y="150994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8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DB306CAC-1497-C21E-10A9-F57DB9B3D8A9}"/>
                </a:ext>
              </a:extLst>
            </p:cNvPr>
            <p:cNvSpPr txBox="1"/>
            <p:nvPr/>
          </p:nvSpPr>
          <p:spPr>
            <a:xfrm>
              <a:off x="3509459" y="211527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</a:t>
              </a:r>
              <a:endParaRPr lang="zh-CN" altLang="en-US" sz="1400" b="1" dirty="0"/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72CBC787-5B7B-749D-6F81-9DA762551FB5}"/>
                </a:ext>
              </a:extLst>
            </p:cNvPr>
            <p:cNvSpPr txBox="1"/>
            <p:nvPr/>
          </p:nvSpPr>
          <p:spPr>
            <a:xfrm>
              <a:off x="4387264" y="2111141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2</a:t>
              </a:r>
              <a:endParaRPr lang="zh-CN" altLang="en-US" sz="1400" b="1" dirty="0"/>
            </a:p>
          </p:txBody>
        </p: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C220451B-3B4C-D1FE-B0FD-13298627ACF5}"/>
                </a:ext>
              </a:extLst>
            </p:cNvPr>
            <p:cNvGrpSpPr/>
            <p:nvPr/>
          </p:nvGrpSpPr>
          <p:grpSpPr>
            <a:xfrm>
              <a:off x="3215765" y="2791170"/>
              <a:ext cx="356392" cy="356392"/>
              <a:chOff x="4885871" y="2832091"/>
              <a:chExt cx="356392" cy="356392"/>
            </a:xfrm>
          </p:grpSpPr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9757D4D0-D596-1166-B0AC-540DD6B9AEAD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3799FD31-44B8-8170-8E4C-CDA2AA7ABE54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3</a:t>
                </a:r>
                <a:endParaRPr lang="zh-CN" altLang="en-US" sz="1400" b="1" dirty="0"/>
              </a:p>
            </p:txBody>
          </p:sp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E4063A94-38A5-F530-1E64-CF7B1AB14EF9}"/>
                </a:ext>
              </a:extLst>
            </p:cNvPr>
            <p:cNvGrpSpPr/>
            <p:nvPr/>
          </p:nvGrpSpPr>
          <p:grpSpPr>
            <a:xfrm>
              <a:off x="3700749" y="2791170"/>
              <a:ext cx="356392" cy="356392"/>
              <a:chOff x="5559105" y="2844436"/>
              <a:chExt cx="356392" cy="356392"/>
            </a:xfrm>
          </p:grpSpPr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4B0030F5-64FA-0622-F0AE-957230F0CC7E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08D73FBD-5B12-E405-DB62-B1767EBF52D0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</p:grp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9075721D-18C5-B566-73C4-78962296F929}"/>
                </a:ext>
              </a:extLst>
            </p:cNvPr>
            <p:cNvCxnSpPr>
              <a:cxnSpLocks/>
              <a:endCxn id="238" idx="0"/>
            </p:cNvCxnSpPr>
            <p:nvPr/>
          </p:nvCxnSpPr>
          <p:spPr>
            <a:xfrm>
              <a:off x="4542125" y="2439096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1F724A0F-D5EC-1324-08CE-10EF8D1B2B1F}"/>
                </a:ext>
              </a:extLst>
            </p:cNvPr>
            <p:cNvCxnSpPr>
              <a:cxnSpLocks/>
              <a:endCxn id="235" idx="0"/>
            </p:cNvCxnSpPr>
            <p:nvPr/>
          </p:nvCxnSpPr>
          <p:spPr>
            <a:xfrm flipH="1">
              <a:off x="4282386" y="2439096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25D80498-D9D9-F5FD-1EB8-5F602B8E6E86}"/>
                </a:ext>
              </a:extLst>
            </p:cNvPr>
            <p:cNvGrpSpPr/>
            <p:nvPr/>
          </p:nvGrpSpPr>
          <p:grpSpPr>
            <a:xfrm>
              <a:off x="4104190" y="2782911"/>
              <a:ext cx="356392" cy="356392"/>
              <a:chOff x="4885871" y="2832091"/>
              <a:chExt cx="356392" cy="356392"/>
            </a:xfrm>
          </p:grpSpPr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244BCCF7-2B47-B3F1-DCC7-23A4FA6F6B84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5BD43ADA-8FDD-3CB7-9793-6A98C1B3BC84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CC9770F6-7A9C-CF48-EB3E-ED931FA71606}"/>
                </a:ext>
              </a:extLst>
            </p:cNvPr>
            <p:cNvGrpSpPr/>
            <p:nvPr/>
          </p:nvGrpSpPr>
          <p:grpSpPr>
            <a:xfrm>
              <a:off x="4589174" y="2782911"/>
              <a:ext cx="356392" cy="356392"/>
              <a:chOff x="5559105" y="2844436"/>
              <a:chExt cx="356392" cy="356392"/>
            </a:xfrm>
          </p:grpSpPr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35C3325D-987D-427E-CE46-48BA83691727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0893BE19-6EB5-E439-5815-BEB2AC1F2753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6</a:t>
                </a:r>
                <a:endParaRPr lang="zh-CN" altLang="en-US" sz="1400" b="1" dirty="0"/>
              </a:p>
            </p:txBody>
          </p:sp>
        </p:grpSp>
      </p:grp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43F962B-D34F-6057-DE89-6586B5A3A52E}"/>
              </a:ext>
            </a:extLst>
          </p:cNvPr>
          <p:cNvSpPr txBox="1"/>
          <p:nvPr/>
        </p:nvSpPr>
        <p:spPr>
          <a:xfrm>
            <a:off x="7608890" y="5854551"/>
            <a:ext cx="1274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违法大小规则</a:t>
            </a: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D72D606F-81CB-E54C-920B-8BADB2822603}"/>
              </a:ext>
            </a:extLst>
          </p:cNvPr>
          <p:cNvGrpSpPr/>
          <p:nvPr/>
        </p:nvGrpSpPr>
        <p:grpSpPr>
          <a:xfrm>
            <a:off x="9349665" y="3535606"/>
            <a:ext cx="1729801" cy="1655871"/>
            <a:chOff x="3215765" y="1491691"/>
            <a:chExt cx="1729801" cy="1655871"/>
          </a:xfrm>
        </p:grpSpPr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41FF89DD-0B2A-F9F5-2A8D-DB973E947469}"/>
                </a:ext>
              </a:extLst>
            </p:cNvPr>
            <p:cNvSpPr/>
            <p:nvPr/>
          </p:nvSpPr>
          <p:spPr>
            <a:xfrm>
              <a:off x="3862117" y="14916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3D0840F8-E31C-1A7D-6F8D-7C9E12E5FF86}"/>
                </a:ext>
              </a:extLst>
            </p:cNvPr>
            <p:cNvSpPr/>
            <p:nvPr/>
          </p:nvSpPr>
          <p:spPr>
            <a:xfrm>
              <a:off x="3475504" y="2090963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79E613E6-4750-616A-D044-57E216B1AFD2}"/>
                </a:ext>
              </a:extLst>
            </p:cNvPr>
            <p:cNvSpPr/>
            <p:nvPr/>
          </p:nvSpPr>
          <p:spPr>
            <a:xfrm>
              <a:off x="4347778" y="2090963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FF0000"/>
                </a:solidFill>
              </a:endParaRPr>
            </a:p>
          </p:txBody>
        </p: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0DD95B56-8006-C762-22A9-EB59EB055A77}"/>
                </a:ext>
              </a:extLst>
            </p:cNvPr>
            <p:cNvCxnSpPr>
              <a:cxnSpLocks/>
              <a:stCxn id="243" idx="4"/>
              <a:endCxn id="245" idx="0"/>
            </p:cNvCxnSpPr>
            <p:nvPr/>
          </p:nvCxnSpPr>
          <p:spPr>
            <a:xfrm>
              <a:off x="4040313" y="1848083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6DF01E70-E3F3-2BCB-588A-19097314D21B}"/>
                </a:ext>
              </a:extLst>
            </p:cNvPr>
            <p:cNvCxnSpPr>
              <a:cxnSpLocks/>
              <a:stCxn id="244" idx="0"/>
              <a:endCxn id="243" idx="4"/>
            </p:cNvCxnSpPr>
            <p:nvPr/>
          </p:nvCxnSpPr>
          <p:spPr>
            <a:xfrm flipV="1">
              <a:off x="3653700" y="1848083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7C84A6FA-4950-315F-BB5D-46684410E4F7}"/>
                </a:ext>
              </a:extLst>
            </p:cNvPr>
            <p:cNvCxnSpPr>
              <a:cxnSpLocks/>
              <a:stCxn id="244" idx="4"/>
              <a:endCxn id="263" idx="0"/>
            </p:cNvCxnSpPr>
            <p:nvPr/>
          </p:nvCxnSpPr>
          <p:spPr>
            <a:xfrm>
              <a:off x="3653700" y="2447355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EAB332C5-CDA2-B697-7079-6C0595346C6C}"/>
                </a:ext>
              </a:extLst>
            </p:cNvPr>
            <p:cNvCxnSpPr>
              <a:cxnSpLocks/>
              <a:stCxn id="244" idx="4"/>
              <a:endCxn id="265" idx="0"/>
            </p:cNvCxnSpPr>
            <p:nvPr/>
          </p:nvCxnSpPr>
          <p:spPr>
            <a:xfrm flipH="1">
              <a:off x="3393961" y="2447355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C9B9E1CC-96FA-DFF3-7FDD-1613BC104053}"/>
                </a:ext>
              </a:extLst>
            </p:cNvPr>
            <p:cNvSpPr txBox="1"/>
            <p:nvPr/>
          </p:nvSpPr>
          <p:spPr>
            <a:xfrm>
              <a:off x="3901603" y="150994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1</a:t>
              </a:r>
              <a:endParaRPr lang="zh-CN" altLang="en-US" sz="1400" b="1" dirty="0"/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AFF8AEFC-644A-3F1A-A9EB-F3002344333B}"/>
                </a:ext>
              </a:extLst>
            </p:cNvPr>
            <p:cNvSpPr txBox="1"/>
            <p:nvPr/>
          </p:nvSpPr>
          <p:spPr>
            <a:xfrm>
              <a:off x="3509459" y="2115270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5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08EA5D10-6B35-E7D5-16C4-8A322B4F1FFF}"/>
                </a:ext>
              </a:extLst>
            </p:cNvPr>
            <p:cNvSpPr txBox="1"/>
            <p:nvPr/>
          </p:nvSpPr>
          <p:spPr>
            <a:xfrm>
              <a:off x="4387264" y="2111141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4</a:t>
              </a:r>
              <a:endParaRPr lang="zh-CN" altLang="en-US" sz="14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253" name="组合 252">
              <a:extLst>
                <a:ext uri="{FF2B5EF4-FFF2-40B4-BE49-F238E27FC236}">
                  <a16:creationId xmlns:a16="http://schemas.microsoft.com/office/drawing/2014/main" id="{72D2E63B-E6D8-E4BA-6E08-93FCF29DB12D}"/>
                </a:ext>
              </a:extLst>
            </p:cNvPr>
            <p:cNvGrpSpPr/>
            <p:nvPr/>
          </p:nvGrpSpPr>
          <p:grpSpPr>
            <a:xfrm>
              <a:off x="3215765" y="2791170"/>
              <a:ext cx="356392" cy="356392"/>
              <a:chOff x="4885871" y="2832091"/>
              <a:chExt cx="356392" cy="356392"/>
            </a:xfrm>
          </p:grpSpPr>
          <p:sp>
            <p:nvSpPr>
              <p:cNvPr id="265" name="椭圆 264">
                <a:extLst>
                  <a:ext uri="{FF2B5EF4-FFF2-40B4-BE49-F238E27FC236}">
                    <a16:creationId xmlns:a16="http://schemas.microsoft.com/office/drawing/2014/main" id="{5F0C96CB-950D-9EC7-0FA6-B5E6F7C55500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A3508379-7EC7-743F-9D88-4CC2F916DB04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3</a:t>
                </a:r>
                <a:endParaRPr lang="zh-CN" altLang="en-US" sz="1400" b="1" dirty="0"/>
              </a:p>
            </p:txBody>
          </p:sp>
        </p:grpSp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239CD0C5-3C9E-DF12-6A34-9A983EA4647A}"/>
                </a:ext>
              </a:extLst>
            </p:cNvPr>
            <p:cNvGrpSpPr/>
            <p:nvPr/>
          </p:nvGrpSpPr>
          <p:grpSpPr>
            <a:xfrm>
              <a:off x="3700749" y="2791170"/>
              <a:ext cx="356392" cy="356392"/>
              <a:chOff x="5559105" y="2844436"/>
              <a:chExt cx="356392" cy="356392"/>
            </a:xfrm>
          </p:grpSpPr>
          <p:sp>
            <p:nvSpPr>
              <p:cNvPr id="263" name="椭圆 262">
                <a:extLst>
                  <a:ext uri="{FF2B5EF4-FFF2-40B4-BE49-F238E27FC236}">
                    <a16:creationId xmlns:a16="http://schemas.microsoft.com/office/drawing/2014/main" id="{2B10B7DD-9587-E8A4-C78A-A2AA92C0FA37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C571ABBE-32D3-CDBA-B1AA-0425CC0F0D0C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</p:grp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4C960F32-4E09-9620-0228-FF6E3FD73BC5}"/>
                </a:ext>
              </a:extLst>
            </p:cNvPr>
            <p:cNvCxnSpPr>
              <a:cxnSpLocks/>
              <a:endCxn id="259" idx="0"/>
            </p:cNvCxnSpPr>
            <p:nvPr/>
          </p:nvCxnSpPr>
          <p:spPr>
            <a:xfrm>
              <a:off x="4542125" y="2439096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A9636103-9AF2-C209-FF3C-EA7248D412EB}"/>
                </a:ext>
              </a:extLst>
            </p:cNvPr>
            <p:cNvCxnSpPr>
              <a:cxnSpLocks/>
              <a:endCxn id="261" idx="0"/>
            </p:cNvCxnSpPr>
            <p:nvPr/>
          </p:nvCxnSpPr>
          <p:spPr>
            <a:xfrm flipH="1">
              <a:off x="4282386" y="2439096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BE8F6E53-2027-0971-A726-6C7BF7198BE6}"/>
                </a:ext>
              </a:extLst>
            </p:cNvPr>
            <p:cNvGrpSpPr/>
            <p:nvPr/>
          </p:nvGrpSpPr>
          <p:grpSpPr>
            <a:xfrm>
              <a:off x="4104190" y="2782911"/>
              <a:ext cx="356392" cy="356392"/>
              <a:chOff x="4885871" y="2832091"/>
              <a:chExt cx="356392" cy="356392"/>
            </a:xfrm>
          </p:grpSpPr>
          <p:sp>
            <p:nvSpPr>
              <p:cNvPr id="261" name="椭圆 260">
                <a:extLst>
                  <a:ext uri="{FF2B5EF4-FFF2-40B4-BE49-F238E27FC236}">
                    <a16:creationId xmlns:a16="http://schemas.microsoft.com/office/drawing/2014/main" id="{3288A560-35FD-78D9-C229-13C004134F4F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1E57BE18-2AAD-5A81-86D5-FF9C65C9B28F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1</a:t>
                </a:r>
                <a:endParaRPr lang="zh-CN" altLang="en-US" sz="1400" b="1" dirty="0"/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08CBCE40-AD3B-3578-0C2B-C7684991BD48}"/>
                </a:ext>
              </a:extLst>
            </p:cNvPr>
            <p:cNvGrpSpPr/>
            <p:nvPr/>
          </p:nvGrpSpPr>
          <p:grpSpPr>
            <a:xfrm>
              <a:off x="4589174" y="2782911"/>
              <a:ext cx="356392" cy="356392"/>
              <a:chOff x="5559105" y="2844436"/>
              <a:chExt cx="356392" cy="356392"/>
            </a:xfrm>
          </p:grpSpPr>
          <p:sp>
            <p:nvSpPr>
              <p:cNvPr id="259" name="椭圆 258">
                <a:extLst>
                  <a:ext uri="{FF2B5EF4-FFF2-40B4-BE49-F238E27FC236}">
                    <a16:creationId xmlns:a16="http://schemas.microsoft.com/office/drawing/2014/main" id="{1C1878CC-28FE-1A63-460D-057AB16C31BC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243D8982-6DF5-8117-DAE5-5EF9E405F1F1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6</a:t>
                </a:r>
                <a:endParaRPr lang="zh-CN" altLang="en-US" sz="1400" b="1" dirty="0"/>
              </a:p>
            </p:txBody>
          </p:sp>
        </p:grpSp>
      </p:grpSp>
      <p:pic>
        <p:nvPicPr>
          <p:cNvPr id="267" name="图形 266" descr="关闭 纯色填充">
            <a:extLst>
              <a:ext uri="{FF2B5EF4-FFF2-40B4-BE49-F238E27FC236}">
                <a16:creationId xmlns:a16="http://schemas.microsoft.com/office/drawing/2014/main" id="{76AAF341-B61A-DE2A-850B-12C7D07BE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1203" y="5330238"/>
            <a:ext cx="356392" cy="356392"/>
          </a:xfrm>
          <a:prstGeom prst="rect">
            <a:avLst/>
          </a:prstGeom>
        </p:spPr>
      </p:pic>
      <p:sp>
        <p:nvSpPr>
          <p:cNvPr id="268" name="文本框 267">
            <a:extLst>
              <a:ext uri="{FF2B5EF4-FFF2-40B4-BE49-F238E27FC236}">
                <a16:creationId xmlns:a16="http://schemas.microsoft.com/office/drawing/2014/main" id="{98AD6FE8-1A35-0233-83FE-C5B49A96282F}"/>
              </a:ext>
            </a:extLst>
          </p:cNvPr>
          <p:cNvSpPr txBox="1"/>
          <p:nvPr/>
        </p:nvSpPr>
        <p:spPr>
          <a:xfrm>
            <a:off x="9693531" y="5854551"/>
            <a:ext cx="1274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违法大小规则</a:t>
            </a:r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7FA35952-9169-5503-F283-BD3B25518BBE}"/>
              </a:ext>
            </a:extLst>
          </p:cNvPr>
          <p:cNvSpPr txBox="1"/>
          <p:nvPr/>
        </p:nvSpPr>
        <p:spPr>
          <a:xfrm>
            <a:off x="2676917" y="816722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小根堆示例</a:t>
            </a:r>
          </a:p>
        </p:txBody>
      </p:sp>
    </p:spTree>
    <p:extLst>
      <p:ext uri="{BB962C8B-B14F-4D97-AF65-F5344CB8AC3E}">
        <p14:creationId xmlns:p14="http://schemas.microsoft.com/office/powerpoint/2010/main" val="167101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6F32-FCC9-D54C-1AFA-7C9D419D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34F3FB7D-6F1A-A03C-4728-A1CCD4D6A3A3}"/>
              </a:ext>
            </a:extLst>
          </p:cNvPr>
          <p:cNvSpPr/>
          <p:nvPr/>
        </p:nvSpPr>
        <p:spPr>
          <a:xfrm>
            <a:off x="1271901" y="154592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47F20B4-DD7D-9BAE-56A9-A23209103B9E}"/>
              </a:ext>
            </a:extLst>
          </p:cNvPr>
          <p:cNvSpPr/>
          <p:nvPr/>
        </p:nvSpPr>
        <p:spPr>
          <a:xfrm>
            <a:off x="2144175" y="154592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DCA6EF5-3872-AEA0-3BC7-3DE3BD8FC995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>
            <a:off x="1836710" y="1303042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10338FB-8120-E19D-0380-0606E1ED5B95}"/>
              </a:ext>
            </a:extLst>
          </p:cNvPr>
          <p:cNvCxnSpPr>
            <a:cxnSpLocks/>
            <a:stCxn id="31" idx="0"/>
            <a:endCxn id="30" idx="4"/>
          </p:cNvCxnSpPr>
          <p:nvPr/>
        </p:nvCxnSpPr>
        <p:spPr>
          <a:xfrm flipV="1">
            <a:off x="1450097" y="1303042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10D7F54-7C87-D54A-B932-25785FC01CF0}"/>
              </a:ext>
            </a:extLst>
          </p:cNvPr>
          <p:cNvCxnSpPr>
            <a:cxnSpLocks/>
            <a:stCxn id="31" idx="4"/>
            <a:endCxn id="53" idx="0"/>
          </p:cNvCxnSpPr>
          <p:nvPr/>
        </p:nvCxnSpPr>
        <p:spPr>
          <a:xfrm>
            <a:off x="1450097" y="1902314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96C1459-8370-EFAA-589B-EDB200B7E8DE}"/>
              </a:ext>
            </a:extLst>
          </p:cNvPr>
          <p:cNvCxnSpPr>
            <a:cxnSpLocks/>
            <a:stCxn id="31" idx="4"/>
            <a:endCxn id="50" idx="0"/>
          </p:cNvCxnSpPr>
          <p:nvPr/>
        </p:nvCxnSpPr>
        <p:spPr>
          <a:xfrm flipH="1">
            <a:off x="1190358" y="1902314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79674B4-3B51-F166-8767-6CCF1622EEA8}"/>
              </a:ext>
            </a:extLst>
          </p:cNvPr>
          <p:cNvGrpSpPr/>
          <p:nvPr/>
        </p:nvGrpSpPr>
        <p:grpSpPr>
          <a:xfrm>
            <a:off x="1658514" y="946650"/>
            <a:ext cx="356392" cy="356392"/>
            <a:chOff x="3868314" y="917016"/>
            <a:chExt cx="356392" cy="35639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5888175-DFE3-E02D-AEB7-DAC1DA779C89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59FFFDA-DF7D-0B34-74B2-F54F96F8DC3F}"/>
                </a:ext>
              </a:extLst>
            </p:cNvPr>
            <p:cNvSpPr txBox="1"/>
            <p:nvPr/>
          </p:nvSpPr>
          <p:spPr>
            <a:xfrm>
              <a:off x="3907800" y="93526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ED04D18-4368-D911-F2E8-BAD1A4EAD8D8}"/>
              </a:ext>
            </a:extLst>
          </p:cNvPr>
          <p:cNvSpPr txBox="1"/>
          <p:nvPr/>
        </p:nvSpPr>
        <p:spPr>
          <a:xfrm>
            <a:off x="1305856" y="1570229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434A086-04E5-0234-42A8-EF579F8E9B7F}"/>
              </a:ext>
            </a:extLst>
          </p:cNvPr>
          <p:cNvSpPr txBox="1"/>
          <p:nvPr/>
        </p:nvSpPr>
        <p:spPr>
          <a:xfrm>
            <a:off x="2183661" y="1566100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D9513F8-E603-FB45-798B-EE516CFA41A8}"/>
              </a:ext>
            </a:extLst>
          </p:cNvPr>
          <p:cNvGrpSpPr/>
          <p:nvPr/>
        </p:nvGrpSpPr>
        <p:grpSpPr>
          <a:xfrm>
            <a:off x="1012162" y="2246129"/>
            <a:ext cx="356392" cy="356392"/>
            <a:chOff x="4885871" y="2832091"/>
            <a:chExt cx="356392" cy="356392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7A0B83E-81DA-418D-EE58-315534083D16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5310B06-E256-8349-6E81-AB96889485E0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10683EF-BB49-98BE-46E0-803B59E52BC2}"/>
              </a:ext>
            </a:extLst>
          </p:cNvPr>
          <p:cNvGrpSpPr/>
          <p:nvPr/>
        </p:nvGrpSpPr>
        <p:grpSpPr>
          <a:xfrm>
            <a:off x="1497146" y="2246129"/>
            <a:ext cx="356392" cy="356392"/>
            <a:chOff x="5559105" y="2844436"/>
            <a:chExt cx="356392" cy="356392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739EE4D-1161-6A1A-A1FE-B810DDCC2ED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11DB99F2-4A45-1FD2-06F4-2C3123E8E4A9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B8AC57C-1EB9-DAB8-E629-010716E014EB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2078783" y="1894055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B207CC2F-696A-4C0C-EE1C-12677310A7E9}"/>
              </a:ext>
            </a:extLst>
          </p:cNvPr>
          <p:cNvGrpSpPr/>
          <p:nvPr/>
        </p:nvGrpSpPr>
        <p:grpSpPr>
          <a:xfrm>
            <a:off x="1900587" y="2237870"/>
            <a:ext cx="356392" cy="356392"/>
            <a:chOff x="4885871" y="2832091"/>
            <a:chExt cx="356392" cy="356392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A708554E-9D90-5961-A4EC-D3EE5C56E711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2746EEF-99A5-2EAF-ED9A-10CB049DBD03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A59886F-C3D1-71D1-FB39-B1ACD8E42E76}"/>
              </a:ext>
            </a:extLst>
          </p:cNvPr>
          <p:cNvCxnSpPr>
            <a:cxnSpLocks/>
          </p:cNvCxnSpPr>
          <p:nvPr/>
        </p:nvCxnSpPr>
        <p:spPr>
          <a:xfrm>
            <a:off x="2673350" y="1873877"/>
            <a:ext cx="76517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DBF86EA-38AC-0F93-1664-CACB6ADE3DF1}"/>
              </a:ext>
            </a:extLst>
          </p:cNvPr>
          <p:cNvGrpSpPr/>
          <p:nvPr/>
        </p:nvGrpSpPr>
        <p:grpSpPr>
          <a:xfrm>
            <a:off x="3055884" y="1545922"/>
            <a:ext cx="298251" cy="284337"/>
            <a:chOff x="3868314" y="917016"/>
            <a:chExt cx="356392" cy="356392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FFB3CE44-D9D0-D796-6D01-2F642AD0E558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94F920-8242-0A2B-3D3E-58D8B130AD94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solidFill>
                    <a:schemeClr val="accent6"/>
                  </a:solidFill>
                </a:rPr>
                <a:t>3</a:t>
              </a:r>
              <a:endParaRPr lang="zh-CN" altLang="en-US" sz="11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8BC405BC-3DF1-4352-0615-562CA48AA86C}"/>
              </a:ext>
            </a:extLst>
          </p:cNvPr>
          <p:cNvSpPr txBox="1"/>
          <p:nvPr/>
        </p:nvSpPr>
        <p:spPr>
          <a:xfrm>
            <a:off x="2622935" y="1570370"/>
            <a:ext cx="513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chemeClr val="accent6"/>
                </a:solidFill>
              </a:rPr>
              <a:t>插入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00D3F122-1E61-00D0-4BD5-8694EEAF90D0}"/>
              </a:ext>
            </a:extLst>
          </p:cNvPr>
          <p:cNvSpPr/>
          <p:nvPr/>
        </p:nvSpPr>
        <p:spPr>
          <a:xfrm>
            <a:off x="3665229" y="154592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CA1FBEE-F896-F4FB-B432-0C016EE8AB69}"/>
              </a:ext>
            </a:extLst>
          </p:cNvPr>
          <p:cNvSpPr/>
          <p:nvPr/>
        </p:nvSpPr>
        <p:spPr>
          <a:xfrm>
            <a:off x="4537503" y="1545922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8495102-8CCD-400E-D221-4383430E4055}"/>
              </a:ext>
            </a:extLst>
          </p:cNvPr>
          <p:cNvCxnSpPr>
            <a:cxnSpLocks/>
            <a:stCxn id="79" idx="4"/>
            <a:endCxn id="73" idx="0"/>
          </p:cNvCxnSpPr>
          <p:nvPr/>
        </p:nvCxnSpPr>
        <p:spPr>
          <a:xfrm>
            <a:off x="4230038" y="1303042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F8245E1-D17B-897F-256E-8B83A287E51E}"/>
              </a:ext>
            </a:extLst>
          </p:cNvPr>
          <p:cNvCxnSpPr>
            <a:cxnSpLocks/>
            <a:stCxn id="72" idx="0"/>
            <a:endCxn id="79" idx="4"/>
          </p:cNvCxnSpPr>
          <p:nvPr/>
        </p:nvCxnSpPr>
        <p:spPr>
          <a:xfrm flipV="1">
            <a:off x="3843425" y="1303042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601132E-D299-6ADD-04F4-1DD05656DA23}"/>
              </a:ext>
            </a:extLst>
          </p:cNvPr>
          <p:cNvCxnSpPr>
            <a:cxnSpLocks/>
            <a:stCxn id="72" idx="4"/>
            <a:endCxn id="87" idx="0"/>
          </p:cNvCxnSpPr>
          <p:nvPr/>
        </p:nvCxnSpPr>
        <p:spPr>
          <a:xfrm>
            <a:off x="3843425" y="1902314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8EB990B-42A0-8956-DC67-2F0A8123AF26}"/>
              </a:ext>
            </a:extLst>
          </p:cNvPr>
          <p:cNvCxnSpPr>
            <a:cxnSpLocks/>
            <a:stCxn id="72" idx="4"/>
            <a:endCxn id="84" idx="0"/>
          </p:cNvCxnSpPr>
          <p:nvPr/>
        </p:nvCxnSpPr>
        <p:spPr>
          <a:xfrm flipH="1">
            <a:off x="3583686" y="1902314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962B507-94B3-AD88-1D24-0EC7D8D7018C}"/>
              </a:ext>
            </a:extLst>
          </p:cNvPr>
          <p:cNvGrpSpPr/>
          <p:nvPr/>
        </p:nvGrpSpPr>
        <p:grpSpPr>
          <a:xfrm>
            <a:off x="4051842" y="946650"/>
            <a:ext cx="356392" cy="356392"/>
            <a:chOff x="3868314" y="917016"/>
            <a:chExt cx="356392" cy="356392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EB6669F-11EE-8841-5BFD-1EEA82B2CFCC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172EF724-9F09-C763-F63B-6895BE060FCA}"/>
                </a:ext>
              </a:extLst>
            </p:cNvPr>
            <p:cNvSpPr txBox="1"/>
            <p:nvPr/>
          </p:nvSpPr>
          <p:spPr>
            <a:xfrm>
              <a:off x="3907800" y="93526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A498F9A5-1B18-BB3C-610D-9235A5DE8CC9}"/>
              </a:ext>
            </a:extLst>
          </p:cNvPr>
          <p:cNvSpPr txBox="1"/>
          <p:nvPr/>
        </p:nvSpPr>
        <p:spPr>
          <a:xfrm>
            <a:off x="3699184" y="1570229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C10B6C7-82BD-2090-7733-03333710FD30}"/>
              </a:ext>
            </a:extLst>
          </p:cNvPr>
          <p:cNvSpPr txBox="1"/>
          <p:nvPr/>
        </p:nvSpPr>
        <p:spPr>
          <a:xfrm>
            <a:off x="4576989" y="1566100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E825BFF-3B55-5390-DE45-E2720B7D205B}"/>
              </a:ext>
            </a:extLst>
          </p:cNvPr>
          <p:cNvGrpSpPr/>
          <p:nvPr/>
        </p:nvGrpSpPr>
        <p:grpSpPr>
          <a:xfrm>
            <a:off x="3405490" y="2246129"/>
            <a:ext cx="356392" cy="356392"/>
            <a:chOff x="4885871" y="2832091"/>
            <a:chExt cx="356392" cy="356392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E3DB5120-BCEC-EE9D-BA4C-92653A3BBEFF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537D869-AD5E-4AC0-59C8-D153F51BAEBC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D9A4A11-9A4B-F538-32C8-1AFE66AE5F23}"/>
              </a:ext>
            </a:extLst>
          </p:cNvPr>
          <p:cNvGrpSpPr/>
          <p:nvPr/>
        </p:nvGrpSpPr>
        <p:grpSpPr>
          <a:xfrm>
            <a:off x="3890474" y="2246129"/>
            <a:ext cx="356392" cy="356392"/>
            <a:chOff x="5559105" y="2844436"/>
            <a:chExt cx="356392" cy="356392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CA730A93-46CB-B43D-453C-D2B8E3D1AF11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BC87CC16-5036-0761-4142-52D77E0AEE57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56CB26EE-B6AE-B7DC-6920-9A036BC9E690}"/>
              </a:ext>
            </a:extLst>
          </p:cNvPr>
          <p:cNvCxnSpPr>
            <a:cxnSpLocks/>
            <a:endCxn id="91" idx="0"/>
          </p:cNvCxnSpPr>
          <p:nvPr/>
        </p:nvCxnSpPr>
        <p:spPr>
          <a:xfrm flipH="1">
            <a:off x="4472111" y="1894055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D721F567-461F-E7E0-3D3B-C413293DFC57}"/>
              </a:ext>
            </a:extLst>
          </p:cNvPr>
          <p:cNvGrpSpPr/>
          <p:nvPr/>
        </p:nvGrpSpPr>
        <p:grpSpPr>
          <a:xfrm>
            <a:off x="4293915" y="2237870"/>
            <a:ext cx="356392" cy="356392"/>
            <a:chOff x="4885871" y="2832091"/>
            <a:chExt cx="356392" cy="356392"/>
          </a:xfrm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E1A51D04-D3C1-D6EF-DA93-02E0402A1C3A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F105A8D-C69B-197F-1DBF-23D8F8A91B13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EB164600-9F90-7870-4D61-9BF9661A539D}"/>
              </a:ext>
            </a:extLst>
          </p:cNvPr>
          <p:cNvCxnSpPr>
            <a:cxnSpLocks/>
            <a:stCxn id="73" idx="4"/>
            <a:endCxn id="96" idx="0"/>
          </p:cNvCxnSpPr>
          <p:nvPr/>
        </p:nvCxnSpPr>
        <p:spPr>
          <a:xfrm>
            <a:off x="4715699" y="1902314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3EF0932B-BAE2-9B0B-6309-B7130105AC56}"/>
              </a:ext>
            </a:extLst>
          </p:cNvPr>
          <p:cNvGrpSpPr/>
          <p:nvPr/>
        </p:nvGrpSpPr>
        <p:grpSpPr>
          <a:xfrm>
            <a:off x="4805515" y="2233783"/>
            <a:ext cx="356392" cy="356392"/>
            <a:chOff x="4885871" y="2832091"/>
            <a:chExt cx="356392" cy="356392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E49B4B3-04A6-DE4E-C523-386A89DCBDB0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FDFE0B0-DCC1-EC2B-2EEE-8574E273BBBE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3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5FD90A57-0E42-5FD8-95B2-713C06136D4D}"/>
              </a:ext>
            </a:extLst>
          </p:cNvPr>
          <p:cNvCxnSpPr>
            <a:cxnSpLocks/>
          </p:cNvCxnSpPr>
          <p:nvPr/>
        </p:nvCxnSpPr>
        <p:spPr>
          <a:xfrm>
            <a:off x="5212322" y="1902314"/>
            <a:ext cx="118530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9298894C-172E-1036-6821-D5DACB739369}"/>
              </a:ext>
            </a:extLst>
          </p:cNvPr>
          <p:cNvGrpSpPr/>
          <p:nvPr/>
        </p:nvGrpSpPr>
        <p:grpSpPr>
          <a:xfrm>
            <a:off x="5594856" y="1574359"/>
            <a:ext cx="298251" cy="284337"/>
            <a:chOff x="3868314" y="917016"/>
            <a:chExt cx="356392" cy="356392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CF5E7390-3163-5758-8C91-5FFE5C6B975E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20DD7A56-BE68-73EB-6101-6E94B8C8CC97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5</a:t>
              </a:r>
              <a:endParaRPr lang="zh-CN" altLang="en-US" sz="1100" b="1" dirty="0"/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7A041D1-2D07-3EE3-B5E8-B70163CF91B9}"/>
              </a:ext>
            </a:extLst>
          </p:cNvPr>
          <p:cNvSpPr txBox="1"/>
          <p:nvPr/>
        </p:nvSpPr>
        <p:spPr>
          <a:xfrm>
            <a:off x="5161907" y="1598807"/>
            <a:ext cx="513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交换</a:t>
            </a: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91D2717-6354-99A5-1A8C-212C0F48F3C2}"/>
              </a:ext>
            </a:extLst>
          </p:cNvPr>
          <p:cNvGrpSpPr/>
          <p:nvPr/>
        </p:nvGrpSpPr>
        <p:grpSpPr>
          <a:xfrm>
            <a:off x="5922655" y="1566100"/>
            <a:ext cx="298251" cy="284337"/>
            <a:chOff x="3868314" y="917016"/>
            <a:chExt cx="356392" cy="356392"/>
          </a:xfrm>
        </p:grpSpPr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B95D1C49-259A-37B2-720A-6B04B217C723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CBC8284B-3FFD-FBB9-BE74-D4D58E3CC9C0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276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3</a:t>
              </a:r>
              <a:endParaRPr lang="zh-CN" altLang="en-US" sz="1100" b="1" dirty="0"/>
            </a:p>
          </p:txBody>
        </p:sp>
      </p:grpSp>
      <p:sp>
        <p:nvSpPr>
          <p:cNvPr id="110" name="椭圆 109">
            <a:extLst>
              <a:ext uri="{FF2B5EF4-FFF2-40B4-BE49-F238E27FC236}">
                <a16:creationId xmlns:a16="http://schemas.microsoft.com/office/drawing/2014/main" id="{B1AB4648-90CF-B3D2-CF3A-4BEBBD17D7FA}"/>
              </a:ext>
            </a:extLst>
          </p:cNvPr>
          <p:cNvSpPr/>
          <p:nvPr/>
        </p:nvSpPr>
        <p:spPr>
          <a:xfrm>
            <a:off x="6742194" y="150230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C3A38E77-FAED-7138-4149-A6D8534C77F0}"/>
              </a:ext>
            </a:extLst>
          </p:cNvPr>
          <p:cNvSpPr/>
          <p:nvPr/>
        </p:nvSpPr>
        <p:spPr>
          <a:xfrm>
            <a:off x="7614468" y="1502304"/>
            <a:ext cx="356392" cy="356392"/>
          </a:xfrm>
          <a:prstGeom prst="ellipse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7E21C448-A4F3-CB1C-80EE-C71875465023}"/>
              </a:ext>
            </a:extLst>
          </p:cNvPr>
          <p:cNvCxnSpPr>
            <a:cxnSpLocks/>
            <a:stCxn id="117" idx="4"/>
            <a:endCxn id="111" idx="0"/>
          </p:cNvCxnSpPr>
          <p:nvPr/>
        </p:nvCxnSpPr>
        <p:spPr>
          <a:xfrm>
            <a:off x="7307003" y="125942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C9E8B43A-7659-3668-BF59-D0212126A520}"/>
              </a:ext>
            </a:extLst>
          </p:cNvPr>
          <p:cNvCxnSpPr>
            <a:cxnSpLocks/>
            <a:stCxn id="110" idx="0"/>
            <a:endCxn id="117" idx="4"/>
          </p:cNvCxnSpPr>
          <p:nvPr/>
        </p:nvCxnSpPr>
        <p:spPr>
          <a:xfrm flipV="1">
            <a:off x="6920390" y="125942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8E7F1EF0-7A42-2E8D-CCAC-25949E96F19D}"/>
              </a:ext>
            </a:extLst>
          </p:cNvPr>
          <p:cNvCxnSpPr>
            <a:cxnSpLocks/>
            <a:stCxn id="110" idx="4"/>
            <a:endCxn id="125" idx="0"/>
          </p:cNvCxnSpPr>
          <p:nvPr/>
        </p:nvCxnSpPr>
        <p:spPr>
          <a:xfrm>
            <a:off x="6920390" y="1858696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5A0075A-86D5-B10C-52A4-D2E10E41606D}"/>
              </a:ext>
            </a:extLst>
          </p:cNvPr>
          <p:cNvCxnSpPr>
            <a:cxnSpLocks/>
            <a:stCxn id="110" idx="4"/>
            <a:endCxn id="122" idx="0"/>
          </p:cNvCxnSpPr>
          <p:nvPr/>
        </p:nvCxnSpPr>
        <p:spPr>
          <a:xfrm flipH="1">
            <a:off x="6660651" y="185869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F959D203-5224-AB82-FAE4-F21AB26E411F}"/>
              </a:ext>
            </a:extLst>
          </p:cNvPr>
          <p:cNvGrpSpPr/>
          <p:nvPr/>
        </p:nvGrpSpPr>
        <p:grpSpPr>
          <a:xfrm>
            <a:off x="7128807" y="903032"/>
            <a:ext cx="356392" cy="356392"/>
            <a:chOff x="3868314" y="917016"/>
            <a:chExt cx="356392" cy="356392"/>
          </a:xfrm>
        </p:grpSpPr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EDC05A6C-B35F-F012-0ED4-AFD71CA6CA9D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8048C751-262E-6CC6-F941-2352F010BEA7}"/>
                </a:ext>
              </a:extLst>
            </p:cNvPr>
            <p:cNvSpPr txBox="1"/>
            <p:nvPr/>
          </p:nvSpPr>
          <p:spPr>
            <a:xfrm>
              <a:off x="3907800" y="93526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0D128A81-5366-079E-91C8-4DAC2F543FBC}"/>
              </a:ext>
            </a:extLst>
          </p:cNvPr>
          <p:cNvSpPr txBox="1"/>
          <p:nvPr/>
        </p:nvSpPr>
        <p:spPr>
          <a:xfrm>
            <a:off x="6776149" y="152661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8BE41EE-26F8-1EB6-4F22-8449CABFF4B5}"/>
              </a:ext>
            </a:extLst>
          </p:cNvPr>
          <p:cNvSpPr txBox="1"/>
          <p:nvPr/>
        </p:nvSpPr>
        <p:spPr>
          <a:xfrm>
            <a:off x="7653954" y="152248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6"/>
                </a:solidFill>
              </a:rPr>
              <a:t>3</a:t>
            </a:r>
            <a:endParaRPr lang="zh-CN" altLang="en-US" sz="1400" b="1" dirty="0">
              <a:solidFill>
                <a:schemeClr val="accent6"/>
              </a:solidFill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24D5CC58-F7F5-B584-41B8-2044F88D02DC}"/>
              </a:ext>
            </a:extLst>
          </p:cNvPr>
          <p:cNvGrpSpPr/>
          <p:nvPr/>
        </p:nvGrpSpPr>
        <p:grpSpPr>
          <a:xfrm>
            <a:off x="6482455" y="2202511"/>
            <a:ext cx="356392" cy="356392"/>
            <a:chOff x="4885871" y="2832091"/>
            <a:chExt cx="356392" cy="356392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02AE0C16-CDA8-4D68-5BBF-154D5A661BBA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57F15D6-0494-B765-F7FE-0DEDC10DEE7A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C6FF9F96-4DDB-41B8-B8D2-0D2840F01E9B}"/>
              </a:ext>
            </a:extLst>
          </p:cNvPr>
          <p:cNvGrpSpPr/>
          <p:nvPr/>
        </p:nvGrpSpPr>
        <p:grpSpPr>
          <a:xfrm>
            <a:off x="6967439" y="2202511"/>
            <a:ext cx="356392" cy="356392"/>
            <a:chOff x="5559105" y="2844436"/>
            <a:chExt cx="356392" cy="356392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E7B6FD9F-F2FB-77C9-2DE1-FE5D54E8B45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212A1CB8-B713-44DD-D6BA-8BE29BFDBCFA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987398A6-5C5A-C4B3-1304-1E1691503A7D}"/>
              </a:ext>
            </a:extLst>
          </p:cNvPr>
          <p:cNvCxnSpPr>
            <a:cxnSpLocks/>
            <a:endCxn id="129" idx="0"/>
          </p:cNvCxnSpPr>
          <p:nvPr/>
        </p:nvCxnSpPr>
        <p:spPr>
          <a:xfrm flipH="1">
            <a:off x="7549076" y="1850437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ECECCB82-37A4-6C85-8593-115D1E4CCCF7}"/>
              </a:ext>
            </a:extLst>
          </p:cNvPr>
          <p:cNvGrpSpPr/>
          <p:nvPr/>
        </p:nvGrpSpPr>
        <p:grpSpPr>
          <a:xfrm>
            <a:off x="7370880" y="2194252"/>
            <a:ext cx="356392" cy="356392"/>
            <a:chOff x="4885871" y="2832091"/>
            <a:chExt cx="356392" cy="356392"/>
          </a:xfrm>
        </p:grpSpPr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2D572B26-DC9F-6B9B-A14B-7BE1A951A1E5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18F9243C-26D5-1FAE-C29A-447E03EA5778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7BF61625-59F1-D49D-0290-D798EBD28E55}"/>
              </a:ext>
            </a:extLst>
          </p:cNvPr>
          <p:cNvCxnSpPr>
            <a:cxnSpLocks/>
            <a:stCxn id="111" idx="4"/>
            <a:endCxn id="133" idx="0"/>
          </p:cNvCxnSpPr>
          <p:nvPr/>
        </p:nvCxnSpPr>
        <p:spPr>
          <a:xfrm>
            <a:off x="7792664" y="1858696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FE77A68E-83D2-433B-39F1-3FF35212F06B}"/>
              </a:ext>
            </a:extLst>
          </p:cNvPr>
          <p:cNvGrpSpPr/>
          <p:nvPr/>
        </p:nvGrpSpPr>
        <p:grpSpPr>
          <a:xfrm>
            <a:off x="7882480" y="2190165"/>
            <a:ext cx="356392" cy="356392"/>
            <a:chOff x="4885871" y="2832091"/>
            <a:chExt cx="356392" cy="356392"/>
          </a:xfrm>
        </p:grpSpPr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4EE11B1D-7E91-4592-3F8A-D27A26B06794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6F08EA6C-8B16-1CB6-C6DF-4243CC67FE9C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2062040C-19FC-8696-D989-D3A567377BF1}"/>
              </a:ext>
            </a:extLst>
          </p:cNvPr>
          <p:cNvCxnSpPr>
            <a:cxnSpLocks/>
          </p:cNvCxnSpPr>
          <p:nvPr/>
        </p:nvCxnSpPr>
        <p:spPr>
          <a:xfrm>
            <a:off x="8328740" y="1902314"/>
            <a:ext cx="118530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7A212197-D558-3A71-B3EA-552B245E8358}"/>
              </a:ext>
            </a:extLst>
          </p:cNvPr>
          <p:cNvGrpSpPr/>
          <p:nvPr/>
        </p:nvGrpSpPr>
        <p:grpSpPr>
          <a:xfrm>
            <a:off x="8711274" y="1574359"/>
            <a:ext cx="298251" cy="284337"/>
            <a:chOff x="3868314" y="917016"/>
            <a:chExt cx="356392" cy="356392"/>
          </a:xfrm>
        </p:grpSpPr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C195535-7D45-E152-26C6-18D9C6698D2F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63DB0CD9-D44B-4DFA-B6F2-E9E65A817377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4</a:t>
              </a:r>
              <a:endParaRPr lang="zh-CN" altLang="en-US" sz="1100" b="1" dirty="0"/>
            </a:p>
          </p:txBody>
        </p:sp>
      </p:grp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87C1D91-1C3C-107B-B394-D8DBD3272C08}"/>
              </a:ext>
            </a:extLst>
          </p:cNvPr>
          <p:cNvSpPr txBox="1"/>
          <p:nvPr/>
        </p:nvSpPr>
        <p:spPr>
          <a:xfrm>
            <a:off x="8278325" y="1598807"/>
            <a:ext cx="513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交换</a:t>
            </a: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E1181F84-EFCD-E6AB-4D54-0B25E33829E3}"/>
              </a:ext>
            </a:extLst>
          </p:cNvPr>
          <p:cNvGrpSpPr/>
          <p:nvPr/>
        </p:nvGrpSpPr>
        <p:grpSpPr>
          <a:xfrm>
            <a:off x="9039073" y="1566100"/>
            <a:ext cx="298251" cy="284337"/>
            <a:chOff x="3868314" y="917016"/>
            <a:chExt cx="356392" cy="356392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F69FC42F-28D9-89D5-B97E-719C79D44BD9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24F8BB05-0833-EB27-5F86-069530287594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276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3</a:t>
              </a:r>
              <a:endParaRPr lang="zh-CN" altLang="en-US" sz="1100" b="1" dirty="0"/>
            </a:p>
          </p:txBody>
        </p:sp>
      </p:grpSp>
      <p:sp>
        <p:nvSpPr>
          <p:cNvPr id="143" name="椭圆 142">
            <a:extLst>
              <a:ext uri="{FF2B5EF4-FFF2-40B4-BE49-F238E27FC236}">
                <a16:creationId xmlns:a16="http://schemas.microsoft.com/office/drawing/2014/main" id="{17D32189-A1D8-C270-6B48-F82537B8A546}"/>
              </a:ext>
            </a:extLst>
          </p:cNvPr>
          <p:cNvSpPr/>
          <p:nvPr/>
        </p:nvSpPr>
        <p:spPr>
          <a:xfrm>
            <a:off x="9968310" y="147386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1566F2A2-1D2A-A0AA-DA4D-7B949C14565B}"/>
              </a:ext>
            </a:extLst>
          </p:cNvPr>
          <p:cNvSpPr/>
          <p:nvPr/>
        </p:nvSpPr>
        <p:spPr>
          <a:xfrm>
            <a:off x="10840584" y="1473867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49F24196-712F-4948-8E51-051C7C1E3F85}"/>
              </a:ext>
            </a:extLst>
          </p:cNvPr>
          <p:cNvCxnSpPr>
            <a:cxnSpLocks/>
            <a:stCxn id="150" idx="4"/>
            <a:endCxn id="144" idx="0"/>
          </p:cNvCxnSpPr>
          <p:nvPr/>
        </p:nvCxnSpPr>
        <p:spPr>
          <a:xfrm>
            <a:off x="10533119" y="123098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7DA5CB17-358D-9D3B-5699-BF3FB7F276C3}"/>
              </a:ext>
            </a:extLst>
          </p:cNvPr>
          <p:cNvCxnSpPr>
            <a:cxnSpLocks/>
            <a:stCxn id="143" idx="0"/>
            <a:endCxn id="150" idx="4"/>
          </p:cNvCxnSpPr>
          <p:nvPr/>
        </p:nvCxnSpPr>
        <p:spPr>
          <a:xfrm flipV="1">
            <a:off x="10146506" y="123098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16BB079B-6B2F-B56D-94BE-29AEAFF02353}"/>
              </a:ext>
            </a:extLst>
          </p:cNvPr>
          <p:cNvCxnSpPr>
            <a:cxnSpLocks/>
            <a:stCxn id="143" idx="4"/>
            <a:endCxn id="158" idx="0"/>
          </p:cNvCxnSpPr>
          <p:nvPr/>
        </p:nvCxnSpPr>
        <p:spPr>
          <a:xfrm>
            <a:off x="10146506" y="183025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DD93FBD4-979C-3379-294B-C0C0FC0454FA}"/>
              </a:ext>
            </a:extLst>
          </p:cNvPr>
          <p:cNvCxnSpPr>
            <a:cxnSpLocks/>
            <a:stCxn id="143" idx="4"/>
            <a:endCxn id="155" idx="0"/>
          </p:cNvCxnSpPr>
          <p:nvPr/>
        </p:nvCxnSpPr>
        <p:spPr>
          <a:xfrm flipH="1">
            <a:off x="9886767" y="183025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FEF9EEC-028A-01C0-E16C-D61A882C07D2}"/>
              </a:ext>
            </a:extLst>
          </p:cNvPr>
          <p:cNvGrpSpPr/>
          <p:nvPr/>
        </p:nvGrpSpPr>
        <p:grpSpPr>
          <a:xfrm>
            <a:off x="10354923" y="874595"/>
            <a:ext cx="356392" cy="356392"/>
            <a:chOff x="3868314" y="917016"/>
            <a:chExt cx="356392" cy="356392"/>
          </a:xfrm>
        </p:grpSpPr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A25474FF-C72B-B95E-B294-EF1638B79FD0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A4E09908-3FB2-4A84-EA66-540776F4B12A}"/>
                </a:ext>
              </a:extLst>
            </p:cNvPr>
            <p:cNvSpPr txBox="1"/>
            <p:nvPr/>
          </p:nvSpPr>
          <p:spPr>
            <a:xfrm>
              <a:off x="3907800" y="93526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3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E09A61D-A326-96CE-D873-0DBF74BB7ECC}"/>
              </a:ext>
            </a:extLst>
          </p:cNvPr>
          <p:cNvSpPr txBox="1"/>
          <p:nvPr/>
        </p:nvSpPr>
        <p:spPr>
          <a:xfrm>
            <a:off x="10002265" y="149817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475962B-3E81-0BD7-9D44-F1FE9FABFE9F}"/>
              </a:ext>
            </a:extLst>
          </p:cNvPr>
          <p:cNvSpPr txBox="1"/>
          <p:nvPr/>
        </p:nvSpPr>
        <p:spPr>
          <a:xfrm>
            <a:off x="10880070" y="149404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4</a:t>
            </a:r>
            <a:endParaRPr lang="zh-CN" altLang="en-US" sz="1400" b="1" dirty="0"/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55E2306D-5E4C-CF98-86D7-08DCD765D70B}"/>
              </a:ext>
            </a:extLst>
          </p:cNvPr>
          <p:cNvGrpSpPr/>
          <p:nvPr/>
        </p:nvGrpSpPr>
        <p:grpSpPr>
          <a:xfrm>
            <a:off x="9708571" y="2174074"/>
            <a:ext cx="356392" cy="356392"/>
            <a:chOff x="4885871" y="2832091"/>
            <a:chExt cx="356392" cy="356392"/>
          </a:xfrm>
        </p:grpSpPr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1CC8A0A8-9D0E-02E4-47F6-7F9204268C0C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78E6F3AB-40F2-A697-8FCB-DA2A67172246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D7C35C7-6666-B82B-76AA-2EEC04297FFA}"/>
              </a:ext>
            </a:extLst>
          </p:cNvPr>
          <p:cNvGrpSpPr/>
          <p:nvPr/>
        </p:nvGrpSpPr>
        <p:grpSpPr>
          <a:xfrm>
            <a:off x="10193555" y="2174074"/>
            <a:ext cx="356392" cy="356392"/>
            <a:chOff x="5559105" y="2844436"/>
            <a:chExt cx="356392" cy="356392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70CF6CE5-4072-8464-8993-C229AEB810BF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E103CA0-3A2E-9640-23AB-EAC03B89D6B9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0E86AF33-42AF-B9F8-0A92-4A7B89CC53E7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>
            <a:off x="10775192" y="182200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6F8C85C7-1900-122C-24AC-883702702D3D}"/>
              </a:ext>
            </a:extLst>
          </p:cNvPr>
          <p:cNvGrpSpPr/>
          <p:nvPr/>
        </p:nvGrpSpPr>
        <p:grpSpPr>
          <a:xfrm>
            <a:off x="10596996" y="2165815"/>
            <a:ext cx="356392" cy="356392"/>
            <a:chOff x="4885871" y="2832091"/>
            <a:chExt cx="356392" cy="356392"/>
          </a:xfrm>
        </p:grpSpPr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BBCFD517-8FF4-920E-8A53-F9047B87F1E6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82A05657-B93C-3D47-E143-C894611BCE27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17535266-1B33-AA8F-9D3F-F762E162CB9C}"/>
              </a:ext>
            </a:extLst>
          </p:cNvPr>
          <p:cNvCxnSpPr>
            <a:cxnSpLocks/>
            <a:stCxn id="144" idx="4"/>
            <a:endCxn id="166" idx="0"/>
          </p:cNvCxnSpPr>
          <p:nvPr/>
        </p:nvCxnSpPr>
        <p:spPr>
          <a:xfrm>
            <a:off x="11018780" y="1830259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148DB293-5D4E-3D6E-1F2E-72C96863E04A}"/>
              </a:ext>
            </a:extLst>
          </p:cNvPr>
          <p:cNvGrpSpPr/>
          <p:nvPr/>
        </p:nvGrpSpPr>
        <p:grpSpPr>
          <a:xfrm>
            <a:off x="11108596" y="2161728"/>
            <a:ext cx="356392" cy="356392"/>
            <a:chOff x="4885871" y="2832091"/>
            <a:chExt cx="356392" cy="356392"/>
          </a:xfrm>
        </p:grpSpPr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39E8C346-FEEE-8AFF-90CA-DD36DC0A34B5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48AAF96F-154F-738C-3F94-96DD2903AC98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sp>
        <p:nvSpPr>
          <p:cNvPr id="168" name="椭圆 167">
            <a:extLst>
              <a:ext uri="{FF2B5EF4-FFF2-40B4-BE49-F238E27FC236}">
                <a16:creationId xmlns:a16="http://schemas.microsoft.com/office/drawing/2014/main" id="{FA7FC8A2-BE1F-0753-3544-CB6E813EF366}"/>
              </a:ext>
            </a:extLst>
          </p:cNvPr>
          <p:cNvSpPr/>
          <p:nvPr/>
        </p:nvSpPr>
        <p:spPr>
          <a:xfrm>
            <a:off x="1133191" y="433579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0BBE06A6-8D51-ADE1-CC89-3BB258345197}"/>
              </a:ext>
            </a:extLst>
          </p:cNvPr>
          <p:cNvSpPr/>
          <p:nvPr/>
        </p:nvSpPr>
        <p:spPr>
          <a:xfrm>
            <a:off x="2005465" y="4335794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31B4F6E-1D1B-534E-8F41-967CD0CE9F31}"/>
              </a:ext>
            </a:extLst>
          </p:cNvPr>
          <p:cNvCxnSpPr>
            <a:cxnSpLocks/>
            <a:stCxn id="175" idx="4"/>
            <a:endCxn id="169" idx="0"/>
          </p:cNvCxnSpPr>
          <p:nvPr/>
        </p:nvCxnSpPr>
        <p:spPr>
          <a:xfrm>
            <a:off x="1698000" y="409291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A71FD9D0-20C0-8847-6431-76CAD37343B8}"/>
              </a:ext>
            </a:extLst>
          </p:cNvPr>
          <p:cNvCxnSpPr>
            <a:cxnSpLocks/>
            <a:stCxn id="168" idx="0"/>
            <a:endCxn id="175" idx="4"/>
          </p:cNvCxnSpPr>
          <p:nvPr/>
        </p:nvCxnSpPr>
        <p:spPr>
          <a:xfrm flipV="1">
            <a:off x="1311387" y="409291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89F5E7E5-8E67-B7B1-D51A-1CA9C3D2E093}"/>
              </a:ext>
            </a:extLst>
          </p:cNvPr>
          <p:cNvCxnSpPr>
            <a:cxnSpLocks/>
            <a:stCxn id="168" idx="4"/>
            <a:endCxn id="183" idx="0"/>
          </p:cNvCxnSpPr>
          <p:nvPr/>
        </p:nvCxnSpPr>
        <p:spPr>
          <a:xfrm>
            <a:off x="1311387" y="4692186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CFA5AD64-3192-8CBC-1B06-07AE0FF15AAE}"/>
              </a:ext>
            </a:extLst>
          </p:cNvPr>
          <p:cNvCxnSpPr>
            <a:cxnSpLocks/>
            <a:stCxn id="168" idx="4"/>
            <a:endCxn id="180" idx="0"/>
          </p:cNvCxnSpPr>
          <p:nvPr/>
        </p:nvCxnSpPr>
        <p:spPr>
          <a:xfrm flipH="1">
            <a:off x="1051648" y="469218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A60DC4B7-D2B0-66C5-0D44-F52391CEB38E}"/>
              </a:ext>
            </a:extLst>
          </p:cNvPr>
          <p:cNvGrpSpPr/>
          <p:nvPr/>
        </p:nvGrpSpPr>
        <p:grpSpPr>
          <a:xfrm>
            <a:off x="1519804" y="3736522"/>
            <a:ext cx="356392" cy="356392"/>
            <a:chOff x="3868314" y="917016"/>
            <a:chExt cx="356392" cy="356392"/>
          </a:xfrm>
        </p:grpSpPr>
        <p:sp>
          <p:nvSpPr>
            <p:cNvPr id="175" name="椭圆 174">
              <a:extLst>
                <a:ext uri="{FF2B5EF4-FFF2-40B4-BE49-F238E27FC236}">
                  <a16:creationId xmlns:a16="http://schemas.microsoft.com/office/drawing/2014/main" id="{E35AD877-C5D9-A106-ABB8-5C3C9ADBD518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3DD6E7BD-7973-A13A-7CCC-BA9DA56DFCE4}"/>
                </a:ext>
              </a:extLst>
            </p:cNvPr>
            <p:cNvSpPr txBox="1"/>
            <p:nvPr/>
          </p:nvSpPr>
          <p:spPr>
            <a:xfrm>
              <a:off x="3907800" y="93526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sp>
        <p:nvSpPr>
          <p:cNvPr id="177" name="文本框 176">
            <a:extLst>
              <a:ext uri="{FF2B5EF4-FFF2-40B4-BE49-F238E27FC236}">
                <a16:creationId xmlns:a16="http://schemas.microsoft.com/office/drawing/2014/main" id="{F294A826-F91A-E7E6-BEC8-2A17C7981F61}"/>
              </a:ext>
            </a:extLst>
          </p:cNvPr>
          <p:cNvSpPr txBox="1"/>
          <p:nvPr/>
        </p:nvSpPr>
        <p:spPr>
          <a:xfrm>
            <a:off x="1167146" y="436010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3AFFA1B1-1A31-A7D7-18F9-4886DB9410E9}"/>
              </a:ext>
            </a:extLst>
          </p:cNvPr>
          <p:cNvSpPr txBox="1"/>
          <p:nvPr/>
        </p:nvSpPr>
        <p:spPr>
          <a:xfrm>
            <a:off x="2044951" y="435597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4</a:t>
            </a:r>
            <a:endParaRPr lang="zh-CN" altLang="en-US" sz="1400" b="1" dirty="0"/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EC5589D1-A2BA-EC12-C2BD-7EC927E931C5}"/>
              </a:ext>
            </a:extLst>
          </p:cNvPr>
          <p:cNvGrpSpPr/>
          <p:nvPr/>
        </p:nvGrpSpPr>
        <p:grpSpPr>
          <a:xfrm>
            <a:off x="873452" y="5036001"/>
            <a:ext cx="356392" cy="356392"/>
            <a:chOff x="4885871" y="2832091"/>
            <a:chExt cx="356392" cy="356392"/>
          </a:xfrm>
        </p:grpSpPr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796AFC0C-E36D-1ECF-B18E-52D61C2F0392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1FD53182-364D-9A1D-F4C9-7210EE097049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E8395C08-24A7-4676-035A-639458627DDE}"/>
              </a:ext>
            </a:extLst>
          </p:cNvPr>
          <p:cNvGrpSpPr/>
          <p:nvPr/>
        </p:nvGrpSpPr>
        <p:grpSpPr>
          <a:xfrm>
            <a:off x="1358436" y="5036001"/>
            <a:ext cx="356392" cy="356392"/>
            <a:chOff x="5559105" y="2844436"/>
            <a:chExt cx="356392" cy="356392"/>
          </a:xfrm>
        </p:grpSpPr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58A6AD2A-3420-F66A-A8F9-99E23C248FB5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B601275D-E98E-C3B3-848E-0236A6F11C03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D85EC384-1978-8A9C-4C76-EDBA7D7E3475}"/>
              </a:ext>
            </a:extLst>
          </p:cNvPr>
          <p:cNvCxnSpPr>
            <a:cxnSpLocks/>
            <a:endCxn id="187" idx="0"/>
          </p:cNvCxnSpPr>
          <p:nvPr/>
        </p:nvCxnSpPr>
        <p:spPr>
          <a:xfrm flipH="1">
            <a:off x="1940073" y="4683927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58EC3521-61F0-D357-50E0-2DECEB133D05}"/>
              </a:ext>
            </a:extLst>
          </p:cNvPr>
          <p:cNvGrpSpPr/>
          <p:nvPr/>
        </p:nvGrpSpPr>
        <p:grpSpPr>
          <a:xfrm>
            <a:off x="1761877" y="5027742"/>
            <a:ext cx="356392" cy="356392"/>
            <a:chOff x="4885871" y="2832091"/>
            <a:chExt cx="356392" cy="356392"/>
          </a:xfrm>
        </p:grpSpPr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654E2FC9-5035-7D07-7F7F-6B8EF5D4CE34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FAAB2907-E7A7-FEDE-C7BB-E1377C44D9A3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DFFB2AA5-31EB-F25E-D6A7-90D5A8901AC2}"/>
              </a:ext>
            </a:extLst>
          </p:cNvPr>
          <p:cNvCxnSpPr>
            <a:cxnSpLocks/>
            <a:stCxn id="169" idx="4"/>
            <a:endCxn id="191" idx="0"/>
          </p:cNvCxnSpPr>
          <p:nvPr/>
        </p:nvCxnSpPr>
        <p:spPr>
          <a:xfrm>
            <a:off x="2183661" y="4692186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9B75A507-E0D2-6320-AE6C-7942185EFDCA}"/>
              </a:ext>
            </a:extLst>
          </p:cNvPr>
          <p:cNvGrpSpPr/>
          <p:nvPr/>
        </p:nvGrpSpPr>
        <p:grpSpPr>
          <a:xfrm>
            <a:off x="2273477" y="5023655"/>
            <a:ext cx="356392" cy="356392"/>
            <a:chOff x="4885871" y="2832091"/>
            <a:chExt cx="356392" cy="356392"/>
          </a:xfrm>
        </p:grpSpPr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91405EB9-0333-BD5D-FC2A-9CB9078D2223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F5B16B02-1B17-FDCB-E6EF-DD0A3C3C79EC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89D2A89C-E8A0-D668-7B17-538ADBE40262}"/>
              </a:ext>
            </a:extLst>
          </p:cNvPr>
          <p:cNvCxnSpPr>
            <a:cxnSpLocks/>
          </p:cNvCxnSpPr>
          <p:nvPr/>
        </p:nvCxnSpPr>
        <p:spPr>
          <a:xfrm>
            <a:off x="667554" y="4676800"/>
            <a:ext cx="2849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5C81186A-4CCC-6286-ADB7-EB23D26A7572}"/>
              </a:ext>
            </a:extLst>
          </p:cNvPr>
          <p:cNvCxnSpPr>
            <a:cxnSpLocks/>
          </p:cNvCxnSpPr>
          <p:nvPr/>
        </p:nvCxnSpPr>
        <p:spPr>
          <a:xfrm>
            <a:off x="2570274" y="4579170"/>
            <a:ext cx="76517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A2E54F31-6AB7-4FA1-BBD0-73965F4936F3}"/>
              </a:ext>
            </a:extLst>
          </p:cNvPr>
          <p:cNvGrpSpPr/>
          <p:nvPr/>
        </p:nvGrpSpPr>
        <p:grpSpPr>
          <a:xfrm>
            <a:off x="2952808" y="4251215"/>
            <a:ext cx="298251" cy="284337"/>
            <a:chOff x="3868314" y="917016"/>
            <a:chExt cx="356392" cy="356392"/>
          </a:xfrm>
        </p:grpSpPr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FFF987C0-1505-09E2-E7C5-BC04BC340B44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69116F72-5A5B-D76A-59BA-20EAA5E2A80D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solidFill>
                    <a:schemeClr val="accent6"/>
                  </a:solidFill>
                </a:rPr>
                <a:t>8</a:t>
              </a:r>
              <a:endParaRPr lang="zh-CN" altLang="en-US" sz="11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E6E5A57-C104-1632-3F32-732AFFB621C8}"/>
              </a:ext>
            </a:extLst>
          </p:cNvPr>
          <p:cNvSpPr txBox="1"/>
          <p:nvPr/>
        </p:nvSpPr>
        <p:spPr>
          <a:xfrm>
            <a:off x="2519859" y="4275663"/>
            <a:ext cx="513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chemeClr val="accent6"/>
                </a:solidFill>
              </a:rPr>
              <a:t>插入</a:t>
            </a: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B3C0A34-8610-98F0-398C-3BD2C72750B5}"/>
              </a:ext>
            </a:extLst>
          </p:cNvPr>
          <p:cNvCxnSpPr>
            <a:cxnSpLocks/>
          </p:cNvCxnSpPr>
          <p:nvPr/>
        </p:nvCxnSpPr>
        <p:spPr>
          <a:xfrm>
            <a:off x="5307358" y="4603618"/>
            <a:ext cx="76517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F84F0523-24B5-F97E-CAE8-E2EC7A09ED87}"/>
              </a:ext>
            </a:extLst>
          </p:cNvPr>
          <p:cNvGrpSpPr/>
          <p:nvPr/>
        </p:nvGrpSpPr>
        <p:grpSpPr>
          <a:xfrm>
            <a:off x="5689892" y="4275663"/>
            <a:ext cx="298251" cy="284337"/>
            <a:chOff x="3868314" y="917016"/>
            <a:chExt cx="356392" cy="356392"/>
          </a:xfrm>
        </p:grpSpPr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470E9DDC-970B-1515-8095-434F50BF763A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A0FCDB06-F528-D4D6-0279-01F5684D87D8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solidFill>
                    <a:schemeClr val="accent6"/>
                  </a:solidFill>
                </a:rPr>
                <a:t>5</a:t>
              </a:r>
              <a:endParaRPr lang="zh-CN" altLang="en-US" sz="11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E735DD24-1B6C-94EA-DD0C-5A28E4EE32BC}"/>
              </a:ext>
            </a:extLst>
          </p:cNvPr>
          <p:cNvGrpSpPr/>
          <p:nvPr/>
        </p:nvGrpSpPr>
        <p:grpSpPr>
          <a:xfrm>
            <a:off x="3078808" y="3721136"/>
            <a:ext cx="2691321" cy="2356078"/>
            <a:chOff x="3078808" y="3111343"/>
            <a:chExt cx="2691321" cy="2356078"/>
          </a:xfrm>
        </p:grpSpPr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AB811CA6-5288-0F6F-E3E8-375E16E94348}"/>
                </a:ext>
              </a:extLst>
            </p:cNvPr>
            <p:cNvSpPr/>
            <p:nvPr/>
          </p:nvSpPr>
          <p:spPr>
            <a:xfrm>
              <a:off x="3598286" y="371061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738DD41F-E9C4-ECED-E849-1D6864822D20}"/>
                </a:ext>
              </a:extLst>
            </p:cNvPr>
            <p:cNvSpPr/>
            <p:nvPr/>
          </p:nvSpPr>
          <p:spPr>
            <a:xfrm>
              <a:off x="4470560" y="3710615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4B84C76F-662A-73E9-2C60-1EBFF6B1F61E}"/>
                </a:ext>
              </a:extLst>
            </p:cNvPr>
            <p:cNvCxnSpPr>
              <a:cxnSpLocks/>
              <a:stCxn id="207" idx="4"/>
              <a:endCxn id="201" idx="0"/>
            </p:cNvCxnSpPr>
            <p:nvPr/>
          </p:nvCxnSpPr>
          <p:spPr>
            <a:xfrm>
              <a:off x="4163095" y="3467735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140F34EE-A645-09CC-F95A-D9FE6C7CCDEE}"/>
                </a:ext>
              </a:extLst>
            </p:cNvPr>
            <p:cNvCxnSpPr>
              <a:cxnSpLocks/>
              <a:stCxn id="200" idx="0"/>
              <a:endCxn id="207" idx="4"/>
            </p:cNvCxnSpPr>
            <p:nvPr/>
          </p:nvCxnSpPr>
          <p:spPr>
            <a:xfrm flipV="1">
              <a:off x="3776482" y="3467735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F60AC2E-53A3-11FF-24D1-70BC42BD7E06}"/>
                </a:ext>
              </a:extLst>
            </p:cNvPr>
            <p:cNvCxnSpPr>
              <a:cxnSpLocks/>
              <a:stCxn id="200" idx="4"/>
              <a:endCxn id="215" idx="0"/>
            </p:cNvCxnSpPr>
            <p:nvPr/>
          </p:nvCxnSpPr>
          <p:spPr>
            <a:xfrm>
              <a:off x="3776482" y="4067007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665F7920-C77C-378F-2C1E-B385DDE0DFEA}"/>
                </a:ext>
              </a:extLst>
            </p:cNvPr>
            <p:cNvCxnSpPr>
              <a:cxnSpLocks/>
              <a:stCxn id="200" idx="4"/>
              <a:endCxn id="212" idx="0"/>
            </p:cNvCxnSpPr>
            <p:nvPr/>
          </p:nvCxnSpPr>
          <p:spPr>
            <a:xfrm flipH="1">
              <a:off x="3516743" y="4067007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695D8B12-80DD-CBFE-7A89-1035695DC6B6}"/>
                </a:ext>
              </a:extLst>
            </p:cNvPr>
            <p:cNvGrpSpPr/>
            <p:nvPr/>
          </p:nvGrpSpPr>
          <p:grpSpPr>
            <a:xfrm>
              <a:off x="3984899" y="3111343"/>
              <a:ext cx="356392" cy="356392"/>
              <a:chOff x="3868314" y="917016"/>
              <a:chExt cx="356392" cy="356392"/>
            </a:xfrm>
          </p:grpSpPr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34DF8110-CC3D-19E1-52B9-BB93F825AD24}"/>
                  </a:ext>
                </a:extLst>
              </p:cNvPr>
              <p:cNvSpPr/>
              <p:nvPr/>
            </p:nvSpPr>
            <p:spPr>
              <a:xfrm>
                <a:off x="3868314" y="917016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315C300B-1231-EF86-166A-81EE7C0DA4BB}"/>
                  </a:ext>
                </a:extLst>
              </p:cNvPr>
              <p:cNvSpPr txBox="1"/>
              <p:nvPr/>
            </p:nvSpPr>
            <p:spPr>
              <a:xfrm>
                <a:off x="3907800" y="935267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3</a:t>
                </a:r>
                <a:endParaRPr lang="zh-CN" altLang="en-US" sz="1400" b="1" dirty="0"/>
              </a:p>
            </p:txBody>
          </p:sp>
        </p:grp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E82CE96-8950-6D86-22A6-3E251090ADE3}"/>
                </a:ext>
              </a:extLst>
            </p:cNvPr>
            <p:cNvSpPr txBox="1"/>
            <p:nvPr/>
          </p:nvSpPr>
          <p:spPr>
            <a:xfrm>
              <a:off x="3632241" y="373492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94E60AE5-7D4A-E617-0DD8-89783C07EC7F}"/>
                </a:ext>
              </a:extLst>
            </p:cNvPr>
            <p:cNvSpPr txBox="1"/>
            <p:nvPr/>
          </p:nvSpPr>
          <p:spPr>
            <a:xfrm>
              <a:off x="4510046" y="373079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84C5600E-5CCD-8274-3347-E3C81323052D}"/>
                </a:ext>
              </a:extLst>
            </p:cNvPr>
            <p:cNvGrpSpPr/>
            <p:nvPr/>
          </p:nvGrpSpPr>
          <p:grpSpPr>
            <a:xfrm>
              <a:off x="3338547" y="4410822"/>
              <a:ext cx="356392" cy="356392"/>
              <a:chOff x="4885871" y="2832091"/>
              <a:chExt cx="356392" cy="356392"/>
            </a:xfrm>
          </p:grpSpPr>
          <p:sp>
            <p:nvSpPr>
              <p:cNvPr id="212" name="椭圆 211">
                <a:extLst>
                  <a:ext uri="{FF2B5EF4-FFF2-40B4-BE49-F238E27FC236}">
                    <a16:creationId xmlns:a16="http://schemas.microsoft.com/office/drawing/2014/main" id="{7F15402F-9CF7-4418-5A87-C975C40B15DE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6AD61AAD-218F-4A5E-0B46-EEF8B88449E4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grpSp>
          <p:nvGrpSpPr>
            <p:cNvPr id="214" name="组合 213">
              <a:extLst>
                <a:ext uri="{FF2B5EF4-FFF2-40B4-BE49-F238E27FC236}">
                  <a16:creationId xmlns:a16="http://schemas.microsoft.com/office/drawing/2014/main" id="{17AC60A7-C48C-4057-EFC9-8C313F5ED360}"/>
                </a:ext>
              </a:extLst>
            </p:cNvPr>
            <p:cNvGrpSpPr/>
            <p:nvPr/>
          </p:nvGrpSpPr>
          <p:grpSpPr>
            <a:xfrm>
              <a:off x="3823531" y="4410822"/>
              <a:ext cx="356392" cy="356392"/>
              <a:chOff x="5559105" y="2844436"/>
              <a:chExt cx="356392" cy="356392"/>
            </a:xfrm>
          </p:grpSpPr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D2374A0F-546B-EC66-33B3-0F7DC1DD1924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36962B38-4B20-6B76-293A-366593C212E4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7</a:t>
                </a:r>
                <a:endParaRPr lang="zh-CN" altLang="en-US" sz="1400" b="1" dirty="0"/>
              </a:p>
            </p:txBody>
          </p:sp>
        </p:grp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78AD4CB7-6E2B-5070-37B7-51B9CC1725B4}"/>
                </a:ext>
              </a:extLst>
            </p:cNvPr>
            <p:cNvCxnSpPr>
              <a:cxnSpLocks/>
              <a:endCxn id="219" idx="0"/>
            </p:cNvCxnSpPr>
            <p:nvPr/>
          </p:nvCxnSpPr>
          <p:spPr>
            <a:xfrm flipH="1">
              <a:off x="4405168" y="4058748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8" name="组合 217">
              <a:extLst>
                <a:ext uri="{FF2B5EF4-FFF2-40B4-BE49-F238E27FC236}">
                  <a16:creationId xmlns:a16="http://schemas.microsoft.com/office/drawing/2014/main" id="{8A8E7AC3-5A45-A93E-C049-217D7EC01FC8}"/>
                </a:ext>
              </a:extLst>
            </p:cNvPr>
            <p:cNvGrpSpPr/>
            <p:nvPr/>
          </p:nvGrpSpPr>
          <p:grpSpPr>
            <a:xfrm>
              <a:off x="4226972" y="4402563"/>
              <a:ext cx="356392" cy="356392"/>
              <a:chOff x="4885871" y="2832091"/>
              <a:chExt cx="356392" cy="356392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9DBA144B-5701-11EB-EC3B-B8FB08EC0BED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F9C324AA-E326-9965-57B8-13BDFC2E788B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872B5D80-A8A2-5D6C-D43C-15912F543DC5}"/>
                </a:ext>
              </a:extLst>
            </p:cNvPr>
            <p:cNvCxnSpPr>
              <a:cxnSpLocks/>
              <a:stCxn id="201" idx="4"/>
              <a:endCxn id="223" idx="0"/>
            </p:cNvCxnSpPr>
            <p:nvPr/>
          </p:nvCxnSpPr>
          <p:spPr>
            <a:xfrm>
              <a:off x="4648756" y="4067007"/>
              <a:ext cx="268012" cy="3314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A237F838-6AB0-8896-584F-D0C0A4F21680}"/>
                </a:ext>
              </a:extLst>
            </p:cNvPr>
            <p:cNvGrpSpPr/>
            <p:nvPr/>
          </p:nvGrpSpPr>
          <p:grpSpPr>
            <a:xfrm>
              <a:off x="4738572" y="4398476"/>
              <a:ext cx="356392" cy="356392"/>
              <a:chOff x="4885871" y="2832091"/>
              <a:chExt cx="356392" cy="356392"/>
            </a:xfrm>
          </p:grpSpPr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88EA7D3A-A919-87A4-5223-905341349D39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rgbClr val="172C51"/>
                  </a:solidFill>
                </a:endParaRPr>
              </a:p>
            </p:txBody>
          </p:sp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0B706B30-7279-3905-47D0-A0B0A9C1A8FB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746E2D41-846B-E19A-13F5-55CEAD58BF26}"/>
                </a:ext>
              </a:extLst>
            </p:cNvPr>
            <p:cNvCxnSpPr>
              <a:cxnSpLocks/>
              <a:endCxn id="227" idx="0"/>
            </p:cNvCxnSpPr>
            <p:nvPr/>
          </p:nvCxnSpPr>
          <p:spPr>
            <a:xfrm flipH="1">
              <a:off x="3257004" y="4767214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448C38A5-A7B7-1627-71DC-45F40282D271}"/>
                </a:ext>
              </a:extLst>
            </p:cNvPr>
            <p:cNvGrpSpPr/>
            <p:nvPr/>
          </p:nvGrpSpPr>
          <p:grpSpPr>
            <a:xfrm>
              <a:off x="3078808" y="5111029"/>
              <a:ext cx="356392" cy="356392"/>
              <a:chOff x="4885871" y="2832091"/>
              <a:chExt cx="356392" cy="356392"/>
            </a:xfrm>
          </p:grpSpPr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1E533AFD-A559-3617-DD31-5F809EC050B6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19DBE29-5D23-C2DF-E6AE-7524EE1610B6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AD0E10EB-3213-1B68-015C-1FDB2EA1BFD0}"/>
                </a:ext>
              </a:extLst>
            </p:cNvPr>
            <p:cNvSpPr txBox="1"/>
            <p:nvPr/>
          </p:nvSpPr>
          <p:spPr>
            <a:xfrm>
              <a:off x="5256943" y="3690318"/>
              <a:ext cx="5131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chemeClr val="accent6"/>
                  </a:solidFill>
                </a:rPr>
                <a:t>插入</a:t>
              </a:r>
            </a:p>
          </p:txBody>
        </p:sp>
      </p:grp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13278C87-E949-F8CC-1A4E-B1C1F8DD0254}"/>
              </a:ext>
            </a:extLst>
          </p:cNvPr>
          <p:cNvGrpSpPr/>
          <p:nvPr/>
        </p:nvGrpSpPr>
        <p:grpSpPr>
          <a:xfrm>
            <a:off x="6138113" y="3686054"/>
            <a:ext cx="2016156" cy="2356078"/>
            <a:chOff x="6138113" y="3076261"/>
            <a:chExt cx="2016156" cy="2356078"/>
          </a:xfrm>
        </p:grpSpPr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D67E65B9-4852-7648-EAD3-555D406CE21F}"/>
                </a:ext>
              </a:extLst>
            </p:cNvPr>
            <p:cNvGrpSpPr/>
            <p:nvPr/>
          </p:nvGrpSpPr>
          <p:grpSpPr>
            <a:xfrm>
              <a:off x="6138113" y="3076261"/>
              <a:ext cx="2016156" cy="2356078"/>
              <a:chOff x="3078808" y="3111343"/>
              <a:chExt cx="2016156" cy="2356078"/>
            </a:xfrm>
          </p:grpSpPr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B77CD9DF-BA25-9AC8-D55D-85EC2F38BC96}"/>
                  </a:ext>
                </a:extLst>
              </p:cNvPr>
              <p:cNvSpPr/>
              <p:nvPr/>
            </p:nvSpPr>
            <p:spPr>
              <a:xfrm>
                <a:off x="3598286" y="3710615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01A57FD4-73F9-73F5-896D-6DE54334CA44}"/>
                  </a:ext>
                </a:extLst>
              </p:cNvPr>
              <p:cNvSpPr/>
              <p:nvPr/>
            </p:nvSpPr>
            <p:spPr>
              <a:xfrm>
                <a:off x="4470560" y="3710615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B3A20F6D-538B-B37A-171A-B574D1C015C3}"/>
                  </a:ext>
                </a:extLst>
              </p:cNvPr>
              <p:cNvCxnSpPr>
                <a:cxnSpLocks/>
                <a:stCxn id="264" idx="4"/>
                <a:endCxn id="237" idx="0"/>
              </p:cNvCxnSpPr>
              <p:nvPr/>
            </p:nvCxnSpPr>
            <p:spPr>
              <a:xfrm>
                <a:off x="4163095" y="3467735"/>
                <a:ext cx="485661" cy="2428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473CC7BE-ED4A-AE6E-750F-152B2903F1CF}"/>
                  </a:ext>
                </a:extLst>
              </p:cNvPr>
              <p:cNvCxnSpPr>
                <a:cxnSpLocks/>
                <a:stCxn id="236" idx="0"/>
                <a:endCxn id="264" idx="4"/>
              </p:cNvCxnSpPr>
              <p:nvPr/>
            </p:nvCxnSpPr>
            <p:spPr>
              <a:xfrm flipV="1">
                <a:off x="3776482" y="3467735"/>
                <a:ext cx="386613" cy="2428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B4AD2D48-17FD-D3CB-4CA5-99C3DF0729E4}"/>
                  </a:ext>
                </a:extLst>
              </p:cNvPr>
              <p:cNvCxnSpPr>
                <a:cxnSpLocks/>
                <a:stCxn id="236" idx="4"/>
                <a:endCxn id="260" idx="0"/>
              </p:cNvCxnSpPr>
              <p:nvPr/>
            </p:nvCxnSpPr>
            <p:spPr>
              <a:xfrm>
                <a:off x="3776482" y="4067007"/>
                <a:ext cx="225245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D40860DE-ACEF-9E0B-0ECB-6F4FB3EF9B14}"/>
                  </a:ext>
                </a:extLst>
              </p:cNvPr>
              <p:cNvCxnSpPr>
                <a:cxnSpLocks/>
                <a:stCxn id="236" idx="4"/>
                <a:endCxn id="262" idx="0"/>
              </p:cNvCxnSpPr>
              <p:nvPr/>
            </p:nvCxnSpPr>
            <p:spPr>
              <a:xfrm flipH="1">
                <a:off x="3516743" y="4067007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2" name="组合 241">
                <a:extLst>
                  <a:ext uri="{FF2B5EF4-FFF2-40B4-BE49-F238E27FC236}">
                    <a16:creationId xmlns:a16="http://schemas.microsoft.com/office/drawing/2014/main" id="{B9CC2BEF-FA1C-BB02-19E9-5B82BDBD60E6}"/>
                  </a:ext>
                </a:extLst>
              </p:cNvPr>
              <p:cNvGrpSpPr/>
              <p:nvPr/>
            </p:nvGrpSpPr>
            <p:grpSpPr>
              <a:xfrm>
                <a:off x="3984899" y="3111343"/>
                <a:ext cx="356392" cy="356392"/>
                <a:chOff x="3868314" y="917016"/>
                <a:chExt cx="356392" cy="356392"/>
              </a:xfrm>
            </p:grpSpPr>
            <p:sp>
              <p:nvSpPr>
                <p:cNvPr id="264" name="椭圆 263">
                  <a:extLst>
                    <a:ext uri="{FF2B5EF4-FFF2-40B4-BE49-F238E27FC236}">
                      <a16:creationId xmlns:a16="http://schemas.microsoft.com/office/drawing/2014/main" id="{EC1F7633-863A-3836-6CCD-17780FD18E51}"/>
                    </a:ext>
                  </a:extLst>
                </p:cNvPr>
                <p:cNvSpPr/>
                <p:nvPr/>
              </p:nvSpPr>
              <p:spPr>
                <a:xfrm>
                  <a:off x="3868314" y="917016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3EFB3D31-2C79-C583-A6F3-580C411D6F89}"/>
                    </a:ext>
                  </a:extLst>
                </p:cNvPr>
                <p:cNvSpPr txBox="1"/>
                <p:nvPr/>
              </p:nvSpPr>
              <p:spPr>
                <a:xfrm>
                  <a:off x="3907800" y="935267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3</a:t>
                  </a:r>
                  <a:endParaRPr lang="zh-CN" altLang="en-US" sz="1400" b="1" dirty="0"/>
                </a:p>
              </p:txBody>
            </p:sp>
          </p:grpSp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1333361A-5B98-70F7-917A-019A3CC3097A}"/>
                  </a:ext>
                </a:extLst>
              </p:cNvPr>
              <p:cNvSpPr txBox="1"/>
              <p:nvPr/>
            </p:nvSpPr>
            <p:spPr>
              <a:xfrm>
                <a:off x="3632241" y="3734922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60C2DB43-DCF7-8DD0-5060-844C86981AD5}"/>
                  </a:ext>
                </a:extLst>
              </p:cNvPr>
              <p:cNvSpPr txBox="1"/>
              <p:nvPr/>
            </p:nvSpPr>
            <p:spPr>
              <a:xfrm>
                <a:off x="4510046" y="3730793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4CF3755E-9CD3-CCF5-C53B-9F709437FB45}"/>
                  </a:ext>
                </a:extLst>
              </p:cNvPr>
              <p:cNvGrpSpPr/>
              <p:nvPr/>
            </p:nvGrpSpPr>
            <p:grpSpPr>
              <a:xfrm>
                <a:off x="3338547" y="4410822"/>
                <a:ext cx="356392" cy="356392"/>
                <a:chOff x="4885871" y="2832091"/>
                <a:chExt cx="356392" cy="356392"/>
              </a:xfrm>
            </p:grpSpPr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299FF297-4D71-1016-B277-990CB448757C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1D947DF8-1982-73B7-2001-F27D69B3844E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6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3964ABA2-BC7D-A8BD-7DFD-7FACD23068BE}"/>
                  </a:ext>
                </a:extLst>
              </p:cNvPr>
              <p:cNvGrpSpPr/>
              <p:nvPr/>
            </p:nvGrpSpPr>
            <p:grpSpPr>
              <a:xfrm>
                <a:off x="3823531" y="4410822"/>
                <a:ext cx="356392" cy="356392"/>
                <a:chOff x="5559105" y="2844436"/>
                <a:chExt cx="356392" cy="356392"/>
              </a:xfrm>
            </p:grpSpPr>
            <p:sp>
              <p:nvSpPr>
                <p:cNvPr id="260" name="椭圆 259">
                  <a:extLst>
                    <a:ext uri="{FF2B5EF4-FFF2-40B4-BE49-F238E27FC236}">
                      <a16:creationId xmlns:a16="http://schemas.microsoft.com/office/drawing/2014/main" id="{1531BE9F-1B33-B1CB-5167-04BF8A496320}"/>
                    </a:ext>
                  </a:extLst>
                </p:cNvPr>
                <p:cNvSpPr/>
                <p:nvPr/>
              </p:nvSpPr>
              <p:spPr>
                <a:xfrm>
                  <a:off x="5559105" y="2844436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7B64F21A-18EC-5E4E-84E8-F69738EFBB3D}"/>
                    </a:ext>
                  </a:extLst>
                </p:cNvPr>
                <p:cNvSpPr txBox="1"/>
                <p:nvPr/>
              </p:nvSpPr>
              <p:spPr>
                <a:xfrm>
                  <a:off x="5599606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7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1CDD7A93-93ED-1744-5C5E-2DDEDEA1C6B4}"/>
                  </a:ext>
                </a:extLst>
              </p:cNvPr>
              <p:cNvCxnSpPr>
                <a:cxnSpLocks/>
                <a:endCxn id="258" idx="0"/>
              </p:cNvCxnSpPr>
              <p:nvPr/>
            </p:nvCxnSpPr>
            <p:spPr>
              <a:xfrm flipH="1">
                <a:off x="4405168" y="4058748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490DB2AB-BC12-94AA-D84E-D4899F94841A}"/>
                  </a:ext>
                </a:extLst>
              </p:cNvPr>
              <p:cNvGrpSpPr/>
              <p:nvPr/>
            </p:nvGrpSpPr>
            <p:grpSpPr>
              <a:xfrm>
                <a:off x="4226972" y="4402563"/>
                <a:ext cx="356392" cy="356392"/>
                <a:chOff x="4885871" y="2832091"/>
                <a:chExt cx="356392" cy="356392"/>
              </a:xfrm>
            </p:grpSpPr>
            <p:sp>
              <p:nvSpPr>
                <p:cNvPr id="258" name="椭圆 257">
                  <a:extLst>
                    <a:ext uri="{FF2B5EF4-FFF2-40B4-BE49-F238E27FC236}">
                      <a16:creationId xmlns:a16="http://schemas.microsoft.com/office/drawing/2014/main" id="{A9940110-52CE-5050-C532-0FB27FB12C24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3A97AE63-797A-9450-F1C8-3FBF809DDFD7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8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F447315F-2248-A6C9-FE74-28712B2EEADD}"/>
                  </a:ext>
                </a:extLst>
              </p:cNvPr>
              <p:cNvCxnSpPr>
                <a:cxnSpLocks/>
                <a:stCxn id="237" idx="4"/>
                <a:endCxn id="256" idx="0"/>
              </p:cNvCxnSpPr>
              <p:nvPr/>
            </p:nvCxnSpPr>
            <p:spPr>
              <a:xfrm>
                <a:off x="4648756" y="4067007"/>
                <a:ext cx="268012" cy="3314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F6ED4855-FF1A-7359-CA67-D97328EBE8AB}"/>
                  </a:ext>
                </a:extLst>
              </p:cNvPr>
              <p:cNvGrpSpPr/>
              <p:nvPr/>
            </p:nvGrpSpPr>
            <p:grpSpPr>
              <a:xfrm>
                <a:off x="4738572" y="4398476"/>
                <a:ext cx="356392" cy="356392"/>
                <a:chOff x="4885871" y="2832091"/>
                <a:chExt cx="356392" cy="356392"/>
              </a:xfrm>
            </p:grpSpPr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497F7D42-E2F6-80AE-A312-5A2D389BA962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B5ED8561-A6DA-4480-B187-2C74EAE9B79E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5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AFADF656-16B6-69AF-592C-8CAB3315E843}"/>
                  </a:ext>
                </a:extLst>
              </p:cNvPr>
              <p:cNvCxnSpPr>
                <a:cxnSpLocks/>
                <a:endCxn id="254" idx="0"/>
              </p:cNvCxnSpPr>
              <p:nvPr/>
            </p:nvCxnSpPr>
            <p:spPr>
              <a:xfrm flipH="1">
                <a:off x="3257004" y="4767214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0165458F-D0A0-90E3-989C-2A8A5C7A4212}"/>
                  </a:ext>
                </a:extLst>
              </p:cNvPr>
              <p:cNvGrpSpPr/>
              <p:nvPr/>
            </p:nvGrpSpPr>
            <p:grpSpPr>
              <a:xfrm>
                <a:off x="3078808" y="5111029"/>
                <a:ext cx="356392" cy="356392"/>
                <a:chOff x="4885871" y="2832091"/>
                <a:chExt cx="356392" cy="356392"/>
              </a:xfrm>
            </p:grpSpPr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E7D3AF6A-397F-704A-6D46-E599359028A8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0916E0CC-A510-4877-3D8A-74BCFBB95762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8</a:t>
                  </a:r>
                  <a:endParaRPr lang="zh-CN" altLang="en-US" sz="1400" b="1" dirty="0"/>
                </a:p>
              </p:txBody>
            </p:sp>
          </p:grpSp>
        </p:grp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F0EC6AF1-E8CD-BC04-D1DD-442667CC9C5C}"/>
                </a:ext>
              </a:extLst>
            </p:cNvPr>
            <p:cNvGrpSpPr/>
            <p:nvPr/>
          </p:nvGrpSpPr>
          <p:grpSpPr>
            <a:xfrm>
              <a:off x="6576048" y="4707824"/>
              <a:ext cx="395978" cy="716049"/>
              <a:chOff x="6250927" y="4868690"/>
              <a:chExt cx="395978" cy="716049"/>
            </a:xfrm>
          </p:grpSpPr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DFA7A02B-0B98-AEFB-E983-628FCA8A1029}"/>
                  </a:ext>
                </a:extLst>
              </p:cNvPr>
              <p:cNvCxnSpPr>
                <a:cxnSpLocks/>
                <a:stCxn id="263" idx="2"/>
                <a:endCxn id="270" idx="0"/>
              </p:cNvCxnSpPr>
              <p:nvPr/>
            </p:nvCxnSpPr>
            <p:spPr>
              <a:xfrm>
                <a:off x="6250927" y="4868690"/>
                <a:ext cx="217782" cy="3596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椭圆 269">
                <a:extLst>
                  <a:ext uri="{FF2B5EF4-FFF2-40B4-BE49-F238E27FC236}">
                    <a16:creationId xmlns:a16="http://schemas.microsoft.com/office/drawing/2014/main" id="{7A9B436E-7BC2-2BF5-0F38-9353564BDD17}"/>
                  </a:ext>
                </a:extLst>
              </p:cNvPr>
              <p:cNvSpPr/>
              <p:nvPr/>
            </p:nvSpPr>
            <p:spPr>
              <a:xfrm>
                <a:off x="6290513" y="5228347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71" name="文本框 270">
                <a:extLst>
                  <a:ext uri="{FF2B5EF4-FFF2-40B4-BE49-F238E27FC236}">
                    <a16:creationId xmlns:a16="http://schemas.microsoft.com/office/drawing/2014/main" id="{FEC59C47-37C8-FF35-82FA-8E2547BB29E0}"/>
                  </a:ext>
                </a:extLst>
              </p:cNvPr>
              <p:cNvSpPr txBox="1"/>
              <p:nvPr/>
            </p:nvSpPr>
            <p:spPr>
              <a:xfrm>
                <a:off x="6329999" y="5252654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accent6"/>
                    </a:solidFill>
                  </a:rPr>
                  <a:t>5</a:t>
                </a:r>
                <a:endParaRPr lang="zh-CN" altLang="en-US" sz="1400" b="1" dirty="0">
                  <a:solidFill>
                    <a:schemeClr val="accent6"/>
                  </a:solidFill>
                </a:endParaRPr>
              </a:p>
            </p:txBody>
          </p:sp>
        </p:grpSp>
      </p:grp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5BF327A8-539F-7F70-2B42-B2C01799BAFA}"/>
              </a:ext>
            </a:extLst>
          </p:cNvPr>
          <p:cNvCxnSpPr>
            <a:cxnSpLocks/>
          </p:cNvCxnSpPr>
          <p:nvPr/>
        </p:nvCxnSpPr>
        <p:spPr>
          <a:xfrm>
            <a:off x="8328740" y="4658358"/>
            <a:ext cx="118530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B94E27AA-A416-AE1F-1711-A0FFB732AB13}"/>
              </a:ext>
            </a:extLst>
          </p:cNvPr>
          <p:cNvGrpSpPr/>
          <p:nvPr/>
        </p:nvGrpSpPr>
        <p:grpSpPr>
          <a:xfrm>
            <a:off x="8711274" y="4330403"/>
            <a:ext cx="298251" cy="284337"/>
            <a:chOff x="3868314" y="917016"/>
            <a:chExt cx="356392" cy="356392"/>
          </a:xfrm>
        </p:grpSpPr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839D8416-B925-83D5-3E36-CE9552A12B4D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60F0691C-9C5B-1E07-9584-F392017EF550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5</a:t>
              </a:r>
              <a:endParaRPr lang="zh-CN" altLang="en-US" sz="1100" b="1" dirty="0"/>
            </a:p>
          </p:txBody>
        </p:sp>
      </p:grpSp>
      <p:sp>
        <p:nvSpPr>
          <p:cNvPr id="278" name="文本框 277">
            <a:extLst>
              <a:ext uri="{FF2B5EF4-FFF2-40B4-BE49-F238E27FC236}">
                <a16:creationId xmlns:a16="http://schemas.microsoft.com/office/drawing/2014/main" id="{B8CA0B58-F22A-6936-CBA1-A27F83544717}"/>
              </a:ext>
            </a:extLst>
          </p:cNvPr>
          <p:cNvSpPr txBox="1"/>
          <p:nvPr/>
        </p:nvSpPr>
        <p:spPr>
          <a:xfrm>
            <a:off x="8278325" y="4354851"/>
            <a:ext cx="5131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交换</a:t>
            </a:r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4308B70F-FCEB-B1A2-14E9-D7B9CBDCC5E6}"/>
              </a:ext>
            </a:extLst>
          </p:cNvPr>
          <p:cNvGrpSpPr/>
          <p:nvPr/>
        </p:nvGrpSpPr>
        <p:grpSpPr>
          <a:xfrm>
            <a:off x="9039073" y="4322144"/>
            <a:ext cx="298251" cy="284337"/>
            <a:chOff x="3868314" y="917016"/>
            <a:chExt cx="356392" cy="356392"/>
          </a:xfrm>
        </p:grpSpPr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2CFE9977-47BF-3DE8-37EB-4236F432E30A}"/>
                </a:ext>
              </a:extLst>
            </p:cNvPr>
            <p:cNvSpPr/>
            <p:nvPr/>
          </p:nvSpPr>
          <p:spPr>
            <a:xfrm>
              <a:off x="3868314" y="91701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93B7409A-01D5-4130-17B8-549B2331E94B}"/>
                </a:ext>
              </a:extLst>
            </p:cNvPr>
            <p:cNvSpPr txBox="1"/>
            <p:nvPr/>
          </p:nvSpPr>
          <p:spPr>
            <a:xfrm>
              <a:off x="3903622" y="930528"/>
              <a:ext cx="277420" cy="32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6</a:t>
              </a:r>
              <a:endParaRPr lang="zh-CN" altLang="en-US" sz="1100" b="1" dirty="0"/>
            </a:p>
          </p:txBody>
        </p:sp>
      </p:grp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84C488EB-20EA-D512-5AD0-2DB055B5DFC8}"/>
              </a:ext>
            </a:extLst>
          </p:cNvPr>
          <p:cNvGrpSpPr/>
          <p:nvPr/>
        </p:nvGrpSpPr>
        <p:grpSpPr>
          <a:xfrm>
            <a:off x="9508290" y="3505888"/>
            <a:ext cx="2016156" cy="2356078"/>
            <a:chOff x="6138113" y="3076261"/>
            <a:chExt cx="2016156" cy="2356078"/>
          </a:xfrm>
        </p:grpSpPr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30CA8FF5-9A4F-96E1-E507-34A186856FC4}"/>
                </a:ext>
              </a:extLst>
            </p:cNvPr>
            <p:cNvGrpSpPr/>
            <p:nvPr/>
          </p:nvGrpSpPr>
          <p:grpSpPr>
            <a:xfrm>
              <a:off x="6138113" y="3076261"/>
              <a:ext cx="2016156" cy="2356078"/>
              <a:chOff x="3078808" y="3111343"/>
              <a:chExt cx="2016156" cy="2356078"/>
            </a:xfrm>
          </p:grpSpPr>
          <p:sp>
            <p:nvSpPr>
              <p:cNvPr id="319" name="椭圆 318">
                <a:extLst>
                  <a:ext uri="{FF2B5EF4-FFF2-40B4-BE49-F238E27FC236}">
                    <a16:creationId xmlns:a16="http://schemas.microsoft.com/office/drawing/2014/main" id="{FF9AB8DD-3DDA-A7A3-AC70-58135B01B063}"/>
                  </a:ext>
                </a:extLst>
              </p:cNvPr>
              <p:cNvSpPr/>
              <p:nvPr/>
            </p:nvSpPr>
            <p:spPr>
              <a:xfrm>
                <a:off x="3598286" y="3710615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320" name="椭圆 319">
                <a:extLst>
                  <a:ext uri="{FF2B5EF4-FFF2-40B4-BE49-F238E27FC236}">
                    <a16:creationId xmlns:a16="http://schemas.microsoft.com/office/drawing/2014/main" id="{7B47CDDE-0AAC-DA5B-1B0C-0476DBE45092}"/>
                  </a:ext>
                </a:extLst>
              </p:cNvPr>
              <p:cNvSpPr/>
              <p:nvPr/>
            </p:nvSpPr>
            <p:spPr>
              <a:xfrm>
                <a:off x="4470560" y="3710615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A61334EF-290E-E337-6A59-35FA47D807F5}"/>
                  </a:ext>
                </a:extLst>
              </p:cNvPr>
              <p:cNvCxnSpPr>
                <a:cxnSpLocks/>
                <a:stCxn id="346" idx="4"/>
                <a:endCxn id="320" idx="0"/>
              </p:cNvCxnSpPr>
              <p:nvPr/>
            </p:nvCxnSpPr>
            <p:spPr>
              <a:xfrm>
                <a:off x="4163095" y="3467735"/>
                <a:ext cx="485661" cy="2428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FA5BEEEB-E8F3-7052-7573-390AE8934FAD}"/>
                  </a:ext>
                </a:extLst>
              </p:cNvPr>
              <p:cNvCxnSpPr>
                <a:cxnSpLocks/>
                <a:stCxn id="319" idx="0"/>
                <a:endCxn id="346" idx="4"/>
              </p:cNvCxnSpPr>
              <p:nvPr/>
            </p:nvCxnSpPr>
            <p:spPr>
              <a:xfrm flipV="1">
                <a:off x="3776482" y="3467735"/>
                <a:ext cx="386613" cy="2428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E749EA0D-A02C-8913-FCEF-27D46AB53F7F}"/>
                  </a:ext>
                </a:extLst>
              </p:cNvPr>
              <p:cNvCxnSpPr>
                <a:cxnSpLocks/>
                <a:stCxn id="319" idx="4"/>
                <a:endCxn id="342" idx="0"/>
              </p:cNvCxnSpPr>
              <p:nvPr/>
            </p:nvCxnSpPr>
            <p:spPr>
              <a:xfrm>
                <a:off x="3776482" y="4067007"/>
                <a:ext cx="225245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5B13583C-1493-044F-AF5B-7E01C8BAD2C9}"/>
                  </a:ext>
                </a:extLst>
              </p:cNvPr>
              <p:cNvCxnSpPr>
                <a:cxnSpLocks/>
                <a:stCxn id="319" idx="4"/>
                <a:endCxn id="344" idx="0"/>
              </p:cNvCxnSpPr>
              <p:nvPr/>
            </p:nvCxnSpPr>
            <p:spPr>
              <a:xfrm flipH="1">
                <a:off x="3516743" y="4067007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5" name="组合 324">
                <a:extLst>
                  <a:ext uri="{FF2B5EF4-FFF2-40B4-BE49-F238E27FC236}">
                    <a16:creationId xmlns:a16="http://schemas.microsoft.com/office/drawing/2014/main" id="{B5671C93-7339-FDB9-609C-B45CAB07B41E}"/>
                  </a:ext>
                </a:extLst>
              </p:cNvPr>
              <p:cNvGrpSpPr/>
              <p:nvPr/>
            </p:nvGrpSpPr>
            <p:grpSpPr>
              <a:xfrm>
                <a:off x="3984899" y="3111343"/>
                <a:ext cx="356392" cy="356392"/>
                <a:chOff x="3868314" y="917016"/>
                <a:chExt cx="356392" cy="356392"/>
              </a:xfrm>
            </p:grpSpPr>
            <p:sp>
              <p:nvSpPr>
                <p:cNvPr id="346" name="椭圆 345">
                  <a:extLst>
                    <a:ext uri="{FF2B5EF4-FFF2-40B4-BE49-F238E27FC236}">
                      <a16:creationId xmlns:a16="http://schemas.microsoft.com/office/drawing/2014/main" id="{C4D3E361-78F6-8DD3-CB0D-DCE20781D34F}"/>
                    </a:ext>
                  </a:extLst>
                </p:cNvPr>
                <p:cNvSpPr/>
                <p:nvPr/>
              </p:nvSpPr>
              <p:spPr>
                <a:xfrm>
                  <a:off x="3868314" y="917016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47" name="文本框 346">
                  <a:extLst>
                    <a:ext uri="{FF2B5EF4-FFF2-40B4-BE49-F238E27FC236}">
                      <a16:creationId xmlns:a16="http://schemas.microsoft.com/office/drawing/2014/main" id="{9D407B24-5804-6FB2-730F-76ED0771F223}"/>
                    </a:ext>
                  </a:extLst>
                </p:cNvPr>
                <p:cNvSpPr txBox="1"/>
                <p:nvPr/>
              </p:nvSpPr>
              <p:spPr>
                <a:xfrm>
                  <a:off x="3907800" y="935267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3</a:t>
                  </a:r>
                  <a:endParaRPr lang="zh-CN" altLang="en-US" sz="1400" b="1" dirty="0"/>
                </a:p>
              </p:txBody>
            </p:sp>
          </p:grpSp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992FE713-A914-55DA-9540-370A5E807EF6}"/>
                  </a:ext>
                </a:extLst>
              </p:cNvPr>
              <p:cNvSpPr txBox="1"/>
              <p:nvPr/>
            </p:nvSpPr>
            <p:spPr>
              <a:xfrm>
                <a:off x="3632241" y="3734922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  <p:sp>
            <p:nvSpPr>
              <p:cNvPr id="327" name="文本框 326">
                <a:extLst>
                  <a:ext uri="{FF2B5EF4-FFF2-40B4-BE49-F238E27FC236}">
                    <a16:creationId xmlns:a16="http://schemas.microsoft.com/office/drawing/2014/main" id="{966C03DB-257D-751D-A9E6-828E0CBF5BE4}"/>
                  </a:ext>
                </a:extLst>
              </p:cNvPr>
              <p:cNvSpPr txBox="1"/>
              <p:nvPr/>
            </p:nvSpPr>
            <p:spPr>
              <a:xfrm>
                <a:off x="4510046" y="3730793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  <p:grpSp>
            <p:nvGrpSpPr>
              <p:cNvPr id="328" name="组合 327">
                <a:extLst>
                  <a:ext uri="{FF2B5EF4-FFF2-40B4-BE49-F238E27FC236}">
                    <a16:creationId xmlns:a16="http://schemas.microsoft.com/office/drawing/2014/main" id="{5EAC4FD9-DBFF-8DEF-A8AC-ACBE77E200CC}"/>
                  </a:ext>
                </a:extLst>
              </p:cNvPr>
              <p:cNvGrpSpPr/>
              <p:nvPr/>
            </p:nvGrpSpPr>
            <p:grpSpPr>
              <a:xfrm>
                <a:off x="3338547" y="4410822"/>
                <a:ext cx="356392" cy="356392"/>
                <a:chOff x="4885871" y="2832091"/>
                <a:chExt cx="356392" cy="356392"/>
              </a:xfrm>
            </p:grpSpPr>
            <p:sp>
              <p:nvSpPr>
                <p:cNvPr id="344" name="椭圆 343">
                  <a:extLst>
                    <a:ext uri="{FF2B5EF4-FFF2-40B4-BE49-F238E27FC236}">
                      <a16:creationId xmlns:a16="http://schemas.microsoft.com/office/drawing/2014/main" id="{1E155391-3C5D-E307-F5A2-22EE96BF8E05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45" name="文本框 344">
                  <a:extLst>
                    <a:ext uri="{FF2B5EF4-FFF2-40B4-BE49-F238E27FC236}">
                      <a16:creationId xmlns:a16="http://schemas.microsoft.com/office/drawing/2014/main" id="{0F304ACB-FB24-6B86-D9C1-324C97B13657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5</a:t>
                  </a:r>
                  <a:endParaRPr lang="zh-CN" altLang="en-US" sz="1400" b="1" dirty="0"/>
                </a:p>
              </p:txBody>
            </p:sp>
          </p:grpSp>
          <p:grpSp>
            <p:nvGrpSpPr>
              <p:cNvPr id="329" name="组合 328">
                <a:extLst>
                  <a:ext uri="{FF2B5EF4-FFF2-40B4-BE49-F238E27FC236}">
                    <a16:creationId xmlns:a16="http://schemas.microsoft.com/office/drawing/2014/main" id="{C7664205-F375-E59C-FAEB-6F79BCEC054A}"/>
                  </a:ext>
                </a:extLst>
              </p:cNvPr>
              <p:cNvGrpSpPr/>
              <p:nvPr/>
            </p:nvGrpSpPr>
            <p:grpSpPr>
              <a:xfrm>
                <a:off x="3823531" y="4410822"/>
                <a:ext cx="356392" cy="356392"/>
                <a:chOff x="5559105" y="2844436"/>
                <a:chExt cx="356392" cy="356392"/>
              </a:xfrm>
            </p:grpSpPr>
            <p:sp>
              <p:nvSpPr>
                <p:cNvPr id="342" name="椭圆 341">
                  <a:extLst>
                    <a:ext uri="{FF2B5EF4-FFF2-40B4-BE49-F238E27FC236}">
                      <a16:creationId xmlns:a16="http://schemas.microsoft.com/office/drawing/2014/main" id="{DF95D7A2-7983-B665-4BA3-89D5E4F1C0C1}"/>
                    </a:ext>
                  </a:extLst>
                </p:cNvPr>
                <p:cNvSpPr/>
                <p:nvPr/>
              </p:nvSpPr>
              <p:spPr>
                <a:xfrm>
                  <a:off x="5559105" y="2844436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983CB6A3-ED7C-46B6-DA04-DB9206368F36}"/>
                    </a:ext>
                  </a:extLst>
                </p:cNvPr>
                <p:cNvSpPr txBox="1"/>
                <p:nvPr/>
              </p:nvSpPr>
              <p:spPr>
                <a:xfrm>
                  <a:off x="5599606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7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5BAA51B1-4A00-7AB8-FDDA-7EFB9F800EF5}"/>
                  </a:ext>
                </a:extLst>
              </p:cNvPr>
              <p:cNvCxnSpPr>
                <a:cxnSpLocks/>
                <a:endCxn id="340" idx="0"/>
              </p:cNvCxnSpPr>
              <p:nvPr/>
            </p:nvCxnSpPr>
            <p:spPr>
              <a:xfrm flipH="1">
                <a:off x="4405168" y="4058748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1" name="组合 330">
                <a:extLst>
                  <a:ext uri="{FF2B5EF4-FFF2-40B4-BE49-F238E27FC236}">
                    <a16:creationId xmlns:a16="http://schemas.microsoft.com/office/drawing/2014/main" id="{B71F158C-A42E-0DE0-BA65-16E428FE7F81}"/>
                  </a:ext>
                </a:extLst>
              </p:cNvPr>
              <p:cNvGrpSpPr/>
              <p:nvPr/>
            </p:nvGrpSpPr>
            <p:grpSpPr>
              <a:xfrm>
                <a:off x="4226972" y="4402563"/>
                <a:ext cx="356392" cy="356392"/>
                <a:chOff x="4885871" y="2832091"/>
                <a:chExt cx="356392" cy="356392"/>
              </a:xfrm>
            </p:grpSpPr>
            <p:sp>
              <p:nvSpPr>
                <p:cNvPr id="340" name="椭圆 339">
                  <a:extLst>
                    <a:ext uri="{FF2B5EF4-FFF2-40B4-BE49-F238E27FC236}">
                      <a16:creationId xmlns:a16="http://schemas.microsoft.com/office/drawing/2014/main" id="{7DF7790D-D416-A8DA-F092-C9E2F3FED58A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41" name="文本框 340">
                  <a:extLst>
                    <a:ext uri="{FF2B5EF4-FFF2-40B4-BE49-F238E27FC236}">
                      <a16:creationId xmlns:a16="http://schemas.microsoft.com/office/drawing/2014/main" id="{92FC7896-CF69-5C2E-D568-B92F72C4F0AF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8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CBA9492C-3D9B-9D0C-9BDE-7A0D69093F18}"/>
                  </a:ext>
                </a:extLst>
              </p:cNvPr>
              <p:cNvCxnSpPr>
                <a:cxnSpLocks/>
                <a:stCxn id="320" idx="4"/>
                <a:endCxn id="338" idx="0"/>
              </p:cNvCxnSpPr>
              <p:nvPr/>
            </p:nvCxnSpPr>
            <p:spPr>
              <a:xfrm>
                <a:off x="4648756" y="4067007"/>
                <a:ext cx="268012" cy="3314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3" name="组合 332">
                <a:extLst>
                  <a:ext uri="{FF2B5EF4-FFF2-40B4-BE49-F238E27FC236}">
                    <a16:creationId xmlns:a16="http://schemas.microsoft.com/office/drawing/2014/main" id="{CCEDA124-C05C-285D-002B-7C6F93F68637}"/>
                  </a:ext>
                </a:extLst>
              </p:cNvPr>
              <p:cNvGrpSpPr/>
              <p:nvPr/>
            </p:nvGrpSpPr>
            <p:grpSpPr>
              <a:xfrm>
                <a:off x="4738572" y="4398476"/>
                <a:ext cx="356392" cy="356392"/>
                <a:chOff x="4885871" y="2832091"/>
                <a:chExt cx="356392" cy="356392"/>
              </a:xfrm>
            </p:grpSpPr>
            <p:sp>
              <p:nvSpPr>
                <p:cNvPr id="338" name="椭圆 337">
                  <a:extLst>
                    <a:ext uri="{FF2B5EF4-FFF2-40B4-BE49-F238E27FC236}">
                      <a16:creationId xmlns:a16="http://schemas.microsoft.com/office/drawing/2014/main" id="{C313BAC4-929A-40F6-BA98-C626B6CA789A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A43C3010-7B95-10E4-C719-43A7ED2D7A89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5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5396A576-347C-B272-8A1B-1196DA9B8E2F}"/>
                  </a:ext>
                </a:extLst>
              </p:cNvPr>
              <p:cNvCxnSpPr>
                <a:cxnSpLocks/>
                <a:endCxn id="336" idx="0"/>
              </p:cNvCxnSpPr>
              <p:nvPr/>
            </p:nvCxnSpPr>
            <p:spPr>
              <a:xfrm flipH="1">
                <a:off x="3257004" y="4767214"/>
                <a:ext cx="259739" cy="3438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5" name="组合 334">
                <a:extLst>
                  <a:ext uri="{FF2B5EF4-FFF2-40B4-BE49-F238E27FC236}">
                    <a16:creationId xmlns:a16="http://schemas.microsoft.com/office/drawing/2014/main" id="{9EA5389F-4333-4BDF-F602-87608CF50CBC}"/>
                  </a:ext>
                </a:extLst>
              </p:cNvPr>
              <p:cNvGrpSpPr/>
              <p:nvPr/>
            </p:nvGrpSpPr>
            <p:grpSpPr>
              <a:xfrm>
                <a:off x="3078808" y="5111029"/>
                <a:ext cx="356392" cy="356392"/>
                <a:chOff x="4885871" y="2832091"/>
                <a:chExt cx="356392" cy="356392"/>
              </a:xfrm>
            </p:grpSpPr>
            <p:sp>
              <p:nvSpPr>
                <p:cNvPr id="336" name="椭圆 335">
                  <a:extLst>
                    <a:ext uri="{FF2B5EF4-FFF2-40B4-BE49-F238E27FC236}">
                      <a16:creationId xmlns:a16="http://schemas.microsoft.com/office/drawing/2014/main" id="{AC3AE147-8AA2-4E01-2507-4F3D6970EB98}"/>
                    </a:ext>
                  </a:extLst>
                </p:cNvPr>
                <p:cNvSpPr/>
                <p:nvPr/>
              </p:nvSpPr>
              <p:spPr>
                <a:xfrm>
                  <a:off x="4885871" y="2832091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37" name="文本框 336">
                  <a:extLst>
                    <a:ext uri="{FF2B5EF4-FFF2-40B4-BE49-F238E27FC236}">
                      <a16:creationId xmlns:a16="http://schemas.microsoft.com/office/drawing/2014/main" id="{52424DA1-696E-BBD6-65D1-EC675668D434}"/>
                    </a:ext>
                  </a:extLst>
                </p:cNvPr>
                <p:cNvSpPr txBox="1"/>
                <p:nvPr/>
              </p:nvSpPr>
              <p:spPr>
                <a:xfrm>
                  <a:off x="4925357" y="2856398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8</a:t>
                  </a:r>
                  <a:endParaRPr lang="zh-CN" altLang="en-US" sz="1400" b="1" dirty="0"/>
                </a:p>
              </p:txBody>
            </p:sp>
          </p:grpSp>
        </p:grp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FC70500E-75A7-FF71-B45A-2ED8C34AE910}"/>
                </a:ext>
              </a:extLst>
            </p:cNvPr>
            <p:cNvGrpSpPr/>
            <p:nvPr/>
          </p:nvGrpSpPr>
          <p:grpSpPr>
            <a:xfrm>
              <a:off x="6576048" y="4707824"/>
              <a:ext cx="395978" cy="716049"/>
              <a:chOff x="6250927" y="4868690"/>
              <a:chExt cx="395978" cy="716049"/>
            </a:xfrm>
          </p:grpSpPr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565A10A7-9124-C23A-E7FD-44A88A5AC87C}"/>
                  </a:ext>
                </a:extLst>
              </p:cNvPr>
              <p:cNvCxnSpPr>
                <a:cxnSpLocks/>
                <a:stCxn id="345" idx="2"/>
                <a:endCxn id="317" idx="0"/>
              </p:cNvCxnSpPr>
              <p:nvPr/>
            </p:nvCxnSpPr>
            <p:spPr>
              <a:xfrm>
                <a:off x="6250927" y="4868690"/>
                <a:ext cx="217782" cy="3596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椭圆 316">
                <a:extLst>
                  <a:ext uri="{FF2B5EF4-FFF2-40B4-BE49-F238E27FC236}">
                    <a16:creationId xmlns:a16="http://schemas.microsoft.com/office/drawing/2014/main" id="{5F3EC7F1-79F2-36F6-3D6B-4DFB502BBF67}"/>
                  </a:ext>
                </a:extLst>
              </p:cNvPr>
              <p:cNvSpPr/>
              <p:nvPr/>
            </p:nvSpPr>
            <p:spPr>
              <a:xfrm>
                <a:off x="6290513" y="5228347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61E1312B-59E9-E4E8-EE03-4906B2F307AD}"/>
                  </a:ext>
                </a:extLst>
              </p:cNvPr>
              <p:cNvSpPr txBox="1"/>
              <p:nvPr/>
            </p:nvSpPr>
            <p:spPr>
              <a:xfrm>
                <a:off x="6329999" y="5252654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6</a:t>
                </a:r>
                <a:endParaRPr lang="zh-CN" altLang="en-US" sz="1400" b="1" dirty="0"/>
              </a:p>
            </p:txBody>
          </p:sp>
        </p:grpSp>
      </p:grpSp>
      <p:sp>
        <p:nvSpPr>
          <p:cNvPr id="348" name="文本框 347">
            <a:extLst>
              <a:ext uri="{FF2B5EF4-FFF2-40B4-BE49-F238E27FC236}">
                <a16:creationId xmlns:a16="http://schemas.microsoft.com/office/drawing/2014/main" id="{DEE4AE9E-6B6D-C037-5835-FF3149AD4963}"/>
              </a:ext>
            </a:extLst>
          </p:cNvPr>
          <p:cNvSpPr txBox="1"/>
          <p:nvPr/>
        </p:nvSpPr>
        <p:spPr>
          <a:xfrm>
            <a:off x="1582758" y="2802755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1️⃣</a:t>
            </a:r>
            <a:endParaRPr lang="zh-CN" altLang="en-US" sz="1400" b="1" dirty="0"/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170FB965-2184-642A-B05B-EB47A10D3FB4}"/>
              </a:ext>
            </a:extLst>
          </p:cNvPr>
          <p:cNvSpPr txBox="1"/>
          <p:nvPr/>
        </p:nvSpPr>
        <p:spPr>
          <a:xfrm>
            <a:off x="4069916" y="2802755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2️⃣</a:t>
            </a:r>
            <a:endParaRPr lang="zh-CN" altLang="en-US" sz="1400" b="1" dirty="0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BE308C49-8259-9194-D90E-BE91951F1E41}"/>
              </a:ext>
            </a:extLst>
          </p:cNvPr>
          <p:cNvSpPr txBox="1"/>
          <p:nvPr/>
        </p:nvSpPr>
        <p:spPr>
          <a:xfrm>
            <a:off x="7198338" y="2802755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3️⃣</a:t>
            </a:r>
            <a:endParaRPr lang="zh-CN" altLang="en-US" sz="1400" b="1" dirty="0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B8A9F213-CD4C-5259-AAB6-21A5138AF7A5}"/>
              </a:ext>
            </a:extLst>
          </p:cNvPr>
          <p:cNvSpPr txBox="1"/>
          <p:nvPr/>
        </p:nvSpPr>
        <p:spPr>
          <a:xfrm>
            <a:off x="10371751" y="2805507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4️⃣</a:t>
            </a:r>
            <a:endParaRPr lang="zh-CN" altLang="en-US" sz="1400" b="1" dirty="0"/>
          </a:p>
        </p:txBody>
      </p:sp>
      <p:sp>
        <p:nvSpPr>
          <p:cNvPr id="352" name="文本框 351">
            <a:extLst>
              <a:ext uri="{FF2B5EF4-FFF2-40B4-BE49-F238E27FC236}">
                <a16:creationId xmlns:a16="http://schemas.microsoft.com/office/drawing/2014/main" id="{7071AFE7-7544-3EC2-A602-27C5DC08A05F}"/>
              </a:ext>
            </a:extLst>
          </p:cNvPr>
          <p:cNvSpPr txBox="1"/>
          <p:nvPr/>
        </p:nvSpPr>
        <p:spPr>
          <a:xfrm>
            <a:off x="1467277" y="6190838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5️⃣</a:t>
            </a:r>
            <a:endParaRPr lang="zh-CN" altLang="en-US" sz="1400" b="1" dirty="0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1B0561BC-5D5C-B395-8275-7BDC732A8D00}"/>
              </a:ext>
            </a:extLst>
          </p:cNvPr>
          <p:cNvSpPr txBox="1"/>
          <p:nvPr/>
        </p:nvSpPr>
        <p:spPr>
          <a:xfrm>
            <a:off x="3956047" y="6195050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6️⃣</a:t>
            </a:r>
            <a:endParaRPr lang="zh-CN" altLang="en-US" sz="1400" b="1" dirty="0"/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AC91CE98-B8AB-6856-BFE3-9807666F2128}"/>
              </a:ext>
            </a:extLst>
          </p:cNvPr>
          <p:cNvSpPr txBox="1"/>
          <p:nvPr/>
        </p:nvSpPr>
        <p:spPr>
          <a:xfrm>
            <a:off x="7123366" y="6190837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7️⃣</a:t>
            </a:r>
            <a:endParaRPr lang="zh-CN" altLang="en-US" sz="1400" b="1" dirty="0"/>
          </a:p>
        </p:txBody>
      </p:sp>
      <p:sp>
        <p:nvSpPr>
          <p:cNvPr id="355" name="文本框 354">
            <a:extLst>
              <a:ext uri="{FF2B5EF4-FFF2-40B4-BE49-F238E27FC236}">
                <a16:creationId xmlns:a16="http://schemas.microsoft.com/office/drawing/2014/main" id="{C7495889-1EBD-7159-9A4A-9853D510AB06}"/>
              </a:ext>
            </a:extLst>
          </p:cNvPr>
          <p:cNvSpPr txBox="1"/>
          <p:nvPr/>
        </p:nvSpPr>
        <p:spPr>
          <a:xfrm>
            <a:off x="10482443" y="6197969"/>
            <a:ext cx="416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8️⃣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052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EF6D-0E2A-2515-CE4C-F18E83D6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A6359AB-45DF-F0E2-065A-B46EBE20BF14}"/>
              </a:ext>
            </a:extLst>
          </p:cNvPr>
          <p:cNvGrpSpPr/>
          <p:nvPr/>
        </p:nvGrpSpPr>
        <p:grpSpPr>
          <a:xfrm>
            <a:off x="3602683" y="1512512"/>
            <a:ext cx="1488405" cy="1655871"/>
            <a:chOff x="6238001" y="2944082"/>
            <a:chExt cx="1488405" cy="1655871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6348F4A-954B-3BB0-C13E-1877CAF80358}"/>
                </a:ext>
              </a:extLst>
            </p:cNvPr>
            <p:cNvSpPr/>
            <p:nvPr/>
          </p:nvSpPr>
          <p:spPr>
            <a:xfrm>
              <a:off x="6497740" y="3543354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A402024-C394-29DF-0361-F0394E2E3365}"/>
                </a:ext>
              </a:extLst>
            </p:cNvPr>
            <p:cNvSpPr/>
            <p:nvPr/>
          </p:nvSpPr>
          <p:spPr>
            <a:xfrm>
              <a:off x="7370014" y="3543354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D76B6ED-616E-C04F-37A6-2B08E6245087}"/>
                </a:ext>
              </a:extLst>
            </p:cNvPr>
            <p:cNvCxnSpPr>
              <a:cxnSpLocks/>
              <a:stCxn id="30" idx="4"/>
              <a:endCxn id="32" idx="0"/>
            </p:cNvCxnSpPr>
            <p:nvPr/>
          </p:nvCxnSpPr>
          <p:spPr>
            <a:xfrm>
              <a:off x="7062549" y="3300474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6EE43A9-4323-1DE8-C888-4C49600EFF12}"/>
                </a:ext>
              </a:extLst>
            </p:cNvPr>
            <p:cNvCxnSpPr>
              <a:cxnSpLocks/>
              <a:stCxn id="31" idx="0"/>
              <a:endCxn id="30" idx="4"/>
            </p:cNvCxnSpPr>
            <p:nvPr/>
          </p:nvCxnSpPr>
          <p:spPr>
            <a:xfrm flipV="1">
              <a:off x="6675936" y="3300474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A513282-FFE1-0911-186E-8EA79884D75F}"/>
                </a:ext>
              </a:extLst>
            </p:cNvPr>
            <p:cNvCxnSpPr>
              <a:cxnSpLocks/>
              <a:stCxn id="31" idx="4"/>
              <a:endCxn id="53" idx="0"/>
            </p:cNvCxnSpPr>
            <p:nvPr/>
          </p:nvCxnSpPr>
          <p:spPr>
            <a:xfrm>
              <a:off x="6675936" y="3899746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BC11BC6-C902-19C0-ED9C-E5214C389ECA}"/>
                </a:ext>
              </a:extLst>
            </p:cNvPr>
            <p:cNvCxnSpPr>
              <a:cxnSpLocks/>
              <a:stCxn id="31" idx="4"/>
              <a:endCxn id="50" idx="0"/>
            </p:cNvCxnSpPr>
            <p:nvPr/>
          </p:nvCxnSpPr>
          <p:spPr>
            <a:xfrm flipH="1">
              <a:off x="6416197" y="3899746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AA20D645-00B8-0B1B-810A-974519B73881}"/>
                </a:ext>
              </a:extLst>
            </p:cNvPr>
            <p:cNvGrpSpPr/>
            <p:nvPr/>
          </p:nvGrpSpPr>
          <p:grpSpPr>
            <a:xfrm>
              <a:off x="6884353" y="2944082"/>
              <a:ext cx="356392" cy="356392"/>
              <a:chOff x="3868314" y="917016"/>
              <a:chExt cx="356392" cy="356392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3CA7CA0B-39EF-88E4-92CA-DE77293A00BD}"/>
                  </a:ext>
                </a:extLst>
              </p:cNvPr>
              <p:cNvSpPr/>
              <p:nvPr/>
            </p:nvSpPr>
            <p:spPr>
              <a:xfrm>
                <a:off x="3868314" y="91701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93CCEA3-D452-038E-6C5C-0B46643B3663}"/>
                  </a:ext>
                </a:extLst>
              </p:cNvPr>
              <p:cNvSpPr txBox="1"/>
              <p:nvPr/>
            </p:nvSpPr>
            <p:spPr>
              <a:xfrm>
                <a:off x="3907800" y="935267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1</a:t>
                </a:r>
                <a:endParaRPr lang="zh-CN" altLang="en-US" sz="1400" b="1" dirty="0"/>
              </a:p>
            </p:txBody>
          </p: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D1682B5-5903-2991-0DF6-73DDF2079217}"/>
                </a:ext>
              </a:extLst>
            </p:cNvPr>
            <p:cNvSpPr txBox="1"/>
            <p:nvPr/>
          </p:nvSpPr>
          <p:spPr>
            <a:xfrm>
              <a:off x="6531695" y="3567661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2</a:t>
              </a:r>
              <a:endParaRPr lang="zh-CN" altLang="en-US" sz="1400" b="1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B263139F-9B4B-18AA-2EED-259C9A617D38}"/>
                </a:ext>
              </a:extLst>
            </p:cNvPr>
            <p:cNvSpPr txBox="1"/>
            <p:nvPr/>
          </p:nvSpPr>
          <p:spPr>
            <a:xfrm>
              <a:off x="7409500" y="356353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85343BC-1BFE-6477-8865-EFE267D4FFA2}"/>
                </a:ext>
              </a:extLst>
            </p:cNvPr>
            <p:cNvGrpSpPr/>
            <p:nvPr/>
          </p:nvGrpSpPr>
          <p:grpSpPr>
            <a:xfrm>
              <a:off x="6238001" y="4243561"/>
              <a:ext cx="356392" cy="356392"/>
              <a:chOff x="4885871" y="2832091"/>
              <a:chExt cx="356392" cy="356392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6D1131C3-CEA5-EDBB-C131-5B39E58374B5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862C337-A2EF-2250-0F94-BBB9BB81815C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5BB64108-72D8-BF52-B834-A7E02E132BB6}"/>
                </a:ext>
              </a:extLst>
            </p:cNvPr>
            <p:cNvGrpSpPr/>
            <p:nvPr/>
          </p:nvGrpSpPr>
          <p:grpSpPr>
            <a:xfrm>
              <a:off x="6722985" y="4243561"/>
              <a:ext cx="356392" cy="356392"/>
              <a:chOff x="5559105" y="2844436"/>
              <a:chExt cx="356392" cy="356392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14D123B4-9056-4795-1715-98227B844F64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C76E1B9-B337-F3CD-2C17-9FF8613E7D15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9B3CD91-7424-2303-F0E8-9808616AC827}"/>
              </a:ext>
            </a:extLst>
          </p:cNvPr>
          <p:cNvGrpSpPr/>
          <p:nvPr/>
        </p:nvGrpSpPr>
        <p:grpSpPr>
          <a:xfrm>
            <a:off x="3602683" y="3624658"/>
            <a:ext cx="1756417" cy="1655871"/>
            <a:chOff x="5839152" y="3248594"/>
            <a:chExt cx="1756417" cy="1655871"/>
          </a:xfrm>
        </p:grpSpPr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8549E546-6354-FFE9-FA5F-9451385390D2}"/>
                </a:ext>
              </a:extLst>
            </p:cNvPr>
            <p:cNvSpPr/>
            <p:nvPr/>
          </p:nvSpPr>
          <p:spPr>
            <a:xfrm>
              <a:off x="6098891" y="384786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F3D579EA-03ED-23A6-9DE8-7C15E8948275}"/>
                </a:ext>
              </a:extLst>
            </p:cNvPr>
            <p:cNvSpPr/>
            <p:nvPr/>
          </p:nvSpPr>
          <p:spPr>
            <a:xfrm>
              <a:off x="6971165" y="3847866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606067E9-0802-AA6F-4451-8A032C84DC44}"/>
                </a:ext>
              </a:extLst>
            </p:cNvPr>
            <p:cNvCxnSpPr>
              <a:cxnSpLocks/>
              <a:stCxn id="175" idx="4"/>
              <a:endCxn id="169" idx="0"/>
            </p:cNvCxnSpPr>
            <p:nvPr/>
          </p:nvCxnSpPr>
          <p:spPr>
            <a:xfrm>
              <a:off x="6663700" y="3604986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210EC979-2319-79DB-30D6-1F54D2393AFC}"/>
                </a:ext>
              </a:extLst>
            </p:cNvPr>
            <p:cNvCxnSpPr>
              <a:cxnSpLocks/>
              <a:stCxn id="168" idx="0"/>
              <a:endCxn id="175" idx="4"/>
            </p:cNvCxnSpPr>
            <p:nvPr/>
          </p:nvCxnSpPr>
          <p:spPr>
            <a:xfrm flipV="1">
              <a:off x="6277087" y="3604986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BD1A38A8-9539-40B3-4DB3-4BD5399F4A5B}"/>
                </a:ext>
              </a:extLst>
            </p:cNvPr>
            <p:cNvCxnSpPr>
              <a:cxnSpLocks/>
              <a:stCxn id="168" idx="4"/>
              <a:endCxn id="183" idx="0"/>
            </p:cNvCxnSpPr>
            <p:nvPr/>
          </p:nvCxnSpPr>
          <p:spPr>
            <a:xfrm>
              <a:off x="6277087" y="4204258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DC04C890-5A71-C152-7762-FF2FAF35112E}"/>
                </a:ext>
              </a:extLst>
            </p:cNvPr>
            <p:cNvCxnSpPr>
              <a:cxnSpLocks/>
              <a:stCxn id="168" idx="4"/>
              <a:endCxn id="180" idx="0"/>
            </p:cNvCxnSpPr>
            <p:nvPr/>
          </p:nvCxnSpPr>
          <p:spPr>
            <a:xfrm flipH="1">
              <a:off x="6017348" y="4204258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89B45A5A-511A-0780-C785-89D42BD03FF3}"/>
                </a:ext>
              </a:extLst>
            </p:cNvPr>
            <p:cNvGrpSpPr/>
            <p:nvPr/>
          </p:nvGrpSpPr>
          <p:grpSpPr>
            <a:xfrm>
              <a:off x="6485504" y="3248594"/>
              <a:ext cx="356392" cy="356392"/>
              <a:chOff x="3868314" y="917016"/>
              <a:chExt cx="356392" cy="356392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FAC22A1C-71F1-D18E-FA54-A78C9EA93FE2}"/>
                  </a:ext>
                </a:extLst>
              </p:cNvPr>
              <p:cNvSpPr/>
              <p:nvPr/>
            </p:nvSpPr>
            <p:spPr>
              <a:xfrm>
                <a:off x="3868314" y="917016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EEB8AB82-C830-0760-E393-CFAF37916A20}"/>
                  </a:ext>
                </a:extLst>
              </p:cNvPr>
              <p:cNvSpPr txBox="1"/>
              <p:nvPr/>
            </p:nvSpPr>
            <p:spPr>
              <a:xfrm>
                <a:off x="3907800" y="935267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3</a:t>
                </a:r>
                <a:endParaRPr lang="zh-CN" altLang="en-US" sz="1400" b="1" dirty="0"/>
              </a:p>
            </p:txBody>
          </p:sp>
        </p:grp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FDF948D2-B6F5-A752-0793-5165021D7633}"/>
                </a:ext>
              </a:extLst>
            </p:cNvPr>
            <p:cNvSpPr txBox="1"/>
            <p:nvPr/>
          </p:nvSpPr>
          <p:spPr>
            <a:xfrm>
              <a:off x="6132846" y="387217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3DF785BA-CB71-47C9-A02E-B755398FA35F}"/>
                </a:ext>
              </a:extLst>
            </p:cNvPr>
            <p:cNvSpPr txBox="1"/>
            <p:nvPr/>
          </p:nvSpPr>
          <p:spPr>
            <a:xfrm>
              <a:off x="7010651" y="386804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38BFFA21-002B-E032-D297-E0A83332821E}"/>
                </a:ext>
              </a:extLst>
            </p:cNvPr>
            <p:cNvGrpSpPr/>
            <p:nvPr/>
          </p:nvGrpSpPr>
          <p:grpSpPr>
            <a:xfrm>
              <a:off x="5839152" y="4548073"/>
              <a:ext cx="356392" cy="356392"/>
              <a:chOff x="4885871" y="2832091"/>
              <a:chExt cx="356392" cy="356392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E95A9B3A-D683-2ED8-A487-B07846107EF5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82C323A-F39C-740E-B5E6-EE0D0B591143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503BC5FC-B0B0-7977-7BCF-D6E197FF3028}"/>
                </a:ext>
              </a:extLst>
            </p:cNvPr>
            <p:cNvGrpSpPr/>
            <p:nvPr/>
          </p:nvGrpSpPr>
          <p:grpSpPr>
            <a:xfrm>
              <a:off x="6324136" y="4548073"/>
              <a:ext cx="356392" cy="356392"/>
              <a:chOff x="5559105" y="2844436"/>
              <a:chExt cx="356392" cy="356392"/>
            </a:xfrm>
          </p:grpSpPr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357A207F-3F01-8E1F-96B8-FA2B4A1D7AA0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2C23A562-7EEF-1751-76D8-BA17496FED55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7</a:t>
                </a:r>
                <a:endParaRPr lang="zh-CN" altLang="en-US" sz="1400" b="1" dirty="0"/>
              </a:p>
            </p:txBody>
          </p:sp>
        </p:grp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315DB902-52A1-692B-3093-15CD7B442588}"/>
                </a:ext>
              </a:extLst>
            </p:cNvPr>
            <p:cNvCxnSpPr>
              <a:cxnSpLocks/>
              <a:endCxn id="187" idx="0"/>
            </p:cNvCxnSpPr>
            <p:nvPr/>
          </p:nvCxnSpPr>
          <p:spPr>
            <a:xfrm flipH="1">
              <a:off x="6905773" y="4195999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7D98D8EC-87A1-A98F-C34D-DDE5672A7185}"/>
                </a:ext>
              </a:extLst>
            </p:cNvPr>
            <p:cNvGrpSpPr/>
            <p:nvPr/>
          </p:nvGrpSpPr>
          <p:grpSpPr>
            <a:xfrm>
              <a:off x="6727577" y="4539814"/>
              <a:ext cx="356392" cy="356392"/>
              <a:chOff x="4885871" y="2832091"/>
              <a:chExt cx="356392" cy="356392"/>
            </a:xfrm>
          </p:grpSpPr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114A9437-D357-24DE-4A5E-C6B47B5CB923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EF4C3AC5-D9C4-4013-BF66-204B9A3FFAB5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5A6BE011-D66C-A791-9878-7AE54EAAA239}"/>
                </a:ext>
              </a:extLst>
            </p:cNvPr>
            <p:cNvCxnSpPr>
              <a:cxnSpLocks/>
              <a:stCxn id="169" idx="4"/>
              <a:endCxn id="191" idx="0"/>
            </p:cNvCxnSpPr>
            <p:nvPr/>
          </p:nvCxnSpPr>
          <p:spPr>
            <a:xfrm>
              <a:off x="7149361" y="4204258"/>
              <a:ext cx="268012" cy="3314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8FFDBCBE-817F-3549-F320-687253AB2BB6}"/>
                </a:ext>
              </a:extLst>
            </p:cNvPr>
            <p:cNvGrpSpPr/>
            <p:nvPr/>
          </p:nvGrpSpPr>
          <p:grpSpPr>
            <a:xfrm>
              <a:off x="7239177" y="4535727"/>
              <a:ext cx="356392" cy="356392"/>
              <a:chOff x="4885871" y="2832091"/>
              <a:chExt cx="356392" cy="356392"/>
            </a:xfrm>
          </p:grpSpPr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C7B94352-09D1-A42F-2212-D9D314BEF865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rgbClr val="172C51"/>
                  </a:solidFill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B8652B38-552C-67F9-92B8-1B20DDC235F9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</p:grp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D3CBA3A7-0CAC-1F74-353D-B5D09A2ABB6F}"/>
              </a:ext>
            </a:extLst>
          </p:cNvPr>
          <p:cNvCxnSpPr>
            <a:cxnSpLocks/>
          </p:cNvCxnSpPr>
          <p:nvPr/>
        </p:nvCxnSpPr>
        <p:spPr>
          <a:xfrm>
            <a:off x="5413620" y="4598802"/>
            <a:ext cx="2849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954C2-5E30-6FE7-8786-2699D23F528F}"/>
                  </a:ext>
                </a:extLst>
              </p:cNvPr>
              <p:cNvSpPr txBox="1"/>
              <p:nvPr/>
            </p:nvSpPr>
            <p:spPr>
              <a:xfrm>
                <a:off x="5784811" y="4358408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[3,5,4,8,7,8,5]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7954C2-5E30-6FE7-8786-2699D23F5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811" y="4358408"/>
                <a:ext cx="1622226" cy="400110"/>
              </a:xfrm>
              <a:prstGeom prst="rect">
                <a:avLst/>
              </a:prstGeom>
              <a:blipFill>
                <a:blip r:embed="rId2"/>
                <a:stretch>
                  <a:fillRect l="-1880" r="-4887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D8D8DCE-D795-6BCA-B886-F3079384F89C}"/>
              </a:ext>
            </a:extLst>
          </p:cNvPr>
          <p:cNvCxnSpPr>
            <a:cxnSpLocks/>
          </p:cNvCxnSpPr>
          <p:nvPr/>
        </p:nvCxnSpPr>
        <p:spPr>
          <a:xfrm>
            <a:off x="5413619" y="2409314"/>
            <a:ext cx="2849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ABB8B70-B7FA-0E3E-F26D-D5FCC3220B56}"/>
                  </a:ext>
                </a:extLst>
              </p:cNvPr>
              <p:cNvSpPr txBox="1"/>
              <p:nvPr/>
            </p:nvSpPr>
            <p:spPr>
              <a:xfrm>
                <a:off x="5698564" y="2209259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[1,2,3,4,5]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ABB8B70-B7FA-0E3E-F26D-D5FCC3220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564" y="2209259"/>
                <a:ext cx="1622226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873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4350-C143-5DAA-CC3F-B709C863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组合 379">
            <a:extLst>
              <a:ext uri="{FF2B5EF4-FFF2-40B4-BE49-F238E27FC236}">
                <a16:creationId xmlns:a16="http://schemas.microsoft.com/office/drawing/2014/main" id="{EBB84C2A-A9F1-D9D9-FB1D-DD7CAFDB9A65}"/>
              </a:ext>
            </a:extLst>
          </p:cNvPr>
          <p:cNvGrpSpPr/>
          <p:nvPr/>
        </p:nvGrpSpPr>
        <p:grpSpPr>
          <a:xfrm>
            <a:off x="872359" y="284765"/>
            <a:ext cx="2041762" cy="2717389"/>
            <a:chOff x="974972" y="190686"/>
            <a:chExt cx="2041762" cy="2717389"/>
          </a:xfrm>
        </p:grpSpPr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60DD5060-D903-D7D6-5952-1CC2DD6B9603}"/>
                </a:ext>
              </a:extLst>
            </p:cNvPr>
            <p:cNvGrpSpPr/>
            <p:nvPr/>
          </p:nvGrpSpPr>
          <p:grpSpPr>
            <a:xfrm>
              <a:off x="1000578" y="551997"/>
              <a:ext cx="2016156" cy="2356078"/>
              <a:chOff x="6138113" y="3076261"/>
              <a:chExt cx="2016156" cy="2356078"/>
            </a:xfrm>
          </p:grpSpPr>
          <p:grpSp>
            <p:nvGrpSpPr>
              <p:cNvPr id="314" name="组合 313">
                <a:extLst>
                  <a:ext uri="{FF2B5EF4-FFF2-40B4-BE49-F238E27FC236}">
                    <a16:creationId xmlns:a16="http://schemas.microsoft.com/office/drawing/2014/main" id="{5EBF3FFC-3B6B-A58B-F5D9-74B4273F6846}"/>
                  </a:ext>
                </a:extLst>
              </p:cNvPr>
              <p:cNvGrpSpPr/>
              <p:nvPr/>
            </p:nvGrpSpPr>
            <p:grpSpPr>
              <a:xfrm>
                <a:off x="6138113" y="3076261"/>
                <a:ext cx="2016156" cy="2356078"/>
                <a:chOff x="3078808" y="3111343"/>
                <a:chExt cx="2016156" cy="2356078"/>
              </a:xfrm>
            </p:grpSpPr>
            <p:sp>
              <p:nvSpPr>
                <p:cNvPr id="319" name="椭圆 318">
                  <a:extLst>
                    <a:ext uri="{FF2B5EF4-FFF2-40B4-BE49-F238E27FC236}">
                      <a16:creationId xmlns:a16="http://schemas.microsoft.com/office/drawing/2014/main" id="{733DB800-475E-F6E5-B7EE-3932A0B223CC}"/>
                    </a:ext>
                  </a:extLst>
                </p:cNvPr>
                <p:cNvSpPr/>
                <p:nvPr/>
              </p:nvSpPr>
              <p:spPr>
                <a:xfrm>
                  <a:off x="3598286" y="3710615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rgbClr val="172C5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20" name="椭圆 319">
                  <a:extLst>
                    <a:ext uri="{FF2B5EF4-FFF2-40B4-BE49-F238E27FC236}">
                      <a16:creationId xmlns:a16="http://schemas.microsoft.com/office/drawing/2014/main" id="{B739A5E6-8012-7A2D-8E28-2C080CF042C6}"/>
                    </a:ext>
                  </a:extLst>
                </p:cNvPr>
                <p:cNvSpPr/>
                <p:nvPr/>
              </p:nvSpPr>
              <p:spPr>
                <a:xfrm>
                  <a:off x="4470560" y="3710615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cxnSp>
              <p:nvCxnSpPr>
                <p:cNvPr id="321" name="直接连接符 320">
                  <a:extLst>
                    <a:ext uri="{FF2B5EF4-FFF2-40B4-BE49-F238E27FC236}">
                      <a16:creationId xmlns:a16="http://schemas.microsoft.com/office/drawing/2014/main" id="{D6BB8D3C-2CB4-107E-11AD-4A8CB5458B86}"/>
                    </a:ext>
                  </a:extLst>
                </p:cNvPr>
                <p:cNvCxnSpPr>
                  <a:cxnSpLocks/>
                  <a:stCxn id="346" idx="4"/>
                  <a:endCxn id="320" idx="0"/>
                </p:cNvCxnSpPr>
                <p:nvPr/>
              </p:nvCxnSpPr>
              <p:spPr>
                <a:xfrm>
                  <a:off x="4163095" y="3467735"/>
                  <a:ext cx="485661" cy="2428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直接连接符 321">
                  <a:extLst>
                    <a:ext uri="{FF2B5EF4-FFF2-40B4-BE49-F238E27FC236}">
                      <a16:creationId xmlns:a16="http://schemas.microsoft.com/office/drawing/2014/main" id="{0809E43A-5920-3E0D-06C1-F1FDBD7B28C8}"/>
                    </a:ext>
                  </a:extLst>
                </p:cNvPr>
                <p:cNvCxnSpPr>
                  <a:cxnSpLocks/>
                  <a:stCxn id="319" idx="0"/>
                  <a:endCxn id="346" idx="4"/>
                </p:cNvCxnSpPr>
                <p:nvPr/>
              </p:nvCxnSpPr>
              <p:spPr>
                <a:xfrm flipV="1">
                  <a:off x="3776482" y="3467735"/>
                  <a:ext cx="386613" cy="2428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接连接符 322">
                  <a:extLst>
                    <a:ext uri="{FF2B5EF4-FFF2-40B4-BE49-F238E27FC236}">
                      <a16:creationId xmlns:a16="http://schemas.microsoft.com/office/drawing/2014/main" id="{C7CB051A-585E-0952-8093-C2368F779E9F}"/>
                    </a:ext>
                  </a:extLst>
                </p:cNvPr>
                <p:cNvCxnSpPr>
                  <a:cxnSpLocks/>
                  <a:stCxn id="319" idx="4"/>
                  <a:endCxn id="342" idx="0"/>
                </p:cNvCxnSpPr>
                <p:nvPr/>
              </p:nvCxnSpPr>
              <p:spPr>
                <a:xfrm>
                  <a:off x="3776482" y="4067007"/>
                  <a:ext cx="225245" cy="3438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>
                  <a:extLst>
                    <a:ext uri="{FF2B5EF4-FFF2-40B4-BE49-F238E27FC236}">
                      <a16:creationId xmlns:a16="http://schemas.microsoft.com/office/drawing/2014/main" id="{B8C0DE9A-B642-DFBC-D1FC-05BDB92C5B09}"/>
                    </a:ext>
                  </a:extLst>
                </p:cNvPr>
                <p:cNvCxnSpPr>
                  <a:cxnSpLocks/>
                  <a:stCxn id="319" idx="4"/>
                  <a:endCxn id="344" idx="0"/>
                </p:cNvCxnSpPr>
                <p:nvPr/>
              </p:nvCxnSpPr>
              <p:spPr>
                <a:xfrm flipH="1">
                  <a:off x="3516743" y="4067007"/>
                  <a:ext cx="259739" cy="3438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5" name="组合 324">
                  <a:extLst>
                    <a:ext uri="{FF2B5EF4-FFF2-40B4-BE49-F238E27FC236}">
                      <a16:creationId xmlns:a16="http://schemas.microsoft.com/office/drawing/2014/main" id="{2AD6DFAB-F4F0-F99D-6859-108B34EEC907}"/>
                    </a:ext>
                  </a:extLst>
                </p:cNvPr>
                <p:cNvGrpSpPr/>
                <p:nvPr/>
              </p:nvGrpSpPr>
              <p:grpSpPr>
                <a:xfrm>
                  <a:off x="3984899" y="3111343"/>
                  <a:ext cx="356392" cy="356392"/>
                  <a:chOff x="3868314" y="917016"/>
                  <a:chExt cx="356392" cy="356392"/>
                </a:xfrm>
              </p:grpSpPr>
              <p:sp>
                <p:nvSpPr>
                  <p:cNvPr id="346" name="椭圆 345">
                    <a:extLst>
                      <a:ext uri="{FF2B5EF4-FFF2-40B4-BE49-F238E27FC236}">
                        <a16:creationId xmlns:a16="http://schemas.microsoft.com/office/drawing/2014/main" id="{60FF24C5-E41C-B531-BBC6-63FBD2D6B08A}"/>
                      </a:ext>
                    </a:extLst>
                  </p:cNvPr>
                  <p:cNvSpPr/>
                  <p:nvPr/>
                </p:nvSpPr>
                <p:spPr>
                  <a:xfrm>
                    <a:off x="3868314" y="917016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47" name="文本框 346">
                    <a:extLst>
                      <a:ext uri="{FF2B5EF4-FFF2-40B4-BE49-F238E27FC236}">
                        <a16:creationId xmlns:a16="http://schemas.microsoft.com/office/drawing/2014/main" id="{91879A31-3E58-3DF8-5A4A-FEF69A04F797}"/>
                      </a:ext>
                    </a:extLst>
                  </p:cNvPr>
                  <p:cNvSpPr txBox="1"/>
                  <p:nvPr/>
                </p:nvSpPr>
                <p:spPr>
                  <a:xfrm>
                    <a:off x="3907800" y="935267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3</a:t>
                    </a:r>
                    <a:endParaRPr lang="zh-CN" altLang="en-US" sz="1400" b="1" dirty="0"/>
                  </a:p>
                </p:txBody>
              </p:sp>
            </p:grpSp>
            <p:sp>
              <p:nvSpPr>
                <p:cNvPr id="326" name="文本框 325">
                  <a:extLst>
                    <a:ext uri="{FF2B5EF4-FFF2-40B4-BE49-F238E27FC236}">
                      <a16:creationId xmlns:a16="http://schemas.microsoft.com/office/drawing/2014/main" id="{F71DD1DE-BDD4-1E51-678D-17F62FCD0AFD}"/>
                    </a:ext>
                  </a:extLst>
                </p:cNvPr>
                <p:cNvSpPr txBox="1"/>
                <p:nvPr/>
              </p:nvSpPr>
              <p:spPr>
                <a:xfrm>
                  <a:off x="3632241" y="3734922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5</a:t>
                  </a:r>
                  <a:endParaRPr lang="zh-CN" altLang="en-US" sz="1400" b="1" dirty="0"/>
                </a:p>
              </p:txBody>
            </p:sp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9B78B60D-7FD5-9923-79E7-B588DD28F8B8}"/>
                    </a:ext>
                  </a:extLst>
                </p:cNvPr>
                <p:cNvSpPr txBox="1"/>
                <p:nvPr/>
              </p:nvSpPr>
              <p:spPr>
                <a:xfrm>
                  <a:off x="4510046" y="3730793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4</a:t>
                  </a:r>
                  <a:endParaRPr lang="zh-CN" altLang="en-US" sz="1400" b="1" dirty="0"/>
                </a:p>
              </p:txBody>
            </p:sp>
            <p:grpSp>
              <p:nvGrpSpPr>
                <p:cNvPr id="328" name="组合 327">
                  <a:extLst>
                    <a:ext uri="{FF2B5EF4-FFF2-40B4-BE49-F238E27FC236}">
                      <a16:creationId xmlns:a16="http://schemas.microsoft.com/office/drawing/2014/main" id="{532CC208-641A-6E8E-9DFC-159F1EED4FAB}"/>
                    </a:ext>
                  </a:extLst>
                </p:cNvPr>
                <p:cNvGrpSpPr/>
                <p:nvPr/>
              </p:nvGrpSpPr>
              <p:grpSpPr>
                <a:xfrm>
                  <a:off x="3338547" y="4410822"/>
                  <a:ext cx="356392" cy="356392"/>
                  <a:chOff x="4885871" y="2832091"/>
                  <a:chExt cx="356392" cy="356392"/>
                </a:xfrm>
              </p:grpSpPr>
              <p:sp>
                <p:nvSpPr>
                  <p:cNvPr id="344" name="椭圆 343">
                    <a:extLst>
                      <a:ext uri="{FF2B5EF4-FFF2-40B4-BE49-F238E27FC236}">
                        <a16:creationId xmlns:a16="http://schemas.microsoft.com/office/drawing/2014/main" id="{9514CFA0-AFCB-D9D2-550D-CD781A76CE84}"/>
                      </a:ext>
                    </a:extLst>
                  </p:cNvPr>
                  <p:cNvSpPr/>
                  <p:nvPr/>
                </p:nvSpPr>
                <p:spPr>
                  <a:xfrm>
                    <a:off x="4885871" y="2832091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rgbClr val="172C5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45" name="文本框 344">
                    <a:extLst>
                      <a:ext uri="{FF2B5EF4-FFF2-40B4-BE49-F238E27FC236}">
                        <a16:creationId xmlns:a16="http://schemas.microsoft.com/office/drawing/2014/main" id="{4201A677-5794-D6A0-0694-28607B93BF87}"/>
                      </a:ext>
                    </a:extLst>
                  </p:cNvPr>
                  <p:cNvSpPr txBox="1"/>
                  <p:nvPr/>
                </p:nvSpPr>
                <p:spPr>
                  <a:xfrm>
                    <a:off x="4925357" y="2856398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5</a:t>
                    </a:r>
                    <a:endParaRPr lang="zh-CN" altLang="en-US" sz="1400" b="1" dirty="0"/>
                  </a:p>
                </p:txBody>
              </p:sp>
            </p:grpSp>
            <p:grpSp>
              <p:nvGrpSpPr>
                <p:cNvPr id="329" name="组合 328">
                  <a:extLst>
                    <a:ext uri="{FF2B5EF4-FFF2-40B4-BE49-F238E27FC236}">
                      <a16:creationId xmlns:a16="http://schemas.microsoft.com/office/drawing/2014/main" id="{5D230BFF-6765-B0DF-18AE-A454BBA5AA30}"/>
                    </a:ext>
                  </a:extLst>
                </p:cNvPr>
                <p:cNvGrpSpPr/>
                <p:nvPr/>
              </p:nvGrpSpPr>
              <p:grpSpPr>
                <a:xfrm>
                  <a:off x="3823531" y="4410822"/>
                  <a:ext cx="356392" cy="356392"/>
                  <a:chOff x="5559105" y="2844436"/>
                  <a:chExt cx="356392" cy="356392"/>
                </a:xfrm>
              </p:grpSpPr>
              <p:sp>
                <p:nvSpPr>
                  <p:cNvPr id="342" name="椭圆 341">
                    <a:extLst>
                      <a:ext uri="{FF2B5EF4-FFF2-40B4-BE49-F238E27FC236}">
                        <a16:creationId xmlns:a16="http://schemas.microsoft.com/office/drawing/2014/main" id="{572FD6A8-1433-9033-16A1-A050115AE161}"/>
                      </a:ext>
                    </a:extLst>
                  </p:cNvPr>
                  <p:cNvSpPr/>
                  <p:nvPr/>
                </p:nvSpPr>
                <p:spPr>
                  <a:xfrm>
                    <a:off x="5559105" y="2844436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rgbClr val="172C5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43" name="文本框 342">
                    <a:extLst>
                      <a:ext uri="{FF2B5EF4-FFF2-40B4-BE49-F238E27FC236}">
                        <a16:creationId xmlns:a16="http://schemas.microsoft.com/office/drawing/2014/main" id="{8772EE58-27F1-33B4-590B-9BB17C1D8786}"/>
                      </a:ext>
                    </a:extLst>
                  </p:cNvPr>
                  <p:cNvSpPr txBox="1"/>
                  <p:nvPr/>
                </p:nvSpPr>
                <p:spPr>
                  <a:xfrm>
                    <a:off x="5599606" y="2856398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7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330" name="直接连接符 329">
                  <a:extLst>
                    <a:ext uri="{FF2B5EF4-FFF2-40B4-BE49-F238E27FC236}">
                      <a16:creationId xmlns:a16="http://schemas.microsoft.com/office/drawing/2014/main" id="{9503EA85-5012-4EE9-AA1D-6C2AE7519ADA}"/>
                    </a:ext>
                  </a:extLst>
                </p:cNvPr>
                <p:cNvCxnSpPr>
                  <a:cxnSpLocks/>
                  <a:endCxn id="340" idx="0"/>
                </p:cNvCxnSpPr>
                <p:nvPr/>
              </p:nvCxnSpPr>
              <p:spPr>
                <a:xfrm flipH="1">
                  <a:off x="4405168" y="4058748"/>
                  <a:ext cx="259739" cy="3438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1" name="组合 330">
                  <a:extLst>
                    <a:ext uri="{FF2B5EF4-FFF2-40B4-BE49-F238E27FC236}">
                      <a16:creationId xmlns:a16="http://schemas.microsoft.com/office/drawing/2014/main" id="{8EAFE43A-20EC-933A-7DB5-FDDB3AE3193F}"/>
                    </a:ext>
                  </a:extLst>
                </p:cNvPr>
                <p:cNvGrpSpPr/>
                <p:nvPr/>
              </p:nvGrpSpPr>
              <p:grpSpPr>
                <a:xfrm>
                  <a:off x="4226972" y="4402563"/>
                  <a:ext cx="356392" cy="356392"/>
                  <a:chOff x="4885871" y="2832091"/>
                  <a:chExt cx="356392" cy="356392"/>
                </a:xfrm>
              </p:grpSpPr>
              <p:sp>
                <p:nvSpPr>
                  <p:cNvPr id="340" name="椭圆 339">
                    <a:extLst>
                      <a:ext uri="{FF2B5EF4-FFF2-40B4-BE49-F238E27FC236}">
                        <a16:creationId xmlns:a16="http://schemas.microsoft.com/office/drawing/2014/main" id="{D1B7FBA5-B891-D287-BD83-928D2BB59D54}"/>
                      </a:ext>
                    </a:extLst>
                  </p:cNvPr>
                  <p:cNvSpPr/>
                  <p:nvPr/>
                </p:nvSpPr>
                <p:spPr>
                  <a:xfrm>
                    <a:off x="4885871" y="2832091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rgbClr val="172C5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41" name="文本框 340">
                    <a:extLst>
                      <a:ext uri="{FF2B5EF4-FFF2-40B4-BE49-F238E27FC236}">
                        <a16:creationId xmlns:a16="http://schemas.microsoft.com/office/drawing/2014/main" id="{FAE745AD-15A8-C519-450F-ADD28E1A5CC6}"/>
                      </a:ext>
                    </a:extLst>
                  </p:cNvPr>
                  <p:cNvSpPr txBox="1"/>
                  <p:nvPr/>
                </p:nvSpPr>
                <p:spPr>
                  <a:xfrm>
                    <a:off x="4925357" y="2856398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8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332" name="直接连接符 331">
                  <a:extLst>
                    <a:ext uri="{FF2B5EF4-FFF2-40B4-BE49-F238E27FC236}">
                      <a16:creationId xmlns:a16="http://schemas.microsoft.com/office/drawing/2014/main" id="{F7C7EDA3-196C-0199-EB98-3DA9D0891F28}"/>
                    </a:ext>
                  </a:extLst>
                </p:cNvPr>
                <p:cNvCxnSpPr>
                  <a:cxnSpLocks/>
                  <a:stCxn id="320" idx="4"/>
                  <a:endCxn id="338" idx="0"/>
                </p:cNvCxnSpPr>
                <p:nvPr/>
              </p:nvCxnSpPr>
              <p:spPr>
                <a:xfrm>
                  <a:off x="4648756" y="4067007"/>
                  <a:ext cx="268012" cy="33146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3" name="组合 332">
                  <a:extLst>
                    <a:ext uri="{FF2B5EF4-FFF2-40B4-BE49-F238E27FC236}">
                      <a16:creationId xmlns:a16="http://schemas.microsoft.com/office/drawing/2014/main" id="{54C5076D-7711-9EB7-5EBB-42426FB3798F}"/>
                    </a:ext>
                  </a:extLst>
                </p:cNvPr>
                <p:cNvGrpSpPr/>
                <p:nvPr/>
              </p:nvGrpSpPr>
              <p:grpSpPr>
                <a:xfrm>
                  <a:off x="4738572" y="4398476"/>
                  <a:ext cx="356392" cy="356392"/>
                  <a:chOff x="4885871" y="2832091"/>
                  <a:chExt cx="356392" cy="356392"/>
                </a:xfrm>
              </p:grpSpPr>
              <p:sp>
                <p:nvSpPr>
                  <p:cNvPr id="338" name="椭圆 337">
                    <a:extLst>
                      <a:ext uri="{FF2B5EF4-FFF2-40B4-BE49-F238E27FC236}">
                        <a16:creationId xmlns:a16="http://schemas.microsoft.com/office/drawing/2014/main" id="{C2B8CD27-D24B-18FB-4160-402E657E8C2D}"/>
                      </a:ext>
                    </a:extLst>
                  </p:cNvPr>
                  <p:cNvSpPr/>
                  <p:nvPr/>
                </p:nvSpPr>
                <p:spPr>
                  <a:xfrm>
                    <a:off x="4885871" y="2832091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 dirty="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39" name="文本框 338">
                    <a:extLst>
                      <a:ext uri="{FF2B5EF4-FFF2-40B4-BE49-F238E27FC236}">
                        <a16:creationId xmlns:a16="http://schemas.microsoft.com/office/drawing/2014/main" id="{71BB1702-347D-3A16-25E3-D3FC72C77D58}"/>
                      </a:ext>
                    </a:extLst>
                  </p:cNvPr>
                  <p:cNvSpPr txBox="1"/>
                  <p:nvPr/>
                </p:nvSpPr>
                <p:spPr>
                  <a:xfrm>
                    <a:off x="4925357" y="2856398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5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334" name="直接连接符 333">
                  <a:extLst>
                    <a:ext uri="{FF2B5EF4-FFF2-40B4-BE49-F238E27FC236}">
                      <a16:creationId xmlns:a16="http://schemas.microsoft.com/office/drawing/2014/main" id="{09445C8B-0ECD-EE83-D1E6-49D796FD0E54}"/>
                    </a:ext>
                  </a:extLst>
                </p:cNvPr>
                <p:cNvCxnSpPr>
                  <a:cxnSpLocks/>
                  <a:endCxn id="336" idx="0"/>
                </p:cNvCxnSpPr>
                <p:nvPr/>
              </p:nvCxnSpPr>
              <p:spPr>
                <a:xfrm flipH="1">
                  <a:off x="3257004" y="4767214"/>
                  <a:ext cx="259739" cy="3438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5" name="组合 334">
                  <a:extLst>
                    <a:ext uri="{FF2B5EF4-FFF2-40B4-BE49-F238E27FC236}">
                      <a16:creationId xmlns:a16="http://schemas.microsoft.com/office/drawing/2014/main" id="{37F036CD-3F71-D629-38F1-5A5D79D1AAF4}"/>
                    </a:ext>
                  </a:extLst>
                </p:cNvPr>
                <p:cNvGrpSpPr/>
                <p:nvPr/>
              </p:nvGrpSpPr>
              <p:grpSpPr>
                <a:xfrm>
                  <a:off x="3078808" y="5111029"/>
                  <a:ext cx="356392" cy="356392"/>
                  <a:chOff x="4885871" y="2832091"/>
                  <a:chExt cx="356392" cy="356392"/>
                </a:xfrm>
              </p:grpSpPr>
              <p:sp>
                <p:nvSpPr>
                  <p:cNvPr id="336" name="椭圆 335">
                    <a:extLst>
                      <a:ext uri="{FF2B5EF4-FFF2-40B4-BE49-F238E27FC236}">
                        <a16:creationId xmlns:a16="http://schemas.microsoft.com/office/drawing/2014/main" id="{3FD8D826-6A27-74F3-7368-E33A6C6FEEFD}"/>
                      </a:ext>
                    </a:extLst>
                  </p:cNvPr>
                  <p:cNvSpPr/>
                  <p:nvPr/>
                </p:nvSpPr>
                <p:spPr>
                  <a:xfrm>
                    <a:off x="4885871" y="2832091"/>
                    <a:ext cx="356392" cy="356392"/>
                  </a:xfrm>
                  <a:prstGeom prst="ellipse">
                    <a:avLst/>
                  </a:prstGeom>
                  <a:noFill/>
                  <a:ln>
                    <a:solidFill>
                      <a:srgbClr val="172C5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solidFill>
                        <a:srgbClr val="172C51"/>
                      </a:solidFill>
                    </a:endParaRPr>
                  </a:p>
                </p:txBody>
              </p:sp>
              <p:sp>
                <p:nvSpPr>
                  <p:cNvPr id="337" name="文本框 336">
                    <a:extLst>
                      <a:ext uri="{FF2B5EF4-FFF2-40B4-BE49-F238E27FC236}">
                        <a16:creationId xmlns:a16="http://schemas.microsoft.com/office/drawing/2014/main" id="{8ACF3B3A-943B-4A0C-06C6-B114A02F576C}"/>
                      </a:ext>
                    </a:extLst>
                  </p:cNvPr>
                  <p:cNvSpPr txBox="1"/>
                  <p:nvPr/>
                </p:nvSpPr>
                <p:spPr>
                  <a:xfrm>
                    <a:off x="4925357" y="2856398"/>
                    <a:ext cx="27742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400" b="1" dirty="0"/>
                      <a:t>8</a:t>
                    </a:r>
                    <a:endParaRPr lang="zh-CN" altLang="en-US" sz="1400" b="1" dirty="0"/>
                  </a:p>
                </p:txBody>
              </p:sp>
            </p:grpSp>
          </p:grpSp>
          <p:grpSp>
            <p:nvGrpSpPr>
              <p:cNvPr id="315" name="组合 314">
                <a:extLst>
                  <a:ext uri="{FF2B5EF4-FFF2-40B4-BE49-F238E27FC236}">
                    <a16:creationId xmlns:a16="http://schemas.microsoft.com/office/drawing/2014/main" id="{AFF0257C-E9B4-4926-DA5F-13A27663EE59}"/>
                  </a:ext>
                </a:extLst>
              </p:cNvPr>
              <p:cNvGrpSpPr/>
              <p:nvPr/>
            </p:nvGrpSpPr>
            <p:grpSpPr>
              <a:xfrm>
                <a:off x="6576048" y="4707824"/>
                <a:ext cx="395978" cy="716049"/>
                <a:chOff x="6250927" y="4868690"/>
                <a:chExt cx="395978" cy="716049"/>
              </a:xfrm>
            </p:grpSpPr>
            <p:cxnSp>
              <p:nvCxnSpPr>
                <p:cNvPr id="316" name="直接连接符 315">
                  <a:extLst>
                    <a:ext uri="{FF2B5EF4-FFF2-40B4-BE49-F238E27FC236}">
                      <a16:creationId xmlns:a16="http://schemas.microsoft.com/office/drawing/2014/main" id="{7E8928B4-2589-A848-C20F-42E35B8801F4}"/>
                    </a:ext>
                  </a:extLst>
                </p:cNvPr>
                <p:cNvCxnSpPr>
                  <a:cxnSpLocks/>
                  <a:stCxn id="345" idx="2"/>
                  <a:endCxn id="317" idx="0"/>
                </p:cNvCxnSpPr>
                <p:nvPr/>
              </p:nvCxnSpPr>
              <p:spPr>
                <a:xfrm>
                  <a:off x="6250927" y="4868690"/>
                  <a:ext cx="217782" cy="35965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7" name="椭圆 316">
                  <a:extLst>
                    <a:ext uri="{FF2B5EF4-FFF2-40B4-BE49-F238E27FC236}">
                      <a16:creationId xmlns:a16="http://schemas.microsoft.com/office/drawing/2014/main" id="{CE23E04D-D08C-70DC-994A-CBECD1DCC3C3}"/>
                    </a:ext>
                  </a:extLst>
                </p:cNvPr>
                <p:cNvSpPr/>
                <p:nvPr/>
              </p:nvSpPr>
              <p:spPr>
                <a:xfrm>
                  <a:off x="6290513" y="5228347"/>
                  <a:ext cx="356392" cy="35639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solidFill>
                      <a:srgbClr val="172C51"/>
                    </a:solidFill>
                  </a:endParaRPr>
                </a:p>
              </p:txBody>
            </p:sp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2DBB39A7-CE84-B997-D5CC-DA62168B6081}"/>
                    </a:ext>
                  </a:extLst>
                </p:cNvPr>
                <p:cNvSpPr txBox="1"/>
                <p:nvPr/>
              </p:nvSpPr>
              <p:spPr>
                <a:xfrm>
                  <a:off x="6329999" y="5252654"/>
                  <a:ext cx="2774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6</a:t>
                  </a:r>
                  <a:endParaRPr lang="zh-CN" altLang="en-US" sz="1400" b="1" dirty="0"/>
                </a:p>
              </p:txBody>
            </p:sp>
          </p:grp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558A40D-B46E-0DBB-69E8-56B79B8D3A95}"/>
                </a:ext>
              </a:extLst>
            </p:cNvPr>
            <p:cNvSpPr txBox="1"/>
            <p:nvPr/>
          </p:nvSpPr>
          <p:spPr>
            <a:xfrm>
              <a:off x="974972" y="190686"/>
              <a:ext cx="7569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</a:rPr>
                <a:t>删除堆顶</a:t>
              </a:r>
            </a:p>
          </p:txBody>
        </p:sp>
      </p:grp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3C27D907-5B63-9DF9-20F1-EAAAE66387DC}"/>
              </a:ext>
            </a:extLst>
          </p:cNvPr>
          <p:cNvGrpSpPr/>
          <p:nvPr/>
        </p:nvGrpSpPr>
        <p:grpSpPr>
          <a:xfrm>
            <a:off x="3574612" y="696913"/>
            <a:ext cx="2016156" cy="2353727"/>
            <a:chOff x="4525084" y="554348"/>
            <a:chExt cx="2016156" cy="2353727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DE92DA0-5225-726A-AFB3-1B562C49B987}"/>
                </a:ext>
              </a:extLst>
            </p:cNvPr>
            <p:cNvSpPr/>
            <p:nvPr/>
          </p:nvSpPr>
          <p:spPr>
            <a:xfrm>
              <a:off x="5044562" y="1151269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8F62B9A-02C7-F62C-8B21-3582D0120740}"/>
                </a:ext>
              </a:extLst>
            </p:cNvPr>
            <p:cNvSpPr/>
            <p:nvPr/>
          </p:nvSpPr>
          <p:spPr>
            <a:xfrm>
              <a:off x="5916836" y="1151269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F144520-9997-C45B-5BCD-B29184AA0CB6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5609371" y="908389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D4B8C4F-55B7-4DEA-AC1C-DDA51B5C7DFD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5222758" y="908389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B678C49-AD50-93F0-E2C3-4933181464A3}"/>
                </a:ext>
              </a:extLst>
            </p:cNvPr>
            <p:cNvCxnSpPr>
              <a:cxnSpLocks/>
              <a:stCxn id="15" idx="4"/>
              <a:endCxn id="49" idx="0"/>
            </p:cNvCxnSpPr>
            <p:nvPr/>
          </p:nvCxnSpPr>
          <p:spPr>
            <a:xfrm>
              <a:off x="5222758" y="1507661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7BECF5E4-5A75-13D4-49E7-00715197BF33}"/>
                </a:ext>
              </a:extLst>
            </p:cNvPr>
            <p:cNvCxnSpPr>
              <a:cxnSpLocks/>
              <a:stCxn id="15" idx="4"/>
              <a:endCxn id="55" idx="0"/>
            </p:cNvCxnSpPr>
            <p:nvPr/>
          </p:nvCxnSpPr>
          <p:spPr>
            <a:xfrm flipH="1">
              <a:off x="4963019" y="1507661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028BC0B-674D-373F-9A70-09763B45E4DA}"/>
                </a:ext>
              </a:extLst>
            </p:cNvPr>
            <p:cNvSpPr txBox="1"/>
            <p:nvPr/>
          </p:nvSpPr>
          <p:spPr>
            <a:xfrm>
              <a:off x="5078517" y="1175576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5405E5E-A4C4-8509-F018-EEDD10EA3497}"/>
                </a:ext>
              </a:extLst>
            </p:cNvPr>
            <p:cNvSpPr txBox="1"/>
            <p:nvPr/>
          </p:nvSpPr>
          <p:spPr>
            <a:xfrm>
              <a:off x="5956322" y="1171447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2DB5B09-5D30-FE46-2860-A52BAF511A93}"/>
                </a:ext>
              </a:extLst>
            </p:cNvPr>
            <p:cNvGrpSpPr/>
            <p:nvPr/>
          </p:nvGrpSpPr>
          <p:grpSpPr>
            <a:xfrm>
              <a:off x="4784823" y="1851476"/>
              <a:ext cx="356392" cy="356392"/>
              <a:chOff x="4885871" y="2832091"/>
              <a:chExt cx="356392" cy="356392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2876D3CD-EB8E-1983-7477-37A7B0E29893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17C67F1D-BB68-E700-AEDB-FE1C4EE6B3A5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D0107FF-A7DD-4B18-C295-52B52F805C48}"/>
                </a:ext>
              </a:extLst>
            </p:cNvPr>
            <p:cNvGrpSpPr/>
            <p:nvPr/>
          </p:nvGrpSpPr>
          <p:grpSpPr>
            <a:xfrm>
              <a:off x="5269807" y="1851476"/>
              <a:ext cx="356392" cy="356392"/>
              <a:chOff x="5559105" y="2844436"/>
              <a:chExt cx="356392" cy="356392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37AF201F-5135-3724-DCC3-A81E070C5A37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683F82C-05D0-2AD1-2FAE-30154855A040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7</a:t>
                </a:r>
                <a:endParaRPr lang="zh-CN" altLang="en-US" sz="1400" b="1" dirty="0"/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7929345-1157-CFF9-977E-96231286551D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 flipH="1">
              <a:off x="5851444" y="1499402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DC5291E-9B61-F8D8-CE38-A6FC85C5AD45}"/>
                </a:ext>
              </a:extLst>
            </p:cNvPr>
            <p:cNvGrpSpPr/>
            <p:nvPr/>
          </p:nvGrpSpPr>
          <p:grpSpPr>
            <a:xfrm>
              <a:off x="5673248" y="1843217"/>
              <a:ext cx="356392" cy="356392"/>
              <a:chOff x="4885871" y="2832091"/>
              <a:chExt cx="356392" cy="356392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71153E8A-8BAB-53A5-8EB9-4934888F6AE7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CD8CF1C-D51F-F675-B855-93903AADF62A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C36C6F7-598D-B6F3-B103-2C19BE0A618F}"/>
                </a:ext>
              </a:extLst>
            </p:cNvPr>
            <p:cNvCxnSpPr>
              <a:cxnSpLocks/>
              <a:stCxn id="16" idx="4"/>
              <a:endCxn id="43" idx="0"/>
            </p:cNvCxnSpPr>
            <p:nvPr/>
          </p:nvCxnSpPr>
          <p:spPr>
            <a:xfrm>
              <a:off x="6095032" y="1507661"/>
              <a:ext cx="268012" cy="3314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F500074-60B6-CDD8-2E14-7B7F62D55C3D}"/>
                </a:ext>
              </a:extLst>
            </p:cNvPr>
            <p:cNvGrpSpPr/>
            <p:nvPr/>
          </p:nvGrpSpPr>
          <p:grpSpPr>
            <a:xfrm>
              <a:off x="6184848" y="1839130"/>
              <a:ext cx="356392" cy="356392"/>
              <a:chOff x="4885871" y="2832091"/>
              <a:chExt cx="356392" cy="356392"/>
            </a:xfrm>
          </p:grpSpPr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45ED5ACB-D896-A4A1-3B6D-D544B093D06A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rgbClr val="172C5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C831542-A725-797A-5D18-AE1DB07CE44C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4B55135-3E9A-7C9A-1137-EED46AD6333C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 flipH="1">
              <a:off x="4703280" y="2207868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638BAD3C-DC75-3728-473C-1227D0134C78}"/>
                </a:ext>
              </a:extLst>
            </p:cNvPr>
            <p:cNvGrpSpPr/>
            <p:nvPr/>
          </p:nvGrpSpPr>
          <p:grpSpPr>
            <a:xfrm>
              <a:off x="4525084" y="2551683"/>
              <a:ext cx="356392" cy="356392"/>
              <a:chOff x="4885871" y="2832091"/>
              <a:chExt cx="356392" cy="356392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E8768D63-3883-F0EE-9746-8AF37611D247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09EE850C-DC83-932E-6891-6F6AD5535F73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F438B05-6141-79C2-C033-B97995C6D061}"/>
                </a:ext>
              </a:extLst>
            </p:cNvPr>
            <p:cNvGrpSpPr/>
            <p:nvPr/>
          </p:nvGrpSpPr>
          <p:grpSpPr>
            <a:xfrm>
              <a:off x="5429325" y="554348"/>
              <a:ext cx="356392" cy="356392"/>
              <a:chOff x="6290513" y="5228347"/>
              <a:chExt cx="356392" cy="356392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A2EA1D0-3349-2DC7-F52C-A000B95E5178}"/>
                  </a:ext>
                </a:extLst>
              </p:cNvPr>
              <p:cNvSpPr/>
              <p:nvPr/>
            </p:nvSpPr>
            <p:spPr>
              <a:xfrm>
                <a:off x="6290513" y="5228347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48E7157-645C-9D9B-BC8A-B7C33640C24F}"/>
                  </a:ext>
                </a:extLst>
              </p:cNvPr>
              <p:cNvSpPr txBox="1"/>
              <p:nvPr/>
            </p:nvSpPr>
            <p:spPr>
              <a:xfrm>
                <a:off x="6329999" y="5252654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6</a:t>
                </a:r>
                <a:endParaRPr lang="zh-CN" altLang="en-US" sz="1400" b="1" dirty="0"/>
              </a:p>
            </p:txBody>
          </p:sp>
        </p:grpSp>
      </p:grp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17B20E0C-95C3-D6D5-E478-0DE566343EC7}"/>
              </a:ext>
            </a:extLst>
          </p:cNvPr>
          <p:cNvCxnSpPr>
            <a:stCxn id="318" idx="3"/>
            <a:endCxn id="14" idx="1"/>
          </p:cNvCxnSpPr>
          <p:nvPr/>
        </p:nvCxnSpPr>
        <p:spPr>
          <a:xfrm flipV="1">
            <a:off x="1692392" y="875109"/>
            <a:ext cx="2825947" cy="1940383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2" name="组合 381">
            <a:extLst>
              <a:ext uri="{FF2B5EF4-FFF2-40B4-BE49-F238E27FC236}">
                <a16:creationId xmlns:a16="http://schemas.microsoft.com/office/drawing/2014/main" id="{9E0F469C-EC8A-C886-8384-6532AD2906D9}"/>
              </a:ext>
            </a:extLst>
          </p:cNvPr>
          <p:cNvGrpSpPr/>
          <p:nvPr/>
        </p:nvGrpSpPr>
        <p:grpSpPr>
          <a:xfrm>
            <a:off x="5986054" y="668436"/>
            <a:ext cx="2016156" cy="2353727"/>
            <a:chOff x="7528262" y="521574"/>
            <a:chExt cx="2016156" cy="235372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F54871E0-4DC1-F18E-4D8D-3E82106DD8B1}"/>
                </a:ext>
              </a:extLst>
            </p:cNvPr>
            <p:cNvSpPr/>
            <p:nvPr/>
          </p:nvSpPr>
          <p:spPr>
            <a:xfrm>
              <a:off x="8047740" y="1118495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BD19E15C-B2A8-B5AF-3AA2-72289C840588}"/>
                </a:ext>
              </a:extLst>
            </p:cNvPr>
            <p:cNvSpPr/>
            <p:nvPr/>
          </p:nvSpPr>
          <p:spPr>
            <a:xfrm>
              <a:off x="8920014" y="1118495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05800784-4779-FAFA-CBAD-DA16C6166E30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>
              <a:off x="8612549" y="875615"/>
              <a:ext cx="485661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8B122316-FB55-19DA-BC45-8089A63E95F3}"/>
                </a:ext>
              </a:extLst>
            </p:cNvPr>
            <p:cNvCxnSpPr>
              <a:cxnSpLocks/>
              <a:stCxn id="93" idx="0"/>
            </p:cNvCxnSpPr>
            <p:nvPr/>
          </p:nvCxnSpPr>
          <p:spPr>
            <a:xfrm flipV="1">
              <a:off x="8225936" y="875615"/>
              <a:ext cx="386613" cy="2428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FE8F3FE9-D33E-3619-44C5-C4CBA4E9E2F7}"/>
                </a:ext>
              </a:extLst>
            </p:cNvPr>
            <p:cNvCxnSpPr>
              <a:cxnSpLocks/>
              <a:stCxn id="93" idx="4"/>
              <a:endCxn id="283" idx="0"/>
            </p:cNvCxnSpPr>
            <p:nvPr/>
          </p:nvCxnSpPr>
          <p:spPr>
            <a:xfrm>
              <a:off x="8225936" y="1474887"/>
              <a:ext cx="225245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94C6A6D1-7B74-D95A-029F-417B88E64965}"/>
                </a:ext>
              </a:extLst>
            </p:cNvPr>
            <p:cNvCxnSpPr>
              <a:cxnSpLocks/>
              <a:stCxn id="93" idx="4"/>
              <a:endCxn id="268" idx="0"/>
            </p:cNvCxnSpPr>
            <p:nvPr/>
          </p:nvCxnSpPr>
          <p:spPr>
            <a:xfrm flipH="1">
              <a:off x="7966197" y="1474887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66B416DD-0273-7ECC-050D-A1A67E1E928C}"/>
                </a:ext>
              </a:extLst>
            </p:cNvPr>
            <p:cNvSpPr txBox="1"/>
            <p:nvPr/>
          </p:nvSpPr>
          <p:spPr>
            <a:xfrm>
              <a:off x="8081695" y="1142802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C62ACDD8-0D73-4CDF-6B28-D1473E4F3FA7}"/>
                </a:ext>
              </a:extLst>
            </p:cNvPr>
            <p:cNvSpPr txBox="1"/>
            <p:nvPr/>
          </p:nvSpPr>
          <p:spPr>
            <a:xfrm>
              <a:off x="8959500" y="1138673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9FCDEDAB-AAD3-0C84-0273-EF59CC8CCD3F}"/>
                </a:ext>
              </a:extLst>
            </p:cNvPr>
            <p:cNvGrpSpPr/>
            <p:nvPr/>
          </p:nvGrpSpPr>
          <p:grpSpPr>
            <a:xfrm>
              <a:off x="7788001" y="1818702"/>
              <a:ext cx="356392" cy="356392"/>
              <a:chOff x="4885871" y="2832091"/>
              <a:chExt cx="356392" cy="356392"/>
            </a:xfrm>
          </p:grpSpPr>
          <p:sp>
            <p:nvSpPr>
              <p:cNvPr id="268" name="椭圆 267">
                <a:extLst>
                  <a:ext uri="{FF2B5EF4-FFF2-40B4-BE49-F238E27FC236}">
                    <a16:creationId xmlns:a16="http://schemas.microsoft.com/office/drawing/2014/main" id="{0A175E7B-DA85-C957-DB24-349BDF07FE0B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145267A2-5D8A-61A3-A95A-334FDF08076F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52C1BA9C-7420-5974-B191-64BE4592C9CE}"/>
                </a:ext>
              </a:extLst>
            </p:cNvPr>
            <p:cNvGrpSpPr/>
            <p:nvPr/>
          </p:nvGrpSpPr>
          <p:grpSpPr>
            <a:xfrm>
              <a:off x="8272985" y="1818702"/>
              <a:ext cx="356392" cy="356392"/>
              <a:chOff x="5559105" y="2844436"/>
              <a:chExt cx="356392" cy="356392"/>
            </a:xfrm>
          </p:grpSpPr>
          <p:sp>
            <p:nvSpPr>
              <p:cNvPr id="283" name="椭圆 282">
                <a:extLst>
                  <a:ext uri="{FF2B5EF4-FFF2-40B4-BE49-F238E27FC236}">
                    <a16:creationId xmlns:a16="http://schemas.microsoft.com/office/drawing/2014/main" id="{1E91FF0E-6068-57BF-E0FE-8B51EA9A978E}"/>
                  </a:ext>
                </a:extLst>
              </p:cNvPr>
              <p:cNvSpPr/>
              <p:nvPr/>
            </p:nvSpPr>
            <p:spPr>
              <a:xfrm>
                <a:off x="5559105" y="2844436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84" name="文本框 283">
                <a:extLst>
                  <a:ext uri="{FF2B5EF4-FFF2-40B4-BE49-F238E27FC236}">
                    <a16:creationId xmlns:a16="http://schemas.microsoft.com/office/drawing/2014/main" id="{15B1A879-7AA5-E20E-9799-71FE35D0A76C}"/>
                  </a:ext>
                </a:extLst>
              </p:cNvPr>
              <p:cNvSpPr txBox="1"/>
              <p:nvPr/>
            </p:nvSpPr>
            <p:spPr>
              <a:xfrm>
                <a:off x="5599606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7</a:t>
                </a:r>
                <a:endParaRPr lang="zh-CN" altLang="en-US" sz="1400" b="1" dirty="0"/>
              </a:p>
            </p:txBody>
          </p:sp>
        </p:grp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9732D3E4-6ED7-8A03-5934-409544A3BB23}"/>
                </a:ext>
              </a:extLst>
            </p:cNvPr>
            <p:cNvCxnSpPr>
              <a:cxnSpLocks/>
              <a:endCxn id="287" idx="0"/>
            </p:cNvCxnSpPr>
            <p:nvPr/>
          </p:nvCxnSpPr>
          <p:spPr>
            <a:xfrm flipH="1">
              <a:off x="8854622" y="1466628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8EF475E6-4770-424C-2773-4F4451F11465}"/>
                </a:ext>
              </a:extLst>
            </p:cNvPr>
            <p:cNvGrpSpPr/>
            <p:nvPr/>
          </p:nvGrpSpPr>
          <p:grpSpPr>
            <a:xfrm>
              <a:off x="8676426" y="1810443"/>
              <a:ext cx="356392" cy="356392"/>
              <a:chOff x="4885871" y="2832091"/>
              <a:chExt cx="356392" cy="356392"/>
            </a:xfrm>
          </p:grpSpPr>
          <p:sp>
            <p:nvSpPr>
              <p:cNvPr id="287" name="椭圆 286">
                <a:extLst>
                  <a:ext uri="{FF2B5EF4-FFF2-40B4-BE49-F238E27FC236}">
                    <a16:creationId xmlns:a16="http://schemas.microsoft.com/office/drawing/2014/main" id="{C97D44FA-39AC-A86F-7815-C0241484E9F9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88" name="文本框 287">
                <a:extLst>
                  <a:ext uri="{FF2B5EF4-FFF2-40B4-BE49-F238E27FC236}">
                    <a16:creationId xmlns:a16="http://schemas.microsoft.com/office/drawing/2014/main" id="{547A93C0-F8E2-0009-CE2E-D213B5C5A2BF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FF0FD861-819E-6BBB-FD78-B199D8547E3E}"/>
                </a:ext>
              </a:extLst>
            </p:cNvPr>
            <p:cNvCxnSpPr>
              <a:cxnSpLocks/>
              <a:stCxn id="98" idx="4"/>
              <a:endCxn id="291" idx="0"/>
            </p:cNvCxnSpPr>
            <p:nvPr/>
          </p:nvCxnSpPr>
          <p:spPr>
            <a:xfrm>
              <a:off x="9098210" y="1474887"/>
              <a:ext cx="268012" cy="3314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00431BF6-9DBC-9A5E-7698-409956D0D8CF}"/>
                </a:ext>
              </a:extLst>
            </p:cNvPr>
            <p:cNvGrpSpPr/>
            <p:nvPr/>
          </p:nvGrpSpPr>
          <p:grpSpPr>
            <a:xfrm>
              <a:off x="9188026" y="1806356"/>
              <a:ext cx="356392" cy="356392"/>
              <a:chOff x="4885871" y="2832091"/>
              <a:chExt cx="356392" cy="356392"/>
            </a:xfrm>
          </p:grpSpPr>
          <p:sp>
            <p:nvSpPr>
              <p:cNvPr id="291" name="椭圆 290">
                <a:extLst>
                  <a:ext uri="{FF2B5EF4-FFF2-40B4-BE49-F238E27FC236}">
                    <a16:creationId xmlns:a16="http://schemas.microsoft.com/office/drawing/2014/main" id="{B1F7AF7E-B6F6-B05F-3E5D-AE307641A4C1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rgbClr val="172C51"/>
                  </a:solidFill>
                </a:endParaRPr>
              </a:p>
            </p:txBody>
          </p:sp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699602CF-70E8-AB92-379D-2EB8B0D16F08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5</a:t>
                </a:r>
                <a:endParaRPr lang="zh-CN" altLang="en-US" sz="1400" b="1" dirty="0"/>
              </a:p>
            </p:txBody>
          </p:sp>
        </p:grp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655AA15F-7D2C-71D1-552A-06C9A0C74EE1}"/>
                </a:ext>
              </a:extLst>
            </p:cNvPr>
            <p:cNvCxnSpPr>
              <a:cxnSpLocks/>
              <a:endCxn id="295" idx="0"/>
            </p:cNvCxnSpPr>
            <p:nvPr/>
          </p:nvCxnSpPr>
          <p:spPr>
            <a:xfrm flipH="1">
              <a:off x="7706458" y="2175094"/>
              <a:ext cx="259739" cy="343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4" name="组合 293">
              <a:extLst>
                <a:ext uri="{FF2B5EF4-FFF2-40B4-BE49-F238E27FC236}">
                  <a16:creationId xmlns:a16="http://schemas.microsoft.com/office/drawing/2014/main" id="{88819C04-1B3D-4A3A-0029-015C2DCA509B}"/>
                </a:ext>
              </a:extLst>
            </p:cNvPr>
            <p:cNvGrpSpPr/>
            <p:nvPr/>
          </p:nvGrpSpPr>
          <p:grpSpPr>
            <a:xfrm>
              <a:off x="7528262" y="2518909"/>
              <a:ext cx="356392" cy="356392"/>
              <a:chOff x="4885871" y="2832091"/>
              <a:chExt cx="356392" cy="356392"/>
            </a:xfrm>
          </p:grpSpPr>
          <p:sp>
            <p:nvSpPr>
              <p:cNvPr id="295" name="椭圆 294">
                <a:extLst>
                  <a:ext uri="{FF2B5EF4-FFF2-40B4-BE49-F238E27FC236}">
                    <a16:creationId xmlns:a16="http://schemas.microsoft.com/office/drawing/2014/main" id="{25F3D4BE-A1FC-385D-99E9-629270EE48BD}"/>
                  </a:ext>
                </a:extLst>
              </p:cNvPr>
              <p:cNvSpPr/>
              <p:nvPr/>
            </p:nvSpPr>
            <p:spPr>
              <a:xfrm>
                <a:off x="4885871" y="2832091"/>
                <a:ext cx="356392" cy="356392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6F50BC08-FE80-83AB-0BFF-FA2C8C53BDE1}"/>
                  </a:ext>
                </a:extLst>
              </p:cNvPr>
              <p:cNvSpPr txBox="1"/>
              <p:nvPr/>
            </p:nvSpPr>
            <p:spPr>
              <a:xfrm>
                <a:off x="4925357" y="2856398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8</a:t>
                </a:r>
                <a:endParaRPr lang="zh-CN" altLang="en-US" sz="1400" b="1" dirty="0"/>
              </a:p>
            </p:txBody>
          </p: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0B304EC1-DBF2-F6F3-21A6-05A28471614C}"/>
                </a:ext>
              </a:extLst>
            </p:cNvPr>
            <p:cNvGrpSpPr/>
            <p:nvPr/>
          </p:nvGrpSpPr>
          <p:grpSpPr>
            <a:xfrm>
              <a:off x="8432503" y="521574"/>
              <a:ext cx="356392" cy="356392"/>
              <a:chOff x="6290513" y="5228347"/>
              <a:chExt cx="356392" cy="356392"/>
            </a:xfrm>
          </p:grpSpPr>
          <p:sp>
            <p:nvSpPr>
              <p:cNvPr id="298" name="椭圆 297">
                <a:extLst>
                  <a:ext uri="{FF2B5EF4-FFF2-40B4-BE49-F238E27FC236}">
                    <a16:creationId xmlns:a16="http://schemas.microsoft.com/office/drawing/2014/main" id="{CCA3ED1A-B1D5-4F40-7E55-1788D49F22F8}"/>
                  </a:ext>
                </a:extLst>
              </p:cNvPr>
              <p:cNvSpPr/>
              <p:nvPr/>
            </p:nvSpPr>
            <p:spPr>
              <a:xfrm>
                <a:off x="6290513" y="5228347"/>
                <a:ext cx="356392" cy="3563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solidFill>
                    <a:srgbClr val="172C51"/>
                  </a:solidFill>
                </a:endParaRPr>
              </a:p>
            </p:txBody>
          </p:sp>
          <p:sp>
            <p:nvSpPr>
              <p:cNvPr id="299" name="文本框 298">
                <a:extLst>
                  <a:ext uri="{FF2B5EF4-FFF2-40B4-BE49-F238E27FC236}">
                    <a16:creationId xmlns:a16="http://schemas.microsoft.com/office/drawing/2014/main" id="{5E10504A-731E-63A4-6B86-DC176D5F12AA}"/>
                  </a:ext>
                </a:extLst>
              </p:cNvPr>
              <p:cNvSpPr txBox="1"/>
              <p:nvPr/>
            </p:nvSpPr>
            <p:spPr>
              <a:xfrm>
                <a:off x="6329999" y="5252654"/>
                <a:ext cx="2774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/>
                  <a:t>4</a:t>
                </a:r>
                <a:endParaRPr lang="zh-CN" altLang="en-US" sz="1400" b="1" dirty="0"/>
              </a:p>
            </p:txBody>
          </p:sp>
        </p:grpSp>
      </p:grpSp>
      <p:sp>
        <p:nvSpPr>
          <p:cNvPr id="300" name="椭圆 299">
            <a:extLst>
              <a:ext uri="{FF2B5EF4-FFF2-40B4-BE49-F238E27FC236}">
                <a16:creationId xmlns:a16="http://schemas.microsoft.com/office/drawing/2014/main" id="{DAD9C6DB-61F8-0031-87B9-010527B83D44}"/>
              </a:ext>
            </a:extLst>
          </p:cNvPr>
          <p:cNvSpPr/>
          <p:nvPr/>
        </p:nvSpPr>
        <p:spPr>
          <a:xfrm>
            <a:off x="9358821" y="135910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8B134902-F417-19A2-C477-6A3BAC0FC1A7}"/>
              </a:ext>
            </a:extLst>
          </p:cNvPr>
          <p:cNvSpPr/>
          <p:nvPr/>
        </p:nvSpPr>
        <p:spPr>
          <a:xfrm>
            <a:off x="10231095" y="1359100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270392B9-F905-DCCE-F6FA-578979555F33}"/>
              </a:ext>
            </a:extLst>
          </p:cNvPr>
          <p:cNvCxnSpPr>
            <a:cxnSpLocks/>
            <a:endCxn id="301" idx="0"/>
          </p:cNvCxnSpPr>
          <p:nvPr/>
        </p:nvCxnSpPr>
        <p:spPr>
          <a:xfrm>
            <a:off x="9923630" y="1116220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50CFCA96-4227-9129-F30D-46E86F37E47B}"/>
              </a:ext>
            </a:extLst>
          </p:cNvPr>
          <p:cNvCxnSpPr>
            <a:cxnSpLocks/>
            <a:stCxn id="300" idx="0"/>
          </p:cNvCxnSpPr>
          <p:nvPr/>
        </p:nvCxnSpPr>
        <p:spPr>
          <a:xfrm flipV="1">
            <a:off x="9537017" y="1116220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606BEEF0-6276-2236-9127-B03E47D9D8CD}"/>
              </a:ext>
            </a:extLst>
          </p:cNvPr>
          <p:cNvCxnSpPr>
            <a:cxnSpLocks/>
            <a:stCxn id="300" idx="4"/>
            <a:endCxn id="356" idx="0"/>
          </p:cNvCxnSpPr>
          <p:nvPr/>
        </p:nvCxnSpPr>
        <p:spPr>
          <a:xfrm>
            <a:off x="9537017" y="1715492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6947463E-AEC2-DCD7-305C-E6B7E4F6D0DA}"/>
              </a:ext>
            </a:extLst>
          </p:cNvPr>
          <p:cNvCxnSpPr>
            <a:cxnSpLocks/>
            <a:stCxn id="300" idx="4"/>
            <a:endCxn id="309" idx="0"/>
          </p:cNvCxnSpPr>
          <p:nvPr/>
        </p:nvCxnSpPr>
        <p:spPr>
          <a:xfrm flipH="1">
            <a:off x="9277278" y="1715492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文本框 305">
            <a:extLst>
              <a:ext uri="{FF2B5EF4-FFF2-40B4-BE49-F238E27FC236}">
                <a16:creationId xmlns:a16="http://schemas.microsoft.com/office/drawing/2014/main" id="{338EBEC7-7422-D678-4E6C-6F0AFBC823D3}"/>
              </a:ext>
            </a:extLst>
          </p:cNvPr>
          <p:cNvSpPr txBox="1"/>
          <p:nvPr/>
        </p:nvSpPr>
        <p:spPr>
          <a:xfrm>
            <a:off x="9392776" y="138340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5188ED5E-A70E-C33C-2E91-43341CA02AA9}"/>
              </a:ext>
            </a:extLst>
          </p:cNvPr>
          <p:cNvSpPr txBox="1"/>
          <p:nvPr/>
        </p:nvSpPr>
        <p:spPr>
          <a:xfrm>
            <a:off x="10270581" y="1379278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5BC34BE7-D0F7-5FC5-B4B2-C54F5D21E276}"/>
              </a:ext>
            </a:extLst>
          </p:cNvPr>
          <p:cNvGrpSpPr/>
          <p:nvPr/>
        </p:nvGrpSpPr>
        <p:grpSpPr>
          <a:xfrm>
            <a:off x="9099082" y="2059307"/>
            <a:ext cx="356392" cy="356392"/>
            <a:chOff x="4885871" y="2832091"/>
            <a:chExt cx="356392" cy="356392"/>
          </a:xfrm>
        </p:grpSpPr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98F60250-4690-9F30-497D-294404D4A09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47EE208D-FB8E-EDBB-9232-31F01ABF2FA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311" name="组合 310">
            <a:extLst>
              <a:ext uri="{FF2B5EF4-FFF2-40B4-BE49-F238E27FC236}">
                <a16:creationId xmlns:a16="http://schemas.microsoft.com/office/drawing/2014/main" id="{373E27BE-3EC7-E715-A01E-97C0F858AAAB}"/>
              </a:ext>
            </a:extLst>
          </p:cNvPr>
          <p:cNvGrpSpPr/>
          <p:nvPr/>
        </p:nvGrpSpPr>
        <p:grpSpPr>
          <a:xfrm>
            <a:off x="9584066" y="2059307"/>
            <a:ext cx="356392" cy="356392"/>
            <a:chOff x="5559105" y="2844436"/>
            <a:chExt cx="356392" cy="356392"/>
          </a:xfrm>
        </p:grpSpPr>
        <p:sp>
          <p:nvSpPr>
            <p:cNvPr id="356" name="椭圆 355">
              <a:extLst>
                <a:ext uri="{FF2B5EF4-FFF2-40B4-BE49-F238E27FC236}">
                  <a16:creationId xmlns:a16="http://schemas.microsoft.com/office/drawing/2014/main" id="{21108878-7E55-F42A-38F5-0B616C1D57F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57" name="文本框 356">
              <a:extLst>
                <a:ext uri="{FF2B5EF4-FFF2-40B4-BE49-F238E27FC236}">
                  <a16:creationId xmlns:a16="http://schemas.microsoft.com/office/drawing/2014/main" id="{324F26B6-7E49-3CDD-B4D7-0A2DD5CA1FA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B6605694-B00B-7642-C431-D4EFD50281D0}"/>
              </a:ext>
            </a:extLst>
          </p:cNvPr>
          <p:cNvCxnSpPr>
            <a:cxnSpLocks/>
            <a:endCxn id="360" idx="0"/>
          </p:cNvCxnSpPr>
          <p:nvPr/>
        </p:nvCxnSpPr>
        <p:spPr>
          <a:xfrm flipH="1">
            <a:off x="10165703" y="1707233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9" name="组合 358">
            <a:extLst>
              <a:ext uri="{FF2B5EF4-FFF2-40B4-BE49-F238E27FC236}">
                <a16:creationId xmlns:a16="http://schemas.microsoft.com/office/drawing/2014/main" id="{3FF0BED2-9C34-5A37-AA48-16B0720F8505}"/>
              </a:ext>
            </a:extLst>
          </p:cNvPr>
          <p:cNvGrpSpPr/>
          <p:nvPr/>
        </p:nvGrpSpPr>
        <p:grpSpPr>
          <a:xfrm>
            <a:off x="9987507" y="2051048"/>
            <a:ext cx="356392" cy="356392"/>
            <a:chOff x="4885871" y="2832091"/>
            <a:chExt cx="356392" cy="356392"/>
          </a:xfrm>
        </p:grpSpPr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750EAA8B-B891-F65B-39DF-CC8A430E928B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61" name="文本框 360">
              <a:extLst>
                <a:ext uri="{FF2B5EF4-FFF2-40B4-BE49-F238E27FC236}">
                  <a16:creationId xmlns:a16="http://schemas.microsoft.com/office/drawing/2014/main" id="{2A2E9D30-A77A-1FCE-8490-2119642A6556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5ECCCE34-64E5-4D6E-539C-3D8637640B8B}"/>
              </a:ext>
            </a:extLst>
          </p:cNvPr>
          <p:cNvCxnSpPr>
            <a:cxnSpLocks/>
            <a:stCxn id="301" idx="4"/>
            <a:endCxn id="364" idx="0"/>
          </p:cNvCxnSpPr>
          <p:nvPr/>
        </p:nvCxnSpPr>
        <p:spPr>
          <a:xfrm>
            <a:off x="10409291" y="1715492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A1DAB276-0E84-E6C3-4F43-00B106F919A0}"/>
              </a:ext>
            </a:extLst>
          </p:cNvPr>
          <p:cNvGrpSpPr/>
          <p:nvPr/>
        </p:nvGrpSpPr>
        <p:grpSpPr>
          <a:xfrm>
            <a:off x="10499107" y="2046961"/>
            <a:ext cx="356392" cy="356392"/>
            <a:chOff x="4885871" y="2832091"/>
            <a:chExt cx="356392" cy="356392"/>
          </a:xfrm>
        </p:grpSpPr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3F76D58B-363A-BC51-A1BC-884386D6B711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365" name="文本框 364">
              <a:extLst>
                <a:ext uri="{FF2B5EF4-FFF2-40B4-BE49-F238E27FC236}">
                  <a16:creationId xmlns:a16="http://schemas.microsoft.com/office/drawing/2014/main" id="{01C6A603-2F59-0750-4BA7-5526758593C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2D5C701B-A9F9-DBFE-9843-43AF65740ABF}"/>
              </a:ext>
            </a:extLst>
          </p:cNvPr>
          <p:cNvCxnSpPr>
            <a:cxnSpLocks/>
            <a:endCxn id="368" idx="0"/>
          </p:cNvCxnSpPr>
          <p:nvPr/>
        </p:nvCxnSpPr>
        <p:spPr>
          <a:xfrm flipH="1">
            <a:off x="9017539" y="241569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FA7D110B-B156-9FDB-7CBA-E8C7D650331E}"/>
              </a:ext>
            </a:extLst>
          </p:cNvPr>
          <p:cNvGrpSpPr/>
          <p:nvPr/>
        </p:nvGrpSpPr>
        <p:grpSpPr>
          <a:xfrm>
            <a:off x="8839343" y="2759514"/>
            <a:ext cx="356392" cy="356392"/>
            <a:chOff x="4885871" y="2832091"/>
            <a:chExt cx="356392" cy="356392"/>
          </a:xfrm>
        </p:grpSpPr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52CCE186-0B1B-8729-2620-3DF1F7F10D35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F637E86A-E8E1-E43D-535B-300397107A35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id="{C575F304-0648-3AC7-6998-A564042FB12A}"/>
              </a:ext>
            </a:extLst>
          </p:cNvPr>
          <p:cNvGrpSpPr/>
          <p:nvPr/>
        </p:nvGrpSpPr>
        <p:grpSpPr>
          <a:xfrm>
            <a:off x="9743584" y="762179"/>
            <a:ext cx="356392" cy="356392"/>
            <a:chOff x="6290513" y="5228347"/>
            <a:chExt cx="356392" cy="356392"/>
          </a:xfrm>
        </p:grpSpPr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E7B7E0A5-F379-0604-20C1-67EB464512DE}"/>
                </a:ext>
              </a:extLst>
            </p:cNvPr>
            <p:cNvSpPr/>
            <p:nvPr/>
          </p:nvSpPr>
          <p:spPr>
            <a:xfrm>
              <a:off x="6290513" y="5228347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D1DE55A5-DA53-DA53-2CCC-FA5E52207C1B}"/>
                </a:ext>
              </a:extLst>
            </p:cNvPr>
            <p:cNvSpPr txBox="1"/>
            <p:nvPr/>
          </p:nvSpPr>
          <p:spPr>
            <a:xfrm>
              <a:off x="6329999" y="525265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373" name="连接符: 曲线 372">
            <a:extLst>
              <a:ext uri="{FF2B5EF4-FFF2-40B4-BE49-F238E27FC236}">
                <a16:creationId xmlns:a16="http://schemas.microsoft.com/office/drawing/2014/main" id="{6F52F5F9-094E-608D-2000-B5933FA88788}"/>
              </a:ext>
            </a:extLst>
          </p:cNvPr>
          <p:cNvCxnSpPr>
            <a:cxnSpLocks/>
            <a:stCxn id="13" idx="6"/>
            <a:endCxn id="98" idx="2"/>
          </p:cNvCxnSpPr>
          <p:nvPr/>
        </p:nvCxnSpPr>
        <p:spPr>
          <a:xfrm>
            <a:off x="4835245" y="875109"/>
            <a:ext cx="2542561" cy="568444"/>
          </a:xfrm>
          <a:prstGeom prst="curvedConnector3">
            <a:avLst>
              <a:gd name="adj1" fmla="val 79997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连接符: 曲线 375">
            <a:extLst>
              <a:ext uri="{FF2B5EF4-FFF2-40B4-BE49-F238E27FC236}">
                <a16:creationId xmlns:a16="http://schemas.microsoft.com/office/drawing/2014/main" id="{29F7D5A1-7EC9-C68A-B3D8-34DF6FC0EC01}"/>
              </a:ext>
            </a:extLst>
          </p:cNvPr>
          <p:cNvCxnSpPr>
            <a:cxnSpLocks/>
            <a:stCxn id="98" idx="6"/>
            <a:endCxn id="365" idx="0"/>
          </p:cNvCxnSpPr>
          <p:nvPr/>
        </p:nvCxnSpPr>
        <p:spPr>
          <a:xfrm>
            <a:off x="7734198" y="1443553"/>
            <a:ext cx="2943105" cy="627715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椭圆 383">
            <a:extLst>
              <a:ext uri="{FF2B5EF4-FFF2-40B4-BE49-F238E27FC236}">
                <a16:creationId xmlns:a16="http://schemas.microsoft.com/office/drawing/2014/main" id="{0035A03B-D34A-32B5-18C3-CBE8DAA1AE33}"/>
              </a:ext>
            </a:extLst>
          </p:cNvPr>
          <p:cNvSpPr/>
          <p:nvPr/>
        </p:nvSpPr>
        <p:spPr>
          <a:xfrm>
            <a:off x="1428897" y="440218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385" name="椭圆 384">
            <a:extLst>
              <a:ext uri="{FF2B5EF4-FFF2-40B4-BE49-F238E27FC236}">
                <a16:creationId xmlns:a16="http://schemas.microsoft.com/office/drawing/2014/main" id="{F3D8A593-749F-2386-A41D-CF2439886C17}"/>
              </a:ext>
            </a:extLst>
          </p:cNvPr>
          <p:cNvSpPr/>
          <p:nvPr/>
        </p:nvSpPr>
        <p:spPr>
          <a:xfrm>
            <a:off x="2301171" y="4402184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2AF9DFCB-ABFC-7B04-0CAD-723A13161B91}"/>
              </a:ext>
            </a:extLst>
          </p:cNvPr>
          <p:cNvCxnSpPr>
            <a:cxnSpLocks/>
            <a:endCxn id="385" idx="0"/>
          </p:cNvCxnSpPr>
          <p:nvPr/>
        </p:nvCxnSpPr>
        <p:spPr>
          <a:xfrm>
            <a:off x="1993706" y="415930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>
            <a:extLst>
              <a:ext uri="{FF2B5EF4-FFF2-40B4-BE49-F238E27FC236}">
                <a16:creationId xmlns:a16="http://schemas.microsoft.com/office/drawing/2014/main" id="{3543D092-8699-3D5E-9FEE-79A449CD469A}"/>
              </a:ext>
            </a:extLst>
          </p:cNvPr>
          <p:cNvCxnSpPr>
            <a:cxnSpLocks/>
            <a:stCxn id="384" idx="0"/>
          </p:cNvCxnSpPr>
          <p:nvPr/>
        </p:nvCxnSpPr>
        <p:spPr>
          <a:xfrm flipV="1">
            <a:off x="1607093" y="415930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42A651E7-50F5-1B57-CCAD-066BD042A0B9}"/>
              </a:ext>
            </a:extLst>
          </p:cNvPr>
          <p:cNvCxnSpPr>
            <a:cxnSpLocks/>
            <a:stCxn id="384" idx="4"/>
            <a:endCxn id="396" idx="0"/>
          </p:cNvCxnSpPr>
          <p:nvPr/>
        </p:nvCxnSpPr>
        <p:spPr>
          <a:xfrm>
            <a:off x="1607093" y="4758576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18491D0D-CF3E-2935-1914-23223AC761A0}"/>
              </a:ext>
            </a:extLst>
          </p:cNvPr>
          <p:cNvCxnSpPr>
            <a:cxnSpLocks/>
            <a:stCxn id="384" idx="4"/>
            <a:endCxn id="393" idx="0"/>
          </p:cNvCxnSpPr>
          <p:nvPr/>
        </p:nvCxnSpPr>
        <p:spPr>
          <a:xfrm flipH="1">
            <a:off x="1347354" y="475857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文本框 389">
            <a:extLst>
              <a:ext uri="{FF2B5EF4-FFF2-40B4-BE49-F238E27FC236}">
                <a16:creationId xmlns:a16="http://schemas.microsoft.com/office/drawing/2014/main" id="{0C196A7B-45F8-FE02-7701-C364108F905B}"/>
              </a:ext>
            </a:extLst>
          </p:cNvPr>
          <p:cNvSpPr txBox="1"/>
          <p:nvPr/>
        </p:nvSpPr>
        <p:spPr>
          <a:xfrm>
            <a:off x="1462852" y="442649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0742B23-9277-6D7F-3A8E-1FBEBB4DD4C8}"/>
              </a:ext>
            </a:extLst>
          </p:cNvPr>
          <p:cNvSpPr txBox="1"/>
          <p:nvPr/>
        </p:nvSpPr>
        <p:spPr>
          <a:xfrm>
            <a:off x="2340657" y="442236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392" name="组合 391">
            <a:extLst>
              <a:ext uri="{FF2B5EF4-FFF2-40B4-BE49-F238E27FC236}">
                <a16:creationId xmlns:a16="http://schemas.microsoft.com/office/drawing/2014/main" id="{354C2008-0FD9-0F6D-7CC8-370F0CEDC21D}"/>
              </a:ext>
            </a:extLst>
          </p:cNvPr>
          <p:cNvGrpSpPr/>
          <p:nvPr/>
        </p:nvGrpSpPr>
        <p:grpSpPr>
          <a:xfrm>
            <a:off x="1169158" y="5102391"/>
            <a:ext cx="356392" cy="356392"/>
            <a:chOff x="4885871" y="2832091"/>
            <a:chExt cx="356392" cy="356392"/>
          </a:xfrm>
        </p:grpSpPr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5062796E-FFD1-D2AB-CC07-7053404F53A2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94" name="文本框 393">
              <a:extLst>
                <a:ext uri="{FF2B5EF4-FFF2-40B4-BE49-F238E27FC236}">
                  <a16:creationId xmlns:a16="http://schemas.microsoft.com/office/drawing/2014/main" id="{1C4369FC-DCB9-CBA2-8A71-1DC71F91464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395" name="组合 394">
            <a:extLst>
              <a:ext uri="{FF2B5EF4-FFF2-40B4-BE49-F238E27FC236}">
                <a16:creationId xmlns:a16="http://schemas.microsoft.com/office/drawing/2014/main" id="{995B9AF3-0321-4410-2481-D5F17639E2C0}"/>
              </a:ext>
            </a:extLst>
          </p:cNvPr>
          <p:cNvGrpSpPr/>
          <p:nvPr/>
        </p:nvGrpSpPr>
        <p:grpSpPr>
          <a:xfrm>
            <a:off x="1654142" y="5102391"/>
            <a:ext cx="356392" cy="356392"/>
            <a:chOff x="5559105" y="2844436"/>
            <a:chExt cx="356392" cy="356392"/>
          </a:xfrm>
        </p:grpSpPr>
        <p:sp>
          <p:nvSpPr>
            <p:cNvPr id="396" name="椭圆 395">
              <a:extLst>
                <a:ext uri="{FF2B5EF4-FFF2-40B4-BE49-F238E27FC236}">
                  <a16:creationId xmlns:a16="http://schemas.microsoft.com/office/drawing/2014/main" id="{6CF23A51-1FC3-87D9-D651-89CD3B7CD904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97" name="文本框 396">
              <a:extLst>
                <a:ext uri="{FF2B5EF4-FFF2-40B4-BE49-F238E27FC236}">
                  <a16:creationId xmlns:a16="http://schemas.microsoft.com/office/drawing/2014/main" id="{898726AE-1BC0-B984-C4B7-CC2ABBC4573E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7CB6200B-B37D-1C72-8B26-38692372A40F}"/>
              </a:ext>
            </a:extLst>
          </p:cNvPr>
          <p:cNvCxnSpPr>
            <a:cxnSpLocks/>
            <a:endCxn id="400" idx="0"/>
          </p:cNvCxnSpPr>
          <p:nvPr/>
        </p:nvCxnSpPr>
        <p:spPr>
          <a:xfrm flipH="1">
            <a:off x="2235779" y="4750317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9" name="组合 398">
            <a:extLst>
              <a:ext uri="{FF2B5EF4-FFF2-40B4-BE49-F238E27FC236}">
                <a16:creationId xmlns:a16="http://schemas.microsoft.com/office/drawing/2014/main" id="{65BC22DE-93AE-3A79-D265-8B253328195B}"/>
              </a:ext>
            </a:extLst>
          </p:cNvPr>
          <p:cNvGrpSpPr/>
          <p:nvPr/>
        </p:nvGrpSpPr>
        <p:grpSpPr>
          <a:xfrm>
            <a:off x="2057583" y="5094132"/>
            <a:ext cx="356392" cy="356392"/>
            <a:chOff x="4885871" y="2832091"/>
            <a:chExt cx="356392" cy="356392"/>
          </a:xfrm>
        </p:grpSpPr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7A70C9F5-0316-CC61-31BA-22FEA589CCF4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01" name="文本框 400">
              <a:extLst>
                <a:ext uri="{FF2B5EF4-FFF2-40B4-BE49-F238E27FC236}">
                  <a16:creationId xmlns:a16="http://schemas.microsoft.com/office/drawing/2014/main" id="{BFA66E7B-64CD-F3CA-D110-C5BE1B978F72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402" name="直接连接符 401">
            <a:extLst>
              <a:ext uri="{FF2B5EF4-FFF2-40B4-BE49-F238E27FC236}">
                <a16:creationId xmlns:a16="http://schemas.microsoft.com/office/drawing/2014/main" id="{71CC87A0-A6EC-64A2-0CCB-E16F5F336A71}"/>
              </a:ext>
            </a:extLst>
          </p:cNvPr>
          <p:cNvCxnSpPr>
            <a:cxnSpLocks/>
            <a:stCxn id="385" idx="4"/>
            <a:endCxn id="404" idx="0"/>
          </p:cNvCxnSpPr>
          <p:nvPr/>
        </p:nvCxnSpPr>
        <p:spPr>
          <a:xfrm>
            <a:off x="2479367" y="4758576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CC980D6E-0265-7156-191C-1AA8CD8DE20B}"/>
              </a:ext>
            </a:extLst>
          </p:cNvPr>
          <p:cNvGrpSpPr/>
          <p:nvPr/>
        </p:nvGrpSpPr>
        <p:grpSpPr>
          <a:xfrm>
            <a:off x="2569183" y="5090045"/>
            <a:ext cx="356392" cy="356392"/>
            <a:chOff x="4885871" y="2832091"/>
            <a:chExt cx="356392" cy="356392"/>
          </a:xfrm>
        </p:grpSpPr>
        <p:sp>
          <p:nvSpPr>
            <p:cNvPr id="404" name="椭圆 403">
              <a:extLst>
                <a:ext uri="{FF2B5EF4-FFF2-40B4-BE49-F238E27FC236}">
                  <a16:creationId xmlns:a16="http://schemas.microsoft.com/office/drawing/2014/main" id="{EFF24562-E3D0-CCB6-1102-D8F107E6B0C3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405" name="文本框 404">
              <a:extLst>
                <a:ext uri="{FF2B5EF4-FFF2-40B4-BE49-F238E27FC236}">
                  <a16:creationId xmlns:a16="http://schemas.microsoft.com/office/drawing/2014/main" id="{E15D927D-E2E8-3543-C060-B576D09DCF35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cxnSp>
        <p:nvCxnSpPr>
          <p:cNvPr id="406" name="直接连接符 405">
            <a:extLst>
              <a:ext uri="{FF2B5EF4-FFF2-40B4-BE49-F238E27FC236}">
                <a16:creationId xmlns:a16="http://schemas.microsoft.com/office/drawing/2014/main" id="{41112BFA-7855-C0B9-ECA7-85C34CE711F6}"/>
              </a:ext>
            </a:extLst>
          </p:cNvPr>
          <p:cNvCxnSpPr>
            <a:cxnSpLocks/>
            <a:endCxn id="408" idx="0"/>
          </p:cNvCxnSpPr>
          <p:nvPr/>
        </p:nvCxnSpPr>
        <p:spPr>
          <a:xfrm flipH="1">
            <a:off x="1087615" y="5458783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7" name="组合 406">
            <a:extLst>
              <a:ext uri="{FF2B5EF4-FFF2-40B4-BE49-F238E27FC236}">
                <a16:creationId xmlns:a16="http://schemas.microsoft.com/office/drawing/2014/main" id="{5C36523F-7190-03E2-196A-3F4CC1DEE245}"/>
              </a:ext>
            </a:extLst>
          </p:cNvPr>
          <p:cNvGrpSpPr/>
          <p:nvPr/>
        </p:nvGrpSpPr>
        <p:grpSpPr>
          <a:xfrm>
            <a:off x="909419" y="5802598"/>
            <a:ext cx="356392" cy="356392"/>
            <a:chOff x="4885871" y="2832091"/>
            <a:chExt cx="356392" cy="356392"/>
          </a:xfrm>
        </p:grpSpPr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887D511E-4922-3689-DD41-101F2C9AAD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09" name="文本框 408">
              <a:extLst>
                <a:ext uri="{FF2B5EF4-FFF2-40B4-BE49-F238E27FC236}">
                  <a16:creationId xmlns:a16="http://schemas.microsoft.com/office/drawing/2014/main" id="{DE4400AB-C277-570E-4B9D-237AA3847DAF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410" name="组合 409">
            <a:extLst>
              <a:ext uri="{FF2B5EF4-FFF2-40B4-BE49-F238E27FC236}">
                <a16:creationId xmlns:a16="http://schemas.microsoft.com/office/drawing/2014/main" id="{BB5B8479-FA58-ECA9-7DED-B0662869B3D4}"/>
              </a:ext>
            </a:extLst>
          </p:cNvPr>
          <p:cNvGrpSpPr/>
          <p:nvPr/>
        </p:nvGrpSpPr>
        <p:grpSpPr>
          <a:xfrm>
            <a:off x="1813660" y="3805263"/>
            <a:ext cx="356392" cy="356392"/>
            <a:chOff x="6290513" y="5228347"/>
            <a:chExt cx="356392" cy="356392"/>
          </a:xfrm>
        </p:grpSpPr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97C15932-44DA-B45F-2D97-B0D77E846FB7}"/>
                </a:ext>
              </a:extLst>
            </p:cNvPr>
            <p:cNvSpPr/>
            <p:nvPr/>
          </p:nvSpPr>
          <p:spPr>
            <a:xfrm>
              <a:off x="6290513" y="5228347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12" name="文本框 411">
              <a:extLst>
                <a:ext uri="{FF2B5EF4-FFF2-40B4-BE49-F238E27FC236}">
                  <a16:creationId xmlns:a16="http://schemas.microsoft.com/office/drawing/2014/main" id="{850EAB5C-37C1-7E50-296F-2455D5C2100C}"/>
                </a:ext>
              </a:extLst>
            </p:cNvPr>
            <p:cNvSpPr txBox="1"/>
            <p:nvPr/>
          </p:nvSpPr>
          <p:spPr>
            <a:xfrm>
              <a:off x="6329999" y="525265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sp>
        <p:nvSpPr>
          <p:cNvPr id="413" name="文本框 412">
            <a:extLst>
              <a:ext uri="{FF2B5EF4-FFF2-40B4-BE49-F238E27FC236}">
                <a16:creationId xmlns:a16="http://schemas.microsoft.com/office/drawing/2014/main" id="{8AC32396-B59F-13A4-603C-D241704B0B1E}"/>
              </a:ext>
            </a:extLst>
          </p:cNvPr>
          <p:cNvSpPr txBox="1"/>
          <p:nvPr/>
        </p:nvSpPr>
        <p:spPr>
          <a:xfrm>
            <a:off x="935454" y="3481686"/>
            <a:ext cx="7569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FF0000"/>
                </a:solidFill>
              </a:rPr>
              <a:t>删除堆顶</a:t>
            </a:r>
          </a:p>
        </p:txBody>
      </p:sp>
      <p:sp>
        <p:nvSpPr>
          <p:cNvPr id="414" name="椭圆 413">
            <a:extLst>
              <a:ext uri="{FF2B5EF4-FFF2-40B4-BE49-F238E27FC236}">
                <a16:creationId xmlns:a16="http://schemas.microsoft.com/office/drawing/2014/main" id="{07ADA97D-5D1D-AF1D-7774-6618FD0CFD55}"/>
              </a:ext>
            </a:extLst>
          </p:cNvPr>
          <p:cNvSpPr/>
          <p:nvPr/>
        </p:nvSpPr>
        <p:spPr>
          <a:xfrm>
            <a:off x="3915894" y="4402184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415" name="椭圆 414">
            <a:extLst>
              <a:ext uri="{FF2B5EF4-FFF2-40B4-BE49-F238E27FC236}">
                <a16:creationId xmlns:a16="http://schemas.microsoft.com/office/drawing/2014/main" id="{8FE2E222-961E-35E1-7C68-3155BD2A57B2}"/>
              </a:ext>
            </a:extLst>
          </p:cNvPr>
          <p:cNvSpPr/>
          <p:nvPr/>
        </p:nvSpPr>
        <p:spPr>
          <a:xfrm>
            <a:off x="4788168" y="4402184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416" name="直接连接符 415">
            <a:extLst>
              <a:ext uri="{FF2B5EF4-FFF2-40B4-BE49-F238E27FC236}">
                <a16:creationId xmlns:a16="http://schemas.microsoft.com/office/drawing/2014/main" id="{3555CBA8-E75A-B871-8C6F-9418FCF9E70E}"/>
              </a:ext>
            </a:extLst>
          </p:cNvPr>
          <p:cNvCxnSpPr>
            <a:cxnSpLocks/>
            <a:endCxn id="415" idx="0"/>
          </p:cNvCxnSpPr>
          <p:nvPr/>
        </p:nvCxnSpPr>
        <p:spPr>
          <a:xfrm>
            <a:off x="4480703" y="4159304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92BDAE80-BFAA-D4F3-59D1-5176AB921100}"/>
              </a:ext>
            </a:extLst>
          </p:cNvPr>
          <p:cNvCxnSpPr>
            <a:cxnSpLocks/>
            <a:stCxn id="414" idx="0"/>
          </p:cNvCxnSpPr>
          <p:nvPr/>
        </p:nvCxnSpPr>
        <p:spPr>
          <a:xfrm flipV="1">
            <a:off x="4094090" y="4159304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直接连接符 417">
            <a:extLst>
              <a:ext uri="{FF2B5EF4-FFF2-40B4-BE49-F238E27FC236}">
                <a16:creationId xmlns:a16="http://schemas.microsoft.com/office/drawing/2014/main" id="{9E9A0C16-F777-F4A1-A1D3-194E2CF61F2C}"/>
              </a:ext>
            </a:extLst>
          </p:cNvPr>
          <p:cNvCxnSpPr>
            <a:cxnSpLocks/>
            <a:stCxn id="414" idx="4"/>
            <a:endCxn id="426" idx="0"/>
          </p:cNvCxnSpPr>
          <p:nvPr/>
        </p:nvCxnSpPr>
        <p:spPr>
          <a:xfrm>
            <a:off x="4094090" y="4758576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6D4328D1-13F4-1BC2-A177-958EF8F6CB0B}"/>
              </a:ext>
            </a:extLst>
          </p:cNvPr>
          <p:cNvCxnSpPr>
            <a:cxnSpLocks/>
            <a:stCxn id="414" idx="4"/>
            <a:endCxn id="423" idx="0"/>
          </p:cNvCxnSpPr>
          <p:nvPr/>
        </p:nvCxnSpPr>
        <p:spPr>
          <a:xfrm flipH="1">
            <a:off x="3834351" y="4758576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文本框 419">
            <a:extLst>
              <a:ext uri="{FF2B5EF4-FFF2-40B4-BE49-F238E27FC236}">
                <a16:creationId xmlns:a16="http://schemas.microsoft.com/office/drawing/2014/main" id="{1CC259F3-04AC-167F-1C45-B6A29FFBD400}"/>
              </a:ext>
            </a:extLst>
          </p:cNvPr>
          <p:cNvSpPr txBox="1"/>
          <p:nvPr/>
        </p:nvSpPr>
        <p:spPr>
          <a:xfrm>
            <a:off x="3949849" y="4426491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ECDD55C5-6C50-8C50-0568-CF2A31559297}"/>
              </a:ext>
            </a:extLst>
          </p:cNvPr>
          <p:cNvSpPr txBox="1"/>
          <p:nvPr/>
        </p:nvSpPr>
        <p:spPr>
          <a:xfrm>
            <a:off x="4827654" y="4422362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422" name="组合 421">
            <a:extLst>
              <a:ext uri="{FF2B5EF4-FFF2-40B4-BE49-F238E27FC236}">
                <a16:creationId xmlns:a16="http://schemas.microsoft.com/office/drawing/2014/main" id="{7281581D-9BFC-E4E9-6ACF-8A68B3134B6F}"/>
              </a:ext>
            </a:extLst>
          </p:cNvPr>
          <p:cNvGrpSpPr/>
          <p:nvPr/>
        </p:nvGrpSpPr>
        <p:grpSpPr>
          <a:xfrm>
            <a:off x="3656155" y="5102391"/>
            <a:ext cx="356392" cy="356392"/>
            <a:chOff x="4885871" y="2832091"/>
            <a:chExt cx="356392" cy="356392"/>
          </a:xfrm>
        </p:grpSpPr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1909EC2E-A15E-7988-B751-D76E0BE2F2DA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24" name="文本框 423">
              <a:extLst>
                <a:ext uri="{FF2B5EF4-FFF2-40B4-BE49-F238E27FC236}">
                  <a16:creationId xmlns:a16="http://schemas.microsoft.com/office/drawing/2014/main" id="{D1BE01F8-0082-7F33-902C-4E849299FFB6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425" name="组合 424">
            <a:extLst>
              <a:ext uri="{FF2B5EF4-FFF2-40B4-BE49-F238E27FC236}">
                <a16:creationId xmlns:a16="http://schemas.microsoft.com/office/drawing/2014/main" id="{45847E51-CD9B-951C-DDC4-4800D7EF997C}"/>
              </a:ext>
            </a:extLst>
          </p:cNvPr>
          <p:cNvGrpSpPr/>
          <p:nvPr/>
        </p:nvGrpSpPr>
        <p:grpSpPr>
          <a:xfrm>
            <a:off x="4141139" y="5102391"/>
            <a:ext cx="356392" cy="356392"/>
            <a:chOff x="5559105" y="2844436"/>
            <a:chExt cx="356392" cy="356392"/>
          </a:xfrm>
        </p:grpSpPr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4D6A1AAF-5B7A-DB91-DCFB-FBC7F3D444D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9EBE2F95-1FEE-9D49-2896-8F5EEC6AF46E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7543201A-66BB-4ECF-A5D3-38F5189D1178}"/>
              </a:ext>
            </a:extLst>
          </p:cNvPr>
          <p:cNvCxnSpPr>
            <a:cxnSpLocks/>
            <a:endCxn id="430" idx="0"/>
          </p:cNvCxnSpPr>
          <p:nvPr/>
        </p:nvCxnSpPr>
        <p:spPr>
          <a:xfrm flipH="1">
            <a:off x="4722776" y="4750317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683FA0E3-02F8-BA39-94C4-B4B6FD9120E9}"/>
              </a:ext>
            </a:extLst>
          </p:cNvPr>
          <p:cNvGrpSpPr/>
          <p:nvPr/>
        </p:nvGrpSpPr>
        <p:grpSpPr>
          <a:xfrm>
            <a:off x="4544580" y="5094132"/>
            <a:ext cx="356392" cy="356392"/>
            <a:chOff x="4885871" y="2832091"/>
            <a:chExt cx="356392" cy="356392"/>
          </a:xfrm>
        </p:grpSpPr>
        <p:sp>
          <p:nvSpPr>
            <p:cNvPr id="430" name="椭圆 429">
              <a:extLst>
                <a:ext uri="{FF2B5EF4-FFF2-40B4-BE49-F238E27FC236}">
                  <a16:creationId xmlns:a16="http://schemas.microsoft.com/office/drawing/2014/main" id="{F3DF9E0E-8C2C-C3BF-B240-406D49229A43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399F3C9D-B5C6-8F88-A47B-09A73ACB10A9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432" name="直接连接符 431">
            <a:extLst>
              <a:ext uri="{FF2B5EF4-FFF2-40B4-BE49-F238E27FC236}">
                <a16:creationId xmlns:a16="http://schemas.microsoft.com/office/drawing/2014/main" id="{16260324-667F-4391-B935-C02C3B9D08C6}"/>
              </a:ext>
            </a:extLst>
          </p:cNvPr>
          <p:cNvCxnSpPr>
            <a:cxnSpLocks/>
            <a:stCxn id="415" idx="4"/>
            <a:endCxn id="434" idx="0"/>
          </p:cNvCxnSpPr>
          <p:nvPr/>
        </p:nvCxnSpPr>
        <p:spPr>
          <a:xfrm>
            <a:off x="4966364" y="4758576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0011C9C5-B8D2-5586-6829-E433CCDBE72A}"/>
              </a:ext>
            </a:extLst>
          </p:cNvPr>
          <p:cNvGrpSpPr/>
          <p:nvPr/>
        </p:nvGrpSpPr>
        <p:grpSpPr>
          <a:xfrm>
            <a:off x="5056180" y="5090045"/>
            <a:ext cx="356392" cy="356392"/>
            <a:chOff x="4885871" y="2832091"/>
            <a:chExt cx="356392" cy="356392"/>
          </a:xfrm>
        </p:grpSpPr>
        <p:sp>
          <p:nvSpPr>
            <p:cNvPr id="434" name="椭圆 433">
              <a:extLst>
                <a:ext uri="{FF2B5EF4-FFF2-40B4-BE49-F238E27FC236}">
                  <a16:creationId xmlns:a16="http://schemas.microsoft.com/office/drawing/2014/main" id="{BAC845BD-04E6-4DD0-52F9-4F736F1EBA70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435" name="文本框 434">
              <a:extLst>
                <a:ext uri="{FF2B5EF4-FFF2-40B4-BE49-F238E27FC236}">
                  <a16:creationId xmlns:a16="http://schemas.microsoft.com/office/drawing/2014/main" id="{BA4C94CA-926E-291B-E805-FECB6D4C0395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C361299D-81A9-931B-3101-DDB76F337D57}"/>
              </a:ext>
            </a:extLst>
          </p:cNvPr>
          <p:cNvGrpSpPr/>
          <p:nvPr/>
        </p:nvGrpSpPr>
        <p:grpSpPr>
          <a:xfrm>
            <a:off x="4300657" y="3805263"/>
            <a:ext cx="356392" cy="356392"/>
            <a:chOff x="6290513" y="5228347"/>
            <a:chExt cx="356392" cy="356392"/>
          </a:xfrm>
        </p:grpSpPr>
        <p:sp>
          <p:nvSpPr>
            <p:cNvPr id="441" name="椭圆 440">
              <a:extLst>
                <a:ext uri="{FF2B5EF4-FFF2-40B4-BE49-F238E27FC236}">
                  <a16:creationId xmlns:a16="http://schemas.microsoft.com/office/drawing/2014/main" id="{ABAF4121-DEB0-1F8B-7703-CD450A804E7B}"/>
                </a:ext>
              </a:extLst>
            </p:cNvPr>
            <p:cNvSpPr/>
            <p:nvPr/>
          </p:nvSpPr>
          <p:spPr>
            <a:xfrm>
              <a:off x="6290513" y="5228347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42" name="文本框 441">
              <a:extLst>
                <a:ext uri="{FF2B5EF4-FFF2-40B4-BE49-F238E27FC236}">
                  <a16:creationId xmlns:a16="http://schemas.microsoft.com/office/drawing/2014/main" id="{5B868ECA-BA96-CEC7-CAE7-45C8D8DDAB24}"/>
                </a:ext>
              </a:extLst>
            </p:cNvPr>
            <p:cNvSpPr txBox="1"/>
            <p:nvPr/>
          </p:nvSpPr>
          <p:spPr>
            <a:xfrm>
              <a:off x="6329999" y="525265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sp>
        <p:nvSpPr>
          <p:cNvPr id="443" name="椭圆 442">
            <a:extLst>
              <a:ext uri="{FF2B5EF4-FFF2-40B4-BE49-F238E27FC236}">
                <a16:creationId xmlns:a16="http://schemas.microsoft.com/office/drawing/2014/main" id="{D50B1842-86D5-DB47-1019-BDEDB16474C2}"/>
              </a:ext>
            </a:extLst>
          </p:cNvPr>
          <p:cNvSpPr/>
          <p:nvPr/>
        </p:nvSpPr>
        <p:spPr>
          <a:xfrm>
            <a:off x="6415861" y="4373747"/>
            <a:ext cx="356392" cy="356392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444" name="椭圆 443">
            <a:extLst>
              <a:ext uri="{FF2B5EF4-FFF2-40B4-BE49-F238E27FC236}">
                <a16:creationId xmlns:a16="http://schemas.microsoft.com/office/drawing/2014/main" id="{68757B3C-E3C0-3DEF-DF6B-7B335C23558A}"/>
              </a:ext>
            </a:extLst>
          </p:cNvPr>
          <p:cNvSpPr/>
          <p:nvPr/>
        </p:nvSpPr>
        <p:spPr>
          <a:xfrm>
            <a:off x="7288135" y="4373747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445" name="直接连接符 444">
            <a:extLst>
              <a:ext uri="{FF2B5EF4-FFF2-40B4-BE49-F238E27FC236}">
                <a16:creationId xmlns:a16="http://schemas.microsoft.com/office/drawing/2014/main" id="{43D3711E-7080-7B1F-CED9-73F4FEAEA6E9}"/>
              </a:ext>
            </a:extLst>
          </p:cNvPr>
          <p:cNvCxnSpPr>
            <a:cxnSpLocks/>
            <a:endCxn id="444" idx="0"/>
          </p:cNvCxnSpPr>
          <p:nvPr/>
        </p:nvCxnSpPr>
        <p:spPr>
          <a:xfrm>
            <a:off x="6980670" y="413086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直接连接符 445">
            <a:extLst>
              <a:ext uri="{FF2B5EF4-FFF2-40B4-BE49-F238E27FC236}">
                <a16:creationId xmlns:a16="http://schemas.microsoft.com/office/drawing/2014/main" id="{B5BE77D3-0B4B-C154-A899-97BC3C06F2E9}"/>
              </a:ext>
            </a:extLst>
          </p:cNvPr>
          <p:cNvCxnSpPr>
            <a:cxnSpLocks/>
            <a:stCxn id="443" idx="0"/>
          </p:cNvCxnSpPr>
          <p:nvPr/>
        </p:nvCxnSpPr>
        <p:spPr>
          <a:xfrm flipV="1">
            <a:off x="6594057" y="413086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直接连接符 446">
            <a:extLst>
              <a:ext uri="{FF2B5EF4-FFF2-40B4-BE49-F238E27FC236}">
                <a16:creationId xmlns:a16="http://schemas.microsoft.com/office/drawing/2014/main" id="{8D318FFB-8CA8-8CFC-BB70-6BC805090371}"/>
              </a:ext>
            </a:extLst>
          </p:cNvPr>
          <p:cNvCxnSpPr>
            <a:cxnSpLocks/>
            <a:stCxn id="443" idx="4"/>
            <a:endCxn id="455" idx="0"/>
          </p:cNvCxnSpPr>
          <p:nvPr/>
        </p:nvCxnSpPr>
        <p:spPr>
          <a:xfrm>
            <a:off x="6594057" y="473013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直接连接符 447">
            <a:extLst>
              <a:ext uri="{FF2B5EF4-FFF2-40B4-BE49-F238E27FC236}">
                <a16:creationId xmlns:a16="http://schemas.microsoft.com/office/drawing/2014/main" id="{AE3E67E3-A1A6-70ED-6D68-678A3B0EF511}"/>
              </a:ext>
            </a:extLst>
          </p:cNvPr>
          <p:cNvCxnSpPr>
            <a:cxnSpLocks/>
            <a:stCxn id="443" idx="4"/>
            <a:endCxn id="452" idx="0"/>
          </p:cNvCxnSpPr>
          <p:nvPr/>
        </p:nvCxnSpPr>
        <p:spPr>
          <a:xfrm flipH="1">
            <a:off x="6334318" y="473013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文本框 448">
            <a:extLst>
              <a:ext uri="{FF2B5EF4-FFF2-40B4-BE49-F238E27FC236}">
                <a16:creationId xmlns:a16="http://schemas.microsoft.com/office/drawing/2014/main" id="{39153C41-C564-D9B4-DDE1-FAB6FF84BD9F}"/>
              </a:ext>
            </a:extLst>
          </p:cNvPr>
          <p:cNvSpPr txBox="1"/>
          <p:nvPr/>
        </p:nvSpPr>
        <p:spPr>
          <a:xfrm>
            <a:off x="6449816" y="439805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8</a:t>
            </a:r>
            <a:endParaRPr lang="zh-CN" altLang="en-US" sz="1400" b="1" dirty="0"/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CB149CCD-99C7-BD56-699B-DF615486FDFB}"/>
              </a:ext>
            </a:extLst>
          </p:cNvPr>
          <p:cNvSpPr txBox="1"/>
          <p:nvPr/>
        </p:nvSpPr>
        <p:spPr>
          <a:xfrm>
            <a:off x="7327621" y="439392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451" name="组合 450">
            <a:extLst>
              <a:ext uri="{FF2B5EF4-FFF2-40B4-BE49-F238E27FC236}">
                <a16:creationId xmlns:a16="http://schemas.microsoft.com/office/drawing/2014/main" id="{9CDC3112-F91D-F4D8-7843-AF2B68D9F887}"/>
              </a:ext>
            </a:extLst>
          </p:cNvPr>
          <p:cNvGrpSpPr/>
          <p:nvPr/>
        </p:nvGrpSpPr>
        <p:grpSpPr>
          <a:xfrm>
            <a:off x="6156122" y="5073954"/>
            <a:ext cx="356392" cy="356392"/>
            <a:chOff x="4885871" y="2832091"/>
            <a:chExt cx="356392" cy="356392"/>
          </a:xfrm>
        </p:grpSpPr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361EF0B2-0007-1A09-3029-5D96E2DF5785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53" name="文本框 452">
              <a:extLst>
                <a:ext uri="{FF2B5EF4-FFF2-40B4-BE49-F238E27FC236}">
                  <a16:creationId xmlns:a16="http://schemas.microsoft.com/office/drawing/2014/main" id="{31F44802-4551-F16C-33DA-4E99D94652FE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8ACDC61A-9D86-0D97-863C-16400C0CD75B}"/>
              </a:ext>
            </a:extLst>
          </p:cNvPr>
          <p:cNvGrpSpPr/>
          <p:nvPr/>
        </p:nvGrpSpPr>
        <p:grpSpPr>
          <a:xfrm>
            <a:off x="6641106" y="5073954"/>
            <a:ext cx="356392" cy="356392"/>
            <a:chOff x="5559105" y="2844436"/>
            <a:chExt cx="356392" cy="356392"/>
          </a:xfrm>
        </p:grpSpPr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087DF0CB-AE8F-6E67-8425-944A2332079D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56" name="文本框 455">
              <a:extLst>
                <a:ext uri="{FF2B5EF4-FFF2-40B4-BE49-F238E27FC236}">
                  <a16:creationId xmlns:a16="http://schemas.microsoft.com/office/drawing/2014/main" id="{9B0E50A3-175D-9DB5-ED35-5BD740B848A9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457" name="直接连接符 456">
            <a:extLst>
              <a:ext uri="{FF2B5EF4-FFF2-40B4-BE49-F238E27FC236}">
                <a16:creationId xmlns:a16="http://schemas.microsoft.com/office/drawing/2014/main" id="{DCF3B9EB-2F1A-23E9-CAC7-553F6921D0A9}"/>
              </a:ext>
            </a:extLst>
          </p:cNvPr>
          <p:cNvCxnSpPr>
            <a:cxnSpLocks/>
            <a:endCxn id="459" idx="0"/>
          </p:cNvCxnSpPr>
          <p:nvPr/>
        </p:nvCxnSpPr>
        <p:spPr>
          <a:xfrm flipH="1">
            <a:off x="7222743" y="472188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8" name="组合 457">
            <a:extLst>
              <a:ext uri="{FF2B5EF4-FFF2-40B4-BE49-F238E27FC236}">
                <a16:creationId xmlns:a16="http://schemas.microsoft.com/office/drawing/2014/main" id="{5C2316AE-3F58-6739-6CD6-39DB1BCA43C7}"/>
              </a:ext>
            </a:extLst>
          </p:cNvPr>
          <p:cNvGrpSpPr/>
          <p:nvPr/>
        </p:nvGrpSpPr>
        <p:grpSpPr>
          <a:xfrm>
            <a:off x="7044547" y="5065695"/>
            <a:ext cx="356392" cy="356392"/>
            <a:chOff x="4885871" y="2832091"/>
            <a:chExt cx="356392" cy="356392"/>
          </a:xfrm>
        </p:grpSpPr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B21845FA-7B7D-E3B7-268B-6053E19E2A2A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60" name="文本框 459">
              <a:extLst>
                <a:ext uri="{FF2B5EF4-FFF2-40B4-BE49-F238E27FC236}">
                  <a16:creationId xmlns:a16="http://schemas.microsoft.com/office/drawing/2014/main" id="{567FA9DB-7D4B-9F35-A0F6-2CD06C62BF08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461" name="直接连接符 460">
            <a:extLst>
              <a:ext uri="{FF2B5EF4-FFF2-40B4-BE49-F238E27FC236}">
                <a16:creationId xmlns:a16="http://schemas.microsoft.com/office/drawing/2014/main" id="{8D2B90A5-0543-5D95-4A6C-C25EF9F2C07D}"/>
              </a:ext>
            </a:extLst>
          </p:cNvPr>
          <p:cNvCxnSpPr>
            <a:cxnSpLocks/>
            <a:stCxn id="444" idx="4"/>
            <a:endCxn id="463" idx="0"/>
          </p:cNvCxnSpPr>
          <p:nvPr/>
        </p:nvCxnSpPr>
        <p:spPr>
          <a:xfrm>
            <a:off x="7466331" y="4730139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8DAE4EBE-6F2A-C431-2B89-7E436D7AB9A6}"/>
              </a:ext>
            </a:extLst>
          </p:cNvPr>
          <p:cNvGrpSpPr/>
          <p:nvPr/>
        </p:nvGrpSpPr>
        <p:grpSpPr>
          <a:xfrm>
            <a:off x="7556147" y="5061608"/>
            <a:ext cx="356392" cy="356392"/>
            <a:chOff x="4885871" y="2832091"/>
            <a:chExt cx="356392" cy="356392"/>
          </a:xfrm>
        </p:grpSpPr>
        <p:sp>
          <p:nvSpPr>
            <p:cNvPr id="463" name="椭圆 462">
              <a:extLst>
                <a:ext uri="{FF2B5EF4-FFF2-40B4-BE49-F238E27FC236}">
                  <a16:creationId xmlns:a16="http://schemas.microsoft.com/office/drawing/2014/main" id="{87208271-2AF8-49F7-E9B2-9435D1A365AD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464" name="文本框 463">
              <a:extLst>
                <a:ext uri="{FF2B5EF4-FFF2-40B4-BE49-F238E27FC236}">
                  <a16:creationId xmlns:a16="http://schemas.microsoft.com/office/drawing/2014/main" id="{B461ED09-8514-8637-C95F-82ACA1C09E7D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grpSp>
        <p:nvGrpSpPr>
          <p:cNvPr id="465" name="组合 464">
            <a:extLst>
              <a:ext uri="{FF2B5EF4-FFF2-40B4-BE49-F238E27FC236}">
                <a16:creationId xmlns:a16="http://schemas.microsoft.com/office/drawing/2014/main" id="{2ECB54AE-3E15-5B11-64E2-3C11ED2A679C}"/>
              </a:ext>
            </a:extLst>
          </p:cNvPr>
          <p:cNvGrpSpPr/>
          <p:nvPr/>
        </p:nvGrpSpPr>
        <p:grpSpPr>
          <a:xfrm>
            <a:off x="6800624" y="3776826"/>
            <a:ext cx="356392" cy="356392"/>
            <a:chOff x="6290513" y="5228347"/>
            <a:chExt cx="356392" cy="356392"/>
          </a:xfrm>
        </p:grpSpPr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EF0B0ECA-CEEA-5434-1DC5-F346EA21B74F}"/>
                </a:ext>
              </a:extLst>
            </p:cNvPr>
            <p:cNvSpPr/>
            <p:nvPr/>
          </p:nvSpPr>
          <p:spPr>
            <a:xfrm>
              <a:off x="6290513" y="5228347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67" name="文本框 466">
              <a:extLst>
                <a:ext uri="{FF2B5EF4-FFF2-40B4-BE49-F238E27FC236}">
                  <a16:creationId xmlns:a16="http://schemas.microsoft.com/office/drawing/2014/main" id="{4799332D-11AC-864C-CDEE-D591BC85E3E8}"/>
                </a:ext>
              </a:extLst>
            </p:cNvPr>
            <p:cNvSpPr txBox="1"/>
            <p:nvPr/>
          </p:nvSpPr>
          <p:spPr>
            <a:xfrm>
              <a:off x="6329999" y="525265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sp>
        <p:nvSpPr>
          <p:cNvPr id="468" name="椭圆 467">
            <a:extLst>
              <a:ext uri="{FF2B5EF4-FFF2-40B4-BE49-F238E27FC236}">
                <a16:creationId xmlns:a16="http://schemas.microsoft.com/office/drawing/2014/main" id="{FFDC197F-3FAC-E930-C7E0-AB4659DCAAF3}"/>
              </a:ext>
            </a:extLst>
          </p:cNvPr>
          <p:cNvSpPr/>
          <p:nvPr/>
        </p:nvSpPr>
        <p:spPr>
          <a:xfrm>
            <a:off x="9194498" y="434531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469" name="椭圆 468">
            <a:extLst>
              <a:ext uri="{FF2B5EF4-FFF2-40B4-BE49-F238E27FC236}">
                <a16:creationId xmlns:a16="http://schemas.microsoft.com/office/drawing/2014/main" id="{69D4F920-748A-FD41-55B1-D48D3D6D451F}"/>
              </a:ext>
            </a:extLst>
          </p:cNvPr>
          <p:cNvSpPr/>
          <p:nvPr/>
        </p:nvSpPr>
        <p:spPr>
          <a:xfrm>
            <a:off x="10066772" y="4345310"/>
            <a:ext cx="356392" cy="356392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470" name="直接连接符 469">
            <a:extLst>
              <a:ext uri="{FF2B5EF4-FFF2-40B4-BE49-F238E27FC236}">
                <a16:creationId xmlns:a16="http://schemas.microsoft.com/office/drawing/2014/main" id="{E7F31F93-CA3F-84BF-F752-60D2F2E3E04C}"/>
              </a:ext>
            </a:extLst>
          </p:cNvPr>
          <p:cNvCxnSpPr>
            <a:cxnSpLocks/>
            <a:endCxn id="469" idx="0"/>
          </p:cNvCxnSpPr>
          <p:nvPr/>
        </p:nvCxnSpPr>
        <p:spPr>
          <a:xfrm>
            <a:off x="9759307" y="4102430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直接连接符 470">
            <a:extLst>
              <a:ext uri="{FF2B5EF4-FFF2-40B4-BE49-F238E27FC236}">
                <a16:creationId xmlns:a16="http://schemas.microsoft.com/office/drawing/2014/main" id="{58946C1C-8354-9189-B4A7-7F6DFCB83D50}"/>
              </a:ext>
            </a:extLst>
          </p:cNvPr>
          <p:cNvCxnSpPr>
            <a:cxnSpLocks/>
            <a:stCxn id="468" idx="0"/>
          </p:cNvCxnSpPr>
          <p:nvPr/>
        </p:nvCxnSpPr>
        <p:spPr>
          <a:xfrm flipV="1">
            <a:off x="9372694" y="4102430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直接连接符 471">
            <a:extLst>
              <a:ext uri="{FF2B5EF4-FFF2-40B4-BE49-F238E27FC236}">
                <a16:creationId xmlns:a16="http://schemas.microsoft.com/office/drawing/2014/main" id="{C14FD056-26C8-0B48-7482-3402D170ABC1}"/>
              </a:ext>
            </a:extLst>
          </p:cNvPr>
          <p:cNvCxnSpPr>
            <a:cxnSpLocks/>
            <a:stCxn id="468" idx="4"/>
            <a:endCxn id="480" idx="0"/>
          </p:cNvCxnSpPr>
          <p:nvPr/>
        </p:nvCxnSpPr>
        <p:spPr>
          <a:xfrm>
            <a:off x="9372694" y="4701702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直接连接符 472">
            <a:extLst>
              <a:ext uri="{FF2B5EF4-FFF2-40B4-BE49-F238E27FC236}">
                <a16:creationId xmlns:a16="http://schemas.microsoft.com/office/drawing/2014/main" id="{A0692518-959D-F152-9A7E-C6A8B6B35ABD}"/>
              </a:ext>
            </a:extLst>
          </p:cNvPr>
          <p:cNvCxnSpPr>
            <a:cxnSpLocks/>
            <a:stCxn id="468" idx="4"/>
            <a:endCxn id="477" idx="0"/>
          </p:cNvCxnSpPr>
          <p:nvPr/>
        </p:nvCxnSpPr>
        <p:spPr>
          <a:xfrm flipH="1">
            <a:off x="9112955" y="4701702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文本框 473">
            <a:extLst>
              <a:ext uri="{FF2B5EF4-FFF2-40B4-BE49-F238E27FC236}">
                <a16:creationId xmlns:a16="http://schemas.microsoft.com/office/drawing/2014/main" id="{08B42307-41A7-C566-DC27-77D5D3078496}"/>
              </a:ext>
            </a:extLst>
          </p:cNvPr>
          <p:cNvSpPr txBox="1"/>
          <p:nvPr/>
        </p:nvSpPr>
        <p:spPr>
          <a:xfrm>
            <a:off x="9228453" y="436961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A30AEC31-B82C-B27C-252D-A75663203F69}"/>
              </a:ext>
            </a:extLst>
          </p:cNvPr>
          <p:cNvSpPr txBox="1"/>
          <p:nvPr/>
        </p:nvSpPr>
        <p:spPr>
          <a:xfrm>
            <a:off x="10106258" y="4365488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5</a:t>
            </a:r>
            <a:endParaRPr lang="zh-CN" altLang="en-US" sz="1400" b="1" dirty="0"/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C0589479-0C2D-E6C9-9D8F-92EBE8A36140}"/>
              </a:ext>
            </a:extLst>
          </p:cNvPr>
          <p:cNvGrpSpPr/>
          <p:nvPr/>
        </p:nvGrpSpPr>
        <p:grpSpPr>
          <a:xfrm>
            <a:off x="8934759" y="5045517"/>
            <a:ext cx="356392" cy="356392"/>
            <a:chOff x="4885871" y="2832091"/>
            <a:chExt cx="356392" cy="356392"/>
          </a:xfrm>
        </p:grpSpPr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7EF38D0B-2141-C4F6-255D-8DB0D4E053C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78" name="文本框 477">
              <a:extLst>
                <a:ext uri="{FF2B5EF4-FFF2-40B4-BE49-F238E27FC236}">
                  <a16:creationId xmlns:a16="http://schemas.microsoft.com/office/drawing/2014/main" id="{B4583D24-591F-F116-E113-87877D4DD06E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grpSp>
        <p:nvGrpSpPr>
          <p:cNvPr id="479" name="组合 478">
            <a:extLst>
              <a:ext uri="{FF2B5EF4-FFF2-40B4-BE49-F238E27FC236}">
                <a16:creationId xmlns:a16="http://schemas.microsoft.com/office/drawing/2014/main" id="{9ABEE368-F9F4-E2DE-157E-F3C66253E357}"/>
              </a:ext>
            </a:extLst>
          </p:cNvPr>
          <p:cNvGrpSpPr/>
          <p:nvPr/>
        </p:nvGrpSpPr>
        <p:grpSpPr>
          <a:xfrm>
            <a:off x="9419743" y="5045517"/>
            <a:ext cx="356392" cy="356392"/>
            <a:chOff x="5559105" y="2844436"/>
            <a:chExt cx="356392" cy="356392"/>
          </a:xfrm>
        </p:grpSpPr>
        <p:sp>
          <p:nvSpPr>
            <p:cNvPr id="480" name="椭圆 479">
              <a:extLst>
                <a:ext uri="{FF2B5EF4-FFF2-40B4-BE49-F238E27FC236}">
                  <a16:creationId xmlns:a16="http://schemas.microsoft.com/office/drawing/2014/main" id="{CB0AF8CB-2469-6B75-0EAD-A8264FA6066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81" name="文本框 480">
              <a:extLst>
                <a:ext uri="{FF2B5EF4-FFF2-40B4-BE49-F238E27FC236}">
                  <a16:creationId xmlns:a16="http://schemas.microsoft.com/office/drawing/2014/main" id="{7FD89D6F-ACA5-A6BF-B0D2-818270DB2F1B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7</a:t>
              </a:r>
              <a:endParaRPr lang="zh-CN" altLang="en-US" sz="1400" b="1" dirty="0"/>
            </a:p>
          </p:txBody>
        </p:sp>
      </p:grpSp>
      <p:cxnSp>
        <p:nvCxnSpPr>
          <p:cNvPr id="482" name="直接连接符 481">
            <a:extLst>
              <a:ext uri="{FF2B5EF4-FFF2-40B4-BE49-F238E27FC236}">
                <a16:creationId xmlns:a16="http://schemas.microsoft.com/office/drawing/2014/main" id="{166AE91D-17AD-0763-69DE-51FA3EABD702}"/>
              </a:ext>
            </a:extLst>
          </p:cNvPr>
          <p:cNvCxnSpPr>
            <a:cxnSpLocks/>
            <a:endCxn id="484" idx="0"/>
          </p:cNvCxnSpPr>
          <p:nvPr/>
        </p:nvCxnSpPr>
        <p:spPr>
          <a:xfrm flipH="1">
            <a:off x="10001380" y="4693443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F2687F74-7F2F-4FAC-9A13-42F42FC65A39}"/>
              </a:ext>
            </a:extLst>
          </p:cNvPr>
          <p:cNvGrpSpPr/>
          <p:nvPr/>
        </p:nvGrpSpPr>
        <p:grpSpPr>
          <a:xfrm>
            <a:off x="9823184" y="5037258"/>
            <a:ext cx="356392" cy="356392"/>
            <a:chOff x="4885871" y="2832091"/>
            <a:chExt cx="356392" cy="356392"/>
          </a:xfrm>
        </p:grpSpPr>
        <p:sp>
          <p:nvSpPr>
            <p:cNvPr id="484" name="椭圆 483">
              <a:extLst>
                <a:ext uri="{FF2B5EF4-FFF2-40B4-BE49-F238E27FC236}">
                  <a16:creationId xmlns:a16="http://schemas.microsoft.com/office/drawing/2014/main" id="{1FC7EE6B-CE36-FF63-F934-9087B0F23870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85" name="文本框 484">
              <a:extLst>
                <a:ext uri="{FF2B5EF4-FFF2-40B4-BE49-F238E27FC236}">
                  <a16:creationId xmlns:a16="http://schemas.microsoft.com/office/drawing/2014/main" id="{C0C74C96-B12F-0B3F-0EDF-47221C16D5F9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8</a:t>
              </a:r>
              <a:endParaRPr lang="zh-CN" altLang="en-US" sz="1400" b="1" dirty="0"/>
            </a:p>
          </p:txBody>
        </p:sp>
      </p:grp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7EBA76F4-F6AD-F2AA-659B-0CAEDE144386}"/>
              </a:ext>
            </a:extLst>
          </p:cNvPr>
          <p:cNvCxnSpPr>
            <a:cxnSpLocks/>
            <a:stCxn id="469" idx="4"/>
            <a:endCxn id="488" idx="0"/>
          </p:cNvCxnSpPr>
          <p:nvPr/>
        </p:nvCxnSpPr>
        <p:spPr>
          <a:xfrm>
            <a:off x="10244968" y="4701702"/>
            <a:ext cx="268012" cy="331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7" name="组合 486">
            <a:extLst>
              <a:ext uri="{FF2B5EF4-FFF2-40B4-BE49-F238E27FC236}">
                <a16:creationId xmlns:a16="http://schemas.microsoft.com/office/drawing/2014/main" id="{EE68CB30-4AFC-E701-0AF9-D663D90AA2A8}"/>
              </a:ext>
            </a:extLst>
          </p:cNvPr>
          <p:cNvGrpSpPr/>
          <p:nvPr/>
        </p:nvGrpSpPr>
        <p:grpSpPr>
          <a:xfrm>
            <a:off x="10334784" y="5033171"/>
            <a:ext cx="356392" cy="356392"/>
            <a:chOff x="4885871" y="2832091"/>
            <a:chExt cx="356392" cy="356392"/>
          </a:xfrm>
        </p:grpSpPr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42CF30E8-646F-2FA3-3390-129674B12F90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172C51"/>
                </a:solidFill>
              </a:endParaRPr>
            </a:p>
          </p:txBody>
        </p:sp>
        <p:sp>
          <p:nvSpPr>
            <p:cNvPr id="489" name="文本框 488">
              <a:extLst>
                <a:ext uri="{FF2B5EF4-FFF2-40B4-BE49-F238E27FC236}">
                  <a16:creationId xmlns:a16="http://schemas.microsoft.com/office/drawing/2014/main" id="{013B8F98-0664-FF07-66FC-4ED366FB4BF8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2DD61393-2784-E255-0431-3737D0A742D3}"/>
              </a:ext>
            </a:extLst>
          </p:cNvPr>
          <p:cNvGrpSpPr/>
          <p:nvPr/>
        </p:nvGrpSpPr>
        <p:grpSpPr>
          <a:xfrm>
            <a:off x="9579261" y="3748389"/>
            <a:ext cx="356392" cy="356392"/>
            <a:chOff x="6290513" y="5228347"/>
            <a:chExt cx="356392" cy="356392"/>
          </a:xfrm>
        </p:grpSpPr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0B4A16A6-F1E8-2CB7-5798-4FC1C88F1F6C}"/>
                </a:ext>
              </a:extLst>
            </p:cNvPr>
            <p:cNvSpPr/>
            <p:nvPr/>
          </p:nvSpPr>
          <p:spPr>
            <a:xfrm>
              <a:off x="6290513" y="5228347"/>
              <a:ext cx="356392" cy="3563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92" name="文本框 491">
              <a:extLst>
                <a:ext uri="{FF2B5EF4-FFF2-40B4-BE49-F238E27FC236}">
                  <a16:creationId xmlns:a16="http://schemas.microsoft.com/office/drawing/2014/main" id="{71371AFB-097E-4CCC-A6B0-9235DC8ABEBA}"/>
                </a:ext>
              </a:extLst>
            </p:cNvPr>
            <p:cNvSpPr txBox="1"/>
            <p:nvPr/>
          </p:nvSpPr>
          <p:spPr>
            <a:xfrm>
              <a:off x="6329999" y="5252654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cxnSp>
        <p:nvCxnSpPr>
          <p:cNvPr id="493" name="连接符: 曲线 492">
            <a:extLst>
              <a:ext uri="{FF2B5EF4-FFF2-40B4-BE49-F238E27FC236}">
                <a16:creationId xmlns:a16="http://schemas.microsoft.com/office/drawing/2014/main" id="{FA10B838-F6B2-CDA6-218C-0A81918ACAD5}"/>
              </a:ext>
            </a:extLst>
          </p:cNvPr>
          <p:cNvCxnSpPr>
            <a:cxnSpLocks/>
            <a:stCxn id="408" idx="6"/>
            <a:endCxn id="441" idx="2"/>
          </p:cNvCxnSpPr>
          <p:nvPr/>
        </p:nvCxnSpPr>
        <p:spPr>
          <a:xfrm flipV="1">
            <a:off x="1265811" y="3983459"/>
            <a:ext cx="3034846" cy="199733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连接符: 曲线 495">
            <a:extLst>
              <a:ext uri="{FF2B5EF4-FFF2-40B4-BE49-F238E27FC236}">
                <a16:creationId xmlns:a16="http://schemas.microsoft.com/office/drawing/2014/main" id="{A2C7D6C7-7146-163C-F2B7-B16235BD74FA}"/>
              </a:ext>
            </a:extLst>
          </p:cNvPr>
          <p:cNvCxnSpPr>
            <a:cxnSpLocks/>
            <a:stCxn id="441" idx="6"/>
            <a:endCxn id="443" idx="2"/>
          </p:cNvCxnSpPr>
          <p:nvPr/>
        </p:nvCxnSpPr>
        <p:spPr>
          <a:xfrm>
            <a:off x="4657049" y="3983459"/>
            <a:ext cx="1758812" cy="56848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连接符: 曲线 498">
            <a:extLst>
              <a:ext uri="{FF2B5EF4-FFF2-40B4-BE49-F238E27FC236}">
                <a16:creationId xmlns:a16="http://schemas.microsoft.com/office/drawing/2014/main" id="{CB09D061-DE4E-305A-CF7D-99D331B85AB9}"/>
              </a:ext>
            </a:extLst>
          </p:cNvPr>
          <p:cNvCxnSpPr>
            <a:cxnSpLocks/>
            <a:stCxn id="443" idx="6"/>
            <a:endCxn id="477" idx="2"/>
          </p:cNvCxnSpPr>
          <p:nvPr/>
        </p:nvCxnSpPr>
        <p:spPr>
          <a:xfrm>
            <a:off x="6772253" y="4551943"/>
            <a:ext cx="2162506" cy="67177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连接符: 曲线 501">
            <a:extLst>
              <a:ext uri="{FF2B5EF4-FFF2-40B4-BE49-F238E27FC236}">
                <a16:creationId xmlns:a16="http://schemas.microsoft.com/office/drawing/2014/main" id="{2C572979-3C21-D647-3C16-C89779B07E17}"/>
              </a:ext>
            </a:extLst>
          </p:cNvPr>
          <p:cNvCxnSpPr>
            <a:cxnSpLocks/>
            <a:stCxn id="7" idx="3"/>
            <a:endCxn id="347" idx="0"/>
          </p:cNvCxnSpPr>
          <p:nvPr/>
        </p:nvCxnSpPr>
        <p:spPr>
          <a:xfrm>
            <a:off x="1629297" y="407876"/>
            <a:ext cx="352955" cy="256451"/>
          </a:xfrm>
          <a:prstGeom prst="curvedConnector2">
            <a:avLst/>
          </a:prstGeom>
          <a:ln w="127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连接符: 曲线 504">
            <a:extLst>
              <a:ext uri="{FF2B5EF4-FFF2-40B4-BE49-F238E27FC236}">
                <a16:creationId xmlns:a16="http://schemas.microsoft.com/office/drawing/2014/main" id="{C4C264C2-ABB4-29BC-25D1-06023AE7891D}"/>
              </a:ext>
            </a:extLst>
          </p:cNvPr>
          <p:cNvCxnSpPr>
            <a:cxnSpLocks/>
            <a:stCxn id="413" idx="3"/>
            <a:endCxn id="412" idx="0"/>
          </p:cNvCxnSpPr>
          <p:nvPr/>
        </p:nvCxnSpPr>
        <p:spPr>
          <a:xfrm>
            <a:off x="1692392" y="3604797"/>
            <a:ext cx="299464" cy="224773"/>
          </a:xfrm>
          <a:prstGeom prst="curvedConnector2">
            <a:avLst/>
          </a:prstGeom>
          <a:ln w="127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918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DBE93-265C-BC60-0042-13475EF3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9875B90-0BB6-26D2-756E-A63697003B77}"/>
                  </a:ext>
                </a:extLst>
              </p:cNvPr>
              <p:cNvSpPr txBox="1"/>
              <p:nvPr/>
            </p:nvSpPr>
            <p:spPr>
              <a:xfrm>
                <a:off x="8075807" y="2892973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,4,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,5,6]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9875B90-0BB6-26D2-756E-A63697003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807" y="2892973"/>
                <a:ext cx="1622226" cy="400110"/>
              </a:xfrm>
              <a:prstGeom prst="rect">
                <a:avLst/>
              </a:prstGeom>
              <a:blipFill>
                <a:blip r:embed="rId2"/>
                <a:stretch>
                  <a:fillRect l="-1880" r="-6654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644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2E92-3B19-898C-4A8A-D90E26FD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3D0AE51-798D-D713-44B5-69AF6EA33C41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F04F4DF-D262-1638-19BA-EFB87F9917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B75B09-2E4B-8E74-A674-81E48FBFE65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B75B09-2E4B-8E74-A674-81E48FBFE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D025702-BFD6-C23E-79C1-F0B1D89D06F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D2CD5F8-86DD-A8A5-055B-304839A3FED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A09BCA3-B993-CDEC-4A18-F789AE8A14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A09BCA3-B993-CDEC-4A18-F789AE8A1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2246FB-5A36-FB5A-1D14-AFB9C8E9E1A7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F3EFE4-2136-FF6B-AF81-BB0C79BBDF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77A0CD-0930-67D7-0B62-2577DC7A8AE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77A0CD-0930-67D7-0B62-2577DC7A8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11DA214-1BD0-8AAC-3A0A-7D9E5041170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5EE3CB2-7FDC-FCE3-5B46-B686F2FC37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A37AEA-93E4-8AEB-53AB-FCB994ACA50F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A37AEA-93E4-8AEB-53AB-FCB994ACA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DCB0AD3-CE2D-FFBF-D9D1-D7ACDC96A8B1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9A5965-B17F-DB16-DA13-16DA35FF82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036795-3CF6-F5C5-E7C1-A2BCA84504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036795-3CF6-F5C5-E7C1-A2BCA8450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87F30CB-87FE-129D-E3C1-3C319B6D10D1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FA37970-FD9D-1BF9-59C1-20D553CCDE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A7C79C-BF28-9B0E-9CFB-FA1C22DCAE8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A7C79C-BF28-9B0E-9CFB-FA1C22DCA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992541-2AD9-F166-C0A5-5E273000F0C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C573AEA-EB4B-8F2B-6651-62CCDFC05C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F401D2F-6D13-9E94-C32D-7939476A96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F401D2F-6D13-9E94-C32D-7939476A9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85A1D33-4042-3152-7D48-68208A1E843B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EA8FA33-0408-B012-C984-7C8FC7703B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7EA7CB5-0DAA-29CE-C44D-285FE238EF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7EA7CB5-0DAA-29CE-C44D-285FE238E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E57A6D4-2FE9-3E96-2DA5-CA54FAE5F521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6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F846-C4CF-6154-AA67-C920CBDC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CDE6E2A-BEAC-30D2-DF19-C6CDB8D9C36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31A6ED0-ED91-4941-895B-DD2C4A0C8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CA0392-09BD-5C6F-411A-516AA3CF2DB7}"/>
              </a:ext>
            </a:extLst>
          </p:cNvPr>
          <p:cNvGrpSpPr/>
          <p:nvPr/>
        </p:nvGrpSpPr>
        <p:grpSpPr>
          <a:xfrm>
            <a:off x="67521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3D8E130-6FAB-B092-5C01-47AE27CC71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8BEC20-6751-3914-A6C1-BF7621BC67D1}"/>
              </a:ext>
            </a:extLst>
          </p:cNvPr>
          <p:cNvGrpSpPr/>
          <p:nvPr/>
        </p:nvGrpSpPr>
        <p:grpSpPr>
          <a:xfrm>
            <a:off x="73152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985F610-F7FF-332A-1ACD-B974EEF279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653E26F-359A-869B-13B9-407F6DF428A3}"/>
              </a:ext>
            </a:extLst>
          </p:cNvPr>
          <p:cNvGrpSpPr/>
          <p:nvPr/>
        </p:nvGrpSpPr>
        <p:grpSpPr>
          <a:xfrm>
            <a:off x="78613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9A0857-56C2-2C68-4746-914668B165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80886D-8771-0C25-AF15-82094C2CE702}"/>
              </a:ext>
            </a:extLst>
          </p:cNvPr>
          <p:cNvGrpSpPr/>
          <p:nvPr/>
        </p:nvGrpSpPr>
        <p:grpSpPr>
          <a:xfrm>
            <a:off x="84412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6AFC9D-329D-B248-6293-AF3166EBD73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F73B8A1-98C6-105F-97AB-9B79A20D3846}"/>
              </a:ext>
            </a:extLst>
          </p:cNvPr>
          <p:cNvGrpSpPr/>
          <p:nvPr/>
        </p:nvGrpSpPr>
        <p:grpSpPr>
          <a:xfrm>
            <a:off x="89662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CDFF56D-1732-F2AD-FCCE-4DF4F8F2B1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07BD0D-F881-CC06-1633-A8F07C2EDA6D}"/>
              </a:ext>
            </a:extLst>
          </p:cNvPr>
          <p:cNvGrpSpPr/>
          <p:nvPr/>
        </p:nvGrpSpPr>
        <p:grpSpPr>
          <a:xfrm>
            <a:off x="95673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AF05FD5-FAAD-B8A3-362F-15AD06627B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408E03C-B00F-2870-2CE1-8C6F3CE7822F}"/>
              </a:ext>
            </a:extLst>
          </p:cNvPr>
          <p:cNvGrpSpPr/>
          <p:nvPr/>
        </p:nvGrpSpPr>
        <p:grpSpPr>
          <a:xfrm>
            <a:off x="101303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97E68D5-5A62-F40C-3FE6-144223BD08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0F69AFC-E091-E5AA-E805-57142D7DE5E3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9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9EBF-618A-5BB4-DD42-0A7EA1F6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17BF685-927F-E597-B25B-25AC9A1D585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2AE2D51-4516-B083-0BC3-7E4CBD07484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4CA0B6-4191-4429-C957-0B07EA2A7F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4CA0B6-4191-4429-C957-0B07EA2A7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218975-6AEF-50A7-382F-0A48F27898F9}"/>
              </a:ext>
            </a:extLst>
          </p:cNvPr>
          <p:cNvGrpSpPr/>
          <p:nvPr/>
        </p:nvGrpSpPr>
        <p:grpSpPr>
          <a:xfrm>
            <a:off x="67521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9A265A-F979-A0B0-BF7B-D920F52A69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F916A90-71E6-9FF0-DFE0-6FEE226D559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F916A90-71E6-9FF0-DFE0-6FEE226D5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4BD6EA-1CB4-9102-F8C2-A833F7185CB2}"/>
              </a:ext>
            </a:extLst>
          </p:cNvPr>
          <p:cNvGrpSpPr/>
          <p:nvPr/>
        </p:nvGrpSpPr>
        <p:grpSpPr>
          <a:xfrm>
            <a:off x="73152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9424B0-BF81-81BA-F4E8-2EFF81F0381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5FC9CA-F164-23A3-BC9B-7FACDE24F5E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5FC9CA-F164-23A3-BC9B-7FACDE24F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BC5697-B759-76F5-3CB0-49E32A80F9C9}"/>
              </a:ext>
            </a:extLst>
          </p:cNvPr>
          <p:cNvGrpSpPr/>
          <p:nvPr/>
        </p:nvGrpSpPr>
        <p:grpSpPr>
          <a:xfrm>
            <a:off x="78613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D169F55-F8A4-0AFA-8404-4956CAACF4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343C0B9-9AAA-C633-D07D-DB3C4B6D10C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343C0B9-9AAA-C633-D07D-DB3C4B6D1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79307F-C42A-BDF7-5934-8C659BF67197}"/>
              </a:ext>
            </a:extLst>
          </p:cNvPr>
          <p:cNvGrpSpPr/>
          <p:nvPr/>
        </p:nvGrpSpPr>
        <p:grpSpPr>
          <a:xfrm>
            <a:off x="84412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CACAA3-DECF-60E4-9620-5E18F59FB0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FE20C-1ECD-F5FA-F435-42AC3BFE3C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FE20C-1ECD-F5FA-F435-42AC3BFE3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00C6E2-94F0-ECA9-85AF-712109465869}"/>
              </a:ext>
            </a:extLst>
          </p:cNvPr>
          <p:cNvGrpSpPr/>
          <p:nvPr/>
        </p:nvGrpSpPr>
        <p:grpSpPr>
          <a:xfrm>
            <a:off x="89662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6293C90-1058-27F3-8803-CF9B628C84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667064E-5566-E80D-ED0B-658A79EA65D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667064E-5566-E80D-ED0B-658A79EA6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0713F7D-E3C2-ADDD-84EC-929C5D1E38F0}"/>
              </a:ext>
            </a:extLst>
          </p:cNvPr>
          <p:cNvGrpSpPr/>
          <p:nvPr/>
        </p:nvGrpSpPr>
        <p:grpSpPr>
          <a:xfrm>
            <a:off x="95673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7732CDA-778A-DB34-B0AD-222A8C254E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403B706-7EF8-ADD6-0D2F-3B9AC9AB51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403B706-7EF8-ADD6-0D2F-3B9AC9AB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D4C3EAB-2701-FE62-5F9C-DAA83E3FD674}"/>
              </a:ext>
            </a:extLst>
          </p:cNvPr>
          <p:cNvGrpSpPr/>
          <p:nvPr/>
        </p:nvGrpSpPr>
        <p:grpSpPr>
          <a:xfrm>
            <a:off x="101303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2D9882E-62ED-8844-CB75-9938128CDCB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84DB8-2A7F-9ED4-7F38-ACE4BBB73B7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84DB8-2A7F-9ED4-7F38-ACE4BBB73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506D918-4BDF-0685-E18E-18F8B9C7DC16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9F585A4-90DE-B440-12BE-1DF171A53E4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7CAE3D5-44E9-85EF-6DBE-E61B92E707A4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35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A04E-46E8-1FF7-4ECB-8819B46C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11A4F9A-F5EA-1366-3784-05F2DFE2C77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678860D-F9DF-AB37-B0EB-DA382D972DC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184685-2B57-54FA-D7EC-1B631D2BF67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184685-2B57-54FA-D7EC-1B631D2BF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D25B96-2E98-4C77-E949-4DF7EDCC5F5E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955A861-3559-B9F7-B89C-3EBAF5DCBC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2663E0E-D85A-00CB-63E4-9DC5124F6E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2663E0E-D85A-00CB-63E4-9DC5124F6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EA1F9A7-EAB4-8C69-BB7D-0E1840A8A19D}"/>
              </a:ext>
            </a:extLst>
          </p:cNvPr>
          <p:cNvGrpSpPr/>
          <p:nvPr/>
        </p:nvGrpSpPr>
        <p:grpSpPr>
          <a:xfrm>
            <a:off x="6714068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40A3ABD-43F4-8296-16D1-8D28A913DE7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F8127DF-92F2-2400-3D43-47CE220174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F8127DF-92F2-2400-3D43-47CE22017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9D68C-27B2-E9AB-94D0-3B8112EED892}"/>
              </a:ext>
            </a:extLst>
          </p:cNvPr>
          <p:cNvGrpSpPr/>
          <p:nvPr/>
        </p:nvGrpSpPr>
        <p:grpSpPr>
          <a:xfrm>
            <a:off x="7260170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A707A-94E5-1312-B24C-1C67BFB3DFF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BE617D5-511B-CECC-9220-846B9698479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BE617D5-511B-CECC-9220-846B96984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6F1C41-8C7F-F831-1DC2-7C7F58D653C0}"/>
              </a:ext>
            </a:extLst>
          </p:cNvPr>
          <p:cNvGrpSpPr/>
          <p:nvPr/>
        </p:nvGrpSpPr>
        <p:grpSpPr>
          <a:xfrm>
            <a:off x="7840136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F2A62F7-1672-C9A4-2924-00ECD5C6D3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BFE71A3-8F7B-1B10-7DDC-F1B5FB7D5C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BFE71A3-8F7B-1B10-7DDC-F1B5FB7D5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EDF8E2-C65E-B231-80F5-C9A174E5BC75}"/>
              </a:ext>
            </a:extLst>
          </p:cNvPr>
          <p:cNvGrpSpPr/>
          <p:nvPr/>
        </p:nvGrpSpPr>
        <p:grpSpPr>
          <a:xfrm>
            <a:off x="8365068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40C3EE-E8E4-6CEF-DB57-31507367CA0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91164DA-DFFF-487A-6712-66BE5EE2D3A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91164DA-DFFF-487A-6712-66BE5EE2D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C35142-2788-F341-E954-7941A2929489}"/>
              </a:ext>
            </a:extLst>
          </p:cNvPr>
          <p:cNvGrpSpPr/>
          <p:nvPr/>
        </p:nvGrpSpPr>
        <p:grpSpPr>
          <a:xfrm>
            <a:off x="8966204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E4CD24-FDF7-3BDF-F6F9-73E761F3AF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1B8BEA-DE56-D060-F4B3-6C4C1FE09B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1B8BEA-DE56-D060-F4B3-6C4C1FE09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82525E9-A773-88E3-862D-D93913419621}"/>
              </a:ext>
            </a:extLst>
          </p:cNvPr>
          <p:cNvGrpSpPr/>
          <p:nvPr/>
        </p:nvGrpSpPr>
        <p:grpSpPr>
          <a:xfrm>
            <a:off x="9529238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4CAE515-1EA6-8EAF-E01F-370CF8E2FA4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3E041B0-BF9B-8DD0-16F9-6B37E7D79FC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3E041B0-BF9B-8DD0-16F9-6B37E7D79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8F391-AFC9-86F0-8BCB-8D374A3476DC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53022B9-A6A5-AD2F-E74C-FC8F9422A930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FCEDA6E-D5FC-11BF-6F63-3C0A077B660C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270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9B14-78CC-6117-E49D-F41EF2FC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35DEAD3-3BE2-DAEE-C4CA-D739412709E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64B81C7-A227-6230-C72E-D6EBFDFB90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96A278C-EE23-2FB3-BE43-16863733AA5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96A278C-EE23-2FB3-BE43-16863733A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265734-A069-AC73-858D-6D7B653491D6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3D86EB-B565-4C09-510C-927C927EBF3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0AD073-FEE4-D2B9-DCDD-4868C85DA2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0AD073-FEE4-D2B9-DCDD-4868C85DA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804E93-AB23-D848-F26E-43F577B5923E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445AA42-450D-5789-828A-F3DE5CBAF53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7993BCC-57A7-1174-5F5F-F41E67B6C12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7993BCC-57A7-1174-5F5F-F41E67B6C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F66A92A-AB14-85C5-0285-49A71BA04080}"/>
              </a:ext>
            </a:extLst>
          </p:cNvPr>
          <p:cNvGrpSpPr/>
          <p:nvPr/>
        </p:nvGrpSpPr>
        <p:grpSpPr>
          <a:xfrm>
            <a:off x="6760636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0415DF5-0EDF-756D-E0D2-A4F5C85F8C4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DF35A-8CD2-6232-E881-439DD2310F7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DF35A-8CD2-6232-E881-439DD2310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2A01A29-E697-1C31-28D4-8BCE3AEF0271}"/>
              </a:ext>
            </a:extLst>
          </p:cNvPr>
          <p:cNvGrpSpPr/>
          <p:nvPr/>
        </p:nvGrpSpPr>
        <p:grpSpPr>
          <a:xfrm>
            <a:off x="7340602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DCDF952-CE5C-EE46-2A8A-AD3EFFCF28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E776121-1458-1958-2DF3-8C659D55971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E776121-1458-1958-2DF3-8C659D559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829B9B5-9752-F620-8FE7-55418362FBF3}"/>
              </a:ext>
            </a:extLst>
          </p:cNvPr>
          <p:cNvGrpSpPr/>
          <p:nvPr/>
        </p:nvGrpSpPr>
        <p:grpSpPr>
          <a:xfrm>
            <a:off x="7865534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9FF129F-4DF8-93D3-956E-51C9F1733D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8F1105-31D5-783D-241E-8F4F21481A98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8F1105-31D5-783D-241E-8F4F21481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150034-90AD-0E4C-C308-98F7D7FA7C96}"/>
              </a:ext>
            </a:extLst>
          </p:cNvPr>
          <p:cNvGrpSpPr/>
          <p:nvPr/>
        </p:nvGrpSpPr>
        <p:grpSpPr>
          <a:xfrm>
            <a:off x="846667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31B1E5-48D1-C67F-1830-8CD23102AC4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6ED5736-BE5C-C3DF-D284-3CA96DF11E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6ED5736-BE5C-C3DF-D284-3CA96DF11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443D60B-2DE6-E909-A542-F18E5F04353F}"/>
              </a:ext>
            </a:extLst>
          </p:cNvPr>
          <p:cNvGrpSpPr/>
          <p:nvPr/>
        </p:nvGrpSpPr>
        <p:grpSpPr>
          <a:xfrm>
            <a:off x="902970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B4309D0-6DE6-E1D3-6154-BAC0F9F855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F7E30E7-8949-CE24-A548-5D41FDF0FA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F7E30E7-8949-CE24-A548-5D41FDF0F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B3106F7-604C-6FC7-F056-CC006DD110F5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480241E-4920-5E99-1233-8523A648EF3B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1D9432B-1377-6E59-B127-EB0946D9C2A1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403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7229-1330-5187-A520-92D65F37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96C84C-C3BB-37FE-073B-9F775C76E5F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6709400-DDF6-3E7A-8DC7-89595C053E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3C2A734-316E-403B-4E94-B7E3C86A6D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3C2A734-316E-403B-4E94-B7E3C86A6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EBF64FB-C8AE-3EF0-66AE-8BDA5EF4639C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B37E85-50DC-2CED-C68B-A7B67ECA037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CE5C61-71CB-A6CE-4F2A-79471499AC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CE5C61-71CB-A6CE-4F2A-79471499A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0D3159-A9AD-F02B-3E8B-0FB461DEA683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7A045B-9FAA-507B-80AF-50B496CBB7E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427DE8C-8D5E-49C1-D9C4-29486F8D842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427DE8C-8D5E-49C1-D9C4-29486F8D8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810CB8C-11DD-C789-9847-0370B9D9BAFA}"/>
              </a:ext>
            </a:extLst>
          </p:cNvPr>
          <p:cNvGrpSpPr/>
          <p:nvPr/>
        </p:nvGrpSpPr>
        <p:grpSpPr>
          <a:xfrm>
            <a:off x="6760636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910F01-7598-C70E-4CFC-D71B66579A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A236A56-2F77-D7D8-3EA4-7FCF9C847F2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A236A56-2F77-D7D8-3EA4-7FCF9C847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C3DB72-5F2D-E0A2-05FE-7E41C6915F7C}"/>
              </a:ext>
            </a:extLst>
          </p:cNvPr>
          <p:cNvGrpSpPr/>
          <p:nvPr/>
        </p:nvGrpSpPr>
        <p:grpSpPr>
          <a:xfrm>
            <a:off x="7340602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B7E4A69-199A-083A-562F-02569905431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838335-F32C-DA7F-076D-288B6FD295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838335-F32C-DA7F-076D-288B6FD29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DC25326-82EA-6B50-2B33-7FAE4420C74C}"/>
              </a:ext>
            </a:extLst>
          </p:cNvPr>
          <p:cNvGrpSpPr/>
          <p:nvPr/>
        </p:nvGrpSpPr>
        <p:grpSpPr>
          <a:xfrm>
            <a:off x="7865534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0844EEB-E78F-F419-944C-7E88E1F512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6E69A1-E861-489D-A494-0407B89F015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6E69A1-E861-489D-A494-0407B89F0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26BFA8-5D4C-B78D-E202-5034928CEBB1}"/>
              </a:ext>
            </a:extLst>
          </p:cNvPr>
          <p:cNvGrpSpPr/>
          <p:nvPr/>
        </p:nvGrpSpPr>
        <p:grpSpPr>
          <a:xfrm>
            <a:off x="846667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0435283-0519-6A69-F11F-AD4EB040D12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0DB8520-2248-1026-2001-7725E51989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0DB8520-2248-1026-2001-7725E5198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3228214-616B-DEC6-3E26-D800F3866D5E}"/>
              </a:ext>
            </a:extLst>
          </p:cNvPr>
          <p:cNvGrpSpPr/>
          <p:nvPr/>
        </p:nvGrpSpPr>
        <p:grpSpPr>
          <a:xfrm>
            <a:off x="902970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85350F1-7CD3-E62C-71D6-4F79BBE9361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00F2C09-4424-CE77-5E74-9D35DAACB5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00F2C09-4424-CE77-5E74-9D35DAACB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5E4C081-0BC2-DDD0-9402-56E4EB773791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E65C441-1CC1-E9DB-FFBF-BC3135F30AC0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3F1ADC6-5479-27ED-3F57-3848B763B10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67EA871-0966-0882-A7FB-5E2B51F10A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9E0F632-D3D4-A9EC-6747-366B652245E6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11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0C2C-0625-974F-44C1-EF88E981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94A07C4-78EF-1025-78F4-35C0343A8F93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D28FF6-D865-433F-BA4F-4A2EFC9BAF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9A4F89D-00AB-4DD3-4FCA-F087D6DAC5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9A4F89D-00AB-4DD3-4FCA-F087D6DAC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307678-894C-F765-80CF-3819A0086437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B22BEC5-A6FB-411A-D7F5-DA3E1AB56E7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8D28512-E7EA-AB62-A13E-9EE433BD980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8D28512-E7EA-AB62-A13E-9EE433BD9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AB7731A-201B-0F3E-8627-E757BB6B6D09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61B2D19-1BFB-EAD2-4FA3-B13413C339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0D2384-883C-95B4-1D60-4AD2A03D806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0D2384-883C-95B4-1D60-4AD2A03D8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1EBAC1-6C4C-19EB-8546-011718A2EFB1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1AF0CC6-B32A-12B3-1635-9AE90E0577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F8F33F0-6013-998A-0D20-A9905F3DD1F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F8F33F0-6013-998A-0D20-A9905F3DD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A45BE20-1C26-AC30-D696-8AD9A15BF39D}"/>
              </a:ext>
            </a:extLst>
          </p:cNvPr>
          <p:cNvGrpSpPr/>
          <p:nvPr/>
        </p:nvGrpSpPr>
        <p:grpSpPr>
          <a:xfrm>
            <a:off x="6692223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B0A075D-4176-6FC9-B104-CBF92EB6742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920DB4F-6093-6352-6E2D-5A705BE5A7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920DB4F-6093-6352-6E2D-5A705BE5A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4D60B6-200D-ED98-EDB5-AE4F8DA85AE0}"/>
              </a:ext>
            </a:extLst>
          </p:cNvPr>
          <p:cNvGrpSpPr/>
          <p:nvPr/>
        </p:nvGrpSpPr>
        <p:grpSpPr>
          <a:xfrm>
            <a:off x="7217155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D011DF-68E0-4554-9534-6985ADB719A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C7B30EF-FFDF-D8C5-326A-E09358FC24F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C7B30EF-FFDF-D8C5-326A-E09358FC2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7BE326-622C-E6D8-21B1-6B1B5AF9ECD0}"/>
              </a:ext>
            </a:extLst>
          </p:cNvPr>
          <p:cNvGrpSpPr/>
          <p:nvPr/>
        </p:nvGrpSpPr>
        <p:grpSpPr>
          <a:xfrm>
            <a:off x="7818291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217998-BB56-AB55-4332-E63569038D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3DAECB4-8400-B53C-4AFF-4CF4E72F8D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3DAECB4-8400-B53C-4AFF-4CF4E72F8D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814E8E9-0DE1-932B-CC55-5C6793303E36}"/>
              </a:ext>
            </a:extLst>
          </p:cNvPr>
          <p:cNvGrpSpPr/>
          <p:nvPr/>
        </p:nvGrpSpPr>
        <p:grpSpPr>
          <a:xfrm>
            <a:off x="8381325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DA620E5-0099-FE81-C4AF-18468226C9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D5265AA-BA5A-669C-02A1-77EF04F6286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D5265AA-BA5A-669C-02A1-77EF04F62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CBB939E-0064-E626-6315-7D91AEDA9D0B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91A8CF5-76A1-E9F0-3718-801B280A6C16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5BF8E39-0C85-8FBD-D6C5-CDC74E162778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17E596A-BA16-5C5E-2080-20D29187F0E4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A9F1AF8-4321-7BFF-EB39-0F08B51DAA67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624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287B-CA04-47B5-6F77-E95FC614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B8A1DA-0DAC-13C4-5FEC-3D3BC1FAED6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952A8A-BBF1-2570-F74D-C2371C6FE64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73D79EB-EB26-014E-DEC1-5E6818B7652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73D79EB-EB26-014E-DEC1-5E6818B76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92A64E-6B38-152C-93E3-CE0351B9113E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4449A3-8DB1-BFEF-87C1-B4328AADAF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99C7490-3674-5EF4-181B-F9B9F22CF76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99C7490-3674-5EF4-181B-F9B9F22CF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3540E12-8B6C-F1C1-CFC6-34864A494158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1D6B2A-A54C-2DBA-63FA-5F820A5F3F6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9678DDB-CB88-6A8B-354D-4E21EE9C7B4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9678DDB-CB88-6A8B-354D-4E21EE9C7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E0A0C5-3E2E-213D-B891-18651560EB20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2D2EE1-3CD6-7D29-2D9A-9622D1EC3B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418A42A-4D35-1010-568F-17F78AECC7A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418A42A-4D35-1010-568F-17F78AECC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A72396-7644-3678-ED4C-7DFFB7195356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E6A3533-9B1A-C55B-9EBB-49F6D947B5E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11F18A-BD4B-4061-AF5B-CD7C47A752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11F18A-BD4B-4061-AF5B-CD7C47A75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EAD0D10-5764-B215-B406-897B7647DE67}"/>
              </a:ext>
            </a:extLst>
          </p:cNvPr>
          <p:cNvGrpSpPr/>
          <p:nvPr/>
        </p:nvGrpSpPr>
        <p:grpSpPr>
          <a:xfrm>
            <a:off x="6755722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51279C2-93A1-3A5E-84B4-1A2A9E0BE2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07226E-12AA-B6A8-1418-69B69C0B14F0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07226E-12AA-B6A8-1418-69B69C0B1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24251F-2FE1-B857-2B61-FF9BC0D98FF0}"/>
              </a:ext>
            </a:extLst>
          </p:cNvPr>
          <p:cNvGrpSpPr/>
          <p:nvPr/>
        </p:nvGrpSpPr>
        <p:grpSpPr>
          <a:xfrm>
            <a:off x="7356858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FC12A0F-4B9E-798D-4A30-B43D42CE06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0F1DAC7-2B0D-2E53-445F-2C1AAD4A29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0F1DAC7-2B0D-2E53-445F-2C1AAD4A2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A5B7A20-7F43-69B7-2113-F16EA4880520}"/>
              </a:ext>
            </a:extLst>
          </p:cNvPr>
          <p:cNvGrpSpPr/>
          <p:nvPr/>
        </p:nvGrpSpPr>
        <p:grpSpPr>
          <a:xfrm>
            <a:off x="7919892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CC45D55-966B-9836-A208-96E769B0B4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A1884C2-E295-E806-4620-2B2A75374B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A1884C2-E295-E806-4620-2B2A75374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343C3CB-9417-D843-99B5-605015E503DA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6E69725-9A90-FF7E-19C0-338CDA220FB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57512D6-9F0F-1D47-E6BA-233FA4E877CD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8355E3C-FCE6-A74E-F759-322CE098400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3E782C6-5C3F-C8ED-D99F-6042A5D7B7E4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59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D891-A391-FEE0-9C70-CC0637BA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A810B70-9A25-A9B3-22E3-8D154797FACF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5821E69-20DF-2CD9-04C7-9CADFAB217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9051F4-ACF2-4E48-2A87-D2CE076869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9051F4-ACF2-4E48-2A87-D2CE07686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BC15FC0-A541-9009-13D1-0218F9BE368D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036E77B-E937-FCB7-37B9-D8DE23EDF17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526A4F-29F3-3B36-F356-87AD0E08AB4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526A4F-29F3-3B36-F356-87AD0E08A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9AD01DF-17D8-EB5B-F8A3-A53C14C3CAE7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CAABBF9-F69D-A7B2-0389-6D2F1DF8CF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A3E04B0-199B-7E4A-2C39-3DFCA14C14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A3E04B0-199B-7E4A-2C39-3DFCA14C1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A1326B-F8FB-567D-DA2E-72CDC3700B25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4FA5862-86F0-DCCB-FC0B-D5FB4B76AAE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AD5D618-FF94-BB84-85D5-A284A195AD2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AD5D618-FF94-BB84-85D5-A284A195A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38256C-5163-D231-41AA-4E11F2E1577F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AB00905-35E7-CA5C-0F64-CF36670A3E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A1DEC9A-6BF6-A75E-3F9E-FAFFDDD01F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A1DEC9A-6BF6-A75E-3F9E-FAFFDDD01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15A409A-ED81-6B8A-60A3-39677D1F81FA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523A95D-6F3E-EBD2-B1F6-1F7CED0BDB6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FDE99A0-A0BE-510E-CACF-9810112BC22E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8B0D992-3B58-63FB-0A8D-7CD275D6DC5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B06B7AF-82E5-6A55-2854-03F9F6335672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C643ADF-6786-513A-75A8-09C3E283354F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C3E8575-BAE9-02DA-8BB3-BD4905BA2B69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161D87E-6563-74FD-7E75-DF259BC07E47}"/>
              </a:ext>
            </a:extLst>
          </p:cNvPr>
          <p:cNvGrpSpPr/>
          <p:nvPr/>
        </p:nvGrpSpPr>
        <p:grpSpPr>
          <a:xfrm>
            <a:off x="6755722" y="2713566"/>
            <a:ext cx="546102" cy="512233"/>
            <a:chOff x="6997698" y="3716866"/>
            <a:chExt cx="546102" cy="51223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B3F5B0-DB0F-2E4E-9FC1-C13A7ED125C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AB0C6FF-8CAA-9713-A235-1E9C51A6F89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AB0C6FF-8CAA-9713-A235-1E9C51A6F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5C3413-9051-ECA4-123A-3CDEE7477866}"/>
              </a:ext>
            </a:extLst>
          </p:cNvPr>
          <p:cNvGrpSpPr/>
          <p:nvPr/>
        </p:nvGrpSpPr>
        <p:grpSpPr>
          <a:xfrm>
            <a:off x="7356858" y="2713566"/>
            <a:ext cx="508000" cy="512233"/>
            <a:chOff x="7035800" y="3716866"/>
            <a:chExt cx="508000" cy="512233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8B92068-DCCA-5CB0-4BD8-9434DE9DB1F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0D35CC9-58A0-440F-8A60-CBE68187E7CA}"/>
              </a:ext>
            </a:extLst>
          </p:cNvPr>
          <p:cNvGrpSpPr/>
          <p:nvPr/>
        </p:nvGrpSpPr>
        <p:grpSpPr>
          <a:xfrm>
            <a:off x="7919892" y="2713565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65B2AC2-955B-7DF0-94F1-408C49F59B9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B81C96-C62A-27C2-D642-1C76C6192A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B81C96-C62A-27C2-D642-1C76C6192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54829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B0AC-B509-8AF2-EEE7-66FF1F8B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E63743D-3583-31F0-D6D8-91E66C39593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037A953-625B-19CB-773D-B9BC0B081D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9E05553-D9E8-93CF-841E-19635732B1B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9E05553-D9E8-93CF-841E-19635732B1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EA3BFF-510B-5FDB-5994-7A87D300889F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1D4E20-7DD4-AD08-2F5E-BABF21A550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1E876C1-C78E-3744-E3AB-8F9B8F8CE26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1E876C1-C78E-3744-E3AB-8F9B8F8CE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7BA319-46FA-00D0-AA9B-09C519028619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A667AD7-5F0B-BB9C-6D36-7D85A7BC55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23A0909-8761-A673-8267-6D0960C99A3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23A0909-8761-A673-8267-6D0960C99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F492F75-6A96-261C-6213-EF011AA41EC9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A5B7ED8-D832-78D9-0066-C62EC824F76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795AD28-46F4-5B61-E32F-158EC2C5CE3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795AD28-46F4-5B61-E32F-158EC2C5C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48AFE9-5C91-DD3A-F79D-AF41D48D3422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ECEEF7-B942-0AEA-582E-6B8A1535983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6B2F86-CA3A-4EB2-CF4A-2BB48B763B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6B2F86-CA3A-4EB2-CF4A-2BB48B763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99568C-3539-43C5-BDAA-73BD425BA16E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42E9097-80C7-014E-7F08-4703F6C70A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0A9599-BE10-A466-F913-971CF32BFB5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0A9599-BE10-A466-F913-971CF32BF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5E1DDE-4FA0-6AC3-FF35-32511446EDEE}"/>
              </a:ext>
            </a:extLst>
          </p:cNvPr>
          <p:cNvGrpSpPr/>
          <p:nvPr/>
        </p:nvGrpSpPr>
        <p:grpSpPr>
          <a:xfrm>
            <a:off x="676732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3F9126-A319-826D-E017-159CD5C1D3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2E89989-B41B-1622-834F-45B9DA23F99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2E89989-B41B-1622-834F-45B9DA23F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083612A-773B-B9A8-980A-4B5BEC637FDE}"/>
              </a:ext>
            </a:extLst>
          </p:cNvPr>
          <p:cNvGrpSpPr/>
          <p:nvPr/>
        </p:nvGrpSpPr>
        <p:grpSpPr>
          <a:xfrm>
            <a:off x="733035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DE7DE4F-6CB5-9AFF-AFC0-C133CF56C7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9351A8F-F483-19DC-7B05-3E2928EEA4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9351A8F-F483-19DC-7B05-3E2928EEA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4C9D684-4561-9991-B607-4D9BD9689477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B43418-D912-9998-EE9B-A165F44DE56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5369507-CBF4-D055-51DB-728FA9C02B5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4BB4D5F-770F-4C91-F57A-FF02169238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DDDE36B-36C7-7F14-B056-2E96028630DE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CE6B764-2AC5-0F53-2AB3-54989829110B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F56C491-882F-E129-1CD1-7AA81D527009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229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2836-1BFC-35CC-5E18-EDC99BE5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5FEC3B1-F3D7-0E32-9204-A9F1BBFD137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61AC958-96FD-3CE3-C4E2-45CFC35B1D6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9A793B6-3121-127D-5FC3-83A985F8296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9A793B6-3121-127D-5FC3-83A985F82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58B531-7FA6-C792-AEC3-F26CDB56D1DD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E8DF075-83BD-E211-BEF0-0C7B84B457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E75D3ED-6F83-127C-CD9B-DA24FC3E489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E75D3ED-6F83-127C-CD9B-DA24FC3E4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6C3834B-83F1-3E8F-C5AB-7D8659F1A107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28B887-1B36-A4C6-C10D-002A880347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F58774C-24BA-F002-E91A-182CA9B730B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F58774C-24BA-F002-E91A-182CA9B73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7F3DD9-0B3B-90E0-E5B4-492335B223EB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B83D44-8394-2CBE-DDDF-C4499749C9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32FE7B-0C6C-EE4B-27B6-28238B4590CA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32FE7B-0C6C-EE4B-27B6-28238B459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77025D4-40BC-C305-9221-05F74FF21923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66E31AB-4920-882E-D3BB-54421E43E45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D411BB8-DDD5-9974-1E86-F7E120923B5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D411BB8-DDD5-9974-1E86-F7E120923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21D3E6-6AF3-1277-4ACF-B8A9B722E8EF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2177198-11EC-5729-22F3-080D971F46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8DAF9AC-A8FB-C70E-2554-A62194E6D84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8DAF9AC-A8FB-C70E-2554-A62194E6D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A791EBB-F956-77EA-282F-9AA2C382D645}"/>
              </a:ext>
            </a:extLst>
          </p:cNvPr>
          <p:cNvGrpSpPr/>
          <p:nvPr/>
        </p:nvGrpSpPr>
        <p:grpSpPr>
          <a:xfrm>
            <a:off x="676732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BA1A32-49CA-1F79-B680-CADEAABE89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DABCAD-A384-1E1C-B583-D7F8D3B9036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DABCAD-A384-1E1C-B583-D7F8D3B90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49FBED-585D-0D2C-FC8F-292BF342347B}"/>
              </a:ext>
            </a:extLst>
          </p:cNvPr>
          <p:cNvGrpSpPr/>
          <p:nvPr/>
        </p:nvGrpSpPr>
        <p:grpSpPr>
          <a:xfrm>
            <a:off x="733035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5261079-00BF-A23C-6068-FA9CAEF40A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543604F-828B-D070-C8D5-150BD7FA4C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543604F-828B-D070-C8D5-150BD7FA4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DEA238E-5175-BBC7-BC6E-A38298F996D7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18E3C11-4983-E5E8-4E99-CD7148C61A03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2EEBFD6-2D65-6FBA-7468-AC85DFF84DEB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527EFDD-77F4-41C2-6AAD-8E42C2CD9BE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C9E1634-EFF5-2C6F-F59D-AAE471D6673D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BE698CB-99F5-5D88-DE04-74FB35EB8273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93CCC1-6DA2-1B59-E37E-B79402F7B528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9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4C2F-5A90-5EF8-4334-8A877940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690709-0563-03AD-73D7-4D3930EF481F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71BB076-9635-F527-FFB2-3930DB3839D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DD50F18-8C23-DFF6-89A7-FBC5ECFFA9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DD50F18-8C23-DFF6-89A7-FBC5ECFFA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78454D-1549-F83B-A49B-A589BFBFA8E9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A376EBF-432A-579B-4B44-56A9C06848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1E628AE-58E4-1E78-DBCF-6F54FC111A9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1E628AE-58E4-1E78-DBCF-6F54FC111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BAC8D9-95A0-59C5-4075-586CC89D8D1A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53A960-9168-F5E2-152E-A0757DAABC7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EB46AAC-047F-6B93-B861-107493C0E7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EB46AAC-047F-6B93-B861-107493C0E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82B22DE-C1CC-2757-1443-C463F7D3D464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86D5E4-2BDB-85F0-F20C-31263AE7131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E8B548-5EB1-76E1-734A-6E69B5E02F9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E8B548-5EB1-76E1-734A-6E69B5E02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EB1F8E-ACF6-7058-5F7B-2D249067145C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327AB33-DF44-692F-7726-DD883B7688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1A13B08-45B9-2F3D-79E7-4AB8035C9F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1A13B08-45B9-2F3D-79E7-4AB8035C9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A988A5B-BA52-2CDB-32F9-0A4444D5433B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AACD27-ED47-FE20-01C1-1BC51403921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E13A99-8F9E-EDA3-6A15-D796CC7DE3E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E13A99-8F9E-EDA3-6A15-D796CC7DE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CC1843D-CFFF-7283-5C4C-AFEA9177485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A336E75-C245-D11E-6B55-8DD4703C4A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77BE8E-16F1-9B0B-E647-C63C1FB44A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77BE8E-16F1-9B0B-E647-C63C1FB44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9D40FA-010C-6460-E723-35AFA519505C}"/>
              </a:ext>
            </a:extLst>
          </p:cNvPr>
          <p:cNvGrpSpPr/>
          <p:nvPr/>
        </p:nvGrpSpPr>
        <p:grpSpPr>
          <a:xfrm>
            <a:off x="6767320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E18AC5A-1196-47F2-47B2-DF9402A98F0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6B68BCA-C7AB-B3AE-F530-99CEF3B64C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6B68BCA-C7AB-B3AE-F530-99CEF3B64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A44C9C4-CC66-E0CA-63E9-AF19F8C69B54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BCDD5DC-2F7F-AF71-0182-6AE4801D8D0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67FF091-FF3F-B585-7C0B-23B936D47F33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38A4CB7-F06B-6132-D756-0270E14A8C3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B26E333-D8A3-65FA-5C7F-6DB951B3741F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0B544C1-8A03-09DF-BE5F-FAD183F4EE7F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B97405-5AFC-5023-D22C-D9AF8BF3C057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8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5C33-7A11-6245-2B31-9BAB6E02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D527087-5047-72A1-90E6-752A280EFB2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F92E3A8-D2D8-6CB0-E20C-76B8518988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BE76962-D074-6326-BAED-AC3E430C041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BE76962-D074-6326-BAED-AC3E430C04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B1DEAEF-7C44-36A7-A518-E5AF13972FAB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231735B-805E-7414-DE98-88DC3DDF95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CAE9497-406F-1AA6-3B82-8B449583126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CAE9497-406F-1AA6-3B82-8B4495831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A1AE97-DA65-5798-E89E-F9BDC9C5C6E1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2737DC0-DAF7-1394-EE6F-B525A4BDF0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83760F6-571A-B49C-EC0B-9427310A63B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83760F6-571A-B49C-EC0B-9427310A6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D8D766A-3EC8-FE48-F987-969EB2B7962C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CB3DC9D-2D1C-FD60-28EC-B7D1DDA214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29F930-C72B-2171-19D3-FA8E1932B473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29F930-C72B-2171-19D3-FA8E1932B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B98446-FE5F-D999-F4BF-FB17D10D9D68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4482B87-19A3-DFFB-EF13-B1963B6F84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6992E6F-B9B0-0B2D-0705-8E8EE9BE867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6992E6F-B9B0-0B2D-0705-8E8EE9BE8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A3231CD-7733-0BD1-09B1-6A3CFC8FC823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810FB48-07E9-F251-E25C-6CC792A016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6A09B7-5020-B9D3-786F-D039B8114E5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6A09B7-5020-B9D3-786F-D039B811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DB9830-F194-5E7C-035E-8818DBED0CB0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700AF2-07D0-2BAC-F43F-7FDEEF5338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6973D5-D8DE-DB75-D136-1D6EF52F04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6973D5-D8DE-DB75-D136-1D6EF52F0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73A4158-CD87-096E-E946-3160091246C3}"/>
              </a:ext>
            </a:extLst>
          </p:cNvPr>
          <p:cNvGrpSpPr/>
          <p:nvPr/>
        </p:nvGrpSpPr>
        <p:grpSpPr>
          <a:xfrm>
            <a:off x="6767320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D07E9D-A6EB-5B17-BACB-861683D62F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513B92A-B0FA-DDDF-E9D6-8991C9BAD4A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513B92A-B0FA-DDDF-E9D6-8991C9BAD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491BC84-A9B1-2C87-0899-9C1B9A430DCF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6A2F7FA-57CE-F5BA-6DFA-15AD63E1379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C6C4716-31C8-D300-8367-6648805CDA06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7F2E4CB-F728-ED28-9F73-289BFE29E51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9AD2ED8-8B10-ABCA-22D9-79B991A70325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D53BE45-AA44-26B3-E7FF-F921EAABA436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ECCCCA5-DE6B-7E90-862A-771F470DDD54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81E082C-BE58-1BE4-9A2A-002A7956F0B6}"/>
              </a:ext>
            </a:extLst>
          </p:cNvPr>
          <p:cNvCxnSpPr>
            <a:cxnSpLocks/>
          </p:cNvCxnSpPr>
          <p:nvPr/>
        </p:nvCxnSpPr>
        <p:spPr>
          <a:xfrm flipV="1">
            <a:off x="2332693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78236F7-BFB2-0AA6-2D6C-9BBB805D2BE7}"/>
              </a:ext>
            </a:extLst>
          </p:cNvPr>
          <p:cNvCxnSpPr>
            <a:cxnSpLocks/>
          </p:cNvCxnSpPr>
          <p:nvPr/>
        </p:nvCxnSpPr>
        <p:spPr>
          <a:xfrm flipH="1" flipV="1">
            <a:off x="2658191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360A-1D10-ABAB-6B34-55CA2B6D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95749F6-D6AF-4F53-1867-09012192162B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63F811-E2BE-6388-7A0F-9B9236347E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4DAF941-6D0F-6AE6-7F5A-D7A9A3ED38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4DAF941-6D0F-6AE6-7F5A-D7A9A3ED38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0223FD-84DB-2701-C735-39D61C8266CA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2A34744-1F22-EEBD-629F-1033A4E48D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CF1966-6116-D85E-4240-2110113E09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CF1966-6116-D85E-4240-2110113E0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F326FD-47DF-AB2B-2E18-C02FE90863D3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84F6274-9042-3FE2-0B5A-7A44DB961E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416E632-72B6-C8D2-34EA-2E11AFEB777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416E632-72B6-C8D2-34EA-2E11AFEB7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9F00898-E227-2818-FD84-93316ADDB222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EED45CF-522B-9A2D-CDE6-34A40F38AA1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F776789-E825-8DCF-0F43-A357F1CAC7F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F776789-E825-8DCF-0F43-A357F1CAC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6F074AB-2083-EE5A-72F3-8EA59B3BB1AF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ACD73A9-315E-55BB-C748-33111DCFA1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4366-6366-464C-DFC3-C388776D43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4366-6366-464C-DFC3-C388776D4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1EF6824-60A9-D9E3-AE4E-4175E6CD598E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216735A-49FA-6790-1722-AF7218DAC90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7CDA95B-6448-2C7D-D211-887D959904F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7CDA95B-6448-2C7D-D211-887D95990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80CCF4A-F936-B26E-9E21-5B14F91DFDED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BBDEB43-8FC8-C146-2810-66886E579F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295FA81-EE2A-9CDB-C4B4-52F4ED57D7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295FA81-EE2A-9CDB-C4B4-52F4ED57D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188CE44-F744-C7D1-6FC8-5DC9BC8EAC43}"/>
              </a:ext>
            </a:extLst>
          </p:cNvPr>
          <p:cNvGrpSpPr/>
          <p:nvPr/>
        </p:nvGrpSpPr>
        <p:grpSpPr>
          <a:xfrm>
            <a:off x="2056721" y="4510571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631EA99-4AE6-AE86-C615-5858ACE909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9B03F56-F524-74B0-FBAA-EFE7DA23DD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9B03F56-F524-74B0-FBAA-EFE7DA23D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8A2FF6-60DA-8A45-360B-3D303916BC8F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1DEA09A-D810-AE5A-7792-E0E306F84B0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2601195-C714-ACB6-E7DC-4600C9E69A8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8F0979E-E8C9-0848-EB89-23700EF7ED3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B3F6094-764F-AA95-94F0-4F247C8AB7BA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A0EB27D-E404-A57B-1159-1AD7EBCC3BD0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8FFAC95-5EF6-380B-E806-F86135F56250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BA3A742-AF56-9B35-971A-172513B71A5A}"/>
              </a:ext>
            </a:extLst>
          </p:cNvPr>
          <p:cNvCxnSpPr>
            <a:cxnSpLocks/>
          </p:cNvCxnSpPr>
          <p:nvPr/>
        </p:nvCxnSpPr>
        <p:spPr>
          <a:xfrm flipV="1">
            <a:off x="2332693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6CA1CF6-C5AF-BB2C-62D1-845CA3B9ED51}"/>
              </a:ext>
            </a:extLst>
          </p:cNvPr>
          <p:cNvCxnSpPr>
            <a:cxnSpLocks/>
          </p:cNvCxnSpPr>
          <p:nvPr/>
        </p:nvCxnSpPr>
        <p:spPr>
          <a:xfrm flipH="1" flipV="1">
            <a:off x="2658191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2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F0D9-207B-3896-88E5-B180DA7D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7289E94-5266-0809-9636-17F069618C6F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E5BC14F-9A64-4A87-DB31-DFE0968EC36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7E71323-20D1-D6AA-207A-A87177ABA2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7E71323-20D1-D6AA-207A-A87177ABA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96C8F2-6F1D-9249-9BC8-7A48BDCFF9F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74170CF-6035-09C8-B42A-A9E768D491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313013-CAA5-23EF-94CA-BB588DFC292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313013-CAA5-23EF-94CA-BB588DFC2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55410B8-9985-9E10-030D-F8BCE2777A8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1BFF2E-82E5-25CC-8390-DED9138666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F466A83-08E1-EB28-75AF-43463B880C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F466A83-08E1-EB28-75AF-43463B880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D5C55F-2E4D-BA0A-1B8A-07A9390FCC2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178F5C-D6A9-BACF-9E5B-85DD9FA153C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5F9328-2C92-0DFB-D093-78C843AA5586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5F9328-2C92-0DFB-D093-78C843AA5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F20C8CE-1D70-E4DE-31E0-ADE6C54105F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9ACE784-BC28-1373-9023-B80B442FA7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9FA163-F06F-D975-1E49-3C164A3E03F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9FA163-F06F-D975-1E49-3C164A3E0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6188E96-3DE3-102C-5B54-9E35A5C4793F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76F625-3DAA-5B78-E65F-D7E72D350A3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48B4A9-F08C-A5A8-F110-D1F37F707F0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48B4A9-F08C-A5A8-F110-D1F37F707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3C30A0-B4F5-386D-8CAE-8F50B688DDC0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ED7D600-5CDF-CD04-8706-FE4B2A9D38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E75C7F-6540-2571-C2D5-39A29E361BC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E75C7F-6540-2571-C2D5-39A29E361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F44F9B1-B1A7-7CC9-3F44-9EEB08908AA7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5B96481-549B-7566-5729-218796C5F7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EFA714-7761-63D7-FB05-650CCD8926F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EFA714-7761-63D7-FB05-650CCD892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18E1873-52CC-F830-705D-6EB417941049}"/>
              </a:ext>
            </a:extLst>
          </p:cNvPr>
          <p:cNvCxnSpPr/>
          <p:nvPr/>
        </p:nvCxnSpPr>
        <p:spPr>
          <a:xfrm>
            <a:off x="6545627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709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1E03-A581-CD8A-0CFB-2638B30A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40859C2-E180-B677-58AB-5041634072F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4506E5B-39E1-93BB-DFF5-A844DFA01E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2F69CC-E8D9-6646-D83B-6CFD216051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2F69CC-E8D9-6646-D83B-6CFD21605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DA86384-D45C-00BC-5D6F-527B856A3E00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B366B0-57E9-2D81-DA0F-FE3A64941B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695785A-3F59-1C2B-E6EB-43EA229864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695785A-3F59-1C2B-E6EB-43EA22986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14A9CD7-34BE-8DA9-CF38-A7A89CBC1E2E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FCCD6BF-2733-A13E-9C7E-03C45D94179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E9AFAE5-C7C2-01CC-0DEC-42713643A10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E9AFAE5-C7C2-01CC-0DEC-42713643A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BD984AE-8410-B840-38CA-A736B4ACC041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2A09401-95B2-B6D6-5FDC-98F9B2FC59F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4160212-3CE4-F84D-036A-B51122288C1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4160212-3CE4-F84D-036A-B51122288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5BCFA2-F9DC-EB5B-F2DF-FFCF260F568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A1EB0E1-3103-D8FD-29DF-914E14AE02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6ED3CE-84FD-3AEA-5B4F-18781B8905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6ED3CE-84FD-3AEA-5B4F-18781B890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B0C662-34AE-976E-CF36-2529030316F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E13B48-5C07-CDE2-BD5D-C744374081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42A973B-EDA1-CE07-FB09-07635137D74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42A973B-EDA1-CE07-FB09-07635137D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D364EC3-C87B-123A-5221-00A678A0609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3E7F2D-A719-40AF-0BE4-7450DB12220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34EEE-CC72-4CCF-7987-6B395D60327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34EEE-CC72-4CCF-7987-6B395D603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C66DCFA-DF56-642A-051F-12B165ED33F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81F05D-69BF-4D39-7B23-EAA80C3F69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8E9DFC0-F5A7-726A-3848-941F2CE4CA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8E9DFC0-F5A7-726A-3848-941F2CE4C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DEABBAF-7CC3-C057-8276-F0C47DE11AE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8F275E1-63A0-7C95-82CB-E72DBDA6C2D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71EB1DD-1454-240D-2A8F-683A7669E58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DFDA917-55F7-55AF-B34D-76505D4F81E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DFDA917-55F7-55AF-B34D-76505D4F8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D3FCBCD-E6D6-EF07-F3D9-716EB714C799}"/>
              </a:ext>
            </a:extLst>
          </p:cNvPr>
          <p:cNvCxnSpPr/>
          <p:nvPr/>
        </p:nvCxnSpPr>
        <p:spPr>
          <a:xfrm>
            <a:off x="6545627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697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4082-17B6-5B5B-C637-492465D4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F96D40D-8373-807B-F602-7F85F993FA3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50E0EB-7A18-8BD3-8FF7-B9A7435AAD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BC6DA2-D4BD-6F67-1C20-FCC3F9D868F6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F510EC-D790-F4AD-E6F0-8109D49541F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9921CCA-FC78-D495-3E68-485998750A1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98691D-AD17-7DBB-096F-79A566DD0B1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C84F05-93F8-A3D3-6B8B-41604A95377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D26EE2E-053D-1ED5-2CCC-6CAF6E8808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27B90FF-D1A7-117F-5A66-A96AF972D4A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94AB219-EF22-8FE9-4098-EC0BAD0DE80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32B2D4F-4A22-7C62-C297-62F59E17FB4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67B343C-69F7-2EA3-321E-4F705385C8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A8DFF6-C436-F4C8-F262-B638AB26776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7018C4-CC3E-9BCD-7959-E0D0FFC4DE7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98162A4-EC26-5D8F-4A00-16E3984DC4C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755B3F3-04F1-EF0A-D27F-02CF7A5FCFA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A1D49F6-A835-BB74-12BF-51DB63AFE7A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0452212-AD5E-DA0D-E938-A0F6C73C704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D5E3A49-2605-C1C5-102A-C8283B3B16D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EB8F30A-1113-4732-2CC0-1857B56927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7D9AAF-CB03-006E-F207-E969BB1A2536}"/>
              </a:ext>
            </a:extLst>
          </p:cNvPr>
          <p:cNvGrpSpPr/>
          <p:nvPr/>
        </p:nvGrpSpPr>
        <p:grpSpPr>
          <a:xfrm>
            <a:off x="666206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3ADC66-D3A4-ADC2-52B8-CA5129A7728D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7936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9278-1B97-D063-2CD1-1D733AD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9447188-623D-5318-37CA-8C09BAF9E29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DEFB280-E9E3-3CD1-168A-C14E6778B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4DC111C-9D76-65AB-36A8-94B71A5BDF89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F63960-43A1-8E00-2066-FBEB7CC33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6EA4F6-BB0A-D291-DF3B-AFB4FEBC400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35D57FA-EDCD-F0A8-0573-1B771DE222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0B7335B-C92B-B377-A86E-AB803A362A8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8364810-BA79-8588-D69D-141C4079EE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C805496-2829-BADC-2B1C-1F1075990F9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66D36E6-F0EF-4B93-B400-CD0BFD77E9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4C1B60-E749-54D0-865C-B7D34E4A530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CA3A96-E309-E9F0-DCCB-CC772A7F5A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C14C38-D5F5-D5B0-CC0C-5B0EE2CEDEB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EE01D69-D088-FDCE-FDB0-80A3EB1D8E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B4A6F1F-4496-303B-8534-E54214F965F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D37906-5AE2-7B28-E2A2-2D36C6853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C11B734-DDCC-5784-6EC6-73B04A7E53F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F964007-A61D-44F8-7A0E-A208BDC08B9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ACEFC2B-63A7-D30B-E0D5-0B548E5CDB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7488189-F1B2-38D7-EC25-F07C14A0D38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5B3B6-6CFD-5721-6B19-06C5D82B1563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26BA8A-6ED7-7ACF-ED88-5E081B1C50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5FDF6B4-4911-0E53-01FA-ADD8723A8368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023D5B0-5E3C-A1A2-06B7-CCF6814D4D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7890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5949-D802-2B0F-F9EE-DF560928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158B3DC-C7E3-58C8-1624-839DD82A69D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EDFE151-7409-2EE3-DF10-06A71717C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CBB610-AF86-F75C-0086-851871102DB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24661E-6BAA-FC28-4F40-7CB6175509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C217F8-0706-728B-6D72-9DCE9CF287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85E78BF-ED8A-A134-5C73-252F068B4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ECC5E1-3302-DB23-340F-D2FABC41E5F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672B3D-B0C2-57C3-9756-EC4576DBA0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4A20E0-D85F-2002-E2B7-33A9365853C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1DEF096-B437-C366-BF32-9A9E1AB2F1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2C0B51-7DD3-EF41-6F3C-87096AA0869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9E7A536-2555-FFEB-F920-163A11B7221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49D29C-BFEB-4F4D-6F5A-05749552A00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904862A-FB64-1EE0-FCC2-B89ECCE76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11FFD56-4919-8C4C-39E2-AD38CE17148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734274-D38D-F9C6-9030-42E23A8451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6DA0015-C33D-D9E5-F665-6F10B88989F2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4174173-654D-1641-2C47-4C73D1B5ADC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D5A1F5C-EFC7-4AE4-F56A-662D0969B74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014272F-D16E-9031-9FCA-44744EE7F49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26D13F-EAF7-74F7-4AB6-98EE6DBF225F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7DFA5B8-BF0D-4590-1C12-E68E0FE7C7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F86D359-DA41-D0D0-2C76-27ABA22ADA51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831D19A-E295-24F6-A164-19A23CE65B5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352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816D-CEB5-9954-3E2B-19A5286F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D56454D-9EBF-193F-6A1E-A6CEE666F50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E8FABEC-351E-1D7F-AA75-3F1C3F53F8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5E4DD-6878-F5F0-7485-C45AD34DB83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242E1B-FBC1-B4D6-24B7-6A6C3933A7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1ADE6E-81E4-F7AE-BEA7-C74B36353FE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280FB5C-97FB-AF32-BEB3-053EC02CA2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E87BE6-A57C-5A24-63FF-10C04BF7004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250409C-8D33-9089-5808-5DA6ADAFB43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97D9F3-ED96-C936-3DF7-6109ADCFC63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2AB76D-5475-E738-F1F0-E89BAD6AC1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62ED7AE-5090-492F-7564-A6B50AA1340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E80C8A3-567A-C549-A552-721FEEE972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8B51EAB-17AF-4AC0-9A37-7F3D06AB60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64E0444-0285-0B40-5A9A-E24B0743D7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E931B6C-976D-C312-AB7D-B86FD3E2D68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087C79B-6DFF-4A8A-A918-DB0FE4AC60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6BDBC4-7EC3-A2D1-9735-C0ED53A2587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3B8ACCB-6FD7-4C0B-AC3F-C8176CD7461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B2A8D3A-AD78-B69E-3607-8E86820E76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0FC1197-2CD2-25B1-53C3-BB8C0CF0E76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F0FC4C8-A7D2-90B9-0A8A-09750EAC6A1A}"/>
              </a:ext>
            </a:extLst>
          </p:cNvPr>
          <p:cNvGrpSpPr/>
          <p:nvPr/>
        </p:nvGrpSpPr>
        <p:grpSpPr>
          <a:xfrm>
            <a:off x="3485781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4868A38-A191-59D2-890D-11358D60D6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9160667-E187-0F77-518C-AF1F110C6A39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AE231BC-A5CC-803C-F2C9-03CCE350DDD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770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49FE-3BF7-E84E-5CF8-CCB06EDA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76B1CA-F8F9-451B-E37A-3B7FD46E326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5933634-523D-1C83-2236-DFF9A14CD4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67EFD8-1074-1BD0-166D-7D33D08EB1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BA048B-A4A8-378D-E25A-4FCFDFEDAB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930A64-5998-AA15-FBF5-DE69B51EF45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797B5A4-E0A9-F7A1-B4B6-601594737A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D56317-62B1-A45B-A08A-86A3F407921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1ADB4DD-B864-761B-39C0-6134BEACA0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7636E0-5E4F-E781-6805-798B38F7F88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23ADD1-A818-32C6-9994-41C310C57B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AEDC184-477D-0C4F-5947-53367EA9826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794F46B-A8ED-C007-76C1-0F0EE020CF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EFF7B08-85A8-4753-AFF7-47F95F9D503C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DB7E97E-1DAD-D4B0-4F01-7458E9CE5D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70ABE47-1C47-6430-A0DF-421D840CFB7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5AD5E25-81F3-AB3C-A15D-CB953E71B6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2126911-6762-CF78-F021-192D98AAE92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B15B83D-E714-4D62-8915-AECD0BF529B9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43F21EE-CC28-C587-12A8-BCC4627D277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28FB6B3-F59D-1AB0-6550-133318EC491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D1D19EE-6555-6BBF-8CD6-2E91FE8D357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447E521-075F-2E25-8F32-AD31CAAC681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943FE1-2F56-FC8A-25FA-529EF8DBB47C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E0434FC-4582-24A0-C59C-339A5E84DBC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579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DFD1-D9C1-987D-2B44-9F9B624F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AA4EEE5-A715-3CE3-9A20-5C3D6C37789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F9F9F52-F72A-01BF-A4BB-EA48ACF84C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4B52FE9-FF97-19CC-4385-80A2C3F7B22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A2578F0-C134-5CC8-1EEA-73C3FFDB0F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782F2F-54DC-E1B4-6E9D-C7F923DEC95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64A9AA-A2C1-4E7F-FAED-C7E81050AA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1E11CE8-EDE9-7D10-7FCC-F2A91120A13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F85A781-1DD9-8B1B-F668-5FE9B65F8B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B31A2D-F683-BDB4-79FC-7A3847B0726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F24D67-58F8-B460-6945-799A16040F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ABDF4C-E369-D901-6014-A1D8D0C1D67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56EFAB-411E-5D20-F8EF-3293D13EB8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7867372-D6DB-1154-113F-9D87C916A74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109B9F-D373-9627-72E9-88FB358B9C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9229AEE-140B-6A4B-B045-A669A5346D4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C064F0E-2CCD-9E7D-529E-6CB7B15DB3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D1344C-662D-2E5A-C8CB-F342C18611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2836E9E-6EC0-7978-19DC-5E48194580E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3419868-CBD6-454D-D023-868C637986D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A34447-23BD-C187-958B-721400A5D4F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BF42184-23B9-95BB-905B-12B1475E1DC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9B55A3-34E2-0729-82C7-2827D62F16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E5C031-A598-D0F6-2F74-5755616103D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F2C1A69-2214-3E30-39AD-32933353CBF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B6ADD7A-BED9-1442-DA25-843C156A972E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5B7A8DA-73E2-30D5-2ACF-92FE8B3BB8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324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B7A4-6F66-7F0D-618A-F7231F9B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025416-657C-8AE0-6BFF-7EDAFA67F2A3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A4A2EE9-8D43-D184-5952-B398A2B8F0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62A24A-33CB-C066-0699-4C194789809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CFAE074-064F-494C-9BF3-2E19146A4CF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7E094B-116D-AAA5-6775-B365D7A63D1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384ED5-DCAF-5FBB-505C-A7D1C1B0A0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1C4C91B-14AB-7722-DF6A-ED0DC51B3E86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0FCE4D-492C-73C2-4436-46FF5C7AED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2B566A1-804E-FA42-9D39-23B83FB57A0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D0C686A-93F9-A2D7-A73C-1BE04D9536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3F62E1B-1FDB-DDF7-74D7-495B68652E1F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6DAFA67-8EE2-94CE-62ED-D7A3D34E69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ED0620-95C3-42C8-8798-59F086FBF6E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C77A5FC-BC9B-12A9-8528-E12D92B9C1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246F7C-C0B3-2EDF-6A32-D5ADD9190DE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D6BA7F-A787-31F9-6726-C93E081D3C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BF41FB-A764-23A9-25E8-F34F97BD222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41C17AB-EAE8-5607-F31F-B82C0E2832A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F44FEFB-E942-23A2-7555-48529CA4C67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4A57B50-423F-62CD-8ECA-6E5E082EBB7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5CA8B5B-C8CA-C754-98EC-5C793FBF348D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E27AD08-90E7-1C67-8A42-9942798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733A8C4-02E2-B704-E960-B286D306109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4B5964-BCBF-918A-5AF5-152D4F08DA3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D0DDA77-88C9-4B91-6B18-F3596FD2E5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D741D31-7009-9192-770C-A52DC8859FB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62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A9F2-60F8-0EAF-E6AE-C367175B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7766F7D-137D-25BE-0E4A-F814770C280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A0E4031-A74E-040E-45AF-9D3575926B4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6E9BF02-4743-DB8C-A0FA-807075E10C0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A7FE00-6841-02E9-BE29-667283DE4A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986D8EA-24E1-8A37-2BCC-52A21607DB9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0EB1D8-03C0-E336-16DB-1E0619362C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CFF03D5-585D-F589-3CE8-B170C00E008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9133A27-2E87-7701-FFEC-520337EA21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F61871F-E501-35D6-1804-B037564D14E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CE321B0-B8AB-3E65-95BB-5760B180F9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7FA9EE7-F5C4-A0A4-E746-022AA4222EC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3B35DD-502E-B721-0338-7ADF3BDA00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3688CD8-39D4-3D56-E523-C2D02674897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08D660-DCE9-76E0-18F3-EA8919AB1A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3C20A0D-2936-A7D9-1111-4A2313DF589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8BD382A-E1CF-39D5-FDAF-8716271B7B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514C81-71E5-B80F-B530-F22916EBF7E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29E71A9-417C-DC1B-01D5-E0467CB2B16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ECA0E66-4FB4-3C13-8169-433DF6A818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966F7E7-0A34-3C84-F34B-A88A2354A5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CF47D3B-FEAD-D988-51A3-6C895B402198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8D6BABB-F5A8-6F22-C524-1DB05CCFA5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E7C3D7-CE04-6003-36FC-10E92D17915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436092C-2F2F-AFF0-336D-978523262E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34CE8D-6A1E-C21B-8BA1-A4A381944CB1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8EB7A46-B2DF-6F6C-EC82-0B382D8F168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2E7905E-2FD6-B930-767B-BB2F2C1A97E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574BF79-F62F-8219-CC93-7D5C5574F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348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695F-5EE5-A941-0916-887B25FF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079761F-2CAA-9DD8-208E-DC72B234D8A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D001C6F-6477-7E76-D5AE-F630823851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67CB06F-5486-0E3D-9F37-B51ED98A4A6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0AA8758-776B-4D05-E78E-E40458BDB0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DA75D17-0DA8-1F8D-E5EE-66CA3989A451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05B780-877C-BB7C-9D88-247DD4E4117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CC5B6BE-A241-482E-D8EE-1BD169C97A6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F46D116-71FF-4D7B-C897-F73F9E0F49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C86800-04A0-BB46-F56F-4B9FF6C36D2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A60BACF-F83C-2EAF-AAAB-F7EC94AC32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E346CE-F6DA-E6C1-EDDB-D8290829FEC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89AEC4B-6DB5-4F80-4299-23BBFC02D9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D0D640-EA62-4D8A-71FA-9574492DE9E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4D5E492-AEED-921D-8518-BEC37F3D141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0E525F3-6066-934D-2E7E-D8B053C995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0A9D43E-0B08-2E26-D861-5E2E32B6AC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505A1-B5EE-A513-57E1-863629AA97F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174748-14F7-6D9D-4671-4CBEB6197951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65E6391-66F0-1D6B-97B1-4C4E43CCEF0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B8FFE2F-7830-CA4A-3E6C-E4629022F1E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FBC1FCC-4BEB-839C-96B5-58AF776E576A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3585E58-CE2B-E1BB-3B20-209ADA8A45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1C989B6-6137-7CFB-2F5F-C015601C399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D76055-796D-1DF1-5CA0-294242FC192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489AD76-2222-002F-0EB3-232A694E5F3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C880831-F02C-97A8-ADC5-81ECD3A084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5E36460-8A83-AAEA-59DA-0C0E37835501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E09BC4D-7EF8-143A-1DE9-FDB3D851F9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FBD99BD-AD05-0C72-33BD-639D171CB3D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9771A73-69EB-1044-BA88-B9BCDF3D7F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8283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C1D5-4976-0B6F-2EDB-709226C5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0FF437E-842D-2E35-70C5-DE5B27773E5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6E7EC98-F1D7-40D5-E676-6E8E963F55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EC70A3D-A1E1-C10A-6588-003122ED250C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5CC3C5-6076-5DAF-FC73-81909017E7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FBAB5B-BC2C-C739-C3F2-81C355F7A36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E67A31-6E14-130F-26DD-1B8EACB793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1A4503-B046-D945-1842-503CFF021B2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2B179D0-7D0B-4F48-5875-AB95685FDC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279AFE-AA04-62F8-7501-E3745EC908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6A0581-1453-4AC5-C9A1-E0F829C8A7B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0219FE4-2291-7646-948A-6564C5C9ADA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FF5F074-364A-967A-85B8-65BF127420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FAD154-95C0-5B80-0C00-01ADD952195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9C7DBBB-2E93-3C11-2931-BFE5915286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980D9AA-1306-5B94-5F50-3A95B2CAAF7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EA51009-0610-FEEF-6C33-ECB11DAF4F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A09AB3-BC27-A841-E974-79B38C19AC5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01B3A58-F1F1-2CB3-7A7E-BF8E1A3A9F1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756391F-D11D-10F2-E82A-9B7690635D0D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47E4AB4-8427-C93A-7C2A-F21784E3801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53B3FF-6186-4052-2D0F-4472758D89F9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CBEDBF2-2534-6B83-0573-C2AF7EFD0B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AE39049-6364-8F65-4E4D-EE3EFFAC5DC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94F59AD-60BC-6482-A18D-8EAC9C2B014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E68E379-3B9A-78FB-40AB-72E3BBBDADE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8CD953-67D2-2ACF-51D1-B037D591815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D10E16A-8E52-1BA3-15EA-F56BA17D41F0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3D64463-57C2-6969-85FD-2166DB20F1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69F286-6D46-19EF-2894-BB77E36D265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BBA8BC4-418F-71C5-A76D-B375FC31FE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326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079F-244E-F9C6-502D-07DC441A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E8C7D2E-B23C-DDD1-0763-925C2393CC1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75FEB08-AFC6-1ECF-E92A-F5C68C3862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30C06E-C65E-525A-03CD-DBCA2FEFE9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378562-B816-28A5-47D8-29298F653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1A2EA6C-5F46-C4D6-8B7C-5C42586DED6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345D88-26AA-F3E5-F8A8-BD862C6B5F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6A2CCB-842D-E09D-FD3C-1DF7E80065F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CA82FD-F07E-B3AE-26F3-EE77E11CE2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E4F367E-2EAA-CBED-D581-B8EFD2B74A1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CEF5F6-8D17-FF13-8DFD-4B2980FDF2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DCAA44-7576-7CDA-0918-AC1902B96C2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CEB1321-695B-5787-37F8-9FFE6F9ACD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5A6953-0BE9-289A-2014-C2EC74D234C8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B18AA4F-8069-4A2C-4EDB-6233FA4B21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544BA1D-94E4-A643-4167-B8050DC9526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1F0072E-FCE7-22A4-735A-C7F622145C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476A5A-0474-A3B0-01DC-01B2710FB5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589D166-34E2-0A27-F28C-3900A286E53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54C3ED-638D-3167-F581-B3C59319D0E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38CBB31-7281-CD56-F91B-11E6F6C072D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6C1B1C2-3BAA-1997-2837-5A7C31DA4B0E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0BF065F-2E06-65DD-8D66-238C42C2C9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CC2F411-FFDE-E57D-64F1-E76144287E8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393A792-243C-6667-66BE-F639E846474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152D56-1040-5FB2-70F3-74A3900689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7EAF75E-539E-BA89-44FA-B7C6FE5714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1942D0C-3412-466A-8AED-03D7A71D78AF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921F58F-FA68-04BF-5AB3-A1A4A50C6C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33AE717-0392-CA0B-A422-809F08F56F4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E9024CB-4251-5CCB-342F-F973841BB2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7455332-05ED-E208-AEDE-A7B3AAD13C2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6B3718A-B873-CE6A-426A-CB7E172D0B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5055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ABDE-6292-5FC2-782F-F012E862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00DCFC1-D57A-9AB9-4C81-58CEA0A4A09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D33AED4-7A81-38F1-EDCE-8098F417D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D079C3-F3FE-7E57-001B-6C1D8A06266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0B7EC6-005D-7B55-DACC-2ABB1DEC857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43BDDBC-F397-D0B3-8CC8-CCF49A42E3E8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45E9AF1-0FA2-B476-811A-A53CE8B9D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F1C2CB3-3325-3222-08D7-33A76A50C68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8F934C-C509-EBF3-4221-F092273573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54BDEBC-430C-8806-83AF-B74B3719B67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8A55367-B208-D515-30A3-4A2EFA65F5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29F94E0-E148-B61D-81F9-12E6F9498BF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61DEFC-3CBB-71D3-B4DE-B7521BBD647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F9427A-A5E3-488C-FBF6-830040553B7A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17A927A-40DB-0332-8D63-F858429D7B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C7B19CF-F146-A0AF-A73C-8F3A5E46E89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D29BE88-B786-14D8-4430-1EF7EBB59C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1C393C1-8E9A-C0E7-F18C-7DA79F5629A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CD925D-4CB2-2BCE-CF4F-72CFC53F1B1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640D55-4FB9-FC35-1700-AA59C0CE2D8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78FCB71-3B68-6D60-1A8E-433FA30F706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5729AE-DC5D-0E33-16DF-EDCB877E8D10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8B272D3-10ED-F4B7-2569-4978203C7C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2783D73-A9CB-DCCF-55FE-C5E731F2336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3C363BC-4948-0B96-1C29-FFD01F7ABC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54C6D1E-DA88-63E2-1304-8A0FE10C924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BCFF5AC-6D52-9423-6F6D-EB01A8DDFD9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392C5FC-861B-E9A3-E59A-45F89B34542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F20B5E7-4B15-E982-06E8-9225369148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EE09486-F9D9-A37A-854D-0C5D805A0258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8220417-E752-F9B6-2A2B-A4AF06AB270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DCF5272-DA79-36CC-5F16-0E9FDF5C5FF6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A4CD686-5FD7-5F4B-2FB5-EE526C48D3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245BF30-A345-A3F3-C0A7-B466896E63EB}"/>
              </a:ext>
            </a:extLst>
          </p:cNvPr>
          <p:cNvGrpSpPr/>
          <p:nvPr/>
        </p:nvGrpSpPr>
        <p:grpSpPr>
          <a:xfrm>
            <a:off x="5065303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136140E-D1F6-016D-16DB-BD35E2D3B1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547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5241-74D3-4745-12AB-5553B376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CB82E-86EC-6F07-AF27-34B17040B68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FB91555-486A-3B0E-12FC-71AF29CE95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61B8754-3E51-73DF-732A-922A5A1F1DD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F7295E-06AD-E31D-1A0A-72574BDC2DC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B4A2C7-0CDF-C9C4-F408-624A01C4096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02C9F6-8EE7-5842-C8B1-8F08CECAC7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AD1228-4697-0EB6-68E5-4F8E58BE0B9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980CF5A-062C-1ED6-642D-B44EFBFC62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1033EE-CB3C-6044-B15C-D68A7354407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CA6CC8-5F65-6066-38C3-688A5AA2F0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6376C5-F668-67B6-A186-0262A1AFAE0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F360AAD-94AC-65A1-4E49-440C7D012A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E6A271-207C-E32B-B421-51B0AAF8C78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308F20-C493-DA30-9B21-8C22172368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8222BA7-C2E5-76E3-48F0-6D3C2A797BD6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0D4C7C5-3251-8ECC-B594-0A353B897F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677B96-5744-93A4-0BC3-B08C064E025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7F12C5D-9C7F-3AF7-9D8A-737E9AE4418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A48EC23-6558-8D43-D8D4-CC820A0952E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CFEC787-55C0-ACB1-E0DB-7E1CD2D8C1E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01C9AAD-CBC4-8E18-273D-16A24390F30C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24E68DA-7FC8-0189-CE85-668A95D053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E041F5-13F1-34C4-79F3-0385C80C9E1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488080-8F89-4AB7-BCEB-A7C3E1B506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DB92784-04A2-680C-389D-CA86C21C6E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10DE47C-86DF-FC4A-9212-9996D5AF4CD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CE7DC96-F344-5F0C-D15F-E25AA93C31D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D5B5644-477B-6DA1-9D9A-84BEAB5841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2453692-43EB-64BA-9D51-188507469199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FD24AC0-A507-076F-1D60-2672325BAA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1F87899-1258-B5A7-52D9-9FECCA8235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A4836AE-7553-D339-1C3F-5C88959B3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023A7AB-CC0E-B529-38C4-EFB82C3F397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0F0E0D7-AF31-06F0-2DFE-63B2479CF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438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B2B8-3A23-BFFE-160D-4C941AB6C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56E71-B93F-9A9F-B8C6-39878516491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03B0DB2-1CDB-3F80-9529-C03BDCC0D1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DF7371B-53DA-DC22-B6E1-A75310F59A7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199A48-4A03-AAB7-CEC7-0FB5A35FA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091B5B9-5D76-70C8-A70A-61899BF3312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E4081A-726D-6CFC-BD8A-DB739A5AB3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AA237A-CEF5-B90C-9C98-796B81633DC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558BE6-90DC-B56B-EA73-5E9AF7B02C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1E4C86E-2C4F-752F-F67D-2FF91D17DD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AAA2E4-CB7B-9093-93DF-BB84AE9F3E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D80BEC-02CA-1CD9-CA5D-A9D04D27C86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93F1100-535A-ADB7-E136-1D0A2BBB35E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9BD34F4-59D9-52F0-3E74-2DCFAA3CB6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CF03E9C-B13C-185D-087F-B10E9A68F22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F2A53A5-D9DF-5123-BE48-FE7B6784C3CD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2868239-149A-0E6B-4D54-5A53BCBD5C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5945D7B-982E-F0FA-96F7-9B830E83775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9E75E64-C1B1-AF5D-E2CF-02722FC954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02375D2-8C2D-9D69-F6C3-12DE13826A6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4218DCD-CC0C-003E-4859-E0AABB0992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9C6B6DC-ABA3-A3EA-D077-8CAEBC8D9DAA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1F28AD3-CA2E-3A18-B349-DCB9B0D7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E08A79-23CC-3DFE-FC72-8F9AEE81F9C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D94E50-CA55-61EB-085A-A9A51A2503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DE29EE3-3978-8369-F5D4-270B60E0D2F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08F3242-3EB3-A047-3E45-691700F56F8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BD766-882D-59AF-D35D-14667F346BF8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9D425D5-9E49-B257-868B-5EA9E298D4F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2FAE398-3264-D14C-189C-98F3F933EEA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99DA62-FBBA-180D-A311-1C33474E73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3C9085A-262E-0A0D-DFA3-BFC594448A7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455E7D9-CE3B-6F64-2097-9DCFEA45C6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F628AD1-6A5C-F1D6-FE6F-A8A4927C76C8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28FF22D-9CC7-36FE-B37F-D4910F2161F9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AB4B6F6-26F2-7226-C6A0-C3E1C56915E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D9FE049-90C1-1A24-CCA8-165ED19233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8688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C5CC-AC93-6A65-44A6-24E0ACF7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9180ED6-86DD-A677-A2C0-F99A1C911EC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2249888-840A-C445-777B-52722F984F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2C43CE-390D-75CE-2E33-4B715488AD6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C1A432-2863-C6CC-FE1D-2693B8969B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FDDBF9-62F0-326B-1C30-DE4ECA2DB46E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36573E7-45B2-EE55-1335-7952B82B0F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B78EE6-35AE-FA07-348A-C8141AC56F09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5C44EF2-6548-BE2C-3705-8E4944F1E20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57C8E7B-BDD7-D4EB-7D88-8136F5E39A3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FA5F36-AAC9-5547-002A-CD83B8FCCA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AA1B76-CE1F-3F0A-D905-F6326C8740F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936E1B9-5DBB-B34C-EE16-4694D000C8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C3B10B1-5F0A-33EA-69DC-31F29E0A8E4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4666BCA-E672-25D8-071F-A97BCA1E9C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BBC5B8-EBFD-1A3C-7A20-F597E9CC10F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C5EB86E-11F2-F1BC-0C77-1825FFA394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56DF7D-E2D1-3607-ED15-3BFF2EB556D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D68851-27AC-C81D-6571-DCE4E0C31DF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ADC7DA-77ED-C789-C728-8150BBF0B99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65A9F2A-C294-B556-2D74-31660BBA25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0E0342-661B-E01D-50BE-08E42E301FF3}"/>
              </a:ext>
            </a:extLst>
          </p:cNvPr>
          <p:cNvGrpSpPr/>
          <p:nvPr/>
        </p:nvGrpSpPr>
        <p:grpSpPr>
          <a:xfrm>
            <a:off x="8339668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05EA7DD-B6C7-DDDA-AF96-1C344F5E77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CDC13BD-23AA-B694-D318-494238D50EC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9FEDBCA-7A46-214E-F99D-E111EBC284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975713C-5564-9373-55AD-13B687F5C4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0E29CA6-3F92-6776-9B52-2F017845C73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3AF4E17-AB45-247A-F39E-848E87AB8EA7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8211ACD-B7AE-5F6C-2F41-80E7B0C883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DD0F88C-A6C9-881C-BBCD-0AF90977067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D3F90CE-C059-865D-4222-495C0D6AF11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C679E11-DA6B-526E-04E1-FF35ED1DE85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E89CCF2-5F38-C20C-07B7-059E909D31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9ED91CA-2FB9-5C63-0798-552B401A76B9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68A4588-75ED-7313-7C82-97E414C1FE9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8E9D373-2505-0F46-B4A4-D4231360B34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E32F3C9-736D-0D27-6D1F-777E44FD0A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9486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0B9E-6266-7908-7962-2BB19109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0A608A-3410-645C-B463-0ED3300D146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75D482B-C626-E282-0F55-CD7829D770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9965557-6BCB-21AA-4E87-F2010BE15AE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6BEE2D3-7485-CB04-CB0C-6878D845896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341211-A95F-578E-52D5-1CA581C95BA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DD32B09-15C1-4D38-0208-3664EA6838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9B760A-1294-FC38-A21F-5EF2E2F38894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0EE7471-3482-AFAF-0D0D-490769458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3696D7-4538-695A-4D10-235EFE6AB8B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70300BE-4172-FF45-E890-A9D42E06A32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41A1B6-F197-334E-43D1-94AF78900A2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BBE812-227F-4B89-2CBF-0A30872F74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F9A0DA-5930-D5AA-3DD2-B70CE75BB5F5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1EFE26-3083-79F7-A6E9-943BD88F2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F8FBE48-7587-13F9-AC73-712CF4413CA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2DEE787-080B-6DA9-6E88-FA3F39B898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D0A1C83-7421-4D2C-0D81-B9C12E84CD27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B520E37-529B-457E-8723-794D3470C39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A800F8F-57B5-83A4-5F4C-8E1B002E4E2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35A0A96-416C-1A56-0F7F-4D9F959E69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59FAA58-CFAE-28D9-3289-220433DD7D8F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FA0F305-154D-5717-CE43-F1E45426A99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424F84E-DC4A-2C30-E9ED-E0436D6803FB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8FA32AA-28BE-3A4C-0B9B-67A31E8ADA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41F7F17-5DFE-F548-2EB5-297201AFC2D6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5528C62-A4D9-4265-8172-A9F817B419A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3084EFB-31BF-53AE-45A6-88140FFA863C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C387188-11DE-0D76-9A66-8F8D8BB634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FBC82DA-BD1D-FFCA-5DCB-AFBD9D6C55E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B0F9667-AFF0-065E-71D6-A3922FB026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D2302F1-DC38-84F4-E063-AC5A85EC1B25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22A2C19-350A-21C6-92C8-E33598B0E1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BC12EE2-8846-B3A1-D3A4-A89D6D001A5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B94194A-FA8A-10B6-6BC4-10E14D63D70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AB5B71-6822-4C13-4488-0A2FB92D89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1994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BCD-7FC8-193E-79CB-81DEF4E0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006F28-24BD-9172-5E92-C867F4562A5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B2EB2F-7ACE-CDDF-A483-579B72564D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AB084C-1582-89DF-7964-1B34655ACF1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AB4951-C830-6E06-C16D-9B83D4BAC2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D4E420-50F0-FF82-9DA8-71D11DFDC4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F9AD50-31A9-B1C2-1E9C-74E6605ADC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21B058-6827-F0EC-602F-86AEE4BFDCE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9C2F501-2732-116E-A2DD-947F1AF72F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D991676-EA5C-9BB4-CACC-FA52D9D5D4E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913845-7C17-8009-D428-7D9302524E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BC85ED-1679-C0D2-AFF3-8F06B768E1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8A4DC7C-7D4F-0F5F-F0F4-7F532BFB7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FB7392-7A74-9BE2-4677-33CE085BC7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A172C16-3BFB-8886-A40F-58645E523E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983B0D-473C-9063-013C-371476F98B8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CFDD12-DCC3-26D9-1FB4-045127E087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6BE0E96-9AAE-7680-CA26-A8FD3411624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934E81-4AF0-7088-2E28-667FCEF10CD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3C2AD1-A5B4-BAD5-E20C-81E25E2F8DC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073ACC6-B707-14AF-E839-1AA27795593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762695-4AB2-5051-23EA-DF8116FF7D49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E40310E-6BB6-02B7-A1CD-5132FBD441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64CDBE7-4143-8678-B3A4-80F8890CAF4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CBEA946-ADD1-BB50-857E-DCBBC6CBF5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5A192D1-FD0D-43CA-9145-0D5E9A2008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12227E0-0330-6364-1BC4-3A8A4CD7B38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E53EF15-48FA-4F1C-B11A-874FADE1E156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5C92E9-5D7E-41E1-D0F2-CED9B9DFEB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C9FD8E7-2B27-6DEF-D28F-4DD48D5D9E8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C5B5197-B468-139E-48AE-A7829F15F0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9835E56-99CA-C8C5-40F8-3D002D852F0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02A125E-2F58-D8FB-C608-133D73679A5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0D5FA4D-1ED4-D344-DB06-ECBC45B0273B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6CE8889-1618-8B11-710F-471FC0A6AA8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E2D5B20-501C-7DBC-1E67-BEA55EF466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3826C65-8B5D-E113-B0BE-0241311DEE75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9F67A8A-B649-5342-C144-2E669D6EC0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210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3504-C2A6-2C0A-E292-D9C8D654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8CD4A70-BD31-0FC9-EAB0-1A31DD4AFBCA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952A58A-7842-C689-872B-96DD701EE8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5318491-4784-6685-E7A6-063BC19E819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31D2FB-9F63-B0A8-48E1-BBEDB0185D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F124E1F-70FF-FF30-BDEF-F0F410CFB6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EB65AED-1320-DF45-7B8C-F931BEABA0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389B55-11D9-0E27-AB86-6C675DEA51B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0A8568-083A-40BA-E7B2-257D57E9C6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2FFD85-00AC-2A4B-7E5E-CC021806C1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69EBF6E-A13B-DBFA-DFC2-22E97BDE6C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AD8E4DB-8453-C656-EEFB-D35B1ADD645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52BA3D-72D6-82A9-B7E2-6D97378C5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FECE7F-1457-D4EE-76E1-EF6216F77EB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45378A-C1D0-A005-B65F-B018E3C0F3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A40E47-10E6-A10C-76D5-621BAA2A23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E5AD26-9311-C173-3229-CA1751B1A0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7A0AA-4764-A030-16F8-81F912D874A5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74D5C81-4568-21BB-CCD2-26C6D57D240C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C31427-C0BB-A61B-15E8-EE61B103654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CC9717C-1D76-0E65-277F-C0E875D52C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4FA821-BFBF-068D-3F28-86BC39F05AD7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76EC437-EB75-2E93-800A-005F5E3A3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738469-194F-99CD-A120-1F0EC6568B15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1883987-80F3-A1F9-098D-DD6857720B2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F804B97-0016-0FF0-6E65-1D61507133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1BF8C54-8A7A-3F54-8739-7156B2FBBAB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36D366-9522-E8A0-8F0F-06D9D8BADE90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1E81B6B-97A9-AA4C-1714-F5130B22E7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E4B12CC-E9AC-BBF2-98E0-BC967DFC42F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C53BDD2-A466-E69D-B398-EA82CA7AFA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0467968-668E-41FB-527B-80B36C47121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7CEA73D-F8E0-3878-F48B-8E79731A9202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CCC1E21-4BC7-A3D0-F654-F5EF868CFB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94C361E-BF48-D893-2F6B-6E2C0F8206B8}"/>
              </a:ext>
            </a:extLst>
          </p:cNvPr>
          <p:cNvGrpSpPr/>
          <p:nvPr/>
        </p:nvGrpSpPr>
        <p:grpSpPr>
          <a:xfrm>
            <a:off x="4989006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CCB5510-A1E4-6AC3-6B67-BED83C8281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3BA9A21-26EB-022B-4BCA-E224423D7D1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42E8BBD-1D69-00A2-150B-24FA356884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811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C3C3-FF0A-D561-FCFA-4F62573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69D22FF-F195-8A0B-B700-C63DAFB589E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D01A5BE-8182-D11B-1385-840D10E532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BE8FBF-5D52-7B89-9BC5-6F05056F694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1B21D9B-2594-1D03-BDAB-29212AED51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8097FE-1EC3-355B-B0D9-813FE63CD56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519C2C-F683-9CB4-C2DD-7412907B60B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E7A239-E294-CC28-8F1C-43AF1EF7C15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BAFC063-DBDB-3971-C024-A845C28A217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24F403-E5F3-75F2-A628-AC3CE739BB7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3C00CBF-1D87-FDB6-0936-F5CE98AE1C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7156214-7F3B-3F4E-EB30-42143252D50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05D2131-E5A4-7875-848D-8BB54A955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797E51-3B56-EF6C-FF78-A1B06610D61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05D87AA-E997-FA3A-C55E-415762ECEC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73240F7-4F30-FDC3-92B8-5007DA516BD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D27312-7859-284F-8443-2CE399AF50E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7931697-B575-65B2-8358-B15CC603469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0A7885E-A85D-59DF-EB93-80F858759B9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7C61882-8F23-6A84-55F2-14E15FA45E4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7E31D2E-5C40-FB48-367D-61472CB9A370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2AD2AC1-FA6C-F936-F38D-2CF68DCB9A78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34A8ECF-EAF1-29DA-1905-F99A1F9FC8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CBBE54D-CAF7-6E63-D3B9-6583FE20DDE9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3E75CE9-0CF0-4E6E-D459-963EACDF4DF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A5C7BB8-96D2-A810-9243-3E1CE2130E5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CA6E059-A15D-1B7A-82E2-75AD3A02F77E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29AAE5F-5962-D230-9C3C-C3FC65439E4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7C7E35E-3A46-6A86-4940-B11685FE28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B0BAA62-B735-D973-212C-5407BFB2C55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0F026E-5AB7-6E68-EB4D-C14AC34D5FC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2894914-8858-1227-A673-1C907480A4B2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EADA69E-EB0E-0BF0-DD06-CC44F4A29E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F03B0E2-EE57-D112-5B7B-A2DD1841C41D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78E7E12-8EF5-C5D7-B0ED-BCB0E4F4B387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F165B4D-4DD3-2FF3-8229-E73EC034A3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D402BBF-B786-CB29-F5D3-F153657473BA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DC29A51-71DA-519C-C9B1-DF710349C4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21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2BDA-DFFA-FD41-59CF-59DB35A1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6421D3-84F8-48CB-6614-4A3E7451E14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36345C0-B1D6-5C9F-3857-BBCDB45FA0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0824A13-AEBF-0609-7554-148307E79E3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EF33A9-0762-C090-8842-B328E1CD7D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85450E-0F84-25EF-5189-405271CA83A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878ACE3-20BA-EE76-D29A-D2A6759541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781BE1-F4FE-78A0-B155-82EEA79934D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25592C-7C49-3D08-ACEF-5CA8068AD3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56BE1F7-9D33-F68F-30E1-20155E76D68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EAE11E-AC52-6ABB-BE2B-B16D202E39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AE1E039-40F0-188D-B8B1-A28181C59D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2BF2B5-0E45-388B-A533-0DFAF296E3C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AD242BF-E17E-360D-A3BC-AC240F6B952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9093A62-213A-F737-3CEE-7CEEF9EAE9A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C3E668-0ECC-0F72-9651-BA2367C9789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1D17127-4B53-AACB-00B6-0F878B8F52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CBC9872-2156-1626-C784-A3606BA6F15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6BAFA60-5659-D302-62BC-5A1DB50D6AC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9BD738-DA98-7745-182D-3A82210C57C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95F4230-1C15-F60F-8300-89257D245B5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AEA662-AD55-9EC9-785B-1DA8C4B48F13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759E8E5-C327-5220-CF28-66B0AD744549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7BCE5BF-D052-36A5-C6B6-AEF24FCD33F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A3EADA5-029B-9067-78B5-D473AC25D08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9B18580-C942-193D-253B-54EB2302BBC4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95F36D6-FA1E-017B-CB50-716EA5DE0A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7E5BA7-5048-25E9-9B89-3753498D6C0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D941A8C-CF43-280D-3A18-79CD8CDF4F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9CFFD1-D75B-436A-EAB4-87BACF0D102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B86E363-4F90-C3F1-F8F8-0E877DCB23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1AEDA5B-4892-EEBC-F6E8-6438A22CAA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117E802-5C8E-6AF8-9AED-680CC6D9B14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A597EC2-E15C-B4DE-2BCC-C493B9FAD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51C2BBA-1791-1C09-3F18-F006F1800CC9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402352F-7356-1EE2-914E-B55E9503B8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564CCA7-0739-6653-C2C8-148CABDFE8F4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4EE2E0C-594C-B3B3-B75F-564DC61D519A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06DF415-5074-2165-ADE2-1CBBFBB95F0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9954F30A-5215-68A6-C8DE-C17FBEEF3D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41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CEEF-89D9-BA1F-67CC-35C7E311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77AA6DF-4670-B866-3C6E-C81033C7B27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06314EE-9DAF-72FA-9176-CEC214AC06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445038-46AB-A75A-8404-6293BC2230F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EE31EF-E8EC-5843-5CF5-C9B8A34BAE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DD15E3-FB31-A268-7D3B-8BC3B39032B7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792D16-70ED-F77B-F5FD-7687F07165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1FA487C-9772-F6FD-CE02-EF1CFF2C7C9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3C55E1C-2361-6932-D430-C9FD3A2254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E05501-A9C9-0671-A612-6249D889A012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D7C2809-823B-72B5-DEFC-153E044B3D1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4D44EB-3853-1876-020A-5EE445DFFA8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4072A60-8EC3-1B4B-8020-677D717B5B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7BDA68D-6956-9A3C-E1CC-30825187636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3C6BB0-777E-417E-D08E-420BCB0AF1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4DA2CFF-A3B4-DEE3-C4C6-BD261C9E1CC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31B3BBD-9AE0-CE8C-20D5-B0959EBE5FE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D8FF24A-79F3-790C-323E-712E13BD356F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41E4B66-8C6D-66B2-C12F-09C980810D9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88894D0-77C7-978A-8981-C7A76906DF1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7C7B398-A271-AE7C-05B1-FD6808BA3A3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0FC90AC-AD63-AD40-82D3-63DACE66D0D7}"/>
              </a:ext>
            </a:extLst>
          </p:cNvPr>
          <p:cNvGrpSpPr/>
          <p:nvPr/>
        </p:nvGrpSpPr>
        <p:grpSpPr>
          <a:xfrm>
            <a:off x="9465736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986D5EF-CD30-5100-279C-F53174B0FC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07EB4F8-C479-9A23-C969-63ECA240C50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2754A8B-224D-1ED8-920B-E88C3339DB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10C0388-F4C4-8055-293A-3BE46FD6620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77B145-7362-5AA3-72C7-E1D32EBFCEA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9969EF3-33F4-3573-4847-2875AD88B7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BB37E00-E7D7-5925-326A-203CF73DDA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D78E2BF-0222-92A1-FA39-2C6564663C74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660BFFF-D82C-A7A7-CADA-1C782B601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0267924-8E68-6785-C7FD-C35D975A9467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A18872B-2608-6383-29EE-1168C1D1D1B6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89735BE-6E4B-BB67-15A1-0CEB4C913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2F7981B-AF89-59DA-7718-137E0F4B546E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1809D6C-3551-4F48-B31D-848B028757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6B9E68-7229-2021-3A87-32D8BB00CB9E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4760FFA-0CD6-B3DC-AAC8-C616B35EC1A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F7649ED-01CB-0EDC-1A18-5D717BC24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133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2B96-40A0-087B-C60F-070DE8E8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0EC724-D723-1BF8-50B7-C0CD1CB77DC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B1411B7-618F-00A2-8401-9E232B7758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D19B36-2443-CBAB-530B-DFFA66A8B26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CB1D36-67CF-D9FE-817C-AA125C698D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77EDFF-8966-2D86-F3D2-E8F0AEC783D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141A62-0F1B-F143-75F2-389333FED1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677354-64D7-EA15-C9B8-77D4170973F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8E0FAB3-FBB5-419B-E28C-304ABC7A2E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AE8DC05-1125-1603-9C69-2C135AED15B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2A43982-F9BD-D7A0-8F69-58210B6CE9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6240A6-ABB8-9A2E-27E8-2DD6A1E9F28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E7CEF0-CF1B-1E4F-ABFA-9FEE8AC12D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F7CEBE-0429-7C05-3DBB-14A43AB5EF7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53842ED-7AEF-BA38-2468-0432BE3614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982D7F-36F6-86B0-46BE-FF88ACA6CB7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BF482A9-8E2A-307D-4731-EDF8D4A913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756042-ED75-2272-9E54-B16DBC8EEEF1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A39C9AF-FEE8-D498-5B22-34F5ECA390A0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4E95EA1-8DC9-C468-0A37-43A0197D201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81AE0B4-0A32-87D4-43A9-BD45962A688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9068D6-4D3B-9793-C585-BBA04194A3A5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AB19B70-9E85-9096-6E90-17EC10B6D1C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788D114-D6BC-4A4E-653A-803F14D3F4E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C9BA9DF-056A-4F41-A774-6DB7C016D8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C4921ED-63BF-65B2-4BB3-EBD7B2F85A73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8D5580F-8106-E0AD-D012-3C064359B06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58C6ECF-AA84-D7C4-CF1F-19836B4502A8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8B63148-5CEB-3919-854F-3CE7457164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34DD98D-1173-F490-B44C-3383413C3CD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D605002-F963-F511-F8A3-959FDBABC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C8F4C5-F9F1-1159-968C-1D2FDF709D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EE0097C-C4DA-642F-8137-496A0200322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A744072-1A3B-AF91-F56E-E7A6B4DCECF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C296A63-9D20-377B-C460-65CD3839357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6874D63-B21B-2918-503D-C577ED454F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C6707BA-230F-C826-5785-4D515AA05D34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87BC20B-A2E3-0FB0-D5B8-BC122622711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10C6E86-EE5F-211F-4336-1F3F65E310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704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C0A-0F12-3778-2EE0-DA730C09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75CC72E-3BD0-3394-4F6B-816CDF22F0F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46144EA-5BD6-4495-B6F5-046D7B2C8D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C99054-4176-232D-2FFE-DEE9C7E29DE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553028-CBE1-D23D-07A1-7CAA9E65C0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04AFC0C-FF54-939C-D290-A224C84A559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2BC4AE7-D499-D8F7-0115-DE92B3AD8B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E2051B-09BC-AFC2-0B26-B560DE55B38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1C374F-A97C-EEBD-45DB-58E597EB36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67DBF6-5856-2CE9-9B6D-D73CF80B32E4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9560E11-3D02-B2CB-8637-4B736871914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C4540-BEB1-296A-73C7-E08579A0225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B548D91-5489-E65F-0CCE-34351BA74F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A178F5-A6D7-BB7D-B734-94CD480B77C0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8068709-6887-EF5D-26C8-6BBAF207D8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523F4D0-5B97-4278-51EE-E972BEA5AF1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90D4EA7-FA9D-33AE-5730-23392C58A8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2A9F48F-A825-E142-DE56-C288FFCF152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C49FC0-9CB3-7B26-2D3B-2CCDEED363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3F6B0B1-BD96-83B7-C62A-9C629899517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49BDEDF-FED6-0A54-F0D3-B05B0DBF8B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3730FED-36C2-3CB2-B680-2C4C291CFC3E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1C97586-DC53-FBFE-6E0F-125B3A75FD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CFABB5A-26E3-4811-0348-CA64331757A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785D70-2143-0969-F261-049A7E8FE0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81BEBF-4410-5BD1-7ED5-FC0907B6471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A32A6B6-0D65-E7C8-F5EF-97EFF60ABE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42D6D5D-9CE0-76DB-C669-DEF6DBB0EB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BAC342-E5B1-AFF6-68CE-4BD5283DAA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5CCFC69-9E77-71AD-9083-30CF0FF05B6F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BA3EA03-3D04-17A9-37B6-A541757BE43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C1F5419-6568-3CD2-60CF-2216825DB1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452A274-F1A6-2C4C-83E8-3F0A4327265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336C0B-6490-5D6E-328E-4AF9FFB8AF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753D834-229E-BCC9-BDFF-7E579DE4ABF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A8E9528-A653-C03D-B89D-72EA9D6C4B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68E5C7D-6999-4338-4E44-A3DE61A6A41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C06D7DB-BF96-C4CC-AC4E-BC45E9EAD21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FCA98C9-167B-9489-946A-D5C6EC477D0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5BA1D2-7DF7-D841-312C-8DCC394DD287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024FD29-F67D-723B-325C-8E477C302A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7665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1E93-32E1-D357-4929-4CB2B9E2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BE1AB8A-6CEB-6C42-7395-1B6D2CA2211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11F4F5-165D-1E1B-828C-93BD4DEB3E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A5660EA-BAC3-DAD1-5EBD-385FD5686EB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00A27B-A7CD-1469-AE76-A0C0604CA2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1D843D-AF0A-6338-A76B-760AE37393B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8102BE-1024-7A3D-091D-508039FA5D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44F842-4D02-F849-C9D2-7A6340C8558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CA80C09-9BC7-EE6E-1C4F-E143095BD54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7B4E385-10E3-53B8-1911-8DC671CF48F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B181221-5F0C-A38D-3970-67EE6ABA69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DC0AA95-1D24-5EF8-71A9-73ED713EF94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DE814F5-214F-C233-AC79-AB919CDDE3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7127D84-6705-B317-C3C4-0182902C982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CEEB42F-C4CB-C6CD-63F1-D9EAF6DB23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4CAA365-AB36-3FF6-3A2E-007947C68BE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89F36BE-8082-9389-9593-BEEC3D84EE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4E8E09-D79E-7228-EB76-99F669021A8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F17F3C3-107F-370A-3A94-83A9A8C9BA7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5ECE78-0585-1BAB-905E-C7BBAFBF017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6A0B260-926A-58C0-5D13-241B341477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B9285B-AC87-0234-7574-7F8FB75236DD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98C62D1-83DB-7D8C-E98B-2C3D9737704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2F652F6-AF63-2348-3F47-B313205D62F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D3225E-9C1C-C627-1A13-2EA48C665D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7419915-BCA5-B0C5-0117-F8AB4E9E3C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17B3119-D7D3-C7ED-5BE6-3E7D90FB876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457950A-BC16-3CB1-5A59-653B5737CBA0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22C3DEF-FFC7-D031-0807-71EDA7A28D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A55B584-35A4-0C41-AE66-0E4A96B987B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BC35956-57CE-1059-2D48-70007106D13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FA5D633-D981-B691-5CC4-6686D97CE1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EC0A1E9-1B90-FA5E-44A4-1F6F9597202D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319FE08-3A20-7E14-DA81-406091ADB0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8317E1F-2940-EBC8-A174-49FAD02A9DD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11C22AF-8BF4-B192-C497-4FFDD7216E87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14471FF-6EB8-CDB1-64A8-A7A877E2C37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324E84B-A89F-0526-BFE8-7894DB033F88}"/>
              </a:ext>
            </a:extLst>
          </p:cNvPr>
          <p:cNvGrpSpPr/>
          <p:nvPr/>
        </p:nvGrpSpPr>
        <p:grpSpPr>
          <a:xfrm>
            <a:off x="4973436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DB66926-E294-B569-1226-4AB59DF3B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53B3FAF-FCB3-47A7-2941-A759C8AF054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055A43E-03D0-186B-9694-E52923862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09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9C25-8C4B-14BE-DECF-6ACE16BD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7F0DB35-120C-A96B-4195-D8A8E6D3ECA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BDBDAB0-047D-7833-01A1-128C24278B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5AAC87-F36A-0D1F-8C76-341291B3043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E0DE45E-1DA3-ACA6-AEC5-EEC14E0005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DCA270-8829-D4F5-5EDF-96362C8F28B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69EF37E-FBC6-7AFC-0670-C92F5FA3D7F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330EAA-08FF-9691-5C73-8687F9C9B262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37C4E68-7DE4-1E0F-8A0F-B41D4EF7F8B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21D70B-F01E-4542-4178-5681AEC7A4C1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5A5563-6799-9BEA-C283-E28FEAD56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F05E92-CC87-4500-9B0C-FF9B90292378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758BEFF-97E5-BBB2-7AA2-A7E5BC76AB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464F4D-63E2-9F99-67A8-6C68A97F4F3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00B32ED-0FFD-BBBD-B818-E96CF5A61C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C40CA5-CC98-8506-26D8-326E1E71A06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6860F63-BA1F-EC6E-A49D-0B15138D33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E3A098E-ED35-765F-C8A4-F6AA8F30E86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FBE4720-E84D-8F8A-1490-D327E10F882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EB6A635-C79C-1A34-A266-FE6531EEB1B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8D311F5-F304-9384-EC6B-9A09C3A6B5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95E989-D11C-6B03-51CB-5A765266F3F1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D855ABB-6825-B077-9DEF-5D0257368C0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E45A35-FC9F-0483-D461-DE724608EAA1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844A59B-F247-A4EC-26E8-03D7AC62F30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77C5710-5BD8-BA34-DFE7-299A87328F10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5F4B8DC-EBB7-0F40-89AD-3E22A1FD48E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AC55AF0-9305-ECFC-383F-C7C6734E7596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54AAD3C-5AC6-1746-EACA-0B556D66D1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5BF9053-64C2-8E1F-DAD2-EF620130EF7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716D97C-D726-F853-5013-73F8577781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7A4C2C-5E3A-0066-E016-416D224F83D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F4A38D4-CC38-562B-D3E1-D6B018CE2EF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9B93D84-5C93-F283-C42C-41A85034183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CC1C6B8-EB63-FFAA-2331-FEE389509B76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97E7CA1-3D44-08A7-3282-42AA4BA8CE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DEB5F30-BD65-39B5-95EA-212280F0F23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2C7CDD3-6065-1D95-3DE8-6C5D80574BED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BC31A4C-FDDF-FF41-B64F-08F2335CCF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34F3DBB-6A1E-CD2A-239A-79B253854E84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B19F078-CD2A-D0AB-2D9B-A6BD8AE924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0581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7D99-611E-2BD9-E04D-A3F19CFA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BE680C7-E78E-DCA1-E979-E2E50DB27AC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1A8E7C6-D4C4-0F47-59BA-1E646F085D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B82A112-C790-581E-F478-B1B373DB703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1F7D784-A639-2D56-A28E-F49959A974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400CBA-68A5-5465-29A1-B36A1B34FEC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7C1D86D-E85D-F9BD-CD69-62234481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F1377F-D302-8E85-6A7B-1A00C9E949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B847AF-8433-1FB6-12CB-8D7E88B39AB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42CCD3-7F5C-F7DB-6E3C-94154BBE22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9D09DB-0139-4E03-3037-4078A71B83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5F71E2-8C54-0EE2-15CE-8C7B5F8E166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906CCBD-D844-E5E8-FB11-A1BE2FEA29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C4FDA6-4149-39E6-FA5A-F87C3D7ED53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6F13460-65ED-3A58-101B-ABAA0EFD31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9B85DC-924F-4542-7352-FAF21A0D5A6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C5AC00-92AF-9E42-FEDA-E5D194D2AC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A7B67E1-57E0-3964-AB12-DC01BDBA02B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78CB7BC-9117-89C0-A8B4-F328F251243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D68C94D-380D-4DF8-B6B1-4B9306ACCBF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EC15D87-83A6-1D75-C34F-50DE97938C6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6C69482-8A83-4757-66AA-5B64CF8F9280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401057-3466-28AC-CEEE-A9201499513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80A6D17-3E32-F5DE-D227-5564C8E9EC3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DFB13C4-3749-B6BA-37F2-967BB2098D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AF2444C-E080-3DCE-6D59-EC1336B8CAD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868334F-FA5B-E673-FA64-B83106E42893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AAC3C2F-5517-6278-0B34-275A5806F8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3B72121-4803-28CD-F680-009ED8ABF0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E3D46CB-FBBA-E148-E1E5-9DDA539970CA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BDE9C0D-07F1-ACB5-6E89-3C2771B26F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BD38FFB-5D57-8B0D-1686-571A4244A5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70E1822-CC4D-F03C-F5EB-6050C31A375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5FD2E59-FCC0-2319-6A91-8505AC60C74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C50D905-331A-9BCE-64B6-8B9FB6E0894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D6DA644-0AA5-2AD2-CC4D-33566AB5913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F2CF252-71C7-FE2D-A11C-8FE70813A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3E6E985-0DE2-106D-F314-412062A82C0E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1FA8005-95B4-8319-31F5-7A3BD80D16C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437411B-056B-BECE-7859-B4A4C153758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EFC8086-D9F9-4DB9-8B89-0A17F77EB66E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A8DE228-3861-D7F7-7A64-DAA89D9D13D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92FA955-7D81-DA54-78E8-40ECC22E47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166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C6DA-63AD-E171-2459-2C56F7F2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4311213-FBA6-AA33-331A-1AD1C3E2C6E1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238A2A9-B900-FB1E-6D53-C56E9ECB33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D0B2-3402-5359-9055-A54071859F8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535EEF-CC1B-8535-1A27-CF496A95C7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1D6A53-C1B5-02FD-D593-684C22B57F3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85FDF0-2659-3793-D26B-DAA4F559E8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5D365A-1E1C-8960-71F4-E0E774638483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856374E-2B5A-F8F4-6B0B-FD81F63024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9DEF7E-EB5F-B427-69BD-7EDC67E2B05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4880430-A252-8930-ADB6-615D046F6D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70DB0D-5FA5-E089-3E9A-214A64A0836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8FF5176-A9A8-2A03-EB18-DDFB061986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0439BAC-B9D2-57C3-CE9A-0528C08C31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4ABC15-CB2D-66B9-2D09-FDC2DA2809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4072B0-1DD5-AFEA-B930-0084383AA2F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34924E-B94D-90CD-EA70-C11E3C97F8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ECC57A-E3C0-FD80-D27B-1C824BD425BE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D4780D6-CE5C-9071-D337-229828FE739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DF9DFA2-452E-E4F6-F401-47C4BBDAD56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AB158CD-840E-BA60-5D7E-64996121338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9EFA1F3-2D68-916E-5F06-4B72A78C3C00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163E9C17-D77D-7554-6270-7AC43E61DF3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7255AB-06F6-A7C3-C52A-72441C2AA373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28E521F-CC27-0608-FC1B-6F95BF3E5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58B0D72-F257-D4AD-AC22-0FD9AC50C73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7964F8B-C183-BE62-F4AD-5C03D2835D90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C46D2D-D2B4-D8CC-152A-EA35B4D615D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14D17C2-B637-A096-E9DE-BDD0AFAF18E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13F89EE-8697-5D8C-B1AC-0E110B2542D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57478D2-75D0-1929-8944-A735DFB5205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7DC8E59-8A94-4073-A878-158C03181FE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0D98837-86F2-268D-51D9-EC17BAA67EEE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9061E77-ACBC-5A4A-410E-0563AE713C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5031ED3-F00F-415C-7EA5-F078347563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A9B77E-3700-8B1D-7D8D-1B168D60CE8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0B1BB52-AEB7-5182-CFF4-B1D02076A74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27D240D-FE4F-E93C-D2D1-0D23B0246663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BEBAEE0-6AA4-554E-C1AB-D036DC5C7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7DF07C2-685F-E5DF-FF04-7A3296A0B837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C50C2C1-2092-5C6C-8B32-B7FDF7D1C475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6122685-B5ED-59CB-7656-9AE7824F7A2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C77E16D-4956-26FC-A005-2A9710067D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518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C0FB-F382-F4FF-A656-91EA2916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E7DF38-6213-78CA-B852-BC4F9ECFF0D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5B88EE4-4561-39C9-6AF9-65F5B6F863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1C96EAE-658F-B791-9B8F-68B30B0B719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2CE450-B1B5-E50E-6194-69BF642416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B1FFABC-77D2-6C2E-857C-E99A714386FA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CD5B4E-466F-4940-027E-AD4326DFCD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8B098B-15D6-3FFE-FA76-47FE7BD4B53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79B7AD0-C260-C2FC-B92F-E113D52050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CF236F-E1D9-9F62-D206-08F07D4CBD9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2C60B1E-FF6A-6E04-7A2C-5A5F472CA6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F80C62-390C-CF7F-5FB3-D97CE5527BF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FCD764B-DF78-210A-5248-97BB401B55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1EBDC1-AA49-C400-3818-C39407513CE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74D9D2-87D6-BDB6-6731-827D208FD8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FAE5E06-B365-D466-92EC-7C9268FA4FA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6752CA-05AC-82B9-9852-DB0B7E6B4E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DD69E31-D299-A494-9BC2-E37C0DFC2FF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739A61-8E43-9E5A-9D8A-9502E89988BE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6EFE77B-96B4-BD86-4FAD-9225976E04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FA90FC4-621E-9FAF-B5BC-89201141CDA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73320B-CC27-3FB8-BC31-0414F203D906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3029E8A-D4DD-509A-42AA-70D04E6815D5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3FB087-9EC8-AB20-B009-412ED580609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E6D18FE-6A77-FC29-1F83-BF001E7327A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DC3D165-BF21-D9BF-595E-B0728EE62AE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5E764C-FB6A-D80A-8EEE-43C84570D31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BF9849C-E080-DEA9-FFC4-5C67FCEB12D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2588BDC-AA11-1CEF-78A8-51F0A86532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D7F27D2-524E-5486-9928-BE0CFDEBC283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0AE0F4D-21A9-830F-0A2E-AA5D2149A9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C3FD0E4-EB22-65C9-1962-9EEA6776C08C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A5232ED-8FF2-F6B3-07A5-3A4592EC776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0E6A28C-3951-3D14-6C11-622C0F5B721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7CAEBAB-E2B1-2277-E9DB-520DA7E2D5A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EC9DF2B-D4F2-C959-CBB9-02A29E6433B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0601DE0-035B-68F4-4031-D5D90FE796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7334A27-85E8-568D-3BA8-B8AF44B1261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02D5BEE-047E-731C-F0B0-963114364FA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B1BEB9B-D01A-B717-5E39-A369B8FDCB3B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749C0E-07D3-F88F-59AA-3341F424BC02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3589BFE-A03A-2948-4709-F862671F86DD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8959A75-0C05-4BEC-49A3-81C0FDC6BB9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B130B42-354F-14B3-4592-550FED7C9CF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E31CA17-B59F-9693-94F6-827397A2A04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397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E6A2-36E9-E9E4-4AA1-4EEEE388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79618CE-BBC4-9519-00BE-70E1E737987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8114C56-BFFB-C141-5D1D-F338DE1782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91B872-51F4-DF55-5C81-579DC7F59AA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AC8A1DA-5DB5-229E-C2CE-8AF5D37164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047CCE-6128-A24F-5FD4-A5EE59EFA8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5AFEB63-76B0-E63C-1DC9-D7DC1508700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20CE63E-53A3-836A-8EEE-221EF5BFB08B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F033F9A-7203-F16A-84AB-A6D479484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2967487-2AD9-F2CD-373C-A8D06612A0B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9A91A6-456F-D25B-FB69-330945AEEB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E9FCB85-37B9-FB89-9B0C-4B64786A0CE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8D7022C-72A5-8522-8F07-81ED67EC8EB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F9F9277-E854-3911-263D-C842627C6ED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0A160F2-9491-4437-0371-8DCB48C2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DCA682-77BC-8932-1418-99494C1E8FE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3FBFF86-3CFD-0C02-5659-70319D0277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BE285-501F-39C8-767D-90EE35379D10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9920AF4-DCA6-3E64-A16D-88DD5B7EC516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F4E6CF5-87D4-7F49-A0FF-434177EF94E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CA9E9F2-156F-8159-FB1B-BC582E6077E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8DD5362-E33A-FFAA-053F-7428FE5421A9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3A5BD01-0702-CACD-16F1-8D07AB96BA0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5D7CB24-7B57-82DC-DC1D-B5C824FD991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987E815-EABC-8859-A677-58D04822E4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BFF5F4-CC09-EA7C-BA06-F6A98C9F55D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707C94-5C6E-A8EE-55D4-B84366459AE5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4EA3368-A2A3-22ED-FDE7-785EC694A16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9A2D6C3-E291-19F7-08B3-E9440BD2D7F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237D34-A778-DCC0-2D17-FF85A97B93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6073A7-55B2-D630-4383-7376487842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D2746A1-20E3-E817-9A92-4325EC2A0D25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F66BFB2-E2CB-FDA5-D736-FD532B984F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32989AD-859A-DA4A-594F-CCDDF2ECDB91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E10FB47-A619-7878-85E9-C9F85423392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B568DDD-805A-BD9B-3E19-B6DC40BA342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D691B86-3219-ABAA-1471-5E4C03E20ED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0CB5CC7-7836-D1A4-91D4-89AE490ECF52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25B4E5D-24BD-1BF4-FCDB-34B52CAD85D7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501E192-E6AB-FBEC-B2DC-125B41339643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13F35DD-D794-4867-F572-49669CB145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25E91E7-6D78-12B7-A80C-8DE72AF330EB}"/>
              </a:ext>
            </a:extLst>
          </p:cNvPr>
          <p:cNvGrpSpPr/>
          <p:nvPr/>
        </p:nvGrpSpPr>
        <p:grpSpPr>
          <a:xfrm>
            <a:off x="5024450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1D5B8AB-0E52-1C03-2BC7-F776D1FEA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0F9D434-64AA-0C1A-259C-ACF4AE07A08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7B6A002-DBC3-FF25-BE70-EF94170D5F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7637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FF1E-A826-9F9C-8C4D-406FFE60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CA0302-1CFB-4647-5133-C749BF2318C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66EB6A-AF07-4E67-A80E-379F22D7EA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463C8A-72F9-EA03-B45E-7A8C2397208F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EB4D14-8C53-66CC-0581-D744C821BD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7B92B95-7AE4-EFF4-E080-077B68646E7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9D085D-21AE-8B71-0F09-6E9FA4F482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85511CA-9E1A-6DBA-D5D3-8716918658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CA730-D4BE-6B4A-A20C-7116323D6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5A5CC0-83F2-6732-3A5A-6C0AF0F1592B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F280B5-DC0B-2DE6-EA06-D6903CB83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658E825-6999-EC0B-3D80-FAEF69B8788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0EDCDE-E2FC-D348-2709-3C40639216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BE74EFA-3B46-2D2C-7704-14375775D65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D9369C2-BEE6-ACFC-1FC9-B97A6CF7D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60268DE-FDB7-835F-1CA7-D6D103EC766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F692956-826A-4F2C-F3C8-1BEDB4119B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B5FC0BF-48C4-16B2-0817-295999BC97C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FC16F82-AAAA-692F-0C16-8648CC6B26A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AB57021-6DCC-703B-52E0-0E6D65C234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866B56B-7141-41A7-C353-49DA13CCD14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BC146D5-39F2-DC0F-693D-A142CE77FB3B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145E29F-BC2E-987E-F993-D20FF39BB2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A160E4E-BB46-8508-30D3-ADC3743EF24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5DE669B-5BFB-6293-9F26-96B9C02D3A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BE03FC3-7215-B22A-FF3B-62296F96D33F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298CBC8-F652-B916-D6D9-7723588F141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263AE34-6E94-3140-ADD9-3CB09CD200A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9F08C2E-3C39-28A8-16AC-38BA9AD487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EB7827E-DC11-C1A2-6D8B-70054ACA43CC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8C29D0F-5D6B-84AB-00F6-C90D31DABE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1328CA0-EF2C-6D31-2396-2A66418B434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2502347-15BA-1D3D-E247-F31C0ED3D97C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3EAA7E0-8306-9E31-30E1-14225A73F940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33B33A1-3D51-4874-65A5-845C7C23978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8E11839-E64E-32B1-9F84-F4294479BD80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B77EDCE-040D-65B8-4E8E-5E04AAA36A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78CC525-67D9-A9AB-1BBD-D1A390C4E9F9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FE5193A-3CCE-FBD6-FCE7-AA4D9304B00F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D20C2DE-E506-7540-7907-AC47326D738A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7068D3C-4B9A-C960-019A-C7F476BCF6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74C5161-EF03-CBB3-83FE-55E97E00615C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0F08673-0F32-472F-BA03-58B8F826D9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74FE7C3-C409-B4A5-309D-777457BD3CA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98077B6-DA23-8DA2-C555-711A2D01F5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461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DAA2-852B-F387-8308-DD0C141A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EA494D2-2611-7C55-1ACA-867D759C4A57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077FD9-573B-D060-660E-28B95A5F09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CFE132E-2DF7-B349-65DB-450BCA9C6A9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85FA2C1-1DD0-28DA-D28C-8FBEE357BE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E3D1B7-BDA3-DF56-97E3-C7619A80E1A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E4DE88-DC79-ECA4-4EDF-24FD758A47B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A58CAC-87F7-1C87-304C-C0D1A0CA365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26E9FCE-BBFE-1087-0494-C942FAC75F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3A35D3-583A-16E3-87F2-21D05915DE8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FEB94AA-D691-8955-CCFA-14EDA40020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E31CC3-54EF-C2CC-4743-D689C22F7F9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663A654-4AEB-BB4F-2802-5F0515CB50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2FD26FF-8C57-A778-35D5-032194E507D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32A7FD-93D6-5E98-04DC-AC50CD7E36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EBC9B0C-A539-AE1C-3E5C-6D490CFE795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BEA7E77-E7E0-A3C4-F410-C031EEB99F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E2D8403-0919-FB46-CC58-51FBA71F071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B27614C-51BC-8B5F-3CC4-A23846AA53D2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F48029-94DF-C84B-436E-B6DC49EB891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EB8F629-BBC8-4F0A-736F-8248E52CD3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70AB2B6-FD48-7B95-8A13-BAF297F4EDCE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329D8CE-D8E2-F795-CF18-6E185DE8BB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9FAFA6-AEE1-23D3-E7B0-8479B666F05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9AA1B32-E237-A560-0DC9-5769A9FF43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336F3B3-33B8-F6F5-3EE5-FE8B4D68B74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0415BA-0A32-9101-3AE4-E8807BD75D2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711BB88-3710-3439-BDF5-21AE92A2C563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61B1E66-5490-0E45-79E4-ABB459009F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B492ACA-A930-F41D-1062-A1EB0A07314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9EB33E5-3E7C-7304-8C47-06B383E1F2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73BF3C7-1524-28B2-5251-38B72410F1DE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94DCF9E-511F-6877-4EDB-12EB6E0A745A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78698C4-9976-775D-C910-57D4E31D20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4CE1828-7E97-668F-D4EA-4D23A18EAB90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A7D153E-2060-CAA6-4208-56201892C9C4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F608933-1205-F56B-4620-944CC97F8E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B70F305-669A-C91C-2830-1E99725CF92B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6A184BE-15B8-DA48-405A-C733714413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2631630-363F-8D23-9820-FDC498DB341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BA2CF7B-E851-B2DB-F0D8-CF05BFDFD8A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0FED380-A49E-00B8-124A-B2FB129572D7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34B263C-DAEF-0009-0B03-A1A04E7F7BF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28010BD-252A-8AD0-9F94-CA78C23121D0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E329F87-52E8-58CF-469B-C62F6C8D9E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647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C3B2-CB50-0FBD-298C-4440FE17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4DB0804-391F-8CFE-E9ED-321DE614E73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1F7E59F-C186-1C7C-5907-ADFF6C010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3E58CCE-F058-60B1-3409-D3C330CF0A4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41BC2F-51B9-3991-6226-366A602C64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0A17E9-6BB4-DC17-2974-43D4306FF54C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D51BF7-E8A4-4929-A0C4-95555338D3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3F85E94-4C22-01FF-C4E4-DDBE5134403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00B335-416E-7D82-3646-7359F085BEC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A466E2-2D8B-4D8C-EF8E-CB44D60241A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0875B18-819E-3A71-7870-A79B492050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E9F75A-CB03-8453-C64E-21A5B4D0542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6AD8AA5-F14F-3319-7D1D-A3648E446F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26AF15-9FC6-E014-B4F2-E16A8598457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DD0B5CC-EEF4-56E5-4D75-E18A434110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DF156E2-17BF-B998-CADA-12261E7E4F5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CE01B27-2659-C370-A088-8419989031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9BA1320-4DD5-50ED-DEAA-7BA4B52FA6C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EDC9297-EEDF-CD2F-A0C2-6424947AECC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744D862-7E14-E95F-5844-85B78455B57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DE608D2-A8FB-609B-5E5A-7A2314DE6D4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8610A27-62A5-E49F-6216-140E9116AD1F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53C5CA7C-BFEF-703A-67C5-C0C7CB142E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1A40BB8-59F0-88A3-5710-59506B488A4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204FD71-F3CF-169E-9E34-5FDFB69FD2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D68CE27-CE09-A668-AEE1-327F9420F70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AC00F93-749E-76CD-8E5C-4E15773FDFA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FB208E7-6855-FCC6-262B-34122F43B82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F3B871-35E0-6047-3A08-DA2F9F7F67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C31BAD0-04DF-1DEA-992C-93E4CAE2F8C1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8742D57-4991-E290-AA1E-BE46682C47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DF549A5-1728-7DC4-1C26-7E83430F207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646630E-B911-62F4-85C1-618EA7B7AD9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1DB1F3-5D34-AED5-574F-5170E878E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EC986E8-1716-2326-F31F-E5E32325580D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0719466-F021-5050-F020-E9E654737CDB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52C3F0C-F995-0050-5963-A36EDFB25EA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A034B09-B426-C637-3340-5146716DCD77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1B85EA7-8CC4-954B-5920-2C131C4969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28BE513-12B6-8CD0-CC28-0966214FF291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83831B3-DDD3-5661-DD5F-2404EE82DFB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5655730-0D54-F8E5-88D5-E4F8D0155D3B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5282F67-75FA-D3C0-89FB-B771EA189F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DC2CB7D-3EF4-5F08-1549-EBF6BF0E1423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1EB12AF-CDE5-FA4C-4861-CC903139EF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/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下标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越界，树节点被访问完毕，树构建完成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blipFill>
                <a:blip r:embed="rId2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751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00BA-0306-6149-804F-915A4681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1018EA1A-C149-1302-2AA7-E186A2B70088}"/>
              </a:ext>
            </a:extLst>
          </p:cNvPr>
          <p:cNvGrpSpPr/>
          <p:nvPr/>
        </p:nvGrpSpPr>
        <p:grpSpPr>
          <a:xfrm>
            <a:off x="609600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617171-0B62-C624-3BD6-EC7E31DB74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E61A2E7-3B4E-7F19-6826-9C31F5231432}"/>
              </a:ext>
            </a:extLst>
          </p:cNvPr>
          <p:cNvCxnSpPr>
            <a:cxnSpLocks/>
          </p:cNvCxnSpPr>
          <p:nvPr/>
        </p:nvCxnSpPr>
        <p:spPr>
          <a:xfrm flipV="1">
            <a:off x="555769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F92C857-96E0-F1DB-C818-7685AD60DA77}"/>
              </a:ext>
            </a:extLst>
          </p:cNvPr>
          <p:cNvCxnSpPr>
            <a:cxnSpLocks/>
          </p:cNvCxnSpPr>
          <p:nvPr/>
        </p:nvCxnSpPr>
        <p:spPr>
          <a:xfrm flipH="1" flipV="1">
            <a:off x="635000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2F0CC9-A847-EC42-4A99-5F4E490BC7F7}"/>
              </a:ext>
            </a:extLst>
          </p:cNvPr>
          <p:cNvGrpSpPr/>
          <p:nvPr/>
        </p:nvGrpSpPr>
        <p:grpSpPr>
          <a:xfrm>
            <a:off x="528710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AAE2219-174B-B25B-647E-00CFD17EBF1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9DFFC64-1E4C-6AEC-3C2D-6F97BD3ED415}"/>
              </a:ext>
            </a:extLst>
          </p:cNvPr>
          <p:cNvGrpSpPr/>
          <p:nvPr/>
        </p:nvGrpSpPr>
        <p:grpSpPr>
          <a:xfrm>
            <a:off x="686377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D411107-697B-6705-8965-5623EEF293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B282C0-D261-B930-A970-1E98EFC007FD}"/>
              </a:ext>
            </a:extLst>
          </p:cNvPr>
          <p:cNvCxnSpPr>
            <a:cxnSpLocks/>
          </p:cNvCxnSpPr>
          <p:nvPr/>
        </p:nvCxnSpPr>
        <p:spPr>
          <a:xfrm flipH="1" flipV="1">
            <a:off x="554930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9148A6D-2A20-3FAA-70D2-EBE38BFB27B2}"/>
              </a:ext>
            </a:extLst>
          </p:cNvPr>
          <p:cNvGrpSpPr/>
          <p:nvPr/>
        </p:nvGrpSpPr>
        <p:grpSpPr>
          <a:xfrm>
            <a:off x="567698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A46041B-008D-0807-391A-8A1F2A0E76C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85E1957-B838-6037-AD59-5A4BA1AF66F5}"/>
              </a:ext>
            </a:extLst>
          </p:cNvPr>
          <p:cNvCxnSpPr>
            <a:cxnSpLocks/>
          </p:cNvCxnSpPr>
          <p:nvPr/>
        </p:nvCxnSpPr>
        <p:spPr>
          <a:xfrm flipH="1" flipV="1">
            <a:off x="713917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7381462-623D-1E22-B4C6-1B43A3309E39}"/>
              </a:ext>
            </a:extLst>
          </p:cNvPr>
          <p:cNvGrpSpPr/>
          <p:nvPr/>
        </p:nvGrpSpPr>
        <p:grpSpPr>
          <a:xfrm>
            <a:off x="726685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C818DE4-5526-ECBD-701A-EA2E440DB6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91EABE1-F120-B004-3DF5-E3A7269F2068}"/>
              </a:ext>
            </a:extLst>
          </p:cNvPr>
          <p:cNvCxnSpPr>
            <a:cxnSpLocks/>
          </p:cNvCxnSpPr>
          <p:nvPr/>
        </p:nvCxnSpPr>
        <p:spPr>
          <a:xfrm flipV="1">
            <a:off x="561723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CAB6FF8-8D2F-A2EB-54C4-9C0D1E036189}"/>
              </a:ext>
            </a:extLst>
          </p:cNvPr>
          <p:cNvGrpSpPr/>
          <p:nvPr/>
        </p:nvGrpSpPr>
        <p:grpSpPr>
          <a:xfrm>
            <a:off x="536323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D50B131-C044-7A45-CD8A-9385B6531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416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857</Words>
  <Application>Microsoft Office PowerPoint</Application>
  <PresentationFormat>宽屏</PresentationFormat>
  <Paragraphs>817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2026-04-27T01:42:46Z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