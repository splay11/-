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2" r:id="rId2"/>
    <p:sldId id="29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D60E0-1D3E-49E1-AFD9-ABCD7CE9B5A6}" v="396" dt="2026-04-03T08:52:55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3T08:52:55.884" v="4402"/>
      <pc:docMkLst>
        <pc:docMk/>
      </pc:docMkLst>
      <pc:sldChg chg="addSp delSp modSp del mod modTransition delAnim modAnim">
        <pc:chgData name="昕 许" userId="a2975fcd840abfc3" providerId="LiveId" clId="{49CCD4F9-177C-4270-9A14-60236FF377E8}" dt="2026-04-03T03:44:46.411" v="3644" actId="47"/>
        <pc:sldMkLst>
          <pc:docMk/>
          <pc:sldMk cId="0" sldId="256"/>
        </pc:sldMkLst>
      </pc:sldChg>
      <pc:sldChg chg="del modTransition">
        <pc:chgData name="昕 许" userId="a2975fcd840abfc3" providerId="LiveId" clId="{49CCD4F9-177C-4270-9A14-60236FF377E8}" dt="2026-04-03T03:44:46.870" v="3646" actId="47"/>
        <pc:sldMkLst>
          <pc:docMk/>
          <pc:sldMk cId="2349609255" sldId="267"/>
        </pc:sldMkLst>
      </pc:sldChg>
      <pc:sldChg chg="delSp modSp del mod modTransition">
        <pc:chgData name="昕 许" userId="a2975fcd840abfc3" providerId="LiveId" clId="{49CCD4F9-177C-4270-9A14-60236FF377E8}" dt="2026-04-03T03:44:47.057" v="3647" actId="47"/>
        <pc:sldMkLst>
          <pc:docMk/>
          <pc:sldMk cId="2553124647" sldId="268"/>
        </pc:sldMkLst>
      </pc:sldChg>
      <pc:sldChg chg="del modTransition">
        <pc:chgData name="昕 许" userId="a2975fcd840abfc3" providerId="LiveId" clId="{49CCD4F9-177C-4270-9A14-60236FF377E8}" dt="2026-04-03T03:44:48.552" v="3651" actId="47"/>
        <pc:sldMkLst>
          <pc:docMk/>
          <pc:sldMk cId="2504664684" sldId="269"/>
        </pc:sldMkLst>
      </pc:sldChg>
      <pc:sldChg chg="del modTransition">
        <pc:chgData name="昕 许" userId="a2975fcd840abfc3" providerId="LiveId" clId="{49CCD4F9-177C-4270-9A14-60236FF377E8}" dt="2026-04-03T03:44:47.223" v="3648" actId="47"/>
        <pc:sldMkLst>
          <pc:docMk/>
          <pc:sldMk cId="2103491761" sldId="271"/>
        </pc:sldMkLst>
      </pc:sldChg>
      <pc:sldChg chg="del modTransition">
        <pc:chgData name="昕 许" userId="a2975fcd840abfc3" providerId="LiveId" clId="{49CCD4F9-177C-4270-9A14-60236FF377E8}" dt="2026-04-03T03:44:47.419" v="3649" actId="47"/>
        <pc:sldMkLst>
          <pc:docMk/>
          <pc:sldMk cId="982624447" sldId="272"/>
        </pc:sldMkLst>
      </pc:sldChg>
      <pc:sldChg chg="modSp del mod modTransition modAnim">
        <pc:chgData name="昕 许" userId="a2975fcd840abfc3" providerId="LiveId" clId="{49CCD4F9-177C-4270-9A14-60236FF377E8}" dt="2026-04-03T03:44:48.104" v="3650" actId="47"/>
        <pc:sldMkLst>
          <pc:docMk/>
          <pc:sldMk cId="3839414141" sldId="273"/>
        </pc:sldMkLst>
      </pc:sldChg>
      <pc:sldChg chg="addSp modSp del mod modTransition addAnim delAnim modAnim">
        <pc:chgData name="昕 许" userId="a2975fcd840abfc3" providerId="LiveId" clId="{49CCD4F9-177C-4270-9A14-60236FF377E8}" dt="2026-04-03T08:35:09.121" v="4376" actId="47"/>
        <pc:sldMkLst>
          <pc:docMk/>
          <pc:sldMk cId="3892171708" sldId="275"/>
        </pc:sldMkLst>
      </pc:sldChg>
      <pc:sldChg chg="del modTransition">
        <pc:chgData name="昕 许" userId="a2975fcd840abfc3" providerId="LiveId" clId="{49CCD4F9-177C-4270-9A14-60236FF377E8}" dt="2026-04-03T03:44:46.604" v="3645" actId="47"/>
        <pc:sldMkLst>
          <pc:docMk/>
          <pc:sldMk cId="2654364463" sldId="276"/>
        </pc:sldMkLst>
      </pc:sldChg>
      <pc:sldChg chg="del modTransition">
        <pc:chgData name="昕 许" userId="a2975fcd840abfc3" providerId="LiveId" clId="{49CCD4F9-177C-4270-9A14-60236FF377E8}" dt="2026-04-03T03:44:48.712" v="3652" actId="47"/>
        <pc:sldMkLst>
          <pc:docMk/>
          <pc:sldMk cId="1427355035" sldId="277"/>
        </pc:sldMkLst>
      </pc:sldChg>
      <pc:sldChg chg="addSp modSp del mod modTransition modAnim">
        <pc:chgData name="昕 许" userId="a2975fcd840abfc3" providerId="LiveId" clId="{49CCD4F9-177C-4270-9A14-60236FF377E8}" dt="2026-04-03T03:44:48.821" v="3653" actId="47"/>
        <pc:sldMkLst>
          <pc:docMk/>
          <pc:sldMk cId="1609171149" sldId="278"/>
        </pc:sldMkLst>
      </pc:sldChg>
      <pc:sldChg chg="addSp modSp del mod modTransition modAnim">
        <pc:chgData name="昕 许" userId="a2975fcd840abfc3" providerId="LiveId" clId="{49CCD4F9-177C-4270-9A14-60236FF377E8}" dt="2026-04-03T03:44:49.021" v="3654" actId="47"/>
        <pc:sldMkLst>
          <pc:docMk/>
          <pc:sldMk cId="3767906624" sldId="279"/>
        </pc:sldMkLst>
      </pc:sldChg>
      <pc:sldChg chg="modSp del mod modTransition modAnim">
        <pc:chgData name="昕 许" userId="a2975fcd840abfc3" providerId="LiveId" clId="{49CCD4F9-177C-4270-9A14-60236FF377E8}" dt="2026-04-03T03:44:49.262" v="3655" actId="47"/>
        <pc:sldMkLst>
          <pc:docMk/>
          <pc:sldMk cId="2338803400" sldId="280"/>
        </pc:sldMkLst>
      </pc:sldChg>
      <pc:sldChg chg="addSp delSp modSp del mod modTransition modAnim">
        <pc:chgData name="昕 许" userId="a2975fcd840abfc3" providerId="LiveId" clId="{49CCD4F9-177C-4270-9A14-60236FF377E8}" dt="2026-04-03T03:45:10.316" v="3659" actId="47"/>
        <pc:sldMkLst>
          <pc:docMk/>
          <pc:sldMk cId="1661712667" sldId="281"/>
        </pc:sldMkLst>
      </pc:sldChg>
      <pc:sldChg chg="delSp modSp del mod modTransition modAnim">
        <pc:chgData name="昕 许" userId="a2975fcd840abfc3" providerId="LiveId" clId="{49CCD4F9-177C-4270-9A14-60236FF377E8}" dt="2026-04-03T03:45:09.918" v="3657" actId="47"/>
        <pc:sldMkLst>
          <pc:docMk/>
          <pc:sldMk cId="2889887286" sldId="284"/>
        </pc:sldMkLst>
      </pc:sldChg>
      <pc:sldChg chg="addSp modSp del mod modTransition">
        <pc:chgData name="昕 许" userId="a2975fcd840abfc3" providerId="LiveId" clId="{49CCD4F9-177C-4270-9A14-60236FF377E8}" dt="2026-04-03T03:45:10.112" v="3658" actId="47"/>
        <pc:sldMkLst>
          <pc:docMk/>
          <pc:sldMk cId="32092625" sldId="285"/>
        </pc:sldMkLst>
      </pc:sldChg>
      <pc:sldChg chg="addSp delSp modSp del mod modTransition">
        <pc:chgData name="昕 许" userId="a2975fcd840abfc3" providerId="LiveId" clId="{49CCD4F9-177C-4270-9A14-60236FF377E8}" dt="2026-04-03T03:45:10.667" v="3661" actId="47"/>
        <pc:sldMkLst>
          <pc:docMk/>
          <pc:sldMk cId="3504872078" sldId="286"/>
        </pc:sldMkLst>
      </pc:sldChg>
      <pc:sldChg chg="addSp modSp del mod modTransition">
        <pc:chgData name="昕 许" userId="a2975fcd840abfc3" providerId="LiveId" clId="{49CCD4F9-177C-4270-9A14-60236FF377E8}" dt="2026-04-03T03:45:11.675" v="3662" actId="47"/>
        <pc:sldMkLst>
          <pc:docMk/>
          <pc:sldMk cId="2551146985" sldId="288"/>
        </pc:sldMkLst>
      </pc:sldChg>
      <pc:sldChg chg="addSp delSp modSp add del mod modTransition modAnim">
        <pc:chgData name="昕 许" userId="a2975fcd840abfc3" providerId="LiveId" clId="{49CCD4F9-177C-4270-9A14-60236FF377E8}" dt="2026-04-03T03:45:10.556" v="3660" actId="47"/>
        <pc:sldMkLst>
          <pc:docMk/>
          <pc:sldMk cId="341663160" sldId="289"/>
        </pc:sldMkLst>
      </pc:sldChg>
      <pc:sldChg chg="addSp modSp add del mod modTransition addAnim delAnim modAnim">
        <pc:chgData name="昕 许" userId="a2975fcd840abfc3" providerId="LiveId" clId="{49CCD4F9-177C-4270-9A14-60236FF377E8}" dt="2026-04-03T03:45:09.854" v="3656" actId="47"/>
        <pc:sldMkLst>
          <pc:docMk/>
          <pc:sldMk cId="1274868658" sldId="291"/>
        </pc:sldMkLst>
      </pc:sldChg>
      <pc:sldChg chg="addSp delSp modSp add mod addAnim delAnim modAnim">
        <pc:chgData name="昕 许" userId="a2975fcd840abfc3" providerId="LiveId" clId="{49CCD4F9-177C-4270-9A14-60236FF377E8}" dt="2026-04-03T08:35:25.780" v="4377"/>
        <pc:sldMkLst>
          <pc:docMk/>
          <pc:sldMk cId="889727352" sldId="292"/>
        </pc:sldMkLst>
        <pc:spChg chg="del mod">
          <ac:chgData name="昕 许" userId="a2975fcd840abfc3" providerId="LiveId" clId="{49CCD4F9-177C-4270-9A14-60236FF377E8}" dt="2026-04-03T03:45:13.703" v="3663" actId="478"/>
          <ac:spMkLst>
            <pc:docMk/>
            <pc:sldMk cId="889727352" sldId="292"/>
            <ac:spMk id="2" creationId="{49B76F4B-B938-F37A-FA57-BA34848DFEA3}"/>
          </ac:spMkLst>
        </pc:spChg>
        <pc:spChg chg="add del mod">
          <ac:chgData name="昕 许" userId="a2975fcd840abfc3" providerId="LiveId" clId="{49CCD4F9-177C-4270-9A14-60236FF377E8}" dt="2026-04-03T03:45:14.480" v="3664" actId="478"/>
          <ac:spMkLst>
            <pc:docMk/>
            <pc:sldMk cId="889727352" sldId="292"/>
            <ac:spMk id="3" creationId="{D9DAC465-8D0A-45F5-A709-D071330FF2B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4" creationId="{BF46F764-E659-F030-E629-152B12A83948}"/>
          </ac:spMkLst>
        </pc:spChg>
        <pc:spChg chg="mod">
          <ac:chgData name="昕 许" userId="a2975fcd840abfc3" providerId="LiveId" clId="{49CCD4F9-177C-4270-9A14-60236FF377E8}" dt="2026-04-03T04:23:53.845" v="3935" actId="1076"/>
          <ac:spMkLst>
            <pc:docMk/>
            <pc:sldMk cId="889727352" sldId="292"/>
            <ac:spMk id="5" creationId="{58F71D49-F1B9-0AAE-13A2-321C247F409E}"/>
          </ac:spMkLst>
        </pc:spChg>
        <pc:spChg chg="del">
          <ac:chgData name="昕 许" userId="a2975fcd840abfc3" providerId="LiveId" clId="{49CCD4F9-177C-4270-9A14-60236FF377E8}" dt="2026-04-03T03:45:31.468" v="3667" actId="478"/>
          <ac:spMkLst>
            <pc:docMk/>
            <pc:sldMk cId="889727352" sldId="292"/>
            <ac:spMk id="7" creationId="{F02EE4F2-7328-A090-E3D2-E2FD99D5788B}"/>
          </ac:spMkLst>
        </pc:spChg>
        <pc:spChg chg="mod">
          <ac:chgData name="昕 许" userId="a2975fcd840abfc3" providerId="LiveId" clId="{49CCD4F9-177C-4270-9A14-60236FF377E8}" dt="2026-04-03T03:51:31.752" v="3766" actId="1076"/>
          <ac:spMkLst>
            <pc:docMk/>
            <pc:sldMk cId="889727352" sldId="292"/>
            <ac:spMk id="9" creationId="{C389EA3C-99D5-9C29-65E1-E1176F1CDDD7}"/>
          </ac:spMkLst>
        </pc:spChg>
        <pc:spChg chg="mod">
          <ac:chgData name="昕 许" userId="a2975fcd840abfc3" providerId="LiveId" clId="{49CCD4F9-177C-4270-9A14-60236FF377E8}" dt="2026-04-03T03:52:12.418" v="3791" actId="1076"/>
          <ac:spMkLst>
            <pc:docMk/>
            <pc:sldMk cId="889727352" sldId="292"/>
            <ac:spMk id="13" creationId="{8B9B6EEF-9159-161F-64B7-1956A54E94AA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14" creationId="{48523314-D7D7-69FA-093D-724349172396}"/>
          </ac:spMkLst>
        </pc:spChg>
        <pc:spChg chg="mod">
          <ac:chgData name="昕 许" userId="a2975fcd840abfc3" providerId="LiveId" clId="{49CCD4F9-177C-4270-9A14-60236FF377E8}" dt="2026-04-03T03:52:25.355" v="3800" actId="1076"/>
          <ac:spMkLst>
            <pc:docMk/>
            <pc:sldMk cId="889727352" sldId="292"/>
            <ac:spMk id="15" creationId="{1B2F29D9-2121-861E-C7FD-D63691CC171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17" creationId="{5A3243EA-B299-3B4D-B041-4A2C60FD1551}"/>
          </ac:spMkLst>
        </pc:spChg>
        <pc:spChg chg="mod">
          <ac:chgData name="昕 许" userId="a2975fcd840abfc3" providerId="LiveId" clId="{49CCD4F9-177C-4270-9A14-60236FF377E8}" dt="2026-04-03T03:53:51.261" v="3853" actId="1076"/>
          <ac:spMkLst>
            <pc:docMk/>
            <pc:sldMk cId="889727352" sldId="292"/>
            <ac:spMk id="19" creationId="{713E5759-D00B-F776-C338-B7C8A9CBD7C3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20" creationId="{917D85CA-086B-2385-4B4C-97F4E1AAE2F9}"/>
          </ac:spMkLst>
        </pc:spChg>
        <pc:spChg chg="add mod">
          <ac:chgData name="昕 许" userId="a2975fcd840abfc3" providerId="LiveId" clId="{49CCD4F9-177C-4270-9A14-60236FF377E8}" dt="2026-04-03T03:54:03.983" v="3875" actId="1076"/>
          <ac:spMkLst>
            <pc:docMk/>
            <pc:sldMk cId="889727352" sldId="292"/>
            <ac:spMk id="21" creationId="{9ADA54B9-C913-C637-692F-88BCF33F4BA4}"/>
          </ac:spMkLst>
        </pc:spChg>
        <pc:spChg chg="add mod">
          <ac:chgData name="昕 许" userId="a2975fcd840abfc3" providerId="LiveId" clId="{49CCD4F9-177C-4270-9A14-60236FF377E8}" dt="2026-04-03T03:52:46.348" v="3819" actId="1076"/>
          <ac:spMkLst>
            <pc:docMk/>
            <pc:sldMk cId="889727352" sldId="292"/>
            <ac:spMk id="25" creationId="{8FE7DF3D-A957-F0E3-BF0D-B146A8D6BCFF}"/>
          </ac:spMkLst>
        </pc:spChg>
        <pc:spChg chg="add mod">
          <ac:chgData name="昕 许" userId="a2975fcd840abfc3" providerId="LiveId" clId="{49CCD4F9-177C-4270-9A14-60236FF377E8}" dt="2026-04-03T05:32:00.798" v="4101" actId="1076"/>
          <ac:spMkLst>
            <pc:docMk/>
            <pc:sldMk cId="889727352" sldId="292"/>
            <ac:spMk id="26" creationId="{645101DB-5BD0-B792-7DC4-A2DBAD44CB1D}"/>
          </ac:spMkLst>
        </pc:spChg>
        <pc:spChg chg="del">
          <ac:chgData name="昕 许" userId="a2975fcd840abfc3" providerId="LiveId" clId="{49CCD4F9-177C-4270-9A14-60236FF377E8}" dt="2026-04-03T03:52:50.784" v="3820" actId="478"/>
          <ac:spMkLst>
            <pc:docMk/>
            <pc:sldMk cId="889727352" sldId="292"/>
            <ac:spMk id="27" creationId="{53DD02E3-D65D-93C6-5FDE-0E88C3E8F9AF}"/>
          </ac:spMkLst>
        </pc:spChg>
        <pc:spChg chg="del">
          <ac:chgData name="昕 许" userId="a2975fcd840abfc3" providerId="LiveId" clId="{49CCD4F9-177C-4270-9A14-60236FF377E8}" dt="2026-04-03T03:54:27.507" v="3885" actId="478"/>
          <ac:spMkLst>
            <pc:docMk/>
            <pc:sldMk cId="889727352" sldId="292"/>
            <ac:spMk id="31" creationId="{CD7F07F6-E33A-729D-31A8-65141D459DB2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32" creationId="{63EE5056-715D-EF28-B9DE-57898DCDB226}"/>
          </ac:spMkLst>
        </pc:spChg>
        <pc:spChg chg="del">
          <ac:chgData name="昕 许" userId="a2975fcd840abfc3" providerId="LiveId" clId="{49CCD4F9-177C-4270-9A14-60236FF377E8}" dt="2026-04-03T03:54:37.670" v="3894" actId="478"/>
          <ac:spMkLst>
            <pc:docMk/>
            <pc:sldMk cId="889727352" sldId="292"/>
            <ac:spMk id="33" creationId="{34FC5F4A-3C18-6347-DD02-A7F1C293C9A2}"/>
          </ac:spMkLst>
        </pc:spChg>
        <pc:spChg chg="mod">
          <ac:chgData name="昕 许" userId="a2975fcd840abfc3" providerId="LiveId" clId="{49CCD4F9-177C-4270-9A14-60236FF377E8}" dt="2026-04-03T03:45:48.145" v="3669" actId="1076"/>
          <ac:spMkLst>
            <pc:docMk/>
            <pc:sldMk cId="889727352" sldId="292"/>
            <ac:spMk id="35" creationId="{9EAA0251-AD41-B349-505D-2BFDC7867532}"/>
          </ac:spMkLst>
        </pc:spChg>
        <pc:spChg chg="del mod">
          <ac:chgData name="昕 许" userId="a2975fcd840abfc3" providerId="LiveId" clId="{49CCD4F9-177C-4270-9A14-60236FF377E8}" dt="2026-04-03T03:54:08.799" v="3877" actId="478"/>
          <ac:spMkLst>
            <pc:docMk/>
            <pc:sldMk cId="889727352" sldId="292"/>
            <ac:spMk id="37" creationId="{840F6D00-837E-D412-7D5A-17E877AE27A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38" creationId="{DBA8409B-0808-3B94-B36E-0826CEDD1276}"/>
          </ac:spMkLst>
        </pc:spChg>
        <pc:spChg chg="del mod">
          <ac:chgData name="昕 许" userId="a2975fcd840abfc3" providerId="LiveId" clId="{49CCD4F9-177C-4270-9A14-60236FF377E8}" dt="2026-04-03T03:54:21.129" v="3883" actId="478"/>
          <ac:spMkLst>
            <pc:docMk/>
            <pc:sldMk cId="889727352" sldId="292"/>
            <ac:spMk id="39" creationId="{744BB4C5-4E7A-CE4A-66C5-83A6D4BD01B0}"/>
          </ac:spMkLst>
        </pc:spChg>
        <pc:spChg chg="mod">
          <ac:chgData name="昕 许" userId="a2975fcd840abfc3" providerId="LiveId" clId="{49CCD4F9-177C-4270-9A14-60236FF377E8}" dt="2026-04-03T03:45:36.372" v="3668" actId="1076"/>
          <ac:spMkLst>
            <pc:docMk/>
            <pc:sldMk cId="889727352" sldId="292"/>
            <ac:spMk id="41" creationId="{9B169F7D-CD8F-5AA0-70D6-D9BE0B1C3768}"/>
          </ac:spMkLst>
        </pc:spChg>
        <pc:spChg chg="add del mod">
          <ac:chgData name="昕 许" userId="a2975fcd840abfc3" providerId="LiveId" clId="{49CCD4F9-177C-4270-9A14-60236FF377E8}" dt="2026-04-03T03:54:54.446" v="3901" actId="478"/>
          <ac:spMkLst>
            <pc:docMk/>
            <pc:sldMk cId="889727352" sldId="292"/>
            <ac:spMk id="43" creationId="{3136EA67-9108-58D6-54DB-6DEA6AA5F42C}"/>
          </ac:spMkLst>
        </pc:spChg>
        <pc:spChg chg="mod">
          <ac:chgData name="昕 许" userId="a2975fcd840abfc3" providerId="LiveId" clId="{49CCD4F9-177C-4270-9A14-60236FF377E8}" dt="2026-04-03T03:46:00.586" v="3672" actId="1076"/>
          <ac:spMkLst>
            <pc:docMk/>
            <pc:sldMk cId="889727352" sldId="292"/>
            <ac:spMk id="44" creationId="{41CBF174-9E56-5260-D28B-5B55435E3969}"/>
          </ac:spMkLst>
        </pc:spChg>
        <pc:spChg chg="del mod">
          <ac:chgData name="昕 许" userId="a2975fcd840abfc3" providerId="LiveId" clId="{49CCD4F9-177C-4270-9A14-60236FF377E8}" dt="2026-04-03T03:55:10.759" v="3907" actId="478"/>
          <ac:spMkLst>
            <pc:docMk/>
            <pc:sldMk cId="889727352" sldId="292"/>
            <ac:spMk id="45" creationId="{40910A68-1878-C829-C628-CC76827D1601}"/>
          </ac:spMkLst>
        </pc:spChg>
        <pc:spChg chg="add mod">
          <ac:chgData name="昕 许" userId="a2975fcd840abfc3" providerId="LiveId" clId="{49CCD4F9-177C-4270-9A14-60236FF377E8}" dt="2026-04-03T03:53:39.615" v="3845" actId="1076"/>
          <ac:spMkLst>
            <pc:docMk/>
            <pc:sldMk cId="889727352" sldId="292"/>
            <ac:spMk id="53" creationId="{3334FB4F-A43C-787C-A996-AB2A04B2AA8C}"/>
          </ac:spMkLst>
        </pc:spChg>
        <pc:spChg chg="add mod">
          <ac:chgData name="昕 许" userId="a2975fcd840abfc3" providerId="LiveId" clId="{49CCD4F9-177C-4270-9A14-60236FF377E8}" dt="2026-04-03T03:53:41.704" v="3846" actId="1076"/>
          <ac:spMkLst>
            <pc:docMk/>
            <pc:sldMk cId="889727352" sldId="292"/>
            <ac:spMk id="54" creationId="{F0C769FD-2713-EABB-E847-EA41A10478A4}"/>
          </ac:spMkLst>
        </pc:spChg>
        <pc:spChg chg="add mod">
          <ac:chgData name="昕 许" userId="a2975fcd840abfc3" providerId="LiveId" clId="{49CCD4F9-177C-4270-9A14-60236FF377E8}" dt="2026-04-03T03:53:43.224" v="3847" actId="1076"/>
          <ac:spMkLst>
            <pc:docMk/>
            <pc:sldMk cId="889727352" sldId="292"/>
            <ac:spMk id="55" creationId="{F07279C1-6BF2-2D41-2C1E-456727A294C8}"/>
          </ac:spMkLst>
        </pc:spChg>
        <pc:spChg chg="add mod">
          <ac:chgData name="昕 许" userId="a2975fcd840abfc3" providerId="LiveId" clId="{49CCD4F9-177C-4270-9A14-60236FF377E8}" dt="2026-04-03T03:50:56.819" v="3736" actId="1076"/>
          <ac:spMkLst>
            <pc:docMk/>
            <pc:sldMk cId="889727352" sldId="292"/>
            <ac:spMk id="56" creationId="{040CF7B4-298C-DB61-1C8E-A22DB5AA04DB}"/>
          </ac:spMkLst>
        </pc:spChg>
        <pc:spChg chg="add mod">
          <ac:chgData name="昕 许" userId="a2975fcd840abfc3" providerId="LiveId" clId="{49CCD4F9-177C-4270-9A14-60236FF377E8}" dt="2026-04-03T03:51:03.021" v="3741" actId="20577"/>
          <ac:spMkLst>
            <pc:docMk/>
            <pc:sldMk cId="889727352" sldId="292"/>
            <ac:spMk id="57" creationId="{DCF517B9-7ADC-7D75-6871-05CF9E234FF6}"/>
          </ac:spMkLst>
        </pc:spChg>
        <pc:spChg chg="add mod">
          <ac:chgData name="昕 许" userId="a2975fcd840abfc3" providerId="LiveId" clId="{49CCD4F9-177C-4270-9A14-60236FF377E8}" dt="2026-04-03T03:51:44.033" v="3772" actId="20577"/>
          <ac:spMkLst>
            <pc:docMk/>
            <pc:sldMk cId="889727352" sldId="292"/>
            <ac:spMk id="64" creationId="{BE2A766C-C6CA-C149-DAA8-7AFBB146BE88}"/>
          </ac:spMkLst>
        </pc:spChg>
        <pc:spChg chg="add mod">
          <ac:chgData name="昕 许" userId="a2975fcd840abfc3" providerId="LiveId" clId="{49CCD4F9-177C-4270-9A14-60236FF377E8}" dt="2026-04-03T03:51:50.790" v="3778" actId="1076"/>
          <ac:spMkLst>
            <pc:docMk/>
            <pc:sldMk cId="889727352" sldId="292"/>
            <ac:spMk id="65" creationId="{C873FAEA-B913-524F-FC58-2E367BAC6986}"/>
          </ac:spMkLst>
        </pc:spChg>
        <pc:spChg chg="add mod">
          <ac:chgData name="昕 许" userId="a2975fcd840abfc3" providerId="LiveId" clId="{49CCD4F9-177C-4270-9A14-60236FF377E8}" dt="2026-04-03T03:51:54.871" v="3779"/>
          <ac:spMkLst>
            <pc:docMk/>
            <pc:sldMk cId="889727352" sldId="292"/>
            <ac:spMk id="66" creationId="{B6AA8C1E-998F-C5BF-3104-A5C5AAC5F8FA}"/>
          </ac:spMkLst>
        </pc:spChg>
        <pc:spChg chg="add mod">
          <ac:chgData name="昕 许" userId="a2975fcd840abfc3" providerId="LiveId" clId="{49CCD4F9-177C-4270-9A14-60236FF377E8}" dt="2026-04-03T03:52:28.263" v="3801"/>
          <ac:spMkLst>
            <pc:docMk/>
            <pc:sldMk cId="889727352" sldId="292"/>
            <ac:spMk id="67" creationId="{C921B7F9-4C88-D442-80E0-F4076382206E}"/>
          </ac:spMkLst>
        </pc:spChg>
        <pc:spChg chg="add mod">
          <ac:chgData name="昕 许" userId="a2975fcd840abfc3" providerId="LiveId" clId="{49CCD4F9-177C-4270-9A14-60236FF377E8}" dt="2026-04-03T03:54:46.635" v="3898" actId="1076"/>
          <ac:spMkLst>
            <pc:docMk/>
            <pc:sldMk cId="889727352" sldId="292"/>
            <ac:spMk id="68" creationId="{D8A53AC6-F8B7-265B-6CD8-62A384B75C2C}"/>
          </ac:spMkLst>
        </pc:spChg>
        <pc:spChg chg="add mod">
          <ac:chgData name="昕 许" userId="a2975fcd840abfc3" providerId="LiveId" clId="{49CCD4F9-177C-4270-9A14-60236FF377E8}" dt="2026-04-03T03:53:04.227" v="3828" actId="20577"/>
          <ac:spMkLst>
            <pc:docMk/>
            <pc:sldMk cId="889727352" sldId="292"/>
            <ac:spMk id="69" creationId="{D59A1F93-4D2D-5A90-B370-F948EF53F6CA}"/>
          </ac:spMkLst>
        </pc:spChg>
        <pc:spChg chg="add mod">
          <ac:chgData name="昕 许" userId="a2975fcd840abfc3" providerId="LiveId" clId="{49CCD4F9-177C-4270-9A14-60236FF377E8}" dt="2026-04-03T03:53:09.361" v="3833" actId="20577"/>
          <ac:spMkLst>
            <pc:docMk/>
            <pc:sldMk cId="889727352" sldId="292"/>
            <ac:spMk id="70" creationId="{E92586CB-3028-8A39-21C3-68B5465CC613}"/>
          </ac:spMkLst>
        </pc:spChg>
        <pc:spChg chg="add mod">
          <ac:chgData name="昕 许" userId="a2975fcd840abfc3" providerId="LiveId" clId="{49CCD4F9-177C-4270-9A14-60236FF377E8}" dt="2026-04-03T03:53:13.315" v="3835" actId="1076"/>
          <ac:spMkLst>
            <pc:docMk/>
            <pc:sldMk cId="889727352" sldId="292"/>
            <ac:spMk id="71" creationId="{25A434C7-7011-DDB2-FD6F-0F4E672C52DE}"/>
          </ac:spMkLst>
        </pc:spChg>
        <pc:spChg chg="add mod">
          <ac:chgData name="昕 许" userId="a2975fcd840abfc3" providerId="LiveId" clId="{49CCD4F9-177C-4270-9A14-60236FF377E8}" dt="2026-04-03T03:53:17.691" v="3837" actId="1076"/>
          <ac:spMkLst>
            <pc:docMk/>
            <pc:sldMk cId="889727352" sldId="292"/>
            <ac:spMk id="72" creationId="{F88F0661-54F8-258B-8C6A-10686753EE95}"/>
          </ac:spMkLst>
        </pc:spChg>
        <pc:spChg chg="add mod">
          <ac:chgData name="昕 许" userId="a2975fcd840abfc3" providerId="LiveId" clId="{49CCD4F9-177C-4270-9A14-60236FF377E8}" dt="2026-04-03T03:53:22.003" v="3839" actId="1076"/>
          <ac:spMkLst>
            <pc:docMk/>
            <pc:sldMk cId="889727352" sldId="292"/>
            <ac:spMk id="73" creationId="{C24875C3-0ED7-54EF-9E23-762176667328}"/>
          </ac:spMkLst>
        </pc:spChg>
        <pc:spChg chg="add mod">
          <ac:chgData name="昕 许" userId="a2975fcd840abfc3" providerId="LiveId" clId="{49CCD4F9-177C-4270-9A14-60236FF377E8}" dt="2026-04-03T03:53:22.003" v="3839" actId="1076"/>
          <ac:spMkLst>
            <pc:docMk/>
            <pc:sldMk cId="889727352" sldId="292"/>
            <ac:spMk id="74" creationId="{F4B6B585-8AF2-49D8-8DF9-A211D0640672}"/>
          </ac:spMkLst>
        </pc:spChg>
        <pc:spChg chg="add mod">
          <ac:chgData name="昕 许" userId="a2975fcd840abfc3" providerId="LiveId" clId="{49CCD4F9-177C-4270-9A14-60236FF377E8}" dt="2026-04-03T03:53:25.578" v="3841" actId="1076"/>
          <ac:spMkLst>
            <pc:docMk/>
            <pc:sldMk cId="889727352" sldId="292"/>
            <ac:spMk id="75" creationId="{61DF1281-3054-3068-C497-AB8B1D5D2CA2}"/>
          </ac:spMkLst>
        </pc:spChg>
        <pc:spChg chg="add mod">
          <ac:chgData name="昕 许" userId="a2975fcd840abfc3" providerId="LiveId" clId="{49CCD4F9-177C-4270-9A14-60236FF377E8}" dt="2026-04-03T03:53:25.578" v="3841" actId="1076"/>
          <ac:spMkLst>
            <pc:docMk/>
            <pc:sldMk cId="889727352" sldId="292"/>
            <ac:spMk id="76" creationId="{8F9D6EAE-5C40-5AD0-3D98-AC79AAF96136}"/>
          </ac:spMkLst>
        </pc:spChg>
        <pc:spChg chg="add mod">
          <ac:chgData name="昕 许" userId="a2975fcd840abfc3" providerId="LiveId" clId="{49CCD4F9-177C-4270-9A14-60236FF377E8}" dt="2026-04-03T03:53:30.694" v="3843" actId="1076"/>
          <ac:spMkLst>
            <pc:docMk/>
            <pc:sldMk cId="889727352" sldId="292"/>
            <ac:spMk id="77" creationId="{C17C89F4-1575-8C7E-ED7E-D5EB7121C3F3}"/>
          </ac:spMkLst>
        </pc:spChg>
        <pc:spChg chg="add mod">
          <ac:chgData name="昕 许" userId="a2975fcd840abfc3" providerId="LiveId" clId="{49CCD4F9-177C-4270-9A14-60236FF377E8}" dt="2026-04-03T03:53:34.695" v="3844" actId="1076"/>
          <ac:spMkLst>
            <pc:docMk/>
            <pc:sldMk cId="889727352" sldId="292"/>
            <ac:spMk id="78" creationId="{952A4C43-6C44-6FB8-889A-ED618FC706B0}"/>
          </ac:spMkLst>
        </pc:spChg>
        <pc:spChg chg="add mod">
          <ac:chgData name="昕 许" userId="a2975fcd840abfc3" providerId="LiveId" clId="{49CCD4F9-177C-4270-9A14-60236FF377E8}" dt="2026-04-03T03:54:16.288" v="3881" actId="1076"/>
          <ac:spMkLst>
            <pc:docMk/>
            <pc:sldMk cId="889727352" sldId="292"/>
            <ac:spMk id="79" creationId="{B0A3D4F1-97AE-CD48-8418-CE49A8060B27}"/>
          </ac:spMkLst>
        </pc:spChg>
        <pc:spChg chg="add mod">
          <ac:chgData name="昕 许" userId="a2975fcd840abfc3" providerId="LiveId" clId="{49CCD4F9-177C-4270-9A14-60236FF377E8}" dt="2026-04-03T03:54:24.329" v="3884" actId="1076"/>
          <ac:spMkLst>
            <pc:docMk/>
            <pc:sldMk cId="889727352" sldId="292"/>
            <ac:spMk id="80" creationId="{AF62783D-596A-43F2-F048-6F36E11F78E5}"/>
          </ac:spMkLst>
        </pc:spChg>
        <pc:spChg chg="add mod">
          <ac:chgData name="昕 许" userId="a2975fcd840abfc3" providerId="LiveId" clId="{49CCD4F9-177C-4270-9A14-60236FF377E8}" dt="2026-04-03T03:54:44.401" v="3897" actId="1076"/>
          <ac:spMkLst>
            <pc:docMk/>
            <pc:sldMk cId="889727352" sldId="292"/>
            <ac:spMk id="81" creationId="{26065CCC-99E2-FC7E-95C4-D31868ACA08B}"/>
          </ac:spMkLst>
        </pc:spChg>
        <pc:spChg chg="add mod">
          <ac:chgData name="昕 许" userId="a2975fcd840abfc3" providerId="LiveId" clId="{49CCD4F9-177C-4270-9A14-60236FF377E8}" dt="2026-04-03T03:54:48.710" v="3900" actId="20577"/>
          <ac:spMkLst>
            <pc:docMk/>
            <pc:sldMk cId="889727352" sldId="292"/>
            <ac:spMk id="82" creationId="{EBD717DB-817A-2930-F6F3-80E761DDA01B}"/>
          </ac:spMkLst>
        </pc:spChg>
        <pc:spChg chg="add mod">
          <ac:chgData name="昕 许" userId="a2975fcd840abfc3" providerId="LiveId" clId="{49CCD4F9-177C-4270-9A14-60236FF377E8}" dt="2026-04-03T03:55:08.786" v="3906" actId="1076"/>
          <ac:spMkLst>
            <pc:docMk/>
            <pc:sldMk cId="889727352" sldId="292"/>
            <ac:spMk id="83" creationId="{35C5984B-D90F-48C2-E2D6-B7925D9729F8}"/>
          </ac:spMkLst>
        </pc:spChg>
        <pc:spChg chg="add mod">
          <ac:chgData name="昕 许" userId="a2975fcd840abfc3" providerId="LiveId" clId="{49CCD4F9-177C-4270-9A14-60236FF377E8}" dt="2026-04-03T03:55:28.109" v="3926" actId="1076"/>
          <ac:spMkLst>
            <pc:docMk/>
            <pc:sldMk cId="889727352" sldId="292"/>
            <ac:spMk id="84" creationId="{EA7A286A-C8F6-74D9-23CF-5ADCD6B2BCFE}"/>
          </ac:spMkLst>
        </pc:spChg>
        <pc:spChg chg="add mod">
          <ac:chgData name="昕 许" userId="a2975fcd840abfc3" providerId="LiveId" clId="{49CCD4F9-177C-4270-9A14-60236FF377E8}" dt="2026-04-03T03:55:34.097" v="3928" actId="1076"/>
          <ac:spMkLst>
            <pc:docMk/>
            <pc:sldMk cId="889727352" sldId="292"/>
            <ac:spMk id="85" creationId="{306032C2-3A71-BF58-2F43-A3ED41C59756}"/>
          </ac:spMkLst>
        </pc:spChg>
        <pc:spChg chg="add mod">
          <ac:chgData name="昕 许" userId="a2975fcd840abfc3" providerId="LiveId" clId="{49CCD4F9-177C-4270-9A14-60236FF377E8}" dt="2026-04-03T08:32:18.872" v="4295" actId="20577"/>
          <ac:spMkLst>
            <pc:docMk/>
            <pc:sldMk cId="889727352" sldId="292"/>
            <ac:spMk id="93" creationId="{6A63D8A8-B3FC-0E68-0E3A-CD42C7E32196}"/>
          </ac:spMkLst>
        </pc:spChg>
        <pc:spChg chg="add mod">
          <ac:chgData name="昕 许" userId="a2975fcd840abfc3" providerId="LiveId" clId="{49CCD4F9-177C-4270-9A14-60236FF377E8}" dt="2026-04-03T08:32:36.053" v="4317"/>
          <ac:spMkLst>
            <pc:docMk/>
            <pc:sldMk cId="889727352" sldId="292"/>
            <ac:spMk id="94" creationId="{645F5A1B-2BF9-36EC-455E-EC1D9EA47E25}"/>
          </ac:spMkLst>
        </pc:spChg>
        <pc:spChg chg="add mod">
          <ac:chgData name="昕 许" userId="a2975fcd840abfc3" providerId="LiveId" clId="{49CCD4F9-177C-4270-9A14-60236FF377E8}" dt="2026-04-03T08:32:45.226" v="4321" actId="20577"/>
          <ac:spMkLst>
            <pc:docMk/>
            <pc:sldMk cId="889727352" sldId="292"/>
            <ac:spMk id="95" creationId="{FA2F154C-9651-3A2E-7935-8463C340C4F4}"/>
          </ac:spMkLst>
        </pc:spChg>
        <pc:spChg chg="add mod">
          <ac:chgData name="昕 许" userId="a2975fcd840abfc3" providerId="LiveId" clId="{49CCD4F9-177C-4270-9A14-60236FF377E8}" dt="2026-04-03T08:32:50.307" v="4325" actId="20577"/>
          <ac:spMkLst>
            <pc:docMk/>
            <pc:sldMk cId="889727352" sldId="292"/>
            <ac:spMk id="96" creationId="{77A8703D-2E0C-4691-C8B4-4132D9AB11D1}"/>
          </ac:spMkLst>
        </pc:spChg>
        <pc:spChg chg="add mod">
          <ac:chgData name="昕 许" userId="a2975fcd840abfc3" providerId="LiveId" clId="{49CCD4F9-177C-4270-9A14-60236FF377E8}" dt="2026-04-03T08:32:57.795" v="4329" actId="20577"/>
          <ac:spMkLst>
            <pc:docMk/>
            <pc:sldMk cId="889727352" sldId="292"/>
            <ac:spMk id="97" creationId="{8F5EE73C-D6F7-133E-452F-5D9BAE4200B9}"/>
          </ac:spMkLst>
        </pc:spChg>
        <pc:spChg chg="add mod">
          <ac:chgData name="昕 许" userId="a2975fcd840abfc3" providerId="LiveId" clId="{49CCD4F9-177C-4270-9A14-60236FF377E8}" dt="2026-04-03T08:33:05.973" v="4333" actId="20577"/>
          <ac:spMkLst>
            <pc:docMk/>
            <pc:sldMk cId="889727352" sldId="292"/>
            <ac:spMk id="98" creationId="{4B9356A1-2846-0747-74EF-274677C01914}"/>
          </ac:spMkLst>
        </pc:spChg>
        <pc:spChg chg="add mod">
          <ac:chgData name="昕 许" userId="a2975fcd840abfc3" providerId="LiveId" clId="{49CCD4F9-177C-4270-9A14-60236FF377E8}" dt="2026-04-03T08:33:15.085" v="4337" actId="20577"/>
          <ac:spMkLst>
            <pc:docMk/>
            <pc:sldMk cId="889727352" sldId="292"/>
            <ac:spMk id="99" creationId="{192991CD-46C0-F22C-C1AE-8A1CAE80AF77}"/>
          </ac:spMkLst>
        </pc:spChg>
        <pc:spChg chg="add mod">
          <ac:chgData name="昕 许" userId="a2975fcd840abfc3" providerId="LiveId" clId="{49CCD4F9-177C-4270-9A14-60236FF377E8}" dt="2026-04-03T08:33:30.164" v="4341" actId="20577"/>
          <ac:spMkLst>
            <pc:docMk/>
            <pc:sldMk cId="889727352" sldId="292"/>
            <ac:spMk id="100" creationId="{6BBE7AFB-2F58-7A8B-8502-2123C6556B9D}"/>
          </ac:spMkLst>
        </pc:spChg>
        <pc:spChg chg="add mod">
          <ac:chgData name="昕 许" userId="a2975fcd840abfc3" providerId="LiveId" clId="{49CCD4F9-177C-4270-9A14-60236FF377E8}" dt="2026-04-03T08:33:42.361" v="4358" actId="20577"/>
          <ac:spMkLst>
            <pc:docMk/>
            <pc:sldMk cId="889727352" sldId="292"/>
            <ac:spMk id="101" creationId="{3D62E316-DF9C-65BA-E24A-31E0E4EC44D4}"/>
          </ac:spMkLst>
        </pc:sp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6" creationId="{9B43A1CA-12AD-7BDC-5442-6D15C3121A26}"/>
          </ac:cxnSpMkLst>
        </pc:cxn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12" creationId="{BAE70436-B6B0-377C-4A07-FF8475465143}"/>
          </ac:cxnSpMkLst>
        </pc:cxn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16" creationId="{19D6A9FF-C219-3BD4-8AC8-441BEEB9BA8B}"/>
          </ac:cxnSpMkLst>
        </pc:cxnChg>
        <pc:cxnChg chg="mod">
          <ac:chgData name="昕 许" userId="a2975fcd840abfc3" providerId="LiveId" clId="{49CCD4F9-177C-4270-9A14-60236FF377E8}" dt="2026-04-03T03:45:54.195" v="3671" actId="14100"/>
          <ac:cxnSpMkLst>
            <pc:docMk/>
            <pc:sldMk cId="889727352" sldId="292"/>
            <ac:cxnSpMk id="22" creationId="{E8F91695-C49F-E25E-5BBE-B8FB34C293D7}"/>
          </ac:cxnSpMkLst>
        </pc:cxnChg>
        <pc:cxnChg chg="mod">
          <ac:chgData name="昕 许" userId="a2975fcd840abfc3" providerId="LiveId" clId="{49CCD4F9-177C-4270-9A14-60236FF377E8}" dt="2026-04-03T05:32:00.798" v="4101" actId="1076"/>
          <ac:cxnSpMkLst>
            <pc:docMk/>
            <pc:sldMk cId="889727352" sldId="292"/>
            <ac:cxnSpMk id="28" creationId="{8AB4FFC8-D98C-7516-A8B7-7F08C7334B1B}"/>
          </ac:cxnSpMkLst>
        </pc:cxnChg>
        <pc:cxnChg chg="mod">
          <ac:chgData name="昕 许" userId="a2975fcd840abfc3" providerId="LiveId" clId="{49CCD4F9-177C-4270-9A14-60236FF377E8}" dt="2026-04-03T03:45:48.145" v="3669" actId="1076"/>
          <ac:cxnSpMkLst>
            <pc:docMk/>
            <pc:sldMk cId="889727352" sldId="292"/>
            <ac:cxnSpMk id="36" creationId="{26BC6ECF-F544-9897-A459-D02496410524}"/>
          </ac:cxnSpMkLst>
        </pc:cxnChg>
        <pc:cxnChg chg="mod">
          <ac:chgData name="昕 许" userId="a2975fcd840abfc3" providerId="LiveId" clId="{49CCD4F9-177C-4270-9A14-60236FF377E8}" dt="2026-04-03T03:45:52.126" v="3670" actId="1076"/>
          <ac:cxnSpMkLst>
            <pc:docMk/>
            <pc:sldMk cId="889727352" sldId="292"/>
            <ac:cxnSpMk id="42" creationId="{FC0FA837-1F3D-E276-053F-C60B9A650556}"/>
          </ac:cxnSpMkLst>
        </pc:cxnChg>
        <pc:cxnChg chg="mod">
          <ac:chgData name="昕 许" userId="a2975fcd840abfc3" providerId="LiveId" clId="{49CCD4F9-177C-4270-9A14-60236FF377E8}" dt="2026-04-03T03:46:00.586" v="3672" actId="1076"/>
          <ac:cxnSpMkLst>
            <pc:docMk/>
            <pc:sldMk cId="889727352" sldId="292"/>
            <ac:cxnSpMk id="46" creationId="{4A449D9F-02CC-2FF8-9A01-1ED5C7119E00}"/>
          </ac:cxnSpMkLst>
        </pc:cxnChg>
      </pc:sldChg>
      <pc:sldChg chg="addSp delSp modSp add mod delAnim modAnim">
        <pc:chgData name="昕 许" userId="a2975fcd840abfc3" providerId="LiveId" clId="{49CCD4F9-177C-4270-9A14-60236FF377E8}" dt="2026-04-03T08:52:55.884" v="4402"/>
        <pc:sldMkLst>
          <pc:docMk/>
          <pc:sldMk cId="220189928" sldId="293"/>
        </pc:sldMkLst>
        <pc:spChg chg="add mod">
          <ac:chgData name="昕 许" userId="a2975fcd840abfc3" providerId="LiveId" clId="{49CCD4F9-177C-4270-9A14-60236FF377E8}" dt="2026-04-03T05:37:57.027" v="4171" actId="1076"/>
          <ac:spMkLst>
            <pc:docMk/>
            <pc:sldMk cId="220189928" sldId="293"/>
            <ac:spMk id="2" creationId="{01E4B7F5-60BF-5E54-90A6-5B3C774EEDFB}"/>
          </ac:spMkLst>
        </pc:spChg>
        <pc:spChg chg="add mod">
          <ac:chgData name="昕 许" userId="a2975fcd840abfc3" providerId="LiveId" clId="{49CCD4F9-177C-4270-9A14-60236FF377E8}" dt="2026-04-03T05:37:57.027" v="4171" actId="1076"/>
          <ac:spMkLst>
            <pc:docMk/>
            <pc:sldMk cId="220189928" sldId="293"/>
            <ac:spMk id="3" creationId="{F6143397-A64F-20A9-D7B6-5898F48BB152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4" creationId="{60E4BE95-9C26-449A-4495-BE655685E6D0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5" creationId="{9D29396F-42E7-76D7-03C6-9EF59D839773}"/>
          </ac:spMkLst>
        </pc:spChg>
        <pc:spChg chg="add del mod">
          <ac:chgData name="昕 许" userId="a2975fcd840abfc3" providerId="LiveId" clId="{49CCD4F9-177C-4270-9A14-60236FF377E8}" dt="2026-04-03T05:28:38.371" v="4065" actId="478"/>
          <ac:spMkLst>
            <pc:docMk/>
            <pc:sldMk cId="220189928" sldId="293"/>
            <ac:spMk id="7" creationId="{3D77B33E-9287-3E20-CEC8-131E0DC06EC3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17" creationId="{4ABA72E3-973C-7614-5E8A-CA5BA5B283E8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20" creationId="{A4DD7FAD-BB8D-035A-CB0D-0355217D173E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23" creationId="{25EF70A7-1DBA-E025-7D48-7FC520284E51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25" creationId="{54F69ABE-026E-9A2E-BD7C-1986B5B3D542}"/>
          </ac:spMkLst>
        </pc:spChg>
        <pc:spChg chg="add del mod">
          <ac:chgData name="昕 许" userId="a2975fcd840abfc3" providerId="LiveId" clId="{49CCD4F9-177C-4270-9A14-60236FF377E8}" dt="2026-04-03T05:28:38.371" v="4065" actId="478"/>
          <ac:spMkLst>
            <pc:docMk/>
            <pc:sldMk cId="220189928" sldId="293"/>
            <ac:spMk id="31" creationId="{3A8CD932-8DEF-5571-FD4E-3EFFC7DD5503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32" creationId="{0B1A9BE8-3B1F-A1DF-1588-76177DEBA8A8}"/>
          </ac:spMkLst>
        </pc:spChg>
        <pc:spChg chg="add del mod">
          <ac:chgData name="昕 许" userId="a2975fcd840abfc3" providerId="LiveId" clId="{49CCD4F9-177C-4270-9A14-60236FF377E8}" dt="2026-04-03T05:26:40.237" v="4017" actId="478"/>
          <ac:spMkLst>
            <pc:docMk/>
            <pc:sldMk cId="220189928" sldId="293"/>
            <ac:spMk id="33" creationId="{FDE06630-1AF6-1B87-FD8F-F0D7DE963B24}"/>
          </ac:spMkLst>
        </pc:spChg>
        <pc:spChg chg="add del mod">
          <ac:chgData name="昕 许" userId="a2975fcd840abfc3" providerId="LiveId" clId="{49CCD4F9-177C-4270-9A14-60236FF377E8}" dt="2026-04-03T05:27:41.078" v="4041" actId="478"/>
          <ac:spMkLst>
            <pc:docMk/>
            <pc:sldMk cId="220189928" sldId="293"/>
            <ac:spMk id="39" creationId="{3465E7C5-4B72-8EC7-4872-2F25449BE073}"/>
          </ac:spMkLst>
        </pc:spChg>
        <pc:spChg chg="add del mod">
          <ac:chgData name="昕 许" userId="a2975fcd840abfc3" providerId="LiveId" clId="{49CCD4F9-177C-4270-9A14-60236FF377E8}" dt="2026-04-03T05:26:38.212" v="4016" actId="478"/>
          <ac:spMkLst>
            <pc:docMk/>
            <pc:sldMk cId="220189928" sldId="293"/>
            <ac:spMk id="43" creationId="{509112B1-54FD-2B18-B499-64D1298CFCB0}"/>
          </ac:spMkLst>
        </pc:spChg>
        <pc:spChg chg="add del mod">
          <ac:chgData name="昕 许" userId="a2975fcd840abfc3" providerId="LiveId" clId="{49CCD4F9-177C-4270-9A14-60236FF377E8}" dt="2026-04-03T05:26:35.661" v="4015" actId="478"/>
          <ac:spMkLst>
            <pc:docMk/>
            <pc:sldMk cId="220189928" sldId="293"/>
            <ac:spMk id="45" creationId="{B4053F13-EA4A-5331-0A50-6307E79BF544}"/>
          </ac:spMkLst>
        </pc:spChg>
        <pc:spChg chg="add mod">
          <ac:chgData name="昕 许" userId="a2975fcd840abfc3" providerId="LiveId" clId="{49CCD4F9-177C-4270-9A14-60236FF377E8}" dt="2026-04-03T05:38:06.476" v="4180" actId="1076"/>
          <ac:spMkLst>
            <pc:docMk/>
            <pc:sldMk cId="220189928" sldId="293"/>
            <ac:spMk id="47" creationId="{37F229B4-D882-B98B-447F-34CB1B97137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48" creationId="{041F0B9F-BFE1-C3E7-27A5-93271D16042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49" creationId="{59C8B577-9A19-BBA1-722E-F76741A28F4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0" creationId="{7A0F1550-1DB4-795F-4703-CEB0DDB5497B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2" creationId="{4A49407A-0E22-B2AB-C9D6-33E9A684AAB8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3" creationId="{458298AA-AA4E-5A31-1730-9D2EB319C743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4" creationId="{D0AD844E-0B17-649D-AA76-5B6CC75EE0A2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5" creationId="{9671BBED-3EB3-E785-4FB3-71ECBBB600FE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8" creationId="{38C7FA3B-7A00-7C4B-E806-88194F960177}"/>
          </ac:spMkLst>
        </pc:spChg>
        <pc:spChg chg="add mod">
          <ac:chgData name="昕 许" userId="a2975fcd840abfc3" providerId="LiveId" clId="{49CCD4F9-177C-4270-9A14-60236FF377E8}" dt="2026-04-03T05:28:08.712" v="4046" actId="1076"/>
          <ac:spMkLst>
            <pc:docMk/>
            <pc:sldMk cId="220189928" sldId="293"/>
            <ac:spMk id="59" creationId="{D6FA73A4-4051-65B9-3AF6-D2CFE75C4D2F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60" creationId="{D3D3E7D5-0C0A-98DA-73F7-334C4EFE4497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61" creationId="{556F342D-948A-57E2-2525-B2ADCE56DA3A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63" creationId="{ED221E9F-D203-247E-F6CF-41514230BEF7}"/>
          </ac:spMkLst>
        </pc:spChg>
        <pc:spChg chg="add mod">
          <ac:chgData name="昕 许" userId="a2975fcd840abfc3" providerId="LiveId" clId="{49CCD4F9-177C-4270-9A14-60236FF377E8}" dt="2026-04-03T05:31:31.783" v="4080" actId="1076"/>
          <ac:spMkLst>
            <pc:docMk/>
            <pc:sldMk cId="220189928" sldId="293"/>
            <ac:spMk id="66" creationId="{FEFF1B6C-FA0A-E45F-CCE1-01F7A2CD4C78}"/>
          </ac:spMkLst>
        </pc:spChg>
        <pc:spChg chg="add mod">
          <ac:chgData name="昕 许" userId="a2975fcd840abfc3" providerId="LiveId" clId="{49CCD4F9-177C-4270-9A14-60236FF377E8}" dt="2026-04-03T05:37:56.231" v="4168" actId="688"/>
          <ac:spMkLst>
            <pc:docMk/>
            <pc:sldMk cId="220189928" sldId="293"/>
            <ac:spMk id="67" creationId="{BA2F64B9-20F9-00D5-9C2E-A035338E7A62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69" creationId="{E0529FE9-CA3B-D9F5-0EC5-661FE68FEC0C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1" creationId="{5115B404-919C-7924-C857-4057D40693B5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6" creationId="{420DD87C-DEAC-1EF3-6C0B-0A808FDAACA6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9" creationId="{BC6F5730-8F6C-65FC-F61E-DA3E015722FD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81" creationId="{872636EF-ACCC-45E5-7E05-784C97DB77C9}"/>
          </ac:spMkLst>
        </pc:spChg>
        <pc:spChg chg="add mod">
          <ac:chgData name="昕 许" userId="a2975fcd840abfc3" providerId="LiveId" clId="{49CCD4F9-177C-4270-9A14-60236FF377E8}" dt="2026-04-03T08:51:14.911" v="4380" actId="1076"/>
          <ac:spMkLst>
            <pc:docMk/>
            <pc:sldMk cId="220189928" sldId="293"/>
            <ac:spMk id="86" creationId="{72FB9C4A-12ED-F2E9-B856-CF36136F2816}"/>
          </ac:spMkLst>
        </pc:spChg>
        <pc:spChg chg="add mod">
          <ac:chgData name="昕 许" userId="a2975fcd840abfc3" providerId="LiveId" clId="{49CCD4F9-177C-4270-9A14-60236FF377E8}" dt="2026-04-03T05:31:48.680" v="4097" actId="207"/>
          <ac:spMkLst>
            <pc:docMk/>
            <pc:sldMk cId="220189928" sldId="293"/>
            <ac:spMk id="87" creationId="{DA760EE3-92CF-4FB7-54D9-D826FE026EEC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88" creationId="{26DD49E4-706E-0E83-47BD-9C6B653AA1F5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89" creationId="{8F8F7E2F-093E-AC25-92C0-967569ECE8FB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91" creationId="{E37F796A-3B0C-238F-5F6C-1E65253C46E2}"/>
          </ac:spMkLst>
        </pc:spChg>
        <pc:spChg chg="add mod">
          <ac:chgData name="昕 许" userId="a2975fcd840abfc3" providerId="LiveId" clId="{49CCD4F9-177C-4270-9A14-60236FF377E8}" dt="2026-04-03T05:32:30.836" v="4108" actId="1076"/>
          <ac:spMkLst>
            <pc:docMk/>
            <pc:sldMk cId="220189928" sldId="293"/>
            <ac:spMk id="92" creationId="{E65A8CFB-1D24-B533-BE26-9A94EF1C1441}"/>
          </ac:spMkLst>
        </pc:spChg>
        <pc:spChg chg="add mod">
          <ac:chgData name="昕 许" userId="a2975fcd840abfc3" providerId="LiveId" clId="{49CCD4F9-177C-4270-9A14-60236FF377E8}" dt="2026-04-03T05:30:44.259" v="4069" actId="1076"/>
          <ac:spMkLst>
            <pc:docMk/>
            <pc:sldMk cId="220189928" sldId="293"/>
            <ac:spMk id="93" creationId="{73E5868C-9DCE-9F48-D5C3-9C6A280B0396}"/>
          </ac:spMkLst>
        </pc:spChg>
        <pc:spChg chg="add mod">
          <ac:chgData name="昕 许" userId="a2975fcd840abfc3" providerId="LiveId" clId="{49CCD4F9-177C-4270-9A14-60236FF377E8}" dt="2026-04-03T08:51:50.649" v="4387" actId="1076"/>
          <ac:spMkLst>
            <pc:docMk/>
            <pc:sldMk cId="220189928" sldId="293"/>
            <ac:spMk id="94" creationId="{F40B8917-1186-FED0-6D6C-344760F8B259}"/>
          </ac:spMkLst>
        </pc:spChg>
        <pc:spChg chg="add mod">
          <ac:chgData name="昕 许" userId="a2975fcd840abfc3" providerId="LiveId" clId="{49CCD4F9-177C-4270-9A14-60236FF377E8}" dt="2026-04-03T05:31:58.193" v="4100" actId="207"/>
          <ac:spMkLst>
            <pc:docMk/>
            <pc:sldMk cId="220189928" sldId="293"/>
            <ac:spMk id="95" creationId="{930FD05A-242A-7FF1-B210-80F058FBEC6F}"/>
          </ac:spMkLst>
        </pc:spChg>
        <pc:spChg chg="add mod">
          <ac:chgData name="昕 许" userId="a2975fcd840abfc3" providerId="LiveId" clId="{49CCD4F9-177C-4270-9A14-60236FF377E8}" dt="2026-04-03T05:31:54.644" v="4099" actId="1076"/>
          <ac:spMkLst>
            <pc:docMk/>
            <pc:sldMk cId="220189928" sldId="293"/>
            <ac:spMk id="96" creationId="{EACEB831-5C3E-9D80-C860-5858934D6119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97" creationId="{079DEF4D-5472-4FF0-B626-22C7DB77486B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99" creationId="{ADEC74F2-4242-9B13-D0EE-552549231108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0" creationId="{3851B553-FB53-89EA-7C8D-B3FEFBF5E5CD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3" creationId="{2B248651-4C2D-452B-D143-94E63DF32E46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4" creationId="{8063D360-4B94-A645-4386-AFF4A074E00E}"/>
          </ac:spMkLst>
        </pc:spChg>
        <pc:spChg chg="add mod">
          <ac:chgData name="昕 许" userId="a2975fcd840abfc3" providerId="LiveId" clId="{49CCD4F9-177C-4270-9A14-60236FF377E8}" dt="2026-04-03T05:33:20.836" v="4115" actId="1076"/>
          <ac:spMkLst>
            <pc:docMk/>
            <pc:sldMk cId="220189928" sldId="293"/>
            <ac:spMk id="105" creationId="{0CCE9729-4EC8-194B-141E-2095834A53AC}"/>
          </ac:spMkLst>
        </pc:spChg>
        <pc:spChg chg="add del mod">
          <ac:chgData name="昕 许" userId="a2975fcd840abfc3" providerId="LiveId" clId="{49CCD4F9-177C-4270-9A14-60236FF377E8}" dt="2026-04-03T05:35:55.549" v="4121" actId="478"/>
          <ac:spMkLst>
            <pc:docMk/>
            <pc:sldMk cId="220189928" sldId="293"/>
            <ac:spMk id="106" creationId="{85F3C332-992D-66F7-3FA0-CAE98B4E8919}"/>
          </ac:spMkLst>
        </pc:spChg>
        <pc:spChg chg="add del mod">
          <ac:chgData name="昕 许" userId="a2975fcd840abfc3" providerId="LiveId" clId="{49CCD4F9-177C-4270-9A14-60236FF377E8}" dt="2026-04-03T05:38:01.417" v="4177" actId="478"/>
          <ac:spMkLst>
            <pc:docMk/>
            <pc:sldMk cId="220189928" sldId="293"/>
            <ac:spMk id="107" creationId="{6C8F0A20-935F-8765-C7C1-B2C87C05D7F1}"/>
          </ac:spMkLst>
        </pc:spChg>
        <pc:spChg chg="add del mod">
          <ac:chgData name="昕 许" userId="a2975fcd840abfc3" providerId="LiveId" clId="{49CCD4F9-177C-4270-9A14-60236FF377E8}" dt="2026-04-03T05:38:00.825" v="4175" actId="478"/>
          <ac:spMkLst>
            <pc:docMk/>
            <pc:sldMk cId="220189928" sldId="293"/>
            <ac:spMk id="108" creationId="{C7F0D5D5-0061-F8DB-3C05-709D848872D9}"/>
          </ac:spMkLst>
        </pc:spChg>
        <pc:spChg chg="add mod">
          <ac:chgData name="昕 许" userId="a2975fcd840abfc3" providerId="LiveId" clId="{49CCD4F9-177C-4270-9A14-60236FF377E8}" dt="2026-04-03T05:36:33.374" v="4129" actId="1076"/>
          <ac:spMkLst>
            <pc:docMk/>
            <pc:sldMk cId="220189928" sldId="293"/>
            <ac:spMk id="111" creationId="{D7626E39-48CE-9B98-5437-77E60EA3CC22}"/>
          </ac:spMkLst>
        </pc:spChg>
        <pc:spChg chg="add mod">
          <ac:chgData name="昕 许" userId="a2975fcd840abfc3" providerId="LiveId" clId="{49CCD4F9-177C-4270-9A14-60236FF377E8}" dt="2026-04-03T05:38:53.974" v="4195" actId="1076"/>
          <ac:spMkLst>
            <pc:docMk/>
            <pc:sldMk cId="220189928" sldId="293"/>
            <ac:spMk id="131" creationId="{8A1127CB-F346-6579-97A4-2B526E0439E7}"/>
          </ac:spMkLst>
        </pc:spChg>
        <pc:spChg chg="add mod">
          <ac:chgData name="昕 许" userId="a2975fcd840abfc3" providerId="LiveId" clId="{49CCD4F9-177C-4270-9A14-60236FF377E8}" dt="2026-04-03T05:39:08.954" v="4206" actId="20577"/>
          <ac:spMkLst>
            <pc:docMk/>
            <pc:sldMk cId="220189928" sldId="293"/>
            <ac:spMk id="132" creationId="{5757A93F-9388-1716-8BDC-4F346D2DA8A1}"/>
          </ac:spMkLst>
        </pc:spChg>
        <pc:spChg chg="add mod">
          <ac:chgData name="昕 许" userId="a2975fcd840abfc3" providerId="LiveId" clId="{49CCD4F9-177C-4270-9A14-60236FF377E8}" dt="2026-04-03T05:39:11.024" v="4211" actId="20577"/>
          <ac:spMkLst>
            <pc:docMk/>
            <pc:sldMk cId="220189928" sldId="293"/>
            <ac:spMk id="133" creationId="{29E29E34-84F7-65FE-BBA7-7E9D6D2A3BE7}"/>
          </ac:spMkLst>
        </pc:spChg>
        <pc:spChg chg="add mod">
          <ac:chgData name="昕 许" userId="a2975fcd840abfc3" providerId="LiveId" clId="{49CCD4F9-177C-4270-9A14-60236FF377E8}" dt="2026-04-03T05:39:13.311" v="4215" actId="20577"/>
          <ac:spMkLst>
            <pc:docMk/>
            <pc:sldMk cId="220189928" sldId="293"/>
            <ac:spMk id="134" creationId="{9C8F4909-296E-4CA7-8618-A8DA0B9A3FD8}"/>
          </ac:spMkLst>
        </pc:spChg>
        <pc:spChg chg="add mod">
          <ac:chgData name="昕 许" userId="a2975fcd840abfc3" providerId="LiveId" clId="{49CCD4F9-177C-4270-9A14-60236FF377E8}" dt="2026-04-03T05:43:08.625" v="4254" actId="14100"/>
          <ac:spMkLst>
            <pc:docMk/>
            <pc:sldMk cId="220189928" sldId="293"/>
            <ac:spMk id="135" creationId="{301C3D53-C5DC-E076-39F8-4E8D791264D0}"/>
          </ac:spMkLst>
        </pc:spChg>
        <pc:spChg chg="add mod">
          <ac:chgData name="昕 许" userId="a2975fcd840abfc3" providerId="LiveId" clId="{49CCD4F9-177C-4270-9A14-60236FF377E8}" dt="2026-04-03T05:45:27.629" v="4277" actId="14100"/>
          <ac:spMkLst>
            <pc:docMk/>
            <pc:sldMk cId="220189928" sldId="293"/>
            <ac:spMk id="137" creationId="{D421EE2F-128B-02D9-3181-5E24C9594C71}"/>
          </ac:spMkLst>
        </pc:spChg>
        <pc:spChg chg="add mod">
          <ac:chgData name="昕 许" userId="a2975fcd840abfc3" providerId="LiveId" clId="{49CCD4F9-177C-4270-9A14-60236FF377E8}" dt="2026-04-03T05:43:43.319" v="4263" actId="14100"/>
          <ac:spMkLst>
            <pc:docMk/>
            <pc:sldMk cId="220189928" sldId="293"/>
            <ac:spMk id="138" creationId="{83022E84-3CAD-CA32-07A9-012A29BE1E69}"/>
          </ac:spMkLst>
        </pc:spChg>
        <pc:spChg chg="add mod">
          <ac:chgData name="昕 许" userId="a2975fcd840abfc3" providerId="LiveId" clId="{49CCD4F9-177C-4270-9A14-60236FF377E8}" dt="2026-04-03T05:45:23.926" v="4273" actId="113"/>
          <ac:spMkLst>
            <pc:docMk/>
            <pc:sldMk cId="220189928" sldId="293"/>
            <ac:spMk id="139" creationId="{DE7BB304-5E26-EC39-D713-F9BBE188BC56}"/>
          </ac:spMkLst>
        </pc:spChg>
        <pc:cxnChg chg="add mod">
          <ac:chgData name="昕 许" userId="a2975fcd840abfc3" providerId="LiveId" clId="{49CCD4F9-177C-4270-9A14-60236FF377E8}" dt="2026-04-03T08:52:35.784" v="4400" actId="14100"/>
          <ac:cxnSpMkLst>
            <pc:docMk/>
            <pc:sldMk cId="220189928" sldId="293"/>
            <ac:cxnSpMk id="6" creationId="{FB102F04-D289-3B2D-2AE0-CF6EAB47A6E8}"/>
          </ac:cxnSpMkLst>
        </pc:cxnChg>
        <pc:cxnChg chg="add mod">
          <ac:chgData name="昕 许" userId="a2975fcd840abfc3" providerId="LiveId" clId="{49CCD4F9-177C-4270-9A14-60236FF377E8}" dt="2026-04-03T08:52:48.839" v="4401"/>
          <ac:cxnSpMkLst>
            <pc:docMk/>
            <pc:sldMk cId="220189928" sldId="293"/>
            <ac:cxnSpMk id="9" creationId="{BABD3933-11D1-15B1-72F8-662D656D122E}"/>
          </ac:cxnSpMkLst>
        </pc:cxnChg>
        <pc:cxnChg chg="add del mod">
          <ac:chgData name="昕 许" userId="a2975fcd840abfc3" providerId="LiveId" clId="{49CCD4F9-177C-4270-9A14-60236FF377E8}" dt="2026-04-03T05:28:40.331" v="4066" actId="478"/>
          <ac:cxnSpMkLst>
            <pc:docMk/>
            <pc:sldMk cId="220189928" sldId="293"/>
            <ac:cxnSpMk id="27" creationId="{5764D883-7C5D-2187-6894-51623500424F}"/>
          </ac:cxnSpMkLst>
        </pc:cxnChg>
        <pc:cxnChg chg="add del mod">
          <ac:chgData name="昕 许" userId="a2975fcd840abfc3" providerId="LiveId" clId="{49CCD4F9-177C-4270-9A14-60236FF377E8}" dt="2026-04-03T05:26:40.237" v="4017" actId="478"/>
          <ac:cxnSpMkLst>
            <pc:docMk/>
            <pc:sldMk cId="220189928" sldId="293"/>
            <ac:cxnSpMk id="37" creationId="{6390211D-22E0-CC79-CCFC-1645DB5DF61F}"/>
          </ac:cxnSpMkLst>
        </pc:cxnChg>
        <pc:cxnChg chg="add mod">
          <ac:chgData name="昕 许" userId="a2975fcd840abfc3" providerId="LiveId" clId="{49CCD4F9-177C-4270-9A14-60236FF377E8}" dt="2026-04-03T05:27:38.804" v="4040"/>
          <ac:cxnSpMkLst>
            <pc:docMk/>
            <pc:sldMk cId="220189928" sldId="293"/>
            <ac:cxnSpMk id="51" creationId="{8CB7EEB0-CC00-BB07-C222-B5A3C56141B3}"/>
          </ac:cxnSpMkLst>
        </pc:cxnChg>
        <pc:cxnChg chg="add mod">
          <ac:chgData name="昕 许" userId="a2975fcd840abfc3" providerId="LiveId" clId="{49CCD4F9-177C-4270-9A14-60236FF377E8}" dt="2026-04-03T08:51:11.147" v="4379" actId="208"/>
          <ac:cxnSpMkLst>
            <pc:docMk/>
            <pc:sldMk cId="220189928" sldId="293"/>
            <ac:cxnSpMk id="62" creationId="{F757F772-7B20-6553-1EC3-ECE8A095E34E}"/>
          </ac:cxnSpMkLst>
        </pc:cxnChg>
        <pc:cxnChg chg="add mod">
          <ac:chgData name="昕 许" userId="a2975fcd840abfc3" providerId="LiveId" clId="{49CCD4F9-177C-4270-9A14-60236FF377E8}" dt="2026-04-03T08:51:21.897" v="4383" actId="14100"/>
          <ac:cxnSpMkLst>
            <pc:docMk/>
            <pc:sldMk cId="220189928" sldId="293"/>
            <ac:cxnSpMk id="90" creationId="{4F4B80C8-38EE-4D06-D01C-3BEC900B2342}"/>
          </ac:cxnSpMkLst>
        </pc:cxnChg>
        <pc:cxnChg chg="add mod">
          <ac:chgData name="昕 许" userId="a2975fcd840abfc3" providerId="LiveId" clId="{49CCD4F9-177C-4270-9A14-60236FF377E8}" dt="2026-04-03T08:52:55.884" v="4402"/>
          <ac:cxnSpMkLst>
            <pc:docMk/>
            <pc:sldMk cId="220189928" sldId="293"/>
            <ac:cxnSpMk id="98" creationId="{EA6BB012-CF45-CA9E-50FF-CC4341EE9501}"/>
          </ac:cxnSpMkLst>
        </pc:cxnChg>
        <pc:cxnChg chg="add mod">
          <ac:chgData name="昕 许" userId="a2975fcd840abfc3" providerId="LiveId" clId="{49CCD4F9-177C-4270-9A14-60236FF377E8}" dt="2026-04-03T08:51:11.147" v="4379" actId="208"/>
          <ac:cxnSpMkLst>
            <pc:docMk/>
            <pc:sldMk cId="220189928" sldId="293"/>
            <ac:cxnSpMk id="101" creationId="{02B1DDEC-7DFB-BDF2-9674-CB91E5294EE2}"/>
          </ac:cxnSpMkLst>
        </pc:cxnChg>
        <pc:cxnChg chg="add del mod">
          <ac:chgData name="昕 许" userId="a2975fcd840abfc3" providerId="LiveId" clId="{49CCD4F9-177C-4270-9A14-60236FF377E8}" dt="2026-04-03T05:38:02.017" v="4178" actId="478"/>
          <ac:cxnSpMkLst>
            <pc:docMk/>
            <pc:sldMk cId="220189928" sldId="293"/>
            <ac:cxnSpMk id="109" creationId="{A7573004-A263-6ADE-68C2-5D5834D8F569}"/>
          </ac:cxnSpMkLst>
        </pc:cxnChg>
        <pc:cxnChg chg="add del mod">
          <ac:chgData name="昕 许" userId="a2975fcd840abfc3" providerId="LiveId" clId="{49CCD4F9-177C-4270-9A14-60236FF377E8}" dt="2026-04-03T05:38:02.896" v="4179" actId="478"/>
          <ac:cxnSpMkLst>
            <pc:docMk/>
            <pc:sldMk cId="220189928" sldId="293"/>
            <ac:cxnSpMk id="110" creationId="{24C2D65F-8564-F9CE-6E48-B7FBF2530F5C}"/>
          </ac:cxnSpMkLst>
        </pc:cxnChg>
        <pc:cxnChg chg="add del mod">
          <ac:chgData name="昕 许" userId="a2975fcd840abfc3" providerId="LiveId" clId="{49CCD4F9-177C-4270-9A14-60236FF377E8}" dt="2026-04-03T05:37:55.712" v="4165" actId="1076"/>
          <ac:cxnSpMkLst>
            <pc:docMk/>
            <pc:sldMk cId="220189928" sldId="293"/>
            <ac:cxnSpMk id="125" creationId="{96C09C64-A04E-6A62-491B-329E9328AAEE}"/>
          </ac:cxnSpMkLst>
        </pc:cxnChg>
        <pc:cxnChg chg="add mod">
          <ac:chgData name="昕 许" userId="a2975fcd840abfc3" providerId="LiveId" clId="{49CCD4F9-177C-4270-9A14-60236FF377E8}" dt="2026-04-03T05:38:35.535" v="4185" actId="1076"/>
          <ac:cxnSpMkLst>
            <pc:docMk/>
            <pc:sldMk cId="220189928" sldId="293"/>
            <ac:cxnSpMk id="128" creationId="{3FBBB9C7-8DD9-D212-B510-FA6B64A65151}"/>
          </ac:cxnSpMkLst>
        </pc:cxnChg>
        <pc:cxnChg chg="add mod">
          <ac:chgData name="昕 许" userId="a2975fcd840abfc3" providerId="LiveId" clId="{49CCD4F9-177C-4270-9A14-60236FF377E8}" dt="2026-04-03T05:38:38.743" v="4187" actId="1076"/>
          <ac:cxnSpMkLst>
            <pc:docMk/>
            <pc:sldMk cId="220189928" sldId="293"/>
            <ac:cxnSpMk id="129" creationId="{25F54B2C-949D-C700-0E25-2FE92DF35CC8}"/>
          </ac:cxnSpMkLst>
        </pc:cxnChg>
        <pc:cxnChg chg="add mod">
          <ac:chgData name="昕 许" userId="a2975fcd840abfc3" providerId="LiveId" clId="{49CCD4F9-177C-4270-9A14-60236FF377E8}" dt="2026-04-03T05:38:42.389" v="4189" actId="1076"/>
          <ac:cxnSpMkLst>
            <pc:docMk/>
            <pc:sldMk cId="220189928" sldId="293"/>
            <ac:cxnSpMk id="130" creationId="{02891986-DC04-FEE3-3314-C0A253AEA40B}"/>
          </ac:cxnSpMkLst>
        </pc:cxnChg>
      </pc:sldChg>
      <pc:sldChg chg="modSp add del mod modAnim">
        <pc:chgData name="昕 许" userId="a2975fcd840abfc3" providerId="LiveId" clId="{49CCD4F9-177C-4270-9A14-60236FF377E8}" dt="2026-04-03T03:44:46.060" v="3643" actId="47"/>
        <pc:sldMkLst>
          <pc:docMk/>
          <pc:sldMk cId="1427787837" sldId="293"/>
        </pc:sldMkLst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6221-92A6-7839-9C78-881366C5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F46F764-E659-F030-E629-152B12A83948}"/>
              </a:ext>
            </a:extLst>
          </p:cNvPr>
          <p:cNvSpPr/>
          <p:nvPr/>
        </p:nvSpPr>
        <p:spPr>
          <a:xfrm>
            <a:off x="6490781" y="52005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58F71D49-F1B9-0AAE-13A2-321C247F409E}"/>
                  </a:ext>
                </a:extLst>
              </p:cNvPr>
              <p:cNvSpPr/>
              <p:nvPr/>
            </p:nvSpPr>
            <p:spPr>
              <a:xfrm>
                <a:off x="4582078" y="1927539"/>
                <a:ext cx="814552" cy="81455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58F71D49-F1B9-0AAE-13A2-321C247F4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078" y="1927539"/>
                <a:ext cx="814552" cy="81455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B43A1CA-12AD-7BDC-5442-6D15C3121A26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4989354" y="1334609"/>
            <a:ext cx="1908703" cy="59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55484730-7F19-07D1-267E-DC0C7822950E}"/>
              </a:ext>
            </a:extLst>
          </p:cNvPr>
          <p:cNvSpPr/>
          <p:nvPr/>
        </p:nvSpPr>
        <p:spPr>
          <a:xfrm>
            <a:off x="8588193" y="1945244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389EA3C-99D5-9C29-65E1-E1176F1CDDD7}"/>
                  </a:ext>
                </a:extLst>
              </p:cNvPr>
              <p:cNvSpPr txBox="1"/>
              <p:nvPr/>
            </p:nvSpPr>
            <p:spPr>
              <a:xfrm>
                <a:off x="8638772" y="216785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389EA3C-99D5-9C29-65E1-E1176F1C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772" y="2167854"/>
                <a:ext cx="713393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DD16869-2762-74E9-0197-D116256E2D83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898057" y="1334609"/>
            <a:ext cx="2097412" cy="61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C5EC142-AB46-6623-8147-5184162FABB8}"/>
              </a:ext>
            </a:extLst>
          </p:cNvPr>
          <p:cNvSpPr/>
          <p:nvPr/>
        </p:nvSpPr>
        <p:spPr>
          <a:xfrm>
            <a:off x="3818843" y="3348101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AE70436-B6B0-377C-4A07-FF8475465143}"/>
              </a:ext>
            </a:extLst>
          </p:cNvPr>
          <p:cNvCxnSpPr>
            <a:cxnSpLocks/>
            <a:stCxn id="5" idx="4"/>
            <a:endCxn id="11" idx="0"/>
          </p:cNvCxnSpPr>
          <p:nvPr/>
        </p:nvCxnSpPr>
        <p:spPr>
          <a:xfrm flipH="1">
            <a:off x="4226119" y="2742091"/>
            <a:ext cx="763235" cy="606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9B6EEF-9159-161F-64B7-1956A54E94AA}"/>
                  </a:ext>
                </a:extLst>
              </p:cNvPr>
              <p:cNvSpPr txBox="1"/>
              <p:nvPr/>
            </p:nvSpPr>
            <p:spPr>
              <a:xfrm>
                <a:off x="3861610" y="3548420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9B6EEF-9159-161F-64B7-1956A54E9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610" y="3548420"/>
                <a:ext cx="713393" cy="369332"/>
              </a:xfrm>
              <a:prstGeom prst="rect">
                <a:avLst/>
              </a:prstGeom>
              <a:blipFill>
                <a:blip r:embed="rId4"/>
                <a:stretch>
                  <a:fillRect l="-2564" r="-5128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48523314-D7D7-69FA-093D-724349172396}"/>
              </a:ext>
            </a:extLst>
          </p:cNvPr>
          <p:cNvSpPr/>
          <p:nvPr/>
        </p:nvSpPr>
        <p:spPr>
          <a:xfrm>
            <a:off x="5450587" y="3348101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B2F29D9-2121-861E-C7FD-D63691CC1719}"/>
                  </a:ext>
                </a:extLst>
              </p:cNvPr>
              <p:cNvSpPr txBox="1"/>
              <p:nvPr/>
            </p:nvSpPr>
            <p:spPr>
              <a:xfrm>
                <a:off x="5529663" y="3566600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B2F29D9-2121-861E-C7FD-D63691CC1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663" y="3566600"/>
                <a:ext cx="71339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D6A9FF-C219-3BD4-8AC8-441BEEB9BA8B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>
            <a:off x="4989354" y="2742091"/>
            <a:ext cx="868509" cy="606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5A3243EA-B299-3B4D-B041-4A2C60FD1551}"/>
              </a:ext>
            </a:extLst>
          </p:cNvPr>
          <p:cNvSpPr/>
          <p:nvPr/>
        </p:nvSpPr>
        <p:spPr>
          <a:xfrm>
            <a:off x="7874800" y="3359266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5963CD-F8E1-FF17-5ABF-301D8A51B378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8282076" y="2759796"/>
            <a:ext cx="713393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13E5759-D00B-F776-C338-B7C8A9CBD7C3}"/>
                  </a:ext>
                </a:extLst>
              </p:cNvPr>
              <p:cNvSpPr txBox="1"/>
              <p:nvPr/>
            </p:nvSpPr>
            <p:spPr>
              <a:xfrm>
                <a:off x="7929817" y="3535803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13E5759-D00B-F776-C338-B7C8A9CBD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817" y="3535803"/>
                <a:ext cx="713393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椭圆 19">
            <a:extLst>
              <a:ext uri="{FF2B5EF4-FFF2-40B4-BE49-F238E27FC236}">
                <a16:creationId xmlns:a16="http://schemas.microsoft.com/office/drawing/2014/main" id="{917D85CA-086B-2385-4B4C-97F4E1AAE2F9}"/>
              </a:ext>
            </a:extLst>
          </p:cNvPr>
          <p:cNvSpPr/>
          <p:nvPr/>
        </p:nvSpPr>
        <p:spPr>
          <a:xfrm>
            <a:off x="9564936" y="334281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ADA54B9-C913-C637-692F-88BCF33F4BA4}"/>
                  </a:ext>
                </a:extLst>
              </p:cNvPr>
              <p:cNvSpPr txBox="1"/>
              <p:nvPr/>
            </p:nvSpPr>
            <p:spPr>
              <a:xfrm>
                <a:off x="9615515" y="3541859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ADA54B9-C913-C637-692F-88BCF33F4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515" y="3541859"/>
                <a:ext cx="7133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8F91695-C49F-E25E-5BBE-B8FB34C293D7}"/>
              </a:ext>
            </a:extLst>
          </p:cNvPr>
          <p:cNvCxnSpPr>
            <a:cxnSpLocks/>
            <a:stCxn id="8" idx="4"/>
            <a:endCxn id="20" idx="0"/>
          </p:cNvCxnSpPr>
          <p:nvPr/>
        </p:nvCxnSpPr>
        <p:spPr>
          <a:xfrm>
            <a:off x="8995469" y="2759796"/>
            <a:ext cx="976743" cy="58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75DA6169-86AB-0ACC-E259-BCD40155DBEA}"/>
              </a:ext>
            </a:extLst>
          </p:cNvPr>
          <p:cNvSpPr/>
          <p:nvPr/>
        </p:nvSpPr>
        <p:spPr>
          <a:xfrm>
            <a:off x="3275586" y="473692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60CE4A5-54FC-7A50-B038-932315A24D5A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>
          <a:xfrm flipH="1">
            <a:off x="3682862" y="4162653"/>
            <a:ext cx="543257" cy="57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E7DF3D-A957-F0E3-BF0D-B146A8D6BCFF}"/>
                  </a:ext>
                </a:extLst>
              </p:cNvPr>
              <p:cNvSpPr txBox="1"/>
              <p:nvPr/>
            </p:nvSpPr>
            <p:spPr>
              <a:xfrm>
                <a:off x="3254076" y="4974925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E7DF3D-A957-F0E3-BF0D-B146A8D6B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076" y="4974925"/>
                <a:ext cx="713393" cy="338554"/>
              </a:xfrm>
              <a:prstGeom prst="rect">
                <a:avLst/>
              </a:prstGeom>
              <a:blipFill>
                <a:blip r:embed="rId8"/>
                <a:stretch>
                  <a:fillRect l="-855" r="-20513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>
            <a:extLst>
              <a:ext uri="{FF2B5EF4-FFF2-40B4-BE49-F238E27FC236}">
                <a16:creationId xmlns:a16="http://schemas.microsoft.com/office/drawing/2014/main" id="{645101DB-5BD0-B792-7DC4-A2DBAD44CB1D}"/>
              </a:ext>
            </a:extLst>
          </p:cNvPr>
          <p:cNvSpPr/>
          <p:nvPr/>
        </p:nvSpPr>
        <p:spPr>
          <a:xfrm>
            <a:off x="4201199" y="473692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AB4FFC8-D98C-7516-A8B7-7F08C7334B1B}"/>
              </a:ext>
            </a:extLst>
          </p:cNvPr>
          <p:cNvCxnSpPr>
            <a:cxnSpLocks/>
            <a:stCxn id="11" idx="4"/>
            <a:endCxn id="26" idx="0"/>
          </p:cNvCxnSpPr>
          <p:nvPr/>
        </p:nvCxnSpPr>
        <p:spPr>
          <a:xfrm>
            <a:off x="4226119" y="4162653"/>
            <a:ext cx="382356" cy="57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2B7C91D4-DE90-DC4C-D805-9F205D7DDDC3}"/>
              </a:ext>
            </a:extLst>
          </p:cNvPr>
          <p:cNvSpPr/>
          <p:nvPr/>
        </p:nvSpPr>
        <p:spPr>
          <a:xfrm>
            <a:off x="5109648" y="4762123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ED1D555-4F25-EBA9-C289-B5CD2A6D877B}"/>
              </a:ext>
            </a:extLst>
          </p:cNvPr>
          <p:cNvCxnSpPr>
            <a:cxnSpLocks/>
            <a:stCxn id="14" idx="4"/>
            <a:endCxn id="29" idx="0"/>
          </p:cNvCxnSpPr>
          <p:nvPr/>
        </p:nvCxnSpPr>
        <p:spPr>
          <a:xfrm flipH="1">
            <a:off x="5516924" y="4162653"/>
            <a:ext cx="340939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63EE5056-715D-EF28-B9DE-57898DCDB226}"/>
              </a:ext>
            </a:extLst>
          </p:cNvPr>
          <p:cNvSpPr/>
          <p:nvPr/>
        </p:nvSpPr>
        <p:spPr>
          <a:xfrm>
            <a:off x="6060181" y="4762123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F65073A-D302-6D1F-AD31-B0B18A6D1D85}"/>
              </a:ext>
            </a:extLst>
          </p:cNvPr>
          <p:cNvCxnSpPr>
            <a:cxnSpLocks/>
            <a:stCxn id="14" idx="4"/>
            <a:endCxn id="32" idx="0"/>
          </p:cNvCxnSpPr>
          <p:nvPr/>
        </p:nvCxnSpPr>
        <p:spPr>
          <a:xfrm>
            <a:off x="5857863" y="4162653"/>
            <a:ext cx="609594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9EAA0251-AD41-B349-505D-2BFDC7867532}"/>
              </a:ext>
            </a:extLst>
          </p:cNvPr>
          <p:cNvSpPr/>
          <p:nvPr/>
        </p:nvSpPr>
        <p:spPr>
          <a:xfrm>
            <a:off x="7302479" y="477328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6BC6ECF-F544-9897-A459-D02496410524}"/>
              </a:ext>
            </a:extLst>
          </p:cNvPr>
          <p:cNvCxnSpPr>
            <a:cxnSpLocks/>
            <a:stCxn id="17" idx="4"/>
            <a:endCxn id="35" idx="0"/>
          </p:cNvCxnSpPr>
          <p:nvPr/>
        </p:nvCxnSpPr>
        <p:spPr>
          <a:xfrm flipH="1">
            <a:off x="7709755" y="4173818"/>
            <a:ext cx="572321" cy="59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DBA8409B-0808-3B94-B36E-0826CEDD1276}"/>
              </a:ext>
            </a:extLst>
          </p:cNvPr>
          <p:cNvSpPr/>
          <p:nvPr/>
        </p:nvSpPr>
        <p:spPr>
          <a:xfrm>
            <a:off x="8305880" y="4773288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F4C0A65-6D1C-7BB0-0535-52D4AD0F4D99}"/>
              </a:ext>
            </a:extLst>
          </p:cNvPr>
          <p:cNvCxnSpPr>
            <a:cxnSpLocks/>
            <a:stCxn id="17" idx="4"/>
            <a:endCxn id="38" idx="0"/>
          </p:cNvCxnSpPr>
          <p:nvPr/>
        </p:nvCxnSpPr>
        <p:spPr>
          <a:xfrm>
            <a:off x="8282076" y="4173818"/>
            <a:ext cx="431080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9B169F7D-CD8F-5AA0-70D6-D9BE0B1C3768}"/>
              </a:ext>
            </a:extLst>
          </p:cNvPr>
          <p:cNvSpPr/>
          <p:nvPr/>
        </p:nvSpPr>
        <p:spPr>
          <a:xfrm>
            <a:off x="9293172" y="477328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C0FA837-1F3D-E276-053F-C60B9A650556}"/>
              </a:ext>
            </a:extLst>
          </p:cNvPr>
          <p:cNvCxnSpPr>
            <a:cxnSpLocks/>
            <a:stCxn id="20" idx="4"/>
            <a:endCxn id="41" idx="0"/>
          </p:cNvCxnSpPr>
          <p:nvPr/>
        </p:nvCxnSpPr>
        <p:spPr>
          <a:xfrm flipH="1">
            <a:off x="9700448" y="4157369"/>
            <a:ext cx="271764" cy="615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41CBF174-9E56-5260-D28B-5B55435E3969}"/>
              </a:ext>
            </a:extLst>
          </p:cNvPr>
          <p:cNvSpPr/>
          <p:nvPr/>
        </p:nvSpPr>
        <p:spPr>
          <a:xfrm>
            <a:off x="10192656" y="473692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A449D9F-02CC-2FF8-9A01-1ED5C7119E00}"/>
              </a:ext>
            </a:extLst>
          </p:cNvPr>
          <p:cNvCxnSpPr>
            <a:cxnSpLocks/>
            <a:stCxn id="20" idx="4"/>
            <a:endCxn id="44" idx="0"/>
          </p:cNvCxnSpPr>
          <p:nvPr/>
        </p:nvCxnSpPr>
        <p:spPr>
          <a:xfrm>
            <a:off x="9972212" y="4157369"/>
            <a:ext cx="627720" cy="57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334FB4F-A43C-787C-A996-AB2A04B2AA8C}"/>
              </a:ext>
            </a:extLst>
          </p:cNvPr>
          <p:cNvSpPr txBox="1"/>
          <p:nvPr/>
        </p:nvSpPr>
        <p:spPr>
          <a:xfrm>
            <a:off x="1662947" y="196638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第一个数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0C769FD-2713-EABB-E847-EA41A10478A4}"/>
              </a:ext>
            </a:extLst>
          </p:cNvPr>
          <p:cNvSpPr txBox="1"/>
          <p:nvPr/>
        </p:nvSpPr>
        <p:spPr>
          <a:xfrm>
            <a:off x="1607067" y="346651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第二个数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07279C1-6BF2-2D41-2C1E-456727A294C8}"/>
              </a:ext>
            </a:extLst>
          </p:cNvPr>
          <p:cNvSpPr txBox="1"/>
          <p:nvPr/>
        </p:nvSpPr>
        <p:spPr>
          <a:xfrm>
            <a:off x="1607067" y="49666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第三个数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40CF7B4-298C-DB61-1C8E-A22DB5AA04DB}"/>
              </a:ext>
            </a:extLst>
          </p:cNvPr>
          <p:cNvSpPr txBox="1"/>
          <p:nvPr/>
        </p:nvSpPr>
        <p:spPr>
          <a:xfrm>
            <a:off x="5657054" y="1349715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1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CF517B9-7ADC-7D75-6871-05CF9E234FF6}"/>
              </a:ext>
            </a:extLst>
          </p:cNvPr>
          <p:cNvSpPr txBox="1"/>
          <p:nvPr/>
        </p:nvSpPr>
        <p:spPr>
          <a:xfrm>
            <a:off x="7759393" y="1325387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1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E2A766C-C6CA-C149-DAA8-7AFBB146BE88}"/>
              </a:ext>
            </a:extLst>
          </p:cNvPr>
          <p:cNvSpPr txBox="1"/>
          <p:nvPr/>
        </p:nvSpPr>
        <p:spPr>
          <a:xfrm>
            <a:off x="4237885" y="2802326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873FAEA-B913-524F-FC58-2E367BAC6986}"/>
              </a:ext>
            </a:extLst>
          </p:cNvPr>
          <p:cNvSpPr txBox="1"/>
          <p:nvPr/>
        </p:nvSpPr>
        <p:spPr>
          <a:xfrm>
            <a:off x="5409729" y="2802325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8A53AC6-F8B7-265B-6CD8-62A384B75C2C}"/>
                  </a:ext>
                </a:extLst>
              </p:cNvPr>
              <p:cNvSpPr txBox="1"/>
              <p:nvPr/>
            </p:nvSpPr>
            <p:spPr>
              <a:xfrm>
                <a:off x="4286033" y="4959536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8A53AC6-F8B7-265B-6CD8-62A384B75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033" y="4959536"/>
                <a:ext cx="713393" cy="338554"/>
              </a:xfrm>
              <a:prstGeom prst="rect">
                <a:avLst/>
              </a:prstGeom>
              <a:blipFill>
                <a:blip r:embed="rId9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本框 68">
            <a:extLst>
              <a:ext uri="{FF2B5EF4-FFF2-40B4-BE49-F238E27FC236}">
                <a16:creationId xmlns:a16="http://schemas.microsoft.com/office/drawing/2014/main" id="{D59A1F93-4D2D-5A90-B370-F948EF53F6CA}"/>
              </a:ext>
            </a:extLst>
          </p:cNvPr>
          <p:cNvSpPr txBox="1"/>
          <p:nvPr/>
        </p:nvSpPr>
        <p:spPr>
          <a:xfrm>
            <a:off x="3554861" y="4262151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92586CB-3028-8A39-21C3-68B5465CC613}"/>
              </a:ext>
            </a:extLst>
          </p:cNvPr>
          <p:cNvSpPr txBox="1"/>
          <p:nvPr/>
        </p:nvSpPr>
        <p:spPr>
          <a:xfrm>
            <a:off x="4428731" y="4269054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5A434C7-7011-DDB2-FD6F-0F4E672C52DE}"/>
              </a:ext>
            </a:extLst>
          </p:cNvPr>
          <p:cNvSpPr txBox="1"/>
          <p:nvPr/>
        </p:nvSpPr>
        <p:spPr>
          <a:xfrm>
            <a:off x="5277847" y="4283123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88F0661-54F8-258B-8C6A-10686753EE95}"/>
              </a:ext>
            </a:extLst>
          </p:cNvPr>
          <p:cNvSpPr txBox="1"/>
          <p:nvPr/>
        </p:nvSpPr>
        <p:spPr>
          <a:xfrm>
            <a:off x="6170445" y="4278426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24875C3-0ED7-54EF-9E23-762176667328}"/>
              </a:ext>
            </a:extLst>
          </p:cNvPr>
          <p:cNvSpPr txBox="1"/>
          <p:nvPr/>
        </p:nvSpPr>
        <p:spPr>
          <a:xfrm>
            <a:off x="7593110" y="4270661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4B6B585-8AF2-49D8-8DF9-A211D0640672}"/>
              </a:ext>
            </a:extLst>
          </p:cNvPr>
          <p:cNvSpPr txBox="1"/>
          <p:nvPr/>
        </p:nvSpPr>
        <p:spPr>
          <a:xfrm>
            <a:off x="8485708" y="4265964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1DF1281-3054-3068-C497-AB8B1D5D2CA2}"/>
              </a:ext>
            </a:extLst>
          </p:cNvPr>
          <p:cNvSpPr txBox="1"/>
          <p:nvPr/>
        </p:nvSpPr>
        <p:spPr>
          <a:xfrm>
            <a:off x="9343751" y="4282536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F9D6EAE-5C40-5AD0-3D98-AC79AAF96136}"/>
              </a:ext>
            </a:extLst>
          </p:cNvPr>
          <p:cNvSpPr txBox="1"/>
          <p:nvPr/>
        </p:nvSpPr>
        <p:spPr>
          <a:xfrm>
            <a:off x="10236349" y="4277839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17C89F4-1575-8C7E-ED7E-D5EB7121C3F3}"/>
              </a:ext>
            </a:extLst>
          </p:cNvPr>
          <p:cNvSpPr txBox="1"/>
          <p:nvPr/>
        </p:nvSpPr>
        <p:spPr>
          <a:xfrm>
            <a:off x="8256220" y="280587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52A4C43-6C44-6FB8-889A-ED618FC706B0}"/>
              </a:ext>
            </a:extLst>
          </p:cNvPr>
          <p:cNvSpPr txBox="1"/>
          <p:nvPr/>
        </p:nvSpPr>
        <p:spPr>
          <a:xfrm>
            <a:off x="9415352" y="2802325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B0A3D4F1-97AE-CD48-8418-CE49A8060B27}"/>
                  </a:ext>
                </a:extLst>
              </p:cNvPr>
              <p:cNvSpPr txBox="1"/>
              <p:nvPr/>
            </p:nvSpPr>
            <p:spPr>
              <a:xfrm>
                <a:off x="7353058" y="4973692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B0A3D4F1-97AE-CD48-8418-CE49A8060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058" y="4973692"/>
                <a:ext cx="713393" cy="369332"/>
              </a:xfrm>
              <a:prstGeom prst="rect">
                <a:avLst/>
              </a:prstGeom>
              <a:blipFill>
                <a:blip r:embed="rId10"/>
                <a:stretch>
                  <a:fillRect l="-2564" r="-512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F62783D-596A-43F2-F048-6F36E11F78E5}"/>
                  </a:ext>
                </a:extLst>
              </p:cNvPr>
              <p:cNvSpPr txBox="1"/>
              <p:nvPr/>
            </p:nvSpPr>
            <p:spPr>
              <a:xfrm>
                <a:off x="8359335" y="496627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F62783D-596A-43F2-F048-6F36E11F7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35" y="4966274"/>
                <a:ext cx="713393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26065CCC-99E2-FC7E-95C4-D31868ACA08B}"/>
                  </a:ext>
                </a:extLst>
              </p:cNvPr>
              <p:cNvSpPr txBox="1"/>
              <p:nvPr/>
            </p:nvSpPr>
            <p:spPr>
              <a:xfrm>
                <a:off x="5157596" y="4959536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26065CCC-99E2-FC7E-95C4-D31868ACA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596" y="4959536"/>
                <a:ext cx="713393" cy="369332"/>
              </a:xfrm>
              <a:prstGeom prst="rect">
                <a:avLst/>
              </a:prstGeom>
              <a:blipFill>
                <a:blip r:embed="rId12"/>
                <a:stretch>
                  <a:fillRect l="-2564" r="-512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BD717DB-817A-2930-F6F3-80E761DDA01B}"/>
                  </a:ext>
                </a:extLst>
              </p:cNvPr>
              <p:cNvSpPr txBox="1"/>
              <p:nvPr/>
            </p:nvSpPr>
            <p:spPr>
              <a:xfrm>
                <a:off x="6134084" y="4973692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BD717DB-817A-2930-F6F3-80E761DDA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084" y="4973692"/>
                <a:ext cx="713393" cy="3693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5C5984B-D90F-48C2-E2D6-B7925D9729F8}"/>
                  </a:ext>
                </a:extLst>
              </p:cNvPr>
              <p:cNvSpPr txBox="1"/>
              <p:nvPr/>
            </p:nvSpPr>
            <p:spPr>
              <a:xfrm>
                <a:off x="9352165" y="4973692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5C5984B-D90F-48C2-E2D6-B7925D97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165" y="4973692"/>
                <a:ext cx="713393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A7A286A-C8F6-74D9-23CF-5ADCD6B2BCFE}"/>
                  </a:ext>
                </a:extLst>
              </p:cNvPr>
              <p:cNvSpPr txBox="1"/>
              <p:nvPr/>
            </p:nvSpPr>
            <p:spPr>
              <a:xfrm>
                <a:off x="10243235" y="4944147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A7A286A-C8F6-74D9-23CF-5ADCD6B2B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235" y="4944147"/>
                <a:ext cx="71339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06032C2-3A71-BF58-2F43-A3ED41C59756}"/>
                  </a:ext>
                </a:extLst>
              </p:cNvPr>
              <p:cNvSpPr txBox="1"/>
              <p:nvPr/>
            </p:nvSpPr>
            <p:spPr>
              <a:xfrm>
                <a:off x="6541360" y="735229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06032C2-3A71-BF58-2F43-A3ED41C59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360" y="735229"/>
                <a:ext cx="713393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文本框 92">
            <a:extLst>
              <a:ext uri="{FF2B5EF4-FFF2-40B4-BE49-F238E27FC236}">
                <a16:creationId xmlns:a16="http://schemas.microsoft.com/office/drawing/2014/main" id="{6A63D8A8-B3FC-0E68-0E3A-CD42C7E32196}"/>
              </a:ext>
            </a:extLst>
          </p:cNvPr>
          <p:cNvSpPr txBox="1"/>
          <p:nvPr/>
        </p:nvSpPr>
        <p:spPr>
          <a:xfrm>
            <a:off x="3052159" y="603240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答案</a:t>
            </a:r>
            <a:r>
              <a:rPr lang="en-US" altLang="zh-CN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:</a:t>
            </a:r>
            <a:endParaRPr lang="zh-CN" altLang="en-US" sz="16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45F5A1B-2BF9-36EC-455E-EC1D9EA47E25}"/>
                  </a:ext>
                </a:extLst>
              </p:cNvPr>
              <p:cNvSpPr txBox="1"/>
              <p:nvPr/>
            </p:nvSpPr>
            <p:spPr>
              <a:xfrm>
                <a:off x="3714824" y="6032404"/>
                <a:ext cx="9278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45F5A1B-2BF9-36EC-455E-EC1D9EA47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824" y="6032404"/>
                <a:ext cx="927883" cy="338554"/>
              </a:xfrm>
              <a:prstGeom prst="rect">
                <a:avLst/>
              </a:prstGeom>
              <a:blipFill>
                <a:blip r:embed="rId17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2F154C-9651-3A2E-7935-8463C340C4F4}"/>
                  </a:ext>
                </a:extLst>
              </p:cNvPr>
              <p:cNvSpPr txBox="1"/>
              <p:nvPr/>
            </p:nvSpPr>
            <p:spPr>
              <a:xfrm>
                <a:off x="4586409" y="6032404"/>
                <a:ext cx="7285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2F154C-9651-3A2E-7935-8463C340C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409" y="6032404"/>
                <a:ext cx="728596" cy="338554"/>
              </a:xfrm>
              <a:prstGeom prst="rect">
                <a:avLst/>
              </a:prstGeom>
              <a:blipFill>
                <a:blip r:embed="rId1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A8703D-2E0C-4691-C8B4-4132D9AB11D1}"/>
                  </a:ext>
                </a:extLst>
              </p:cNvPr>
              <p:cNvSpPr txBox="1"/>
              <p:nvPr/>
            </p:nvSpPr>
            <p:spPr>
              <a:xfrm>
                <a:off x="5241831" y="6031112"/>
                <a:ext cx="7285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A8703D-2E0C-4691-C8B4-4132D9AB1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831" y="6031112"/>
                <a:ext cx="728597" cy="338554"/>
              </a:xfrm>
              <a:prstGeom prst="rect">
                <a:avLst/>
              </a:prstGeom>
              <a:blipFill>
                <a:blip r:embed="rId1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F5EE73C-D6F7-133E-452F-5D9BAE4200B9}"/>
                  </a:ext>
                </a:extLst>
              </p:cNvPr>
              <p:cNvSpPr txBox="1"/>
              <p:nvPr/>
            </p:nvSpPr>
            <p:spPr>
              <a:xfrm>
                <a:off x="5897253" y="6029820"/>
                <a:ext cx="5293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F5EE73C-D6F7-133E-452F-5D9BAE420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53" y="6029820"/>
                <a:ext cx="529312" cy="338554"/>
              </a:xfrm>
              <a:prstGeom prst="rect">
                <a:avLst/>
              </a:prstGeom>
              <a:blipFill>
                <a:blip r:embed="rId2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356A1-2846-0747-74EF-274677C01914}"/>
                  </a:ext>
                </a:extLst>
              </p:cNvPr>
              <p:cNvSpPr txBox="1"/>
              <p:nvPr/>
            </p:nvSpPr>
            <p:spPr>
              <a:xfrm>
                <a:off x="6297091" y="6030340"/>
                <a:ext cx="7285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356A1-2846-0747-74EF-274677C01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091" y="6030340"/>
                <a:ext cx="728597" cy="338554"/>
              </a:xfrm>
              <a:prstGeom prst="rect">
                <a:avLst/>
              </a:prstGeom>
              <a:blipFill>
                <a:blip r:embed="rId2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92991CD-46C0-F22C-C1AE-8A1CAE80AF77}"/>
                  </a:ext>
                </a:extLst>
              </p:cNvPr>
              <p:cNvSpPr txBox="1"/>
              <p:nvPr/>
            </p:nvSpPr>
            <p:spPr>
              <a:xfrm>
                <a:off x="6876349" y="6030340"/>
                <a:ext cx="529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92991CD-46C0-F22C-C1AE-8A1CAE80A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349" y="6030340"/>
                <a:ext cx="529311" cy="338554"/>
              </a:xfrm>
              <a:prstGeom prst="rect">
                <a:avLst/>
              </a:prstGeom>
              <a:blipFill>
                <a:blip r:embed="rId2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BBE7AFB-2F58-7A8B-8502-2123C6556B9D}"/>
                  </a:ext>
                </a:extLst>
              </p:cNvPr>
              <p:cNvSpPr txBox="1"/>
              <p:nvPr/>
            </p:nvSpPr>
            <p:spPr>
              <a:xfrm>
                <a:off x="7297645" y="6029820"/>
                <a:ext cx="529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BBE7AFB-2F58-7A8B-8502-2123C6556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645" y="6029820"/>
                <a:ext cx="529311" cy="338554"/>
              </a:xfrm>
              <a:prstGeom prst="rect">
                <a:avLst/>
              </a:prstGeom>
              <a:blipFill>
                <a:blip r:embed="rId2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D62E316-DF9C-65BA-E24A-31E0E4EC44D4}"/>
                  </a:ext>
                </a:extLst>
              </p:cNvPr>
              <p:cNvSpPr txBox="1"/>
              <p:nvPr/>
            </p:nvSpPr>
            <p:spPr>
              <a:xfrm>
                <a:off x="7747429" y="6029300"/>
                <a:ext cx="3738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∅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D62E316-DF9C-65BA-E24A-31E0E4EC4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429" y="6029300"/>
                <a:ext cx="373820" cy="338554"/>
              </a:xfrm>
              <a:prstGeom prst="rect">
                <a:avLst/>
              </a:prstGeom>
              <a:blipFill>
                <a:blip r:embed="rId2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2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0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6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4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9" grpId="0"/>
      <p:bldP spid="9" grpId="1"/>
      <p:bldP spid="9" grpId="2"/>
      <p:bldP spid="11" grpId="0" animBg="1"/>
      <p:bldP spid="11" grpId="1" animBg="1"/>
      <p:bldP spid="11" grpId="2" animBg="1"/>
      <p:bldP spid="13" grpId="0"/>
      <p:bldP spid="13" grpId="1"/>
      <p:bldP spid="13" grpId="2"/>
      <p:bldP spid="14" grpId="0" animBg="1"/>
      <p:bldP spid="14" grpId="1" animBg="1"/>
      <p:bldP spid="14" grpId="2" animBg="1"/>
      <p:bldP spid="14" grpId="3" animBg="1"/>
      <p:bldP spid="15" grpId="0"/>
      <p:bldP spid="15" grpId="1"/>
      <p:bldP spid="15" grpId="2"/>
      <p:bldP spid="15" grpId="3"/>
      <p:bldP spid="17" grpId="0" animBg="1"/>
      <p:bldP spid="17" grpId="1" animBg="1"/>
      <p:bldP spid="19" grpId="0"/>
      <p:bldP spid="19" grpId="1"/>
      <p:bldP spid="20" grpId="0" animBg="1"/>
      <p:bldP spid="20" grpId="1" animBg="1"/>
      <p:bldP spid="21" grpId="0"/>
      <p:bldP spid="21" grpId="1"/>
      <p:bldP spid="23" grpId="0" animBg="1"/>
      <p:bldP spid="25" grpId="0"/>
      <p:bldP spid="26" grpId="0" animBg="1"/>
      <p:bldP spid="29" grpId="0" animBg="1"/>
      <p:bldP spid="32" grpId="0" animBg="1"/>
      <p:bldP spid="35" grpId="0" animBg="1"/>
      <p:bldP spid="38" grpId="0" animBg="1"/>
      <p:bldP spid="41" grpId="0" animBg="1"/>
      <p:bldP spid="44" grpId="0" animBg="1"/>
      <p:bldP spid="56" grpId="0"/>
      <p:bldP spid="57" grpId="0"/>
      <p:bldP spid="64" grpId="0"/>
      <p:bldP spid="65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48B8-CFE9-1244-9BB2-17A450EB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1E4B7F5-60BF-5E54-90A6-5B3C774EEDFB}"/>
              </a:ext>
            </a:extLst>
          </p:cNvPr>
          <p:cNvSpPr/>
          <p:nvPr/>
        </p:nvSpPr>
        <p:spPr>
          <a:xfrm>
            <a:off x="2054570" y="2359455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6143397-A64F-20A9-D7B6-5898F48BB152}"/>
                  </a:ext>
                </a:extLst>
              </p:cNvPr>
              <p:cNvSpPr txBox="1"/>
              <p:nvPr/>
            </p:nvSpPr>
            <p:spPr>
              <a:xfrm>
                <a:off x="2097337" y="255977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6143397-A64F-20A9-D7B6-5898F48BB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37" y="2559774"/>
                <a:ext cx="713393" cy="369332"/>
              </a:xfrm>
              <a:prstGeom prst="rect">
                <a:avLst/>
              </a:prstGeom>
              <a:blipFill>
                <a:blip r:embed="rId2"/>
                <a:stretch>
                  <a:fillRect l="-2564" r="-512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7F229B4-D882-B98B-447F-34CB1B971379}"/>
                  </a:ext>
                </a:extLst>
              </p:cNvPr>
              <p:cNvSpPr txBox="1"/>
              <p:nvPr/>
            </p:nvSpPr>
            <p:spPr>
              <a:xfrm>
                <a:off x="1814160" y="4836121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7F229B4-D882-B98B-447F-34CB1B971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160" y="4836121"/>
                <a:ext cx="1438920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椭圆 58">
            <a:extLst>
              <a:ext uri="{FF2B5EF4-FFF2-40B4-BE49-F238E27FC236}">
                <a16:creationId xmlns:a16="http://schemas.microsoft.com/office/drawing/2014/main" id="{D6FA73A4-4051-65B9-3AF6-D2CFE75C4D2F}"/>
              </a:ext>
            </a:extLst>
          </p:cNvPr>
          <p:cNvSpPr/>
          <p:nvPr/>
        </p:nvSpPr>
        <p:spPr>
          <a:xfrm>
            <a:off x="4967756" y="2359455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3D3E7D5-0C0A-98DA-73F7-334C4EFE4497}"/>
                  </a:ext>
                </a:extLst>
              </p:cNvPr>
              <p:cNvSpPr txBox="1"/>
              <p:nvPr/>
            </p:nvSpPr>
            <p:spPr>
              <a:xfrm>
                <a:off x="5010523" y="255977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3D3E7D5-0C0A-98DA-73F7-334C4EFE4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523" y="2559774"/>
                <a:ext cx="713393" cy="369332"/>
              </a:xfrm>
              <a:prstGeom prst="rect">
                <a:avLst/>
              </a:prstGeom>
              <a:blipFill>
                <a:blip r:embed="rId4"/>
                <a:stretch>
                  <a:fillRect l="-3419" r="-427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椭圆 60">
            <a:extLst>
              <a:ext uri="{FF2B5EF4-FFF2-40B4-BE49-F238E27FC236}">
                <a16:creationId xmlns:a16="http://schemas.microsoft.com/office/drawing/2014/main" id="{556F342D-948A-57E2-2525-B2ADCE56DA3A}"/>
              </a:ext>
            </a:extLst>
          </p:cNvPr>
          <p:cNvSpPr/>
          <p:nvPr/>
        </p:nvSpPr>
        <p:spPr>
          <a:xfrm>
            <a:off x="4424499" y="3748281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757F772-7B20-6553-1EC3-ECE8A095E34E}"/>
              </a:ext>
            </a:extLst>
          </p:cNvPr>
          <p:cNvCxnSpPr>
            <a:cxnSpLocks/>
            <a:stCxn id="59" idx="4"/>
            <a:endCxn id="61" idx="0"/>
          </p:cNvCxnSpPr>
          <p:nvPr/>
        </p:nvCxnSpPr>
        <p:spPr>
          <a:xfrm flipH="1">
            <a:off x="4831775" y="3174007"/>
            <a:ext cx="543257" cy="574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D221E9F-D203-247E-F6CF-41514230BEF7}"/>
                  </a:ext>
                </a:extLst>
              </p:cNvPr>
              <p:cNvSpPr txBox="1"/>
              <p:nvPr/>
            </p:nvSpPr>
            <p:spPr>
              <a:xfrm>
                <a:off x="4402989" y="3986279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D221E9F-D203-247E-F6CF-41514230B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989" y="3986279"/>
                <a:ext cx="713393" cy="338554"/>
              </a:xfrm>
              <a:prstGeom prst="rect">
                <a:avLst/>
              </a:prstGeom>
              <a:blipFill>
                <a:blip r:embed="rId5"/>
                <a:stretch>
                  <a:fillRect r="-21368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EFF1B6C-FA0A-E45F-CCE1-01F7A2CD4C78}"/>
                  </a:ext>
                </a:extLst>
              </p:cNvPr>
              <p:cNvSpPr txBox="1"/>
              <p:nvPr/>
            </p:nvSpPr>
            <p:spPr>
              <a:xfrm>
                <a:off x="4361769" y="4837834"/>
                <a:ext cx="16382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EFF1B6C-FA0A-E45F-CCE1-01F7A2CD4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769" y="4837834"/>
                <a:ext cx="1638205" cy="338554"/>
              </a:xfrm>
              <a:prstGeom prst="rect">
                <a:avLst/>
              </a:prstGeom>
              <a:blipFill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箭头: 右 66">
            <a:extLst>
              <a:ext uri="{FF2B5EF4-FFF2-40B4-BE49-F238E27FC236}">
                <a16:creationId xmlns:a16="http://schemas.microsoft.com/office/drawing/2014/main" id="{BA2F64B9-20F9-00D5-9C2E-A035338E7A62}"/>
              </a:ext>
            </a:extLst>
          </p:cNvPr>
          <p:cNvSpPr/>
          <p:nvPr/>
        </p:nvSpPr>
        <p:spPr>
          <a:xfrm>
            <a:off x="3389434" y="4928289"/>
            <a:ext cx="782515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2FB9C4A-12ED-F2E9-B856-CF36136F2816}"/>
                  </a:ext>
                </a:extLst>
              </p:cNvPr>
              <p:cNvSpPr txBox="1"/>
              <p:nvPr/>
            </p:nvSpPr>
            <p:spPr>
              <a:xfrm>
                <a:off x="4157194" y="3164476"/>
                <a:ext cx="10310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𝒑𝒖𝒔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𝒉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(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2FB9C4A-12ED-F2E9-B856-CF36136F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94" y="3164476"/>
                <a:ext cx="1031051" cy="338554"/>
              </a:xfrm>
              <a:prstGeom prst="rect">
                <a:avLst/>
              </a:prstGeom>
              <a:blipFill>
                <a:blip r:embed="rId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椭圆 86">
            <a:extLst>
              <a:ext uri="{FF2B5EF4-FFF2-40B4-BE49-F238E27FC236}">
                <a16:creationId xmlns:a16="http://schemas.microsoft.com/office/drawing/2014/main" id="{DA760EE3-92CF-4FB7-54D9-D826FE026EEC}"/>
              </a:ext>
            </a:extLst>
          </p:cNvPr>
          <p:cNvSpPr/>
          <p:nvPr/>
        </p:nvSpPr>
        <p:spPr>
          <a:xfrm>
            <a:off x="7643849" y="2352552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6DD49E4-706E-0E83-47BD-9C6B653AA1F5}"/>
                  </a:ext>
                </a:extLst>
              </p:cNvPr>
              <p:cNvSpPr txBox="1"/>
              <p:nvPr/>
            </p:nvSpPr>
            <p:spPr>
              <a:xfrm>
                <a:off x="7686616" y="2552871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6DD49E4-706E-0E83-47BD-9C6B653AA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616" y="2552871"/>
                <a:ext cx="713393" cy="369332"/>
              </a:xfrm>
              <a:prstGeom prst="rect">
                <a:avLst/>
              </a:prstGeom>
              <a:blipFill>
                <a:blip r:embed="rId8"/>
                <a:stretch>
                  <a:fillRect l="-3419" r="-427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椭圆 88">
            <a:extLst>
              <a:ext uri="{FF2B5EF4-FFF2-40B4-BE49-F238E27FC236}">
                <a16:creationId xmlns:a16="http://schemas.microsoft.com/office/drawing/2014/main" id="{8F8F7E2F-093E-AC25-92C0-967569ECE8FB}"/>
              </a:ext>
            </a:extLst>
          </p:cNvPr>
          <p:cNvSpPr/>
          <p:nvPr/>
        </p:nvSpPr>
        <p:spPr>
          <a:xfrm>
            <a:off x="7100592" y="3741378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F4B80C8-38EE-4D06-D01C-3BEC900B2342}"/>
              </a:ext>
            </a:extLst>
          </p:cNvPr>
          <p:cNvCxnSpPr>
            <a:cxnSpLocks/>
            <a:stCxn id="89" idx="0"/>
            <a:endCxn id="87" idx="4"/>
          </p:cNvCxnSpPr>
          <p:nvPr/>
        </p:nvCxnSpPr>
        <p:spPr>
          <a:xfrm flipV="1">
            <a:off x="7507868" y="3167104"/>
            <a:ext cx="543257" cy="574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37F796A-3B0C-238F-5F6C-1E65253C46E2}"/>
                  </a:ext>
                </a:extLst>
              </p:cNvPr>
              <p:cNvSpPr txBox="1"/>
              <p:nvPr/>
            </p:nvSpPr>
            <p:spPr>
              <a:xfrm>
                <a:off x="7079082" y="3979376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37F796A-3B0C-238F-5F6C-1E65253C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082" y="3979376"/>
                <a:ext cx="713393" cy="338554"/>
              </a:xfrm>
              <a:prstGeom prst="rect">
                <a:avLst/>
              </a:prstGeom>
              <a:blipFill>
                <a:blip r:embed="rId9"/>
                <a:stretch>
                  <a:fillRect r="-21368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65A8CFB-1D24-B533-BE26-9A94EF1C1441}"/>
                  </a:ext>
                </a:extLst>
              </p:cNvPr>
              <p:cNvSpPr txBox="1"/>
              <p:nvPr/>
            </p:nvSpPr>
            <p:spPr>
              <a:xfrm>
                <a:off x="7100592" y="4836121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65A8CFB-1D24-B533-BE26-9A94EF1C1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592" y="4836121"/>
                <a:ext cx="1438920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箭头: 右 92">
            <a:extLst>
              <a:ext uri="{FF2B5EF4-FFF2-40B4-BE49-F238E27FC236}">
                <a16:creationId xmlns:a16="http://schemas.microsoft.com/office/drawing/2014/main" id="{73E5868C-9DCE-9F48-D5C3-9C6A280B0396}"/>
              </a:ext>
            </a:extLst>
          </p:cNvPr>
          <p:cNvSpPr/>
          <p:nvPr/>
        </p:nvSpPr>
        <p:spPr>
          <a:xfrm>
            <a:off x="6065527" y="4921386"/>
            <a:ext cx="782515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40B8917-1186-FED0-6D6C-344760F8B259}"/>
                  </a:ext>
                </a:extLst>
              </p:cNvPr>
              <p:cNvSpPr txBox="1"/>
              <p:nvPr/>
            </p:nvSpPr>
            <p:spPr>
              <a:xfrm>
                <a:off x="7777203" y="3398201"/>
                <a:ext cx="7873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𝒑𝒐𝒑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()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40B8917-1186-FED0-6D6C-344760F8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203" y="3398201"/>
                <a:ext cx="787395" cy="338554"/>
              </a:xfrm>
              <a:prstGeom prst="rect">
                <a:avLst/>
              </a:prstGeom>
              <a:blipFill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椭圆 94">
            <a:extLst>
              <a:ext uri="{FF2B5EF4-FFF2-40B4-BE49-F238E27FC236}">
                <a16:creationId xmlns:a16="http://schemas.microsoft.com/office/drawing/2014/main" id="{930FD05A-242A-7FF1-B210-80F058FBEC6F}"/>
              </a:ext>
            </a:extLst>
          </p:cNvPr>
          <p:cNvSpPr/>
          <p:nvPr/>
        </p:nvSpPr>
        <p:spPr>
          <a:xfrm>
            <a:off x="10013778" y="2377549"/>
            <a:ext cx="814552" cy="81455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ACEB831-5C3E-9D80-C860-5858934D6119}"/>
                  </a:ext>
                </a:extLst>
              </p:cNvPr>
              <p:cNvSpPr txBox="1"/>
              <p:nvPr/>
            </p:nvSpPr>
            <p:spPr>
              <a:xfrm>
                <a:off x="10056545" y="2577868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ACEB831-5C3E-9D80-C860-5858934D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545" y="2577868"/>
                <a:ext cx="713393" cy="369332"/>
              </a:xfrm>
              <a:prstGeom prst="rect">
                <a:avLst/>
              </a:prstGeom>
              <a:blipFill>
                <a:blip r:embed="rId12"/>
                <a:stretch>
                  <a:fillRect l="-3419" r="-427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椭圆 96">
            <a:extLst>
              <a:ext uri="{FF2B5EF4-FFF2-40B4-BE49-F238E27FC236}">
                <a16:creationId xmlns:a16="http://schemas.microsoft.com/office/drawing/2014/main" id="{079DEF4D-5472-4FF0-B626-22C7DB77486B}"/>
              </a:ext>
            </a:extLst>
          </p:cNvPr>
          <p:cNvSpPr/>
          <p:nvPr/>
        </p:nvSpPr>
        <p:spPr>
          <a:xfrm>
            <a:off x="9470521" y="3766375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EA6BB012-CF45-CA9E-50FF-CC4341EE9501}"/>
              </a:ext>
            </a:extLst>
          </p:cNvPr>
          <p:cNvCxnSpPr>
            <a:cxnSpLocks/>
            <a:stCxn id="95" idx="4"/>
            <a:endCxn id="97" idx="0"/>
          </p:cNvCxnSpPr>
          <p:nvPr/>
        </p:nvCxnSpPr>
        <p:spPr>
          <a:xfrm flipH="1">
            <a:off x="9877797" y="3192101"/>
            <a:ext cx="543257" cy="57427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DEC74F2-4242-9B13-D0EE-552549231108}"/>
                  </a:ext>
                </a:extLst>
              </p:cNvPr>
              <p:cNvSpPr txBox="1"/>
              <p:nvPr/>
            </p:nvSpPr>
            <p:spPr>
              <a:xfrm>
                <a:off x="9449011" y="4004373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DEC74F2-4242-9B13-D0EE-552549231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011" y="4004373"/>
                <a:ext cx="713393" cy="338554"/>
              </a:xfrm>
              <a:prstGeom prst="rect">
                <a:avLst/>
              </a:prstGeom>
              <a:blipFill>
                <a:blip r:embed="rId13"/>
                <a:stretch>
                  <a:fillRect r="-21368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椭圆 99">
            <a:extLst>
              <a:ext uri="{FF2B5EF4-FFF2-40B4-BE49-F238E27FC236}">
                <a16:creationId xmlns:a16="http://schemas.microsoft.com/office/drawing/2014/main" id="{3851B553-FB53-89EA-7C8D-B3FEFBF5E5CD}"/>
              </a:ext>
            </a:extLst>
          </p:cNvPr>
          <p:cNvSpPr/>
          <p:nvPr/>
        </p:nvSpPr>
        <p:spPr>
          <a:xfrm>
            <a:off x="10668724" y="3748281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02B1DDEC-7DFB-BDF2-9674-CB91E5294EE2}"/>
              </a:ext>
            </a:extLst>
          </p:cNvPr>
          <p:cNvCxnSpPr>
            <a:cxnSpLocks/>
            <a:stCxn id="95" idx="4"/>
            <a:endCxn id="100" idx="0"/>
          </p:cNvCxnSpPr>
          <p:nvPr/>
        </p:nvCxnSpPr>
        <p:spPr>
          <a:xfrm>
            <a:off x="10421054" y="3192101"/>
            <a:ext cx="654946" cy="5561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B248651-4C2D-452B-D143-94E63DF32E46}"/>
                  </a:ext>
                </a:extLst>
              </p:cNvPr>
              <p:cNvSpPr txBox="1"/>
              <p:nvPr/>
            </p:nvSpPr>
            <p:spPr>
              <a:xfrm>
                <a:off x="10748527" y="3965907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B248651-4C2D-452B-D143-94E63DF3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527" y="3965907"/>
                <a:ext cx="713393" cy="338554"/>
              </a:xfrm>
              <a:prstGeom prst="rect">
                <a:avLst/>
              </a:prstGeom>
              <a:blipFill>
                <a:blip r:embed="rId1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箭头: 右 103">
            <a:extLst>
              <a:ext uri="{FF2B5EF4-FFF2-40B4-BE49-F238E27FC236}">
                <a16:creationId xmlns:a16="http://schemas.microsoft.com/office/drawing/2014/main" id="{8063D360-4B94-A645-4386-AFF4A074E00E}"/>
              </a:ext>
            </a:extLst>
          </p:cNvPr>
          <p:cNvSpPr/>
          <p:nvPr/>
        </p:nvSpPr>
        <p:spPr>
          <a:xfrm>
            <a:off x="8693378" y="4921386"/>
            <a:ext cx="586903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CCE9729-4EC8-194B-141E-2095834A53AC}"/>
                  </a:ext>
                </a:extLst>
              </p:cNvPr>
              <p:cNvSpPr txBox="1"/>
              <p:nvPr/>
            </p:nvSpPr>
            <p:spPr>
              <a:xfrm>
                <a:off x="9701594" y="4836121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CCE9729-4EC8-194B-141E-2095834A5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594" y="4836121"/>
                <a:ext cx="1438920" cy="338554"/>
              </a:xfrm>
              <a:prstGeom prst="rect">
                <a:avLst/>
              </a:prstGeom>
              <a:blipFill>
                <a:blip r:embed="rId1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7626E39-48CE-9B98-5437-77E60EA3CC22}"/>
                  </a:ext>
                </a:extLst>
              </p:cNvPr>
              <p:cNvSpPr txBox="1"/>
              <p:nvPr/>
            </p:nvSpPr>
            <p:spPr>
              <a:xfrm>
                <a:off x="3700051" y="24564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7626E39-48CE-9B98-5437-77E60EA3C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51" y="245644"/>
                <a:ext cx="71339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FBBB9C7-8DD9-D212-B510-FA6B64A65151}"/>
              </a:ext>
            </a:extLst>
          </p:cNvPr>
          <p:cNvCxnSpPr/>
          <p:nvPr/>
        </p:nvCxnSpPr>
        <p:spPr>
          <a:xfrm>
            <a:off x="3749917" y="2220057"/>
            <a:ext cx="0" cy="23035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25F54B2C-949D-C700-0E25-2FE92DF35CC8}"/>
              </a:ext>
            </a:extLst>
          </p:cNvPr>
          <p:cNvCxnSpPr/>
          <p:nvPr/>
        </p:nvCxnSpPr>
        <p:spPr>
          <a:xfrm>
            <a:off x="6491652" y="2220057"/>
            <a:ext cx="0" cy="23035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02891986-DC04-FEE3-3314-C0A253AEA40B}"/>
              </a:ext>
            </a:extLst>
          </p:cNvPr>
          <p:cNvCxnSpPr/>
          <p:nvPr/>
        </p:nvCxnSpPr>
        <p:spPr>
          <a:xfrm>
            <a:off x="8986829" y="2252345"/>
            <a:ext cx="0" cy="23035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A1127CB-F346-6579-97A4-2B526E0439E7}"/>
                  </a:ext>
                </a:extLst>
              </p:cNvPr>
              <p:cNvSpPr txBox="1"/>
              <p:nvPr/>
            </p:nvSpPr>
            <p:spPr>
              <a:xfrm>
                <a:off x="2228651" y="1683325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①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A1127CB-F346-6579-97A4-2B526E043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651" y="1683325"/>
                <a:ext cx="450764" cy="338554"/>
              </a:xfrm>
              <a:prstGeom prst="rect">
                <a:avLst/>
              </a:prstGeom>
              <a:blipFill>
                <a:blip r:embed="rId1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757A93F-9388-1716-8BDC-4F346D2DA8A1}"/>
                  </a:ext>
                </a:extLst>
              </p:cNvPr>
              <p:cNvSpPr txBox="1"/>
              <p:nvPr/>
            </p:nvSpPr>
            <p:spPr>
              <a:xfrm>
                <a:off x="5010523" y="1676444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②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757A93F-9388-1716-8BDC-4F346D2DA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523" y="1676444"/>
                <a:ext cx="450764" cy="338554"/>
              </a:xfrm>
              <a:prstGeom prst="rect">
                <a:avLst/>
              </a:prstGeom>
              <a:blipFill>
                <a:blip r:embed="rId1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9E29E34-84F7-65FE-BBA7-7E9D6D2A3BE7}"/>
                  </a:ext>
                </a:extLst>
              </p:cNvPr>
              <p:cNvSpPr txBox="1"/>
              <p:nvPr/>
            </p:nvSpPr>
            <p:spPr>
              <a:xfrm>
                <a:off x="7779496" y="1676444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③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9E29E34-84F7-65FE-BBA7-7E9D6D2A3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496" y="1676444"/>
                <a:ext cx="450764" cy="338554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C8F4909-296E-4CA7-8618-A8DA0B9A3FD8}"/>
                  </a:ext>
                </a:extLst>
              </p:cNvPr>
              <p:cNvSpPr txBox="1"/>
              <p:nvPr/>
            </p:nvSpPr>
            <p:spPr>
              <a:xfrm>
                <a:off x="10149425" y="1673399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④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C8F4909-296E-4CA7-8618-A8DA0B9A3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425" y="1673399"/>
                <a:ext cx="450764" cy="338554"/>
              </a:xfrm>
              <a:prstGeom prst="rect">
                <a:avLst/>
              </a:prstGeom>
              <a:blipFill>
                <a:blip r:embed="rId20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左大括号 134">
            <a:extLst>
              <a:ext uri="{FF2B5EF4-FFF2-40B4-BE49-F238E27FC236}">
                <a16:creationId xmlns:a16="http://schemas.microsoft.com/office/drawing/2014/main" id="{301C3D53-C5DC-E076-39F8-4E8D791264D0}"/>
              </a:ext>
            </a:extLst>
          </p:cNvPr>
          <p:cNvSpPr/>
          <p:nvPr/>
        </p:nvSpPr>
        <p:spPr>
          <a:xfrm rot="16200000">
            <a:off x="4693356" y="2605883"/>
            <a:ext cx="298938" cy="5687586"/>
          </a:xfrm>
          <a:prstGeom prst="leftBrace">
            <a:avLst>
              <a:gd name="adj1" fmla="val 3186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D421EE2F-128B-02D9-3181-5E24C9594C71}"/>
              </a:ext>
            </a:extLst>
          </p:cNvPr>
          <p:cNvSpPr txBox="1"/>
          <p:nvPr/>
        </p:nvSpPr>
        <p:spPr>
          <a:xfrm>
            <a:off x="3692646" y="5660892"/>
            <a:ext cx="27990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①curr.append(nums[index])</a:t>
            </a:r>
          </a:p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②dfs(index + 1, curr)</a:t>
            </a:r>
          </a:p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③curr.pop()</a:t>
            </a:r>
          </a:p>
        </p:txBody>
      </p:sp>
      <p:sp>
        <p:nvSpPr>
          <p:cNvPr id="138" name="左大括号 137">
            <a:extLst>
              <a:ext uri="{FF2B5EF4-FFF2-40B4-BE49-F238E27FC236}">
                <a16:creationId xmlns:a16="http://schemas.microsoft.com/office/drawing/2014/main" id="{83022E84-3CAD-CA32-07A9-012A29BE1E69}"/>
              </a:ext>
            </a:extLst>
          </p:cNvPr>
          <p:cNvSpPr/>
          <p:nvPr/>
        </p:nvSpPr>
        <p:spPr>
          <a:xfrm rot="16200000">
            <a:off x="9439342" y="3555211"/>
            <a:ext cx="298938" cy="3788930"/>
          </a:xfrm>
          <a:prstGeom prst="leftBrace">
            <a:avLst>
              <a:gd name="adj1" fmla="val 3186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DE7BB304-5E26-EC39-D713-F9BBE188BC56}"/>
              </a:ext>
            </a:extLst>
          </p:cNvPr>
          <p:cNvSpPr txBox="1"/>
          <p:nvPr/>
        </p:nvSpPr>
        <p:spPr>
          <a:xfrm>
            <a:off x="8400009" y="5657576"/>
            <a:ext cx="2550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④dfs(index + 1, curr)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B102F04-D289-3B2D-2AE0-CF6EAB47A6E8}"/>
              </a:ext>
            </a:extLst>
          </p:cNvPr>
          <p:cNvCxnSpPr>
            <a:cxnSpLocks/>
          </p:cNvCxnSpPr>
          <p:nvPr/>
        </p:nvCxnSpPr>
        <p:spPr>
          <a:xfrm flipV="1">
            <a:off x="7357145" y="3140324"/>
            <a:ext cx="513063" cy="59590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ABD3933-11D1-15B1-72F8-662D656D122E}"/>
              </a:ext>
            </a:extLst>
          </p:cNvPr>
          <p:cNvCxnSpPr>
            <a:cxnSpLocks/>
          </p:cNvCxnSpPr>
          <p:nvPr/>
        </p:nvCxnSpPr>
        <p:spPr>
          <a:xfrm flipH="1">
            <a:off x="9759234" y="3183361"/>
            <a:ext cx="509088" cy="572279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9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242</Words>
  <Application>Microsoft Office PowerPoint</Application>
  <PresentationFormat>宽屏</PresentationFormat>
  <Paragraphs>64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Adobe 黑体 Std R</vt:lpstr>
      <vt:lpstr>等线</vt:lpstr>
      <vt:lpstr>等线 Light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2026-04-03T08:53:05Z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