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92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18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99CEDF-5FA1-4638-8CB9-61D251306455}" v="213" dt="2026-04-04T12:01:37.432"/>
    <p1510:client id="{94753ED6-E19E-481B-B383-677D2CB5C065}" v="33" dt="2026-04-04T08:41:43.0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96" y="5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昕 许" userId="a2975fcd840abfc3" providerId="LiveId" clId="{49CCD4F9-177C-4270-9A14-60236FF377E8}"/>
    <pc:docChg chg="undo redo custSel addSld delSld modSld">
      <pc:chgData name="昕 许" userId="a2975fcd840abfc3" providerId="LiveId" clId="{49CCD4F9-177C-4270-9A14-60236FF377E8}" dt="2026-04-04T12:01:40.896" v="5129" actId="1076"/>
      <pc:docMkLst>
        <pc:docMk/>
      </pc:docMkLst>
      <pc:sldChg chg="addSp delSp modSp del mod modTransition delAnim modAnim">
        <pc:chgData name="昕 许" userId="a2975fcd840abfc3" providerId="LiveId" clId="{49CCD4F9-177C-4270-9A14-60236FF377E8}" dt="2026-04-03T03:44:46.411" v="3644" actId="47"/>
        <pc:sldMkLst>
          <pc:docMk/>
          <pc:sldMk cId="0" sldId="256"/>
        </pc:sldMkLst>
      </pc:sldChg>
      <pc:sldChg chg="del modTransition">
        <pc:chgData name="昕 许" userId="a2975fcd840abfc3" providerId="LiveId" clId="{49CCD4F9-177C-4270-9A14-60236FF377E8}" dt="2026-04-03T03:44:46.870" v="3646" actId="47"/>
        <pc:sldMkLst>
          <pc:docMk/>
          <pc:sldMk cId="2349609255" sldId="267"/>
        </pc:sldMkLst>
      </pc:sldChg>
      <pc:sldChg chg="delSp modSp del mod modTransition">
        <pc:chgData name="昕 许" userId="a2975fcd840abfc3" providerId="LiveId" clId="{49CCD4F9-177C-4270-9A14-60236FF377E8}" dt="2026-04-03T03:44:47.057" v="3647" actId="47"/>
        <pc:sldMkLst>
          <pc:docMk/>
          <pc:sldMk cId="2553124647" sldId="268"/>
        </pc:sldMkLst>
      </pc:sldChg>
      <pc:sldChg chg="del modTransition">
        <pc:chgData name="昕 许" userId="a2975fcd840abfc3" providerId="LiveId" clId="{49CCD4F9-177C-4270-9A14-60236FF377E8}" dt="2026-04-03T03:44:48.552" v="3651" actId="47"/>
        <pc:sldMkLst>
          <pc:docMk/>
          <pc:sldMk cId="2504664684" sldId="269"/>
        </pc:sldMkLst>
      </pc:sldChg>
      <pc:sldChg chg="del modTransition">
        <pc:chgData name="昕 许" userId="a2975fcd840abfc3" providerId="LiveId" clId="{49CCD4F9-177C-4270-9A14-60236FF377E8}" dt="2026-04-03T03:44:47.223" v="3648" actId="47"/>
        <pc:sldMkLst>
          <pc:docMk/>
          <pc:sldMk cId="2103491761" sldId="271"/>
        </pc:sldMkLst>
      </pc:sldChg>
      <pc:sldChg chg="del modTransition">
        <pc:chgData name="昕 许" userId="a2975fcd840abfc3" providerId="LiveId" clId="{49CCD4F9-177C-4270-9A14-60236FF377E8}" dt="2026-04-03T03:44:47.419" v="3649" actId="47"/>
        <pc:sldMkLst>
          <pc:docMk/>
          <pc:sldMk cId="982624447" sldId="272"/>
        </pc:sldMkLst>
      </pc:sldChg>
      <pc:sldChg chg="modSp del mod modTransition modAnim">
        <pc:chgData name="昕 许" userId="a2975fcd840abfc3" providerId="LiveId" clId="{49CCD4F9-177C-4270-9A14-60236FF377E8}" dt="2026-04-03T03:44:48.104" v="3650" actId="47"/>
        <pc:sldMkLst>
          <pc:docMk/>
          <pc:sldMk cId="3839414141" sldId="273"/>
        </pc:sldMkLst>
      </pc:sldChg>
      <pc:sldChg chg="addSp modSp del mod modTransition addAnim delAnim modAnim">
        <pc:chgData name="昕 许" userId="a2975fcd840abfc3" providerId="LiveId" clId="{49CCD4F9-177C-4270-9A14-60236FF377E8}" dt="2026-04-03T08:35:09.121" v="4376" actId="47"/>
        <pc:sldMkLst>
          <pc:docMk/>
          <pc:sldMk cId="3892171708" sldId="275"/>
        </pc:sldMkLst>
      </pc:sldChg>
      <pc:sldChg chg="del modTransition">
        <pc:chgData name="昕 许" userId="a2975fcd840abfc3" providerId="LiveId" clId="{49CCD4F9-177C-4270-9A14-60236FF377E8}" dt="2026-04-03T03:44:46.604" v="3645" actId="47"/>
        <pc:sldMkLst>
          <pc:docMk/>
          <pc:sldMk cId="2654364463" sldId="276"/>
        </pc:sldMkLst>
      </pc:sldChg>
      <pc:sldChg chg="del modTransition">
        <pc:chgData name="昕 许" userId="a2975fcd840abfc3" providerId="LiveId" clId="{49CCD4F9-177C-4270-9A14-60236FF377E8}" dt="2026-04-03T03:44:48.712" v="3652" actId="47"/>
        <pc:sldMkLst>
          <pc:docMk/>
          <pc:sldMk cId="1427355035" sldId="277"/>
        </pc:sldMkLst>
      </pc:sldChg>
      <pc:sldChg chg="addSp modSp del mod modTransition modAnim">
        <pc:chgData name="昕 许" userId="a2975fcd840abfc3" providerId="LiveId" clId="{49CCD4F9-177C-4270-9A14-60236FF377E8}" dt="2026-04-03T03:44:48.821" v="3653" actId="47"/>
        <pc:sldMkLst>
          <pc:docMk/>
          <pc:sldMk cId="1609171149" sldId="278"/>
        </pc:sldMkLst>
      </pc:sldChg>
      <pc:sldChg chg="addSp modSp del mod modTransition modAnim">
        <pc:chgData name="昕 许" userId="a2975fcd840abfc3" providerId="LiveId" clId="{49CCD4F9-177C-4270-9A14-60236FF377E8}" dt="2026-04-03T03:44:49.021" v="3654" actId="47"/>
        <pc:sldMkLst>
          <pc:docMk/>
          <pc:sldMk cId="3767906624" sldId="279"/>
        </pc:sldMkLst>
      </pc:sldChg>
      <pc:sldChg chg="modSp del mod modTransition modAnim">
        <pc:chgData name="昕 许" userId="a2975fcd840abfc3" providerId="LiveId" clId="{49CCD4F9-177C-4270-9A14-60236FF377E8}" dt="2026-04-03T03:44:49.262" v="3655" actId="47"/>
        <pc:sldMkLst>
          <pc:docMk/>
          <pc:sldMk cId="2338803400" sldId="280"/>
        </pc:sldMkLst>
      </pc:sldChg>
      <pc:sldChg chg="addSp delSp modSp del mod modTransition modAnim">
        <pc:chgData name="昕 许" userId="a2975fcd840abfc3" providerId="LiveId" clId="{49CCD4F9-177C-4270-9A14-60236FF377E8}" dt="2026-04-03T03:45:10.316" v="3659" actId="47"/>
        <pc:sldMkLst>
          <pc:docMk/>
          <pc:sldMk cId="1661712667" sldId="281"/>
        </pc:sldMkLst>
      </pc:sldChg>
      <pc:sldChg chg="delSp modSp del mod modTransition modAnim">
        <pc:chgData name="昕 许" userId="a2975fcd840abfc3" providerId="LiveId" clId="{49CCD4F9-177C-4270-9A14-60236FF377E8}" dt="2026-04-03T03:45:09.918" v="3657" actId="47"/>
        <pc:sldMkLst>
          <pc:docMk/>
          <pc:sldMk cId="2889887286" sldId="284"/>
        </pc:sldMkLst>
      </pc:sldChg>
      <pc:sldChg chg="addSp modSp del mod modTransition">
        <pc:chgData name="昕 许" userId="a2975fcd840abfc3" providerId="LiveId" clId="{49CCD4F9-177C-4270-9A14-60236FF377E8}" dt="2026-04-03T03:45:10.112" v="3658" actId="47"/>
        <pc:sldMkLst>
          <pc:docMk/>
          <pc:sldMk cId="32092625" sldId="285"/>
        </pc:sldMkLst>
      </pc:sldChg>
      <pc:sldChg chg="addSp delSp modSp del mod modTransition">
        <pc:chgData name="昕 许" userId="a2975fcd840abfc3" providerId="LiveId" clId="{49CCD4F9-177C-4270-9A14-60236FF377E8}" dt="2026-04-03T03:45:10.667" v="3661" actId="47"/>
        <pc:sldMkLst>
          <pc:docMk/>
          <pc:sldMk cId="3504872078" sldId="286"/>
        </pc:sldMkLst>
      </pc:sldChg>
      <pc:sldChg chg="addSp modSp del mod modTransition">
        <pc:chgData name="昕 许" userId="a2975fcd840abfc3" providerId="LiveId" clId="{49CCD4F9-177C-4270-9A14-60236FF377E8}" dt="2026-04-03T03:45:11.675" v="3662" actId="47"/>
        <pc:sldMkLst>
          <pc:docMk/>
          <pc:sldMk cId="2551146985" sldId="288"/>
        </pc:sldMkLst>
      </pc:sldChg>
      <pc:sldChg chg="addSp delSp modSp add del mod modTransition modAnim">
        <pc:chgData name="昕 许" userId="a2975fcd840abfc3" providerId="LiveId" clId="{49CCD4F9-177C-4270-9A14-60236FF377E8}" dt="2026-04-03T03:45:10.556" v="3660" actId="47"/>
        <pc:sldMkLst>
          <pc:docMk/>
          <pc:sldMk cId="341663160" sldId="289"/>
        </pc:sldMkLst>
      </pc:sldChg>
      <pc:sldChg chg="addSp modSp add del mod modTransition addAnim delAnim modAnim">
        <pc:chgData name="昕 许" userId="a2975fcd840abfc3" providerId="LiveId" clId="{49CCD4F9-177C-4270-9A14-60236FF377E8}" dt="2026-04-03T03:45:09.854" v="3656" actId="47"/>
        <pc:sldMkLst>
          <pc:docMk/>
          <pc:sldMk cId="1274868658" sldId="291"/>
        </pc:sldMkLst>
      </pc:sldChg>
      <pc:sldChg chg="addSp delSp modSp add del mod addAnim delAnim modAnim">
        <pc:chgData name="昕 许" userId="a2975fcd840abfc3" providerId="LiveId" clId="{49CCD4F9-177C-4270-9A14-60236FF377E8}" dt="2026-04-04T12:01:40.896" v="5129" actId="1076"/>
        <pc:sldMkLst>
          <pc:docMk/>
          <pc:sldMk cId="889727352" sldId="292"/>
        </pc:sldMkLst>
        <pc:spChg chg="del mod">
          <ac:chgData name="昕 许" userId="a2975fcd840abfc3" providerId="LiveId" clId="{49CCD4F9-177C-4270-9A14-60236FF377E8}" dt="2026-04-03T03:45:13.703" v="3663" actId="478"/>
          <ac:spMkLst>
            <pc:docMk/>
            <pc:sldMk cId="889727352" sldId="292"/>
            <ac:spMk id="2" creationId="{49B76F4B-B938-F37A-FA57-BA34848DFEA3}"/>
          </ac:spMkLst>
        </pc:spChg>
        <pc:spChg chg="add del">
          <ac:chgData name="昕 许" userId="a2975fcd840abfc3" providerId="LiveId" clId="{49CCD4F9-177C-4270-9A14-60236FF377E8}" dt="2026-04-04T11:36:02.988" v="4644" actId="478"/>
          <ac:spMkLst>
            <pc:docMk/>
            <pc:sldMk cId="889727352" sldId="292"/>
            <ac:spMk id="2" creationId="{A49EEB07-FDBE-1797-7EB2-20B52EF14A0B}"/>
          </ac:spMkLst>
        </pc:spChg>
        <pc:spChg chg="add mod">
          <ac:chgData name="昕 许" userId="a2975fcd840abfc3" providerId="LiveId" clId="{49CCD4F9-177C-4270-9A14-60236FF377E8}" dt="2026-04-04T11:37:28.756" v="4702" actId="164"/>
          <ac:spMkLst>
            <pc:docMk/>
            <pc:sldMk cId="889727352" sldId="292"/>
            <ac:spMk id="3" creationId="{7946E277-FCEB-238F-FA35-DD7DD9F35AE1}"/>
          </ac:spMkLst>
        </pc:spChg>
        <pc:spChg chg="add del mod">
          <ac:chgData name="昕 许" userId="a2975fcd840abfc3" providerId="LiveId" clId="{49CCD4F9-177C-4270-9A14-60236FF377E8}" dt="2026-04-03T03:45:14.480" v="3664" actId="478"/>
          <ac:spMkLst>
            <pc:docMk/>
            <pc:sldMk cId="889727352" sldId="292"/>
            <ac:spMk id="3" creationId="{D9DAC465-8D0A-45F5-A709-D071330FF2B9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4" creationId="{BF46F764-E659-F030-E629-152B12A83948}"/>
          </ac:spMkLst>
        </pc:spChg>
        <pc:spChg chg="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5" creationId="{58F71D49-F1B9-0AAE-13A2-321C247F409E}"/>
          </ac:spMkLst>
        </pc:spChg>
        <pc:spChg chg="add mod">
          <ac:chgData name="昕 许" userId="a2975fcd840abfc3" providerId="LiveId" clId="{49CCD4F9-177C-4270-9A14-60236FF377E8}" dt="2026-04-04T11:37:28.756" v="4702" actId="164"/>
          <ac:spMkLst>
            <pc:docMk/>
            <pc:sldMk cId="889727352" sldId="292"/>
            <ac:spMk id="7" creationId="{1409BE93-369C-6B03-CFA5-5FF6EC692F2C}"/>
          </ac:spMkLst>
        </pc:spChg>
        <pc:spChg chg="del">
          <ac:chgData name="昕 许" userId="a2975fcd840abfc3" providerId="LiveId" clId="{49CCD4F9-177C-4270-9A14-60236FF377E8}" dt="2026-04-03T03:45:31.468" v="3667" actId="478"/>
          <ac:spMkLst>
            <pc:docMk/>
            <pc:sldMk cId="889727352" sldId="292"/>
            <ac:spMk id="7" creationId="{F02EE4F2-7328-A090-E3D2-E2FD99D5788B}"/>
          </ac:spMkLst>
        </pc:spChg>
        <pc:spChg chg="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9" creationId="{C389EA3C-99D5-9C29-65E1-E1176F1CDDD7}"/>
          </ac:spMkLst>
        </pc:spChg>
        <pc:spChg chg="mod">
          <ac:chgData name="昕 许" userId="a2975fcd840abfc3" providerId="LiveId" clId="{49CCD4F9-177C-4270-9A14-60236FF377E8}" dt="2026-04-03T03:52:12.418" v="3791" actId="1076"/>
          <ac:spMkLst>
            <pc:docMk/>
            <pc:sldMk cId="889727352" sldId="292"/>
            <ac:spMk id="13" creationId="{8B9B6EEF-9159-161F-64B7-1956A54E94AA}"/>
          </ac:spMkLst>
        </pc:spChg>
        <pc:spChg chg="add 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14" creationId="{48523314-D7D7-69FA-093D-724349172396}"/>
          </ac:spMkLst>
        </pc:spChg>
        <pc:spChg chg="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15" creationId="{1B2F29D9-2121-861E-C7FD-D63691CC1719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17" creationId="{5A3243EA-B299-3B4D-B041-4A2C60FD1551}"/>
          </ac:spMkLst>
        </pc:spChg>
        <pc:spChg chg="mod">
          <ac:chgData name="昕 许" userId="a2975fcd840abfc3" providerId="LiveId" clId="{49CCD4F9-177C-4270-9A14-60236FF377E8}" dt="2026-04-03T03:53:51.261" v="3853" actId="1076"/>
          <ac:spMkLst>
            <pc:docMk/>
            <pc:sldMk cId="889727352" sldId="292"/>
            <ac:spMk id="19" creationId="{713E5759-D00B-F776-C338-B7C8A9CBD7C3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20" creationId="{917D85CA-086B-2385-4B4C-97F4E1AAE2F9}"/>
          </ac:spMkLst>
        </pc:spChg>
        <pc:spChg chg="add mod">
          <ac:chgData name="昕 许" userId="a2975fcd840abfc3" providerId="LiveId" clId="{49CCD4F9-177C-4270-9A14-60236FF377E8}" dt="2026-04-03T03:54:03.983" v="3875" actId="1076"/>
          <ac:spMkLst>
            <pc:docMk/>
            <pc:sldMk cId="889727352" sldId="292"/>
            <ac:spMk id="21" creationId="{9ADA54B9-C913-C637-692F-88BCF33F4BA4}"/>
          </ac:spMkLst>
        </pc:spChg>
        <pc:spChg chg="add mod">
          <ac:chgData name="昕 许" userId="a2975fcd840abfc3" providerId="LiveId" clId="{49CCD4F9-177C-4270-9A14-60236FF377E8}" dt="2026-04-03T03:52:46.348" v="3819" actId="1076"/>
          <ac:spMkLst>
            <pc:docMk/>
            <pc:sldMk cId="889727352" sldId="292"/>
            <ac:spMk id="25" creationId="{8FE7DF3D-A957-F0E3-BF0D-B146A8D6BCFF}"/>
          </ac:spMkLst>
        </pc:spChg>
        <pc:spChg chg="add mod">
          <ac:chgData name="昕 许" userId="a2975fcd840abfc3" providerId="LiveId" clId="{49CCD4F9-177C-4270-9A14-60236FF377E8}" dt="2026-04-03T05:32:00.798" v="4101" actId="1076"/>
          <ac:spMkLst>
            <pc:docMk/>
            <pc:sldMk cId="889727352" sldId="292"/>
            <ac:spMk id="26" creationId="{645101DB-5BD0-B792-7DC4-A2DBAD44CB1D}"/>
          </ac:spMkLst>
        </pc:spChg>
        <pc:spChg chg="del">
          <ac:chgData name="昕 许" userId="a2975fcd840abfc3" providerId="LiveId" clId="{49CCD4F9-177C-4270-9A14-60236FF377E8}" dt="2026-04-03T03:52:50.784" v="3820" actId="478"/>
          <ac:spMkLst>
            <pc:docMk/>
            <pc:sldMk cId="889727352" sldId="292"/>
            <ac:spMk id="27" creationId="{53DD02E3-D65D-93C6-5FDE-0E88C3E8F9AF}"/>
          </ac:spMkLst>
        </pc:spChg>
        <pc:spChg chg="del">
          <ac:chgData name="昕 许" userId="a2975fcd840abfc3" providerId="LiveId" clId="{49CCD4F9-177C-4270-9A14-60236FF377E8}" dt="2026-04-03T03:54:27.507" v="3885" actId="478"/>
          <ac:spMkLst>
            <pc:docMk/>
            <pc:sldMk cId="889727352" sldId="292"/>
            <ac:spMk id="31" creationId="{CD7F07F6-E33A-729D-31A8-65141D459DB2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32" creationId="{63EE5056-715D-EF28-B9DE-57898DCDB226}"/>
          </ac:spMkLst>
        </pc:spChg>
        <pc:spChg chg="del">
          <ac:chgData name="昕 许" userId="a2975fcd840abfc3" providerId="LiveId" clId="{49CCD4F9-177C-4270-9A14-60236FF377E8}" dt="2026-04-03T03:54:37.670" v="3894" actId="478"/>
          <ac:spMkLst>
            <pc:docMk/>
            <pc:sldMk cId="889727352" sldId="292"/>
            <ac:spMk id="33" creationId="{34FC5F4A-3C18-6347-DD02-A7F1C293C9A2}"/>
          </ac:spMkLst>
        </pc:spChg>
        <pc:spChg chg="mod">
          <ac:chgData name="昕 许" userId="a2975fcd840abfc3" providerId="LiveId" clId="{49CCD4F9-177C-4270-9A14-60236FF377E8}" dt="2026-04-04T11:44:06.559" v="4804" actId="207"/>
          <ac:spMkLst>
            <pc:docMk/>
            <pc:sldMk cId="889727352" sldId="292"/>
            <ac:spMk id="33" creationId="{55243E51-2450-DD68-F50C-A6A74079B036}"/>
          </ac:spMkLst>
        </pc:spChg>
        <pc:spChg chg="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35" creationId="{9EAA0251-AD41-B349-505D-2BFDC7867532}"/>
          </ac:spMkLst>
        </pc:spChg>
        <pc:spChg chg="mod">
          <ac:chgData name="昕 许" userId="a2975fcd840abfc3" providerId="LiveId" clId="{49CCD4F9-177C-4270-9A14-60236FF377E8}" dt="2026-04-04T11:44:03.233" v="4803" actId="1076"/>
          <ac:spMkLst>
            <pc:docMk/>
            <pc:sldMk cId="889727352" sldId="292"/>
            <ac:spMk id="37" creationId="{79EE7FE2-2CD0-29C4-E9EF-6018B01ACFD1}"/>
          </ac:spMkLst>
        </pc:spChg>
        <pc:spChg chg="del mod">
          <ac:chgData name="昕 许" userId="a2975fcd840abfc3" providerId="LiveId" clId="{49CCD4F9-177C-4270-9A14-60236FF377E8}" dt="2026-04-03T03:54:08.799" v="3877" actId="478"/>
          <ac:spMkLst>
            <pc:docMk/>
            <pc:sldMk cId="889727352" sldId="292"/>
            <ac:spMk id="37" creationId="{840F6D00-837E-D412-7D5A-17E877AE27A9}"/>
          </ac:spMkLst>
        </pc:spChg>
        <pc:spChg chg="add mod">
          <ac:chgData name="昕 许" userId="a2975fcd840abfc3" providerId="LiveId" clId="{49CCD4F9-177C-4270-9A14-60236FF377E8}" dt="2026-04-03T03:46:17.671" v="3674" actId="1076"/>
          <ac:spMkLst>
            <pc:docMk/>
            <pc:sldMk cId="889727352" sldId="292"/>
            <ac:spMk id="38" creationId="{DBA8409B-0808-3B94-B36E-0826CEDD1276}"/>
          </ac:spMkLst>
        </pc:spChg>
        <pc:spChg chg="del mod">
          <ac:chgData name="昕 许" userId="a2975fcd840abfc3" providerId="LiveId" clId="{49CCD4F9-177C-4270-9A14-60236FF377E8}" dt="2026-04-03T03:54:21.129" v="3883" actId="478"/>
          <ac:spMkLst>
            <pc:docMk/>
            <pc:sldMk cId="889727352" sldId="292"/>
            <ac:spMk id="39" creationId="{744BB4C5-4E7A-CE4A-66C5-83A6D4BD01B0}"/>
          </ac:spMkLst>
        </pc:spChg>
        <pc:spChg chg="mod">
          <ac:chgData name="昕 许" userId="a2975fcd840abfc3" providerId="LiveId" clId="{49CCD4F9-177C-4270-9A14-60236FF377E8}" dt="2026-04-03T03:45:36.372" v="3668" actId="1076"/>
          <ac:spMkLst>
            <pc:docMk/>
            <pc:sldMk cId="889727352" sldId="292"/>
            <ac:spMk id="41" creationId="{9B169F7D-CD8F-5AA0-70D6-D9BE0B1C3768}"/>
          </ac:spMkLst>
        </pc:spChg>
        <pc:spChg chg="add del mod">
          <ac:chgData name="昕 许" userId="a2975fcd840abfc3" providerId="LiveId" clId="{49CCD4F9-177C-4270-9A14-60236FF377E8}" dt="2026-04-03T03:54:54.446" v="3901" actId="478"/>
          <ac:spMkLst>
            <pc:docMk/>
            <pc:sldMk cId="889727352" sldId="292"/>
            <ac:spMk id="43" creationId="{3136EA67-9108-58D6-54DB-6DEA6AA5F42C}"/>
          </ac:spMkLst>
        </pc:spChg>
        <pc:spChg chg="mod">
          <ac:chgData name="昕 许" userId="a2975fcd840abfc3" providerId="LiveId" clId="{49CCD4F9-177C-4270-9A14-60236FF377E8}" dt="2026-04-04T11:44:35.714" v="4830" actId="20577"/>
          <ac:spMkLst>
            <pc:docMk/>
            <pc:sldMk cId="889727352" sldId="292"/>
            <ac:spMk id="43" creationId="{EFC9A9D5-83AB-0687-EE77-69B491992FE8}"/>
          </ac:spMkLst>
        </pc:spChg>
        <pc:spChg chg="mod">
          <ac:chgData name="昕 许" userId="a2975fcd840abfc3" providerId="LiveId" clId="{49CCD4F9-177C-4270-9A14-60236FF377E8}" dt="2026-04-03T03:46:00.586" v="3672" actId="1076"/>
          <ac:spMkLst>
            <pc:docMk/>
            <pc:sldMk cId="889727352" sldId="292"/>
            <ac:spMk id="44" creationId="{41CBF174-9E56-5260-D28B-5B55435E3969}"/>
          </ac:spMkLst>
        </pc:spChg>
        <pc:spChg chg="del mod">
          <ac:chgData name="昕 许" userId="a2975fcd840abfc3" providerId="LiveId" clId="{49CCD4F9-177C-4270-9A14-60236FF377E8}" dt="2026-04-03T03:55:10.759" v="3907" actId="478"/>
          <ac:spMkLst>
            <pc:docMk/>
            <pc:sldMk cId="889727352" sldId="292"/>
            <ac:spMk id="45" creationId="{40910A68-1878-C829-C628-CC76827D1601}"/>
          </ac:spMkLst>
        </pc:spChg>
        <pc:spChg chg="mod">
          <ac:chgData name="昕 许" userId="a2975fcd840abfc3" providerId="LiveId" clId="{49CCD4F9-177C-4270-9A14-60236FF377E8}" dt="2026-04-04T11:44:35.812" v="4831" actId="20577"/>
          <ac:spMkLst>
            <pc:docMk/>
            <pc:sldMk cId="889727352" sldId="292"/>
            <ac:spMk id="45" creationId="{DBF67BC5-3B8D-94C4-759A-ACA1A460376C}"/>
          </ac:spMkLst>
        </pc:spChg>
        <pc:spChg chg="add mod">
          <ac:chgData name="昕 许" userId="a2975fcd840abfc3" providerId="LiveId" clId="{49CCD4F9-177C-4270-9A14-60236FF377E8}" dt="2026-04-04T08:28:40.710" v="4441" actId="1076"/>
          <ac:spMkLst>
            <pc:docMk/>
            <pc:sldMk cId="889727352" sldId="292"/>
            <ac:spMk id="53" creationId="{3334FB4F-A43C-787C-A996-AB2A04B2AA8C}"/>
          </ac:spMkLst>
        </pc:spChg>
        <pc:spChg chg="add mod">
          <ac:chgData name="昕 许" userId="a2975fcd840abfc3" providerId="LiveId" clId="{49CCD4F9-177C-4270-9A14-60236FF377E8}" dt="2026-04-04T08:28:32.388" v="4432" actId="20577"/>
          <ac:spMkLst>
            <pc:docMk/>
            <pc:sldMk cId="889727352" sldId="292"/>
            <ac:spMk id="54" creationId="{F0C769FD-2713-EABB-E847-EA41A10478A4}"/>
          </ac:spMkLst>
        </pc:spChg>
        <pc:spChg chg="add mod">
          <ac:chgData name="昕 许" userId="a2975fcd840abfc3" providerId="LiveId" clId="{49CCD4F9-177C-4270-9A14-60236FF377E8}" dt="2026-04-04T08:28:34.682" v="4440" actId="20577"/>
          <ac:spMkLst>
            <pc:docMk/>
            <pc:sldMk cId="889727352" sldId="292"/>
            <ac:spMk id="55" creationId="{F07279C1-6BF2-2D41-2C1E-456727A294C8}"/>
          </ac:spMkLst>
        </pc:spChg>
        <pc:spChg chg="add mod">
          <ac:chgData name="昕 许" userId="a2975fcd840abfc3" providerId="LiveId" clId="{49CCD4F9-177C-4270-9A14-60236FF377E8}" dt="2026-04-03T03:50:56.819" v="3736" actId="1076"/>
          <ac:spMkLst>
            <pc:docMk/>
            <pc:sldMk cId="889727352" sldId="292"/>
            <ac:spMk id="56" creationId="{040CF7B4-298C-DB61-1C8E-A22DB5AA04DB}"/>
          </ac:spMkLst>
        </pc:spChg>
        <pc:spChg chg="add mod">
          <ac:chgData name="昕 许" userId="a2975fcd840abfc3" providerId="LiveId" clId="{49CCD4F9-177C-4270-9A14-60236FF377E8}" dt="2026-04-03T03:51:03.021" v="3741" actId="20577"/>
          <ac:spMkLst>
            <pc:docMk/>
            <pc:sldMk cId="889727352" sldId="292"/>
            <ac:spMk id="57" creationId="{DCF517B9-7ADC-7D75-6871-05CF9E234FF6}"/>
          </ac:spMkLst>
        </pc:spChg>
        <pc:spChg chg="add mod">
          <ac:chgData name="昕 许" userId="a2975fcd840abfc3" providerId="LiveId" clId="{49CCD4F9-177C-4270-9A14-60236FF377E8}" dt="2026-04-03T03:51:44.033" v="3772" actId="20577"/>
          <ac:spMkLst>
            <pc:docMk/>
            <pc:sldMk cId="889727352" sldId="292"/>
            <ac:spMk id="64" creationId="{BE2A766C-C6CA-C149-DAA8-7AFBB146BE88}"/>
          </ac:spMkLst>
        </pc:spChg>
        <pc:spChg chg="add mod">
          <ac:chgData name="昕 许" userId="a2975fcd840abfc3" providerId="LiveId" clId="{49CCD4F9-177C-4270-9A14-60236FF377E8}" dt="2026-04-03T03:51:50.790" v="3778" actId="1076"/>
          <ac:spMkLst>
            <pc:docMk/>
            <pc:sldMk cId="889727352" sldId="292"/>
            <ac:spMk id="65" creationId="{C873FAEA-B913-524F-FC58-2E367BAC6986}"/>
          </ac:spMkLst>
        </pc:spChg>
        <pc:spChg chg="add mod">
          <ac:chgData name="昕 许" userId="a2975fcd840abfc3" providerId="LiveId" clId="{49CCD4F9-177C-4270-9A14-60236FF377E8}" dt="2026-04-03T03:51:54.871" v="3779"/>
          <ac:spMkLst>
            <pc:docMk/>
            <pc:sldMk cId="889727352" sldId="292"/>
            <ac:spMk id="66" creationId="{B6AA8C1E-998F-C5BF-3104-A5C5AAC5F8FA}"/>
          </ac:spMkLst>
        </pc:spChg>
        <pc:spChg chg="add mod">
          <ac:chgData name="昕 许" userId="a2975fcd840abfc3" providerId="LiveId" clId="{49CCD4F9-177C-4270-9A14-60236FF377E8}" dt="2026-04-03T03:52:28.263" v="3801"/>
          <ac:spMkLst>
            <pc:docMk/>
            <pc:sldMk cId="889727352" sldId="292"/>
            <ac:spMk id="67" creationId="{C921B7F9-4C88-D442-80E0-F4076382206E}"/>
          </ac:spMkLst>
        </pc:spChg>
        <pc:spChg chg="add mod">
          <ac:chgData name="昕 许" userId="a2975fcd840abfc3" providerId="LiveId" clId="{49CCD4F9-177C-4270-9A14-60236FF377E8}" dt="2026-04-03T03:54:46.635" v="3898" actId="1076"/>
          <ac:spMkLst>
            <pc:docMk/>
            <pc:sldMk cId="889727352" sldId="292"/>
            <ac:spMk id="68" creationId="{D8A53AC6-F8B7-265B-6CD8-62A384B75C2C}"/>
          </ac:spMkLst>
        </pc:spChg>
        <pc:spChg chg="add 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69" creationId="{D59A1F93-4D2D-5A90-B370-F948EF53F6CA}"/>
          </ac:spMkLst>
        </pc:spChg>
        <pc:spChg chg="add mod">
          <ac:chgData name="昕 许" userId="a2975fcd840abfc3" providerId="LiveId" clId="{49CCD4F9-177C-4270-9A14-60236FF377E8}" dt="2026-04-03T03:53:09.361" v="3833" actId="20577"/>
          <ac:spMkLst>
            <pc:docMk/>
            <pc:sldMk cId="889727352" sldId="292"/>
            <ac:spMk id="70" creationId="{E92586CB-3028-8A39-21C3-68B5465CC613}"/>
          </ac:spMkLst>
        </pc:spChg>
        <pc:spChg chg="add 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71" creationId="{25A434C7-7011-DDB2-FD6F-0F4E672C52DE}"/>
          </ac:spMkLst>
        </pc:spChg>
        <pc:spChg chg="add mod">
          <ac:chgData name="昕 许" userId="a2975fcd840abfc3" providerId="LiveId" clId="{49CCD4F9-177C-4270-9A14-60236FF377E8}" dt="2026-04-03T03:53:17.691" v="3837" actId="1076"/>
          <ac:spMkLst>
            <pc:docMk/>
            <pc:sldMk cId="889727352" sldId="292"/>
            <ac:spMk id="72" creationId="{F88F0661-54F8-258B-8C6A-10686753EE95}"/>
          </ac:spMkLst>
        </pc:spChg>
        <pc:spChg chg="add mod">
          <ac:chgData name="昕 许" userId="a2975fcd840abfc3" providerId="LiveId" clId="{49CCD4F9-177C-4270-9A14-60236FF377E8}" dt="2026-04-03T03:53:22.003" v="3839" actId="1076"/>
          <ac:spMkLst>
            <pc:docMk/>
            <pc:sldMk cId="889727352" sldId="292"/>
            <ac:spMk id="73" creationId="{C24875C3-0ED7-54EF-9E23-762176667328}"/>
          </ac:spMkLst>
        </pc:spChg>
        <pc:spChg chg="add mod">
          <ac:chgData name="昕 许" userId="a2975fcd840abfc3" providerId="LiveId" clId="{49CCD4F9-177C-4270-9A14-60236FF377E8}" dt="2026-04-03T03:53:22.003" v="3839" actId="1076"/>
          <ac:spMkLst>
            <pc:docMk/>
            <pc:sldMk cId="889727352" sldId="292"/>
            <ac:spMk id="74" creationId="{F4B6B585-8AF2-49D8-8DF9-A211D0640672}"/>
          </ac:spMkLst>
        </pc:spChg>
        <pc:spChg chg="add mod">
          <ac:chgData name="昕 许" userId="a2975fcd840abfc3" providerId="LiveId" clId="{49CCD4F9-177C-4270-9A14-60236FF377E8}" dt="2026-04-03T03:53:25.578" v="3841" actId="1076"/>
          <ac:spMkLst>
            <pc:docMk/>
            <pc:sldMk cId="889727352" sldId="292"/>
            <ac:spMk id="75" creationId="{61DF1281-3054-3068-C497-AB8B1D5D2CA2}"/>
          </ac:spMkLst>
        </pc:spChg>
        <pc:spChg chg="add mod">
          <ac:chgData name="昕 许" userId="a2975fcd840abfc3" providerId="LiveId" clId="{49CCD4F9-177C-4270-9A14-60236FF377E8}" dt="2026-04-03T03:53:25.578" v="3841" actId="1076"/>
          <ac:spMkLst>
            <pc:docMk/>
            <pc:sldMk cId="889727352" sldId="292"/>
            <ac:spMk id="76" creationId="{8F9D6EAE-5C40-5AD0-3D98-AC79AAF96136}"/>
          </ac:spMkLst>
        </pc:spChg>
        <pc:spChg chg="add mod">
          <ac:chgData name="昕 许" userId="a2975fcd840abfc3" providerId="LiveId" clId="{49CCD4F9-177C-4270-9A14-60236FF377E8}" dt="2026-04-03T03:53:30.694" v="3843" actId="1076"/>
          <ac:spMkLst>
            <pc:docMk/>
            <pc:sldMk cId="889727352" sldId="292"/>
            <ac:spMk id="77" creationId="{C17C89F4-1575-8C7E-ED7E-D5EB7121C3F3}"/>
          </ac:spMkLst>
        </pc:spChg>
        <pc:spChg chg="add 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78" creationId="{952A4C43-6C44-6FB8-889A-ED618FC706B0}"/>
          </ac:spMkLst>
        </pc:spChg>
        <pc:spChg chg="add mod">
          <ac:chgData name="昕 许" userId="a2975fcd840abfc3" providerId="LiveId" clId="{49CCD4F9-177C-4270-9A14-60236FF377E8}" dt="2026-04-03T03:54:16.288" v="3881" actId="1076"/>
          <ac:spMkLst>
            <pc:docMk/>
            <pc:sldMk cId="889727352" sldId="292"/>
            <ac:spMk id="79" creationId="{B0A3D4F1-97AE-CD48-8418-CE49A8060B27}"/>
          </ac:spMkLst>
        </pc:spChg>
        <pc:spChg chg="add mod">
          <ac:chgData name="昕 许" userId="a2975fcd840abfc3" providerId="LiveId" clId="{49CCD4F9-177C-4270-9A14-60236FF377E8}" dt="2026-04-03T03:54:24.329" v="3884" actId="1076"/>
          <ac:spMkLst>
            <pc:docMk/>
            <pc:sldMk cId="889727352" sldId="292"/>
            <ac:spMk id="80" creationId="{AF62783D-596A-43F2-F048-6F36E11F78E5}"/>
          </ac:spMkLst>
        </pc:spChg>
        <pc:spChg chg="add mod">
          <ac:chgData name="昕 许" userId="a2975fcd840abfc3" providerId="LiveId" clId="{49CCD4F9-177C-4270-9A14-60236FF377E8}" dt="2026-04-03T03:54:44.401" v="3897" actId="1076"/>
          <ac:spMkLst>
            <pc:docMk/>
            <pc:sldMk cId="889727352" sldId="292"/>
            <ac:spMk id="81" creationId="{26065CCC-99E2-FC7E-95C4-D31868ACA08B}"/>
          </ac:spMkLst>
        </pc:spChg>
        <pc:spChg chg="add mod">
          <ac:chgData name="昕 许" userId="a2975fcd840abfc3" providerId="LiveId" clId="{49CCD4F9-177C-4270-9A14-60236FF377E8}" dt="2026-04-03T03:54:48.710" v="3900" actId="20577"/>
          <ac:spMkLst>
            <pc:docMk/>
            <pc:sldMk cId="889727352" sldId="292"/>
            <ac:spMk id="82" creationId="{EBD717DB-817A-2930-F6F3-80E761DDA01B}"/>
          </ac:spMkLst>
        </pc:spChg>
        <pc:spChg chg="add mod">
          <ac:chgData name="昕 许" userId="a2975fcd840abfc3" providerId="LiveId" clId="{49CCD4F9-177C-4270-9A14-60236FF377E8}" dt="2026-04-03T03:55:08.786" v="3906" actId="1076"/>
          <ac:spMkLst>
            <pc:docMk/>
            <pc:sldMk cId="889727352" sldId="292"/>
            <ac:spMk id="83" creationId="{35C5984B-D90F-48C2-E2D6-B7925D9729F8}"/>
          </ac:spMkLst>
        </pc:spChg>
        <pc:spChg chg="add mod">
          <ac:chgData name="昕 许" userId="a2975fcd840abfc3" providerId="LiveId" clId="{49CCD4F9-177C-4270-9A14-60236FF377E8}" dt="2026-04-03T03:55:28.109" v="3926" actId="1076"/>
          <ac:spMkLst>
            <pc:docMk/>
            <pc:sldMk cId="889727352" sldId="292"/>
            <ac:spMk id="84" creationId="{EA7A286A-C8F6-74D9-23CF-5ADCD6B2BCFE}"/>
          </ac:spMkLst>
        </pc:spChg>
        <pc:spChg chg="add 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85" creationId="{306032C2-3A71-BF58-2F43-A3ED41C59756}"/>
          </ac:spMkLst>
        </pc:spChg>
        <pc:spChg chg="add mod">
          <ac:chgData name="昕 许" userId="a2975fcd840abfc3" providerId="LiveId" clId="{49CCD4F9-177C-4270-9A14-60236FF377E8}" dt="2026-04-04T11:43:27.610" v="4797" actId="208"/>
          <ac:spMkLst>
            <pc:docMk/>
            <pc:sldMk cId="889727352" sldId="292"/>
            <ac:spMk id="89" creationId="{2A0F4B35-B041-A39E-380A-A05F092CBCEB}"/>
          </ac:spMkLst>
        </pc:spChg>
        <pc:spChg chg="add mod">
          <ac:chgData name="昕 许" userId="a2975fcd840abfc3" providerId="LiveId" clId="{49CCD4F9-177C-4270-9A14-60236FF377E8}" dt="2026-04-04T11:44:39.288" v="4833" actId="20577"/>
          <ac:spMkLst>
            <pc:docMk/>
            <pc:sldMk cId="889727352" sldId="292"/>
            <ac:spMk id="91" creationId="{EBAC33BB-A976-C9C7-CBF3-6E93110AD377}"/>
          </ac:spMkLst>
        </pc:spChg>
        <pc:spChg chg="add mod">
          <ac:chgData name="昕 许" userId="a2975fcd840abfc3" providerId="LiveId" clId="{49CCD4F9-177C-4270-9A14-60236FF377E8}" dt="2026-04-03T08:32:18.872" v="4295" actId="20577"/>
          <ac:spMkLst>
            <pc:docMk/>
            <pc:sldMk cId="889727352" sldId="292"/>
            <ac:spMk id="93" creationId="{6A63D8A8-B3FC-0E68-0E3A-CD42C7E32196}"/>
          </ac:spMkLst>
        </pc:spChg>
        <pc:spChg chg="add mod">
          <ac:chgData name="昕 许" userId="a2975fcd840abfc3" providerId="LiveId" clId="{49CCD4F9-177C-4270-9A14-60236FF377E8}" dt="2026-04-03T08:32:36.053" v="4317"/>
          <ac:spMkLst>
            <pc:docMk/>
            <pc:sldMk cId="889727352" sldId="292"/>
            <ac:spMk id="94" creationId="{645F5A1B-2BF9-36EC-455E-EC1D9EA47E25}"/>
          </ac:spMkLst>
        </pc:spChg>
        <pc:spChg chg="add mod">
          <ac:chgData name="昕 许" userId="a2975fcd840abfc3" providerId="LiveId" clId="{49CCD4F9-177C-4270-9A14-60236FF377E8}" dt="2026-04-03T08:32:45.226" v="4321" actId="20577"/>
          <ac:spMkLst>
            <pc:docMk/>
            <pc:sldMk cId="889727352" sldId="292"/>
            <ac:spMk id="95" creationId="{FA2F154C-9651-3A2E-7935-8463C340C4F4}"/>
          </ac:spMkLst>
        </pc:spChg>
        <pc:spChg chg="add mod">
          <ac:chgData name="昕 许" userId="a2975fcd840abfc3" providerId="LiveId" clId="{49CCD4F9-177C-4270-9A14-60236FF377E8}" dt="2026-04-03T08:32:50.307" v="4325" actId="20577"/>
          <ac:spMkLst>
            <pc:docMk/>
            <pc:sldMk cId="889727352" sldId="292"/>
            <ac:spMk id="96" creationId="{77A8703D-2E0C-4691-C8B4-4132D9AB11D1}"/>
          </ac:spMkLst>
        </pc:spChg>
        <pc:spChg chg="add mod">
          <ac:chgData name="昕 许" userId="a2975fcd840abfc3" providerId="LiveId" clId="{49CCD4F9-177C-4270-9A14-60236FF377E8}" dt="2026-04-03T08:32:57.795" v="4329" actId="20577"/>
          <ac:spMkLst>
            <pc:docMk/>
            <pc:sldMk cId="889727352" sldId="292"/>
            <ac:spMk id="97" creationId="{8F5EE73C-D6F7-133E-452F-5D9BAE4200B9}"/>
          </ac:spMkLst>
        </pc:spChg>
        <pc:spChg chg="add mod">
          <ac:chgData name="昕 许" userId="a2975fcd840abfc3" providerId="LiveId" clId="{49CCD4F9-177C-4270-9A14-60236FF377E8}" dt="2026-04-03T08:33:05.973" v="4333" actId="20577"/>
          <ac:spMkLst>
            <pc:docMk/>
            <pc:sldMk cId="889727352" sldId="292"/>
            <ac:spMk id="98" creationId="{4B9356A1-2846-0747-74EF-274677C01914}"/>
          </ac:spMkLst>
        </pc:spChg>
        <pc:spChg chg="add mod">
          <ac:chgData name="昕 许" userId="a2975fcd840abfc3" providerId="LiveId" clId="{49CCD4F9-177C-4270-9A14-60236FF377E8}" dt="2026-04-03T08:33:15.085" v="4337" actId="20577"/>
          <ac:spMkLst>
            <pc:docMk/>
            <pc:sldMk cId="889727352" sldId="292"/>
            <ac:spMk id="99" creationId="{192991CD-46C0-F22C-C1AE-8A1CAE80AF77}"/>
          </ac:spMkLst>
        </pc:spChg>
        <pc:spChg chg="add del mod">
          <ac:chgData name="昕 许" userId="a2975fcd840abfc3" providerId="LiveId" clId="{49CCD4F9-177C-4270-9A14-60236FF377E8}" dt="2026-04-04T11:35:17.007" v="4641" actId="478"/>
          <ac:spMkLst>
            <pc:docMk/>
            <pc:sldMk cId="889727352" sldId="292"/>
            <ac:spMk id="100" creationId="{6BBE7AFB-2F58-7A8B-8502-2123C6556B9D}"/>
          </ac:spMkLst>
        </pc:spChg>
        <pc:spChg chg="add mod">
          <ac:chgData name="昕 许" userId="a2975fcd840abfc3" providerId="LiveId" clId="{49CCD4F9-177C-4270-9A14-60236FF377E8}" dt="2026-04-03T08:33:42.361" v="4358" actId="20577"/>
          <ac:spMkLst>
            <pc:docMk/>
            <pc:sldMk cId="889727352" sldId="292"/>
            <ac:spMk id="101" creationId="{3D62E316-DF9C-65BA-E24A-31E0E4EC44D4}"/>
          </ac:spMkLst>
        </pc:spChg>
        <pc:spChg chg="mod">
          <ac:chgData name="昕 许" userId="a2975fcd840abfc3" providerId="LiveId" clId="{49CCD4F9-177C-4270-9A14-60236FF377E8}" dt="2026-04-04T11:43:27.610" v="4797" actId="208"/>
          <ac:spMkLst>
            <pc:docMk/>
            <pc:sldMk cId="889727352" sldId="292"/>
            <ac:spMk id="103" creationId="{86F1B060-7759-1EED-776B-8752EF509748}"/>
          </ac:spMkLst>
        </pc:spChg>
        <pc:spChg chg="add mod">
          <ac:chgData name="昕 许" userId="a2975fcd840abfc3" providerId="LiveId" clId="{49CCD4F9-177C-4270-9A14-60236FF377E8}" dt="2026-04-04T11:44:41.028" v="4835" actId="20577"/>
          <ac:spMkLst>
            <pc:docMk/>
            <pc:sldMk cId="889727352" sldId="292"/>
            <ac:spMk id="104" creationId="{E810C7E9-B2BF-5FDE-2F39-B4365041F803}"/>
          </ac:spMkLst>
        </pc:spChg>
        <pc:spChg chg="mod">
          <ac:chgData name="昕 许" userId="a2975fcd840abfc3" providerId="LiveId" clId="{49CCD4F9-177C-4270-9A14-60236FF377E8}" dt="2026-04-04T11:43:27.610" v="4797" actId="208"/>
          <ac:spMkLst>
            <pc:docMk/>
            <pc:sldMk cId="889727352" sldId="292"/>
            <ac:spMk id="107" creationId="{E4D12FD5-E1AC-2BFB-280F-5DF54ADB339F}"/>
          </ac:spMkLst>
        </pc:spChg>
        <pc:spChg chg="add mod">
          <ac:chgData name="昕 许" userId="a2975fcd840abfc3" providerId="LiveId" clId="{49CCD4F9-177C-4270-9A14-60236FF377E8}" dt="2026-04-04T11:44:42.562" v="4837" actId="20577"/>
          <ac:spMkLst>
            <pc:docMk/>
            <pc:sldMk cId="889727352" sldId="292"/>
            <ac:spMk id="108" creationId="{8025606A-F945-C8D0-622E-3134A6A1FB62}"/>
          </ac:spMkLst>
        </pc:spChg>
        <pc:spChg chg="mod">
          <ac:chgData name="昕 许" userId="a2975fcd840abfc3" providerId="LiveId" clId="{49CCD4F9-177C-4270-9A14-60236FF377E8}" dt="2026-04-04T11:43:27.610" v="4797" actId="208"/>
          <ac:spMkLst>
            <pc:docMk/>
            <pc:sldMk cId="889727352" sldId="292"/>
            <ac:spMk id="111" creationId="{0CE032CB-39FD-91F9-DA05-BEA1566631B3}"/>
          </ac:spMkLst>
        </pc:spChg>
        <pc:spChg chg="add mod">
          <ac:chgData name="昕 许" userId="a2975fcd840abfc3" providerId="LiveId" clId="{49CCD4F9-177C-4270-9A14-60236FF377E8}" dt="2026-04-04T11:44:44.387" v="4839" actId="20577"/>
          <ac:spMkLst>
            <pc:docMk/>
            <pc:sldMk cId="889727352" sldId="292"/>
            <ac:spMk id="112" creationId="{E9301268-2BE1-705D-ACAC-FE9FA7540360}"/>
          </ac:spMkLst>
        </pc:spChg>
        <pc:spChg chg="add mod">
          <ac:chgData name="昕 许" userId="a2975fcd840abfc3" providerId="LiveId" clId="{49CCD4F9-177C-4270-9A14-60236FF377E8}" dt="2026-04-04T11:43:34.476" v="4798"/>
          <ac:spMkLst>
            <pc:docMk/>
            <pc:sldMk cId="889727352" sldId="292"/>
            <ac:spMk id="113" creationId="{E87B19F6-62E4-C87B-EA16-D886134EC745}"/>
          </ac:spMkLst>
        </pc:spChg>
        <pc:spChg chg="add del mod">
          <ac:chgData name="昕 许" userId="a2975fcd840abfc3" providerId="LiveId" clId="{49CCD4F9-177C-4270-9A14-60236FF377E8}" dt="2026-04-04T12:01:15.177" v="5108" actId="478"/>
          <ac:spMkLst>
            <pc:docMk/>
            <pc:sldMk cId="889727352" sldId="292"/>
            <ac:spMk id="114" creationId="{CF07CF0C-4888-3852-41DC-531D0E794122}"/>
          </ac:spMkLst>
        </pc:spChg>
        <pc:spChg chg="add del mod">
          <ac:chgData name="昕 许" userId="a2975fcd840abfc3" providerId="LiveId" clId="{49CCD4F9-177C-4270-9A14-60236FF377E8}" dt="2026-04-04T12:01:11.014" v="5106" actId="478"/>
          <ac:spMkLst>
            <pc:docMk/>
            <pc:sldMk cId="889727352" sldId="292"/>
            <ac:spMk id="115" creationId="{0FE25C9C-564B-51B2-10D2-FFF2615F6CD0}"/>
          </ac:spMkLst>
        </pc:spChg>
        <pc:spChg chg="add del mod">
          <ac:chgData name="昕 许" userId="a2975fcd840abfc3" providerId="LiveId" clId="{49CCD4F9-177C-4270-9A14-60236FF377E8}" dt="2026-04-04T12:01:06.442" v="5103" actId="478"/>
          <ac:spMkLst>
            <pc:docMk/>
            <pc:sldMk cId="889727352" sldId="292"/>
            <ac:spMk id="116" creationId="{9968B91B-2759-B148-F36E-C3268428423B}"/>
          </ac:spMkLst>
        </pc:spChg>
        <pc:spChg chg="add del mod">
          <ac:chgData name="昕 许" userId="a2975fcd840abfc3" providerId="LiveId" clId="{49CCD4F9-177C-4270-9A14-60236FF377E8}" dt="2026-04-04T11:49:40.365" v="5044"/>
          <ac:spMkLst>
            <pc:docMk/>
            <pc:sldMk cId="889727352" sldId="292"/>
            <ac:spMk id="117" creationId="{6A020F4A-77A9-2049-10D4-E3E91F13388A}"/>
          </ac:spMkLst>
        </pc:spChg>
        <pc:spChg chg="add del mod">
          <ac:chgData name="昕 许" userId="a2975fcd840abfc3" providerId="LiveId" clId="{49CCD4F9-177C-4270-9A14-60236FF377E8}" dt="2026-04-04T12:01:13.467" v="5107" actId="478"/>
          <ac:spMkLst>
            <pc:docMk/>
            <pc:sldMk cId="889727352" sldId="292"/>
            <ac:spMk id="125" creationId="{D0771351-6EB4-3364-C5B3-9048119309A7}"/>
          </ac:spMkLst>
        </pc:spChg>
        <pc:spChg chg="add del mod">
          <ac:chgData name="昕 许" userId="a2975fcd840abfc3" providerId="LiveId" clId="{49CCD4F9-177C-4270-9A14-60236FF377E8}" dt="2026-04-04T12:01:09.897" v="5105" actId="478"/>
          <ac:spMkLst>
            <pc:docMk/>
            <pc:sldMk cId="889727352" sldId="292"/>
            <ac:spMk id="126" creationId="{FC47A39B-643A-BBD5-9C1F-6D4F8FD60626}"/>
          </ac:spMkLst>
        </pc:spChg>
        <pc:spChg chg="add del mod">
          <ac:chgData name="昕 许" userId="a2975fcd840abfc3" providerId="LiveId" clId="{49CCD4F9-177C-4270-9A14-60236FF377E8}" dt="2026-04-04T12:01:40.896" v="5129" actId="1076"/>
          <ac:spMkLst>
            <pc:docMk/>
            <pc:sldMk cId="889727352" sldId="292"/>
            <ac:spMk id="127" creationId="{FE6A4B7E-0F24-88FC-32EB-7DF08D815BBB}"/>
          </ac:spMkLst>
        </pc:spChg>
        <pc:spChg chg="add del mod">
          <ac:chgData name="昕 许" userId="a2975fcd840abfc3" providerId="LiveId" clId="{49CCD4F9-177C-4270-9A14-60236FF377E8}" dt="2026-04-04T12:01:15.776" v="5109" actId="478"/>
          <ac:spMkLst>
            <pc:docMk/>
            <pc:sldMk cId="889727352" sldId="292"/>
            <ac:spMk id="128" creationId="{563F0F65-A156-B40C-387F-7C52101D5B1D}"/>
          </ac:spMkLst>
        </pc:spChg>
        <pc:grpChg chg="add mod">
          <ac:chgData name="昕 许" userId="a2975fcd840abfc3" providerId="LiveId" clId="{49CCD4F9-177C-4270-9A14-60236FF377E8}" dt="2026-04-04T11:39:21.832" v="4736" actId="1076"/>
          <ac:grpSpMkLst>
            <pc:docMk/>
            <pc:sldMk cId="889727352" sldId="292"/>
            <ac:grpSpMk id="27" creationId="{5008A3FF-FDCC-0944-B324-EC5A6D5E568D}"/>
          </ac:grpSpMkLst>
        </pc:grpChg>
        <pc:grpChg chg="add mod">
          <ac:chgData name="昕 许" userId="a2975fcd840abfc3" providerId="LiveId" clId="{49CCD4F9-177C-4270-9A14-60236FF377E8}" dt="2026-04-04T11:42:51.678" v="4793" actId="1076"/>
          <ac:grpSpMkLst>
            <pc:docMk/>
            <pc:sldMk cId="889727352" sldId="292"/>
            <ac:grpSpMk id="31" creationId="{321D7EB6-068E-9063-9078-024ADFF0CEEB}"/>
          </ac:grpSpMkLst>
        </pc:grpChg>
        <pc:grpChg chg="add mod">
          <ac:chgData name="昕 许" userId="a2975fcd840abfc3" providerId="LiveId" clId="{49CCD4F9-177C-4270-9A14-60236FF377E8}" dt="2026-04-04T11:44:35.714" v="4830" actId="20577"/>
          <ac:grpSpMkLst>
            <pc:docMk/>
            <pc:sldMk cId="889727352" sldId="292"/>
            <ac:grpSpMk id="39" creationId="{AF5BC809-7C3C-8B32-98B4-286562337B66}"/>
          </ac:grpSpMkLst>
        </pc:grpChg>
        <pc:grpChg chg="add mod">
          <ac:chgData name="昕 许" userId="a2975fcd840abfc3" providerId="LiveId" clId="{49CCD4F9-177C-4270-9A14-60236FF377E8}" dt="2026-04-04T11:41:19.709" v="4762" actId="164"/>
          <ac:grpSpMkLst>
            <pc:docMk/>
            <pc:sldMk cId="889727352" sldId="292"/>
            <ac:grpSpMk id="90" creationId="{74706359-61E3-3611-3337-228FCB7AB6BD}"/>
          </ac:grpSpMkLst>
        </pc:grpChg>
        <pc:grpChg chg="add mod">
          <ac:chgData name="昕 许" userId="a2975fcd840abfc3" providerId="LiveId" clId="{49CCD4F9-177C-4270-9A14-60236FF377E8}" dt="2026-04-04T11:42:18.291" v="4781" actId="1076"/>
          <ac:grpSpMkLst>
            <pc:docMk/>
            <pc:sldMk cId="889727352" sldId="292"/>
            <ac:grpSpMk id="92" creationId="{92DCE647-2D82-73F3-DEAB-4545EC61EBF0}"/>
          </ac:grpSpMkLst>
        </pc:grpChg>
        <pc:grpChg chg="add mod">
          <ac:chgData name="昕 许" userId="a2975fcd840abfc3" providerId="LiveId" clId="{49CCD4F9-177C-4270-9A14-60236FF377E8}" dt="2026-04-04T11:42:29.640" v="4786" actId="1076"/>
          <ac:grpSpMkLst>
            <pc:docMk/>
            <pc:sldMk cId="889727352" sldId="292"/>
            <ac:grpSpMk id="105" creationId="{51C2755B-F71D-F799-33C9-9E6314027BA1}"/>
          </ac:grpSpMkLst>
        </pc:grpChg>
        <pc:grpChg chg="add mod">
          <ac:chgData name="昕 许" userId="a2975fcd840abfc3" providerId="LiveId" clId="{49CCD4F9-177C-4270-9A14-60236FF377E8}" dt="2026-04-04T11:42:47.055" v="4792" actId="1076"/>
          <ac:grpSpMkLst>
            <pc:docMk/>
            <pc:sldMk cId="889727352" sldId="292"/>
            <ac:grpSpMk id="109" creationId="{53E49CDF-7485-DE13-5BE4-4ACA6D8CD749}"/>
          </ac:grpSpMkLst>
        </pc:grpChg>
        <pc:cxnChg chg="mod">
          <ac:chgData name="昕 许" userId="a2975fcd840abfc3" providerId="LiveId" clId="{49CCD4F9-177C-4270-9A14-60236FF377E8}" dt="2026-04-03T04:23:53.845" v="3935" actId="1076"/>
          <ac:cxnSpMkLst>
            <pc:docMk/>
            <pc:sldMk cId="889727352" sldId="292"/>
            <ac:cxnSpMk id="6" creationId="{9B43A1CA-12AD-7BDC-5442-6D15C3121A26}"/>
          </ac:cxnSpMkLst>
        </pc:cxnChg>
        <pc:cxnChg chg="mod">
          <ac:chgData name="昕 许" userId="a2975fcd840abfc3" providerId="LiveId" clId="{49CCD4F9-177C-4270-9A14-60236FF377E8}" dt="2026-04-03T04:23:53.845" v="3935" actId="1076"/>
          <ac:cxnSpMkLst>
            <pc:docMk/>
            <pc:sldMk cId="889727352" sldId="292"/>
            <ac:cxnSpMk id="12" creationId="{BAE70436-B6B0-377C-4A07-FF8475465143}"/>
          </ac:cxnSpMkLst>
        </pc:cxnChg>
        <pc:cxnChg chg="mod">
          <ac:chgData name="昕 许" userId="a2975fcd840abfc3" providerId="LiveId" clId="{49CCD4F9-177C-4270-9A14-60236FF377E8}" dt="2026-04-03T04:23:53.845" v="3935" actId="1076"/>
          <ac:cxnSpMkLst>
            <pc:docMk/>
            <pc:sldMk cId="889727352" sldId="292"/>
            <ac:cxnSpMk id="16" creationId="{19D6A9FF-C219-3BD4-8AC8-441BEEB9BA8B}"/>
          </ac:cxnSpMkLst>
        </pc:cxnChg>
        <pc:cxnChg chg="mod">
          <ac:chgData name="昕 许" userId="a2975fcd840abfc3" providerId="LiveId" clId="{49CCD4F9-177C-4270-9A14-60236FF377E8}" dt="2026-04-03T03:45:54.195" v="3671" actId="14100"/>
          <ac:cxnSpMkLst>
            <pc:docMk/>
            <pc:sldMk cId="889727352" sldId="292"/>
            <ac:cxnSpMk id="22" creationId="{E8F91695-C49F-E25E-5BBE-B8FB34C293D7}"/>
          </ac:cxnSpMkLst>
        </pc:cxnChg>
        <pc:cxnChg chg="mod">
          <ac:chgData name="昕 许" userId="a2975fcd840abfc3" providerId="LiveId" clId="{49CCD4F9-177C-4270-9A14-60236FF377E8}" dt="2026-04-03T05:32:00.798" v="4101" actId="1076"/>
          <ac:cxnSpMkLst>
            <pc:docMk/>
            <pc:sldMk cId="889727352" sldId="292"/>
            <ac:cxnSpMk id="28" creationId="{8AB4FFC8-D98C-7516-A8B7-7F08C7334B1B}"/>
          </ac:cxnSpMkLst>
        </pc:cxnChg>
        <pc:cxnChg chg="mod">
          <ac:chgData name="昕 许" userId="a2975fcd840abfc3" providerId="LiveId" clId="{49CCD4F9-177C-4270-9A14-60236FF377E8}" dt="2026-04-03T03:45:48.145" v="3669" actId="1076"/>
          <ac:cxnSpMkLst>
            <pc:docMk/>
            <pc:sldMk cId="889727352" sldId="292"/>
            <ac:cxnSpMk id="36" creationId="{26BC6ECF-F544-9897-A459-D02496410524}"/>
          </ac:cxnSpMkLst>
        </pc:cxnChg>
        <pc:cxnChg chg="mod">
          <ac:chgData name="昕 许" userId="a2975fcd840abfc3" providerId="LiveId" clId="{49CCD4F9-177C-4270-9A14-60236FF377E8}" dt="2026-04-03T03:45:52.126" v="3670" actId="1076"/>
          <ac:cxnSpMkLst>
            <pc:docMk/>
            <pc:sldMk cId="889727352" sldId="292"/>
            <ac:cxnSpMk id="42" creationId="{FC0FA837-1F3D-E276-053F-C60B9A650556}"/>
          </ac:cxnSpMkLst>
        </pc:cxnChg>
        <pc:cxnChg chg="mod">
          <ac:chgData name="昕 许" userId="a2975fcd840abfc3" providerId="LiveId" clId="{49CCD4F9-177C-4270-9A14-60236FF377E8}" dt="2026-04-03T03:46:00.586" v="3672" actId="1076"/>
          <ac:cxnSpMkLst>
            <pc:docMk/>
            <pc:sldMk cId="889727352" sldId="292"/>
            <ac:cxnSpMk id="46" creationId="{4A449D9F-02CC-2FF8-9A01-1ED5C7119E00}"/>
          </ac:cxnSpMkLst>
        </pc:cxnChg>
        <pc:cxnChg chg="add del mod">
          <ac:chgData name="昕 许" userId="a2975fcd840abfc3" providerId="LiveId" clId="{49CCD4F9-177C-4270-9A14-60236FF377E8}" dt="2026-04-04T11:42:12.928" v="4779" actId="478"/>
          <ac:cxnSpMkLst>
            <pc:docMk/>
            <pc:sldMk cId="889727352" sldId="292"/>
            <ac:cxnSpMk id="48" creationId="{790A16F0-32CE-B5AB-1C49-0EB22F189A6E}"/>
          </ac:cxnSpMkLst>
        </pc:cxnChg>
        <pc:cxnChg chg="add del mod">
          <ac:chgData name="昕 许" userId="a2975fcd840abfc3" providerId="LiveId" clId="{49CCD4F9-177C-4270-9A14-60236FF377E8}" dt="2026-04-04T11:42:37.263" v="4789" actId="478"/>
          <ac:cxnSpMkLst>
            <pc:docMk/>
            <pc:sldMk cId="889727352" sldId="292"/>
            <ac:cxnSpMk id="49" creationId="{FAEF8202-A171-E43C-296C-ABA8D2490BDC}"/>
          </ac:cxnSpMkLst>
        </pc:cxnChg>
        <pc:cxnChg chg="add mod ord">
          <ac:chgData name="昕 许" userId="a2975fcd840abfc3" providerId="LiveId" clId="{49CCD4F9-177C-4270-9A14-60236FF377E8}" dt="2026-04-04T11:50:31.799" v="5052" actId="14100"/>
          <ac:cxnSpMkLst>
            <pc:docMk/>
            <pc:sldMk cId="889727352" sldId="292"/>
            <ac:cxnSpMk id="58" creationId="{D60FA00F-E5AA-B7C5-BEAA-CEEF3B3DE12A}"/>
          </ac:cxnSpMkLst>
        </pc:cxnChg>
        <pc:cxnChg chg="add del mod">
          <ac:chgData name="昕 许" userId="a2975fcd840abfc3" providerId="LiveId" clId="{49CCD4F9-177C-4270-9A14-60236FF377E8}" dt="2026-04-04T11:42:01.862" v="4774" actId="478"/>
          <ac:cxnSpMkLst>
            <pc:docMk/>
            <pc:sldMk cId="889727352" sldId="292"/>
            <ac:cxnSpMk id="66" creationId="{EB712B3B-3627-6803-E7FA-CC90B46FCE5C}"/>
          </ac:cxnSpMkLst>
        </pc:cxnChg>
        <pc:cxnChg chg="add mod">
          <ac:chgData name="昕 许" userId="a2975fcd840abfc3" providerId="LiveId" clId="{49CCD4F9-177C-4270-9A14-60236FF377E8}" dt="2026-04-04T11:40:02.623" v="4750"/>
          <ac:cxnSpMkLst>
            <pc:docMk/>
            <pc:sldMk cId="889727352" sldId="292"/>
            <ac:cxnSpMk id="86" creationId="{599B0165-7EAD-9B89-AB78-941B5ED6C07B}"/>
          </ac:cxnSpMkLst>
        </pc:cxnChg>
        <pc:cxnChg chg="add mod">
          <ac:chgData name="昕 许" userId="a2975fcd840abfc3" providerId="LiveId" clId="{49CCD4F9-177C-4270-9A14-60236FF377E8}" dt="2026-04-04T11:43:27.610" v="4797" actId="208"/>
          <ac:cxnSpMkLst>
            <pc:docMk/>
            <pc:sldMk cId="889727352" sldId="292"/>
            <ac:cxnSpMk id="87" creationId="{CBC163EE-E085-E698-673A-0B8948C9E3D2}"/>
          </ac:cxnSpMkLst>
        </pc:cxnChg>
        <pc:cxnChg chg="mod">
          <ac:chgData name="昕 许" userId="a2975fcd840abfc3" providerId="LiveId" clId="{49CCD4F9-177C-4270-9A14-60236FF377E8}" dt="2026-04-04T11:43:27.610" v="4797" actId="208"/>
          <ac:cxnSpMkLst>
            <pc:docMk/>
            <pc:sldMk cId="889727352" sldId="292"/>
            <ac:cxnSpMk id="102" creationId="{51FD58A3-C338-EAA1-AC5A-A8916852742B}"/>
          </ac:cxnSpMkLst>
        </pc:cxnChg>
        <pc:cxnChg chg="mod">
          <ac:chgData name="昕 许" userId="a2975fcd840abfc3" providerId="LiveId" clId="{49CCD4F9-177C-4270-9A14-60236FF377E8}" dt="2026-04-04T11:43:27.610" v="4797" actId="208"/>
          <ac:cxnSpMkLst>
            <pc:docMk/>
            <pc:sldMk cId="889727352" sldId="292"/>
            <ac:cxnSpMk id="106" creationId="{22E7F90C-8B29-E2EC-831D-E72301880FD9}"/>
          </ac:cxnSpMkLst>
        </pc:cxnChg>
        <pc:cxnChg chg="mod">
          <ac:chgData name="昕 许" userId="a2975fcd840abfc3" providerId="LiveId" clId="{49CCD4F9-177C-4270-9A14-60236FF377E8}" dt="2026-04-04T11:43:27.610" v="4797" actId="208"/>
          <ac:cxnSpMkLst>
            <pc:docMk/>
            <pc:sldMk cId="889727352" sldId="292"/>
            <ac:cxnSpMk id="110" creationId="{869AA114-8C25-32B4-00EF-AE16B053FF7E}"/>
          </ac:cxnSpMkLst>
        </pc:cxnChg>
        <pc:cxnChg chg="add del mod">
          <ac:chgData name="昕 许" userId="a2975fcd840abfc3" providerId="LiveId" clId="{49CCD4F9-177C-4270-9A14-60236FF377E8}" dt="2026-04-04T12:01:07.439" v="5104" actId="478"/>
          <ac:cxnSpMkLst>
            <pc:docMk/>
            <pc:sldMk cId="889727352" sldId="292"/>
            <ac:cxnSpMk id="119" creationId="{3A6CC587-410F-E52E-87A1-1281D8A55540}"/>
          </ac:cxnSpMkLst>
        </pc:cxnChg>
      </pc:sldChg>
      <pc:sldChg chg="addSp delSp modSp add del mod delAnim modAnim">
        <pc:chgData name="昕 许" userId="a2975fcd840abfc3" providerId="LiveId" clId="{49CCD4F9-177C-4270-9A14-60236FF377E8}" dt="2026-04-04T11:23:55.770" v="4627" actId="47"/>
        <pc:sldMkLst>
          <pc:docMk/>
          <pc:sldMk cId="220189928" sldId="293"/>
        </pc:sldMkLst>
        <pc:spChg chg="add mod">
          <ac:chgData name="昕 许" userId="a2975fcd840abfc3" providerId="LiveId" clId="{49CCD4F9-177C-4270-9A14-60236FF377E8}" dt="2026-04-03T05:37:57.027" v="4171" actId="1076"/>
          <ac:spMkLst>
            <pc:docMk/>
            <pc:sldMk cId="220189928" sldId="293"/>
            <ac:spMk id="2" creationId="{01E4B7F5-60BF-5E54-90A6-5B3C774EEDFB}"/>
          </ac:spMkLst>
        </pc:spChg>
        <pc:spChg chg="add mod">
          <ac:chgData name="昕 许" userId="a2975fcd840abfc3" providerId="LiveId" clId="{49CCD4F9-177C-4270-9A14-60236FF377E8}" dt="2026-04-03T05:37:57.027" v="4171" actId="1076"/>
          <ac:spMkLst>
            <pc:docMk/>
            <pc:sldMk cId="220189928" sldId="293"/>
            <ac:spMk id="3" creationId="{F6143397-A64F-20A9-D7B6-5898F48BB152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4" creationId="{60E4BE95-9C26-449A-4495-BE655685E6D0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5" creationId="{9D29396F-42E7-76D7-03C6-9EF59D839773}"/>
          </ac:spMkLst>
        </pc:spChg>
        <pc:spChg chg="add del mod">
          <ac:chgData name="昕 许" userId="a2975fcd840abfc3" providerId="LiveId" clId="{49CCD4F9-177C-4270-9A14-60236FF377E8}" dt="2026-04-03T05:28:38.371" v="4065" actId="478"/>
          <ac:spMkLst>
            <pc:docMk/>
            <pc:sldMk cId="220189928" sldId="293"/>
            <ac:spMk id="7" creationId="{3D77B33E-9287-3E20-CEC8-131E0DC06EC3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17" creationId="{4ABA72E3-973C-7614-5E8A-CA5BA5B283E8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20" creationId="{A4DD7FAD-BB8D-035A-CB0D-0355217D173E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23" creationId="{25EF70A7-1DBA-E025-7D48-7FC520284E51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25" creationId="{54F69ABE-026E-9A2E-BD7C-1986B5B3D542}"/>
          </ac:spMkLst>
        </pc:spChg>
        <pc:spChg chg="add del mod">
          <ac:chgData name="昕 许" userId="a2975fcd840abfc3" providerId="LiveId" clId="{49CCD4F9-177C-4270-9A14-60236FF377E8}" dt="2026-04-03T05:28:38.371" v="4065" actId="478"/>
          <ac:spMkLst>
            <pc:docMk/>
            <pc:sldMk cId="220189928" sldId="293"/>
            <ac:spMk id="31" creationId="{3A8CD932-8DEF-5571-FD4E-3EFFC7DD5503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32" creationId="{0B1A9BE8-3B1F-A1DF-1588-76177DEBA8A8}"/>
          </ac:spMkLst>
        </pc:spChg>
        <pc:spChg chg="add del mod">
          <ac:chgData name="昕 许" userId="a2975fcd840abfc3" providerId="LiveId" clId="{49CCD4F9-177C-4270-9A14-60236FF377E8}" dt="2026-04-03T05:26:40.237" v="4017" actId="478"/>
          <ac:spMkLst>
            <pc:docMk/>
            <pc:sldMk cId="220189928" sldId="293"/>
            <ac:spMk id="33" creationId="{FDE06630-1AF6-1B87-FD8F-F0D7DE963B24}"/>
          </ac:spMkLst>
        </pc:spChg>
        <pc:spChg chg="add del mod">
          <ac:chgData name="昕 许" userId="a2975fcd840abfc3" providerId="LiveId" clId="{49CCD4F9-177C-4270-9A14-60236FF377E8}" dt="2026-04-03T05:27:41.078" v="4041" actId="478"/>
          <ac:spMkLst>
            <pc:docMk/>
            <pc:sldMk cId="220189928" sldId="293"/>
            <ac:spMk id="39" creationId="{3465E7C5-4B72-8EC7-4872-2F25449BE073}"/>
          </ac:spMkLst>
        </pc:spChg>
        <pc:spChg chg="add del mod">
          <ac:chgData name="昕 许" userId="a2975fcd840abfc3" providerId="LiveId" clId="{49CCD4F9-177C-4270-9A14-60236FF377E8}" dt="2026-04-03T05:26:38.212" v="4016" actId="478"/>
          <ac:spMkLst>
            <pc:docMk/>
            <pc:sldMk cId="220189928" sldId="293"/>
            <ac:spMk id="43" creationId="{509112B1-54FD-2B18-B499-64D1298CFCB0}"/>
          </ac:spMkLst>
        </pc:spChg>
        <pc:spChg chg="add del mod">
          <ac:chgData name="昕 许" userId="a2975fcd840abfc3" providerId="LiveId" clId="{49CCD4F9-177C-4270-9A14-60236FF377E8}" dt="2026-04-03T05:26:35.661" v="4015" actId="478"/>
          <ac:spMkLst>
            <pc:docMk/>
            <pc:sldMk cId="220189928" sldId="293"/>
            <ac:spMk id="45" creationId="{B4053F13-EA4A-5331-0A50-6307E79BF544}"/>
          </ac:spMkLst>
        </pc:spChg>
        <pc:spChg chg="add mod">
          <ac:chgData name="昕 许" userId="a2975fcd840abfc3" providerId="LiveId" clId="{49CCD4F9-177C-4270-9A14-60236FF377E8}" dt="2026-04-03T05:38:06.476" v="4180" actId="1076"/>
          <ac:spMkLst>
            <pc:docMk/>
            <pc:sldMk cId="220189928" sldId="293"/>
            <ac:spMk id="47" creationId="{37F229B4-D882-B98B-447F-34CB1B971379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48" creationId="{041F0B9F-BFE1-C3E7-27A5-93271D160429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49" creationId="{59C8B577-9A19-BBA1-722E-F76741A28F49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50" creationId="{7A0F1550-1DB4-795F-4703-CEB0DDB5497B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52" creationId="{4A49407A-0E22-B2AB-C9D6-33E9A684AAB8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53" creationId="{458298AA-AA4E-5A31-1730-9D2EB319C743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54" creationId="{D0AD844E-0B17-649D-AA76-5B6CC75EE0A2}"/>
          </ac:spMkLst>
        </pc:spChg>
        <pc:spChg chg="del">
          <ac:chgData name="昕 许" userId="a2975fcd840abfc3" providerId="LiveId" clId="{49CCD4F9-177C-4270-9A14-60236FF377E8}" dt="2026-04-03T05:26:25.359" v="4012" actId="478"/>
          <ac:spMkLst>
            <pc:docMk/>
            <pc:sldMk cId="220189928" sldId="293"/>
            <ac:spMk id="55" creationId="{9671BBED-3EB3-E785-4FB3-71ECBBB600FE}"/>
          </ac:spMkLst>
        </pc:spChg>
        <pc:spChg chg="add mod">
          <ac:chgData name="昕 许" userId="a2975fcd840abfc3" providerId="LiveId" clId="{49CCD4F9-177C-4270-9A14-60236FF377E8}" dt="2026-04-03T05:27:38.804" v="4040"/>
          <ac:spMkLst>
            <pc:docMk/>
            <pc:sldMk cId="220189928" sldId="293"/>
            <ac:spMk id="58" creationId="{38C7FA3B-7A00-7C4B-E806-88194F960177}"/>
          </ac:spMkLst>
        </pc:spChg>
        <pc:spChg chg="add mod">
          <ac:chgData name="昕 许" userId="a2975fcd840abfc3" providerId="LiveId" clId="{49CCD4F9-177C-4270-9A14-60236FF377E8}" dt="2026-04-03T05:28:08.712" v="4046" actId="1076"/>
          <ac:spMkLst>
            <pc:docMk/>
            <pc:sldMk cId="220189928" sldId="293"/>
            <ac:spMk id="59" creationId="{D6FA73A4-4051-65B9-3AF6-D2CFE75C4D2F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60" creationId="{D3D3E7D5-0C0A-98DA-73F7-334C4EFE4497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61" creationId="{556F342D-948A-57E2-2525-B2ADCE56DA3A}"/>
          </ac:spMkLst>
        </pc:spChg>
        <pc:spChg chg="add mod">
          <ac:chgData name="昕 许" userId="a2975fcd840abfc3" providerId="LiveId" clId="{49CCD4F9-177C-4270-9A14-60236FF377E8}" dt="2026-04-03T05:30:54.215" v="4071" actId="1076"/>
          <ac:spMkLst>
            <pc:docMk/>
            <pc:sldMk cId="220189928" sldId="293"/>
            <ac:spMk id="63" creationId="{ED221E9F-D203-247E-F6CF-41514230BEF7}"/>
          </ac:spMkLst>
        </pc:spChg>
        <pc:spChg chg="add mod">
          <ac:chgData name="昕 许" userId="a2975fcd840abfc3" providerId="LiveId" clId="{49CCD4F9-177C-4270-9A14-60236FF377E8}" dt="2026-04-03T05:31:31.783" v="4080" actId="1076"/>
          <ac:spMkLst>
            <pc:docMk/>
            <pc:sldMk cId="220189928" sldId="293"/>
            <ac:spMk id="66" creationId="{FEFF1B6C-FA0A-E45F-CCE1-01F7A2CD4C78}"/>
          </ac:spMkLst>
        </pc:spChg>
        <pc:spChg chg="add mod">
          <ac:chgData name="昕 许" userId="a2975fcd840abfc3" providerId="LiveId" clId="{49CCD4F9-177C-4270-9A14-60236FF377E8}" dt="2026-04-03T05:37:56.231" v="4168" actId="688"/>
          <ac:spMkLst>
            <pc:docMk/>
            <pc:sldMk cId="220189928" sldId="293"/>
            <ac:spMk id="67" creationId="{BA2F64B9-20F9-00D5-9C2E-A035338E7A62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69" creationId="{E0529FE9-CA3B-D9F5-0EC5-661FE68FEC0C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71" creationId="{5115B404-919C-7924-C857-4057D40693B5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76" creationId="{420DD87C-DEAC-1EF3-6C0B-0A808FDAACA6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79" creationId="{BC6F5730-8F6C-65FC-F61E-DA3E015722FD}"/>
          </ac:spMkLst>
        </pc:spChg>
        <pc:spChg chg="del">
          <ac:chgData name="昕 许" userId="a2975fcd840abfc3" providerId="LiveId" clId="{49CCD4F9-177C-4270-9A14-60236FF377E8}" dt="2026-04-03T05:26:23.684" v="4011" actId="478"/>
          <ac:spMkLst>
            <pc:docMk/>
            <pc:sldMk cId="220189928" sldId="293"/>
            <ac:spMk id="81" creationId="{872636EF-ACCC-45E5-7E05-784C97DB77C9}"/>
          </ac:spMkLst>
        </pc:spChg>
        <pc:spChg chg="add mod">
          <ac:chgData name="昕 许" userId="a2975fcd840abfc3" providerId="LiveId" clId="{49CCD4F9-177C-4270-9A14-60236FF377E8}" dt="2026-04-03T08:51:14.911" v="4380" actId="1076"/>
          <ac:spMkLst>
            <pc:docMk/>
            <pc:sldMk cId="220189928" sldId="293"/>
            <ac:spMk id="86" creationId="{72FB9C4A-12ED-F2E9-B856-CF36136F2816}"/>
          </ac:spMkLst>
        </pc:spChg>
        <pc:spChg chg="add mod">
          <ac:chgData name="昕 许" userId="a2975fcd840abfc3" providerId="LiveId" clId="{49CCD4F9-177C-4270-9A14-60236FF377E8}" dt="2026-04-03T05:31:48.680" v="4097" actId="207"/>
          <ac:spMkLst>
            <pc:docMk/>
            <pc:sldMk cId="220189928" sldId="293"/>
            <ac:spMk id="87" creationId="{DA760EE3-92CF-4FB7-54D9-D826FE026EEC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88" creationId="{26DD49E4-706E-0E83-47BD-9C6B653AA1F5}"/>
          </ac:spMkLst>
        </pc:spChg>
        <pc:spChg chg="add mod">
          <ac:chgData name="昕 许" userId="a2975fcd840abfc3" providerId="LiveId" clId="{49CCD4F9-177C-4270-9A14-60236FF377E8}" dt="2026-04-03T05:30:54.215" v="4071" actId="1076"/>
          <ac:spMkLst>
            <pc:docMk/>
            <pc:sldMk cId="220189928" sldId="293"/>
            <ac:spMk id="89" creationId="{8F8F7E2F-093E-AC25-92C0-967569ECE8FB}"/>
          </ac:spMkLst>
        </pc:spChg>
        <pc:spChg chg="add mod">
          <ac:chgData name="昕 许" userId="a2975fcd840abfc3" providerId="LiveId" clId="{49CCD4F9-177C-4270-9A14-60236FF377E8}" dt="2026-04-03T05:30:54.215" v="4071" actId="1076"/>
          <ac:spMkLst>
            <pc:docMk/>
            <pc:sldMk cId="220189928" sldId="293"/>
            <ac:spMk id="91" creationId="{E37F796A-3B0C-238F-5F6C-1E65253C46E2}"/>
          </ac:spMkLst>
        </pc:spChg>
        <pc:spChg chg="add mod">
          <ac:chgData name="昕 许" userId="a2975fcd840abfc3" providerId="LiveId" clId="{49CCD4F9-177C-4270-9A14-60236FF377E8}" dt="2026-04-03T05:32:30.836" v="4108" actId="1076"/>
          <ac:spMkLst>
            <pc:docMk/>
            <pc:sldMk cId="220189928" sldId="293"/>
            <ac:spMk id="92" creationId="{E65A8CFB-1D24-B533-BE26-9A94EF1C1441}"/>
          </ac:spMkLst>
        </pc:spChg>
        <pc:spChg chg="add mod">
          <ac:chgData name="昕 许" userId="a2975fcd840abfc3" providerId="LiveId" clId="{49CCD4F9-177C-4270-9A14-60236FF377E8}" dt="2026-04-03T05:30:44.259" v="4069" actId="1076"/>
          <ac:spMkLst>
            <pc:docMk/>
            <pc:sldMk cId="220189928" sldId="293"/>
            <ac:spMk id="93" creationId="{73E5868C-9DCE-9F48-D5C3-9C6A280B0396}"/>
          </ac:spMkLst>
        </pc:spChg>
        <pc:spChg chg="add mod">
          <ac:chgData name="昕 许" userId="a2975fcd840abfc3" providerId="LiveId" clId="{49CCD4F9-177C-4270-9A14-60236FF377E8}" dt="2026-04-03T08:51:50.649" v="4387" actId="1076"/>
          <ac:spMkLst>
            <pc:docMk/>
            <pc:sldMk cId="220189928" sldId="293"/>
            <ac:spMk id="94" creationId="{F40B8917-1186-FED0-6D6C-344760F8B259}"/>
          </ac:spMkLst>
        </pc:spChg>
        <pc:spChg chg="add mod">
          <ac:chgData name="昕 许" userId="a2975fcd840abfc3" providerId="LiveId" clId="{49CCD4F9-177C-4270-9A14-60236FF377E8}" dt="2026-04-03T05:31:58.193" v="4100" actId="207"/>
          <ac:spMkLst>
            <pc:docMk/>
            <pc:sldMk cId="220189928" sldId="293"/>
            <ac:spMk id="95" creationId="{930FD05A-242A-7FF1-B210-80F058FBEC6F}"/>
          </ac:spMkLst>
        </pc:spChg>
        <pc:spChg chg="add mod">
          <ac:chgData name="昕 许" userId="a2975fcd840abfc3" providerId="LiveId" clId="{49CCD4F9-177C-4270-9A14-60236FF377E8}" dt="2026-04-03T05:31:54.644" v="4099" actId="1076"/>
          <ac:spMkLst>
            <pc:docMk/>
            <pc:sldMk cId="220189928" sldId="293"/>
            <ac:spMk id="96" creationId="{EACEB831-5C3E-9D80-C860-5858934D6119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97" creationId="{079DEF4D-5472-4FF0-B626-22C7DB77486B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99" creationId="{ADEC74F2-4242-9B13-D0EE-552549231108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100" creationId="{3851B553-FB53-89EA-7C8D-B3FEFBF5E5CD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103" creationId="{2B248651-4C2D-452B-D143-94E63DF32E46}"/>
          </ac:spMkLst>
        </pc:spChg>
        <pc:spChg chg="add mod">
          <ac:chgData name="昕 许" userId="a2975fcd840abfc3" providerId="LiveId" clId="{49CCD4F9-177C-4270-9A14-60236FF377E8}" dt="2026-04-03T05:35:53.186" v="4120" actId="1076"/>
          <ac:spMkLst>
            <pc:docMk/>
            <pc:sldMk cId="220189928" sldId="293"/>
            <ac:spMk id="104" creationId="{8063D360-4B94-A645-4386-AFF4A074E00E}"/>
          </ac:spMkLst>
        </pc:spChg>
        <pc:spChg chg="add mod">
          <ac:chgData name="昕 许" userId="a2975fcd840abfc3" providerId="LiveId" clId="{49CCD4F9-177C-4270-9A14-60236FF377E8}" dt="2026-04-03T05:33:20.836" v="4115" actId="1076"/>
          <ac:spMkLst>
            <pc:docMk/>
            <pc:sldMk cId="220189928" sldId="293"/>
            <ac:spMk id="105" creationId="{0CCE9729-4EC8-194B-141E-2095834A53AC}"/>
          </ac:spMkLst>
        </pc:spChg>
        <pc:spChg chg="add del mod">
          <ac:chgData name="昕 许" userId="a2975fcd840abfc3" providerId="LiveId" clId="{49CCD4F9-177C-4270-9A14-60236FF377E8}" dt="2026-04-03T05:35:55.549" v="4121" actId="478"/>
          <ac:spMkLst>
            <pc:docMk/>
            <pc:sldMk cId="220189928" sldId="293"/>
            <ac:spMk id="106" creationId="{85F3C332-992D-66F7-3FA0-CAE98B4E8919}"/>
          </ac:spMkLst>
        </pc:spChg>
        <pc:spChg chg="add del mod">
          <ac:chgData name="昕 许" userId="a2975fcd840abfc3" providerId="LiveId" clId="{49CCD4F9-177C-4270-9A14-60236FF377E8}" dt="2026-04-03T05:38:01.417" v="4177" actId="478"/>
          <ac:spMkLst>
            <pc:docMk/>
            <pc:sldMk cId="220189928" sldId="293"/>
            <ac:spMk id="107" creationId="{6C8F0A20-935F-8765-C7C1-B2C87C05D7F1}"/>
          </ac:spMkLst>
        </pc:spChg>
        <pc:spChg chg="add del mod">
          <ac:chgData name="昕 许" userId="a2975fcd840abfc3" providerId="LiveId" clId="{49CCD4F9-177C-4270-9A14-60236FF377E8}" dt="2026-04-03T05:38:00.825" v="4175" actId="478"/>
          <ac:spMkLst>
            <pc:docMk/>
            <pc:sldMk cId="220189928" sldId="293"/>
            <ac:spMk id="108" creationId="{C7F0D5D5-0061-F8DB-3C05-709D848872D9}"/>
          </ac:spMkLst>
        </pc:spChg>
        <pc:spChg chg="add mod">
          <ac:chgData name="昕 许" userId="a2975fcd840abfc3" providerId="LiveId" clId="{49CCD4F9-177C-4270-9A14-60236FF377E8}" dt="2026-04-03T05:36:33.374" v="4129" actId="1076"/>
          <ac:spMkLst>
            <pc:docMk/>
            <pc:sldMk cId="220189928" sldId="293"/>
            <ac:spMk id="111" creationId="{D7626E39-48CE-9B98-5437-77E60EA3CC22}"/>
          </ac:spMkLst>
        </pc:spChg>
        <pc:spChg chg="add mod">
          <ac:chgData name="昕 许" userId="a2975fcd840abfc3" providerId="LiveId" clId="{49CCD4F9-177C-4270-9A14-60236FF377E8}" dt="2026-04-03T05:38:53.974" v="4195" actId="1076"/>
          <ac:spMkLst>
            <pc:docMk/>
            <pc:sldMk cId="220189928" sldId="293"/>
            <ac:spMk id="131" creationId="{8A1127CB-F346-6579-97A4-2B526E0439E7}"/>
          </ac:spMkLst>
        </pc:spChg>
        <pc:spChg chg="add mod">
          <ac:chgData name="昕 许" userId="a2975fcd840abfc3" providerId="LiveId" clId="{49CCD4F9-177C-4270-9A14-60236FF377E8}" dt="2026-04-03T05:39:08.954" v="4206" actId="20577"/>
          <ac:spMkLst>
            <pc:docMk/>
            <pc:sldMk cId="220189928" sldId="293"/>
            <ac:spMk id="132" creationId="{5757A93F-9388-1716-8BDC-4F346D2DA8A1}"/>
          </ac:spMkLst>
        </pc:spChg>
        <pc:spChg chg="add mod">
          <ac:chgData name="昕 许" userId="a2975fcd840abfc3" providerId="LiveId" clId="{49CCD4F9-177C-4270-9A14-60236FF377E8}" dt="2026-04-03T05:39:11.024" v="4211" actId="20577"/>
          <ac:spMkLst>
            <pc:docMk/>
            <pc:sldMk cId="220189928" sldId="293"/>
            <ac:spMk id="133" creationId="{29E29E34-84F7-65FE-BBA7-7E9D6D2A3BE7}"/>
          </ac:spMkLst>
        </pc:spChg>
        <pc:spChg chg="add mod">
          <ac:chgData name="昕 许" userId="a2975fcd840abfc3" providerId="LiveId" clId="{49CCD4F9-177C-4270-9A14-60236FF377E8}" dt="2026-04-03T05:39:13.311" v="4215" actId="20577"/>
          <ac:spMkLst>
            <pc:docMk/>
            <pc:sldMk cId="220189928" sldId="293"/>
            <ac:spMk id="134" creationId="{9C8F4909-296E-4CA7-8618-A8DA0B9A3FD8}"/>
          </ac:spMkLst>
        </pc:spChg>
        <pc:spChg chg="add mod">
          <ac:chgData name="昕 许" userId="a2975fcd840abfc3" providerId="LiveId" clId="{49CCD4F9-177C-4270-9A14-60236FF377E8}" dt="2026-04-03T05:43:08.625" v="4254" actId="14100"/>
          <ac:spMkLst>
            <pc:docMk/>
            <pc:sldMk cId="220189928" sldId="293"/>
            <ac:spMk id="135" creationId="{301C3D53-C5DC-E076-39F8-4E8D791264D0}"/>
          </ac:spMkLst>
        </pc:spChg>
        <pc:spChg chg="add mod">
          <ac:chgData name="昕 许" userId="a2975fcd840abfc3" providerId="LiveId" clId="{49CCD4F9-177C-4270-9A14-60236FF377E8}" dt="2026-04-03T05:45:27.629" v="4277" actId="14100"/>
          <ac:spMkLst>
            <pc:docMk/>
            <pc:sldMk cId="220189928" sldId="293"/>
            <ac:spMk id="137" creationId="{D421EE2F-128B-02D9-3181-5E24C9594C71}"/>
          </ac:spMkLst>
        </pc:spChg>
        <pc:spChg chg="add mod">
          <ac:chgData name="昕 许" userId="a2975fcd840abfc3" providerId="LiveId" clId="{49CCD4F9-177C-4270-9A14-60236FF377E8}" dt="2026-04-03T05:43:43.319" v="4263" actId="14100"/>
          <ac:spMkLst>
            <pc:docMk/>
            <pc:sldMk cId="220189928" sldId="293"/>
            <ac:spMk id="138" creationId="{83022E84-3CAD-CA32-07A9-012A29BE1E69}"/>
          </ac:spMkLst>
        </pc:spChg>
        <pc:spChg chg="add mod">
          <ac:chgData name="昕 许" userId="a2975fcd840abfc3" providerId="LiveId" clId="{49CCD4F9-177C-4270-9A14-60236FF377E8}" dt="2026-04-03T05:45:23.926" v="4273" actId="113"/>
          <ac:spMkLst>
            <pc:docMk/>
            <pc:sldMk cId="220189928" sldId="293"/>
            <ac:spMk id="139" creationId="{DE7BB304-5E26-EC39-D713-F9BBE188BC56}"/>
          </ac:spMkLst>
        </pc:spChg>
        <pc:cxnChg chg="add mod">
          <ac:chgData name="昕 许" userId="a2975fcd840abfc3" providerId="LiveId" clId="{49CCD4F9-177C-4270-9A14-60236FF377E8}" dt="2026-04-03T08:52:35.784" v="4400" actId="14100"/>
          <ac:cxnSpMkLst>
            <pc:docMk/>
            <pc:sldMk cId="220189928" sldId="293"/>
            <ac:cxnSpMk id="6" creationId="{FB102F04-D289-3B2D-2AE0-CF6EAB47A6E8}"/>
          </ac:cxnSpMkLst>
        </pc:cxnChg>
        <pc:cxnChg chg="add mod">
          <ac:chgData name="昕 许" userId="a2975fcd840abfc3" providerId="LiveId" clId="{49CCD4F9-177C-4270-9A14-60236FF377E8}" dt="2026-04-03T08:52:48.839" v="4401"/>
          <ac:cxnSpMkLst>
            <pc:docMk/>
            <pc:sldMk cId="220189928" sldId="293"/>
            <ac:cxnSpMk id="9" creationId="{BABD3933-11D1-15B1-72F8-662D656D122E}"/>
          </ac:cxnSpMkLst>
        </pc:cxnChg>
        <pc:cxnChg chg="add del mod">
          <ac:chgData name="昕 许" userId="a2975fcd840abfc3" providerId="LiveId" clId="{49CCD4F9-177C-4270-9A14-60236FF377E8}" dt="2026-04-03T05:28:40.331" v="4066" actId="478"/>
          <ac:cxnSpMkLst>
            <pc:docMk/>
            <pc:sldMk cId="220189928" sldId="293"/>
            <ac:cxnSpMk id="27" creationId="{5764D883-7C5D-2187-6894-51623500424F}"/>
          </ac:cxnSpMkLst>
        </pc:cxnChg>
        <pc:cxnChg chg="add del mod">
          <ac:chgData name="昕 许" userId="a2975fcd840abfc3" providerId="LiveId" clId="{49CCD4F9-177C-4270-9A14-60236FF377E8}" dt="2026-04-03T05:26:40.237" v="4017" actId="478"/>
          <ac:cxnSpMkLst>
            <pc:docMk/>
            <pc:sldMk cId="220189928" sldId="293"/>
            <ac:cxnSpMk id="37" creationId="{6390211D-22E0-CC79-CCFC-1645DB5DF61F}"/>
          </ac:cxnSpMkLst>
        </pc:cxnChg>
        <pc:cxnChg chg="add mod">
          <ac:chgData name="昕 许" userId="a2975fcd840abfc3" providerId="LiveId" clId="{49CCD4F9-177C-4270-9A14-60236FF377E8}" dt="2026-04-03T05:27:38.804" v="4040"/>
          <ac:cxnSpMkLst>
            <pc:docMk/>
            <pc:sldMk cId="220189928" sldId="293"/>
            <ac:cxnSpMk id="51" creationId="{8CB7EEB0-CC00-BB07-C222-B5A3C56141B3}"/>
          </ac:cxnSpMkLst>
        </pc:cxnChg>
        <pc:cxnChg chg="add mod">
          <ac:chgData name="昕 许" userId="a2975fcd840abfc3" providerId="LiveId" clId="{49CCD4F9-177C-4270-9A14-60236FF377E8}" dt="2026-04-03T08:51:11.147" v="4379" actId="208"/>
          <ac:cxnSpMkLst>
            <pc:docMk/>
            <pc:sldMk cId="220189928" sldId="293"/>
            <ac:cxnSpMk id="62" creationId="{F757F772-7B20-6553-1EC3-ECE8A095E34E}"/>
          </ac:cxnSpMkLst>
        </pc:cxnChg>
        <pc:cxnChg chg="add mod">
          <ac:chgData name="昕 许" userId="a2975fcd840abfc3" providerId="LiveId" clId="{49CCD4F9-177C-4270-9A14-60236FF377E8}" dt="2026-04-03T08:51:21.897" v="4383" actId="14100"/>
          <ac:cxnSpMkLst>
            <pc:docMk/>
            <pc:sldMk cId="220189928" sldId="293"/>
            <ac:cxnSpMk id="90" creationId="{4F4B80C8-38EE-4D06-D01C-3BEC900B2342}"/>
          </ac:cxnSpMkLst>
        </pc:cxnChg>
        <pc:cxnChg chg="add mod">
          <ac:chgData name="昕 许" userId="a2975fcd840abfc3" providerId="LiveId" clId="{49CCD4F9-177C-4270-9A14-60236FF377E8}" dt="2026-04-03T08:52:55.884" v="4402"/>
          <ac:cxnSpMkLst>
            <pc:docMk/>
            <pc:sldMk cId="220189928" sldId="293"/>
            <ac:cxnSpMk id="98" creationId="{EA6BB012-CF45-CA9E-50FF-CC4341EE9501}"/>
          </ac:cxnSpMkLst>
        </pc:cxnChg>
        <pc:cxnChg chg="add mod">
          <ac:chgData name="昕 许" userId="a2975fcd840abfc3" providerId="LiveId" clId="{49CCD4F9-177C-4270-9A14-60236FF377E8}" dt="2026-04-03T08:51:11.147" v="4379" actId="208"/>
          <ac:cxnSpMkLst>
            <pc:docMk/>
            <pc:sldMk cId="220189928" sldId="293"/>
            <ac:cxnSpMk id="101" creationId="{02B1DDEC-7DFB-BDF2-9674-CB91E5294EE2}"/>
          </ac:cxnSpMkLst>
        </pc:cxnChg>
        <pc:cxnChg chg="add del mod">
          <ac:chgData name="昕 许" userId="a2975fcd840abfc3" providerId="LiveId" clId="{49CCD4F9-177C-4270-9A14-60236FF377E8}" dt="2026-04-03T05:38:02.017" v="4178" actId="478"/>
          <ac:cxnSpMkLst>
            <pc:docMk/>
            <pc:sldMk cId="220189928" sldId="293"/>
            <ac:cxnSpMk id="109" creationId="{A7573004-A263-6ADE-68C2-5D5834D8F569}"/>
          </ac:cxnSpMkLst>
        </pc:cxnChg>
        <pc:cxnChg chg="add del mod">
          <ac:chgData name="昕 许" userId="a2975fcd840abfc3" providerId="LiveId" clId="{49CCD4F9-177C-4270-9A14-60236FF377E8}" dt="2026-04-03T05:38:02.896" v="4179" actId="478"/>
          <ac:cxnSpMkLst>
            <pc:docMk/>
            <pc:sldMk cId="220189928" sldId="293"/>
            <ac:cxnSpMk id="110" creationId="{24C2D65F-8564-F9CE-6E48-B7FBF2530F5C}"/>
          </ac:cxnSpMkLst>
        </pc:cxnChg>
        <pc:cxnChg chg="add del mod">
          <ac:chgData name="昕 许" userId="a2975fcd840abfc3" providerId="LiveId" clId="{49CCD4F9-177C-4270-9A14-60236FF377E8}" dt="2026-04-03T05:37:55.712" v="4165" actId="1076"/>
          <ac:cxnSpMkLst>
            <pc:docMk/>
            <pc:sldMk cId="220189928" sldId="293"/>
            <ac:cxnSpMk id="125" creationId="{96C09C64-A04E-6A62-491B-329E9328AAEE}"/>
          </ac:cxnSpMkLst>
        </pc:cxnChg>
        <pc:cxnChg chg="add mod">
          <ac:chgData name="昕 许" userId="a2975fcd840abfc3" providerId="LiveId" clId="{49CCD4F9-177C-4270-9A14-60236FF377E8}" dt="2026-04-03T05:38:35.535" v="4185" actId="1076"/>
          <ac:cxnSpMkLst>
            <pc:docMk/>
            <pc:sldMk cId="220189928" sldId="293"/>
            <ac:cxnSpMk id="128" creationId="{3FBBB9C7-8DD9-D212-B510-FA6B64A65151}"/>
          </ac:cxnSpMkLst>
        </pc:cxnChg>
        <pc:cxnChg chg="add mod">
          <ac:chgData name="昕 许" userId="a2975fcd840abfc3" providerId="LiveId" clId="{49CCD4F9-177C-4270-9A14-60236FF377E8}" dt="2026-04-03T05:38:38.743" v="4187" actId="1076"/>
          <ac:cxnSpMkLst>
            <pc:docMk/>
            <pc:sldMk cId="220189928" sldId="293"/>
            <ac:cxnSpMk id="129" creationId="{25F54B2C-949D-C700-0E25-2FE92DF35CC8}"/>
          </ac:cxnSpMkLst>
        </pc:cxnChg>
        <pc:cxnChg chg="add mod">
          <ac:chgData name="昕 许" userId="a2975fcd840abfc3" providerId="LiveId" clId="{49CCD4F9-177C-4270-9A14-60236FF377E8}" dt="2026-04-03T05:38:42.389" v="4189" actId="1076"/>
          <ac:cxnSpMkLst>
            <pc:docMk/>
            <pc:sldMk cId="220189928" sldId="293"/>
            <ac:cxnSpMk id="130" creationId="{02891986-DC04-FEE3-3314-C0A253AEA40B}"/>
          </ac:cxnSpMkLst>
        </pc:cxnChg>
      </pc:sldChg>
      <pc:sldChg chg="modSp add del mod modAnim">
        <pc:chgData name="昕 许" userId="a2975fcd840abfc3" providerId="LiveId" clId="{49CCD4F9-177C-4270-9A14-60236FF377E8}" dt="2026-04-03T03:44:46.060" v="3643" actId="47"/>
        <pc:sldMkLst>
          <pc:docMk/>
          <pc:sldMk cId="1427787837" sldId="293"/>
        </pc:sldMkLst>
      </pc:sldChg>
      <pc:sldChg chg="addSp delSp modSp add del mod delAnim">
        <pc:chgData name="昕 许" userId="a2975fcd840abfc3" providerId="LiveId" clId="{49CCD4F9-177C-4270-9A14-60236FF377E8}" dt="2026-04-04T11:35:11.327" v="4640" actId="47"/>
        <pc:sldMkLst>
          <pc:docMk/>
          <pc:sldMk cId="1579748962" sldId="294"/>
        </pc:sldMkLst>
        <pc:spChg chg="add mod">
          <ac:chgData name="昕 许" userId="a2975fcd840abfc3" providerId="LiveId" clId="{49CCD4F9-177C-4270-9A14-60236FF377E8}" dt="2026-04-04T08:38:00.529" v="4523" actId="1076"/>
          <ac:spMkLst>
            <pc:docMk/>
            <pc:sldMk cId="1579748962" sldId="294"/>
            <ac:spMk id="2" creationId="{6743F535-6DCB-745E-F0E5-A2FBCF4842A2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13" creationId="{9D004690-1F5B-475B-4F79-E5D2A8158263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14" creationId="{5DEEF378-9812-B770-0063-6B8402267F7D}"/>
          </ac:spMkLst>
        </pc:spChg>
        <pc:spChg chg="add mod">
          <ac:chgData name="昕 许" userId="a2975fcd840abfc3" providerId="LiveId" clId="{49CCD4F9-177C-4270-9A14-60236FF377E8}" dt="2026-04-04T08:36:39.280" v="4500" actId="164"/>
          <ac:spMkLst>
            <pc:docMk/>
            <pc:sldMk cId="1579748962" sldId="294"/>
            <ac:spMk id="27" creationId="{2DFB882C-2E8D-DFEE-AD6A-1B77EB04A581}"/>
          </ac:spMkLst>
        </pc:spChg>
        <pc:spChg chg="add del mod">
          <ac:chgData name="昕 许" userId="a2975fcd840abfc3" providerId="LiveId" clId="{49CCD4F9-177C-4270-9A14-60236FF377E8}" dt="2026-04-04T08:40:28.963" v="4567" actId="478"/>
          <ac:spMkLst>
            <pc:docMk/>
            <pc:sldMk cId="1579748962" sldId="294"/>
            <ac:spMk id="39" creationId="{4B21F889-A54D-3173-3702-BB29C6FF09F2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41" creationId="{D10E254F-AF8A-73C2-CAAC-C2E07CE8A72A}"/>
          </ac:spMkLst>
        </pc:spChg>
        <pc:spChg chg="add del mod">
          <ac:chgData name="昕 许" userId="a2975fcd840abfc3" providerId="LiveId" clId="{49CCD4F9-177C-4270-9A14-60236FF377E8}" dt="2026-04-04T08:40:37.482" v="4571" actId="478"/>
          <ac:spMkLst>
            <pc:docMk/>
            <pc:sldMk cId="1579748962" sldId="294"/>
            <ac:spMk id="43" creationId="{507DF669-C616-1B28-BEBE-61B946D20273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44" creationId="{FA107BAD-6FD3-C1F1-33B2-1B12CB96A495}"/>
          </ac:spMkLst>
        </pc:spChg>
        <pc:spChg chg="add mod">
          <ac:chgData name="昕 许" userId="a2975fcd840abfc3" providerId="LiveId" clId="{49CCD4F9-177C-4270-9A14-60236FF377E8}" dt="2026-04-04T08:36:39.280" v="4500" actId="164"/>
          <ac:spMkLst>
            <pc:docMk/>
            <pc:sldMk cId="1579748962" sldId="294"/>
            <ac:spMk id="49" creationId="{0FE257E6-1E32-9370-9AAF-4FC42D72297E}"/>
          </ac:spMkLst>
        </pc:spChg>
        <pc:spChg chg="mod">
          <ac:chgData name="昕 许" userId="a2975fcd840abfc3" providerId="LiveId" clId="{49CCD4F9-177C-4270-9A14-60236FF377E8}" dt="2026-04-04T08:37:55.045" v="4522" actId="1076"/>
          <ac:spMkLst>
            <pc:docMk/>
            <pc:sldMk cId="1579748962" sldId="294"/>
            <ac:spMk id="52" creationId="{E951C43C-FF28-0C9A-88E1-46A95E77DCA4}"/>
          </ac:spMkLst>
        </pc:spChg>
        <pc:spChg chg="mod">
          <ac:chgData name="昕 许" userId="a2975fcd840abfc3" providerId="LiveId" clId="{49CCD4F9-177C-4270-9A14-60236FF377E8}" dt="2026-04-04T08:35:58.137" v="4488" actId="1076"/>
          <ac:spMkLst>
            <pc:docMk/>
            <pc:sldMk cId="1579748962" sldId="294"/>
            <ac:spMk id="53" creationId="{56F0F025-7DB2-5F72-5EE5-D12EB9C5CC0D}"/>
          </ac:spMkLst>
        </pc:spChg>
        <pc:spChg chg="mod">
          <ac:chgData name="昕 许" userId="a2975fcd840abfc3" providerId="LiveId" clId="{49CCD4F9-177C-4270-9A14-60236FF377E8}" dt="2026-04-04T08:35:58.137" v="4488" actId="1076"/>
          <ac:spMkLst>
            <pc:docMk/>
            <pc:sldMk cId="1579748962" sldId="294"/>
            <ac:spMk id="54" creationId="{FFECA8F6-3955-3E95-290F-39A76B38F675}"/>
          </ac:spMkLst>
        </pc:spChg>
        <pc:spChg chg="mod">
          <ac:chgData name="昕 许" userId="a2975fcd840abfc3" providerId="LiveId" clId="{49CCD4F9-177C-4270-9A14-60236FF377E8}" dt="2026-04-04T08:35:58.137" v="4488" actId="1076"/>
          <ac:spMkLst>
            <pc:docMk/>
            <pc:sldMk cId="1579748962" sldId="294"/>
            <ac:spMk id="55" creationId="{04791375-4907-2CE7-877C-038B95279083}"/>
          </ac:spMkLst>
        </pc:spChg>
        <pc:spChg chg="mod">
          <ac:chgData name="昕 许" userId="a2975fcd840abfc3" providerId="LiveId" clId="{49CCD4F9-177C-4270-9A14-60236FF377E8}" dt="2026-04-04T08:36:42.194" v="4501"/>
          <ac:spMkLst>
            <pc:docMk/>
            <pc:sldMk cId="1579748962" sldId="294"/>
            <ac:spMk id="58" creationId="{73847C93-34AD-2F36-A056-A99521D895AD}"/>
          </ac:spMkLst>
        </pc:spChg>
        <pc:spChg chg="mod">
          <ac:chgData name="昕 许" userId="a2975fcd840abfc3" providerId="LiveId" clId="{49CCD4F9-177C-4270-9A14-60236FF377E8}" dt="2026-04-04T08:36:50.008" v="4503"/>
          <ac:spMkLst>
            <pc:docMk/>
            <pc:sldMk cId="1579748962" sldId="294"/>
            <ac:spMk id="60" creationId="{40E59D22-7692-DC33-22D9-9C1514C793D1}"/>
          </ac:spMkLst>
        </pc:spChg>
        <pc:spChg chg="mod">
          <ac:chgData name="昕 许" userId="a2975fcd840abfc3" providerId="LiveId" clId="{49CCD4F9-177C-4270-9A14-60236FF377E8}" dt="2026-04-04T08:36:50.008" v="4503"/>
          <ac:spMkLst>
            <pc:docMk/>
            <pc:sldMk cId="1579748962" sldId="294"/>
            <ac:spMk id="61" creationId="{CD7013B6-F6E5-65B8-0404-48B1E9A3925D}"/>
          </ac:spMkLst>
        </pc:spChg>
        <pc:spChg chg="add mod">
          <ac:chgData name="昕 许" userId="a2975fcd840abfc3" providerId="LiveId" clId="{49CCD4F9-177C-4270-9A14-60236FF377E8}" dt="2026-04-04T08:40:59.564" v="4580" actId="164"/>
          <ac:spMkLst>
            <pc:docMk/>
            <pc:sldMk cId="1579748962" sldId="294"/>
            <ac:spMk id="62" creationId="{6474530B-89C4-9773-B383-E8BE9568DA23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68" creationId="{A32DE644-8EE5-E69E-10FC-B74BD57DB90D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69" creationId="{648DEB71-C37B-838F-B28A-213ABA6CB99D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77" creationId="{FE9A5483-AF93-2C4E-6643-C24B3737EF3D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78" creationId="{C40BCD02-AC7D-C294-13A0-023597EEF451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82" creationId="{16D6E9A9-BF97-6E62-776F-B36B46D2211D}"/>
          </ac:spMkLst>
        </pc:spChg>
        <pc:spChg chg="del">
          <ac:chgData name="昕 许" userId="a2975fcd840abfc3" providerId="LiveId" clId="{49CCD4F9-177C-4270-9A14-60236FF377E8}" dt="2026-04-04T08:34:10.209" v="4450" actId="478"/>
          <ac:spMkLst>
            <pc:docMk/>
            <pc:sldMk cId="1579748962" sldId="294"/>
            <ac:spMk id="85" creationId="{98173D7A-796A-2127-F555-F1549E0FFB0A}"/>
          </ac:spMkLst>
        </pc:spChg>
        <pc:spChg chg="mod">
          <ac:chgData name="昕 许" userId="a2975fcd840abfc3" providerId="LiveId" clId="{49CCD4F9-177C-4270-9A14-60236FF377E8}" dt="2026-04-04T08:38:14.299" v="4524"/>
          <ac:spMkLst>
            <pc:docMk/>
            <pc:sldMk cId="1579748962" sldId="294"/>
            <ac:spMk id="88" creationId="{E9976B4A-F305-B850-B73F-8FEA1185DA3F}"/>
          </ac:spMkLst>
        </pc:spChg>
        <pc:spChg chg="mod">
          <ac:chgData name="昕 许" userId="a2975fcd840abfc3" providerId="LiveId" clId="{49CCD4F9-177C-4270-9A14-60236FF377E8}" dt="2026-04-04T08:38:14.299" v="4524"/>
          <ac:spMkLst>
            <pc:docMk/>
            <pc:sldMk cId="1579748962" sldId="294"/>
            <ac:spMk id="89" creationId="{2387E724-6654-7E2B-3C4A-75403FDB8BB4}"/>
          </ac:spMkLst>
        </pc:spChg>
        <pc:spChg chg="add mod">
          <ac:chgData name="昕 许" userId="a2975fcd840abfc3" providerId="LiveId" clId="{49CCD4F9-177C-4270-9A14-60236FF377E8}" dt="2026-04-04T08:38:33.408" v="4529" actId="164"/>
          <ac:spMkLst>
            <pc:docMk/>
            <pc:sldMk cId="1579748962" sldId="294"/>
            <ac:spMk id="90" creationId="{18B3070A-1809-EEFE-0710-27E03E9AA668}"/>
          </ac:spMkLst>
        </pc:spChg>
        <pc:spChg chg="add mod">
          <ac:chgData name="昕 许" userId="a2975fcd840abfc3" providerId="LiveId" clId="{49CCD4F9-177C-4270-9A14-60236FF377E8}" dt="2026-04-04T08:39:21.047" v="4540" actId="164"/>
          <ac:spMkLst>
            <pc:docMk/>
            <pc:sldMk cId="1579748962" sldId="294"/>
            <ac:spMk id="103" creationId="{8640B6DC-1F12-EC76-DA49-FA3146D5113A}"/>
          </ac:spMkLst>
        </pc:spChg>
        <pc:spChg chg="add mod">
          <ac:chgData name="昕 许" userId="a2975fcd840abfc3" providerId="LiveId" clId="{49CCD4F9-177C-4270-9A14-60236FF377E8}" dt="2026-04-04T08:39:27.162" v="4542" actId="164"/>
          <ac:spMkLst>
            <pc:docMk/>
            <pc:sldMk cId="1579748962" sldId="294"/>
            <ac:spMk id="107" creationId="{10DF3912-2BE7-3605-F36E-1A8EAD8E735F}"/>
          </ac:spMkLst>
        </pc:spChg>
        <pc:spChg chg="mod">
          <ac:chgData name="昕 许" userId="a2975fcd840abfc3" providerId="LiveId" clId="{49CCD4F9-177C-4270-9A14-60236FF377E8}" dt="2026-04-04T08:39:58.149" v="4558" actId="20577"/>
          <ac:spMkLst>
            <pc:docMk/>
            <pc:sldMk cId="1579748962" sldId="294"/>
            <ac:spMk id="114" creationId="{9602D9A4-8E99-063F-4A13-46A674A45E42}"/>
          </ac:spMkLst>
        </pc:spChg>
        <pc:spChg chg="mod">
          <ac:chgData name="昕 许" userId="a2975fcd840abfc3" providerId="LiveId" clId="{49CCD4F9-177C-4270-9A14-60236FF377E8}" dt="2026-04-04T08:40:00.077" v="4560" actId="20577"/>
          <ac:spMkLst>
            <pc:docMk/>
            <pc:sldMk cId="1579748962" sldId="294"/>
            <ac:spMk id="116" creationId="{B384AA62-7A57-B06F-9332-78F58A3E95EE}"/>
          </ac:spMkLst>
        </pc:spChg>
        <pc:spChg chg="mod">
          <ac:chgData name="昕 许" userId="a2975fcd840abfc3" providerId="LiveId" clId="{49CCD4F9-177C-4270-9A14-60236FF377E8}" dt="2026-04-04T08:39:48.717" v="4547"/>
          <ac:spMkLst>
            <pc:docMk/>
            <pc:sldMk cId="1579748962" sldId="294"/>
            <ac:spMk id="117" creationId="{884AEDE6-8495-B77C-86B1-AEFDAF19CA78}"/>
          </ac:spMkLst>
        </pc:spChg>
        <pc:spChg chg="mod">
          <ac:chgData name="昕 许" userId="a2975fcd840abfc3" providerId="LiveId" clId="{49CCD4F9-177C-4270-9A14-60236FF377E8}" dt="2026-04-04T08:39:48.717" v="4547"/>
          <ac:spMkLst>
            <pc:docMk/>
            <pc:sldMk cId="1579748962" sldId="294"/>
            <ac:spMk id="118" creationId="{AD4FB774-A3F2-E81C-6C4F-AFDD3D52952B}"/>
          </ac:spMkLst>
        </pc:spChg>
        <pc:spChg chg="mod">
          <ac:chgData name="昕 许" userId="a2975fcd840abfc3" providerId="LiveId" clId="{49CCD4F9-177C-4270-9A14-60236FF377E8}" dt="2026-04-04T08:40:29.151" v="4568"/>
          <ac:spMkLst>
            <pc:docMk/>
            <pc:sldMk cId="1579748962" sldId="294"/>
            <ac:spMk id="123" creationId="{02F5F023-3747-A8EE-2904-99DEF91756D1}"/>
          </ac:spMkLst>
        </pc:spChg>
        <pc:spChg chg="mod">
          <ac:chgData name="昕 许" userId="a2975fcd840abfc3" providerId="LiveId" clId="{49CCD4F9-177C-4270-9A14-60236FF377E8}" dt="2026-04-04T08:40:51.509" v="4579" actId="20577"/>
          <ac:spMkLst>
            <pc:docMk/>
            <pc:sldMk cId="1579748962" sldId="294"/>
            <ac:spMk id="124" creationId="{FA71BD28-1275-CAE6-A642-29A4E051A5FA}"/>
          </ac:spMkLst>
        </pc:spChg>
        <pc:spChg chg="mod">
          <ac:chgData name="昕 许" userId="a2975fcd840abfc3" providerId="LiveId" clId="{49CCD4F9-177C-4270-9A14-60236FF377E8}" dt="2026-04-04T08:41:51.448" v="4608" actId="1076"/>
          <ac:spMkLst>
            <pc:docMk/>
            <pc:sldMk cId="1579748962" sldId="294"/>
            <ac:spMk id="126" creationId="{BDCDEEA7-10E8-6B95-4EAC-0764A58AFF19}"/>
          </ac:spMkLst>
        </pc:spChg>
        <pc:spChg chg="mod">
          <ac:chgData name="昕 许" userId="a2975fcd840abfc3" providerId="LiveId" clId="{49CCD4F9-177C-4270-9A14-60236FF377E8}" dt="2026-04-04T08:40:49.245" v="4577" actId="20577"/>
          <ac:spMkLst>
            <pc:docMk/>
            <pc:sldMk cId="1579748962" sldId="294"/>
            <ac:spMk id="127" creationId="{261299C0-FCB6-D201-AB95-C246050208B3}"/>
          </ac:spMkLst>
        </pc:spChg>
        <pc:spChg chg="mod">
          <ac:chgData name="昕 许" userId="a2975fcd840abfc3" providerId="LiveId" clId="{49CCD4F9-177C-4270-9A14-60236FF377E8}" dt="2026-04-04T08:41:24.136" v="4589" actId="20577"/>
          <ac:spMkLst>
            <pc:docMk/>
            <pc:sldMk cId="1579748962" sldId="294"/>
            <ac:spMk id="131" creationId="{E804EA28-D358-571D-3050-5FD699D0734D}"/>
          </ac:spMkLst>
        </pc:spChg>
        <pc:spChg chg="mod">
          <ac:chgData name="昕 许" userId="a2975fcd840abfc3" providerId="LiveId" clId="{49CCD4F9-177C-4270-9A14-60236FF377E8}" dt="2026-04-04T08:41:04.269" v="4581"/>
          <ac:spMkLst>
            <pc:docMk/>
            <pc:sldMk cId="1579748962" sldId="294"/>
            <ac:spMk id="132" creationId="{E122393C-8860-25E9-5B71-08132574C603}"/>
          </ac:spMkLst>
        </pc:spChg>
        <pc:spChg chg="mod">
          <ac:chgData name="昕 许" userId="a2975fcd840abfc3" providerId="LiveId" clId="{49CCD4F9-177C-4270-9A14-60236FF377E8}" dt="2026-04-04T08:41:22.498" v="4587" actId="20577"/>
          <ac:spMkLst>
            <pc:docMk/>
            <pc:sldMk cId="1579748962" sldId="294"/>
            <ac:spMk id="133" creationId="{70955D3E-358D-06CE-6350-501920980606}"/>
          </ac:spMkLst>
        </pc:spChg>
        <pc:spChg chg="mod">
          <ac:chgData name="昕 许" userId="a2975fcd840abfc3" providerId="LiveId" clId="{49CCD4F9-177C-4270-9A14-60236FF377E8}" dt="2026-04-04T08:41:04.269" v="4581"/>
          <ac:spMkLst>
            <pc:docMk/>
            <pc:sldMk cId="1579748962" sldId="294"/>
            <ac:spMk id="138" creationId="{1FA3D157-7638-A19B-6940-A6A91EDBE205}"/>
          </ac:spMkLst>
        </pc:spChg>
        <pc:spChg chg="mod">
          <ac:chgData name="昕 许" userId="a2975fcd840abfc3" providerId="LiveId" clId="{49CCD4F9-177C-4270-9A14-60236FF377E8}" dt="2026-04-04T08:41:29.502" v="4595" actId="20577"/>
          <ac:spMkLst>
            <pc:docMk/>
            <pc:sldMk cId="1579748962" sldId="294"/>
            <ac:spMk id="140" creationId="{0A454858-5EF2-7492-B3FE-45ED31C51E26}"/>
          </ac:spMkLst>
        </pc:spChg>
        <pc:spChg chg="mod">
          <ac:chgData name="昕 许" userId="a2975fcd840abfc3" providerId="LiveId" clId="{49CCD4F9-177C-4270-9A14-60236FF377E8}" dt="2026-04-04T08:41:04.269" v="4581"/>
          <ac:spMkLst>
            <pc:docMk/>
            <pc:sldMk cId="1579748962" sldId="294"/>
            <ac:spMk id="141" creationId="{A6519D9B-27F5-B702-2DDE-C2617D4704C2}"/>
          </ac:spMkLst>
        </pc:spChg>
        <pc:spChg chg="mod">
          <ac:chgData name="昕 许" userId="a2975fcd840abfc3" providerId="LiveId" clId="{49CCD4F9-177C-4270-9A14-60236FF377E8}" dt="2026-04-04T08:41:27.904" v="4593" actId="20577"/>
          <ac:spMkLst>
            <pc:docMk/>
            <pc:sldMk cId="1579748962" sldId="294"/>
            <ac:spMk id="142" creationId="{05A81026-4C8C-B587-47C4-CAA7DA791C4D}"/>
          </ac:spMkLst>
        </pc:spChg>
        <pc:spChg chg="mod">
          <ac:chgData name="昕 许" userId="a2975fcd840abfc3" providerId="LiveId" clId="{49CCD4F9-177C-4270-9A14-60236FF377E8}" dt="2026-04-04T08:41:04.269" v="4581"/>
          <ac:spMkLst>
            <pc:docMk/>
            <pc:sldMk cId="1579748962" sldId="294"/>
            <ac:spMk id="147" creationId="{BB84583F-BFBD-B703-2928-D763450300E5}"/>
          </ac:spMkLst>
        </pc:spChg>
        <pc:spChg chg="mod">
          <ac:chgData name="昕 许" userId="a2975fcd840abfc3" providerId="LiveId" clId="{49CCD4F9-177C-4270-9A14-60236FF377E8}" dt="2026-04-04T08:41:32.945" v="4597" actId="20577"/>
          <ac:spMkLst>
            <pc:docMk/>
            <pc:sldMk cId="1579748962" sldId="294"/>
            <ac:spMk id="148" creationId="{2745E37C-9D74-8BB8-9F1C-553757720F9D}"/>
          </ac:spMkLst>
        </pc:spChg>
        <pc:spChg chg="mod">
          <ac:chgData name="昕 许" userId="a2975fcd840abfc3" providerId="LiveId" clId="{49CCD4F9-177C-4270-9A14-60236FF377E8}" dt="2026-04-04T08:41:37.359" v="4603" actId="20577"/>
          <ac:spMkLst>
            <pc:docMk/>
            <pc:sldMk cId="1579748962" sldId="294"/>
            <ac:spMk id="152" creationId="{52462766-7529-ED6B-8A78-1D43F1729C27}"/>
          </ac:spMkLst>
        </pc:spChg>
        <pc:spChg chg="mod">
          <ac:chgData name="昕 许" userId="a2975fcd840abfc3" providerId="LiveId" clId="{49CCD4F9-177C-4270-9A14-60236FF377E8}" dt="2026-04-04T08:41:36.246" v="4601" actId="20577"/>
          <ac:spMkLst>
            <pc:docMk/>
            <pc:sldMk cId="1579748962" sldId="294"/>
            <ac:spMk id="154" creationId="{BC18CE81-9428-0EDC-7C40-6BFC9C178E7E}"/>
          </ac:spMkLst>
        </pc:spChg>
        <pc:spChg chg="mod">
          <ac:chgData name="昕 许" userId="a2975fcd840abfc3" providerId="LiveId" clId="{49CCD4F9-177C-4270-9A14-60236FF377E8}" dt="2026-04-04T08:41:34.575" v="4599" actId="20577"/>
          <ac:spMkLst>
            <pc:docMk/>
            <pc:sldMk cId="1579748962" sldId="294"/>
            <ac:spMk id="156" creationId="{0EB2E00E-3A62-44C7-96D6-C986E041D5A1}"/>
          </ac:spMkLst>
        </pc:spChg>
        <pc:spChg chg="mod">
          <ac:chgData name="昕 许" userId="a2975fcd840abfc3" providerId="LiveId" clId="{49CCD4F9-177C-4270-9A14-60236FF377E8}" dt="2026-04-04T08:41:43.037" v="4604"/>
          <ac:spMkLst>
            <pc:docMk/>
            <pc:sldMk cId="1579748962" sldId="294"/>
            <ac:spMk id="162" creationId="{4C85D295-D284-7A1C-C385-E28FC8ABCF6D}"/>
          </ac:spMkLst>
        </pc:spChg>
        <pc:spChg chg="mod">
          <ac:chgData name="昕 许" userId="a2975fcd840abfc3" providerId="LiveId" clId="{49CCD4F9-177C-4270-9A14-60236FF377E8}" dt="2026-04-04T08:41:43.037" v="4604"/>
          <ac:spMkLst>
            <pc:docMk/>
            <pc:sldMk cId="1579748962" sldId="294"/>
            <ac:spMk id="163" creationId="{CA355591-037D-0CDE-4AB3-45D65E1703F7}"/>
          </ac:spMkLst>
        </pc:spChg>
        <pc:spChg chg="mod">
          <ac:chgData name="昕 许" userId="a2975fcd840abfc3" providerId="LiveId" clId="{49CCD4F9-177C-4270-9A14-60236FF377E8}" dt="2026-04-04T08:42:09.249" v="4614" actId="20577"/>
          <ac:spMkLst>
            <pc:docMk/>
            <pc:sldMk cId="1579748962" sldId="294"/>
            <ac:spMk id="164" creationId="{92F38EBA-B3A3-1DD5-F509-811F7AB38814}"/>
          </ac:spMkLst>
        </pc:spChg>
        <pc:spChg chg="mod">
          <ac:chgData name="昕 许" userId="a2975fcd840abfc3" providerId="LiveId" clId="{49CCD4F9-177C-4270-9A14-60236FF377E8}" dt="2026-04-04T08:42:17.322" v="4622" actId="20577"/>
          <ac:spMkLst>
            <pc:docMk/>
            <pc:sldMk cId="1579748962" sldId="294"/>
            <ac:spMk id="169" creationId="{F1FF34CD-E3DF-D944-B1E6-63021568BF43}"/>
          </ac:spMkLst>
        </pc:spChg>
        <pc:spChg chg="mod">
          <ac:chgData name="昕 许" userId="a2975fcd840abfc3" providerId="LiveId" clId="{49CCD4F9-177C-4270-9A14-60236FF377E8}" dt="2026-04-04T08:41:43.037" v="4604"/>
          <ac:spMkLst>
            <pc:docMk/>
            <pc:sldMk cId="1579748962" sldId="294"/>
            <ac:spMk id="171" creationId="{BE4E7C79-8599-8121-B7E0-E459F12AEED8}"/>
          </ac:spMkLst>
        </pc:spChg>
        <pc:spChg chg="mod">
          <ac:chgData name="昕 许" userId="a2975fcd840abfc3" providerId="LiveId" clId="{49CCD4F9-177C-4270-9A14-60236FF377E8}" dt="2026-04-04T08:42:15.557" v="4620" actId="20577"/>
          <ac:spMkLst>
            <pc:docMk/>
            <pc:sldMk cId="1579748962" sldId="294"/>
            <ac:spMk id="173" creationId="{C3C8A020-4B53-7969-7899-2F8A3D965883}"/>
          </ac:spMkLst>
        </pc:spChg>
        <pc:spChg chg="mod">
          <ac:chgData name="昕 许" userId="a2975fcd840abfc3" providerId="LiveId" clId="{49CCD4F9-177C-4270-9A14-60236FF377E8}" dt="2026-04-04T08:42:13.184" v="4618" actId="20577"/>
          <ac:spMkLst>
            <pc:docMk/>
            <pc:sldMk cId="1579748962" sldId="294"/>
            <ac:spMk id="177" creationId="{2ABE58BB-7DEE-E749-7E12-7FA303DA765E}"/>
          </ac:spMkLst>
        </pc:spChg>
        <pc:spChg chg="mod">
          <ac:chgData name="昕 许" userId="a2975fcd840abfc3" providerId="LiveId" clId="{49CCD4F9-177C-4270-9A14-60236FF377E8}" dt="2026-04-04T08:41:43.037" v="4604"/>
          <ac:spMkLst>
            <pc:docMk/>
            <pc:sldMk cId="1579748962" sldId="294"/>
            <ac:spMk id="178" creationId="{EB30BF7C-9E05-8509-B331-65F4883F06DB}"/>
          </ac:spMkLst>
        </pc:spChg>
        <pc:spChg chg="mod">
          <ac:chgData name="昕 许" userId="a2975fcd840abfc3" providerId="LiveId" clId="{49CCD4F9-177C-4270-9A14-60236FF377E8}" dt="2026-04-04T08:42:11.874" v="4616" actId="20577"/>
          <ac:spMkLst>
            <pc:docMk/>
            <pc:sldMk cId="1579748962" sldId="294"/>
            <ac:spMk id="179" creationId="{EFCFF402-F9CC-85CF-65B8-AE59DD46A301}"/>
          </ac:spMkLst>
        </pc:spChg>
        <pc:spChg chg="mod">
          <ac:chgData name="昕 许" userId="a2975fcd840abfc3" providerId="LiveId" clId="{49CCD4F9-177C-4270-9A14-60236FF377E8}" dt="2026-04-04T08:42:21.273" v="4626" actId="20577"/>
          <ac:spMkLst>
            <pc:docMk/>
            <pc:sldMk cId="1579748962" sldId="294"/>
            <ac:spMk id="185" creationId="{2E0FD07C-3B80-FD63-7919-BDE7B65D4C72}"/>
          </ac:spMkLst>
        </pc:spChg>
        <pc:spChg chg="mod">
          <ac:chgData name="昕 许" userId="a2975fcd840abfc3" providerId="LiveId" clId="{49CCD4F9-177C-4270-9A14-60236FF377E8}" dt="2026-04-04T08:42:19.867" v="4624" actId="20577"/>
          <ac:spMkLst>
            <pc:docMk/>
            <pc:sldMk cId="1579748962" sldId="294"/>
            <ac:spMk id="187" creationId="{16C1323D-3815-BA5F-07AF-33F1400F833A}"/>
          </ac:spMkLst>
        </pc:spChg>
        <pc:grpChg chg="add mod">
          <ac:chgData name="昕 许" userId="a2975fcd840abfc3" providerId="LiveId" clId="{49CCD4F9-177C-4270-9A14-60236FF377E8}" dt="2026-04-04T08:38:00.529" v="4523" actId="1076"/>
          <ac:grpSpMkLst>
            <pc:docMk/>
            <pc:sldMk cId="1579748962" sldId="294"/>
            <ac:grpSpMk id="50" creationId="{5BDA88C2-7DA3-8A61-6357-090F2BEF4580}"/>
          </ac:grpSpMkLst>
        </pc:grpChg>
        <pc:grpChg chg="add mod">
          <ac:chgData name="昕 许" userId="a2975fcd840abfc3" providerId="LiveId" clId="{49CCD4F9-177C-4270-9A14-60236FF377E8}" dt="2026-04-04T08:40:59.564" v="4580" actId="164"/>
          <ac:grpSpMkLst>
            <pc:docMk/>
            <pc:sldMk cId="1579748962" sldId="294"/>
            <ac:grpSpMk id="51" creationId="{F47B3EC4-3AC7-8210-A962-C7848B460D7E}"/>
          </ac:grpSpMkLst>
        </pc:grpChg>
        <pc:grpChg chg="add mod">
          <ac:chgData name="昕 许" userId="a2975fcd840abfc3" providerId="LiveId" clId="{49CCD4F9-177C-4270-9A14-60236FF377E8}" dt="2026-04-04T08:39:27.162" v="4542" actId="164"/>
          <ac:grpSpMkLst>
            <pc:docMk/>
            <pc:sldMk cId="1579748962" sldId="294"/>
            <ac:grpSpMk id="59" creationId="{6EE0E3DC-A7CA-6D1B-40C8-0BE7C316CB11}"/>
          </ac:grpSpMkLst>
        </pc:grpChg>
        <pc:grpChg chg="add mod">
          <ac:chgData name="昕 许" userId="a2975fcd840abfc3" providerId="LiveId" clId="{49CCD4F9-177C-4270-9A14-60236FF377E8}" dt="2026-04-04T08:38:33.408" v="4529" actId="164"/>
          <ac:grpSpMkLst>
            <pc:docMk/>
            <pc:sldMk cId="1579748962" sldId="294"/>
            <ac:grpSpMk id="87" creationId="{A922B641-0A9A-13FB-4DDD-4D0E1D57E5F2}"/>
          </ac:grpSpMkLst>
        </pc:grpChg>
        <pc:grpChg chg="add mod">
          <ac:chgData name="昕 许" userId="a2975fcd840abfc3" providerId="LiveId" clId="{49CCD4F9-177C-4270-9A14-60236FF377E8}" dt="2026-04-04T08:39:21.047" v="4540" actId="164"/>
          <ac:grpSpMkLst>
            <pc:docMk/>
            <pc:sldMk cId="1579748962" sldId="294"/>
            <ac:grpSpMk id="102" creationId="{49F80860-38F0-51BD-CBEE-289858D4DBA0}"/>
          </ac:grpSpMkLst>
        </pc:grpChg>
        <pc:grpChg chg="add mod">
          <ac:chgData name="昕 许" userId="a2975fcd840abfc3" providerId="LiveId" clId="{49CCD4F9-177C-4270-9A14-60236FF377E8}" dt="2026-04-04T08:39:24.601" v="4541" actId="1076"/>
          <ac:grpSpMkLst>
            <pc:docMk/>
            <pc:sldMk cId="1579748962" sldId="294"/>
            <ac:grpSpMk id="108" creationId="{C805BA26-C61A-7CCA-BF0D-F3329976CDBA}"/>
          </ac:grpSpMkLst>
        </pc:grpChg>
        <pc:grpChg chg="add mod">
          <ac:chgData name="昕 许" userId="a2975fcd840abfc3" providerId="LiveId" clId="{49CCD4F9-177C-4270-9A14-60236FF377E8}" dt="2026-04-04T08:39:40.053" v="4544" actId="1076"/>
          <ac:grpSpMkLst>
            <pc:docMk/>
            <pc:sldMk cId="1579748962" sldId="294"/>
            <ac:grpSpMk id="109" creationId="{08CB6C7F-70F8-BEDB-21CA-AD1B9A0077FF}"/>
          </ac:grpSpMkLst>
        </pc:grpChg>
        <pc:grpChg chg="add mod">
          <ac:chgData name="昕 许" userId="a2975fcd840abfc3" providerId="LiveId" clId="{49CCD4F9-177C-4270-9A14-60236FF377E8}" dt="2026-04-04T08:39:52.386" v="4548" actId="1076"/>
          <ac:grpSpMkLst>
            <pc:docMk/>
            <pc:sldMk cId="1579748962" sldId="294"/>
            <ac:grpSpMk id="112" creationId="{E97023F7-710A-A546-5784-9C01FF4BCDE4}"/>
          </ac:grpSpMkLst>
        </pc:grpChg>
        <pc:grpChg chg="mod">
          <ac:chgData name="昕 许" userId="a2975fcd840abfc3" providerId="LiveId" clId="{49CCD4F9-177C-4270-9A14-60236FF377E8}" dt="2026-04-04T08:39:48.717" v="4547"/>
          <ac:grpSpMkLst>
            <pc:docMk/>
            <pc:sldMk cId="1579748962" sldId="294"/>
            <ac:grpSpMk id="113" creationId="{F8B61E9F-0FF3-FF56-83BF-BA3D67C99059}"/>
          </ac:grpSpMkLst>
        </pc:grpChg>
        <pc:grpChg chg="mod">
          <ac:chgData name="昕 许" userId="a2975fcd840abfc3" providerId="LiveId" clId="{49CCD4F9-177C-4270-9A14-60236FF377E8}" dt="2026-04-04T08:39:48.717" v="4547"/>
          <ac:grpSpMkLst>
            <pc:docMk/>
            <pc:sldMk cId="1579748962" sldId="294"/>
            <ac:grpSpMk id="115" creationId="{4312B1AC-B13D-B2F0-F9AF-7E0A03B95A47}"/>
          </ac:grpSpMkLst>
        </pc:grpChg>
        <pc:grpChg chg="add mod">
          <ac:chgData name="昕 许" userId="a2975fcd840abfc3" providerId="LiveId" clId="{49CCD4F9-177C-4270-9A14-60236FF377E8}" dt="2026-04-04T08:40:34.447" v="4569" actId="1076"/>
          <ac:grpSpMkLst>
            <pc:docMk/>
            <pc:sldMk cId="1579748962" sldId="294"/>
            <ac:grpSpMk id="122" creationId="{035255F2-455C-0A0D-4C9A-A56734C27104}"/>
          </ac:grpSpMkLst>
        </pc:grpChg>
        <pc:grpChg chg="add mod">
          <ac:chgData name="昕 许" userId="a2975fcd840abfc3" providerId="LiveId" clId="{49CCD4F9-177C-4270-9A14-60236FF377E8}" dt="2026-04-04T08:41:54.991" v="4609" actId="1076"/>
          <ac:grpSpMkLst>
            <pc:docMk/>
            <pc:sldMk cId="1579748962" sldId="294"/>
            <ac:grpSpMk id="125" creationId="{4AC35F7D-BB9C-3A6F-18AC-00951078A641}"/>
          </ac:grpSpMkLst>
        </pc:grpChg>
        <pc:grpChg chg="add mod">
          <ac:chgData name="昕 许" userId="a2975fcd840abfc3" providerId="LiveId" clId="{49CCD4F9-177C-4270-9A14-60236FF377E8}" dt="2026-04-04T08:40:59.564" v="4580" actId="164"/>
          <ac:grpSpMkLst>
            <pc:docMk/>
            <pc:sldMk cId="1579748962" sldId="294"/>
            <ac:grpSpMk id="128" creationId="{72786DFA-7D64-F4B2-FACC-433F1FB2DE92}"/>
          </ac:grpSpMkLst>
        </pc:grpChg>
        <pc:grpChg chg="mod">
          <ac:chgData name="昕 许" userId="a2975fcd840abfc3" providerId="LiveId" clId="{49CCD4F9-177C-4270-9A14-60236FF377E8}" dt="2026-04-04T08:41:12.651" v="4582" actId="1076"/>
          <ac:grpSpMkLst>
            <pc:docMk/>
            <pc:sldMk cId="1579748962" sldId="294"/>
            <ac:grpSpMk id="129" creationId="{764D01D1-ACDD-2618-53EE-07F75316C903}"/>
          </ac:grpSpMkLst>
        </pc:grpChg>
        <pc:grpChg chg="mod">
          <ac:chgData name="昕 许" userId="a2975fcd840abfc3" providerId="LiveId" clId="{49CCD4F9-177C-4270-9A14-60236FF377E8}" dt="2026-04-04T08:41:12.651" v="4582" actId="1076"/>
          <ac:grpSpMkLst>
            <pc:docMk/>
            <pc:sldMk cId="1579748962" sldId="294"/>
            <ac:grpSpMk id="136" creationId="{73A898E0-AE2B-F49D-1DAF-B1D3E80FDB20}"/>
          </ac:grpSpMkLst>
        </pc:grpChg>
        <pc:grpChg chg="mod">
          <ac:chgData name="昕 许" userId="a2975fcd840abfc3" providerId="LiveId" clId="{49CCD4F9-177C-4270-9A14-60236FF377E8}" dt="2026-04-04T08:41:12.651" v="4582" actId="1076"/>
          <ac:grpSpMkLst>
            <pc:docMk/>
            <pc:sldMk cId="1579748962" sldId="294"/>
            <ac:grpSpMk id="144" creationId="{60079852-310D-A762-45DC-855B2553BDB7}"/>
          </ac:grpSpMkLst>
        </pc:grpChg>
        <pc:grpChg chg="mod">
          <ac:chgData name="昕 许" userId="a2975fcd840abfc3" providerId="LiveId" clId="{49CCD4F9-177C-4270-9A14-60236FF377E8}" dt="2026-04-04T08:41:12.651" v="4582" actId="1076"/>
          <ac:grpSpMkLst>
            <pc:docMk/>
            <pc:sldMk cId="1579748962" sldId="294"/>
            <ac:grpSpMk id="150" creationId="{E92E4B41-053C-0E06-1238-3DE13EA1481B}"/>
          </ac:grpSpMkLst>
        </pc:grpChg>
        <pc:grpChg chg="mod">
          <ac:chgData name="昕 许" userId="a2975fcd840abfc3" providerId="LiveId" clId="{49CCD4F9-177C-4270-9A14-60236FF377E8}" dt="2026-04-04T08:42:03.693" v="4611" actId="1076"/>
          <ac:grpSpMkLst>
            <pc:docMk/>
            <pc:sldMk cId="1579748962" sldId="294"/>
            <ac:grpSpMk id="160" creationId="{71F15686-1041-E971-EE75-D6526E553E47}"/>
          </ac:grpSpMkLst>
        </pc:grpChg>
        <pc:grpChg chg="mod">
          <ac:chgData name="昕 许" userId="a2975fcd840abfc3" providerId="LiveId" clId="{49CCD4F9-177C-4270-9A14-60236FF377E8}" dt="2026-04-04T08:42:03.693" v="4611" actId="1076"/>
          <ac:grpSpMkLst>
            <pc:docMk/>
            <pc:sldMk cId="1579748962" sldId="294"/>
            <ac:grpSpMk id="167" creationId="{36E55666-407A-3DB3-D475-F66C81D53199}"/>
          </ac:grpSpMkLst>
        </pc:grpChg>
        <pc:grpChg chg="mod">
          <ac:chgData name="昕 许" userId="a2975fcd840abfc3" providerId="LiveId" clId="{49CCD4F9-177C-4270-9A14-60236FF377E8}" dt="2026-04-04T08:41:46.843" v="4605" actId="1076"/>
          <ac:grpSpMkLst>
            <pc:docMk/>
            <pc:sldMk cId="1579748962" sldId="294"/>
            <ac:grpSpMk id="175" creationId="{BFF1CDAE-A067-AAEC-3A2B-14F88B1B1E34}"/>
          </ac:grpSpMkLst>
        </pc:grpChg>
        <pc:grpChg chg="mod">
          <ac:chgData name="昕 许" userId="a2975fcd840abfc3" providerId="LiveId" clId="{49CCD4F9-177C-4270-9A14-60236FF377E8}" dt="2026-04-04T08:41:46.843" v="4605" actId="1076"/>
          <ac:grpSpMkLst>
            <pc:docMk/>
            <pc:sldMk cId="1579748962" sldId="294"/>
            <ac:grpSpMk id="181" creationId="{12BA0E4F-54E4-28CD-9208-780C8AD6AF30}"/>
          </ac:grpSpMkLst>
        </pc:grpChg>
        <pc:cxnChg chg="add mod">
          <ac:chgData name="昕 许" userId="a2975fcd840abfc3" providerId="LiveId" clId="{49CCD4F9-177C-4270-9A14-60236FF377E8}" dt="2026-04-04T08:38:00.529" v="4523" actId="1076"/>
          <ac:cxnSpMkLst>
            <pc:docMk/>
            <pc:sldMk cId="1579748962" sldId="294"/>
            <ac:cxnSpMk id="7" creationId="{ECCEAB9C-212B-BCFB-A4D2-F104C93E3B7A}"/>
          </ac:cxnSpMkLst>
        </pc:cxnChg>
        <pc:cxnChg chg="add mod">
          <ac:chgData name="昕 许" userId="a2975fcd840abfc3" providerId="LiveId" clId="{49CCD4F9-177C-4270-9A14-60236FF377E8}" dt="2026-04-04T08:37:29.627" v="4513" actId="1076"/>
          <ac:cxnSpMkLst>
            <pc:docMk/>
            <pc:sldMk cId="1579748962" sldId="294"/>
            <ac:cxnSpMk id="31" creationId="{082C83C8-8518-EEE5-F5F9-5FB3B9283C0B}"/>
          </ac:cxnSpMkLst>
        </pc:cxnChg>
        <pc:cxnChg chg="add mod">
          <ac:chgData name="昕 许" userId="a2975fcd840abfc3" providerId="LiveId" clId="{49CCD4F9-177C-4270-9A14-60236FF377E8}" dt="2026-04-04T08:38:00.529" v="4523" actId="1076"/>
          <ac:cxnSpMkLst>
            <pc:docMk/>
            <pc:sldMk cId="1579748962" sldId="294"/>
            <ac:cxnSpMk id="45" creationId="{E2606D93-A834-81F0-3218-B3D3843A1DB7}"/>
          </ac:cxnSpMkLst>
        </pc:cxnChg>
        <pc:cxnChg chg="add mod">
          <ac:chgData name="昕 许" userId="a2975fcd840abfc3" providerId="LiveId" clId="{49CCD4F9-177C-4270-9A14-60236FF377E8}" dt="2026-04-04T08:38:00.529" v="4523" actId="1076"/>
          <ac:cxnSpMkLst>
            <pc:docMk/>
            <pc:sldMk cId="1579748962" sldId="294"/>
            <ac:cxnSpMk id="67" creationId="{FE5EBFBE-FC9D-9B68-08E4-0049D8C3FB7D}"/>
          </ac:cxnSpMkLst>
        </pc:cxnChg>
        <pc:cxnChg chg="add mod">
          <ac:chgData name="昕 许" userId="a2975fcd840abfc3" providerId="LiveId" clId="{49CCD4F9-177C-4270-9A14-60236FF377E8}" dt="2026-04-04T08:39:47.503" v="4546" actId="1076"/>
          <ac:cxnSpMkLst>
            <pc:docMk/>
            <pc:sldMk cId="1579748962" sldId="294"/>
            <ac:cxnSpMk id="91" creationId="{1C600A59-F2C2-9651-AA71-B81EE2584313}"/>
          </ac:cxnSpMkLst>
        </pc:cxnChg>
        <pc:cxnChg chg="add mod">
          <ac:chgData name="昕 许" userId="a2975fcd840abfc3" providerId="LiveId" clId="{49CCD4F9-177C-4270-9A14-60236FF377E8}" dt="2026-04-04T08:39:43.991" v="4545" actId="14100"/>
          <ac:cxnSpMkLst>
            <pc:docMk/>
            <pc:sldMk cId="1579748962" sldId="294"/>
            <ac:cxnSpMk id="104" creationId="{43E7DB40-34CB-B0F9-67F6-8A229F30AAA7}"/>
          </ac:cxnSpMkLst>
        </pc:cxnChg>
        <pc:cxnChg chg="add mod">
          <ac:chgData name="昕 许" userId="a2975fcd840abfc3" providerId="LiveId" clId="{49CCD4F9-177C-4270-9A14-60236FF377E8}" dt="2026-04-04T08:39:52.386" v="4548" actId="1076"/>
          <ac:cxnSpMkLst>
            <pc:docMk/>
            <pc:sldMk cId="1579748962" sldId="294"/>
            <ac:cxnSpMk id="111" creationId="{874A1E28-0DED-1A24-9AE9-FA9BF2ADB06C}"/>
          </ac:cxnSpMkLst>
        </pc:cxnChg>
        <pc:cxnChg chg="add mod">
          <ac:chgData name="昕 许" userId="a2975fcd840abfc3" providerId="LiveId" clId="{49CCD4F9-177C-4270-9A14-60236FF377E8}" dt="2026-04-04T08:40:12.047" v="4565" actId="14100"/>
          <ac:cxnSpMkLst>
            <pc:docMk/>
            <pc:sldMk cId="1579748962" sldId="294"/>
            <ac:cxnSpMk id="119" creationId="{891822F7-8945-BEBD-371C-B44EE1818168}"/>
          </ac:cxnSpMkLst>
        </pc:cxnChg>
        <pc:cxnChg chg="mod">
          <ac:chgData name="昕 许" userId="a2975fcd840abfc3" providerId="LiveId" clId="{49CCD4F9-177C-4270-9A14-60236FF377E8}" dt="2026-04-04T08:41:15.358" v="4583" actId="14100"/>
          <ac:cxnSpMkLst>
            <pc:docMk/>
            <pc:sldMk cId="1579748962" sldId="294"/>
            <ac:cxnSpMk id="134" creationId="{12C026FB-82D4-4B83-E497-6C91A8FABDB5}"/>
          </ac:cxnSpMkLst>
        </pc:cxnChg>
        <pc:cxnChg chg="mod">
          <ac:chgData name="昕 许" userId="a2975fcd840abfc3" providerId="LiveId" clId="{49CCD4F9-177C-4270-9A14-60236FF377E8}" dt="2026-04-04T08:41:12.651" v="4582" actId="1076"/>
          <ac:cxnSpMkLst>
            <pc:docMk/>
            <pc:sldMk cId="1579748962" sldId="294"/>
            <ac:cxnSpMk id="135" creationId="{D95E92B2-5F2C-DE71-DDC1-5C17760D86E9}"/>
          </ac:cxnSpMkLst>
        </pc:cxnChg>
        <pc:cxnChg chg="mod">
          <ac:chgData name="昕 许" userId="a2975fcd840abfc3" providerId="LiveId" clId="{49CCD4F9-177C-4270-9A14-60236FF377E8}" dt="2026-04-04T08:41:20.273" v="4585" actId="14100"/>
          <ac:cxnSpMkLst>
            <pc:docMk/>
            <pc:sldMk cId="1579748962" sldId="294"/>
            <ac:cxnSpMk id="143" creationId="{9A988118-A4EA-E0BF-BA09-CC7CD90F5700}"/>
          </ac:cxnSpMkLst>
        </pc:cxnChg>
        <pc:cxnChg chg="mod">
          <ac:chgData name="昕 许" userId="a2975fcd840abfc3" providerId="LiveId" clId="{49CCD4F9-177C-4270-9A14-60236FF377E8}" dt="2026-04-04T08:41:12.651" v="4582" actId="1076"/>
          <ac:cxnSpMkLst>
            <pc:docMk/>
            <pc:sldMk cId="1579748962" sldId="294"/>
            <ac:cxnSpMk id="149" creationId="{B470B9EC-0605-64D6-D32F-70D67B2A30EA}"/>
          </ac:cxnSpMkLst>
        </pc:cxnChg>
        <pc:cxnChg chg="mod">
          <ac:chgData name="昕 许" userId="a2975fcd840abfc3" providerId="LiveId" clId="{49CCD4F9-177C-4270-9A14-60236FF377E8}" dt="2026-04-04T08:41:58.335" v="4610" actId="14100"/>
          <ac:cxnSpMkLst>
            <pc:docMk/>
            <pc:sldMk cId="1579748962" sldId="294"/>
            <ac:cxnSpMk id="165" creationId="{A2171CC4-FB65-55BF-0531-C39DFA27FA85}"/>
          </ac:cxnSpMkLst>
        </pc:cxnChg>
        <pc:cxnChg chg="mod">
          <ac:chgData name="昕 许" userId="a2975fcd840abfc3" providerId="LiveId" clId="{49CCD4F9-177C-4270-9A14-60236FF377E8}" dt="2026-04-04T08:42:03.693" v="4611" actId="1076"/>
          <ac:cxnSpMkLst>
            <pc:docMk/>
            <pc:sldMk cId="1579748962" sldId="294"/>
            <ac:cxnSpMk id="166" creationId="{D2024D3E-1A16-3EE5-F0A6-0AB5E4EF0607}"/>
          </ac:cxnSpMkLst>
        </pc:cxnChg>
        <pc:cxnChg chg="mod">
          <ac:chgData name="昕 许" userId="a2975fcd840abfc3" providerId="LiveId" clId="{49CCD4F9-177C-4270-9A14-60236FF377E8}" dt="2026-04-04T08:42:06.610" v="4612" actId="1076"/>
          <ac:cxnSpMkLst>
            <pc:docMk/>
            <pc:sldMk cId="1579748962" sldId="294"/>
            <ac:cxnSpMk id="174" creationId="{B1D8A81F-EBC9-4182-B187-D702A41D3D04}"/>
          </ac:cxnSpMkLst>
        </pc:cxnChg>
        <pc:cxnChg chg="mod">
          <ac:chgData name="昕 许" userId="a2975fcd840abfc3" providerId="LiveId" clId="{49CCD4F9-177C-4270-9A14-60236FF377E8}" dt="2026-04-04T08:41:46.843" v="4605" actId="1076"/>
          <ac:cxnSpMkLst>
            <pc:docMk/>
            <pc:sldMk cId="1579748962" sldId="294"/>
            <ac:cxnSpMk id="180" creationId="{5F5D5AB1-06FC-025A-266C-9D2F025AEE98}"/>
          </ac:cxnSpMkLst>
        </pc:cxnChg>
      </pc:sldChg>
      <pc:sldChg chg="new del">
        <pc:chgData name="昕 许" userId="a2975fcd840abfc3" providerId="LiveId" clId="{49CCD4F9-177C-4270-9A14-60236FF377E8}" dt="2026-04-04T11:35:10.464" v="4635" actId="47"/>
        <pc:sldMkLst>
          <pc:docMk/>
          <pc:sldMk cId="4260507170" sldId="295"/>
        </pc:sldMkLst>
      </pc:sldChg>
      <pc:sldChg chg="new del">
        <pc:chgData name="昕 许" userId="a2975fcd840abfc3" providerId="LiveId" clId="{49CCD4F9-177C-4270-9A14-60236FF377E8}" dt="2026-04-04T11:35:10.625" v="4636" actId="47"/>
        <pc:sldMkLst>
          <pc:docMk/>
          <pc:sldMk cId="2379907874" sldId="296"/>
        </pc:sldMkLst>
      </pc:sldChg>
      <pc:sldChg chg="new del">
        <pc:chgData name="昕 许" userId="a2975fcd840abfc3" providerId="LiveId" clId="{49CCD4F9-177C-4270-9A14-60236FF377E8}" dt="2026-04-04T11:35:10.780" v="4637" actId="47"/>
        <pc:sldMkLst>
          <pc:docMk/>
          <pc:sldMk cId="3734985327" sldId="297"/>
        </pc:sldMkLst>
      </pc:sldChg>
      <pc:sldChg chg="new del">
        <pc:chgData name="昕 许" userId="a2975fcd840abfc3" providerId="LiveId" clId="{49CCD4F9-177C-4270-9A14-60236FF377E8}" dt="2026-04-04T11:35:10.906" v="4638" actId="47"/>
        <pc:sldMkLst>
          <pc:docMk/>
          <pc:sldMk cId="3278714764" sldId="298"/>
        </pc:sldMkLst>
      </pc:sldChg>
      <pc:sldChg chg="new del">
        <pc:chgData name="昕 许" userId="a2975fcd840abfc3" providerId="LiveId" clId="{49CCD4F9-177C-4270-9A14-60236FF377E8}" dt="2026-04-04T11:35:11.059" v="4639" actId="47"/>
        <pc:sldMkLst>
          <pc:docMk/>
          <pc:sldMk cId="141468813" sldId="299"/>
        </pc:sldMkLst>
      </pc:sldChg>
      <pc:sldChg chg="new del">
        <pc:chgData name="昕 许" userId="a2975fcd840abfc3" providerId="LiveId" clId="{49CCD4F9-177C-4270-9A14-60236FF377E8}" dt="2026-04-04T11:35:09.422" v="4634" actId="47"/>
        <pc:sldMkLst>
          <pc:docMk/>
          <pc:sldMk cId="1702941322" sldId="300"/>
        </pc:sldMkLst>
      </pc:sldChg>
    </pc:docChg>
  </pc:docChgLst>
  <pc:docChgLst>
    <pc:chgData name="昕 许" userId="a2975fcd840abfc3" providerId="LiveId" clId="{499F0DC1-E14A-440B-BB65-742EF527F893}"/>
    <pc:docChg chg="undo custSel addSld delSld modSld sldOrd">
      <pc:chgData name="昕 许" userId="a2975fcd840abfc3" providerId="LiveId" clId="{499F0DC1-E14A-440B-BB65-742EF527F893}" dt="2026-03-24T18:18:47.884" v="8358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A92A3A-C0EA-420D-BB24-ADEE9CF4E57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57C753-9811-4B9D-8410-3687B86BB91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76221-92A6-7839-9C78-881366C518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直接连接符 57">
            <a:extLst>
              <a:ext uri="{FF2B5EF4-FFF2-40B4-BE49-F238E27FC236}">
                <a16:creationId xmlns:a16="http://schemas.microsoft.com/office/drawing/2014/main" id="{D60FA00F-E5AA-B7C5-BEAA-CEEF3B3DE12A}"/>
              </a:ext>
            </a:extLst>
          </p:cNvPr>
          <p:cNvCxnSpPr>
            <a:cxnSpLocks/>
          </p:cNvCxnSpPr>
          <p:nvPr/>
        </p:nvCxnSpPr>
        <p:spPr>
          <a:xfrm>
            <a:off x="3713646" y="1254125"/>
            <a:ext cx="3166579" cy="281345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5008A3FF-FDCC-0944-B324-EC5A6D5E568D}"/>
              </a:ext>
            </a:extLst>
          </p:cNvPr>
          <p:cNvGrpSpPr/>
          <p:nvPr/>
        </p:nvGrpSpPr>
        <p:grpSpPr>
          <a:xfrm>
            <a:off x="4800526" y="2304197"/>
            <a:ext cx="914400" cy="599753"/>
            <a:chOff x="4005773" y="2196016"/>
            <a:chExt cx="914400" cy="599753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7946E277-FCEB-238F-FA35-DD7DD9F35AE1}"/>
                </a:ext>
              </a:extLst>
            </p:cNvPr>
            <p:cNvSpPr/>
            <p:nvPr/>
          </p:nvSpPr>
          <p:spPr>
            <a:xfrm>
              <a:off x="4165193" y="2196016"/>
              <a:ext cx="599753" cy="599753"/>
            </a:xfrm>
            <a:prstGeom prst="round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409BE93-369C-6B03-CFA5-5FF6EC692F2C}"/>
                    </a:ext>
                  </a:extLst>
                </p:cNvPr>
                <p:cNvSpPr txBox="1"/>
                <p:nvPr/>
              </p:nvSpPr>
              <p:spPr>
                <a:xfrm>
                  <a:off x="4005773" y="2338003"/>
                  <a:ext cx="9144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14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  <m:r>
                              <a:rPr lang="en-US" altLang="zh-CN" sz="1400" b="1" i="1" dirty="0" err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1400" b="1" i="1" dirty="0" err="1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𝒊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7" name="文本框 6">
                  <a:extLst>
                    <a:ext uri="{FF2B5EF4-FFF2-40B4-BE49-F238E27FC236}">
                      <a16:creationId xmlns:a16="http://schemas.microsoft.com/office/drawing/2014/main" id="{1409BE93-369C-6B03-CFA5-5FF6EC692F2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773" y="2338003"/>
                  <a:ext cx="914400" cy="30777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321D7EB6-068E-9063-9078-024ADFF0CEEB}"/>
              </a:ext>
            </a:extLst>
          </p:cNvPr>
          <p:cNvGrpSpPr/>
          <p:nvPr/>
        </p:nvGrpSpPr>
        <p:grpSpPr>
          <a:xfrm>
            <a:off x="5795422" y="3213165"/>
            <a:ext cx="914400" cy="599753"/>
            <a:chOff x="4005773" y="2196016"/>
            <a:chExt cx="914400" cy="599753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55243E51-2450-DD68-F50C-A6A74079B036}"/>
                </a:ext>
              </a:extLst>
            </p:cNvPr>
            <p:cNvSpPr/>
            <p:nvPr/>
          </p:nvSpPr>
          <p:spPr>
            <a:xfrm>
              <a:off x="4165193" y="2196016"/>
              <a:ext cx="599753" cy="599753"/>
            </a:xfrm>
            <a:prstGeom prst="roundRect">
              <a:avLst/>
            </a:prstGeom>
            <a:solidFill>
              <a:schemeClr val="accent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9EE7FE2-2CD0-29C4-E9EF-6018B01ACFD1}"/>
                    </a:ext>
                  </a:extLst>
                </p:cNvPr>
                <p:cNvSpPr txBox="1"/>
                <p:nvPr/>
              </p:nvSpPr>
              <p:spPr>
                <a:xfrm>
                  <a:off x="4005773" y="2307330"/>
                  <a:ext cx="914400" cy="34355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14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  <m:r>
                              <a:rPr lang="en-US" altLang="zh-CN" sz="1400" b="1" i="1" dirty="0" err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1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𝒋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37" name="文本框 36">
                  <a:extLst>
                    <a:ext uri="{FF2B5EF4-FFF2-40B4-BE49-F238E27FC236}">
                      <a16:creationId xmlns:a16="http://schemas.microsoft.com/office/drawing/2014/main" id="{79EE7FE2-2CD0-29C4-E9EF-6018B01ACF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773" y="2307330"/>
                  <a:ext cx="914400" cy="34355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F5BC809-7C3C-8B32-98B4-286562337B66}"/>
              </a:ext>
            </a:extLst>
          </p:cNvPr>
          <p:cNvGrpSpPr/>
          <p:nvPr/>
        </p:nvGrpSpPr>
        <p:grpSpPr>
          <a:xfrm>
            <a:off x="3710305" y="1331794"/>
            <a:ext cx="914400" cy="599753"/>
            <a:chOff x="4005771" y="2196016"/>
            <a:chExt cx="914400" cy="599753"/>
          </a:xfrm>
        </p:grpSpPr>
        <p:sp>
          <p:nvSpPr>
            <p:cNvPr id="43" name="矩形: 圆角 42">
              <a:extLst>
                <a:ext uri="{FF2B5EF4-FFF2-40B4-BE49-F238E27FC236}">
                  <a16:creationId xmlns:a16="http://schemas.microsoft.com/office/drawing/2014/main" id="{EFC9A9D5-83AB-0687-EE77-69B491992FE8}"/>
                </a:ext>
              </a:extLst>
            </p:cNvPr>
            <p:cNvSpPr/>
            <p:nvPr/>
          </p:nvSpPr>
          <p:spPr>
            <a:xfrm>
              <a:off x="4165193" y="2196016"/>
              <a:ext cx="599753" cy="599753"/>
            </a:xfrm>
            <a:prstGeom prst="roundRect">
              <a:avLst/>
            </a:prstGeom>
            <a:solidFill>
              <a:schemeClr val="accent2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 b="1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BF67BC5-3B8D-94C4-759A-ACA1A460376C}"/>
                    </a:ext>
                  </a:extLst>
                </p:cNvPr>
                <p:cNvSpPr txBox="1"/>
                <p:nvPr/>
              </p:nvSpPr>
              <p:spPr>
                <a:xfrm>
                  <a:off x="4005771" y="2306962"/>
                  <a:ext cx="914400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CN" sz="1400" b="1" i="1" dirty="0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CN" sz="1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</m:e>
                              <m:sub>
                                <m:r>
                                  <a:rPr lang="en-US" altLang="zh-CN" sz="1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  <m:r>
                              <a:rPr lang="en-US" altLang="zh-CN" sz="1400" b="1" i="1" dirty="0" err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400" b="1" i="1" dirty="0" err="1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𝒚</m:t>
                                </m:r>
                              </m:e>
                              <m:sub>
                                <m:r>
                                  <a:rPr lang="en-US" altLang="zh-CN" sz="1400" b="1" i="1" dirty="0" smtClean="0">
                                    <a:solidFill>
                                      <a:schemeClr val="bg1"/>
                                    </a:solidFill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CN" altLang="en-US" sz="1400" b="1" dirty="0">
                    <a:solidFill>
                      <a:schemeClr val="bg1"/>
                    </a:solidFill>
                  </a:endParaRPr>
                </a:p>
              </p:txBody>
            </p:sp>
          </mc:Choice>
          <mc:Fallback>
            <p:sp>
              <p:nvSpPr>
                <p:cNvPr id="45" name="文本框 44">
                  <a:extLst>
                    <a:ext uri="{FF2B5EF4-FFF2-40B4-BE49-F238E27FC236}">
                      <a16:creationId xmlns:a16="http://schemas.microsoft.com/office/drawing/2014/main" id="{DBF67BC5-3B8D-94C4-759A-ACA1A460376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05771" y="2306962"/>
                  <a:ext cx="914400" cy="307777"/>
                </a:xfrm>
                <a:prstGeom prst="rect">
                  <a:avLst/>
                </a:prstGeom>
                <a:blipFill>
                  <a:blip r:embed="rId4"/>
                  <a:stretch>
                    <a:fillRect b="-2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90" name="组合 89">
            <a:extLst>
              <a:ext uri="{FF2B5EF4-FFF2-40B4-BE49-F238E27FC236}">
                <a16:creationId xmlns:a16="http://schemas.microsoft.com/office/drawing/2014/main" id="{74706359-61E3-3611-3337-228FCB7AB6BD}"/>
              </a:ext>
            </a:extLst>
          </p:cNvPr>
          <p:cNvGrpSpPr/>
          <p:nvPr/>
        </p:nvGrpSpPr>
        <p:grpSpPr>
          <a:xfrm>
            <a:off x="4021669" y="1986697"/>
            <a:ext cx="198890" cy="560180"/>
            <a:chOff x="4021669" y="1986697"/>
            <a:chExt cx="198890" cy="560180"/>
          </a:xfrm>
        </p:grpSpPr>
        <p:cxnSp>
          <p:nvCxnSpPr>
            <p:cNvPr id="87" name="直接箭头连接符 86">
              <a:extLst>
                <a:ext uri="{FF2B5EF4-FFF2-40B4-BE49-F238E27FC236}">
                  <a16:creationId xmlns:a16="http://schemas.microsoft.com/office/drawing/2014/main" id="{CBC163EE-E085-E698-673A-0B8948C9E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0559" y="1986697"/>
              <a:ext cx="0" cy="560180"/>
            </a:xfrm>
            <a:prstGeom prst="straightConnector1">
              <a:avLst/>
            </a:prstGeom>
            <a:ln w="19050">
              <a:solidFill>
                <a:schemeClr val="accent6"/>
              </a:solidFill>
              <a:prstDash val="soli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" name="左大括号 88">
              <a:extLst>
                <a:ext uri="{FF2B5EF4-FFF2-40B4-BE49-F238E27FC236}">
                  <a16:creationId xmlns:a16="http://schemas.microsoft.com/office/drawing/2014/main" id="{2A0F4B35-B041-A39E-380A-A05F092CBCEB}"/>
                </a:ext>
              </a:extLst>
            </p:cNvPr>
            <p:cNvSpPr/>
            <p:nvPr/>
          </p:nvSpPr>
          <p:spPr>
            <a:xfrm>
              <a:off x="4021669" y="2014213"/>
              <a:ext cx="145836" cy="532664"/>
            </a:xfrm>
            <a:prstGeom prst="leftBrace">
              <a:avLst>
                <a:gd name="adj1" fmla="val 66388"/>
                <a:gd name="adj2" fmla="val 50000"/>
              </a:avLst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BAC33BB-A976-C9C7-CBF3-6E93110AD377}"/>
                  </a:ext>
                </a:extLst>
              </p:cNvPr>
              <p:cNvSpPr txBox="1"/>
              <p:nvPr/>
            </p:nvSpPr>
            <p:spPr>
              <a:xfrm>
                <a:off x="3733992" y="2126656"/>
                <a:ext cx="2337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EBAC33BB-A976-C9C7-CBF3-6E93110AD3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3992" y="2126656"/>
                <a:ext cx="233748" cy="307777"/>
              </a:xfrm>
              <a:prstGeom prst="rect">
                <a:avLst/>
              </a:prstGeom>
              <a:blipFill>
                <a:blip r:embed="rId5"/>
                <a:stretch>
                  <a:fillRect r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2" name="组合 91">
            <a:extLst>
              <a:ext uri="{FF2B5EF4-FFF2-40B4-BE49-F238E27FC236}">
                <a16:creationId xmlns:a16="http://schemas.microsoft.com/office/drawing/2014/main" id="{92DCE647-2D82-73F3-DEAB-4545EC61EBF0}"/>
              </a:ext>
            </a:extLst>
          </p:cNvPr>
          <p:cNvGrpSpPr/>
          <p:nvPr/>
        </p:nvGrpSpPr>
        <p:grpSpPr>
          <a:xfrm rot="5400000">
            <a:off x="5792591" y="2220537"/>
            <a:ext cx="198890" cy="560180"/>
            <a:chOff x="4021669" y="1986697"/>
            <a:chExt cx="198890" cy="560180"/>
          </a:xfrm>
        </p:grpSpPr>
        <p:cxnSp>
          <p:nvCxnSpPr>
            <p:cNvPr id="102" name="直接箭头连接符 101">
              <a:extLst>
                <a:ext uri="{FF2B5EF4-FFF2-40B4-BE49-F238E27FC236}">
                  <a16:creationId xmlns:a16="http://schemas.microsoft.com/office/drawing/2014/main" id="{51FD58A3-C338-EAA1-AC5A-A891685274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0559" y="1986697"/>
              <a:ext cx="0" cy="56018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左大括号 102">
              <a:extLst>
                <a:ext uri="{FF2B5EF4-FFF2-40B4-BE49-F238E27FC236}">
                  <a16:creationId xmlns:a16="http://schemas.microsoft.com/office/drawing/2014/main" id="{86F1B060-7759-1EED-776B-8752EF509748}"/>
                </a:ext>
              </a:extLst>
            </p:cNvPr>
            <p:cNvSpPr/>
            <p:nvPr/>
          </p:nvSpPr>
          <p:spPr>
            <a:xfrm>
              <a:off x="4021669" y="2014213"/>
              <a:ext cx="145836" cy="532664"/>
            </a:xfrm>
            <a:prstGeom prst="leftBrace">
              <a:avLst>
                <a:gd name="adj1" fmla="val 66388"/>
                <a:gd name="adj2" fmla="val 50000"/>
              </a:avLst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E810C7E9-B2BF-5FDE-2F39-B4365041F803}"/>
                  </a:ext>
                </a:extLst>
              </p:cNvPr>
              <p:cNvSpPr txBox="1"/>
              <p:nvPr/>
            </p:nvSpPr>
            <p:spPr>
              <a:xfrm>
                <a:off x="4469480" y="2752738"/>
                <a:ext cx="2337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104" name="文本框 103">
                <a:extLst>
                  <a:ext uri="{FF2B5EF4-FFF2-40B4-BE49-F238E27FC236}">
                    <a16:creationId xmlns:a16="http://schemas.microsoft.com/office/drawing/2014/main" id="{E810C7E9-B2BF-5FDE-2F39-B4365041F8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9480" y="2752738"/>
                <a:ext cx="233748" cy="307777"/>
              </a:xfrm>
              <a:prstGeom prst="rect">
                <a:avLst/>
              </a:prstGeom>
              <a:blipFill>
                <a:blip r:embed="rId5"/>
                <a:stretch>
                  <a:fillRect r="-1538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" name="组合 104">
            <a:extLst>
              <a:ext uri="{FF2B5EF4-FFF2-40B4-BE49-F238E27FC236}">
                <a16:creationId xmlns:a16="http://schemas.microsoft.com/office/drawing/2014/main" id="{51C2755B-F71D-F799-33C9-9E6314027BA1}"/>
              </a:ext>
            </a:extLst>
          </p:cNvPr>
          <p:cNvGrpSpPr/>
          <p:nvPr/>
        </p:nvGrpSpPr>
        <p:grpSpPr>
          <a:xfrm rot="16200000">
            <a:off x="4486909" y="2366232"/>
            <a:ext cx="198890" cy="560180"/>
            <a:chOff x="4021669" y="1986697"/>
            <a:chExt cx="198890" cy="560180"/>
          </a:xfrm>
        </p:grpSpPr>
        <p:cxnSp>
          <p:nvCxnSpPr>
            <p:cNvPr id="106" name="直接箭头连接符 105">
              <a:extLst>
                <a:ext uri="{FF2B5EF4-FFF2-40B4-BE49-F238E27FC236}">
                  <a16:creationId xmlns:a16="http://schemas.microsoft.com/office/drawing/2014/main" id="{22E7F90C-8B29-E2EC-831D-E72301880F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0559" y="1986697"/>
              <a:ext cx="0" cy="56018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左大括号 106">
              <a:extLst>
                <a:ext uri="{FF2B5EF4-FFF2-40B4-BE49-F238E27FC236}">
                  <a16:creationId xmlns:a16="http://schemas.microsoft.com/office/drawing/2014/main" id="{E4D12FD5-E1AC-2BFB-280F-5DF54ADB339F}"/>
                </a:ext>
              </a:extLst>
            </p:cNvPr>
            <p:cNvSpPr/>
            <p:nvPr/>
          </p:nvSpPr>
          <p:spPr>
            <a:xfrm>
              <a:off x="4021669" y="2014213"/>
              <a:ext cx="145836" cy="532664"/>
            </a:xfrm>
            <a:prstGeom prst="leftBrace">
              <a:avLst>
                <a:gd name="adj1" fmla="val 66388"/>
                <a:gd name="adj2" fmla="val 50000"/>
              </a:avLst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8025606A-F945-C8D0-622E-3134A6A1FB62}"/>
                  </a:ext>
                </a:extLst>
              </p:cNvPr>
              <p:cNvSpPr txBox="1"/>
              <p:nvPr/>
            </p:nvSpPr>
            <p:spPr>
              <a:xfrm>
                <a:off x="5749038" y="2123245"/>
                <a:ext cx="2337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8025606A-F945-C8D0-622E-3134A6A1F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9038" y="2123245"/>
                <a:ext cx="233748" cy="307777"/>
              </a:xfrm>
              <a:prstGeom prst="rect">
                <a:avLst/>
              </a:prstGeom>
              <a:blipFill>
                <a:blip r:embed="rId6"/>
                <a:stretch>
                  <a:fillRect r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9" name="组合 108">
            <a:extLst>
              <a:ext uri="{FF2B5EF4-FFF2-40B4-BE49-F238E27FC236}">
                <a16:creationId xmlns:a16="http://schemas.microsoft.com/office/drawing/2014/main" id="{53E49CDF-7485-DE13-5BE4-4ACA6D8CD749}"/>
              </a:ext>
            </a:extLst>
          </p:cNvPr>
          <p:cNvGrpSpPr/>
          <p:nvPr/>
        </p:nvGrpSpPr>
        <p:grpSpPr>
          <a:xfrm rot="10800000">
            <a:off x="6199568" y="2599931"/>
            <a:ext cx="198890" cy="560180"/>
            <a:chOff x="4021669" y="1986697"/>
            <a:chExt cx="198890" cy="560180"/>
          </a:xfrm>
        </p:grpSpPr>
        <p:cxnSp>
          <p:nvCxnSpPr>
            <p:cNvPr id="110" name="直接箭头连接符 109">
              <a:extLst>
                <a:ext uri="{FF2B5EF4-FFF2-40B4-BE49-F238E27FC236}">
                  <a16:creationId xmlns:a16="http://schemas.microsoft.com/office/drawing/2014/main" id="{869AA114-8C25-32B4-00EF-AE16B053FF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20559" y="1986697"/>
              <a:ext cx="0" cy="560180"/>
            </a:xfrm>
            <a:prstGeom prst="straightConnector1">
              <a:avLst/>
            </a:prstGeom>
            <a:ln w="1905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左大括号 110">
              <a:extLst>
                <a:ext uri="{FF2B5EF4-FFF2-40B4-BE49-F238E27FC236}">
                  <a16:creationId xmlns:a16="http://schemas.microsoft.com/office/drawing/2014/main" id="{0CE032CB-39FD-91F9-DA05-BEA1566631B3}"/>
                </a:ext>
              </a:extLst>
            </p:cNvPr>
            <p:cNvSpPr/>
            <p:nvPr/>
          </p:nvSpPr>
          <p:spPr>
            <a:xfrm>
              <a:off x="4021669" y="2014213"/>
              <a:ext cx="145836" cy="532664"/>
            </a:xfrm>
            <a:prstGeom prst="leftBrace">
              <a:avLst>
                <a:gd name="adj1" fmla="val 66388"/>
                <a:gd name="adj2" fmla="val 50000"/>
              </a:avLst>
            </a:prstGeom>
            <a:ln w="12700">
              <a:solidFill>
                <a:schemeClr val="accent6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E9301268-2BE1-705D-ACAC-FE9FA7540360}"/>
                  </a:ext>
                </a:extLst>
              </p:cNvPr>
              <p:cNvSpPr txBox="1"/>
              <p:nvPr/>
            </p:nvSpPr>
            <p:spPr>
              <a:xfrm>
                <a:off x="6371177" y="2711215"/>
                <a:ext cx="23374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>
          <p:sp>
            <p:nvSpPr>
              <p:cNvPr id="112" name="文本框 111">
                <a:extLst>
                  <a:ext uri="{FF2B5EF4-FFF2-40B4-BE49-F238E27FC236}">
                    <a16:creationId xmlns:a16="http://schemas.microsoft.com/office/drawing/2014/main" id="{E9301268-2BE1-705D-ACAC-FE9FA75403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1177" y="2711215"/>
                <a:ext cx="233748" cy="307777"/>
              </a:xfrm>
              <a:prstGeom prst="rect">
                <a:avLst/>
              </a:prstGeom>
              <a:blipFill>
                <a:blip r:embed="rId5"/>
                <a:stretch>
                  <a:fillRect r="-184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E6A4B7E-0F24-88FC-32EB-7DF08D815BBB}"/>
                  </a:ext>
                </a:extLst>
              </p:cNvPr>
              <p:cNvSpPr txBox="1"/>
              <p:nvPr/>
            </p:nvSpPr>
            <p:spPr>
              <a:xfrm>
                <a:off x="3736247" y="3386723"/>
                <a:ext cx="1912999" cy="277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1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en-US" altLang="zh-CN" sz="1100" b="1" i="1" dirty="0" err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100" b="1" i="1" dirty="0" err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err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  <m:r>
                        <a:rPr lang="en-US" altLang="zh-CN" sz="1100" b="1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altLang="zh-CN" sz="1100" b="1" i="1" dirty="0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sub>
                      </m:sSub>
                    </m:oMath>
                  </m:oMathPara>
                </a14:m>
                <a:endParaRPr lang="zh-CN" altLang="en-US" sz="1100" b="1" dirty="0"/>
              </a:p>
            </p:txBody>
          </p:sp>
        </mc:Choice>
        <mc:Fallback>
          <p:sp>
            <p:nvSpPr>
              <p:cNvPr id="127" name="文本框 126">
                <a:extLst>
                  <a:ext uri="{FF2B5EF4-FFF2-40B4-BE49-F238E27FC236}">
                    <a16:creationId xmlns:a16="http://schemas.microsoft.com/office/drawing/2014/main" id="{FE6A4B7E-0F24-88FC-32EB-7DF08D815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6247" y="3386723"/>
                <a:ext cx="1912999" cy="277576"/>
              </a:xfrm>
              <a:prstGeom prst="rect">
                <a:avLst/>
              </a:prstGeom>
              <a:blipFill>
                <a:blip r:embed="rId7"/>
                <a:stretch>
                  <a:fillRect b="-444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897273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1304</TotalTime>
  <Words>18</Words>
  <Application>Microsoft Office PowerPoint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等线</vt:lpstr>
      <vt:lpstr>等线 Light</vt:lpstr>
      <vt:lpstr>Arial</vt:lpstr>
      <vt:lpstr>Calibri</vt:lpstr>
      <vt:lpstr>Cambria Math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昕 许</dc:creator>
  <cp:lastModifiedBy>昕 许</cp:lastModifiedBy>
  <cp:revision>8</cp:revision>
  <dcterms:created xsi:type="dcterms:W3CDTF">2025-04-14T10:26:00Z</dcterms:created>
  <dcterms:modified xsi:type="dcterms:W3CDTF">2026-04-04T12:01:42Z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C8A80F63587440BF9DD05ED80C96F806_12</vt:lpwstr>
  </property>
  <property fmtid="{D5CDD505-2E9C-101B-9397-08002B2CF9AE}" pid="3" name="KSOProductBuildVer">
    <vt:lpwstr>2052-12.1.0.20784</vt:lpwstr>
  </property>
</Properties>
</file>