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9" r:id="rId2"/>
    <p:sldId id="305" r:id="rId3"/>
    <p:sldId id="300" r:id="rId4"/>
    <p:sldId id="301" r:id="rId5"/>
    <p:sldId id="302" r:id="rId6"/>
    <p:sldId id="303" r:id="rId7"/>
    <p:sldId id="308" r:id="rId8"/>
    <p:sldId id="306" r:id="rId9"/>
    <p:sldId id="30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E6902-E686-4E71-8EF0-261F7127170E}" v="1075" dt="2026-04-22T03:27:48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5" autoAdjust="0"/>
  </p:normalViewPr>
  <p:slideViewPr>
    <p:cSldViewPr snapToGrid="0">
      <p:cViewPr>
        <p:scale>
          <a:sx n="200" d="100"/>
          <a:sy n="200" d="100"/>
        </p:scale>
        <p:origin x="-2996" y="-6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2T03:35:53.908" v="9204" actId="1076"/>
      <pc:docMkLst>
        <pc:docMk/>
      </pc:docMkLst>
      <pc:sldChg chg="addSp delSp modSp add del mod ord">
        <pc:chgData name="昕 许" userId="a2975fcd840abfc3" providerId="LiveId" clId="{49CCD4F9-177C-4270-9A14-60236FF377E8}" dt="2026-04-22T03:09:12.702" v="8823" actId="47"/>
        <pc:sldMkLst>
          <pc:docMk/>
          <pc:sldMk cId="3112887342" sldId="297"/>
        </pc:sldMkLst>
      </pc:sldChg>
      <pc:sldChg chg="addSp delSp modSp add del mod">
        <pc:chgData name="昕 许" userId="a2975fcd840abfc3" providerId="LiveId" clId="{49CCD4F9-177C-4270-9A14-60236FF377E8}" dt="2026-04-22T03:09:07.121" v="8820" actId="47"/>
        <pc:sldMkLst>
          <pc:docMk/>
          <pc:sldMk cId="592326987" sldId="298"/>
        </pc:sldMkLst>
      </pc:sldChg>
      <pc:sldChg chg="addSp delSp modSp add mod">
        <pc:chgData name="昕 许" userId="a2975fcd840abfc3" providerId="LiveId" clId="{49CCD4F9-177C-4270-9A14-60236FF377E8}" dt="2026-04-19T03:51:50.332" v="7837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6" creationId="{9A7419B3-F606-92A8-874E-73091D225137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0" creationId="{309A6C69-C4E3-8227-2207-D337A4D5A650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1" creationId="{8BBEF59A-65E7-7417-0D47-DC8A821AEE5C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15" creationId="{A24BAF22-4B0A-235C-1B25-49E06BC2B69F}"/>
          </ac:spMkLst>
        </pc:spChg>
        <pc:spChg chg="add del mod">
          <ac:chgData name="昕 许" userId="a2975fcd840abfc3" providerId="LiveId" clId="{49CCD4F9-177C-4270-9A14-60236FF377E8}" dt="2026-04-19T02:39:00.262" v="6905" actId="1076"/>
          <ac:spMkLst>
            <pc:docMk/>
            <pc:sldMk cId="2087942255" sldId="299"/>
            <ac:spMk id="20" creationId="{E3D6E844-3BE4-75E4-6F3D-C5DAE9934B8C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24" creationId="{1E30FD49-B2F5-D9C5-7BD8-1CCB7A90E4D0}"/>
          </ac:spMkLst>
        </pc:spChg>
        <pc:spChg chg="add mod">
          <ac:chgData name="昕 许" userId="a2975fcd840abfc3" providerId="LiveId" clId="{49CCD4F9-177C-4270-9A14-60236FF377E8}" dt="2026-04-19T03:51:26.698" v="7799" actId="164"/>
          <ac:spMkLst>
            <pc:docMk/>
            <pc:sldMk cId="2087942255" sldId="299"/>
            <ac:spMk id="25" creationId="{3453E2D9-255C-A9F9-ABAF-B70D0A0371A0}"/>
          </ac:spMkLst>
        </pc:spChg>
        <pc:spChg chg="add mod">
          <ac:chgData name="昕 许" userId="a2975fcd840abfc3" providerId="LiveId" clId="{49CCD4F9-177C-4270-9A14-60236FF377E8}" dt="2026-04-19T03:51:11.908" v="7798" actId="14100"/>
          <ac:spMkLst>
            <pc:docMk/>
            <pc:sldMk cId="2087942255" sldId="299"/>
            <ac:spMk id="56" creationId="{E99895C0-5127-5365-B973-5D8A1B449F88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7" creationId="{40AD28AD-49D3-FC28-B782-886A36FD63B8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8" creationId="{C432FCB7-027D-092D-47A5-51EB02228C25}"/>
          </ac:spMkLst>
        </pc:spChg>
        <pc:spChg chg="add mod">
          <ac:chgData name="昕 许" userId="a2975fcd840abfc3" providerId="LiveId" clId="{49CCD4F9-177C-4270-9A14-60236FF377E8}" dt="2026-04-19T02:36:53.927" v="6850" actId="20577"/>
          <ac:spMkLst>
            <pc:docMk/>
            <pc:sldMk cId="2087942255" sldId="299"/>
            <ac:spMk id="59" creationId="{A7D0C71B-10DD-6487-0263-A4E37A93C51D}"/>
          </ac:spMkLst>
        </pc:spChg>
        <pc:spChg chg="add mod">
          <ac:chgData name="昕 许" userId="a2975fcd840abfc3" providerId="LiveId" clId="{49CCD4F9-177C-4270-9A14-60236FF377E8}" dt="2026-04-19T02:36:53.995" v="6851" actId="20577"/>
          <ac:spMkLst>
            <pc:docMk/>
            <pc:sldMk cId="2087942255" sldId="299"/>
            <ac:spMk id="60" creationId="{F7AF5A1D-89B2-56B7-CF30-6EF4BA6E6AE9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62" creationId="{49613C5B-3E57-EB2F-7040-2B3678851303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70" creationId="{891E53D7-E640-5F91-3B21-69CA96B39D92}"/>
          </ac:spMkLst>
        </pc:spChg>
        <pc:spChg chg="mod">
          <ac:chgData name="昕 许" userId="a2975fcd840abfc3" providerId="LiveId" clId="{49CCD4F9-177C-4270-9A14-60236FF377E8}" dt="2026-04-19T02:36:24.795" v="6837" actId="20577"/>
          <ac:spMkLst>
            <pc:docMk/>
            <pc:sldMk cId="2087942255" sldId="299"/>
            <ac:spMk id="73" creationId="{9E5D94B6-1E30-C880-008C-96DE1260508F}"/>
          </ac:spMkLst>
        </pc:spChg>
        <pc:spChg chg="mod">
          <ac:chgData name="昕 许" userId="a2975fcd840abfc3" providerId="LiveId" clId="{49CCD4F9-177C-4270-9A14-60236FF377E8}" dt="2026-04-19T02:36:24.912" v="6838" actId="20577"/>
          <ac:spMkLst>
            <pc:docMk/>
            <pc:sldMk cId="2087942255" sldId="299"/>
            <ac:spMk id="74" creationId="{6C2F6B87-0CEF-B106-4302-E3F04B2043C6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2" creationId="{6D2C0A38-D804-7D8E-E283-342331502B81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3" creationId="{5555B6CD-31BF-BA15-0657-49B759BC497D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4" creationId="{6C3A068A-E070-FE62-9B1C-1D3CC74DC9BB}"/>
          </ac:spMkLst>
        </pc:spChg>
        <pc:spChg chg="add mod">
          <ac:chgData name="昕 许" userId="a2975fcd840abfc3" providerId="LiveId" clId="{49CCD4F9-177C-4270-9A14-60236FF377E8}" dt="2026-04-19T03:51:06.958" v="7797" actId="1076"/>
          <ac:spMkLst>
            <pc:docMk/>
            <pc:sldMk cId="2087942255" sldId="299"/>
            <ac:spMk id="86" creationId="{3A0397FA-378D-A631-4BB6-D9834CCF152A}"/>
          </ac:spMkLst>
        </pc:spChg>
        <pc:grpChg chg="add mod">
          <ac:chgData name="昕 许" userId="a2975fcd840abfc3" providerId="LiveId" clId="{49CCD4F9-177C-4270-9A14-60236FF377E8}" dt="2026-04-19T02:36:53.927" v="6850" actId="20577"/>
          <ac:grpSpMkLst>
            <pc:docMk/>
            <pc:sldMk cId="2087942255" sldId="299"/>
            <ac:grpSpMk id="71" creationId="{2CC71FDE-BDCD-D03C-07FB-2568CC7A5899}"/>
          </ac:grpSpMkLst>
        </pc:grpChg>
        <pc:grpChg chg="add mod">
          <ac:chgData name="昕 许" userId="a2975fcd840abfc3" providerId="LiveId" clId="{49CCD4F9-177C-4270-9A14-60236FF377E8}" dt="2026-04-19T03:51:06.958" v="7797" actId="1076"/>
          <ac:grpSpMkLst>
            <pc:docMk/>
            <pc:sldMk cId="2087942255" sldId="299"/>
            <ac:grpSpMk id="72" creationId="{875E918F-7325-BD0D-A7B6-7C8B622CA640}"/>
          </ac:grpSpMkLst>
        </pc:grpChg>
        <pc:grpChg chg="add mod">
          <ac:chgData name="昕 许" userId="a2975fcd840abfc3" providerId="LiveId" clId="{49CCD4F9-177C-4270-9A14-60236FF377E8}" dt="2026-04-19T03:51:06.958" v="7797" actId="1076"/>
          <ac:grpSpMkLst>
            <pc:docMk/>
            <pc:sldMk cId="2087942255" sldId="299"/>
            <ac:grpSpMk id="75" creationId="{8F57C64C-673C-8ADE-8DA0-C214C9730F56}"/>
          </ac:grpSpMkLst>
        </pc:grpChg>
        <pc:grpChg chg="add mod">
          <ac:chgData name="昕 许" userId="a2975fcd840abfc3" providerId="LiveId" clId="{49CCD4F9-177C-4270-9A14-60236FF377E8}" dt="2026-04-19T03:51:30.568" v="7801" actId="1076"/>
          <ac:grpSpMkLst>
            <pc:docMk/>
            <pc:sldMk cId="2087942255" sldId="299"/>
            <ac:grpSpMk id="94" creationId="{A4994227-B73C-1EF7-B0E4-24E963068DE7}"/>
          </ac:grpSpMkLst>
        </pc:grpChg>
        <pc:cxnChg chg="add mod">
          <ac:chgData name="昕 许" userId="a2975fcd840abfc3" providerId="LiveId" clId="{49CCD4F9-177C-4270-9A14-60236FF377E8}" dt="2026-04-19T03:51:26.698" v="7799" actId="164"/>
          <ac:cxnSpMkLst>
            <pc:docMk/>
            <pc:sldMk cId="2087942255" sldId="299"/>
            <ac:cxnSpMk id="17" creationId="{36B98E0B-6A06-E778-B510-2A3BA2C4124C}"/>
          </ac:cxnSpMkLst>
        </pc:cxnChg>
        <pc:cxnChg chg="add mod">
          <ac:chgData name="昕 许" userId="a2975fcd840abfc3" providerId="LiveId" clId="{49CCD4F9-177C-4270-9A14-60236FF377E8}" dt="2026-04-19T03:51:30.568" v="7801" actId="1076"/>
          <ac:cxnSpMkLst>
            <pc:docMk/>
            <pc:sldMk cId="2087942255" sldId="299"/>
            <ac:cxnSpMk id="27" creationId="{DD5EAFEF-E1E4-4F76-2FAE-5759BBA8F7F1}"/>
          </ac:cxnSpMkLst>
        </pc:cxnChg>
        <pc:cxnChg chg="add mod">
          <ac:chgData name="昕 许" userId="a2975fcd840abfc3" providerId="LiveId" clId="{49CCD4F9-177C-4270-9A14-60236FF377E8}" dt="2026-04-19T03:51:26.698" v="7799" actId="164"/>
          <ac:cxnSpMkLst>
            <pc:docMk/>
            <pc:sldMk cId="2087942255" sldId="299"/>
            <ac:cxnSpMk id="44" creationId="{BEE324E9-AE73-13A2-65AA-CE84B0C00BB5}"/>
          </ac:cxnSpMkLst>
        </pc:cxnChg>
        <pc:cxnChg chg="add mod">
          <ac:chgData name="昕 许" userId="a2975fcd840abfc3" providerId="LiveId" clId="{49CCD4F9-177C-4270-9A14-60236FF377E8}" dt="2026-04-19T02:36:53.927" v="6850" actId="20577"/>
          <ac:cxnSpMkLst>
            <pc:docMk/>
            <pc:sldMk cId="2087942255" sldId="299"/>
            <ac:cxnSpMk id="61" creationId="{C40874FE-A1EF-AB94-DED1-B12B10178D29}"/>
          </ac:cxnSpMkLst>
        </pc:cxnChg>
        <pc:cxnChg chg="add mod">
          <ac:chgData name="昕 许" userId="a2975fcd840abfc3" providerId="LiveId" clId="{49CCD4F9-177C-4270-9A14-60236FF377E8}" dt="2026-04-19T02:36:39.670" v="6844" actId="14100"/>
          <ac:cxnSpMkLst>
            <pc:docMk/>
            <pc:sldMk cId="2087942255" sldId="299"/>
            <ac:cxnSpMk id="76" creationId="{FEB04EB5-31AA-93CC-6631-40BD817E2638}"/>
          </ac:cxnSpMkLst>
        </pc:cxnChg>
        <pc:cxnChg chg="add mod">
          <ac:chgData name="昕 许" userId="a2975fcd840abfc3" providerId="LiveId" clId="{49CCD4F9-177C-4270-9A14-60236FF377E8}" dt="2026-04-19T03:51:06.958" v="7797" actId="1076"/>
          <ac:cxnSpMkLst>
            <pc:docMk/>
            <pc:sldMk cId="2087942255" sldId="299"/>
            <ac:cxnSpMk id="78" creationId="{79933FF6-4DC8-9027-C800-834DBBC6A693}"/>
          </ac:cxnSpMkLst>
        </pc:cxnChg>
        <pc:cxnChg chg="add mod">
          <ac:chgData name="昕 许" userId="a2975fcd840abfc3" providerId="LiveId" clId="{49CCD4F9-177C-4270-9A14-60236FF377E8}" dt="2026-04-19T03:51:06.958" v="7797" actId="1076"/>
          <ac:cxnSpMkLst>
            <pc:docMk/>
            <pc:sldMk cId="2087942255" sldId="299"/>
            <ac:cxnSpMk id="87" creationId="{E0113CF7-A25F-3546-BEBB-BBB15FF2F6F8}"/>
          </ac:cxnSpMkLst>
        </pc:cxnChg>
        <pc:cxnChg chg="add mod">
          <ac:chgData name="昕 许" userId="a2975fcd840abfc3" providerId="LiveId" clId="{49CCD4F9-177C-4270-9A14-60236FF377E8}" dt="2026-04-19T02:38:02.851" v="6884" actId="693"/>
          <ac:cxnSpMkLst>
            <pc:docMk/>
            <pc:sldMk cId="2087942255" sldId="299"/>
            <ac:cxnSpMk id="91" creationId="{FB47D1C5-2E87-C017-5738-DDE799660C8D}"/>
          </ac:cxnSpMkLst>
        </pc:cxnChg>
      </pc:sldChg>
      <pc:sldChg chg="addSp delSp modSp add mod">
        <pc:chgData name="昕 许" userId="a2975fcd840abfc3" providerId="LiveId" clId="{49CCD4F9-177C-4270-9A14-60236FF377E8}" dt="2026-04-19T02:40:13.952" v="7000" actId="1076"/>
        <pc:sldMkLst>
          <pc:docMk/>
          <pc:sldMk cId="2309694047" sldId="300"/>
        </pc:sldMkLst>
        <pc:spChg chg="mod">
          <ac:chgData name="昕 许" userId="a2975fcd840abfc3" providerId="LiveId" clId="{49CCD4F9-177C-4270-9A14-60236FF377E8}" dt="2026-04-19T02:38:35.843" v="6894"/>
          <ac:spMkLst>
            <pc:docMk/>
            <pc:sldMk cId="2309694047" sldId="300"/>
            <ac:spMk id="4" creationId="{17F4E76D-0E6B-2578-8849-7E95CBD3F43D}"/>
          </ac:spMkLst>
        </pc:spChg>
        <pc:spChg chg="mod">
          <ac:chgData name="昕 许" userId="a2975fcd840abfc3" providerId="LiveId" clId="{49CCD4F9-177C-4270-9A14-60236FF377E8}" dt="2026-04-19T02:38:44.264" v="6898" actId="20577"/>
          <ac:spMkLst>
            <pc:docMk/>
            <pc:sldMk cId="2309694047" sldId="300"/>
            <ac:spMk id="5" creationId="{324BF0E9-2411-D68A-92AA-CBEE9ACA69D9}"/>
          </ac:spMkLst>
        </pc:spChg>
        <pc:spChg chg="add mod">
          <ac:chgData name="昕 许" userId="a2975fcd840abfc3" providerId="LiveId" clId="{49CCD4F9-177C-4270-9A14-60236FF377E8}" dt="2026-04-19T02:38:51.046" v="6900" actId="1076"/>
          <ac:spMkLst>
            <pc:docMk/>
            <pc:sldMk cId="2309694047" sldId="300"/>
            <ac:spMk id="9" creationId="{1F1E6A68-8BCE-77AA-4130-68A3E2DE270F}"/>
          </ac:spMkLst>
        </pc:spChg>
        <pc:spChg chg="mod">
          <ac:chgData name="昕 许" userId="a2975fcd840abfc3" providerId="LiveId" clId="{49CCD4F9-177C-4270-9A14-60236FF377E8}" dt="2026-04-19T02:38:34.415" v="6893" actId="164"/>
          <ac:spMkLst>
            <pc:docMk/>
            <pc:sldMk cId="2309694047" sldId="300"/>
            <ac:spMk id="11" creationId="{64B34F92-013B-FE91-1802-B922724DA6BA}"/>
          </ac:spMkLst>
        </pc:spChg>
        <pc:spChg chg="add mod">
          <ac:chgData name="昕 许" userId="a2975fcd840abfc3" providerId="LiveId" clId="{49CCD4F9-177C-4270-9A14-60236FF377E8}" dt="2026-04-19T02:38:51.831" v="6901" actId="20577"/>
          <ac:spMkLst>
            <pc:docMk/>
            <pc:sldMk cId="2309694047" sldId="300"/>
            <ac:spMk id="12" creationId="{5668966F-1145-FADD-54F9-FF4BD81E91FD}"/>
          </ac:spMkLst>
        </pc:spChg>
        <pc:spChg chg="mod">
          <ac:chgData name="昕 许" userId="a2975fcd840abfc3" providerId="LiveId" clId="{49CCD4F9-177C-4270-9A14-60236FF377E8}" dt="2026-04-19T02:38:34.415" v="6893" actId="164"/>
          <ac:spMkLst>
            <pc:docMk/>
            <pc:sldMk cId="2309694047" sldId="300"/>
            <ac:spMk id="15" creationId="{0472F002-5D38-3F3B-FD92-21F1A180EC20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18" creationId="{8E84D518-D0DD-4F77-E954-441B5EA06DA9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19" creationId="{26211211-2D4D-6552-5B01-AFF6CA5BB620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21" creationId="{0163AB76-1538-46FA-1156-754259986C86}"/>
          </ac:spMkLst>
        </pc:spChg>
        <pc:spChg chg="add mod">
          <ac:chgData name="昕 许" userId="a2975fcd840abfc3" providerId="LiveId" clId="{49CCD4F9-177C-4270-9A14-60236FF377E8}" dt="2026-04-19T02:40:13.952" v="7000" actId="1076"/>
          <ac:spMkLst>
            <pc:docMk/>
            <pc:sldMk cId="2309694047" sldId="300"/>
            <ac:spMk id="22" creationId="{46A38852-EADD-E646-4170-57242D3F9915}"/>
          </ac:spMkLst>
        </pc:spChg>
        <pc:grpChg chg="add mod">
          <ac:chgData name="昕 许" userId="a2975fcd840abfc3" providerId="LiveId" clId="{49CCD4F9-177C-4270-9A14-60236FF377E8}" dt="2026-04-19T02:38:34.415" v="6893" actId="164"/>
          <ac:grpSpMkLst>
            <pc:docMk/>
            <pc:sldMk cId="2309694047" sldId="300"/>
            <ac:grpSpMk id="2" creationId="{63EF7190-30C2-75A5-5F7F-DBAFDD3F7D92}"/>
          </ac:grpSpMkLst>
        </pc:grpChg>
        <pc:grpChg chg="add mod">
          <ac:chgData name="昕 许" userId="a2975fcd840abfc3" providerId="LiveId" clId="{49CCD4F9-177C-4270-9A14-60236FF377E8}" dt="2026-04-19T02:38:42.358" v="6897" actId="1076"/>
          <ac:grpSpMkLst>
            <pc:docMk/>
            <pc:sldMk cId="2309694047" sldId="300"/>
            <ac:grpSpMk id="3" creationId="{76111CA2-ED87-09B4-BC69-A03C165F1781}"/>
          </ac:grpSpMkLst>
        </pc:grpChg>
        <pc:cxnChg chg="add mod">
          <ac:chgData name="昕 许" userId="a2975fcd840abfc3" providerId="LiveId" clId="{49CCD4F9-177C-4270-9A14-60236FF377E8}" dt="2026-04-19T02:38:42.358" v="6897" actId="1076"/>
          <ac:cxnSpMkLst>
            <pc:docMk/>
            <pc:sldMk cId="2309694047" sldId="300"/>
            <ac:cxnSpMk id="7" creationId="{996A8616-CAC3-3FB0-3EB1-8132F37BC9B9}"/>
          </ac:cxnSpMkLst>
        </pc:cxnChg>
        <pc:cxnChg chg="add mod">
          <ac:chgData name="昕 许" userId="a2975fcd840abfc3" providerId="LiveId" clId="{49CCD4F9-177C-4270-9A14-60236FF377E8}" dt="2026-04-19T02:38:56.875" v="6904" actId="14100"/>
          <ac:cxnSpMkLst>
            <pc:docMk/>
            <pc:sldMk cId="2309694047" sldId="300"/>
            <ac:cxnSpMk id="13" creationId="{80A0C1D6-0C54-F8E8-8C02-95F42C10E672}"/>
          </ac:cxnSpMkLst>
        </pc:cxnChg>
      </pc:sldChg>
      <pc:sldChg chg="addSp delSp modSp add mod">
        <pc:chgData name="昕 许" userId="a2975fcd840abfc3" providerId="LiveId" clId="{49CCD4F9-177C-4270-9A14-60236FF377E8}" dt="2026-04-19T02:43:14.414" v="7164" actId="1076"/>
        <pc:sldMkLst>
          <pc:docMk/>
          <pc:sldMk cId="3431865041" sldId="301"/>
        </pc:sldMkLst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6" creationId="{4EA843AE-6D95-BA1D-221C-0F6218D493A2}"/>
          </ac:spMkLst>
        </pc:spChg>
        <pc:spChg chg="add 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8" creationId="{EC25769B-FB2E-C343-002E-75EE435B4D48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9" creationId="{E15F9EE1-DC29-C487-0082-E6AAB4E817C8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0" creationId="{015146F8-4C6B-CBDF-5552-821655B0C04A}"/>
          </ac:spMkLst>
        </pc:spChg>
        <pc:spChg chg="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2" creationId="{DC471722-EF03-72CC-40EE-F6363A604EC5}"/>
          </ac:spMkLst>
        </pc:spChg>
        <pc:spChg chg="add mod">
          <ac:chgData name="昕 许" userId="a2975fcd840abfc3" providerId="LiveId" clId="{49CCD4F9-177C-4270-9A14-60236FF377E8}" dt="2026-04-19T02:41:18.322" v="7015" actId="1076"/>
          <ac:spMkLst>
            <pc:docMk/>
            <pc:sldMk cId="3431865041" sldId="301"/>
            <ac:spMk id="14" creationId="{9491BB21-E39D-F90C-AC8D-991AA886778F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28" creationId="{7D6137C8-11B6-DD1C-B698-3C654B361E4E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29" creationId="{287ACA77-8B3A-8ACA-D2F6-DE1C63283273}"/>
          </ac:spMkLst>
        </pc:spChg>
        <pc:spChg chg="add mod">
          <ac:chgData name="昕 许" userId="a2975fcd840abfc3" providerId="LiveId" clId="{49CCD4F9-177C-4270-9A14-60236FF377E8}" dt="2026-04-19T02:42:19.701" v="7092" actId="164"/>
          <ac:spMkLst>
            <pc:docMk/>
            <pc:sldMk cId="3431865041" sldId="301"/>
            <ac:spMk id="30" creationId="{3FB7E94F-12D8-F7F9-6AEB-5E56B277092E}"/>
          </ac:spMkLst>
        </pc:spChg>
        <pc:spChg chg="add mod">
          <ac:chgData name="昕 许" userId="a2975fcd840abfc3" providerId="LiveId" clId="{49CCD4F9-177C-4270-9A14-60236FF377E8}" dt="2026-04-19T02:42:34.115" v="7109" actId="1076"/>
          <ac:spMkLst>
            <pc:docMk/>
            <pc:sldMk cId="3431865041" sldId="301"/>
            <ac:spMk id="32" creationId="{90CE3921-5D1F-8AC5-FE07-41B69FE5B8B3}"/>
          </ac:spMkLst>
        </pc:spChg>
        <pc:spChg chg="add mod">
          <ac:chgData name="昕 许" userId="a2975fcd840abfc3" providerId="LiveId" clId="{49CCD4F9-177C-4270-9A14-60236FF377E8}" dt="2026-04-19T02:42:42.226" v="7124" actId="20577"/>
          <ac:spMkLst>
            <pc:docMk/>
            <pc:sldMk cId="3431865041" sldId="301"/>
            <ac:spMk id="33" creationId="{C8C30956-40A4-FEE5-EE0C-14B5F6FAD2FD}"/>
          </ac:spMkLst>
        </pc:spChg>
        <pc:spChg chg="add mod">
          <ac:chgData name="昕 许" userId="a2975fcd840abfc3" providerId="LiveId" clId="{49CCD4F9-177C-4270-9A14-60236FF377E8}" dt="2026-04-19T02:42:52.910" v="7127" actId="14100"/>
          <ac:spMkLst>
            <pc:docMk/>
            <pc:sldMk cId="3431865041" sldId="301"/>
            <ac:spMk id="34" creationId="{B07CF654-E588-5CBE-621D-74844400DE7E}"/>
          </ac:spMkLst>
        </pc:spChg>
        <pc:spChg chg="add mod">
          <ac:chgData name="昕 许" userId="a2975fcd840abfc3" providerId="LiveId" clId="{49CCD4F9-177C-4270-9A14-60236FF377E8}" dt="2026-04-19T02:43:09.745" v="7163" actId="1076"/>
          <ac:spMkLst>
            <pc:docMk/>
            <pc:sldMk cId="3431865041" sldId="301"/>
            <ac:spMk id="35" creationId="{3AFE3530-D42C-A05B-216F-EC00137DA13B}"/>
          </ac:spMkLst>
        </pc:spChg>
        <pc:grpChg chg="mod">
          <ac:chgData name="昕 许" userId="a2975fcd840abfc3" providerId="LiveId" clId="{49CCD4F9-177C-4270-9A14-60236FF377E8}" dt="2026-04-19T02:41:18.322" v="7015" actId="1076"/>
          <ac:grpSpMkLst>
            <pc:docMk/>
            <pc:sldMk cId="3431865041" sldId="301"/>
            <ac:grpSpMk id="2" creationId="{50BFE2A9-87A8-1417-063D-4DC88D233F8F}"/>
          </ac:grpSpMkLst>
        </pc:grpChg>
        <pc:grpChg chg="mod">
          <ac:chgData name="昕 许" userId="a2975fcd840abfc3" providerId="LiveId" clId="{49CCD4F9-177C-4270-9A14-60236FF377E8}" dt="2026-04-19T02:41:18.322" v="7015" actId="1076"/>
          <ac:grpSpMkLst>
            <pc:docMk/>
            <pc:sldMk cId="3431865041" sldId="301"/>
            <ac:grpSpMk id="3" creationId="{4F434907-697A-9683-68D9-AAA64F8CCEF7}"/>
          </ac:grpSpMkLst>
        </pc:grpChg>
        <pc:grpChg chg="add mod">
          <ac:chgData name="昕 许" userId="a2975fcd840abfc3" providerId="LiveId" clId="{49CCD4F9-177C-4270-9A14-60236FF377E8}" dt="2026-04-19T02:43:14.414" v="7164" actId="1076"/>
          <ac:grpSpMkLst>
            <pc:docMk/>
            <pc:sldMk cId="3431865041" sldId="301"/>
            <ac:grpSpMk id="31" creationId="{73285140-C5E2-B22D-1505-55CFE04841C1}"/>
          </ac:grpSpMkLst>
        </pc:grpChg>
        <pc:cxnChg chg="mod">
          <ac:chgData name="昕 许" userId="a2975fcd840abfc3" providerId="LiveId" clId="{49CCD4F9-177C-4270-9A14-60236FF377E8}" dt="2026-04-19T02:40:50.413" v="7003" actId="1076"/>
          <ac:cxnSpMkLst>
            <pc:docMk/>
            <pc:sldMk cId="3431865041" sldId="301"/>
            <ac:cxnSpMk id="7" creationId="{03DCCF82-C9F8-FBBD-BBB7-F9555115DD8F}"/>
          </ac:cxnSpMkLst>
        </pc:cxnChg>
        <pc:cxnChg chg="mod">
          <ac:chgData name="昕 许" userId="a2975fcd840abfc3" providerId="LiveId" clId="{49CCD4F9-177C-4270-9A14-60236FF377E8}" dt="2026-04-19T02:41:18.322" v="7015" actId="1076"/>
          <ac:cxnSpMkLst>
            <pc:docMk/>
            <pc:sldMk cId="3431865041" sldId="301"/>
            <ac:cxnSpMk id="13" creationId="{998AD899-0CB9-E096-B2C0-D17B816CBD59}"/>
          </ac:cxnSpMkLst>
        </pc:cxnChg>
        <pc:cxnChg chg="add mod">
          <ac:chgData name="昕 许" userId="a2975fcd840abfc3" providerId="LiveId" clId="{49CCD4F9-177C-4270-9A14-60236FF377E8}" dt="2026-04-19T02:41:03.727" v="7010" actId="14100"/>
          <ac:cxnSpMkLst>
            <pc:docMk/>
            <pc:sldMk cId="3431865041" sldId="301"/>
            <ac:cxnSpMk id="16" creationId="{C3619C43-484B-E84A-2FAF-3F1E9EE018BA}"/>
          </ac:cxnSpMkLst>
        </pc:cxnChg>
        <pc:cxnChg chg="add mod">
          <ac:chgData name="昕 许" userId="a2975fcd840abfc3" providerId="LiveId" clId="{49CCD4F9-177C-4270-9A14-60236FF377E8}" dt="2026-04-19T02:41:18.322" v="7015" actId="1076"/>
          <ac:cxnSpMkLst>
            <pc:docMk/>
            <pc:sldMk cId="3431865041" sldId="301"/>
            <ac:cxnSpMk id="24" creationId="{B400B1DD-B0A9-8001-D007-7DBB3119CEEA}"/>
          </ac:cxnSpMkLst>
        </pc:cxnChg>
      </pc:sldChg>
      <pc:sldChg chg="addSp delSp modSp add mod">
        <pc:chgData name="昕 许" userId="a2975fcd840abfc3" providerId="LiveId" clId="{49CCD4F9-177C-4270-9A14-60236FF377E8}" dt="2026-04-19T03:53:01.248" v="7838" actId="1076"/>
        <pc:sldMkLst>
          <pc:docMk/>
          <pc:sldMk cId="4172256641" sldId="302"/>
        </pc:sldMkLst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0" creationId="{08BED195-6E85-3591-FEF0-8F26ED68742A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1" creationId="{44F67782-7D1B-02D3-78FE-4ECA3A4F2C1B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6" creationId="{36392990-E1D7-B26C-B33B-C5C1251A942A}"/>
          </ac:spMkLst>
        </pc:spChg>
        <pc:spChg chg="add mod">
          <ac:chgData name="昕 许" userId="a2975fcd840abfc3" providerId="LiveId" clId="{49CCD4F9-177C-4270-9A14-60236FF377E8}" dt="2026-04-19T03:53:01.248" v="7838" actId="1076"/>
          <ac:spMkLst>
            <pc:docMk/>
            <pc:sldMk cId="4172256641" sldId="302"/>
            <ac:spMk id="27" creationId="{D3E18C04-79D0-7407-3164-CD8A75BB96C4}"/>
          </ac:spMkLst>
        </pc:spChg>
        <pc:cxnChg chg="add mod">
          <ac:chgData name="昕 许" userId="a2975fcd840abfc3" providerId="LiveId" clId="{49CCD4F9-177C-4270-9A14-60236FF377E8}" dt="2026-04-19T02:43:26.870" v="7169" actId="14100"/>
          <ac:cxnSpMkLst>
            <pc:docMk/>
            <pc:sldMk cId="4172256641" sldId="302"/>
            <ac:cxnSpMk id="17" creationId="{53898DC1-9C99-35A3-BF26-E3BCA3120B3D}"/>
          </ac:cxnSpMkLst>
        </pc:cxnChg>
        <pc:cxnChg chg="add mod">
          <ac:chgData name="昕 许" userId="a2975fcd840abfc3" providerId="LiveId" clId="{49CCD4F9-177C-4270-9A14-60236FF377E8}" dt="2026-04-19T02:44:10.204" v="7205" actId="14100"/>
          <ac:cxnSpMkLst>
            <pc:docMk/>
            <pc:sldMk cId="4172256641" sldId="302"/>
            <ac:cxnSpMk id="22" creationId="{276146ED-A06F-0F82-8459-586CC03DC4D8}"/>
          </ac:cxnSpMkLst>
        </pc:cxnChg>
      </pc:sldChg>
      <pc:sldChg chg="addSp delSp modSp add mod">
        <pc:chgData name="昕 许" userId="a2975fcd840abfc3" providerId="LiveId" clId="{49CCD4F9-177C-4270-9A14-60236FF377E8}" dt="2026-04-19T03:57:55.691" v="7842" actId="122"/>
        <pc:sldMkLst>
          <pc:docMk/>
          <pc:sldMk cId="365956669" sldId="303"/>
        </pc:sldMkLst>
        <pc:spChg chg="add mod">
          <ac:chgData name="昕 许" userId="a2975fcd840abfc3" providerId="LiveId" clId="{49CCD4F9-177C-4270-9A14-60236FF377E8}" dt="2026-04-19T02:48:21.834" v="7238" actId="164"/>
          <ac:spMkLst>
            <pc:docMk/>
            <pc:sldMk cId="365956669" sldId="303"/>
            <ac:spMk id="19" creationId="{0D683DD3-DE65-164F-2987-23FA8A219629}"/>
          </ac:spMkLst>
        </pc:spChg>
        <pc:spChg chg="add mod">
          <ac:chgData name="昕 许" userId="a2975fcd840abfc3" providerId="LiveId" clId="{49CCD4F9-177C-4270-9A14-60236FF377E8}" dt="2026-04-19T02:48:26.597" v="7241" actId="20577"/>
          <ac:spMkLst>
            <pc:docMk/>
            <pc:sldMk cId="365956669" sldId="303"/>
            <ac:spMk id="23" creationId="{6F28F027-413E-732A-D887-48F257664519}"/>
          </ac:spMkLst>
        </pc:spChg>
        <pc:spChg chg="mod">
          <ac:chgData name="昕 许" userId="a2975fcd840abfc3" providerId="LiveId" clId="{49CCD4F9-177C-4270-9A14-60236FF377E8}" dt="2026-04-19T02:48:28.258" v="7242"/>
          <ac:spMkLst>
            <pc:docMk/>
            <pc:sldMk cId="365956669" sldId="303"/>
            <ac:spMk id="29" creationId="{420092D4-F560-90A3-4C27-397446DEA686}"/>
          </ac:spMkLst>
        </pc:spChg>
        <pc:spChg chg="mod">
          <ac:chgData name="昕 许" userId="a2975fcd840abfc3" providerId="LiveId" clId="{49CCD4F9-177C-4270-9A14-60236FF377E8}" dt="2026-04-19T02:48:28.258" v="7242"/>
          <ac:spMkLst>
            <pc:docMk/>
            <pc:sldMk cId="365956669" sldId="303"/>
            <ac:spMk id="30" creationId="{05DE7B07-A097-B4AE-798E-A794E28B706C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2" creationId="{D48CB7FB-E16D-27F0-C162-402D254ACFC3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3" creationId="{7158FF49-94EF-D89B-49EE-C290E0563F46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5" creationId="{77162DFB-1F91-1754-00E9-B4C96B100EB5}"/>
          </ac:spMkLst>
        </pc:spChg>
        <pc:spChg chg="mod">
          <ac:chgData name="昕 许" userId="a2975fcd840abfc3" providerId="LiveId" clId="{49CCD4F9-177C-4270-9A14-60236FF377E8}" dt="2026-04-19T02:48:31.729" v="7244"/>
          <ac:spMkLst>
            <pc:docMk/>
            <pc:sldMk cId="365956669" sldId="303"/>
            <ac:spMk id="36" creationId="{E92B47F3-BF3F-655A-6680-9E8CFA1CAEBA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38" creationId="{D0778730-9E2E-C751-5A0D-2C32249D7E7A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39" creationId="{05B8A50A-C785-E275-816A-D1F9F9DAF8D2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1" creationId="{288EAD08-AC97-BE56-9845-1AAA08178CDD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2" creationId="{6242D3AC-051D-06DB-C7AC-24576D0CBC42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4" creationId="{5F2411CA-DC98-A372-C227-A12FE19F1D5F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5" creationId="{21B7029E-4237-8DA3-4C47-125BA37EC143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7" creationId="{E95E7DD1-C55D-DD03-FE0D-F218A9F15B75}"/>
          </ac:spMkLst>
        </pc:spChg>
        <pc:spChg chg="mod">
          <ac:chgData name="昕 许" userId="a2975fcd840abfc3" providerId="LiveId" clId="{49CCD4F9-177C-4270-9A14-60236FF377E8}" dt="2026-04-19T02:48:35.927" v="7246"/>
          <ac:spMkLst>
            <pc:docMk/>
            <pc:sldMk cId="365956669" sldId="303"/>
            <ac:spMk id="48" creationId="{079FB4E2-639A-40FD-6ED2-28959A167B76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3" creationId="{F7C81EEB-4BF4-6A88-2D13-9CF8E395B476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6" creationId="{8C638CEA-EC75-B283-16F6-357F8C759271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59" creationId="{C8F13877-4203-3956-804D-D08C85A518C9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0" creationId="{3999D2DE-7586-4E9A-51E0-7C0FA5142940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3" creationId="{07736633-5B4E-0A4D-4258-28CF4957BE98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5" creationId="{9FE857F5-C78A-4A71-AA27-4F42CDD3342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8" creationId="{B89ACF47-98F6-719D-F5CE-6B3DDB7FE44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69" creationId="{DB971395-A9CD-0D8E-6326-E7808F13FB49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71" creationId="{AE39502D-B016-2FC2-9A47-A343FFBA7C3F}"/>
          </ac:spMkLst>
        </pc:spChg>
        <pc:spChg chg="mod">
          <ac:chgData name="昕 许" userId="a2975fcd840abfc3" providerId="LiveId" clId="{49CCD4F9-177C-4270-9A14-60236FF377E8}" dt="2026-04-19T02:48:39.907" v="7248"/>
          <ac:spMkLst>
            <pc:docMk/>
            <pc:sldMk cId="365956669" sldId="303"/>
            <ac:spMk id="72" creationId="{6E8F6D46-6D9A-29AE-C7D0-8058E5BE39AD}"/>
          </ac:spMkLst>
        </pc:spChg>
        <pc:spChg chg="mod">
          <ac:chgData name="昕 许" userId="a2975fcd840abfc3" providerId="LiveId" clId="{49CCD4F9-177C-4270-9A14-60236FF377E8}" dt="2026-04-19T02:48:49.280" v="7250" actId="571"/>
          <ac:spMkLst>
            <pc:docMk/>
            <pc:sldMk cId="365956669" sldId="303"/>
            <ac:spMk id="74" creationId="{BCB8A83D-8C30-07BE-817F-E05061BB7A4E}"/>
          </ac:spMkLst>
        </pc:spChg>
        <pc:spChg chg="mod">
          <ac:chgData name="昕 许" userId="a2975fcd840abfc3" providerId="LiveId" clId="{49CCD4F9-177C-4270-9A14-60236FF377E8}" dt="2026-04-19T02:48:49.280" v="7250" actId="571"/>
          <ac:spMkLst>
            <pc:docMk/>
            <pc:sldMk cId="365956669" sldId="303"/>
            <ac:spMk id="75" creationId="{D6B6CE16-5C2C-154E-7365-D33A12AFB5C7}"/>
          </ac:spMkLst>
        </pc:spChg>
        <pc:spChg chg="add mod">
          <ac:chgData name="昕 许" userId="a2975fcd840abfc3" providerId="LiveId" clId="{49CCD4F9-177C-4270-9A14-60236FF377E8}" dt="2026-04-19T02:49:24.937" v="7282" actId="1076"/>
          <ac:spMkLst>
            <pc:docMk/>
            <pc:sldMk cId="365956669" sldId="303"/>
            <ac:spMk id="77" creationId="{D38C57A5-B6BD-544B-643D-992C0177796C}"/>
          </ac:spMkLst>
        </pc:spChg>
        <pc:spChg chg="add mod">
          <ac:chgData name="昕 许" userId="a2975fcd840abfc3" providerId="LiveId" clId="{49CCD4F9-177C-4270-9A14-60236FF377E8}" dt="2026-04-19T02:49:55.970" v="7323" actId="1076"/>
          <ac:spMkLst>
            <pc:docMk/>
            <pc:sldMk cId="365956669" sldId="303"/>
            <ac:spMk id="80" creationId="{5EFB2443-6CDB-A870-B628-622D3A7664C5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84" creationId="{D30EB786-C06E-656C-38A7-069137A85074}"/>
          </ac:spMkLst>
        </pc:spChg>
        <pc:spChg chg="add mod">
          <ac:chgData name="昕 许" userId="a2975fcd840abfc3" providerId="LiveId" clId="{49CCD4F9-177C-4270-9A14-60236FF377E8}" dt="2026-04-19T02:51:23.364" v="7366" actId="1076"/>
          <ac:spMkLst>
            <pc:docMk/>
            <pc:sldMk cId="365956669" sldId="303"/>
            <ac:spMk id="85" creationId="{CE39F679-B336-D530-3B6E-89272C006C75}"/>
          </ac:spMkLst>
        </pc:spChg>
        <pc:spChg chg="add mod">
          <ac:chgData name="昕 许" userId="a2975fcd840abfc3" providerId="LiveId" clId="{49CCD4F9-177C-4270-9A14-60236FF377E8}" dt="2026-04-19T02:51:38.397" v="7372" actId="1076"/>
          <ac:spMkLst>
            <pc:docMk/>
            <pc:sldMk cId="365956669" sldId="303"/>
            <ac:spMk id="86" creationId="{D9C6F7EA-4037-5E32-0E23-DFE54488FC20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87" creationId="{F999CD48-CF8D-FB75-1101-EF63A19C9FB8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98" creationId="{D464FB06-C788-25A7-BFAB-5BC7B301698D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99" creationId="{B4A0D8D7-1898-CEE4-5BC4-8D9CE4DB415B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100" creationId="{9798C752-51DA-FAB2-DD26-F99945C9A678}"/>
          </ac:spMkLst>
        </pc:spChg>
        <pc:spChg chg="add mod">
          <ac:chgData name="昕 许" userId="a2975fcd840abfc3" providerId="LiveId" clId="{49CCD4F9-177C-4270-9A14-60236FF377E8}" dt="2026-04-19T02:51:26.657" v="7368" actId="1076"/>
          <ac:spMkLst>
            <pc:docMk/>
            <pc:sldMk cId="365956669" sldId="303"/>
            <ac:spMk id="101" creationId="{0B7F4D4C-702F-1E3A-DB6D-6733154157B0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2" creationId="{5BF8D130-FDD3-69E1-97FE-F7AC99C4B27E}"/>
          </ac:spMkLst>
        </pc:spChg>
        <pc:spChg chg="add mod">
          <ac:chgData name="昕 许" userId="a2975fcd840abfc3" providerId="LiveId" clId="{49CCD4F9-177C-4270-9A14-60236FF377E8}" dt="2026-04-19T02:51:34.616" v="7371" actId="1076"/>
          <ac:spMkLst>
            <pc:docMk/>
            <pc:sldMk cId="365956669" sldId="303"/>
            <ac:spMk id="113" creationId="{470046BE-DCD5-02F6-A65B-AADA2B28CC69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4" creationId="{BF64F091-5AC3-63F5-911B-C807836D7749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15" creationId="{C1C08512-257A-187B-2743-7DBACCD2210A}"/>
          </ac:spMkLst>
        </pc:spChg>
        <pc:spChg chg="add mod">
          <ac:chgData name="昕 许" userId="a2975fcd840abfc3" providerId="LiveId" clId="{49CCD4F9-177C-4270-9A14-60236FF377E8}" dt="2026-04-19T02:51:34.616" v="7371" actId="1076"/>
          <ac:spMkLst>
            <pc:docMk/>
            <pc:sldMk cId="365956669" sldId="303"/>
            <ac:spMk id="119" creationId="{54A85119-3CEC-0BEB-9431-D7B71FB6159F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0" creationId="{0C1D29F9-8CEB-EE87-397C-2D79DCFA6FF7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1" creationId="{252BBFDE-1C25-A6B4-84CA-0D931B862E67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22" creationId="{08F29F80-994C-7C64-21FA-67C620070B9A}"/>
          </ac:spMkLst>
        </pc:spChg>
        <pc:spChg chg="add mod">
          <ac:chgData name="昕 许" userId="a2975fcd840abfc3" providerId="LiveId" clId="{49CCD4F9-177C-4270-9A14-60236FF377E8}" dt="2026-04-19T02:52:21.845" v="7411" actId="1076"/>
          <ac:spMkLst>
            <pc:docMk/>
            <pc:sldMk cId="365956669" sldId="303"/>
            <ac:spMk id="146" creationId="{E5E56855-7A4F-C110-5252-B24C3E103D7A}"/>
          </ac:spMkLst>
        </pc:spChg>
        <pc:spChg chg="add mod">
          <ac:chgData name="昕 许" userId="a2975fcd840abfc3" providerId="LiveId" clId="{49CCD4F9-177C-4270-9A14-60236FF377E8}" dt="2026-04-19T02:52:27.768" v="7425" actId="20577"/>
          <ac:spMkLst>
            <pc:docMk/>
            <pc:sldMk cId="365956669" sldId="303"/>
            <ac:spMk id="147" creationId="{7DA501DA-1E4D-81A3-2FD6-9D8EA9CC1B2A}"/>
          </ac:spMkLst>
        </pc:spChg>
        <pc:spChg chg="add mod">
          <ac:chgData name="昕 许" userId="a2975fcd840abfc3" providerId="LiveId" clId="{49CCD4F9-177C-4270-9A14-60236FF377E8}" dt="2026-04-19T03:57:55.691" v="7842" actId="122"/>
          <ac:spMkLst>
            <pc:docMk/>
            <pc:sldMk cId="365956669" sldId="303"/>
            <ac:spMk id="148" creationId="{4F175F20-F795-CCE7-6D54-2C7341667D84}"/>
          </ac:spMkLst>
        </pc:spChg>
        <pc:grpChg chg="add mod">
          <ac:chgData name="昕 许" userId="a2975fcd840abfc3" providerId="LiveId" clId="{49CCD4F9-177C-4270-9A14-60236FF377E8}" dt="2026-04-19T02:48:23.068" v="7239" actId="1076"/>
          <ac:grpSpMkLst>
            <pc:docMk/>
            <pc:sldMk cId="365956669" sldId="303"/>
            <ac:grpSpMk id="25" creationId="{B68ABC02-6391-1B81-FCDE-53C432975F7E}"/>
          </ac:grpSpMkLst>
        </pc:grpChg>
        <pc:grpChg chg="add mod">
          <ac:chgData name="昕 许" userId="a2975fcd840abfc3" providerId="LiveId" clId="{49CCD4F9-177C-4270-9A14-60236FF377E8}" dt="2026-04-19T02:48:30.764" v="7243" actId="1076"/>
          <ac:grpSpMkLst>
            <pc:docMk/>
            <pc:sldMk cId="365956669" sldId="303"/>
            <ac:grpSpMk id="28" creationId="{2FB9E933-1C36-F3D0-32A2-33FB8539FF48}"/>
          </ac:grpSpMkLst>
        </pc:grpChg>
        <pc:grpChg chg="add mod">
          <ac:chgData name="昕 许" userId="a2975fcd840abfc3" providerId="LiveId" clId="{49CCD4F9-177C-4270-9A14-60236FF377E8}" dt="2026-04-19T02:48:35.012" v="7245" actId="1076"/>
          <ac:grpSpMkLst>
            <pc:docMk/>
            <pc:sldMk cId="365956669" sldId="303"/>
            <ac:grpSpMk id="31" creationId="{06B02530-0EC5-0D68-33BE-E58B6F7BA7AF}"/>
          </ac:grpSpMkLst>
        </pc:grpChg>
        <pc:grpChg chg="add 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34" creationId="{59C9E111-52B8-EA80-691C-27AB2ED3523E}"/>
          </ac:grpSpMkLst>
        </pc:grpChg>
        <pc:grpChg chg="add 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37" creationId="{A18B458A-442D-02D3-7A43-F88787EF8897}"/>
          </ac:grpSpMkLst>
        </pc:grpChg>
        <pc:grpChg chg="mod">
          <ac:chgData name="昕 许" userId="a2975fcd840abfc3" providerId="LiveId" clId="{49CCD4F9-177C-4270-9A14-60236FF377E8}" dt="2026-04-19T02:48:38.950" v="7247" actId="1076"/>
          <ac:grpSpMkLst>
            <pc:docMk/>
            <pc:sldMk cId="365956669" sldId="303"/>
            <ac:grpSpMk id="40" creationId="{F1CF52E5-8BDD-5EAD-0FC3-E3212D557B05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43" creationId="{661CA9BD-58EC-4D84-7975-53467A3ABF71}"/>
          </ac:grpSpMkLst>
        </pc:grpChg>
        <pc:grpChg chg="add mod">
          <ac:chgData name="昕 许" userId="a2975fcd840abfc3" providerId="LiveId" clId="{49CCD4F9-177C-4270-9A14-60236FF377E8}" dt="2026-04-19T02:48:38.950" v="7247" actId="1076"/>
          <ac:grpSpMkLst>
            <pc:docMk/>
            <pc:sldMk cId="365956669" sldId="303"/>
            <ac:grpSpMk id="46" creationId="{EBFF2496-7B86-54D9-943E-EBD2C1A3C4F2}"/>
          </ac:grpSpMkLst>
        </pc:grpChg>
        <pc:grpChg chg="mod">
          <ac:chgData name="昕 许" userId="a2975fcd840abfc3" providerId="LiveId" clId="{49CCD4F9-177C-4270-9A14-60236FF377E8}" dt="2026-04-19T02:48:43.918" v="7249" actId="1076"/>
          <ac:grpSpMkLst>
            <pc:docMk/>
            <pc:sldMk cId="365956669" sldId="303"/>
            <ac:grpSpMk id="49" creationId="{D4E05BAB-2FD4-A757-9231-375D884C0736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2" creationId="{7453FE99-1EFC-37D7-35AC-C3AAAD32BF3F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5" creationId="{BEFA68C8-6E14-333D-39C5-58438A182DED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58" creationId="{ACF59E25-211E-D5D0-5D99-7221649AEBC4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61" creationId="{DAC4D2B3-5B84-805B-2421-A27ABFB143FB}"/>
          </ac:grpSpMkLst>
        </pc:grpChg>
        <pc:grpChg chg="mod">
          <ac:chgData name="昕 许" userId="a2975fcd840abfc3" providerId="LiveId" clId="{49CCD4F9-177C-4270-9A14-60236FF377E8}" dt="2026-04-19T02:48:56.976" v="7253" actId="1076"/>
          <ac:grpSpMkLst>
            <pc:docMk/>
            <pc:sldMk cId="365956669" sldId="303"/>
            <ac:grpSpMk id="64" creationId="{61EA6583-21F4-5178-D136-BAC2F27864FB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67" creationId="{4D5F120A-3FA8-D0BB-A924-CE18CDBFC332}"/>
          </ac:grpSpMkLst>
        </pc:grpChg>
        <pc:grpChg chg="mod">
          <ac:chgData name="昕 许" userId="a2975fcd840abfc3" providerId="LiveId" clId="{49CCD4F9-177C-4270-9A14-60236FF377E8}" dt="2026-04-19T02:49:24.937" v="7282" actId="1076"/>
          <ac:grpSpMkLst>
            <pc:docMk/>
            <pc:sldMk cId="365956669" sldId="303"/>
            <ac:grpSpMk id="70" creationId="{DD3148D5-090E-0BA8-ED90-8ECEDB96FF2A}"/>
          </ac:grpSpMkLst>
        </pc:grpChg>
        <pc:grpChg chg="add mod">
          <ac:chgData name="昕 许" userId="a2975fcd840abfc3" providerId="LiveId" clId="{49CCD4F9-177C-4270-9A14-60236FF377E8}" dt="2026-04-19T02:48:49.280" v="7250" actId="571"/>
          <ac:grpSpMkLst>
            <pc:docMk/>
            <pc:sldMk cId="365956669" sldId="303"/>
            <ac:grpSpMk id="73" creationId="{B255B5F7-C274-E1B6-FAB9-DD5556C04929}"/>
          </ac:grpSpMkLst>
        </pc:grpChg>
        <pc:cxnChg chg="add mod">
          <ac:chgData name="昕 许" userId="a2975fcd840abfc3" providerId="LiveId" clId="{49CCD4F9-177C-4270-9A14-60236FF377E8}" dt="2026-04-19T02:49:36.863" v="7285" actId="1582"/>
          <ac:cxnSpMkLst>
            <pc:docMk/>
            <pc:sldMk cId="365956669" sldId="303"/>
            <ac:cxnSpMk id="79" creationId="{950FC713-FCDE-A8A4-31EE-6BC9808FB4F9}"/>
          </ac:cxnSpMkLst>
        </pc:cxnChg>
        <pc:cxnChg chg="add mod">
          <ac:chgData name="昕 许" userId="a2975fcd840abfc3" providerId="LiveId" clId="{49CCD4F9-177C-4270-9A14-60236FF377E8}" dt="2026-04-19T02:50:03.089" v="7326" actId="14100"/>
          <ac:cxnSpMkLst>
            <pc:docMk/>
            <pc:sldMk cId="365956669" sldId="303"/>
            <ac:cxnSpMk id="81" creationId="{75FA352D-3E87-E546-CD5E-D81F0F4DA50E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88" creationId="{BBB287D2-D8ED-C130-8479-BA7269241EE3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92" creationId="{785EE7D5-C01A-F014-7CD5-7A674300F091}"/>
          </ac:cxnSpMkLst>
        </pc:cxnChg>
        <pc:cxnChg chg="add mod">
          <ac:chgData name="昕 许" userId="a2975fcd840abfc3" providerId="LiveId" clId="{49CCD4F9-177C-4270-9A14-60236FF377E8}" dt="2026-04-19T02:51:23.364" v="7366" actId="1076"/>
          <ac:cxnSpMkLst>
            <pc:docMk/>
            <pc:sldMk cId="365956669" sldId="303"/>
            <ac:cxnSpMk id="95" creationId="{47B6A6C0-14B6-D0C2-1785-C5BC03ABD58E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2" creationId="{EBF87343-8664-A3B7-6379-F553A43826A8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3" creationId="{4AEE6A47-0CDA-ED3D-0A6A-FF856CE73152}"/>
          </ac:cxnSpMkLst>
        </pc:cxnChg>
        <pc:cxnChg chg="add mod">
          <ac:chgData name="昕 许" userId="a2975fcd840abfc3" providerId="LiveId" clId="{49CCD4F9-177C-4270-9A14-60236FF377E8}" dt="2026-04-19T02:51:26.657" v="7368" actId="1076"/>
          <ac:cxnSpMkLst>
            <pc:docMk/>
            <pc:sldMk cId="365956669" sldId="303"/>
            <ac:cxnSpMk id="104" creationId="{B0A8181D-0655-67F9-DE9A-2AFB792DDD7C}"/>
          </ac:cxnSpMkLst>
        </pc:cxnChg>
        <pc:cxnChg chg="add mod">
          <ac:chgData name="昕 许" userId="a2975fcd840abfc3" providerId="LiveId" clId="{49CCD4F9-177C-4270-9A14-60236FF377E8}" dt="2026-04-19T02:51:34.616" v="7371" actId="1076"/>
          <ac:cxnSpMkLst>
            <pc:docMk/>
            <pc:sldMk cId="365956669" sldId="303"/>
            <ac:cxnSpMk id="117" creationId="{01F9CE1B-1415-60B8-243A-191C0A861F81}"/>
          </ac:cxnSpMkLst>
        </pc:cxnChg>
        <pc:cxnChg chg="add mod">
          <ac:chgData name="昕 许" userId="a2975fcd840abfc3" providerId="LiveId" clId="{49CCD4F9-177C-4270-9A14-60236FF377E8}" dt="2026-04-19T02:51:34.616" v="7371" actId="1076"/>
          <ac:cxnSpMkLst>
            <pc:docMk/>
            <pc:sldMk cId="365956669" sldId="303"/>
            <ac:cxnSpMk id="124" creationId="{1777FE16-B165-722E-96CA-1A4A310EDC77}"/>
          </ac:cxnSpMkLst>
        </pc:cxnChg>
        <pc:cxnChg chg="add mod">
          <ac:chgData name="昕 许" userId="a2975fcd840abfc3" providerId="LiveId" clId="{49CCD4F9-177C-4270-9A14-60236FF377E8}" dt="2026-04-19T02:51:43.331" v="7376" actId="14100"/>
          <ac:cxnSpMkLst>
            <pc:docMk/>
            <pc:sldMk cId="365956669" sldId="303"/>
            <ac:cxnSpMk id="126" creationId="{CB37064D-95AC-7AC4-3080-1B2B3E6945A3}"/>
          </ac:cxnSpMkLst>
        </pc:cxnChg>
        <pc:cxnChg chg="add mod">
          <ac:chgData name="昕 许" userId="a2975fcd840abfc3" providerId="LiveId" clId="{49CCD4F9-177C-4270-9A14-60236FF377E8}" dt="2026-04-19T02:51:47.510" v="7380" actId="14100"/>
          <ac:cxnSpMkLst>
            <pc:docMk/>
            <pc:sldMk cId="365956669" sldId="303"/>
            <ac:cxnSpMk id="129" creationId="{39324705-8EC8-221F-5D04-15AC63F12E6A}"/>
          </ac:cxnSpMkLst>
        </pc:cxnChg>
        <pc:cxnChg chg="add mod">
          <ac:chgData name="昕 许" userId="a2975fcd840abfc3" providerId="LiveId" clId="{49CCD4F9-177C-4270-9A14-60236FF377E8}" dt="2026-04-19T02:51:52.091" v="7384" actId="14100"/>
          <ac:cxnSpMkLst>
            <pc:docMk/>
            <pc:sldMk cId="365956669" sldId="303"/>
            <ac:cxnSpMk id="132" creationId="{1E51A215-42FD-03DC-5575-221C44FE6235}"/>
          </ac:cxnSpMkLst>
        </pc:cxnChg>
        <pc:cxnChg chg="add mod">
          <ac:chgData name="昕 许" userId="a2975fcd840abfc3" providerId="LiveId" clId="{49CCD4F9-177C-4270-9A14-60236FF377E8}" dt="2026-04-19T02:51:56.314" v="7387" actId="14100"/>
          <ac:cxnSpMkLst>
            <pc:docMk/>
            <pc:sldMk cId="365956669" sldId="303"/>
            <ac:cxnSpMk id="135" creationId="{A5024D9E-3B3C-7FB4-E29A-D16E97C97FF8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38" creationId="{866A860C-4CEB-BB68-DD07-E4BFB4F07ACD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39" creationId="{9876A99C-CBB9-360C-ADB0-C36CEB661F99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40" creationId="{3CCEBBBB-B17C-253D-9804-A68E1BBBE413}"/>
          </ac:cxnSpMkLst>
        </pc:cxnChg>
        <pc:cxnChg chg="add mod">
          <ac:chgData name="昕 许" userId="a2975fcd840abfc3" providerId="LiveId" clId="{49CCD4F9-177C-4270-9A14-60236FF377E8}" dt="2026-04-19T02:52:02.197" v="7389" actId="1076"/>
          <ac:cxnSpMkLst>
            <pc:docMk/>
            <pc:sldMk cId="365956669" sldId="303"/>
            <ac:cxnSpMk id="141" creationId="{45239DBE-8A36-7AA5-BF9C-0E1AB7DBF80B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2" creationId="{89082140-A021-74CD-E66A-519D9A8E3BD9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3" creationId="{3FD32E11-1820-E88D-0036-D7AA46A066B1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4" creationId="{F87C6F6E-6E20-BE43-1E73-D26C326A53AD}"/>
          </ac:cxnSpMkLst>
        </pc:cxnChg>
        <pc:cxnChg chg="add mod">
          <ac:chgData name="昕 许" userId="a2975fcd840abfc3" providerId="LiveId" clId="{49CCD4F9-177C-4270-9A14-60236FF377E8}" dt="2026-04-19T02:52:07.090" v="7391" actId="1076"/>
          <ac:cxnSpMkLst>
            <pc:docMk/>
            <pc:sldMk cId="365956669" sldId="303"/>
            <ac:cxnSpMk id="145" creationId="{A9D614A6-826D-BD1D-72FA-08C6FDCC7BF2}"/>
          </ac:cxnSpMkLst>
        </pc:cxnChg>
      </pc:sldChg>
      <pc:sldChg chg="addSp delSp modSp add del mod">
        <pc:chgData name="昕 许" userId="a2975fcd840abfc3" providerId="LiveId" clId="{49CCD4F9-177C-4270-9A14-60236FF377E8}" dt="2026-04-22T03:09:11.607" v="8822" actId="47"/>
        <pc:sldMkLst>
          <pc:docMk/>
          <pc:sldMk cId="3079455680" sldId="304"/>
        </pc:sldMkLst>
      </pc:sldChg>
      <pc:sldChg chg="addSp delSp modSp add mod">
        <pc:chgData name="昕 许" userId="a2975fcd840abfc3" providerId="LiveId" clId="{49CCD4F9-177C-4270-9A14-60236FF377E8}" dt="2026-04-19T04:54:23.248" v="8319" actId="14100"/>
        <pc:sldMkLst>
          <pc:docMk/>
          <pc:sldMk cId="1938806487" sldId="305"/>
        </pc:sldMkLst>
        <pc:spChg chg="add mod">
          <ac:chgData name="昕 许" userId="a2975fcd840abfc3" providerId="LiveId" clId="{49CCD4F9-177C-4270-9A14-60236FF377E8}" dt="2026-04-19T04:52:27.320" v="8130" actId="20577"/>
          <ac:spMkLst>
            <pc:docMk/>
            <pc:sldMk cId="1938806487" sldId="305"/>
            <ac:spMk id="2" creationId="{B3F66945-243D-049C-4FD9-C89E9E432117}"/>
          </ac:spMkLst>
        </pc:spChg>
        <pc:spChg chg="add mod">
          <ac:chgData name="昕 许" userId="a2975fcd840abfc3" providerId="LiveId" clId="{49CCD4F9-177C-4270-9A14-60236FF377E8}" dt="2026-04-19T04:52:38.474" v="8147" actId="20577"/>
          <ac:spMkLst>
            <pc:docMk/>
            <pc:sldMk cId="1938806487" sldId="305"/>
            <ac:spMk id="3" creationId="{003F564B-6D39-C3DB-AE95-9BA04B77F30B}"/>
          </ac:spMkLst>
        </pc:spChg>
        <pc:spChg chg="add mod">
          <ac:chgData name="昕 许" userId="a2975fcd840abfc3" providerId="LiveId" clId="{49CCD4F9-177C-4270-9A14-60236FF377E8}" dt="2026-04-19T04:54:23.248" v="8319" actId="14100"/>
          <ac:spMkLst>
            <pc:docMk/>
            <pc:sldMk cId="1938806487" sldId="305"/>
            <ac:spMk id="4" creationId="{9A1B6B40-AAB0-0B18-B376-BF9314C4361B}"/>
          </ac:spMkLst>
        </pc:spChg>
        <pc:spChg chg="add mod">
          <ac:chgData name="昕 许" userId="a2975fcd840abfc3" providerId="LiveId" clId="{49CCD4F9-177C-4270-9A14-60236FF377E8}" dt="2026-04-19T04:53:07.709" v="8205" actId="20577"/>
          <ac:spMkLst>
            <pc:docMk/>
            <pc:sldMk cId="1938806487" sldId="305"/>
            <ac:spMk id="5" creationId="{913427ED-A33C-9CB5-072B-C1F9285556DF}"/>
          </ac:spMkLst>
        </pc:spChg>
        <pc:spChg chg="add mod">
          <ac:chgData name="昕 许" userId="a2975fcd840abfc3" providerId="LiveId" clId="{49CCD4F9-177C-4270-9A14-60236FF377E8}" dt="2026-04-19T04:53:26.104" v="8218"/>
          <ac:spMkLst>
            <pc:docMk/>
            <pc:sldMk cId="1938806487" sldId="305"/>
            <ac:spMk id="8" creationId="{20CD3EC8-C514-DE52-95A9-DCCC1654A7CC}"/>
          </ac:spMkLst>
        </pc:spChg>
        <pc:spChg chg="add mod">
          <ac:chgData name="昕 许" userId="a2975fcd840abfc3" providerId="LiveId" clId="{49CCD4F9-177C-4270-9A14-60236FF377E8}" dt="2026-04-19T04:53:43.061" v="8255" actId="20577"/>
          <ac:spMkLst>
            <pc:docMk/>
            <pc:sldMk cId="1938806487" sldId="305"/>
            <ac:spMk id="13" creationId="{2EE46D0D-D98F-4253-2058-0559F23570AD}"/>
          </ac:spMkLst>
        </pc:spChg>
        <pc:spChg chg="add mod">
          <ac:chgData name="昕 许" userId="a2975fcd840abfc3" providerId="LiveId" clId="{49CCD4F9-177C-4270-9A14-60236FF377E8}" dt="2026-04-19T04:53:59.164" v="8287" actId="20577"/>
          <ac:spMkLst>
            <pc:docMk/>
            <pc:sldMk cId="1938806487" sldId="305"/>
            <ac:spMk id="14" creationId="{F1CE7CD7-4B7A-98BD-8BED-C13A40ED6CBD}"/>
          </ac:spMkLst>
        </pc:spChg>
        <pc:spChg chg="add mod">
          <ac:chgData name="昕 许" userId="a2975fcd840abfc3" providerId="LiveId" clId="{49CCD4F9-177C-4270-9A14-60236FF377E8}" dt="2026-04-19T04:54:10.337" v="8299" actId="20577"/>
          <ac:spMkLst>
            <pc:docMk/>
            <pc:sldMk cId="1938806487" sldId="305"/>
            <ac:spMk id="16" creationId="{61242273-8158-3215-85E9-6C660A5BA13C}"/>
          </ac:spMkLst>
        </pc:spChg>
        <pc:spChg chg="add mod">
          <ac:chgData name="昕 许" userId="a2975fcd840abfc3" providerId="LiveId" clId="{49CCD4F9-177C-4270-9A14-60236FF377E8}" dt="2026-04-19T04:54:18.813" v="8317" actId="20577"/>
          <ac:spMkLst>
            <pc:docMk/>
            <pc:sldMk cId="1938806487" sldId="305"/>
            <ac:spMk id="18" creationId="{C1B41052-9E6F-D722-89C2-8B1EA1DE0A84}"/>
          </ac:spMkLst>
        </pc:spChg>
        <pc:spChg chg="mod">
          <ac:chgData name="昕 许" userId="a2975fcd840abfc3" providerId="LiveId" clId="{49CCD4F9-177C-4270-9A14-60236FF377E8}" dt="2026-04-19T04:48:21.329" v="7998" actId="1076"/>
          <ac:spMkLst>
            <pc:docMk/>
            <pc:sldMk cId="1938806487" sldId="305"/>
            <ac:spMk id="20" creationId="{BD6317CD-0C90-BFF4-7214-B5C647B3B460}"/>
          </ac:spMkLst>
        </pc:spChg>
      </pc:sldChg>
      <pc:sldChg chg="modSp add del mod">
        <pc:chgData name="昕 许" userId="a2975fcd840abfc3" providerId="LiveId" clId="{49CCD4F9-177C-4270-9A14-60236FF377E8}" dt="2026-04-22T03:09:02.310" v="8817"/>
        <pc:sldMkLst>
          <pc:docMk/>
          <pc:sldMk cId="865210352" sldId="306"/>
        </pc:sldMkLst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6" creationId="{AD8BFAE2-0234-F81F-8738-8EEA70540EE3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9" creationId="{0114F660-8768-CBDD-05B1-74B883AE74E0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10" creationId="{4780FD49-3877-186F-C0EF-53BCD40FBDE6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12" creationId="{BEB006D3-81F7-FFB7-B457-BDEEB2D8BAD5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18" creationId="{E7A5FDCA-E77E-F788-BD87-35C02DA48454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19" creationId="{23DA875B-1811-33CE-D824-E7B28D5CB12E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21" creationId="{9D77830F-5A80-CA46-BA00-A6816C3527EE}"/>
          </ac:spMkLst>
        </pc:spChg>
        <pc:spChg chg="mod">
          <ac:chgData name="昕 许" userId="a2975fcd840abfc3" providerId="LiveId" clId="{49CCD4F9-177C-4270-9A14-60236FF377E8}" dt="2026-04-22T03:09:01.706" v="8816" actId="1076"/>
          <ac:spMkLst>
            <pc:docMk/>
            <pc:sldMk cId="865210352" sldId="306"/>
            <ac:spMk id="22" creationId="{717AD85D-3374-D107-1AB6-327008AF7B5B}"/>
          </ac:spMkLst>
        </pc:spChg>
        <pc:grpChg chg="mod">
          <ac:chgData name="昕 许" userId="a2975fcd840abfc3" providerId="LiveId" clId="{49CCD4F9-177C-4270-9A14-60236FF377E8}" dt="2026-04-22T03:09:01.706" v="8816" actId="1076"/>
          <ac:grpSpMkLst>
            <pc:docMk/>
            <pc:sldMk cId="865210352" sldId="306"/>
            <ac:grpSpMk id="2" creationId="{59B6A1BE-33E1-5D18-71F7-1E37FE520BA6}"/>
          </ac:grpSpMkLst>
        </pc:grpChg>
        <pc:grpChg chg="mod">
          <ac:chgData name="昕 许" userId="a2975fcd840abfc3" providerId="LiveId" clId="{49CCD4F9-177C-4270-9A14-60236FF377E8}" dt="2026-04-22T03:09:01.706" v="8816" actId="1076"/>
          <ac:grpSpMkLst>
            <pc:docMk/>
            <pc:sldMk cId="865210352" sldId="306"/>
            <ac:grpSpMk id="3" creationId="{7E358F4E-AD54-E32C-41AE-79001BECB42B}"/>
          </ac:grpSpMkLst>
        </pc:grpChg>
      </pc:sldChg>
      <pc:sldChg chg="addSp delSp modSp add mod">
        <pc:chgData name="昕 许" userId="a2975fcd840abfc3" providerId="LiveId" clId="{49CCD4F9-177C-4270-9A14-60236FF377E8}" dt="2026-04-22T03:27:48.070" v="9203" actId="20577"/>
        <pc:sldMkLst>
          <pc:docMk/>
          <pc:sldMk cId="2930026863" sldId="306"/>
        </pc:sldMkLst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6" creationId="{8B8322D5-28E8-581A-0A45-433EF306BA59}"/>
          </ac:spMkLst>
        </pc:spChg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8" creationId="{A77756A9-46EC-6CC0-F515-4502EB04FC47}"/>
          </ac:spMkLst>
        </pc:spChg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9" creationId="{4662161C-4F46-B100-6E1D-92E5FB719CCA}"/>
          </ac:spMkLst>
        </pc:spChg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10" creationId="{A19561A0-8B7D-4711-486C-BDA3D4A3105E}"/>
          </ac:spMkLst>
        </pc:spChg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12" creationId="{2369BDBD-8571-820D-B574-8560E0197BC8}"/>
          </ac:spMkLst>
        </pc:spChg>
        <pc:spChg chg="mod">
          <ac:chgData name="昕 许" userId="a2975fcd840abfc3" providerId="LiveId" clId="{49CCD4F9-177C-4270-9A14-60236FF377E8}" dt="2026-04-22T03:12:27.266" v="8906" actId="1076"/>
          <ac:spMkLst>
            <pc:docMk/>
            <pc:sldMk cId="2930026863" sldId="306"/>
            <ac:spMk id="14" creationId="{DBA654F2-DF65-D78F-87CB-8B80116FE2F3}"/>
          </ac:spMkLst>
        </pc:spChg>
        <pc:spChg chg="del">
          <ac:chgData name="昕 许" userId="a2975fcd840abfc3" providerId="LiveId" clId="{49CCD4F9-177C-4270-9A14-60236FF377E8}" dt="2026-04-22T03:09:20.648" v="8824" actId="478"/>
          <ac:spMkLst>
            <pc:docMk/>
            <pc:sldMk cId="2930026863" sldId="306"/>
            <ac:spMk id="20" creationId="{810D80D0-FA30-FA1F-4393-B8DFA1FACBC5}"/>
          </ac:spMkLst>
        </pc:spChg>
        <pc:spChg chg="del">
          <ac:chgData name="昕 许" userId="a2975fcd840abfc3" providerId="LiveId" clId="{49CCD4F9-177C-4270-9A14-60236FF377E8}" dt="2026-04-22T03:09:20.648" v="8824" actId="478"/>
          <ac:spMkLst>
            <pc:docMk/>
            <pc:sldMk cId="2930026863" sldId="306"/>
            <ac:spMk id="21" creationId="{59352D31-BD4B-0CD0-2580-74E92BF7184B}"/>
          </ac:spMkLst>
        </pc:spChg>
        <pc:spChg chg="del">
          <ac:chgData name="昕 许" userId="a2975fcd840abfc3" providerId="LiveId" clId="{49CCD4F9-177C-4270-9A14-60236FF377E8}" dt="2026-04-22T03:09:20.648" v="8824" actId="478"/>
          <ac:spMkLst>
            <pc:docMk/>
            <pc:sldMk cId="2930026863" sldId="306"/>
            <ac:spMk id="26" creationId="{9C67E71D-7DDE-B385-ECB0-A060072E04BC}"/>
          </ac:spMkLst>
        </pc:spChg>
        <pc:spChg chg="del">
          <ac:chgData name="昕 许" userId="a2975fcd840abfc3" providerId="LiveId" clId="{49CCD4F9-177C-4270-9A14-60236FF377E8}" dt="2026-04-22T03:09:20.648" v="8824" actId="478"/>
          <ac:spMkLst>
            <pc:docMk/>
            <pc:sldMk cId="2930026863" sldId="306"/>
            <ac:spMk id="27" creationId="{613D16E1-FAF2-6F85-451C-D925C77878F6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32" creationId="{939A49DF-18F4-D93F-CC20-02E234576253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40" creationId="{D6A5F214-4F46-9C95-341C-14678E8DC4E8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41" creationId="{463E1A05-64FD-45A2-4CED-C74B3D3BA358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47" creationId="{2DCD41C3-264F-E010-2E58-E3477667C6C2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58" creationId="{BFEA6695-2047-9329-B34A-49252A997B9F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65" creationId="{0EEA1260-0C52-067E-55C0-B4F73C585CA1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67" creationId="{76BD71B5-152E-254F-8CDD-E7C26EBF2517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70" creationId="{2AB318E8-F777-372A-DD55-D79224ECBEFD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71" creationId="{8EF7B9EB-E7A8-AC33-AE58-F76B900B3A4F}"/>
          </ac:spMkLst>
        </pc:spChg>
        <pc:spChg chg="mod">
          <ac:chgData name="昕 许" userId="a2975fcd840abfc3" providerId="LiveId" clId="{49CCD4F9-177C-4270-9A14-60236FF377E8}" dt="2026-04-22T03:09:39.085" v="8830"/>
          <ac:spMkLst>
            <pc:docMk/>
            <pc:sldMk cId="2930026863" sldId="306"/>
            <ac:spMk id="76" creationId="{C721DBC6-6883-EEB7-65C4-193B34588A22}"/>
          </ac:spMkLst>
        </pc:spChg>
        <pc:spChg chg="mod">
          <ac:chgData name="昕 许" userId="a2975fcd840abfc3" providerId="LiveId" clId="{49CCD4F9-177C-4270-9A14-60236FF377E8}" dt="2026-04-22T03:09:46.373" v="8833"/>
          <ac:spMkLst>
            <pc:docMk/>
            <pc:sldMk cId="2930026863" sldId="306"/>
            <ac:spMk id="82" creationId="{EE50D712-785E-36A3-1D82-0B89A2A3A7AA}"/>
          </ac:spMkLst>
        </pc:spChg>
        <pc:spChg chg="mod">
          <ac:chgData name="昕 许" userId="a2975fcd840abfc3" providerId="LiveId" clId="{49CCD4F9-177C-4270-9A14-60236FF377E8}" dt="2026-04-22T03:09:46.373" v="8833"/>
          <ac:spMkLst>
            <pc:docMk/>
            <pc:sldMk cId="2930026863" sldId="306"/>
            <ac:spMk id="83" creationId="{455D9CF6-0874-E19C-5DB1-09D78F1EAA11}"/>
          </ac:spMkLst>
        </pc:spChg>
        <pc:spChg chg="add mod">
          <ac:chgData name="昕 许" userId="a2975fcd840abfc3" providerId="LiveId" clId="{49CCD4F9-177C-4270-9A14-60236FF377E8}" dt="2026-04-22T03:11:14.209" v="8857" actId="20577"/>
          <ac:spMkLst>
            <pc:docMk/>
            <pc:sldMk cId="2930026863" sldId="306"/>
            <ac:spMk id="84" creationId="{848E77AC-1893-8D0C-0938-E13CF4FFDCEA}"/>
          </ac:spMkLst>
        </pc:spChg>
        <pc:spChg chg="mod">
          <ac:chgData name="昕 许" userId="a2975fcd840abfc3" providerId="LiveId" clId="{49CCD4F9-177C-4270-9A14-60236FF377E8}" dt="2026-04-22T03:10:27.417" v="8840"/>
          <ac:spMkLst>
            <pc:docMk/>
            <pc:sldMk cId="2930026863" sldId="306"/>
            <ac:spMk id="86" creationId="{813A0F13-C727-8E59-F179-8495411F60B2}"/>
          </ac:spMkLst>
        </pc:spChg>
        <pc:spChg chg="mod">
          <ac:chgData name="昕 许" userId="a2975fcd840abfc3" providerId="LiveId" clId="{49CCD4F9-177C-4270-9A14-60236FF377E8}" dt="2026-04-22T03:10:27.417" v="8840"/>
          <ac:spMkLst>
            <pc:docMk/>
            <pc:sldMk cId="2930026863" sldId="306"/>
            <ac:spMk id="87" creationId="{B759FA4C-A431-11CF-3EBC-2A1D942C59A5}"/>
          </ac:spMkLst>
        </pc:spChg>
        <pc:spChg chg="add mod">
          <ac:chgData name="昕 许" userId="a2975fcd840abfc3" providerId="LiveId" clId="{49CCD4F9-177C-4270-9A14-60236FF377E8}" dt="2026-04-22T03:11:27.291" v="8862" actId="20577"/>
          <ac:spMkLst>
            <pc:docMk/>
            <pc:sldMk cId="2930026863" sldId="306"/>
            <ac:spMk id="88" creationId="{C57BF7C0-8645-7D01-C38F-86F20C8D33A4}"/>
          </ac:spMkLst>
        </pc:spChg>
        <pc:spChg chg="mod">
          <ac:chgData name="昕 许" userId="a2975fcd840abfc3" providerId="LiveId" clId="{49CCD4F9-177C-4270-9A14-60236FF377E8}" dt="2026-04-22T03:10:30.814" v="8842"/>
          <ac:spMkLst>
            <pc:docMk/>
            <pc:sldMk cId="2930026863" sldId="306"/>
            <ac:spMk id="90" creationId="{0BC75703-A09A-0822-388E-392979C3A6CC}"/>
          </ac:spMkLst>
        </pc:spChg>
        <pc:spChg chg="mod">
          <ac:chgData name="昕 许" userId="a2975fcd840abfc3" providerId="LiveId" clId="{49CCD4F9-177C-4270-9A14-60236FF377E8}" dt="2026-04-22T03:10:30.814" v="8842"/>
          <ac:spMkLst>
            <pc:docMk/>
            <pc:sldMk cId="2930026863" sldId="306"/>
            <ac:spMk id="91" creationId="{C17A85AC-D263-C225-322F-9563F856F1E0}"/>
          </ac:spMkLst>
        </pc:spChg>
        <pc:spChg chg="add mod">
          <ac:chgData name="昕 许" userId="a2975fcd840abfc3" providerId="LiveId" clId="{49CCD4F9-177C-4270-9A14-60236FF377E8}" dt="2026-04-22T03:10:40.724" v="8846" actId="164"/>
          <ac:spMkLst>
            <pc:docMk/>
            <pc:sldMk cId="2930026863" sldId="306"/>
            <ac:spMk id="92" creationId="{E6CE57CD-472C-6E99-494C-DEB89CBFB3D6}"/>
          </ac:spMkLst>
        </pc:spChg>
        <pc:spChg chg="mod">
          <ac:chgData name="昕 许" userId="a2975fcd840abfc3" providerId="LiveId" clId="{49CCD4F9-177C-4270-9A14-60236FF377E8}" dt="2026-04-22T03:10:30.814" v="8842"/>
          <ac:spMkLst>
            <pc:docMk/>
            <pc:sldMk cId="2930026863" sldId="306"/>
            <ac:spMk id="94" creationId="{34F1863A-0A24-6669-181F-66B6F0317361}"/>
          </ac:spMkLst>
        </pc:spChg>
        <pc:spChg chg="mod">
          <ac:chgData name="昕 许" userId="a2975fcd840abfc3" providerId="LiveId" clId="{49CCD4F9-177C-4270-9A14-60236FF377E8}" dt="2026-04-22T03:10:30.814" v="8842"/>
          <ac:spMkLst>
            <pc:docMk/>
            <pc:sldMk cId="2930026863" sldId="306"/>
            <ac:spMk id="95" creationId="{749541B2-C1E6-A556-55BC-27FB39AB475E}"/>
          </ac:spMkLst>
        </pc:spChg>
        <pc:spChg chg="add mod">
          <ac:chgData name="昕 许" userId="a2975fcd840abfc3" providerId="LiveId" clId="{49CCD4F9-177C-4270-9A14-60236FF377E8}" dt="2026-04-22T03:11:31.061" v="8863" actId="20577"/>
          <ac:spMkLst>
            <pc:docMk/>
            <pc:sldMk cId="2930026863" sldId="306"/>
            <ac:spMk id="96" creationId="{CBC4C989-7D0F-681F-272F-42D73192D0BC}"/>
          </ac:spMkLst>
        </pc:spChg>
        <pc:spChg chg="mod">
          <ac:chgData name="昕 许" userId="a2975fcd840abfc3" providerId="LiveId" clId="{49CCD4F9-177C-4270-9A14-60236FF377E8}" dt="2026-04-22T03:10:34.967" v="8844"/>
          <ac:spMkLst>
            <pc:docMk/>
            <pc:sldMk cId="2930026863" sldId="306"/>
            <ac:spMk id="98" creationId="{B1BA340D-C1FF-5952-4217-698442E5618C}"/>
          </ac:spMkLst>
        </pc:spChg>
        <pc:spChg chg="mod">
          <ac:chgData name="昕 许" userId="a2975fcd840abfc3" providerId="LiveId" clId="{49CCD4F9-177C-4270-9A14-60236FF377E8}" dt="2026-04-22T03:10:34.967" v="8844"/>
          <ac:spMkLst>
            <pc:docMk/>
            <pc:sldMk cId="2930026863" sldId="306"/>
            <ac:spMk id="99" creationId="{547B5C5D-E154-191E-1700-0D45173B0BAF}"/>
          </ac:spMkLst>
        </pc:spChg>
        <pc:spChg chg="add mod">
          <ac:chgData name="昕 许" userId="a2975fcd840abfc3" providerId="LiveId" clId="{49CCD4F9-177C-4270-9A14-60236FF377E8}" dt="2026-04-22T03:10:40.724" v="8846" actId="164"/>
          <ac:spMkLst>
            <pc:docMk/>
            <pc:sldMk cId="2930026863" sldId="306"/>
            <ac:spMk id="100" creationId="{1A3AB1BE-5D19-1A78-C26C-92583E5C4673}"/>
          </ac:spMkLst>
        </pc:spChg>
        <pc:spChg chg="mod">
          <ac:chgData name="昕 许" userId="a2975fcd840abfc3" providerId="LiveId" clId="{49CCD4F9-177C-4270-9A14-60236FF377E8}" dt="2026-04-22T03:27:46.759" v="9178" actId="20577"/>
          <ac:spMkLst>
            <pc:docMk/>
            <pc:sldMk cId="2930026863" sldId="306"/>
            <ac:spMk id="104" creationId="{6013129D-94BA-87E2-072C-F7FD5A93628A}"/>
          </ac:spMkLst>
        </pc:spChg>
        <pc:spChg chg="mod">
          <ac:chgData name="昕 许" userId="a2975fcd840abfc3" providerId="LiveId" clId="{49CCD4F9-177C-4270-9A14-60236FF377E8}" dt="2026-04-22T03:11:15.716" v="8858" actId="20577"/>
          <ac:spMkLst>
            <pc:docMk/>
            <pc:sldMk cId="2930026863" sldId="306"/>
            <ac:spMk id="106" creationId="{BF7ACD8F-D291-4D36-25E5-418ED07D5E00}"/>
          </ac:spMkLst>
        </pc:spChg>
        <pc:spChg chg="mod">
          <ac:chgData name="昕 许" userId="a2975fcd840abfc3" providerId="LiveId" clId="{49CCD4F9-177C-4270-9A14-60236FF377E8}" dt="2026-04-22T03:11:34.996" v="8865" actId="20577"/>
          <ac:spMkLst>
            <pc:docMk/>
            <pc:sldMk cId="2930026863" sldId="306"/>
            <ac:spMk id="108" creationId="{B2C2FD73-F4C3-1853-626C-55FC92E58436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10" creationId="{660E3609-F1F4-8695-B594-5A146EB2F411}"/>
          </ac:spMkLst>
        </pc:spChg>
        <pc:spChg chg="mod">
          <ac:chgData name="昕 许" userId="a2975fcd840abfc3" providerId="LiveId" clId="{49CCD4F9-177C-4270-9A14-60236FF377E8}" dt="2026-04-22T03:11:36.589" v="8866" actId="20577"/>
          <ac:spMkLst>
            <pc:docMk/>
            <pc:sldMk cId="2930026863" sldId="306"/>
            <ac:spMk id="112" creationId="{C88633C7-F6B9-45A1-1836-0747F03D053A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13" creationId="{0028D819-E38D-CF16-8D22-91FFD80D5F15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14" creationId="{09A204D5-7EE4-03E3-0123-048C893C5292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15" creationId="{3FBD990A-B6F7-9CC4-29A7-5923CD01EBF0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17" creationId="{109FC60C-5234-9F72-1BBF-21BF261861B2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20" creationId="{6943BDF1-13FC-CB5D-3DDA-AA96D67909D0}"/>
          </ac:spMkLst>
        </pc:spChg>
        <pc:spChg chg="mod">
          <ac:chgData name="昕 许" userId="a2975fcd840abfc3" providerId="LiveId" clId="{49CCD4F9-177C-4270-9A14-60236FF377E8}" dt="2026-04-22T03:10:42.564" v="8848"/>
          <ac:spMkLst>
            <pc:docMk/>
            <pc:sldMk cId="2930026863" sldId="306"/>
            <ac:spMk id="121" creationId="{5D66456A-D84B-7020-1AA2-4187AD8DDBC4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25" creationId="{74149D5B-51DE-77E9-CFEC-53B9E0B89CC8}"/>
          </ac:spMkLst>
        </pc:spChg>
        <pc:spChg chg="mod">
          <ac:chgData name="昕 许" userId="a2975fcd840abfc3" providerId="LiveId" clId="{49CCD4F9-177C-4270-9A14-60236FF377E8}" dt="2026-04-22T03:27:48.070" v="9203" actId="20577"/>
          <ac:spMkLst>
            <pc:docMk/>
            <pc:sldMk cId="2930026863" sldId="306"/>
            <ac:spMk id="127" creationId="{EF574B6C-DB5A-659F-70F7-EDFB623E0728}"/>
          </ac:spMkLst>
        </pc:spChg>
        <pc:spChg chg="mod">
          <ac:chgData name="昕 许" userId="a2975fcd840abfc3" providerId="LiveId" clId="{49CCD4F9-177C-4270-9A14-60236FF377E8}" dt="2026-04-22T03:11:17.643" v="8859" actId="20577"/>
          <ac:spMkLst>
            <pc:docMk/>
            <pc:sldMk cId="2930026863" sldId="306"/>
            <ac:spMk id="129" creationId="{96FDB87B-F3F0-CD82-FFAA-196880653DCE}"/>
          </ac:spMkLst>
        </pc:spChg>
        <pc:spChg chg="mod">
          <ac:chgData name="昕 许" userId="a2975fcd840abfc3" providerId="LiveId" clId="{49CCD4F9-177C-4270-9A14-60236FF377E8}" dt="2026-04-22T03:11:47.279" v="8868" actId="20577"/>
          <ac:spMkLst>
            <pc:docMk/>
            <pc:sldMk cId="2930026863" sldId="306"/>
            <ac:spMk id="131" creationId="{ABA4C5F6-53D9-1A85-9A2B-D5F64E90B548}"/>
          </ac:spMkLst>
        </pc:spChg>
        <pc:spChg chg="mod">
          <ac:chgData name="昕 许" userId="a2975fcd840abfc3" providerId="LiveId" clId="{49CCD4F9-177C-4270-9A14-60236FF377E8}" dt="2026-04-22T03:11:48.196" v="8869" actId="20577"/>
          <ac:spMkLst>
            <pc:docMk/>
            <pc:sldMk cId="2930026863" sldId="306"/>
            <ac:spMk id="133" creationId="{EFAC0985-77E1-21E0-3A41-8AD88CDB3C77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36" creationId="{E4A9BE57-2A14-161D-D293-2FEEDCF974C4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39" creationId="{4B665B53-14C9-BF78-92E5-23E0D7B0C068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41" creationId="{0B4228DA-6799-F4EB-A121-B81145E21B19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43" creationId="{5D7C526A-8DD1-47AB-D17E-D11F290BE0A2}"/>
          </ac:spMkLst>
        </pc:spChg>
        <pc:spChg chg="mod">
          <ac:chgData name="昕 许" userId="a2975fcd840abfc3" providerId="LiveId" clId="{49CCD4F9-177C-4270-9A14-60236FF377E8}" dt="2026-04-22T03:11:51.233" v="8871" actId="20577"/>
          <ac:spMkLst>
            <pc:docMk/>
            <pc:sldMk cId="2930026863" sldId="306"/>
            <ac:spMk id="146" creationId="{3ACF07C1-7C83-38C6-4067-1B576D92A4FC}"/>
          </ac:spMkLst>
        </pc:spChg>
        <pc:spChg chg="mod">
          <ac:chgData name="昕 许" userId="a2975fcd840abfc3" providerId="LiveId" clId="{49CCD4F9-177C-4270-9A14-60236FF377E8}" dt="2026-04-22T03:11:52.583" v="8872" actId="20577"/>
          <ac:spMkLst>
            <pc:docMk/>
            <pc:sldMk cId="2930026863" sldId="306"/>
            <ac:spMk id="150" creationId="{89ACEA9C-D23C-C2C8-D085-6EC819E9ECA7}"/>
          </ac:spMkLst>
        </pc:spChg>
        <pc:spChg chg="mod">
          <ac:chgData name="昕 许" userId="a2975fcd840abfc3" providerId="LiveId" clId="{49CCD4F9-177C-4270-9A14-60236FF377E8}" dt="2026-04-22T03:11:18.640" v="8860" actId="20577"/>
          <ac:spMkLst>
            <pc:docMk/>
            <pc:sldMk cId="2930026863" sldId="306"/>
            <ac:spMk id="152" creationId="{E237D7D3-5943-D139-3F1E-6D6C2D5996A1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55" creationId="{AC17A16D-29EC-B845-A369-5D1538DB592B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56" creationId="{E9418BCE-CACF-D301-0A08-5B2B6ABD5A34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61" creationId="{B8E98CD8-3652-AFBD-34C2-30FB70B443B6}"/>
          </ac:spMkLst>
        </pc:spChg>
        <pc:spChg chg="mod">
          <ac:chgData name="昕 许" userId="a2975fcd840abfc3" providerId="LiveId" clId="{49CCD4F9-177C-4270-9A14-60236FF377E8}" dt="2026-04-22T03:10:47.275" v="8850"/>
          <ac:spMkLst>
            <pc:docMk/>
            <pc:sldMk cId="2930026863" sldId="306"/>
            <ac:spMk id="163" creationId="{4877FC71-C6AF-CA90-CEC7-B3E0DB3D3868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67" creationId="{BB8D1209-B42F-0F75-8107-A6C6BE734F9A}"/>
          </ac:spMkLst>
        </pc:spChg>
        <pc:spChg chg="mod">
          <ac:chgData name="昕 许" userId="a2975fcd840abfc3" providerId="LiveId" clId="{49CCD4F9-177C-4270-9A14-60236FF377E8}" dt="2026-04-22T03:11:57.160" v="8873" actId="20577"/>
          <ac:spMkLst>
            <pc:docMk/>
            <pc:sldMk cId="2930026863" sldId="306"/>
            <ac:spMk id="169" creationId="{B8213C76-3D6B-9CC0-CA1D-6BF5F2EBCC06}"/>
          </ac:spMkLst>
        </pc:spChg>
        <pc:spChg chg="mod">
          <ac:chgData name="昕 许" userId="a2975fcd840abfc3" providerId="LiveId" clId="{49CCD4F9-177C-4270-9A14-60236FF377E8}" dt="2026-04-22T03:11:58.746" v="8874" actId="20577"/>
          <ac:spMkLst>
            <pc:docMk/>
            <pc:sldMk cId="2930026863" sldId="306"/>
            <ac:spMk id="171" creationId="{A666AFF5-C2EB-5CA1-7C46-F79C9452E55E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73" creationId="{18123C07-4927-A15E-6ECD-A77F98709360}"/>
          </ac:spMkLst>
        </pc:spChg>
        <pc:spChg chg="mod">
          <ac:chgData name="昕 许" userId="a2975fcd840abfc3" providerId="LiveId" clId="{49CCD4F9-177C-4270-9A14-60236FF377E8}" dt="2026-04-22T03:11:20.313" v="8861" actId="20577"/>
          <ac:spMkLst>
            <pc:docMk/>
            <pc:sldMk cId="2930026863" sldId="306"/>
            <ac:spMk id="175" creationId="{07B578F8-F2CE-1443-0706-27E9023039FE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78" creationId="{A87E3D7D-7039-0A64-B8C8-C842E37CE1A2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81" creationId="{EBCF5AF2-EF3B-32B7-2DB3-D12545A3DC43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82" creationId="{4C871ECF-8073-6757-2C88-00EF3487571C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83" creationId="{70CBCDC7-FB65-A2C9-D9B6-1814B7507162}"/>
          </ac:spMkLst>
        </pc:spChg>
        <pc:spChg chg="mod">
          <ac:chgData name="昕 许" userId="a2975fcd840abfc3" providerId="LiveId" clId="{49CCD4F9-177C-4270-9A14-60236FF377E8}" dt="2026-04-22T03:10:58.695" v="8854"/>
          <ac:spMkLst>
            <pc:docMk/>
            <pc:sldMk cId="2930026863" sldId="306"/>
            <ac:spMk id="185" creationId="{FB9D1294-D7E0-D052-9631-5D233D7D32A7}"/>
          </ac:spMkLst>
        </pc:spChg>
        <pc:spChg chg="add mod">
          <ac:chgData name="昕 许" userId="a2975fcd840abfc3" providerId="LiveId" clId="{49CCD4F9-177C-4270-9A14-60236FF377E8}" dt="2026-04-22T03:12:24.152" v="8905" actId="1076"/>
          <ac:spMkLst>
            <pc:docMk/>
            <pc:sldMk cId="2930026863" sldId="306"/>
            <ac:spMk id="186" creationId="{2C7BA338-40D2-03E3-85BA-E2F68C8F4118}"/>
          </ac:spMkLst>
        </pc:spChg>
        <pc:spChg chg="add del mod">
          <ac:chgData name="昕 许" userId="a2975fcd840abfc3" providerId="LiveId" clId="{49CCD4F9-177C-4270-9A14-60236FF377E8}" dt="2026-04-22T03:19:11.628" v="9001" actId="22"/>
          <ac:spMkLst>
            <pc:docMk/>
            <pc:sldMk cId="2930026863" sldId="306"/>
            <ac:spMk id="188" creationId="{58187F97-D4A5-8240-6C91-085FDBA1F91E}"/>
          </ac:spMkLst>
        </pc:spChg>
        <pc:grpChg chg="mod">
          <ac:chgData name="昕 许" userId="a2975fcd840abfc3" providerId="LiveId" clId="{49CCD4F9-177C-4270-9A14-60236FF377E8}" dt="2026-04-22T03:12:27.266" v="8906" actId="1076"/>
          <ac:grpSpMkLst>
            <pc:docMk/>
            <pc:sldMk cId="2930026863" sldId="306"/>
            <ac:grpSpMk id="2" creationId="{61EBC63E-B2A0-D31C-8D1E-54CB09E6ECC1}"/>
          </ac:grpSpMkLst>
        </pc:grpChg>
        <pc:grpChg chg="mod">
          <ac:chgData name="昕 许" userId="a2975fcd840abfc3" providerId="LiveId" clId="{49CCD4F9-177C-4270-9A14-60236FF377E8}" dt="2026-04-22T03:12:27.266" v="8906" actId="1076"/>
          <ac:grpSpMkLst>
            <pc:docMk/>
            <pc:sldMk cId="2930026863" sldId="306"/>
            <ac:grpSpMk id="3" creationId="{AA2B2F41-A93F-402F-2450-A2B0DCF24745}"/>
          </ac:grpSpMkLst>
        </pc:grpChg>
        <pc:grpChg chg="mod">
          <ac:chgData name="昕 许" userId="a2975fcd840abfc3" providerId="LiveId" clId="{49CCD4F9-177C-4270-9A14-60236FF377E8}" dt="2026-04-22T03:10:40.724" v="8846" actId="164"/>
          <ac:grpSpMkLst>
            <pc:docMk/>
            <pc:sldMk cId="2930026863" sldId="306"/>
            <ac:grpSpMk id="30" creationId="{4FF6C6CC-AACA-E284-637D-249BCF93E495}"/>
          </ac:grpSpMkLst>
        </pc:grpChg>
        <pc:grpChg chg="del mod">
          <ac:chgData name="昕 许" userId="a2975fcd840abfc3" providerId="LiveId" clId="{49CCD4F9-177C-4270-9A14-60236FF377E8}" dt="2026-04-22T03:10:25.645" v="8839" actId="478"/>
          <ac:grpSpMkLst>
            <pc:docMk/>
            <pc:sldMk cId="2930026863" sldId="306"/>
            <ac:grpSpMk id="33" creationId="{11E62853-BEFA-8DB2-C298-144215470549}"/>
          </ac:grpSpMkLst>
        </pc:grpChg>
        <pc:grpChg chg="del mod">
          <ac:chgData name="昕 许" userId="a2975fcd840abfc3" providerId="LiveId" clId="{49CCD4F9-177C-4270-9A14-60236FF377E8}" dt="2026-04-22T03:10:25.645" v="8839" actId="478"/>
          <ac:grpSpMkLst>
            <pc:docMk/>
            <pc:sldMk cId="2930026863" sldId="306"/>
            <ac:grpSpMk id="36" creationId="{9B936640-DE10-0AE1-70FA-315E34158432}"/>
          </ac:grpSpMkLst>
        </pc:grpChg>
        <pc:grpChg chg="del mod">
          <ac:chgData name="昕 许" userId="a2975fcd840abfc3" providerId="LiveId" clId="{49CCD4F9-177C-4270-9A14-60236FF377E8}" dt="2026-04-22T03:10:25.645" v="8839" actId="478"/>
          <ac:grpSpMkLst>
            <pc:docMk/>
            <pc:sldMk cId="2930026863" sldId="306"/>
            <ac:grpSpMk id="39" creationId="{FD772D63-4FC2-D0CE-CC83-82121AE24017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42" creationId="{A2D8DABB-3337-F01E-2327-870F7D9C1EBE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45" creationId="{C01B5500-3FE0-8248-B920-18F340FEA81D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48" creationId="{64B478B1-E6F7-7BF8-BED9-283F20AB60AD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51" creationId="{A1328691-345F-B290-1AF1-A19F5E31F1A2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57" creationId="{A69C3E6F-F6DE-9191-2465-F8FD82BC3EA1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60" creationId="{6C1D38FB-69C5-DA54-5FB4-6D83695AFBAD}"/>
          </ac:grpSpMkLst>
        </pc:grpChg>
        <pc:grpChg chg="del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63" creationId="{CF9D26CC-BC2A-295B-C0DE-FC058A02ACF9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66" creationId="{03815D09-F74F-02A9-87E7-0604171FF9AB}"/>
          </ac:grpSpMkLst>
        </pc:grpChg>
        <pc:grpChg chg="del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72" creationId="{0288EE23-08F7-A678-7B9B-C3DF98DDC522}"/>
          </ac:grpSpMkLst>
        </pc:grpChg>
        <pc:grpChg chg="del mod">
          <ac:chgData name="昕 许" userId="a2975fcd840abfc3" providerId="LiveId" clId="{49CCD4F9-177C-4270-9A14-60236FF377E8}" dt="2026-04-22T03:09:44.757" v="8832" actId="478"/>
          <ac:grpSpMkLst>
            <pc:docMk/>
            <pc:sldMk cId="2930026863" sldId="306"/>
            <ac:grpSpMk id="75" creationId="{9A9E8459-BEE6-F6A8-0385-CB70E419CAE8}"/>
          </ac:grpSpMkLst>
        </pc:grpChg>
        <pc:grpChg chg="del mod">
          <ac:chgData name="昕 许" userId="a2975fcd840abfc3" providerId="LiveId" clId="{49CCD4F9-177C-4270-9A14-60236FF377E8}" dt="2026-04-22T03:10:25.645" v="8839" actId="478"/>
          <ac:grpSpMkLst>
            <pc:docMk/>
            <pc:sldMk cId="2930026863" sldId="306"/>
            <ac:grpSpMk id="78" creationId="{50F80AAD-F920-B72E-640D-C17B64B0F2A2}"/>
          </ac:grpSpMkLst>
        </pc:grpChg>
        <pc:grpChg chg="add del mod">
          <ac:chgData name="昕 许" userId="a2975fcd840abfc3" providerId="LiveId" clId="{49CCD4F9-177C-4270-9A14-60236FF377E8}" dt="2026-04-22T03:10:25.645" v="8839" actId="478"/>
          <ac:grpSpMkLst>
            <pc:docMk/>
            <pc:sldMk cId="2930026863" sldId="306"/>
            <ac:grpSpMk id="81" creationId="{0C7A9EC4-9447-FFB5-6968-F14BC24600FB}"/>
          </ac:grpSpMkLst>
        </pc:grpChg>
        <pc:grpChg chg="add mod">
          <ac:chgData name="昕 许" userId="a2975fcd840abfc3" providerId="LiveId" clId="{49CCD4F9-177C-4270-9A14-60236FF377E8}" dt="2026-04-22T03:10:40.724" v="8846" actId="164"/>
          <ac:grpSpMkLst>
            <pc:docMk/>
            <pc:sldMk cId="2930026863" sldId="306"/>
            <ac:grpSpMk id="85" creationId="{8BF21934-AD8F-2CDD-221D-62C99A959466}"/>
          </ac:grpSpMkLst>
        </pc:grpChg>
        <pc:grpChg chg="add mod">
          <ac:chgData name="昕 许" userId="a2975fcd840abfc3" providerId="LiveId" clId="{49CCD4F9-177C-4270-9A14-60236FF377E8}" dt="2026-04-22T03:10:40.724" v="8846" actId="164"/>
          <ac:grpSpMkLst>
            <pc:docMk/>
            <pc:sldMk cId="2930026863" sldId="306"/>
            <ac:grpSpMk id="89" creationId="{19052A98-47CA-84B6-235D-24799C8C059B}"/>
          </ac:grpSpMkLst>
        </pc:grpChg>
        <pc:grpChg chg="add mod">
          <ac:chgData name="昕 许" userId="a2975fcd840abfc3" providerId="LiveId" clId="{49CCD4F9-177C-4270-9A14-60236FF377E8}" dt="2026-04-22T03:10:40.724" v="8846" actId="164"/>
          <ac:grpSpMkLst>
            <pc:docMk/>
            <pc:sldMk cId="2930026863" sldId="306"/>
            <ac:grpSpMk id="93" creationId="{F2763879-7A02-9F0F-C618-C4BA4261C83D}"/>
          </ac:grpSpMkLst>
        </pc:grpChg>
        <pc:grpChg chg="add mod">
          <ac:chgData name="昕 许" userId="a2975fcd840abfc3" providerId="LiveId" clId="{49CCD4F9-177C-4270-9A14-60236FF377E8}" dt="2026-04-22T03:10:39.595" v="8845" actId="1076"/>
          <ac:grpSpMkLst>
            <pc:docMk/>
            <pc:sldMk cId="2930026863" sldId="306"/>
            <ac:grpSpMk id="97" creationId="{38161F37-5AD2-7BC2-38F8-241EF5FEE0F0}"/>
          </ac:grpSpMkLst>
        </pc:grpChg>
        <pc:grpChg chg="add mod">
          <ac:chgData name="昕 许" userId="a2975fcd840abfc3" providerId="LiveId" clId="{49CCD4F9-177C-4270-9A14-60236FF377E8}" dt="2026-04-22T03:12:03.906" v="8875" actId="1076"/>
          <ac:grpSpMkLst>
            <pc:docMk/>
            <pc:sldMk cId="2930026863" sldId="306"/>
            <ac:grpSpMk id="101" creationId="{233C5515-3B76-1CAC-5980-1A221F284A12}"/>
          </ac:grpSpMkLst>
        </pc:grpChg>
        <pc:grpChg chg="mod">
          <ac:chgData name="昕 许" userId="a2975fcd840abfc3" providerId="LiveId" clId="{49CCD4F9-177C-4270-9A14-60236FF377E8}" dt="2026-04-22T03:12:03.906" v="8875" actId="1076"/>
          <ac:grpSpMkLst>
            <pc:docMk/>
            <pc:sldMk cId="2930026863" sldId="306"/>
            <ac:grpSpMk id="102" creationId="{ABEFBF5B-754C-B070-2BA8-C76DF7D9DA0A}"/>
          </ac:grpSpMkLst>
        </pc:grpChg>
        <pc:grpChg chg="mod">
          <ac:chgData name="昕 许" userId="a2975fcd840abfc3" providerId="LiveId" clId="{49CCD4F9-177C-4270-9A14-60236FF377E8}" dt="2026-04-22T03:12:03.906" v="8875" actId="1076"/>
          <ac:grpSpMkLst>
            <pc:docMk/>
            <pc:sldMk cId="2930026863" sldId="306"/>
            <ac:grpSpMk id="123" creationId="{0F3B4E1F-C132-3432-6A9C-30C6D6B0F756}"/>
          </ac:grpSpMkLst>
        </pc:grpChg>
        <pc:grpChg chg="mod">
          <ac:chgData name="昕 许" userId="a2975fcd840abfc3" providerId="LiveId" clId="{49CCD4F9-177C-4270-9A14-60236FF377E8}" dt="2026-04-22T03:12:03.906" v="8875" actId="1076"/>
          <ac:grpSpMkLst>
            <pc:docMk/>
            <pc:sldMk cId="2930026863" sldId="306"/>
            <ac:grpSpMk id="144" creationId="{E9B80818-B68B-B44A-8689-06B1B08688A9}"/>
          </ac:grpSpMkLst>
        </pc:grpChg>
        <pc:grpChg chg="mod">
          <ac:chgData name="昕 许" userId="a2975fcd840abfc3" providerId="LiveId" clId="{49CCD4F9-177C-4270-9A14-60236FF377E8}" dt="2026-04-22T03:12:03.906" v="8875" actId="1076"/>
          <ac:grpSpMkLst>
            <pc:docMk/>
            <pc:sldMk cId="2930026863" sldId="306"/>
            <ac:grpSpMk id="165" creationId="{40BD8353-0E5B-3EE7-A782-2D1527A28C51}"/>
          </ac:grpSpMkLst>
        </pc:grpChg>
        <pc:cxnChg chg="mod">
          <ac:chgData name="昕 许" userId="a2975fcd840abfc3" providerId="LiveId" clId="{49CCD4F9-177C-4270-9A14-60236FF377E8}" dt="2026-04-22T03:12:27.266" v="8906" actId="1076"/>
          <ac:cxnSpMkLst>
            <pc:docMk/>
            <pc:sldMk cId="2930026863" sldId="306"/>
            <ac:cxnSpMk id="16" creationId="{2427DF0F-C3AE-7F92-C265-347110D5B14F}"/>
          </ac:cxnSpMkLst>
        </pc:cxnChg>
        <pc:cxnChg chg="add mod">
          <ac:chgData name="昕 许" userId="a2975fcd840abfc3" providerId="LiveId" clId="{49CCD4F9-177C-4270-9A14-60236FF377E8}" dt="2026-04-22T03:12:06.039" v="8876" actId="1076"/>
          <ac:cxnSpMkLst>
            <pc:docMk/>
            <pc:sldMk cId="2930026863" sldId="306"/>
            <ac:cxnSpMk id="18" creationId="{C2292D45-C292-A066-709D-6708C547EAFC}"/>
          </ac:cxnSpMkLst>
        </pc:cxnChg>
        <pc:cxnChg chg="add mod">
          <ac:chgData name="昕 许" userId="a2975fcd840abfc3" providerId="LiveId" clId="{49CCD4F9-177C-4270-9A14-60236FF377E8}" dt="2026-04-22T03:12:06.039" v="8876" actId="1076"/>
          <ac:cxnSpMkLst>
            <pc:docMk/>
            <pc:sldMk cId="2930026863" sldId="306"/>
            <ac:cxnSpMk id="19" creationId="{FAF3E1AE-ABCE-14C2-6599-51A1C401580F}"/>
          </ac:cxnSpMkLst>
        </pc:cxnChg>
        <pc:cxnChg chg="mod">
          <ac:chgData name="昕 许" userId="a2975fcd840abfc3" providerId="LiveId" clId="{49CCD4F9-177C-4270-9A14-60236FF377E8}" dt="2026-04-22T03:12:27.266" v="8906" actId="1076"/>
          <ac:cxnSpMkLst>
            <pc:docMk/>
            <pc:sldMk cId="2930026863" sldId="306"/>
            <ac:cxnSpMk id="24" creationId="{8430DBE4-E144-B425-B800-52F00F8A1494}"/>
          </ac:cxnSpMkLst>
        </pc:cxnChg>
      </pc:sldChg>
      <pc:sldChg chg="add del">
        <pc:chgData name="昕 许" userId="a2975fcd840abfc3" providerId="LiveId" clId="{49CCD4F9-177C-4270-9A14-60236FF377E8}" dt="2026-04-22T03:09:06.137" v="8819"/>
        <pc:sldMkLst>
          <pc:docMk/>
          <pc:sldMk cId="4292210249" sldId="306"/>
        </pc:sldMkLst>
      </pc:sldChg>
      <pc:sldChg chg="addSp delSp modSp add mod">
        <pc:chgData name="昕 许" userId="a2975fcd840abfc3" providerId="LiveId" clId="{49CCD4F9-177C-4270-9A14-60236FF377E8}" dt="2026-04-22T03:14:44.098" v="8993" actId="1076"/>
        <pc:sldMkLst>
          <pc:docMk/>
          <pc:sldMk cId="2887981440" sldId="307"/>
        </pc:sldMkLst>
        <pc:spChg chg="add mod">
          <ac:chgData name="昕 许" userId="a2975fcd840abfc3" providerId="LiveId" clId="{49CCD4F9-177C-4270-9A14-60236FF377E8}" dt="2026-04-22T03:14:44.098" v="8993" actId="1076"/>
          <ac:spMkLst>
            <pc:docMk/>
            <pc:sldMk cId="2887981440" sldId="307"/>
            <ac:spMk id="20" creationId="{A43E3CF5-7461-7CA7-B1B3-4707511AE1C4}"/>
          </ac:spMkLst>
        </pc:spChg>
        <pc:spChg chg="mod">
          <ac:chgData name="昕 许" userId="a2975fcd840abfc3" providerId="LiveId" clId="{49CCD4F9-177C-4270-9A14-60236FF377E8}" dt="2026-04-22T03:13:16.353" v="8944"/>
          <ac:spMkLst>
            <pc:docMk/>
            <pc:sldMk cId="2887981440" sldId="307"/>
            <ac:spMk id="23" creationId="{234F4059-84B5-969B-0F4B-6662E09D387A}"/>
          </ac:spMkLst>
        </pc:spChg>
        <pc:spChg chg="mod">
          <ac:chgData name="昕 许" userId="a2975fcd840abfc3" providerId="LiveId" clId="{49CCD4F9-177C-4270-9A14-60236FF377E8}" dt="2026-04-22T03:13:16.353" v="8944"/>
          <ac:spMkLst>
            <pc:docMk/>
            <pc:sldMk cId="2887981440" sldId="307"/>
            <ac:spMk id="25" creationId="{EE1EE5EC-F5D2-3B95-529B-86F603C4FDBE}"/>
          </ac:spMkLst>
        </pc:spChg>
        <pc:spChg chg="mod">
          <ac:chgData name="昕 许" userId="a2975fcd840abfc3" providerId="LiveId" clId="{49CCD4F9-177C-4270-9A14-60236FF377E8}" dt="2026-04-22T03:13:27.515" v="8948" actId="20577"/>
          <ac:spMkLst>
            <pc:docMk/>
            <pc:sldMk cId="2887981440" sldId="307"/>
            <ac:spMk id="27" creationId="{B25A9A8C-B716-3CFF-7137-49AA967DB0D5}"/>
          </ac:spMkLst>
        </pc:spChg>
        <pc:spChg chg="mod">
          <ac:chgData name="昕 许" userId="a2975fcd840abfc3" providerId="LiveId" clId="{49CCD4F9-177C-4270-9A14-60236FF377E8}" dt="2026-04-22T03:13:27.597" v="8949" actId="20577"/>
          <ac:spMkLst>
            <pc:docMk/>
            <pc:sldMk cId="2887981440" sldId="307"/>
            <ac:spMk id="28" creationId="{D068DA01-ADD4-B8F2-A665-E5FBB797D4AB}"/>
          </ac:spMkLst>
        </pc:spChg>
        <pc:spChg chg="add mod">
          <ac:chgData name="昕 许" userId="a2975fcd840abfc3" providerId="LiveId" clId="{49CCD4F9-177C-4270-9A14-60236FF377E8}" dt="2026-04-22T03:14:44.098" v="8993" actId="1076"/>
          <ac:spMkLst>
            <pc:docMk/>
            <pc:sldMk cId="2887981440" sldId="307"/>
            <ac:spMk id="29" creationId="{4A64428E-4EC0-22BD-FA67-76AC6DADDEFD}"/>
          </ac:spMkLst>
        </pc:spChg>
        <pc:spChg chg="mod">
          <ac:chgData name="昕 许" userId="a2975fcd840abfc3" providerId="LiveId" clId="{49CCD4F9-177C-4270-9A14-60236FF377E8}" dt="2026-04-22T03:13:44.520" v="8961" actId="20577"/>
          <ac:spMkLst>
            <pc:docMk/>
            <pc:sldMk cId="2887981440" sldId="307"/>
            <ac:spMk id="34" creationId="{551A5033-31F9-8496-E767-00A284C2D858}"/>
          </ac:spMkLst>
        </pc:spChg>
        <pc:spChg chg="mod">
          <ac:chgData name="昕 许" userId="a2975fcd840abfc3" providerId="LiveId" clId="{49CCD4F9-177C-4270-9A14-60236FF377E8}" dt="2026-04-22T03:13:44.547" v="8962" actId="20577"/>
          <ac:spMkLst>
            <pc:docMk/>
            <pc:sldMk cId="2887981440" sldId="307"/>
            <ac:spMk id="35" creationId="{1A9A4CC2-7E74-2169-301A-1B98075E2508}"/>
          </ac:spMkLst>
        </pc:spChg>
        <pc:spChg chg="mod">
          <ac:chgData name="昕 许" userId="a2975fcd840abfc3" providerId="LiveId" clId="{49CCD4F9-177C-4270-9A14-60236FF377E8}" dt="2026-04-22T03:13:47" v="8963" actId="20577"/>
          <ac:spMkLst>
            <pc:docMk/>
            <pc:sldMk cId="2887981440" sldId="307"/>
            <ac:spMk id="37" creationId="{AF3F14A3-F5D0-93AF-6C63-8D78842EE53F}"/>
          </ac:spMkLst>
        </pc:spChg>
        <pc:spChg chg="mod">
          <ac:chgData name="昕 许" userId="a2975fcd840abfc3" providerId="LiveId" clId="{49CCD4F9-177C-4270-9A14-60236FF377E8}" dt="2026-04-22T03:13:47.065" v="8964" actId="20577"/>
          <ac:spMkLst>
            <pc:docMk/>
            <pc:sldMk cId="2887981440" sldId="307"/>
            <ac:spMk id="38" creationId="{7EB3E890-1FFC-5A3A-F7EB-5F1C21BF2F52}"/>
          </ac:spMkLst>
        </pc:spChg>
        <pc:spChg chg="add mod">
          <ac:chgData name="昕 许" userId="a2975fcd840abfc3" providerId="LiveId" clId="{49CCD4F9-177C-4270-9A14-60236FF377E8}" dt="2026-04-22T03:14:44.098" v="8993" actId="1076"/>
          <ac:spMkLst>
            <pc:docMk/>
            <pc:sldMk cId="2887981440" sldId="307"/>
            <ac:spMk id="39" creationId="{6A4945A8-62A0-E25C-D1E9-B8DB9E0EC9AF}"/>
          </ac:spMkLst>
        </pc:spChg>
        <pc:spChg chg="mod">
          <ac:chgData name="昕 许" userId="a2975fcd840abfc3" providerId="LiveId" clId="{49CCD4F9-177C-4270-9A14-60236FF377E8}" dt="2026-04-22T03:13:49.720" v="8965"/>
          <ac:spMkLst>
            <pc:docMk/>
            <pc:sldMk cId="2887981440" sldId="307"/>
            <ac:spMk id="41" creationId="{24002489-B25E-5E8C-0648-9C0FBE926C12}"/>
          </ac:spMkLst>
        </pc:spChg>
        <pc:spChg chg="mod">
          <ac:chgData name="昕 许" userId="a2975fcd840abfc3" providerId="LiveId" clId="{49CCD4F9-177C-4270-9A14-60236FF377E8}" dt="2026-04-22T03:13:57.452" v="8969" actId="20577"/>
          <ac:spMkLst>
            <pc:docMk/>
            <pc:sldMk cId="2887981440" sldId="307"/>
            <ac:spMk id="42" creationId="{EA205860-0178-08E6-317E-15A8A95B0838}"/>
          </ac:spMkLst>
        </pc:spChg>
        <pc:spChg chg="mod">
          <ac:chgData name="昕 许" userId="a2975fcd840abfc3" providerId="LiveId" clId="{49CCD4F9-177C-4270-9A14-60236FF377E8}" dt="2026-04-22T03:14:09.754" v="8974" actId="20577"/>
          <ac:spMkLst>
            <pc:docMk/>
            <pc:sldMk cId="2887981440" sldId="307"/>
            <ac:spMk id="44" creationId="{5DB1C7A6-7668-7EC5-3459-64F1CFC01DD4}"/>
          </ac:spMkLst>
        </pc:spChg>
        <pc:spChg chg="mod">
          <ac:chgData name="昕 许" userId="a2975fcd840abfc3" providerId="LiveId" clId="{49CCD4F9-177C-4270-9A14-60236FF377E8}" dt="2026-04-22T03:14:09.817" v="8975" actId="20577"/>
          <ac:spMkLst>
            <pc:docMk/>
            <pc:sldMk cId="2887981440" sldId="307"/>
            <ac:spMk id="45" creationId="{3F4E2C5F-8B7D-6470-CE25-9D5E626FEE34}"/>
          </ac:spMkLst>
        </pc:spChg>
        <pc:spChg chg="mod">
          <ac:chgData name="昕 许" userId="a2975fcd840abfc3" providerId="LiveId" clId="{49CCD4F9-177C-4270-9A14-60236FF377E8}" dt="2026-04-22T03:14:05.306" v="8972" actId="20577"/>
          <ac:spMkLst>
            <pc:docMk/>
            <pc:sldMk cId="2887981440" sldId="307"/>
            <ac:spMk id="47" creationId="{5D956FFE-264A-D654-E637-6FBB45007C2B}"/>
          </ac:spMkLst>
        </pc:spChg>
        <pc:spChg chg="mod">
          <ac:chgData name="昕 许" userId="a2975fcd840abfc3" providerId="LiveId" clId="{49CCD4F9-177C-4270-9A14-60236FF377E8}" dt="2026-04-22T03:14:06.121" v="8973" actId="20577"/>
          <ac:spMkLst>
            <pc:docMk/>
            <pc:sldMk cId="2887981440" sldId="307"/>
            <ac:spMk id="48" creationId="{A5FE7BA4-C7B7-F38C-F03B-BEE871C4001E}"/>
          </ac:spMkLst>
        </pc:spChg>
        <pc:spChg chg="mod">
          <ac:chgData name="昕 许" userId="a2975fcd840abfc3" providerId="LiveId" clId="{49CCD4F9-177C-4270-9A14-60236FF377E8}" dt="2026-04-22T03:14:16.066" v="8978" actId="20577"/>
          <ac:spMkLst>
            <pc:docMk/>
            <pc:sldMk cId="2887981440" sldId="307"/>
            <ac:spMk id="50" creationId="{2705B878-89ED-76CF-B65B-26B0EC818A7E}"/>
          </ac:spMkLst>
        </pc:spChg>
        <pc:spChg chg="mod">
          <ac:chgData name="昕 许" userId="a2975fcd840abfc3" providerId="LiveId" clId="{49CCD4F9-177C-4270-9A14-60236FF377E8}" dt="2026-04-22T03:14:16.179" v="8979" actId="20577"/>
          <ac:spMkLst>
            <pc:docMk/>
            <pc:sldMk cId="2887981440" sldId="307"/>
            <ac:spMk id="51" creationId="{96E492CD-30A4-9E4D-D2F0-3CC940AA93C5}"/>
          </ac:spMkLst>
        </pc:spChg>
        <pc:spChg chg="add mod">
          <ac:chgData name="昕 许" userId="a2975fcd840abfc3" providerId="LiveId" clId="{49CCD4F9-177C-4270-9A14-60236FF377E8}" dt="2026-04-22T03:14:44.098" v="8993" actId="1076"/>
          <ac:spMkLst>
            <pc:docMk/>
            <pc:sldMk cId="2887981440" sldId="307"/>
            <ac:spMk id="52" creationId="{0A18FD15-9EC9-B88E-8408-F8E2D0769F47}"/>
          </ac:spMkLst>
        </pc:spChg>
        <pc:spChg chg="mod">
          <ac:chgData name="昕 许" userId="a2975fcd840abfc3" providerId="LiveId" clId="{49CCD4F9-177C-4270-9A14-60236FF377E8}" dt="2026-04-22T03:14:21.608" v="8981"/>
          <ac:spMkLst>
            <pc:docMk/>
            <pc:sldMk cId="2887981440" sldId="307"/>
            <ac:spMk id="54" creationId="{A4BE9671-0765-D492-CBD0-8B0830494001}"/>
          </ac:spMkLst>
        </pc:spChg>
        <pc:spChg chg="mod">
          <ac:chgData name="昕 许" userId="a2975fcd840abfc3" providerId="LiveId" clId="{49CCD4F9-177C-4270-9A14-60236FF377E8}" dt="2026-04-22T03:14:28.231" v="8985" actId="20577"/>
          <ac:spMkLst>
            <pc:docMk/>
            <pc:sldMk cId="2887981440" sldId="307"/>
            <ac:spMk id="55" creationId="{89652B44-D196-2057-727A-DCCE1C354220}"/>
          </ac:spMkLst>
        </pc:spChg>
        <pc:spChg chg="mod">
          <ac:chgData name="昕 许" userId="a2975fcd840abfc3" providerId="LiveId" clId="{49CCD4F9-177C-4270-9A14-60236FF377E8}" dt="2026-04-22T03:14:21.608" v="8981"/>
          <ac:spMkLst>
            <pc:docMk/>
            <pc:sldMk cId="2887981440" sldId="307"/>
            <ac:spMk id="57" creationId="{1711F150-0689-ADB6-A761-A4015C22700B}"/>
          </ac:spMkLst>
        </pc:spChg>
        <pc:spChg chg="mod">
          <ac:chgData name="昕 许" userId="a2975fcd840abfc3" providerId="LiveId" clId="{49CCD4F9-177C-4270-9A14-60236FF377E8}" dt="2026-04-22T03:14:29.310" v="8986" actId="20577"/>
          <ac:spMkLst>
            <pc:docMk/>
            <pc:sldMk cId="2887981440" sldId="307"/>
            <ac:spMk id="58" creationId="{EF0BAC65-956F-AADB-6EFA-4CA07205E7CE}"/>
          </ac:spMkLst>
        </pc:spChg>
        <pc:spChg chg="mod">
          <ac:chgData name="昕 许" userId="a2975fcd840abfc3" providerId="LiveId" clId="{49CCD4F9-177C-4270-9A14-60236FF377E8}" dt="2026-04-22T03:14:21.608" v="8981"/>
          <ac:spMkLst>
            <pc:docMk/>
            <pc:sldMk cId="2887981440" sldId="307"/>
            <ac:spMk id="60" creationId="{79B56283-C1C4-4CD1-BDBD-9C66F327480B}"/>
          </ac:spMkLst>
        </pc:spChg>
        <pc:spChg chg="mod">
          <ac:chgData name="昕 许" userId="a2975fcd840abfc3" providerId="LiveId" clId="{49CCD4F9-177C-4270-9A14-60236FF377E8}" dt="2026-04-22T03:14:21.608" v="8981"/>
          <ac:spMkLst>
            <pc:docMk/>
            <pc:sldMk cId="2887981440" sldId="307"/>
            <ac:spMk id="61" creationId="{7268E5FA-0CC8-B422-2623-6D26CAB0F3FA}"/>
          </ac:spMkLst>
        </pc:spChg>
        <pc:spChg chg="add mod">
          <ac:chgData name="昕 许" userId="a2975fcd840abfc3" providerId="LiveId" clId="{49CCD4F9-177C-4270-9A14-60236FF377E8}" dt="2026-04-22T03:14:44.098" v="8993" actId="1076"/>
          <ac:spMkLst>
            <pc:docMk/>
            <pc:sldMk cId="2887981440" sldId="307"/>
            <ac:spMk id="62" creationId="{898FEEE6-8B93-6125-5AFD-9FF5B80CF0C4}"/>
          </ac:spMkLst>
        </pc:spChg>
        <pc:spChg chg="mod">
          <ac:chgData name="昕 许" userId="a2975fcd840abfc3" providerId="LiveId" clId="{49CCD4F9-177C-4270-9A14-60236FF377E8}" dt="2026-04-22T03:14:38.540" v="8991" actId="20577"/>
          <ac:spMkLst>
            <pc:docMk/>
            <pc:sldMk cId="2887981440" sldId="307"/>
            <ac:spMk id="64" creationId="{2981A3A0-EDE4-1E8C-8772-021997CB27C3}"/>
          </ac:spMkLst>
        </pc:spChg>
        <pc:spChg chg="mod">
          <ac:chgData name="昕 许" userId="a2975fcd840abfc3" providerId="LiveId" clId="{49CCD4F9-177C-4270-9A14-60236FF377E8}" dt="2026-04-22T03:14:39.145" v="8992" actId="20577"/>
          <ac:spMkLst>
            <pc:docMk/>
            <pc:sldMk cId="2887981440" sldId="307"/>
            <ac:spMk id="65" creationId="{12E34767-32A3-07BB-C612-9F2357C6DE8A}"/>
          </ac:spMkLst>
        </pc:spChg>
        <pc:spChg chg="mod">
          <ac:chgData name="昕 许" userId="a2975fcd840abfc3" providerId="LiveId" clId="{49CCD4F9-177C-4270-9A14-60236FF377E8}" dt="2026-04-22T03:14:32.357" v="8988"/>
          <ac:spMkLst>
            <pc:docMk/>
            <pc:sldMk cId="2887981440" sldId="307"/>
            <ac:spMk id="67" creationId="{9DE18919-040E-C5D0-24DA-5DF77AA45899}"/>
          </ac:spMkLst>
        </pc:spChg>
        <pc:spChg chg="mod">
          <ac:chgData name="昕 许" userId="a2975fcd840abfc3" providerId="LiveId" clId="{49CCD4F9-177C-4270-9A14-60236FF377E8}" dt="2026-04-22T03:14:32.357" v="8988"/>
          <ac:spMkLst>
            <pc:docMk/>
            <pc:sldMk cId="2887981440" sldId="307"/>
            <ac:spMk id="68" creationId="{03A6228A-E5A2-3362-6276-0C4C48BD1E04}"/>
          </ac:spMkLst>
        </pc:spChg>
        <pc:spChg chg="mod">
          <ac:chgData name="昕 许" userId="a2975fcd840abfc3" providerId="LiveId" clId="{49CCD4F9-177C-4270-9A14-60236FF377E8}" dt="2026-04-22T03:12:53.818" v="8921" actId="1076"/>
          <ac:spMkLst>
            <pc:docMk/>
            <pc:sldMk cId="2887981440" sldId="307"/>
            <ac:spMk id="186" creationId="{529E0948-DB34-3667-4976-39C62A3470E3}"/>
          </ac:spMkLst>
        </pc:spChg>
        <pc:grpChg chg="add mod">
          <ac:chgData name="昕 许" userId="a2975fcd840abfc3" providerId="LiveId" clId="{49CCD4F9-177C-4270-9A14-60236FF377E8}" dt="2026-04-22T03:14:19.080" v="8980" actId="1076"/>
          <ac:grpSpMkLst>
            <pc:docMk/>
            <pc:sldMk cId="2887981440" sldId="307"/>
            <ac:grpSpMk id="21" creationId="{E6F09B00-94EB-AD96-17D0-DACB5C348BFD}"/>
          </ac:grpSpMkLst>
        </pc:grpChg>
        <pc:grpChg chg="add mod">
          <ac:chgData name="昕 许" userId="a2975fcd840abfc3" providerId="LiveId" clId="{49CCD4F9-177C-4270-9A14-60236FF377E8}" dt="2026-04-22T03:14:19.080" v="8980" actId="1076"/>
          <ac:grpSpMkLst>
            <pc:docMk/>
            <pc:sldMk cId="2887981440" sldId="307"/>
            <ac:grpSpMk id="26" creationId="{6EAA6BD9-7FB9-A8CE-CD7D-918AD3E4EEA6}"/>
          </ac:grpSpMkLst>
        </pc:grpChg>
        <pc:grpChg chg="add mod">
          <ac:chgData name="昕 许" userId="a2975fcd840abfc3" providerId="LiveId" clId="{49CCD4F9-177C-4270-9A14-60236FF377E8}" dt="2026-04-22T03:14:44.098" v="8993" actId="1076"/>
          <ac:grpSpMkLst>
            <pc:docMk/>
            <pc:sldMk cId="2887981440" sldId="307"/>
            <ac:grpSpMk id="33" creationId="{D9DC0133-C868-8D01-C474-4E829C9E1D73}"/>
          </ac:grpSpMkLst>
        </pc:grpChg>
        <pc:grpChg chg="add mod">
          <ac:chgData name="昕 许" userId="a2975fcd840abfc3" providerId="LiveId" clId="{49CCD4F9-177C-4270-9A14-60236FF377E8}" dt="2026-04-22T03:13:47" v="8963" actId="20577"/>
          <ac:grpSpMkLst>
            <pc:docMk/>
            <pc:sldMk cId="2887981440" sldId="307"/>
            <ac:grpSpMk id="36" creationId="{E53791F2-BB84-04B6-BE66-5141C9F56829}"/>
          </ac:grpSpMkLst>
        </pc:grpChg>
        <pc:grpChg chg="add mod">
          <ac:chgData name="昕 许" userId="a2975fcd840abfc3" providerId="LiveId" clId="{49CCD4F9-177C-4270-9A14-60236FF377E8}" dt="2026-04-22T03:14:44.098" v="8993" actId="1076"/>
          <ac:grpSpMkLst>
            <pc:docMk/>
            <pc:sldMk cId="2887981440" sldId="307"/>
            <ac:grpSpMk id="40" creationId="{F1010309-4A8E-D58D-47EB-27F8446C7F1F}"/>
          </ac:grpSpMkLst>
        </pc:grpChg>
        <pc:grpChg chg="add mod">
          <ac:chgData name="昕 许" userId="a2975fcd840abfc3" providerId="LiveId" clId="{49CCD4F9-177C-4270-9A14-60236FF377E8}" dt="2026-04-22T03:14:44.098" v="8993" actId="1076"/>
          <ac:grpSpMkLst>
            <pc:docMk/>
            <pc:sldMk cId="2887981440" sldId="307"/>
            <ac:grpSpMk id="43" creationId="{BB9F379A-369A-115A-A42C-35C4C0FF11D8}"/>
          </ac:grpSpMkLst>
        </pc:grpChg>
        <pc:grpChg chg="add mod">
          <ac:chgData name="昕 许" userId="a2975fcd840abfc3" providerId="LiveId" clId="{49CCD4F9-177C-4270-9A14-60236FF377E8}" dt="2026-04-22T03:14:44.098" v="8993" actId="1076"/>
          <ac:grpSpMkLst>
            <pc:docMk/>
            <pc:sldMk cId="2887981440" sldId="307"/>
            <ac:grpSpMk id="46" creationId="{BCE5E18D-0AB5-7E4D-BF23-352814D9244B}"/>
          </ac:grpSpMkLst>
        </pc:grpChg>
        <pc:grpChg chg="add mod">
          <ac:chgData name="昕 许" userId="a2975fcd840abfc3" providerId="LiveId" clId="{49CCD4F9-177C-4270-9A14-60236FF377E8}" dt="2026-04-22T03:14:19.080" v="8980" actId="1076"/>
          <ac:grpSpMkLst>
            <pc:docMk/>
            <pc:sldMk cId="2887981440" sldId="307"/>
            <ac:grpSpMk id="49" creationId="{875F02C5-61CE-1652-C462-511E528AA93D}"/>
          </ac:grpSpMkLst>
        </pc:grpChg>
        <pc:grpChg chg="add mod">
          <ac:chgData name="昕 许" userId="a2975fcd840abfc3" providerId="LiveId" clId="{49CCD4F9-177C-4270-9A14-60236FF377E8}" dt="2026-04-22T03:14:25.047" v="8982" actId="1076"/>
          <ac:grpSpMkLst>
            <pc:docMk/>
            <pc:sldMk cId="2887981440" sldId="307"/>
            <ac:grpSpMk id="53" creationId="{310E5D1E-2240-22A7-FDB8-E8727C5295AA}"/>
          </ac:grpSpMkLst>
        </pc:grpChg>
        <pc:grpChg chg="add mod">
          <ac:chgData name="昕 许" userId="a2975fcd840abfc3" providerId="LiveId" clId="{49CCD4F9-177C-4270-9A14-60236FF377E8}" dt="2026-04-22T03:14:25.047" v="8982" actId="1076"/>
          <ac:grpSpMkLst>
            <pc:docMk/>
            <pc:sldMk cId="2887981440" sldId="307"/>
            <ac:grpSpMk id="56" creationId="{DD47697C-EBC6-CBD0-6DCB-670BDFE0386D}"/>
          </ac:grpSpMkLst>
        </pc:grpChg>
        <pc:grpChg chg="add del mod">
          <ac:chgData name="昕 许" userId="a2975fcd840abfc3" providerId="LiveId" clId="{49CCD4F9-177C-4270-9A14-60236FF377E8}" dt="2026-04-22T03:14:30.829" v="8987" actId="478"/>
          <ac:grpSpMkLst>
            <pc:docMk/>
            <pc:sldMk cId="2887981440" sldId="307"/>
            <ac:grpSpMk id="59" creationId="{25D0634D-067F-8B88-0EFE-73C9E55C631D}"/>
          </ac:grpSpMkLst>
        </pc:grpChg>
        <pc:grpChg chg="add mod">
          <ac:chgData name="昕 许" userId="a2975fcd840abfc3" providerId="LiveId" clId="{49CCD4F9-177C-4270-9A14-60236FF377E8}" dt="2026-04-22T03:14:44.098" v="8993" actId="1076"/>
          <ac:grpSpMkLst>
            <pc:docMk/>
            <pc:sldMk cId="2887981440" sldId="307"/>
            <ac:grpSpMk id="63" creationId="{5D52E116-0FCE-2C49-8A37-938A13EBA4E3}"/>
          </ac:grpSpMkLst>
        </pc:grpChg>
        <pc:grpChg chg="add mod">
          <ac:chgData name="昕 许" userId="a2975fcd840abfc3" providerId="LiveId" clId="{49CCD4F9-177C-4270-9A14-60236FF377E8}" dt="2026-04-22T03:14:35.208" v="8989" actId="1076"/>
          <ac:grpSpMkLst>
            <pc:docMk/>
            <pc:sldMk cId="2887981440" sldId="307"/>
            <ac:grpSpMk id="66" creationId="{8A82D0C2-D1CA-E11E-BBE9-2C212F4ADD3C}"/>
          </ac:grpSpMkLst>
        </pc:grpChg>
        <pc:grpChg chg="del mod">
          <ac:chgData name="昕 许" userId="a2975fcd840abfc3" providerId="LiveId" clId="{49CCD4F9-177C-4270-9A14-60236FF377E8}" dt="2026-04-22T03:13:16.135" v="8943" actId="478"/>
          <ac:grpSpMkLst>
            <pc:docMk/>
            <pc:sldMk cId="2887981440" sldId="307"/>
            <ac:grpSpMk id="101" creationId="{246BD25E-AAB1-0141-95E0-AFB3D3181335}"/>
          </ac:grpSpMkLst>
        </pc:grpChg>
        <pc:grpChg chg="del">
          <ac:chgData name="昕 许" userId="a2975fcd840abfc3" providerId="LiveId" clId="{49CCD4F9-177C-4270-9A14-60236FF377E8}" dt="2026-04-22T03:12:46.554" v="8915" actId="478"/>
          <ac:grpSpMkLst>
            <pc:docMk/>
            <pc:sldMk cId="2887981440" sldId="307"/>
            <ac:grpSpMk id="102" creationId="{DE5A9DCF-651B-6EFD-89BC-D652129F6EF0}"/>
          </ac:grpSpMkLst>
        </pc:grpChg>
        <pc:grpChg chg="del">
          <ac:chgData name="昕 许" userId="a2975fcd840abfc3" providerId="LiveId" clId="{49CCD4F9-177C-4270-9A14-60236FF377E8}" dt="2026-04-22T03:12:46.554" v="8915" actId="478"/>
          <ac:grpSpMkLst>
            <pc:docMk/>
            <pc:sldMk cId="2887981440" sldId="307"/>
            <ac:grpSpMk id="123" creationId="{39D06D87-A0C5-81A3-A140-5ED9BDCE7610}"/>
          </ac:grpSpMkLst>
        </pc:grpChg>
        <pc:grpChg chg="del">
          <ac:chgData name="昕 许" userId="a2975fcd840abfc3" providerId="LiveId" clId="{49CCD4F9-177C-4270-9A14-60236FF377E8}" dt="2026-04-22T03:12:46.554" v="8915" actId="478"/>
          <ac:grpSpMkLst>
            <pc:docMk/>
            <pc:sldMk cId="2887981440" sldId="307"/>
            <ac:grpSpMk id="144" creationId="{32297DC3-905E-E14E-DC98-8AE2A9FDB3CF}"/>
          </ac:grpSpMkLst>
        </pc:grpChg>
        <pc:grpChg chg="del">
          <ac:chgData name="昕 许" userId="a2975fcd840abfc3" providerId="LiveId" clId="{49CCD4F9-177C-4270-9A14-60236FF377E8}" dt="2026-04-22T03:12:46.554" v="8915" actId="478"/>
          <ac:grpSpMkLst>
            <pc:docMk/>
            <pc:sldMk cId="2887981440" sldId="307"/>
            <ac:grpSpMk id="165" creationId="{96B867DA-B5D8-6B2E-F7EE-8261D5A069D2}"/>
          </ac:grpSpMkLst>
        </pc:grpChg>
      </pc:sldChg>
      <pc:sldChg chg="addSp delSp modSp add mod">
        <pc:chgData name="昕 许" userId="a2975fcd840abfc3" providerId="LiveId" clId="{49CCD4F9-177C-4270-9A14-60236FF377E8}" dt="2026-04-22T03:35:53.908" v="9204" actId="1076"/>
        <pc:sldMkLst>
          <pc:docMk/>
          <pc:sldMk cId="2846355624" sldId="308"/>
        </pc:sldMkLst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6" creationId="{839C54DA-2C38-CA98-CA18-EE075ACEEE40}"/>
          </ac:spMkLst>
        </pc:spChg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8" creationId="{E413D2DD-AD52-9B5B-BFD8-B2E11969A7B4}"/>
          </ac:spMkLst>
        </pc:spChg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9" creationId="{C8964ACE-AF81-63D6-A857-3C32C7CB81D4}"/>
          </ac:spMkLst>
        </pc:spChg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10" creationId="{07936477-7111-5201-1925-9BC932B14D99}"/>
          </ac:spMkLst>
        </pc:spChg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12" creationId="{C7186A9B-C419-ABF1-9CFB-FEADBF32097C}"/>
          </ac:spMkLst>
        </pc:spChg>
        <pc:spChg chg="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14" creationId="{A94F6CD0-D63B-A724-568F-EB4EA53C573B}"/>
          </ac:spMkLst>
        </pc:spChg>
        <pc:spChg chg="add del mod">
          <ac:chgData name="昕 许" userId="a2975fcd840abfc3" providerId="LiveId" clId="{49CCD4F9-177C-4270-9A14-60236FF377E8}" dt="2026-04-22T03:19:34.413" v="9035" actId="478"/>
          <ac:spMkLst>
            <pc:docMk/>
            <pc:sldMk cId="2846355624" sldId="308"/>
            <ac:spMk id="21" creationId="{22B8063A-F438-B683-6633-8FC843259AEA}"/>
          </ac:spMkLst>
        </pc:spChg>
        <pc:spChg chg="add mod">
          <ac:chgData name="昕 许" userId="a2975fcd840abfc3" providerId="LiveId" clId="{49CCD4F9-177C-4270-9A14-60236FF377E8}" dt="2026-04-22T03:23:51.837" v="9071" actId="20577"/>
          <ac:spMkLst>
            <pc:docMk/>
            <pc:sldMk cId="2846355624" sldId="308"/>
            <ac:spMk id="23" creationId="{B7F1A2AA-1644-F842-F30C-4BE625BCBB4E}"/>
          </ac:spMkLst>
        </pc:spChg>
        <pc:spChg chg="add mod">
          <ac:chgData name="昕 许" userId="a2975fcd840abfc3" providerId="LiveId" clId="{49CCD4F9-177C-4270-9A14-60236FF377E8}" dt="2026-04-22T03:19:37.306" v="9038"/>
          <ac:spMkLst>
            <pc:docMk/>
            <pc:sldMk cId="2846355624" sldId="308"/>
            <ac:spMk id="25" creationId="{AC237193-57E6-4F7A-23DF-68EE9CF702D0}"/>
          </ac:spMkLst>
        </pc:spChg>
        <pc:spChg chg="add 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26" creationId="{6630F9E8-9CCA-4FF9-D396-5D3385681250}"/>
          </ac:spMkLst>
        </pc:spChg>
        <pc:spChg chg="add 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27" creationId="{2406D5DB-2AC9-91D3-F693-FFA4B07CD956}"/>
          </ac:spMkLst>
        </pc:spChg>
        <pc:spChg chg="add 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33" creationId="{CE7417A1-B02F-07D4-596F-9B300E9E69A0}"/>
          </ac:spMkLst>
        </pc:spChg>
        <pc:spChg chg="add mod">
          <ac:chgData name="昕 许" userId="a2975fcd840abfc3" providerId="LiveId" clId="{49CCD4F9-177C-4270-9A14-60236FF377E8}" dt="2026-04-22T03:35:53.908" v="9204" actId="1076"/>
          <ac:spMkLst>
            <pc:docMk/>
            <pc:sldMk cId="2846355624" sldId="308"/>
            <ac:spMk id="34" creationId="{FE4C66DA-67E5-FE77-2674-C2D4AA3DF14F}"/>
          </ac:spMkLst>
        </pc:spChg>
        <pc:spChg chg="del mod">
          <ac:chgData name="昕 许" userId="a2975fcd840abfc3" providerId="LiveId" clId="{49CCD4F9-177C-4270-9A14-60236FF377E8}" dt="2026-04-22T03:20:44.502" v="9051" actId="478"/>
          <ac:spMkLst>
            <pc:docMk/>
            <pc:sldMk cId="2846355624" sldId="308"/>
            <ac:spMk id="186" creationId="{0396D300-25A2-CA8F-0840-886B3016C731}"/>
          </ac:spMkLst>
        </pc:spChg>
        <pc:grpChg chg="mod">
          <ac:chgData name="昕 许" userId="a2975fcd840abfc3" providerId="LiveId" clId="{49CCD4F9-177C-4270-9A14-60236FF377E8}" dt="2026-04-22T03:20:40.470" v="9047" actId="1076"/>
          <ac:grpSpMkLst>
            <pc:docMk/>
            <pc:sldMk cId="2846355624" sldId="308"/>
            <ac:grpSpMk id="2" creationId="{31778E79-99AB-A1B9-BCC7-8A7D257735B3}"/>
          </ac:grpSpMkLst>
        </pc:grpChg>
        <pc:grpChg chg="mod">
          <ac:chgData name="昕 许" userId="a2975fcd840abfc3" providerId="LiveId" clId="{49CCD4F9-177C-4270-9A14-60236FF377E8}" dt="2026-04-22T03:20:40.470" v="9047" actId="1076"/>
          <ac:grpSpMkLst>
            <pc:docMk/>
            <pc:sldMk cId="2846355624" sldId="308"/>
            <ac:grpSpMk id="3" creationId="{2017309B-464C-6893-F6AF-9E4C19F04FD2}"/>
          </ac:grpSpMkLst>
        </pc:grpChg>
        <pc:grpChg chg="del">
          <ac:chgData name="昕 许" userId="a2975fcd840abfc3" providerId="LiveId" clId="{49CCD4F9-177C-4270-9A14-60236FF377E8}" dt="2026-04-22T03:19:02.612" v="8995" actId="478"/>
          <ac:grpSpMkLst>
            <pc:docMk/>
            <pc:sldMk cId="2846355624" sldId="308"/>
            <ac:grpSpMk id="101" creationId="{2140C0B8-823C-66F5-123A-AAFD37AEED03}"/>
          </ac:grpSpMkLst>
        </pc:grpChg>
        <pc:grpChg chg="del">
          <ac:chgData name="昕 许" userId="a2975fcd840abfc3" providerId="LiveId" clId="{49CCD4F9-177C-4270-9A14-60236FF377E8}" dt="2026-04-22T03:19:02.612" v="8995" actId="478"/>
          <ac:grpSpMkLst>
            <pc:docMk/>
            <pc:sldMk cId="2846355624" sldId="308"/>
            <ac:grpSpMk id="102" creationId="{80582C02-C133-0633-6AF4-053D9D51F197}"/>
          </ac:grpSpMkLst>
        </pc:grpChg>
        <pc:grpChg chg="del">
          <ac:chgData name="昕 许" userId="a2975fcd840abfc3" providerId="LiveId" clId="{49CCD4F9-177C-4270-9A14-60236FF377E8}" dt="2026-04-22T03:19:02.612" v="8995" actId="478"/>
          <ac:grpSpMkLst>
            <pc:docMk/>
            <pc:sldMk cId="2846355624" sldId="308"/>
            <ac:grpSpMk id="123" creationId="{F7605647-F91E-5C85-53AB-7872755B7551}"/>
          </ac:grpSpMkLst>
        </pc:grpChg>
        <pc:grpChg chg="del">
          <ac:chgData name="昕 许" userId="a2975fcd840abfc3" providerId="LiveId" clId="{49CCD4F9-177C-4270-9A14-60236FF377E8}" dt="2026-04-22T03:19:02.612" v="8995" actId="478"/>
          <ac:grpSpMkLst>
            <pc:docMk/>
            <pc:sldMk cId="2846355624" sldId="308"/>
            <ac:grpSpMk id="144" creationId="{BB17C6BB-A5F7-D49A-2AD6-1938AB45D6FD}"/>
          </ac:grpSpMkLst>
        </pc:grpChg>
        <pc:grpChg chg="del">
          <ac:chgData name="昕 许" userId="a2975fcd840abfc3" providerId="LiveId" clId="{49CCD4F9-177C-4270-9A14-60236FF377E8}" dt="2026-04-22T03:19:02.612" v="8995" actId="478"/>
          <ac:grpSpMkLst>
            <pc:docMk/>
            <pc:sldMk cId="2846355624" sldId="308"/>
            <ac:grpSpMk id="165" creationId="{8505F31F-FB69-31E3-DDF6-93720A933B13}"/>
          </ac:grpSpMkLst>
        </pc:grpChg>
        <pc:cxnChg chg="mod">
          <ac:chgData name="昕 许" userId="a2975fcd840abfc3" providerId="LiveId" clId="{49CCD4F9-177C-4270-9A14-60236FF377E8}" dt="2026-04-22T03:20:40.470" v="9047" actId="1076"/>
          <ac:cxnSpMkLst>
            <pc:docMk/>
            <pc:sldMk cId="2846355624" sldId="308"/>
            <ac:cxnSpMk id="7" creationId="{E2214F75-931B-723D-B4D9-DCE67C813CA7}"/>
          </ac:cxnSpMkLst>
        </pc:cxnChg>
        <pc:cxnChg chg="mod">
          <ac:chgData name="昕 许" userId="a2975fcd840abfc3" providerId="LiveId" clId="{49CCD4F9-177C-4270-9A14-60236FF377E8}" dt="2026-04-22T03:20:37.272" v="9046" actId="1076"/>
          <ac:cxnSpMkLst>
            <pc:docMk/>
            <pc:sldMk cId="2846355624" sldId="308"/>
            <ac:cxnSpMk id="18" creationId="{98AD244D-DC59-B57A-2D21-3B0FDF593F91}"/>
          </ac:cxnSpMkLst>
        </pc:cxnChg>
        <pc:cxnChg chg="mod">
          <ac:chgData name="昕 许" userId="a2975fcd840abfc3" providerId="LiveId" clId="{49CCD4F9-177C-4270-9A14-60236FF377E8}" dt="2026-04-22T03:20:37.272" v="9046" actId="1076"/>
          <ac:cxnSpMkLst>
            <pc:docMk/>
            <pc:sldMk cId="2846355624" sldId="308"/>
            <ac:cxnSpMk id="19" creationId="{B5F656D5-6ACD-3489-4F88-F3CD5BE38ED5}"/>
          </ac:cxnSpMkLst>
        </pc:cxnChg>
        <pc:cxnChg chg="mod">
          <ac:chgData name="昕 许" userId="a2975fcd840abfc3" providerId="LiveId" clId="{49CCD4F9-177C-4270-9A14-60236FF377E8}" dt="2026-04-22T03:20:40.470" v="9047" actId="1076"/>
          <ac:cxnSpMkLst>
            <pc:docMk/>
            <pc:sldMk cId="2846355624" sldId="308"/>
            <ac:cxnSpMk id="22" creationId="{8643C206-1B2C-0D78-7486-2CBE0A732BBD}"/>
          </ac:cxnSpMkLst>
        </pc:cxnChg>
        <pc:cxnChg chg="add mod">
          <ac:chgData name="昕 许" userId="a2975fcd840abfc3" providerId="LiveId" clId="{49CCD4F9-177C-4270-9A14-60236FF377E8}" dt="2026-04-22T03:25:02.209" v="9141" actId="1582"/>
          <ac:cxnSpMkLst>
            <pc:docMk/>
            <pc:sldMk cId="2846355624" sldId="308"/>
            <ac:cxnSpMk id="29" creationId="{0001144F-6D9D-D62C-F785-CC792A99199B}"/>
          </ac:cxnSpMkLst>
        </pc:cxnChg>
      </pc:sldChg>
      <pc:sldChg chg="add del">
        <pc:chgData name="昕 许" userId="a2975fcd840abfc3" providerId="LiveId" clId="{49CCD4F9-177C-4270-9A14-60236FF377E8}" dt="2026-04-22T03:19:04.313" v="8997"/>
        <pc:sldMkLst>
          <pc:docMk/>
          <pc:sldMk cId="4004802743" sldId="309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41.png"/><Relationship Id="rId4" Type="http://schemas.openxmlformats.org/officeDocument/2006/relationships/image" Target="../media/image29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8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8.png"/><Relationship Id="rId3" Type="http://schemas.openxmlformats.org/officeDocument/2006/relationships/image" Target="../media/image28.png"/><Relationship Id="rId7" Type="http://schemas.openxmlformats.org/officeDocument/2006/relationships/image" Target="../media/image53.png"/><Relationship Id="rId12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53.png"/><Relationship Id="rId3" Type="http://schemas.openxmlformats.org/officeDocument/2006/relationships/image" Target="../media/image28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64.png"/><Relationship Id="rId5" Type="http://schemas.openxmlformats.org/officeDocument/2006/relationships/image" Target="../media/image51.png"/><Relationship Id="rId10" Type="http://schemas.openxmlformats.org/officeDocument/2006/relationships/image" Target="../media/image63.png"/><Relationship Id="rId4" Type="http://schemas.openxmlformats.org/officeDocument/2006/relationships/image" Target="../media/image29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E3D6E844-3BE4-75E4-6F3D-C5DAE9934B8C}"/>
              </a:ext>
            </a:extLst>
          </p:cNvPr>
          <p:cNvSpPr txBox="1"/>
          <p:nvPr/>
        </p:nvSpPr>
        <p:spPr>
          <a:xfrm>
            <a:off x="4116013" y="57453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无向图</a:t>
            </a:r>
          </a:p>
        </p:txBody>
      </p: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DD5EAFEF-E1E4-4F76-2FAE-5759BBA8F7F1}"/>
              </a:ext>
            </a:extLst>
          </p:cNvPr>
          <p:cNvCxnSpPr>
            <a:stCxn id="24" idx="3"/>
            <a:endCxn id="6" idx="0"/>
          </p:cNvCxnSpPr>
          <p:nvPr/>
        </p:nvCxnSpPr>
        <p:spPr>
          <a:xfrm>
            <a:off x="4531202" y="1154351"/>
            <a:ext cx="307446" cy="294260"/>
          </a:xfrm>
          <a:prstGeom prst="curved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A4994227-B73C-1EF7-B0E4-24E963068DE7}"/>
              </a:ext>
            </a:extLst>
          </p:cNvPr>
          <p:cNvGrpSpPr/>
          <p:nvPr/>
        </p:nvGrpSpPr>
        <p:grpSpPr>
          <a:xfrm>
            <a:off x="4211180" y="1031239"/>
            <a:ext cx="1948673" cy="769797"/>
            <a:chOff x="4109633" y="940999"/>
            <a:chExt cx="1948673" cy="769797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A7419B3-F606-92A8-874E-73091D225137}"/>
                </a:ext>
              </a:extLst>
            </p:cNvPr>
            <p:cNvSpPr/>
            <p:nvPr/>
          </p:nvSpPr>
          <p:spPr>
            <a:xfrm>
              <a:off x="4560888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09A6C69-C4E3-8227-2207-D337A4D5A650}"/>
                    </a:ext>
                  </a:extLst>
                </p:cNvPr>
                <p:cNvSpPr txBox="1"/>
                <p:nvPr/>
              </p:nvSpPr>
              <p:spPr>
                <a:xfrm>
                  <a:off x="4577089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09A6C69-C4E3-8227-2207-D337A4D5A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7089" y="1396083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BBEF59A-65E7-7417-0D47-DC8A821AEE5C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24BAF22-4B0A-235C-1B25-49E06BC2B69F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24BAF22-4B0A-235C-1B25-49E06BC2B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6B98E0B-6A06-E778-B510-2A3BA2C4124C}"/>
                </a:ext>
              </a:extLst>
            </p:cNvPr>
            <p:cNvCxnSpPr>
              <a:stCxn id="6" idx="6"/>
              <a:endCxn id="11" idx="2"/>
            </p:cNvCxnSpPr>
            <p:nvPr/>
          </p:nvCxnSpPr>
          <p:spPr>
            <a:xfrm>
              <a:off x="4913313" y="1534584"/>
              <a:ext cx="6810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E30FD49-B2F5-D9C5-7BD8-1CCB7A90E4D0}"/>
                    </a:ext>
                  </a:extLst>
                </p:cNvPr>
                <p:cNvSpPr txBox="1"/>
                <p:nvPr/>
              </p:nvSpPr>
              <p:spPr>
                <a:xfrm>
                  <a:off x="4109633" y="941000"/>
                  <a:ext cx="320022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节点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E30FD49-B2F5-D9C5-7BD8-1CCB7A90E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9633" y="941000"/>
                  <a:ext cx="320022" cy="246221"/>
                </a:xfrm>
                <a:prstGeom prst="rect">
                  <a:avLst/>
                </a:prstGeom>
                <a:blipFill>
                  <a:blip r:embed="rId4"/>
                  <a:stretch>
                    <a:fillRect r="-2884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453E2D9-255C-A9F9-ABAF-B70D0A0371A0}"/>
                    </a:ext>
                  </a:extLst>
                </p:cNvPr>
                <p:cNvSpPr txBox="1"/>
                <p:nvPr/>
              </p:nvSpPr>
              <p:spPr>
                <a:xfrm>
                  <a:off x="5738284" y="940999"/>
                  <a:ext cx="320022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000" i="1">
                            <a:latin typeface="Cambria Math" panose="02040503050406030204" pitchFamily="18" charset="0"/>
                          </a:rPr>
                          <m:t>边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453E2D9-255C-A9F9-ABAF-B70D0A0371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8284" y="940999"/>
                  <a:ext cx="320022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连接符: 曲线 43">
              <a:extLst>
                <a:ext uri="{FF2B5EF4-FFF2-40B4-BE49-F238E27FC236}">
                  <a16:creationId xmlns:a16="http://schemas.microsoft.com/office/drawing/2014/main" id="{BEE324E9-AE73-13A2-65AA-CE84B0C00BB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253831" y="1042942"/>
              <a:ext cx="484453" cy="491640"/>
            </a:xfrm>
            <a:prstGeom prst="curved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E99895C0-5127-5365-B973-5D8A1B449F88}"/>
              </a:ext>
            </a:extLst>
          </p:cNvPr>
          <p:cNvSpPr/>
          <p:nvPr/>
        </p:nvSpPr>
        <p:spPr>
          <a:xfrm>
            <a:off x="4158191" y="869716"/>
            <a:ext cx="2111376" cy="118254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F57C64C-673C-8ADE-8DA0-C214C9730F56}"/>
              </a:ext>
            </a:extLst>
          </p:cNvPr>
          <p:cNvGrpSpPr/>
          <p:nvPr/>
        </p:nvGrpSpPr>
        <p:grpSpPr>
          <a:xfrm>
            <a:off x="7121819" y="1543549"/>
            <a:ext cx="1385887" cy="352425"/>
            <a:chOff x="4560888" y="2749924"/>
            <a:chExt cx="1385887" cy="352425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2CC71FDE-BDCD-D03C-07FB-2568CC7A5899}"/>
                </a:ext>
              </a:extLst>
            </p:cNvPr>
            <p:cNvGrpSpPr/>
            <p:nvPr/>
          </p:nvGrpSpPr>
          <p:grpSpPr>
            <a:xfrm>
              <a:off x="4560888" y="2749924"/>
              <a:ext cx="352425" cy="352425"/>
              <a:chOff x="4560888" y="2749924"/>
              <a:chExt cx="352425" cy="352425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40AD28AD-49D3-FC28-B782-886A36FD63B8}"/>
                  </a:ext>
                </a:extLst>
              </p:cNvPr>
              <p:cNvSpPr/>
              <p:nvPr/>
            </p:nvSpPr>
            <p:spPr>
              <a:xfrm>
                <a:off x="4560888" y="2749924"/>
                <a:ext cx="352425" cy="352425"/>
              </a:xfrm>
              <a:prstGeom prst="ellipse">
                <a:avLst/>
              </a:prstGeom>
              <a:noFill/>
              <a:ln>
                <a:solidFill>
                  <a:srgbClr val="172C5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72C5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C432FCB7-027D-092D-47A5-51EB02228C25}"/>
                      </a:ext>
                    </a:extLst>
                  </p:cNvPr>
                  <p:cNvSpPr txBox="1"/>
                  <p:nvPr/>
                </p:nvSpPr>
                <p:spPr>
                  <a:xfrm>
                    <a:off x="4608373" y="2785505"/>
                    <a:ext cx="20869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C432FCB7-027D-092D-47A5-51EB02228C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8373" y="2785505"/>
                    <a:ext cx="2086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176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A7D0C71B-10DD-6487-0263-A4E37A93C51D}"/>
                </a:ext>
              </a:extLst>
            </p:cNvPr>
            <p:cNvSpPr/>
            <p:nvPr/>
          </p:nvSpPr>
          <p:spPr>
            <a:xfrm>
              <a:off x="5594350" y="2749924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7AF5A1D-89B2-56B7-CF30-6EF4BA6E6AE9}"/>
                    </a:ext>
                  </a:extLst>
                </p:cNvPr>
                <p:cNvSpPr txBox="1"/>
                <p:nvPr/>
              </p:nvSpPr>
              <p:spPr>
                <a:xfrm>
                  <a:off x="5610551" y="2787636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7AF5A1D-89B2-56B7-CF30-6EF4BA6E6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2787636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40874FE-A1EF-AB94-DED1-B12B10178D29}"/>
                </a:ext>
              </a:extLst>
            </p:cNvPr>
            <p:cNvCxnSpPr>
              <a:stCxn id="57" idx="6"/>
              <a:endCxn id="59" idx="2"/>
            </p:cNvCxnSpPr>
            <p:nvPr/>
          </p:nvCxnSpPr>
          <p:spPr>
            <a:xfrm>
              <a:off x="4913313" y="2926137"/>
              <a:ext cx="68103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9613C5B-3E57-EB2F-7040-2B3678851303}"/>
              </a:ext>
            </a:extLst>
          </p:cNvPr>
          <p:cNvSpPr txBox="1"/>
          <p:nvPr/>
        </p:nvSpPr>
        <p:spPr>
          <a:xfrm>
            <a:off x="6710518" y="57453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有向图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91E53D7-E640-5F91-3B21-69CA96B39D92}"/>
              </a:ext>
            </a:extLst>
          </p:cNvPr>
          <p:cNvSpPr/>
          <p:nvPr/>
        </p:nvSpPr>
        <p:spPr>
          <a:xfrm>
            <a:off x="6759076" y="863366"/>
            <a:ext cx="2111376" cy="118889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75E918F-7325-BD0D-A7B6-7C8B622CA640}"/>
              </a:ext>
            </a:extLst>
          </p:cNvPr>
          <p:cNvGrpSpPr/>
          <p:nvPr/>
        </p:nvGrpSpPr>
        <p:grpSpPr>
          <a:xfrm>
            <a:off x="7638551" y="909111"/>
            <a:ext cx="352425" cy="352425"/>
            <a:chOff x="4560888" y="2749924"/>
            <a:chExt cx="352425" cy="352425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9E5D94B6-1E30-C880-008C-96DE1260508F}"/>
                </a:ext>
              </a:extLst>
            </p:cNvPr>
            <p:cNvSpPr/>
            <p:nvPr/>
          </p:nvSpPr>
          <p:spPr>
            <a:xfrm>
              <a:off x="4560888" y="2749924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C2F6B87-0CEF-B106-4302-E3F04B2043C6}"/>
                    </a:ext>
                  </a:extLst>
                </p:cNvPr>
                <p:cNvSpPr txBox="1"/>
                <p:nvPr/>
              </p:nvSpPr>
              <p:spPr>
                <a:xfrm>
                  <a:off x="4608373" y="2785505"/>
                  <a:ext cx="20869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C2F6B87-0CEF-B106-4302-E3F04B2043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373" y="2785505"/>
                  <a:ext cx="208694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117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EB04EB5-31AA-93CC-6631-40BD817E2638}"/>
              </a:ext>
            </a:extLst>
          </p:cNvPr>
          <p:cNvCxnSpPr>
            <a:cxnSpLocks/>
            <a:endCxn id="73" idx="3"/>
          </p:cNvCxnSpPr>
          <p:nvPr/>
        </p:nvCxnSpPr>
        <p:spPr>
          <a:xfrm flipV="1">
            <a:off x="7337985" y="1209925"/>
            <a:ext cx="352177" cy="33362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9933FF6-4DC8-9027-C800-834DBBC6A693}"/>
              </a:ext>
            </a:extLst>
          </p:cNvPr>
          <p:cNvCxnSpPr>
            <a:cxnSpLocks/>
          </p:cNvCxnSpPr>
          <p:nvPr/>
        </p:nvCxnSpPr>
        <p:spPr>
          <a:xfrm flipH="1">
            <a:off x="7401864" y="1291251"/>
            <a:ext cx="315014" cy="28787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6D2C0A38-D804-7D8E-E283-342331502B81}"/>
                  </a:ext>
                </a:extLst>
              </p:cNvPr>
              <p:cNvSpPr txBox="1"/>
              <p:nvPr/>
            </p:nvSpPr>
            <p:spPr>
              <a:xfrm>
                <a:off x="7306596" y="1139139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6D2C0A38-D804-7D8E-E283-342331502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596" y="1139139"/>
                <a:ext cx="32002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555B6CD-31BF-BA15-0657-49B759BC497D}"/>
                  </a:ext>
                </a:extLst>
              </p:cNvPr>
              <p:cNvSpPr txBox="1"/>
              <p:nvPr/>
            </p:nvSpPr>
            <p:spPr>
              <a:xfrm>
                <a:off x="7490445" y="1316339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555B6CD-31BF-BA15-0657-49B759BC4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445" y="1316339"/>
                <a:ext cx="32002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6C3A068A-E070-FE62-9B1C-1D3CC74DC9BB}"/>
                  </a:ext>
                </a:extLst>
              </p:cNvPr>
              <p:cNvSpPr txBox="1"/>
              <p:nvPr/>
            </p:nvSpPr>
            <p:spPr>
              <a:xfrm>
                <a:off x="7650456" y="1699978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6C3A068A-E070-FE62-9B1C-1D3CC74DC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456" y="1699978"/>
                <a:ext cx="320022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A0397FA-378D-A631-4BB6-D9834CCF152A}"/>
                  </a:ext>
                </a:extLst>
              </p:cNvPr>
              <p:cNvSpPr txBox="1"/>
              <p:nvPr/>
            </p:nvSpPr>
            <p:spPr>
              <a:xfrm>
                <a:off x="8276331" y="1086814"/>
                <a:ext cx="32002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 smtClean="0">
                          <a:latin typeface="Cambria Math" panose="02040503050406030204" pitchFamily="18" charset="0"/>
                        </a:rPr>
                        <m:t>边</m:t>
                      </m:r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权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A0397FA-378D-A631-4BB6-D9834CCF1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331" y="1086814"/>
                <a:ext cx="320022" cy="246221"/>
              </a:xfrm>
              <a:prstGeom prst="rect">
                <a:avLst/>
              </a:prstGeom>
              <a:blipFill>
                <a:blip r:embed="rId12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连接符: 曲线 86">
            <a:extLst>
              <a:ext uri="{FF2B5EF4-FFF2-40B4-BE49-F238E27FC236}">
                <a16:creationId xmlns:a16="http://schemas.microsoft.com/office/drawing/2014/main" id="{E0113CF7-A25F-3546-BEBB-BBB15FF2F6F8}"/>
              </a:ext>
            </a:extLst>
          </p:cNvPr>
          <p:cNvCxnSpPr>
            <a:cxnSpLocks/>
            <a:stCxn id="86" idx="0"/>
            <a:endCxn id="83" idx="3"/>
          </p:cNvCxnSpPr>
          <p:nvPr/>
        </p:nvCxnSpPr>
        <p:spPr>
          <a:xfrm rot="16200000" flipH="1" flipV="1">
            <a:off x="7939392" y="957888"/>
            <a:ext cx="368025" cy="625875"/>
          </a:xfrm>
          <a:prstGeom prst="curvedConnector4">
            <a:avLst>
              <a:gd name="adj1" fmla="val 1726"/>
              <a:gd name="adj2" fmla="val 62783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FB47D1C5-2E87-C017-5738-DDE799660C8D}"/>
              </a:ext>
            </a:extLst>
          </p:cNvPr>
          <p:cNvCxnSpPr>
            <a:cxnSpLocks/>
            <a:stCxn id="86" idx="2"/>
            <a:endCxn id="84" idx="0"/>
          </p:cNvCxnSpPr>
          <p:nvPr/>
        </p:nvCxnSpPr>
        <p:spPr>
          <a:xfrm rot="5400000">
            <a:off x="7939934" y="1203569"/>
            <a:ext cx="366943" cy="625875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8755-F3AE-098A-B941-8C27E997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BD6317CD-0C90-BFF4-7214-B5C647B3B460}"/>
              </a:ext>
            </a:extLst>
          </p:cNvPr>
          <p:cNvSpPr txBox="1"/>
          <p:nvPr/>
        </p:nvSpPr>
        <p:spPr>
          <a:xfrm>
            <a:off x="1826838" y="858208"/>
            <a:ext cx="12634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BFS</a:t>
            </a:r>
            <a:r>
              <a:rPr lang="zh-CN" altLang="en-US" sz="1100" b="1" dirty="0"/>
              <a:t>算法基本流程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/>
              <p:nvPr/>
            </p:nvSpPr>
            <p:spPr>
              <a:xfrm>
                <a:off x="1864906" y="1307956"/>
                <a:ext cx="18451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1.</a:t>
                </a:r>
                <a:r>
                  <a:rPr lang="zh-CN" altLang="en-US" sz="1100" b="1" dirty="0"/>
                  <a:t>初始化队列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𝒒𝒖𝒆𝒖𝒆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1307956"/>
                <a:ext cx="1845185" cy="261610"/>
              </a:xfrm>
              <a:prstGeom prst="rect">
                <a:avLst/>
              </a:prstGeom>
              <a:blipFill>
                <a:blip r:embed="rId2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/>
              <p:nvPr/>
            </p:nvSpPr>
            <p:spPr>
              <a:xfrm>
                <a:off x="1864906" y="1591017"/>
                <a:ext cx="19506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2.</a:t>
                </a:r>
                <a:r>
                  <a:rPr lang="zh-CN" altLang="en-US" sz="1100" b="1" dirty="0"/>
                  <a:t>起始节点入队：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1591017"/>
                <a:ext cx="1950662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1B6B40-AAB0-0B18-B376-BF9314C4361B}"/>
              </a:ext>
            </a:extLst>
          </p:cNvPr>
          <p:cNvSpPr/>
          <p:nvPr/>
        </p:nvSpPr>
        <p:spPr>
          <a:xfrm>
            <a:off x="1743075" y="1161737"/>
            <a:ext cx="4562476" cy="242283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/>
              <p:nvPr/>
            </p:nvSpPr>
            <p:spPr>
              <a:xfrm>
                <a:off x="1864907" y="1852627"/>
                <a:ext cx="478989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</a:t>
                </a:r>
                <a:r>
                  <a:rPr lang="zh-CN" altLang="en-US" sz="1100" b="1" dirty="0"/>
                  <a:t>标记</a:t>
                </a:r>
                <a:r>
                  <a:rPr lang="zh-CN" altLang="en-US" sz="1100" b="1" i="0" dirty="0">
                    <a:latin typeface="+mj-lt"/>
                  </a:rPr>
                  <a:t>起点</a:t>
                </a:r>
                <a:r>
                  <a:rPr lang="zh-CN" altLang="en-US" sz="1100" b="1" dirty="0">
                    <a:latin typeface="+mj-lt"/>
                  </a:rPr>
                  <a:t>已</a:t>
                </a:r>
                <a:r>
                  <a:rPr lang="zh-CN" altLang="en-US" sz="1100" b="1" i="0" dirty="0">
                    <a:latin typeface="+mj-lt"/>
                  </a:rPr>
                  <a:t>访问</a:t>
                </a:r>
                <a:r>
                  <a:rPr lang="zh-CN" altLang="en-US" sz="11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𝒗𝒊𝒔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𝒕𝒓𝒖𝒆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7" y="1852627"/>
                <a:ext cx="4789894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/>
              <p:nvPr/>
            </p:nvSpPr>
            <p:spPr>
              <a:xfrm>
                <a:off x="1864906" y="2151838"/>
                <a:ext cx="21822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</a:t>
                </a:r>
                <a:r>
                  <a:rPr lang="zh-CN" altLang="en-US" sz="1100" b="1" dirty="0"/>
                  <a:t>循环以下操作，直到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100" b="1" dirty="0"/>
                  <a:t>为空：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906" y="2151838"/>
                <a:ext cx="2182222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/>
              <p:nvPr/>
            </p:nvSpPr>
            <p:spPr>
              <a:xfrm>
                <a:off x="2230030" y="2439203"/>
                <a:ext cx="27918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4.1 </a:t>
                </a:r>
                <a:r>
                  <a:rPr lang="zh-CN" altLang="en-US" sz="1100" b="1" dirty="0"/>
                  <a:t>取队头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𝒑𝒐𝒑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30" y="2439203"/>
                <a:ext cx="2791823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/>
              <p:nvPr/>
            </p:nvSpPr>
            <p:spPr>
              <a:xfrm>
                <a:off x="2230030" y="2726568"/>
                <a:ext cx="563345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4.2 </a:t>
                </a:r>
                <a:r>
                  <a:rPr lang="zh-CN" altLang="en-US" sz="1100" b="1" dirty="0"/>
                  <a:t>遍历未访问的邻居</a:t>
                </a:r>
                <a:r>
                  <a:rPr lang="en-US" altLang="zh-CN" sz="1100" b="1" dirty="0"/>
                  <a:t>: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𝒏𝒆𝒊𝒈𝒉𝒃𝒐𝒓</m:t>
                    </m:r>
                    <m:d>
                      <m:dPr>
                        <m:ctrlPr>
                          <a:rPr lang="en-US" altLang="zh-CN" sz="11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∧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𝒗𝒊𝒔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] ==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𝒇𝒂𝒍𝒔𝒆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30" y="2726568"/>
                <a:ext cx="5633450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/>
              <p:nvPr/>
            </p:nvSpPr>
            <p:spPr>
              <a:xfrm>
                <a:off x="2649130" y="3003592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4.2.1 </a:t>
                </a:r>
                <a:r>
                  <a:rPr lang="zh-CN" altLang="en-US" sz="1100" b="1" dirty="0"/>
                  <a:t>标记已访问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𝒗𝒊𝒔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𝒕𝒓𝒖𝒆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30" y="3003592"/>
                <a:ext cx="3344273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/>
              <p:nvPr/>
            </p:nvSpPr>
            <p:spPr>
              <a:xfrm>
                <a:off x="2649129" y="3280616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4.2.2 </a:t>
                </a:r>
                <a:r>
                  <a:rPr lang="zh-CN" altLang="en-US" sz="1100" b="1" dirty="0"/>
                  <a:t>加入队列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err="1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29" y="3280616"/>
                <a:ext cx="3344273" cy="261610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80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4C97-5833-45A4-E596-1045AF77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C06BAB3-C063-9C37-78E1-8A4907589DDE}"/>
              </a:ext>
            </a:extLst>
          </p:cNvPr>
          <p:cNvSpPr/>
          <p:nvPr/>
        </p:nvSpPr>
        <p:spPr>
          <a:xfrm>
            <a:off x="4560888" y="13583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FA5EE3-14F1-9596-512E-B9A0E1786B62}"/>
                  </a:ext>
                </a:extLst>
              </p:cNvPr>
              <p:cNvSpPr txBox="1"/>
              <p:nvPr/>
            </p:nvSpPr>
            <p:spPr>
              <a:xfrm>
                <a:off x="4577089" y="13960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FA5EE3-14F1-9596-512E-B9A0E1786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089" y="13960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3EF7190-30C2-75A5-5F7F-DBAFDD3F7D92}"/>
              </a:ext>
            </a:extLst>
          </p:cNvPr>
          <p:cNvGrpSpPr/>
          <p:nvPr/>
        </p:nvGrpSpPr>
        <p:grpSpPr>
          <a:xfrm>
            <a:off x="5594350" y="13583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4B34F92-013B-FE91-1802-B922724DA6BA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472F002-5D38-3F3B-FD92-21F1A180EC2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472F002-5D38-3F3B-FD92-21F1A180E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003FEF0-CCBA-415E-126B-C0800BF2A98D}"/>
              </a:ext>
            </a:extLst>
          </p:cNvPr>
          <p:cNvCxnSpPr>
            <a:stCxn id="6" idx="6"/>
            <a:endCxn id="11" idx="2"/>
          </p:cNvCxnSpPr>
          <p:nvPr/>
        </p:nvCxnSpPr>
        <p:spPr>
          <a:xfrm>
            <a:off x="4913313" y="15345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76111CA2-ED87-09B4-BC69-A03C165F1781}"/>
              </a:ext>
            </a:extLst>
          </p:cNvPr>
          <p:cNvGrpSpPr/>
          <p:nvPr/>
        </p:nvGrpSpPr>
        <p:grpSpPr>
          <a:xfrm>
            <a:off x="6464829" y="1804988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7F4E76D-0E6B-2578-8849-7E95CBD3F43D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24BF0E9-2411-D68A-92AA-CBEE9ACA69D9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24BF0E9-2411-D68A-92AA-CBEE9ACA6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6A8616-CAC3-3FB0-3EB1-8132F37BC9B9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>
            <a:off x="5946775" y="1534584"/>
            <a:ext cx="518054" cy="446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1F1E6A68-8BCE-77AA-4130-68A3E2DE270F}"/>
              </a:ext>
            </a:extLst>
          </p:cNvPr>
          <p:cNvSpPr/>
          <p:nvPr/>
        </p:nvSpPr>
        <p:spPr>
          <a:xfrm>
            <a:off x="4880910" y="6387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68966F-1145-FADD-54F9-FF4BD81E91FD}"/>
                  </a:ext>
                </a:extLst>
              </p:cNvPr>
              <p:cNvSpPr txBox="1"/>
              <p:nvPr/>
            </p:nvSpPr>
            <p:spPr>
              <a:xfrm>
                <a:off x="4897111" y="6764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68966F-1145-FADD-54F9-FF4BD81E9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111" y="6764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A0C1D6-0C54-F8E8-8C02-95F42C10E67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37101" y="9243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84D518-D0DD-4F77-E954-441B5EA06DA9}"/>
                  </a:ext>
                </a:extLst>
              </p:cNvPr>
              <p:cNvSpPr txBox="1"/>
              <p:nvPr/>
            </p:nvSpPr>
            <p:spPr>
              <a:xfrm>
                <a:off x="7108449" y="801200"/>
                <a:ext cx="178843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4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E84D518-D0DD-4F77-E954-441B5EA0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801200"/>
                <a:ext cx="1788438" cy="246221"/>
              </a:xfrm>
              <a:prstGeom prst="rect">
                <a:avLst/>
              </a:prstGeom>
              <a:blipFill>
                <a:blip r:embed="rId6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211211-2D4D-6552-5B01-AFF6CA5BB620}"/>
                  </a:ext>
                </a:extLst>
              </p:cNvPr>
              <p:cNvSpPr txBox="1"/>
              <p:nvPr/>
            </p:nvSpPr>
            <p:spPr>
              <a:xfrm>
                <a:off x="7108449" y="1062810"/>
                <a:ext cx="19123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1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0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6211211-2D4D-6552-5B01-AFF6CA5BB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062810"/>
                <a:ext cx="1912383" cy="246221"/>
              </a:xfrm>
              <a:prstGeom prst="rect">
                <a:avLst/>
              </a:prstGeom>
              <a:blipFill>
                <a:blip r:embed="rId7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163AB76-1538-46FA-1156-754259986C86}"/>
                  </a:ext>
                </a:extLst>
              </p:cNvPr>
              <p:cNvSpPr txBox="1"/>
              <p:nvPr/>
            </p:nvSpPr>
            <p:spPr>
              <a:xfrm>
                <a:off x="7108449" y="1324420"/>
                <a:ext cx="19123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2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163AB76-1538-46FA-1156-754259986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324420"/>
                <a:ext cx="1912383" cy="246221"/>
              </a:xfrm>
              <a:prstGeom prst="rect">
                <a:avLst/>
              </a:prstGeom>
              <a:blipFill>
                <a:blip r:embed="rId8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6A38852-EADD-E646-4170-57242D3F9915}"/>
                  </a:ext>
                </a:extLst>
              </p:cNvPr>
              <p:cNvSpPr txBox="1"/>
              <p:nvPr/>
            </p:nvSpPr>
            <p:spPr>
              <a:xfrm>
                <a:off x="7108449" y="1594824"/>
                <a:ext cx="178843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3</a:t>
                </a:r>
                <a:r>
                  <a:rPr lang="zh-CN" altLang="en-US" sz="1000" b="1" dirty="0"/>
                  <a:t>的邻居</a:t>
                </a:r>
                <a:r>
                  <a:rPr lang="en-US" altLang="zh-CN" sz="10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𝒏𝒆𝒊𝒈𝒉𝒃𝒐𝒓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6A38852-EADD-E646-4170-57242D3F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49" y="1594824"/>
                <a:ext cx="1788438" cy="246221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69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6C84-F87E-C91B-3380-BF82CE14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4EA843AE-6D95-BA1D-221C-0F6218D493A2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5146F8-4C6B-CBDF-5552-821655B0C04A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15146F8-4C6B-CBDF-5552-821655B0C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0BFE2A9-87A8-1417-063D-4DC88D233F8F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9A5E23B-AC29-7A8B-6220-022DC9EADFB4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C993C6-6150-B607-ECC3-16629E6F7917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AC993C6-6150-B607-ECC3-16629E6F7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434907-697A-9683-68D9-AAA64F8CCEF7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D0C3B04-4ECE-0341-6457-A95957227EE9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5B0FB615-80E0-2E66-C5D7-F7D6BC9C05B7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5B0FB615-80E0-2E66-C5D7-F7D6BC9C0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3DCCF82-C9F8-FBBD-BBB7-F9555115DD8F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E15F9EE1-DC29-C487-0082-E6AAB4E817C8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471722-EF03-72CC-40EE-F6363A604EC5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471722-EF03-72CC-40EE-F6363A604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8AD899-0CB9-E096-B2C0-D17B816CBD5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C25769B-FB2E-C343-002E-75EE435B4D48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491BB21-E39D-F90C-AC8D-991AA886778F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491BB21-E39D-F90C-AC8D-991AA8867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3619C43-484B-E84A-2FAF-3F1E9EE018BA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400B1DD-B0A9-8001-D007-7DBB3119CEE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3285140-C5E2-B22D-1505-55CFE04841C1}"/>
              </a:ext>
            </a:extLst>
          </p:cNvPr>
          <p:cNvGrpSpPr/>
          <p:nvPr/>
        </p:nvGrpSpPr>
        <p:grpSpPr>
          <a:xfrm>
            <a:off x="7365594" y="3174130"/>
            <a:ext cx="1413156" cy="801960"/>
            <a:chOff x="7486811" y="2645304"/>
            <a:chExt cx="1413156" cy="8019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6137C8-11B6-DD1C-B698-3C654B361E4E}"/>
                    </a:ext>
                  </a:extLst>
                </p:cNvPr>
                <p:cNvSpPr txBox="1"/>
                <p:nvPr/>
              </p:nvSpPr>
              <p:spPr>
                <a:xfrm>
                  <a:off x="7486812" y="2645304"/>
                  <a:ext cx="117071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连通块</m:t>
                      </m:r>
                    </m:oMath>
                  </a14:m>
                  <a:r>
                    <a:rPr lang="en-US" altLang="zh-CN" sz="1000" dirty="0"/>
                    <a:t>A: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{1,4}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6137C8-11B6-DD1C-B698-3C654B361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2" y="2645304"/>
                  <a:ext cx="1170719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87ACA77-8B3A-8ACA-D2F6-DE1C63283273}"/>
                    </a:ext>
                  </a:extLst>
                </p:cNvPr>
                <p:cNvSpPr txBox="1"/>
                <p:nvPr/>
              </p:nvSpPr>
              <p:spPr>
                <a:xfrm>
                  <a:off x="7486811" y="2912728"/>
                  <a:ext cx="14131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zh-CN" altLang="en-US" sz="1000" i="1" smtClean="0">
                          <a:latin typeface="Cambria Math" panose="02040503050406030204" pitchFamily="18" charset="0"/>
                        </a:rPr>
                        <m:t>连通块</m:t>
                      </m:r>
                    </m:oMath>
                  </a14:m>
                  <a:r>
                    <a:rPr lang="en-US" altLang="zh-CN" sz="1000" dirty="0"/>
                    <a:t>B: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3,5</m:t>
                      </m:r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87ACA77-8B3A-8ACA-D2F6-DE1C63283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1" y="2912728"/>
                  <a:ext cx="1413156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FB7E94F-12D8-F7F9-6AEB-5E56B277092E}"/>
                    </a:ext>
                  </a:extLst>
                </p:cNvPr>
                <p:cNvSpPr txBox="1"/>
                <p:nvPr/>
              </p:nvSpPr>
              <p:spPr>
                <a:xfrm>
                  <a:off x="7486811" y="3201043"/>
                  <a:ext cx="141315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dirty="0"/>
                    <a:t>连通块个数</a:t>
                  </a:r>
                  <a:r>
                    <a:rPr lang="en-US" altLang="zh-CN" sz="1000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FB7E94F-12D8-F7F9-6AEB-5E56B2770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811" y="3201043"/>
                  <a:ext cx="1413156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CE3921-5D1F-8AC5-FE07-41B69FE5B8B3}"/>
                  </a:ext>
                </a:extLst>
              </p:cNvPr>
              <p:cNvSpPr txBox="1"/>
              <p:nvPr/>
            </p:nvSpPr>
            <p:spPr>
              <a:xfrm>
                <a:off x="7455183" y="2645304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1,4</m:t>
                      </m:r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连通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0CE3921-5D1F-8AC5-FE07-41B69FE5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183" y="2645304"/>
                <a:ext cx="594500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8C30956-40A4-FEE5-EE0C-14B5F6FAD2FD}"/>
                  </a:ext>
                </a:extLst>
              </p:cNvPr>
              <p:cNvSpPr txBox="1"/>
              <p:nvPr/>
            </p:nvSpPr>
            <p:spPr>
              <a:xfrm>
                <a:off x="7455183" y="2881243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,1</m:t>
                      </m:r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不连通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8C30956-40A4-FEE5-EE0C-14B5F6FAD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183" y="2881243"/>
                <a:ext cx="594500" cy="246221"/>
              </a:xfrm>
              <a:prstGeom prst="rect">
                <a:avLst/>
              </a:prstGeom>
              <a:blipFill>
                <a:blip r:embed="rId11"/>
                <a:stretch>
                  <a:fillRect r="-19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>
            <a:extLst>
              <a:ext uri="{FF2B5EF4-FFF2-40B4-BE49-F238E27FC236}">
                <a16:creationId xmlns:a16="http://schemas.microsoft.com/office/drawing/2014/main" id="{B07CF654-E588-5CBE-621D-74844400DE7E}"/>
              </a:ext>
            </a:extLst>
          </p:cNvPr>
          <p:cNvSpPr/>
          <p:nvPr/>
        </p:nvSpPr>
        <p:spPr>
          <a:xfrm>
            <a:off x="7455183" y="2645304"/>
            <a:ext cx="869667" cy="494898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FE3530-D42C-A05B-216F-EC00137DA13B}"/>
                  </a:ext>
                </a:extLst>
              </p:cNvPr>
              <p:cNvSpPr txBox="1"/>
              <p:nvPr/>
            </p:nvSpPr>
            <p:spPr>
              <a:xfrm>
                <a:off x="7359936" y="2397855"/>
                <a:ext cx="5945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000" i="1">
                        <a:latin typeface="Cambria Math" panose="02040503050406030204" pitchFamily="18" charset="0"/>
                      </a:rPr>
                      <m:t>连通</m:t>
                    </m:r>
                  </m:oMath>
                </a14:m>
                <a:r>
                  <a:rPr lang="zh-CN" altLang="en-US" sz="1000" dirty="0"/>
                  <a:t>性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FE3530-D42C-A05B-216F-EC00137DA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936" y="2397855"/>
                <a:ext cx="594500" cy="246221"/>
              </a:xfrm>
              <a:prstGeom prst="rect">
                <a:avLst/>
              </a:prstGeom>
              <a:blipFill>
                <a:blip r:embed="rId1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86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1828-E8FB-9DE6-21BB-2E99C176E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EA70783-A948-BED2-6DFA-92EE5C9C55A7}"/>
              </a:ext>
            </a:extLst>
          </p:cNvPr>
          <p:cNvSpPr/>
          <p:nvPr/>
        </p:nvSpPr>
        <p:spPr>
          <a:xfrm>
            <a:off x="4603222" y="336497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/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EE2A48-4765-7228-BE24-3461F9A5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23" y="3402683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8B2C35E4-C189-E807-9E15-47DFD682C7F7}"/>
              </a:ext>
            </a:extLst>
          </p:cNvPr>
          <p:cNvGrpSpPr/>
          <p:nvPr/>
        </p:nvGrpSpPr>
        <p:grpSpPr>
          <a:xfrm>
            <a:off x="5636684" y="3364971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BF804C9-969C-5FD4-C571-58FEC6F728BF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370BEF-C79A-7330-5BEB-760CE4FED244}"/>
              </a:ext>
            </a:extLst>
          </p:cNvPr>
          <p:cNvGrpSpPr/>
          <p:nvPr/>
        </p:nvGrpSpPr>
        <p:grpSpPr>
          <a:xfrm>
            <a:off x="6519863" y="2930911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6CB51133-9767-402C-D9E3-D9DAAA505AA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59DAA5A-7DBE-2551-97F2-9312108B5C46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5989109" y="3107124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97CB6743-5C2E-E941-D068-7082383F3EDB}"/>
              </a:ext>
            </a:extLst>
          </p:cNvPr>
          <p:cNvSpPr/>
          <p:nvPr/>
        </p:nvSpPr>
        <p:spPr>
          <a:xfrm>
            <a:off x="4923244" y="26453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/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8B3557-D827-1F9A-EED1-1F7784EC5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445" y="2683016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D6E288-94A8-28E6-177D-09218230E14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779435" y="2930911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C0867739-BF0C-A2BC-5307-B5455202FE45}"/>
              </a:ext>
            </a:extLst>
          </p:cNvPr>
          <p:cNvSpPr/>
          <p:nvPr/>
        </p:nvSpPr>
        <p:spPr>
          <a:xfrm>
            <a:off x="6457827" y="373750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/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DEA9B83-519F-5FF5-5DF0-82360FE9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028" y="3775216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EA20040-2932-08DB-925C-8A6872DD685A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5937498" y="3665785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EDC865E-DD94-E4F5-7BF4-F30213B989B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34040" y="3283336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3898DC1-9C99-35A3-BF26-E3BCA3120B3D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4955647" y="3541184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BED195-6E85-3591-FEF0-8F26ED68742A}"/>
                  </a:ext>
                </a:extLst>
              </p:cNvPr>
              <p:cNvSpPr txBox="1"/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1,4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BED195-6E85-3591-FEF0-8F26ED68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2698405"/>
                <a:ext cx="994814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4F67782-7D1B-02D3-78FE-4ECA3A4F2C1B}"/>
                  </a:ext>
                </a:extLst>
              </p:cNvPr>
              <p:cNvSpPr txBox="1"/>
              <p:nvPr/>
            </p:nvSpPr>
            <p:spPr>
              <a:xfrm>
                <a:off x="7283469" y="3019634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4,3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4F67782-7D1B-02D3-78FE-4ECA3A4F2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019634"/>
                <a:ext cx="994814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76146ED-A06F-0F82-8459-586CC03DC4D8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5259467" y="2821516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392990-E1D7-B26C-B33B-C5C1251A942A}"/>
                  </a:ext>
                </a:extLst>
              </p:cNvPr>
              <p:cNvSpPr txBox="1"/>
              <p:nvPr/>
            </p:nvSpPr>
            <p:spPr>
              <a:xfrm>
                <a:off x="7283469" y="3318958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6392990-E1D7-B26C-B33B-C5C1251A9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469" y="3318958"/>
                <a:ext cx="994814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3E18C04-79D0-7407-3164-CD8A75BB96C4}"/>
                  </a:ext>
                </a:extLst>
              </p:cNvPr>
              <p:cNvSpPr txBox="1"/>
              <p:nvPr/>
            </p:nvSpPr>
            <p:spPr>
              <a:xfrm>
                <a:off x="7281352" y="3650016"/>
                <a:ext cx="9948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dirty="0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dirty="0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e>
                      </m:d>
                      <m:r>
                        <a:rPr lang="en-US" altLang="zh-CN" sz="10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3E18C04-79D0-7407-3164-CD8A75BB9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352" y="3650016"/>
                <a:ext cx="994814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25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04E2-71B2-DAE0-A3B6-C6CA5B5A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B68ABC02-6391-1B81-FCDE-53C432975F7E}"/>
              </a:ext>
            </a:extLst>
          </p:cNvPr>
          <p:cNvGrpSpPr/>
          <p:nvPr/>
        </p:nvGrpSpPr>
        <p:grpSpPr>
          <a:xfrm>
            <a:off x="4383526" y="2811127"/>
            <a:ext cx="338242" cy="349056"/>
            <a:chOff x="4471883" y="2191738"/>
            <a:chExt cx="338242" cy="34905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0D683DD3-DE65-164F-2987-23FA8A219629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F28F027-413E-732A-D887-48F257664519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FB9E933-1C36-F3D0-32A2-33FB8539FF48}"/>
              </a:ext>
            </a:extLst>
          </p:cNvPr>
          <p:cNvGrpSpPr/>
          <p:nvPr/>
        </p:nvGrpSpPr>
        <p:grpSpPr>
          <a:xfrm>
            <a:off x="4721768" y="2811127"/>
            <a:ext cx="338242" cy="349056"/>
            <a:chOff x="4471883" y="2191738"/>
            <a:chExt cx="338242" cy="34905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20092D4-F560-90A3-4C27-397446DEA686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5DE7B07-A097-B4AE-798E-A794E28B706C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B02530-0EC5-0D68-33BE-E58B6F7BA7AF}"/>
              </a:ext>
            </a:extLst>
          </p:cNvPr>
          <p:cNvGrpSpPr/>
          <p:nvPr/>
        </p:nvGrpSpPr>
        <p:grpSpPr>
          <a:xfrm>
            <a:off x="5060010" y="2811127"/>
            <a:ext cx="338242" cy="349056"/>
            <a:chOff x="4471883" y="2191738"/>
            <a:chExt cx="338242" cy="349056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48CB7FB-E16D-27F0-C162-402D254ACFC3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158FF49-94EF-D89B-49EE-C290E0563F4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9C9E111-52B8-EA80-691C-27AB2ED3523E}"/>
              </a:ext>
            </a:extLst>
          </p:cNvPr>
          <p:cNvGrpSpPr/>
          <p:nvPr/>
        </p:nvGrpSpPr>
        <p:grpSpPr>
          <a:xfrm>
            <a:off x="5398252" y="2811127"/>
            <a:ext cx="338242" cy="349056"/>
            <a:chOff x="4471883" y="2191738"/>
            <a:chExt cx="338242" cy="349056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7162DFB-1F91-1754-00E9-B4C96B100EB5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E92B47F3-BF3F-655A-6680-9E8CFA1CAEBA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18B458A-442D-02D3-7A43-F88787EF8897}"/>
              </a:ext>
            </a:extLst>
          </p:cNvPr>
          <p:cNvGrpSpPr/>
          <p:nvPr/>
        </p:nvGrpSpPr>
        <p:grpSpPr>
          <a:xfrm>
            <a:off x="4383526" y="3122277"/>
            <a:ext cx="338242" cy="349056"/>
            <a:chOff x="4471883" y="2191738"/>
            <a:chExt cx="338242" cy="349056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D0778730-9E2E-C751-5A0D-2C32249D7E7A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5B8A50A-C785-E275-816A-D1F9F9DAF8D2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1CF52E5-8BDD-5EAD-0FC3-E3212D557B05}"/>
              </a:ext>
            </a:extLst>
          </p:cNvPr>
          <p:cNvGrpSpPr/>
          <p:nvPr/>
        </p:nvGrpSpPr>
        <p:grpSpPr>
          <a:xfrm>
            <a:off x="4721768" y="3122277"/>
            <a:ext cx="338242" cy="349056"/>
            <a:chOff x="4471883" y="2191738"/>
            <a:chExt cx="338242" cy="349056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288EAD08-AC97-BE56-9845-1AAA08178CDD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242D3AC-051D-06DB-C7AC-24576D0CBC42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61CA9BD-58EC-4D84-7975-53467A3ABF71}"/>
              </a:ext>
            </a:extLst>
          </p:cNvPr>
          <p:cNvGrpSpPr/>
          <p:nvPr/>
        </p:nvGrpSpPr>
        <p:grpSpPr>
          <a:xfrm>
            <a:off x="5060010" y="3122277"/>
            <a:ext cx="338242" cy="349056"/>
            <a:chOff x="4471883" y="2191738"/>
            <a:chExt cx="338242" cy="349056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F2411CA-DC98-A372-C227-A12FE19F1D5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1B7029E-4237-8DA3-4C47-125BA37EC143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EBFF2496-7B86-54D9-943E-EBD2C1A3C4F2}"/>
              </a:ext>
            </a:extLst>
          </p:cNvPr>
          <p:cNvGrpSpPr/>
          <p:nvPr/>
        </p:nvGrpSpPr>
        <p:grpSpPr>
          <a:xfrm>
            <a:off x="5398252" y="3122277"/>
            <a:ext cx="338242" cy="349056"/>
            <a:chOff x="4471883" y="2191738"/>
            <a:chExt cx="338242" cy="349056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E95E7DD1-C55D-DD03-FE0D-F218A9F15B75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79FB4E2-639A-40FD-6ED2-28959A167B7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4E05BAB-2FD4-A757-9231-375D884C0736}"/>
              </a:ext>
            </a:extLst>
          </p:cNvPr>
          <p:cNvGrpSpPr/>
          <p:nvPr/>
        </p:nvGrpSpPr>
        <p:grpSpPr>
          <a:xfrm>
            <a:off x="4383526" y="3433427"/>
            <a:ext cx="338242" cy="349056"/>
            <a:chOff x="4471883" y="2191738"/>
            <a:chExt cx="338242" cy="349056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8A366EA9-2F0B-4F28-37E9-C012DA024332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51E9A66-56B9-2E50-7917-68EE308A5BA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453FE99-1EFC-37D7-35AC-C3AAAD32BF3F}"/>
              </a:ext>
            </a:extLst>
          </p:cNvPr>
          <p:cNvGrpSpPr/>
          <p:nvPr/>
        </p:nvGrpSpPr>
        <p:grpSpPr>
          <a:xfrm>
            <a:off x="4721768" y="3433427"/>
            <a:ext cx="338242" cy="349056"/>
            <a:chOff x="4471883" y="2191738"/>
            <a:chExt cx="338242" cy="349056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F7C81EEB-4BF4-6A88-2D13-9CF8E395B476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B3D430FA-4BAF-C07D-A819-4A00F3538AED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BEFA68C8-6E14-333D-39C5-58438A182DED}"/>
              </a:ext>
            </a:extLst>
          </p:cNvPr>
          <p:cNvGrpSpPr/>
          <p:nvPr/>
        </p:nvGrpSpPr>
        <p:grpSpPr>
          <a:xfrm>
            <a:off x="5060010" y="3433427"/>
            <a:ext cx="338242" cy="349056"/>
            <a:chOff x="4471883" y="2191738"/>
            <a:chExt cx="338242" cy="349056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8C638CEA-EC75-B283-16F6-357F8C759271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DAC6B7F-3B64-815A-0ED2-5C11742468CE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CF59E25-211E-D5D0-5D99-7221649AEBC4}"/>
              </a:ext>
            </a:extLst>
          </p:cNvPr>
          <p:cNvGrpSpPr/>
          <p:nvPr/>
        </p:nvGrpSpPr>
        <p:grpSpPr>
          <a:xfrm>
            <a:off x="5398252" y="3433427"/>
            <a:ext cx="338242" cy="349056"/>
            <a:chOff x="4471883" y="2191738"/>
            <a:chExt cx="338242" cy="349056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C8F13877-4203-3956-804D-D08C85A518C9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999D2DE-7586-4E9A-51E0-7C0FA5142940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AC4D2B3-5B84-805B-2421-A27ABFB143FB}"/>
              </a:ext>
            </a:extLst>
          </p:cNvPr>
          <p:cNvGrpSpPr/>
          <p:nvPr/>
        </p:nvGrpSpPr>
        <p:grpSpPr>
          <a:xfrm>
            <a:off x="4383526" y="3744577"/>
            <a:ext cx="338242" cy="349056"/>
            <a:chOff x="4471883" y="2191738"/>
            <a:chExt cx="338242" cy="349056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6A116873-18D1-4080-EB93-87C9A81D7A9E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07736633-5B4E-0A4D-4258-28CF4957BE98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1EA6583-21F4-5178-D136-BAC2F27864FB}"/>
              </a:ext>
            </a:extLst>
          </p:cNvPr>
          <p:cNvGrpSpPr/>
          <p:nvPr/>
        </p:nvGrpSpPr>
        <p:grpSpPr>
          <a:xfrm>
            <a:off x="4721768" y="3744577"/>
            <a:ext cx="338242" cy="349056"/>
            <a:chOff x="4471883" y="2191738"/>
            <a:chExt cx="338242" cy="349056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9FE857F5-C78A-4A71-AA27-4F42CDD3342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BA3B0B5-3FDC-4148-E3B8-7383ABCD6E16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D5F120A-3FA8-D0BB-A924-CE18CDBFC332}"/>
              </a:ext>
            </a:extLst>
          </p:cNvPr>
          <p:cNvGrpSpPr/>
          <p:nvPr/>
        </p:nvGrpSpPr>
        <p:grpSpPr>
          <a:xfrm>
            <a:off x="5060010" y="3744577"/>
            <a:ext cx="338242" cy="349056"/>
            <a:chOff x="4471883" y="2191738"/>
            <a:chExt cx="338242" cy="349056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B89ACF47-98F6-719D-F5CE-6B3DDB7FE44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DB971395-A9CD-0D8E-6326-E7808F13FB49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D3148D5-090E-0BA8-ED90-8ECEDB96FF2A}"/>
              </a:ext>
            </a:extLst>
          </p:cNvPr>
          <p:cNvGrpSpPr/>
          <p:nvPr/>
        </p:nvGrpSpPr>
        <p:grpSpPr>
          <a:xfrm>
            <a:off x="5398252" y="3744577"/>
            <a:ext cx="338242" cy="349056"/>
            <a:chOff x="4471883" y="2191738"/>
            <a:chExt cx="338242" cy="349056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AE39502D-B016-2FC2-9A47-A343FFBA7C3F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E8F6D46-6D9A-29AE-C7D0-8058E5BE39AD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B255B5F7-C274-E1B6-FAB9-DD5556C04929}"/>
              </a:ext>
            </a:extLst>
          </p:cNvPr>
          <p:cNvGrpSpPr/>
          <p:nvPr/>
        </p:nvGrpSpPr>
        <p:grpSpPr>
          <a:xfrm>
            <a:off x="4730035" y="2811127"/>
            <a:ext cx="338242" cy="349056"/>
            <a:chOff x="4471883" y="2191738"/>
            <a:chExt cx="338242" cy="349056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BCB8A83D-8C30-07BE-817F-E05061BB7A4E}"/>
                </a:ext>
              </a:extLst>
            </p:cNvPr>
            <p:cNvSpPr/>
            <p:nvPr/>
          </p:nvSpPr>
          <p:spPr>
            <a:xfrm>
              <a:off x="4480150" y="2223663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6B6CE16-5C2C-154E-7365-D33A12AFB5C7}"/>
                </a:ext>
              </a:extLst>
            </p:cNvPr>
            <p:cNvSpPr txBox="1"/>
            <p:nvPr/>
          </p:nvSpPr>
          <p:spPr>
            <a:xfrm>
              <a:off x="4471883" y="2191738"/>
              <a:ext cx="234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38C57A5-B6BD-544B-643D-992C0177796C}"/>
                  </a:ext>
                </a:extLst>
              </p:cNvPr>
              <p:cNvSpPr txBox="1"/>
              <p:nvPr/>
            </p:nvSpPr>
            <p:spPr>
              <a:xfrm>
                <a:off x="4303146" y="2554404"/>
                <a:ext cx="93011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000" i="1" dirty="0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zh-CN" altLang="en-US" sz="1000" dirty="0"/>
                  <a:t>的矩阵</a:t>
                </a: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38C57A5-B6BD-544B-643D-992C01777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146" y="2554404"/>
                <a:ext cx="930118" cy="246221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950FC713-FCDE-A8A4-31EE-6BC9808FB4F9}"/>
              </a:ext>
            </a:extLst>
          </p:cNvPr>
          <p:cNvCxnSpPr/>
          <p:nvPr/>
        </p:nvCxnSpPr>
        <p:spPr>
          <a:xfrm>
            <a:off x="5812367" y="3471333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EFB2443-6CDB-A870-B628-622D3A7664C5}"/>
                  </a:ext>
                </a:extLst>
              </p:cNvPr>
              <p:cNvSpPr txBox="1"/>
              <p:nvPr/>
            </p:nvSpPr>
            <p:spPr>
              <a:xfrm>
                <a:off x="6024897" y="3189656"/>
                <a:ext cx="9876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000" i="1">
                        <a:latin typeface="Cambria Math" panose="02040503050406030204" pitchFamily="18" charset="0"/>
                      </a:rPr>
                      <m:t>相邻</m:t>
                    </m:r>
                    <m:r>
                      <a:rPr lang="zh-CN" altLang="en-US" sz="1000" i="1" smtClean="0">
                        <a:latin typeface="Cambria Math" panose="02040503050406030204" pitchFamily="18" charset="0"/>
                      </a:rPr>
                      <m:t>格子</m:t>
                    </m:r>
                  </m:oMath>
                </a14:m>
                <a:r>
                  <a:rPr lang="zh-CN" altLang="en-US" sz="1000" dirty="0"/>
                  <a:t>可达</a:t>
                </a: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EFB2443-6CDB-A870-B628-622D3A76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897" y="3189656"/>
                <a:ext cx="987620" cy="246221"/>
              </a:xfrm>
              <a:prstGeom prst="rect">
                <a:avLst/>
              </a:prstGeom>
              <a:blipFill>
                <a:blip r:embed="rId3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75FA352D-3E87-E546-CD5E-D81F0F4DA50E}"/>
              </a:ext>
            </a:extLst>
          </p:cNvPr>
          <p:cNvCxnSpPr>
            <a:cxnSpLocks/>
          </p:cNvCxnSpPr>
          <p:nvPr/>
        </p:nvCxnSpPr>
        <p:spPr>
          <a:xfrm flipH="1">
            <a:off x="5812367" y="3602704"/>
            <a:ext cx="1358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椭圆 83">
            <a:extLst>
              <a:ext uri="{FF2B5EF4-FFF2-40B4-BE49-F238E27FC236}">
                <a16:creationId xmlns:a16="http://schemas.microsoft.com/office/drawing/2014/main" id="{D30EB786-C06E-656C-38A7-069137A85074}"/>
              </a:ext>
            </a:extLst>
          </p:cNvPr>
          <p:cNvSpPr/>
          <p:nvPr/>
        </p:nvSpPr>
        <p:spPr>
          <a:xfrm>
            <a:off x="7374997" y="2528039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CE39F679-B336-D530-3B6E-89272C006C75}"/>
              </a:ext>
            </a:extLst>
          </p:cNvPr>
          <p:cNvSpPr/>
          <p:nvPr/>
        </p:nvSpPr>
        <p:spPr>
          <a:xfrm>
            <a:off x="7876647" y="25280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D9C6F7EA-4037-5E32-0E23-DFE54488FC20}"/>
              </a:ext>
            </a:extLst>
          </p:cNvPr>
          <p:cNvSpPr/>
          <p:nvPr/>
        </p:nvSpPr>
        <p:spPr>
          <a:xfrm>
            <a:off x="8378297" y="252928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F999CD48-CF8D-FB75-1101-EF63A19C9FB8}"/>
              </a:ext>
            </a:extLst>
          </p:cNvPr>
          <p:cNvSpPr/>
          <p:nvPr/>
        </p:nvSpPr>
        <p:spPr>
          <a:xfrm>
            <a:off x="8831264" y="252928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BBB287D2-D8ED-C130-8479-BA7269241EE3}"/>
              </a:ext>
            </a:extLst>
          </p:cNvPr>
          <p:cNvCxnSpPr>
            <a:cxnSpLocks/>
            <a:stCxn id="85" idx="2"/>
            <a:endCxn id="84" idx="6"/>
          </p:cNvCxnSpPr>
          <p:nvPr/>
        </p:nvCxnSpPr>
        <p:spPr>
          <a:xfrm flipH="1">
            <a:off x="7727422" y="2704251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785EE7D5-C01A-F014-7CD5-7A674300F091}"/>
              </a:ext>
            </a:extLst>
          </p:cNvPr>
          <p:cNvCxnSpPr>
            <a:cxnSpLocks/>
            <a:stCxn id="86" idx="2"/>
            <a:endCxn id="85" idx="6"/>
          </p:cNvCxnSpPr>
          <p:nvPr/>
        </p:nvCxnSpPr>
        <p:spPr>
          <a:xfrm flipH="1" flipV="1">
            <a:off x="8229072" y="2704251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47B6A6C0-14B6-D0C2-1785-C5BC03ABD58E}"/>
              </a:ext>
            </a:extLst>
          </p:cNvPr>
          <p:cNvCxnSpPr>
            <a:cxnSpLocks/>
            <a:stCxn id="87" idx="2"/>
            <a:endCxn id="86" idx="6"/>
          </p:cNvCxnSpPr>
          <p:nvPr/>
        </p:nvCxnSpPr>
        <p:spPr>
          <a:xfrm flipH="1">
            <a:off x="8730722" y="2705494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D464FB06-C788-25A7-BFAB-5BC7B301698D}"/>
              </a:ext>
            </a:extLst>
          </p:cNvPr>
          <p:cNvSpPr/>
          <p:nvPr/>
        </p:nvSpPr>
        <p:spPr>
          <a:xfrm>
            <a:off x="7374997" y="305543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B4A0D8D7-1898-CEE4-5BC4-8D9CE4DB415B}"/>
              </a:ext>
            </a:extLst>
          </p:cNvPr>
          <p:cNvSpPr/>
          <p:nvPr/>
        </p:nvSpPr>
        <p:spPr>
          <a:xfrm>
            <a:off x="7876647" y="305543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798C752-51DA-FAB2-DD26-F99945C9A678}"/>
              </a:ext>
            </a:extLst>
          </p:cNvPr>
          <p:cNvSpPr/>
          <p:nvPr/>
        </p:nvSpPr>
        <p:spPr>
          <a:xfrm>
            <a:off x="8378297" y="30566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0B7F4D4C-702F-1E3A-DB6D-6733154157B0}"/>
              </a:ext>
            </a:extLst>
          </p:cNvPr>
          <p:cNvSpPr/>
          <p:nvPr/>
        </p:nvSpPr>
        <p:spPr>
          <a:xfrm>
            <a:off x="8831264" y="30566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BF87343-8664-A3B7-6379-F553A43826A8}"/>
              </a:ext>
            </a:extLst>
          </p:cNvPr>
          <p:cNvCxnSpPr>
            <a:cxnSpLocks/>
            <a:stCxn id="99" idx="2"/>
            <a:endCxn id="98" idx="6"/>
          </p:cNvCxnSpPr>
          <p:nvPr/>
        </p:nvCxnSpPr>
        <p:spPr>
          <a:xfrm flipH="1">
            <a:off x="7727422" y="3231646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4AEE6A47-0CDA-ED3D-0A6A-FF856CE73152}"/>
              </a:ext>
            </a:extLst>
          </p:cNvPr>
          <p:cNvCxnSpPr>
            <a:cxnSpLocks/>
            <a:stCxn id="100" idx="2"/>
            <a:endCxn id="99" idx="6"/>
          </p:cNvCxnSpPr>
          <p:nvPr/>
        </p:nvCxnSpPr>
        <p:spPr>
          <a:xfrm flipH="1" flipV="1">
            <a:off x="8229072" y="3231646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0A8181D-0655-67F9-DE9A-2AFB792DDD7C}"/>
              </a:ext>
            </a:extLst>
          </p:cNvPr>
          <p:cNvCxnSpPr>
            <a:cxnSpLocks/>
            <a:stCxn id="101" idx="2"/>
            <a:endCxn id="100" idx="6"/>
          </p:cNvCxnSpPr>
          <p:nvPr/>
        </p:nvCxnSpPr>
        <p:spPr>
          <a:xfrm flipH="1">
            <a:off x="8730722" y="3232889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5BF8D130-FDD3-69E1-97FE-F7AC99C4B27E}"/>
              </a:ext>
            </a:extLst>
          </p:cNvPr>
          <p:cNvSpPr/>
          <p:nvPr/>
        </p:nvSpPr>
        <p:spPr>
          <a:xfrm>
            <a:off x="7374997" y="358034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470046BE-DCD5-02F6-A65B-AADA2B28CC69}"/>
              </a:ext>
            </a:extLst>
          </p:cNvPr>
          <p:cNvSpPr/>
          <p:nvPr/>
        </p:nvSpPr>
        <p:spPr>
          <a:xfrm>
            <a:off x="7876647" y="3580342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BF64F091-5AC3-63F5-911B-C807836D7749}"/>
              </a:ext>
            </a:extLst>
          </p:cNvPr>
          <p:cNvSpPr/>
          <p:nvPr/>
        </p:nvSpPr>
        <p:spPr>
          <a:xfrm>
            <a:off x="8378297" y="358158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C1C08512-257A-187B-2743-7DBACCD2210A}"/>
              </a:ext>
            </a:extLst>
          </p:cNvPr>
          <p:cNvSpPr/>
          <p:nvPr/>
        </p:nvSpPr>
        <p:spPr>
          <a:xfrm>
            <a:off x="8831264" y="358158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9F993CF1-5846-B5E1-30A9-63EF759B334B}"/>
              </a:ext>
            </a:extLst>
          </p:cNvPr>
          <p:cNvCxnSpPr>
            <a:cxnSpLocks/>
            <a:stCxn id="113" idx="2"/>
            <a:endCxn id="112" idx="6"/>
          </p:cNvCxnSpPr>
          <p:nvPr/>
        </p:nvCxnSpPr>
        <p:spPr>
          <a:xfrm flipH="1">
            <a:off x="7727422" y="3756555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01F9CE1B-1415-60B8-243A-191C0A861F81}"/>
              </a:ext>
            </a:extLst>
          </p:cNvPr>
          <p:cNvCxnSpPr>
            <a:cxnSpLocks/>
            <a:stCxn id="114" idx="2"/>
            <a:endCxn id="113" idx="6"/>
          </p:cNvCxnSpPr>
          <p:nvPr/>
        </p:nvCxnSpPr>
        <p:spPr>
          <a:xfrm flipH="1" flipV="1">
            <a:off x="8229072" y="3756555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62BF5ECA-6346-42A4-8186-E775093BAAB9}"/>
              </a:ext>
            </a:extLst>
          </p:cNvPr>
          <p:cNvCxnSpPr>
            <a:cxnSpLocks/>
            <a:stCxn id="115" idx="2"/>
            <a:endCxn id="114" idx="6"/>
          </p:cNvCxnSpPr>
          <p:nvPr/>
        </p:nvCxnSpPr>
        <p:spPr>
          <a:xfrm flipH="1">
            <a:off x="8730722" y="3757798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椭圆 118">
            <a:extLst>
              <a:ext uri="{FF2B5EF4-FFF2-40B4-BE49-F238E27FC236}">
                <a16:creationId xmlns:a16="http://schemas.microsoft.com/office/drawing/2014/main" id="{54A85119-3CEC-0BEB-9431-D7B71FB6159F}"/>
              </a:ext>
            </a:extLst>
          </p:cNvPr>
          <p:cNvSpPr/>
          <p:nvPr/>
        </p:nvSpPr>
        <p:spPr>
          <a:xfrm>
            <a:off x="7374997" y="41077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0C1D29F9-8CEB-EE87-397C-2D79DCFA6FF7}"/>
              </a:ext>
            </a:extLst>
          </p:cNvPr>
          <p:cNvSpPr/>
          <p:nvPr/>
        </p:nvSpPr>
        <p:spPr>
          <a:xfrm>
            <a:off x="7876647" y="410773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252BBFDE-1C25-A6B4-84CA-0D931B862E67}"/>
              </a:ext>
            </a:extLst>
          </p:cNvPr>
          <p:cNvSpPr/>
          <p:nvPr/>
        </p:nvSpPr>
        <p:spPr>
          <a:xfrm>
            <a:off x="8378297" y="410898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08F29F80-994C-7C64-21FA-67C620070B9A}"/>
              </a:ext>
            </a:extLst>
          </p:cNvPr>
          <p:cNvSpPr/>
          <p:nvPr/>
        </p:nvSpPr>
        <p:spPr>
          <a:xfrm>
            <a:off x="8831264" y="410898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49EC4FA-0FEE-7FF7-A7B6-2BCB4EEAB91E}"/>
              </a:ext>
            </a:extLst>
          </p:cNvPr>
          <p:cNvCxnSpPr>
            <a:cxnSpLocks/>
            <a:stCxn id="120" idx="2"/>
            <a:endCxn id="119" idx="6"/>
          </p:cNvCxnSpPr>
          <p:nvPr/>
        </p:nvCxnSpPr>
        <p:spPr>
          <a:xfrm flipH="1">
            <a:off x="7727422" y="4283950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1777FE16-B165-722E-96CA-1A4A310EDC77}"/>
              </a:ext>
            </a:extLst>
          </p:cNvPr>
          <p:cNvCxnSpPr>
            <a:cxnSpLocks/>
            <a:stCxn id="121" idx="2"/>
            <a:endCxn id="120" idx="6"/>
          </p:cNvCxnSpPr>
          <p:nvPr/>
        </p:nvCxnSpPr>
        <p:spPr>
          <a:xfrm flipH="1" flipV="1">
            <a:off x="8229072" y="4283950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43DD185D-2DB8-FC3F-6F9F-72495F58EB5B}"/>
              </a:ext>
            </a:extLst>
          </p:cNvPr>
          <p:cNvCxnSpPr>
            <a:cxnSpLocks/>
            <a:stCxn id="122" idx="2"/>
            <a:endCxn id="121" idx="6"/>
          </p:cNvCxnSpPr>
          <p:nvPr/>
        </p:nvCxnSpPr>
        <p:spPr>
          <a:xfrm flipH="1">
            <a:off x="8730722" y="4285193"/>
            <a:ext cx="10054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CB37064D-95AC-7AC4-3080-1B2B3E6945A3}"/>
              </a:ext>
            </a:extLst>
          </p:cNvPr>
          <p:cNvCxnSpPr>
            <a:cxnSpLocks/>
            <a:stCxn id="98" idx="0"/>
            <a:endCxn id="84" idx="4"/>
          </p:cNvCxnSpPr>
          <p:nvPr/>
        </p:nvCxnSpPr>
        <p:spPr>
          <a:xfrm flipV="1">
            <a:off x="7551210" y="2880464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39324705-8EC8-221F-5D04-15AC63F12E6A}"/>
              </a:ext>
            </a:extLst>
          </p:cNvPr>
          <p:cNvCxnSpPr>
            <a:cxnSpLocks/>
            <a:stCxn id="99" idx="0"/>
            <a:endCxn id="85" idx="4"/>
          </p:cNvCxnSpPr>
          <p:nvPr/>
        </p:nvCxnSpPr>
        <p:spPr>
          <a:xfrm flipV="1">
            <a:off x="8052860" y="288046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1E51A215-42FD-03DC-5575-221C44FE6235}"/>
              </a:ext>
            </a:extLst>
          </p:cNvPr>
          <p:cNvCxnSpPr>
            <a:cxnSpLocks/>
            <a:stCxn id="100" idx="0"/>
            <a:endCxn id="86" idx="4"/>
          </p:cNvCxnSpPr>
          <p:nvPr/>
        </p:nvCxnSpPr>
        <p:spPr>
          <a:xfrm flipV="1">
            <a:off x="8554510" y="288170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A5024D9E-3B3C-7FB4-E29A-D16E97C97FF8}"/>
              </a:ext>
            </a:extLst>
          </p:cNvPr>
          <p:cNvCxnSpPr>
            <a:cxnSpLocks/>
            <a:stCxn id="101" idx="0"/>
            <a:endCxn id="87" idx="4"/>
          </p:cNvCxnSpPr>
          <p:nvPr/>
        </p:nvCxnSpPr>
        <p:spPr>
          <a:xfrm flipV="1">
            <a:off x="9007477" y="288170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866A860C-4CEB-BB68-DD07-E4BFB4F07ACD}"/>
              </a:ext>
            </a:extLst>
          </p:cNvPr>
          <p:cNvCxnSpPr>
            <a:cxnSpLocks/>
          </p:cNvCxnSpPr>
          <p:nvPr/>
        </p:nvCxnSpPr>
        <p:spPr>
          <a:xfrm flipV="1">
            <a:off x="7550152" y="340537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876A99C-CBB9-360C-ADB0-C36CEB661F99}"/>
              </a:ext>
            </a:extLst>
          </p:cNvPr>
          <p:cNvCxnSpPr>
            <a:cxnSpLocks/>
          </p:cNvCxnSpPr>
          <p:nvPr/>
        </p:nvCxnSpPr>
        <p:spPr>
          <a:xfrm flipV="1">
            <a:off x="8051802" y="3405372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CCEBBBB-B17C-253D-9804-A68E1BBBE413}"/>
              </a:ext>
            </a:extLst>
          </p:cNvPr>
          <p:cNvCxnSpPr>
            <a:cxnSpLocks/>
          </p:cNvCxnSpPr>
          <p:nvPr/>
        </p:nvCxnSpPr>
        <p:spPr>
          <a:xfrm flipV="1">
            <a:off x="8553452" y="340661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45239DBE-8A36-7AA5-BF9C-0E1AB7DBF80B}"/>
              </a:ext>
            </a:extLst>
          </p:cNvPr>
          <p:cNvCxnSpPr>
            <a:cxnSpLocks/>
          </p:cNvCxnSpPr>
          <p:nvPr/>
        </p:nvCxnSpPr>
        <p:spPr>
          <a:xfrm flipV="1">
            <a:off x="9006419" y="340661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89082140-A021-74CD-E66A-519D9A8E3BD9}"/>
              </a:ext>
            </a:extLst>
          </p:cNvPr>
          <p:cNvCxnSpPr>
            <a:cxnSpLocks/>
          </p:cNvCxnSpPr>
          <p:nvPr/>
        </p:nvCxnSpPr>
        <p:spPr>
          <a:xfrm flipV="1">
            <a:off x="7550152" y="3923196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3FD32E11-1820-E88D-0036-D7AA46A066B1}"/>
              </a:ext>
            </a:extLst>
          </p:cNvPr>
          <p:cNvCxnSpPr>
            <a:cxnSpLocks/>
          </p:cNvCxnSpPr>
          <p:nvPr/>
        </p:nvCxnSpPr>
        <p:spPr>
          <a:xfrm flipV="1">
            <a:off x="8051802" y="3923195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F87C6F6E-6E20-BE43-1E73-D26C326A53AD}"/>
              </a:ext>
            </a:extLst>
          </p:cNvPr>
          <p:cNvCxnSpPr>
            <a:cxnSpLocks/>
          </p:cNvCxnSpPr>
          <p:nvPr/>
        </p:nvCxnSpPr>
        <p:spPr>
          <a:xfrm flipV="1">
            <a:off x="8553452" y="3924438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A9D614A6-826D-BD1D-72FA-08C6FDCC7BF2}"/>
              </a:ext>
            </a:extLst>
          </p:cNvPr>
          <p:cNvCxnSpPr>
            <a:cxnSpLocks/>
          </p:cNvCxnSpPr>
          <p:nvPr/>
        </p:nvCxnSpPr>
        <p:spPr>
          <a:xfrm flipV="1">
            <a:off x="9006419" y="3924438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5E56855-7A4F-C110-5252-B24C3E103D7A}"/>
              </a:ext>
            </a:extLst>
          </p:cNvPr>
          <p:cNvSpPr txBox="1"/>
          <p:nvPr/>
        </p:nvSpPr>
        <p:spPr>
          <a:xfrm>
            <a:off x="7373566" y="2185185"/>
            <a:ext cx="930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二维网格图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DA501DA-1E4D-81A3-2FD6-9D8EA9CC1B2A}"/>
                  </a:ext>
                </a:extLst>
              </p:cNvPr>
              <p:cNvSpPr txBox="1"/>
              <p:nvPr/>
            </p:nvSpPr>
            <p:spPr>
              <a:xfrm>
                <a:off x="6034952" y="3633443"/>
                <a:ext cx="9876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000" i="1">
                          <a:latin typeface="Cambria Math" panose="02040503050406030204" pitchFamily="18" charset="0"/>
                        </a:rPr>
                        <m:t>等价于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DA501DA-1E4D-81A3-2FD6-9D8EA9CC1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952" y="3633443"/>
                <a:ext cx="987620" cy="246221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文本框 147">
            <a:extLst>
              <a:ext uri="{FF2B5EF4-FFF2-40B4-BE49-F238E27FC236}">
                <a16:creationId xmlns:a16="http://schemas.microsoft.com/office/drawing/2014/main" id="{4F175F20-F795-CCE7-6D54-2C7341667D84}"/>
              </a:ext>
            </a:extLst>
          </p:cNvPr>
          <p:cNvSpPr txBox="1"/>
          <p:nvPr/>
        </p:nvSpPr>
        <p:spPr>
          <a:xfrm>
            <a:off x="7276122" y="4571726"/>
            <a:ext cx="1905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*</a:t>
            </a:r>
            <a:r>
              <a:rPr lang="zh-CN" altLang="en-US" sz="800" dirty="0"/>
              <a:t>二维网格图中边的</a:t>
            </a:r>
            <a:r>
              <a:rPr lang="zh-CN" altLang="en-US" sz="800" b="1" dirty="0"/>
              <a:t>边权</a:t>
            </a:r>
            <a:r>
              <a:rPr lang="zh-CN" altLang="en-US" sz="800" dirty="0"/>
              <a:t>通常由题目隐式给定，不会直接告知</a:t>
            </a:r>
          </a:p>
        </p:txBody>
      </p:sp>
    </p:spTree>
    <p:extLst>
      <p:ext uri="{BB962C8B-B14F-4D97-AF65-F5344CB8AC3E}">
        <p14:creationId xmlns:p14="http://schemas.microsoft.com/office/powerpoint/2010/main" val="36595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EA91-CD26-326B-6CA1-6518F802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839C54DA-2C38-CA98-CA18-EE075ACEEE40}"/>
              </a:ext>
            </a:extLst>
          </p:cNvPr>
          <p:cNvSpPr/>
          <p:nvPr/>
        </p:nvSpPr>
        <p:spPr>
          <a:xfrm>
            <a:off x="7887550" y="327818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936477-7111-5201-1925-9BC932B14D99}"/>
                  </a:ext>
                </a:extLst>
              </p:cNvPr>
              <p:cNvSpPr txBox="1"/>
              <p:nvPr/>
            </p:nvSpPr>
            <p:spPr>
              <a:xfrm>
                <a:off x="7903751" y="3315899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7936477-7111-5201-1925-9BC932B14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51" y="3315899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31778E79-99AB-A1B9-BCC7-8A7D257735B3}"/>
              </a:ext>
            </a:extLst>
          </p:cNvPr>
          <p:cNvGrpSpPr/>
          <p:nvPr/>
        </p:nvGrpSpPr>
        <p:grpSpPr>
          <a:xfrm>
            <a:off x="8921012" y="3278187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955D6EB-A841-DA23-C01F-8F5BF2BBF1B1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58F6B37-8268-2A16-61EB-5C85184D4B71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017309B-464C-6893-F6AF-9E4C19F04FD2}"/>
              </a:ext>
            </a:extLst>
          </p:cNvPr>
          <p:cNvGrpSpPr/>
          <p:nvPr/>
        </p:nvGrpSpPr>
        <p:grpSpPr>
          <a:xfrm>
            <a:off x="9804191" y="2844127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E2A7F68-9320-E24B-BA47-125EE71A80B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DE0D5AE-584B-A274-4463-5BE8691CE736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2214F75-931B-723D-B4D9-DCE67C813CA7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9273437" y="3020340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C8964ACE-AF81-63D6-A857-3C32C7CB81D4}"/>
              </a:ext>
            </a:extLst>
          </p:cNvPr>
          <p:cNvSpPr/>
          <p:nvPr/>
        </p:nvSpPr>
        <p:spPr>
          <a:xfrm>
            <a:off x="8207572" y="25585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7186A9B-C419-ABF1-9CFB-FEADBF32097C}"/>
                  </a:ext>
                </a:extLst>
              </p:cNvPr>
              <p:cNvSpPr txBox="1"/>
              <p:nvPr/>
            </p:nvSpPr>
            <p:spPr>
              <a:xfrm>
                <a:off x="8223773" y="25962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7186A9B-C419-ABF1-9CFB-FEADBF32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773" y="2596232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A9998F7-C192-7397-0FD3-0A5E201AF75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063763" y="2844127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E413D2DD-AD52-9B5B-BFD8-B2E11969A7B4}"/>
              </a:ext>
            </a:extLst>
          </p:cNvPr>
          <p:cNvSpPr/>
          <p:nvPr/>
        </p:nvSpPr>
        <p:spPr>
          <a:xfrm>
            <a:off x="9742155" y="36507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94F6CD0-D63B-A724-568F-EB4EA53C573B}"/>
                  </a:ext>
                </a:extLst>
              </p:cNvPr>
              <p:cNvSpPr txBox="1"/>
              <p:nvPr/>
            </p:nvSpPr>
            <p:spPr>
              <a:xfrm>
                <a:off x="9758356" y="36884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94F6CD0-D63B-A724-568F-EB4EA53C5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356" y="3688432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22EB56A-921B-AFB4-5A06-DD5B0C993ADB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9221826" y="3579001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1A1FF6F-92C1-432B-07EC-6903761D30C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9918368" y="3196552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6881464-2C7A-0BC0-D68B-CCC3945B77B1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8239975" y="3454400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643C206-1B2C-0D78-7486-2CBE0A732BBD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8543795" y="2734732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8AD244D-DC59-B57A-2D21-3B0FDF593F91}"/>
              </a:ext>
            </a:extLst>
          </p:cNvPr>
          <p:cNvCxnSpPr>
            <a:cxnSpLocks/>
          </p:cNvCxnSpPr>
          <p:nvPr/>
        </p:nvCxnSpPr>
        <p:spPr>
          <a:xfrm>
            <a:off x="6641042" y="3187340"/>
            <a:ext cx="8868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5F656D5-6ACD-3489-4F88-F3CD5BE38ED5}"/>
              </a:ext>
            </a:extLst>
          </p:cNvPr>
          <p:cNvCxnSpPr>
            <a:cxnSpLocks/>
          </p:cNvCxnSpPr>
          <p:nvPr/>
        </p:nvCxnSpPr>
        <p:spPr>
          <a:xfrm flipH="1">
            <a:off x="6641042" y="3318711"/>
            <a:ext cx="874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F1A2AA-1644-F842-F30C-4BE625BCBB4E}"/>
                  </a:ext>
                </a:extLst>
              </p:cNvPr>
              <p:cNvSpPr txBox="1"/>
              <p:nvPr/>
            </p:nvSpPr>
            <p:spPr>
              <a:xfrm>
                <a:off x="6058569" y="2529945"/>
                <a:ext cx="52003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b="1" dirty="0">
                    <a:latin typeface="+mj-lt"/>
                  </a:rPr>
                  <a:t>5 6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4 1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2 3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2 5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3 5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4 3</a:t>
                </a:r>
                <a14:m/>
              </a:p>
              <a:p>
                <a:pPr/>
                <a:r>
                  <a:rPr lang="en-US" altLang="zh-CN" sz="1200" b="1" i="0" dirty="0">
                    <a:latin typeface="+mj-lt"/>
                  </a:rPr>
                  <a:t>1 2</a:t>
                </a:r>
                <a:endParaRPr lang="zh-CN" altLang="en-US" sz="1200" b="1" dirty="0"/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F1A2AA-1644-F842-F30C-4BE625BCB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569" y="2529945"/>
                <a:ext cx="520031" cy="1384995"/>
              </a:xfrm>
              <a:prstGeom prst="rect">
                <a:avLst/>
              </a:prstGeom>
              <a:blipFill>
                <a:blip r:embed="rId7"/>
                <a:stretch>
                  <a:fillRect l="-1176" b="-2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630F9E8-9CCA-4FF9-D396-5D3385681250}"/>
                  </a:ext>
                </a:extLst>
              </p:cNvPr>
              <p:cNvSpPr txBox="1"/>
              <p:nvPr/>
            </p:nvSpPr>
            <p:spPr>
              <a:xfrm>
                <a:off x="4893198" y="2040607"/>
                <a:ext cx="12599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b="0" dirty="0"/>
                  <a:t>*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CN" altLang="en-US" sz="1200" dirty="0"/>
                  <a:t>个点</a:t>
                </a:r>
                <a:r>
                  <a:rPr lang="en-US" altLang="zh-CN" sz="1200" dirty="0"/>
                  <a:t>6</a:t>
                </a:r>
                <a:r>
                  <a:rPr lang="zh-CN" altLang="en-US" sz="1200" dirty="0"/>
                  <a:t>条边</a:t>
                </a:r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630F9E8-9CCA-4FF9-D396-5D3385681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198" y="2040607"/>
                <a:ext cx="1259952" cy="276999"/>
              </a:xfrm>
              <a:prstGeom prst="rect">
                <a:avLst/>
              </a:prstGeom>
              <a:blipFill>
                <a:blip r:embed="rId8"/>
                <a:stretch>
                  <a:fillRect l="-485"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2406D5DB-2AC9-91D3-F693-FFA4B07CD956}"/>
              </a:ext>
            </a:extLst>
          </p:cNvPr>
          <p:cNvSpPr/>
          <p:nvPr/>
        </p:nvSpPr>
        <p:spPr>
          <a:xfrm>
            <a:off x="6065417" y="2586177"/>
            <a:ext cx="351756" cy="176212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0001144F-6D9D-D62C-F785-CC792A99199B}"/>
              </a:ext>
            </a:extLst>
          </p:cNvPr>
          <p:cNvCxnSpPr>
            <a:stCxn id="26" idx="2"/>
            <a:endCxn id="27" idx="1"/>
          </p:cNvCxnSpPr>
          <p:nvPr/>
        </p:nvCxnSpPr>
        <p:spPr>
          <a:xfrm rot="16200000" flipH="1">
            <a:off x="5615957" y="2224822"/>
            <a:ext cx="356677" cy="54224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CE7417A1-B02F-07D4-596F-9B300E9E69A0}"/>
              </a:ext>
            </a:extLst>
          </p:cNvPr>
          <p:cNvSpPr/>
          <p:nvPr/>
        </p:nvSpPr>
        <p:spPr>
          <a:xfrm>
            <a:off x="5869092" y="2789427"/>
            <a:ext cx="117475" cy="1037504"/>
          </a:xfrm>
          <a:prstGeom prst="leftBrace">
            <a:avLst>
              <a:gd name="adj1" fmla="val 86711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4C66DA-67E5-FE77-2674-C2D4AA3DF14F}"/>
              </a:ext>
            </a:extLst>
          </p:cNvPr>
          <p:cNvSpPr txBox="1"/>
          <p:nvPr/>
        </p:nvSpPr>
        <p:spPr>
          <a:xfrm>
            <a:off x="4770411" y="3187340"/>
            <a:ext cx="1111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200" b="0" dirty="0"/>
              <a:t>6</a:t>
            </a:r>
            <a:r>
              <a:rPr lang="zh-CN" altLang="en-US" sz="1200" b="0" dirty="0"/>
              <a:t>行对应</a:t>
            </a:r>
            <a:r>
              <a:rPr lang="en-US" altLang="zh-CN" sz="1200" b="0" dirty="0"/>
              <a:t>6</a:t>
            </a:r>
            <a:r>
              <a:rPr lang="zh-CN" altLang="en-US" sz="1200" b="0" dirty="0"/>
              <a:t>条边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4635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1C54-7D46-6470-1739-EF073C17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8B8322D5-28E8-581A-0A45-433EF306BA59}"/>
              </a:ext>
            </a:extLst>
          </p:cNvPr>
          <p:cNvSpPr/>
          <p:nvPr/>
        </p:nvSpPr>
        <p:spPr>
          <a:xfrm>
            <a:off x="3226650" y="334168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19561A0-8B7D-4711-486C-BDA3D4A3105E}"/>
                  </a:ext>
                </a:extLst>
              </p:cNvPr>
              <p:cNvSpPr txBox="1"/>
              <p:nvPr/>
            </p:nvSpPr>
            <p:spPr>
              <a:xfrm>
                <a:off x="3242851" y="3379399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19561A0-8B7D-4711-486C-BDA3D4A31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851" y="3379399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1EBC63E-B2A0-D31C-8D1E-54CB09E6ECC1}"/>
              </a:ext>
            </a:extLst>
          </p:cNvPr>
          <p:cNvGrpSpPr/>
          <p:nvPr/>
        </p:nvGrpSpPr>
        <p:grpSpPr>
          <a:xfrm>
            <a:off x="4260112" y="3341687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C3E5CE72-3DD2-3676-759D-4C5E78E49FD6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90708EE-0288-9167-053B-64B5A74C35F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A2B2F41-A93F-402F-2450-A2B0DCF24745}"/>
              </a:ext>
            </a:extLst>
          </p:cNvPr>
          <p:cNvGrpSpPr/>
          <p:nvPr/>
        </p:nvGrpSpPr>
        <p:grpSpPr>
          <a:xfrm>
            <a:off x="5143291" y="2907627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DCB80A4-C051-73A8-E9CA-48D8B079D4F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67F026FB-0337-A568-49F6-6EC7864F27CD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673949A-D86F-EB24-1CB3-44415256E03F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4612537" y="3083840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4662161C-4F46-B100-6E1D-92E5FB719CCA}"/>
              </a:ext>
            </a:extLst>
          </p:cNvPr>
          <p:cNvSpPr/>
          <p:nvPr/>
        </p:nvSpPr>
        <p:spPr>
          <a:xfrm>
            <a:off x="3546672" y="26220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369BDBD-8571-820D-B574-8560E0197BC8}"/>
                  </a:ext>
                </a:extLst>
              </p:cNvPr>
              <p:cNvSpPr txBox="1"/>
              <p:nvPr/>
            </p:nvSpPr>
            <p:spPr>
              <a:xfrm>
                <a:off x="3562873" y="26597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369BDBD-8571-820D-B574-8560E0197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873" y="2659732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CF098AB-97EE-3151-5B61-5F5EBA5016F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402863" y="2907627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A77756A9-46EC-6CC0-F515-4502EB04FC47}"/>
              </a:ext>
            </a:extLst>
          </p:cNvPr>
          <p:cNvSpPr/>
          <p:nvPr/>
        </p:nvSpPr>
        <p:spPr>
          <a:xfrm>
            <a:off x="5081255" y="37142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A654F2-DF65-D78F-87CB-8B80116FE2F3}"/>
                  </a:ext>
                </a:extLst>
              </p:cNvPr>
              <p:cNvSpPr txBox="1"/>
              <p:nvPr/>
            </p:nvSpPr>
            <p:spPr>
              <a:xfrm>
                <a:off x="5097456" y="37519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BA654F2-DF65-D78F-87CB-8B80116FE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456" y="3751932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427DF0F-C3AE-7F92-C265-347110D5B14F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4560926" y="3642501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430DBE4-E144-B425-B800-52F00F8A1494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5257468" y="3260052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20C53DF-7655-A37B-61CB-AEA1472E30CC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3579075" y="3517900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C0498AF-3EAB-1B47-D78C-0BA667E82D50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3882895" y="2798232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2292D45-C292-A066-709D-6708C547EAFC}"/>
              </a:ext>
            </a:extLst>
          </p:cNvPr>
          <p:cNvCxnSpPr>
            <a:cxnSpLocks/>
          </p:cNvCxnSpPr>
          <p:nvPr/>
        </p:nvCxnSpPr>
        <p:spPr>
          <a:xfrm>
            <a:off x="5910792" y="3341687"/>
            <a:ext cx="8868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AF3E1AE-ABCE-14C2-6599-51A1C401580F}"/>
              </a:ext>
            </a:extLst>
          </p:cNvPr>
          <p:cNvCxnSpPr>
            <a:cxnSpLocks/>
          </p:cNvCxnSpPr>
          <p:nvPr/>
        </p:nvCxnSpPr>
        <p:spPr>
          <a:xfrm flipH="1">
            <a:off x="5910792" y="3473058"/>
            <a:ext cx="874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233C5515-3B76-1CAC-5980-1A221F284A12}"/>
              </a:ext>
            </a:extLst>
          </p:cNvPr>
          <p:cNvGrpSpPr/>
          <p:nvPr/>
        </p:nvGrpSpPr>
        <p:grpSpPr>
          <a:xfrm>
            <a:off x="7235030" y="2585990"/>
            <a:ext cx="1678586" cy="350741"/>
            <a:chOff x="7145021" y="2798232"/>
            <a:chExt cx="1678586" cy="350741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FF6C6CC-AACA-E284-637D-249BCF93E495}"/>
                </a:ext>
              </a:extLst>
            </p:cNvPr>
            <p:cNvGrpSpPr/>
            <p:nvPr/>
          </p:nvGrpSpPr>
          <p:grpSpPr>
            <a:xfrm>
              <a:off x="7145021" y="2799917"/>
              <a:ext cx="338242" cy="349056"/>
              <a:chOff x="4471883" y="2191738"/>
              <a:chExt cx="338242" cy="349056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AF34FAC8-DC1D-A515-94D0-92683EFCB34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39A49DF-18F4-D93F-CC20-02E23457625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848E77AC-1893-8D0C-0938-E13CF4FFDCEA}"/>
                    </a:ext>
                  </a:extLst>
                </p:cNvPr>
                <p:cNvSpPr txBox="1"/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848E77AC-1893-8D0C-0938-E13CF4FFD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BF21934-AD8F-2CDD-221D-62C99A959466}"/>
                </a:ext>
              </a:extLst>
            </p:cNvPr>
            <p:cNvGrpSpPr/>
            <p:nvPr/>
          </p:nvGrpSpPr>
          <p:grpSpPr>
            <a:xfrm>
              <a:off x="7480107" y="2799917"/>
              <a:ext cx="338242" cy="349056"/>
              <a:chOff x="4471883" y="2191738"/>
              <a:chExt cx="338242" cy="349056"/>
            </a:xfrm>
          </p:grpSpPr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813A0F13-C727-8E59-F179-8495411F60B2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759FA4C-A431-11CF-3EBC-2A1D942C59A5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C57BF7C0-8645-7D01-C38F-86F20C8D33A4}"/>
                    </a:ext>
                  </a:extLst>
                </p:cNvPr>
                <p:cNvSpPr txBox="1"/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C57BF7C0-8645-7D01-C38F-86F20C8D3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19052A98-47CA-84B6-235D-24799C8C059B}"/>
                </a:ext>
              </a:extLst>
            </p:cNvPr>
            <p:cNvGrpSpPr/>
            <p:nvPr/>
          </p:nvGrpSpPr>
          <p:grpSpPr>
            <a:xfrm>
              <a:off x="7815193" y="2799917"/>
              <a:ext cx="338242" cy="349056"/>
              <a:chOff x="4471883" y="2191738"/>
              <a:chExt cx="338242" cy="349056"/>
            </a:xfrm>
          </p:grpSpPr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0BC75703-A09A-0822-388E-392979C3A6C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C17A85AC-D263-C225-322F-9563F856F1E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E6CE57CD-472C-6E99-494C-DEB89CBFB3D6}"/>
                    </a:ext>
                  </a:extLst>
                </p:cNvPr>
                <p:cNvSpPr txBox="1"/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E6CE57CD-472C-6E99-494C-DEB89CBFB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F2763879-7A02-9F0F-C618-C4BA4261C83D}"/>
                </a:ext>
              </a:extLst>
            </p:cNvPr>
            <p:cNvGrpSpPr/>
            <p:nvPr/>
          </p:nvGrpSpPr>
          <p:grpSpPr>
            <a:xfrm>
              <a:off x="8150279" y="2799917"/>
              <a:ext cx="338242" cy="349056"/>
              <a:chOff x="4471883" y="2191738"/>
              <a:chExt cx="338242" cy="349056"/>
            </a:xfrm>
          </p:grpSpPr>
          <p:sp>
            <p:nvSpPr>
              <p:cNvPr id="94" name="矩形: 圆角 93">
                <a:extLst>
                  <a:ext uri="{FF2B5EF4-FFF2-40B4-BE49-F238E27FC236}">
                    <a16:creationId xmlns:a16="http://schemas.microsoft.com/office/drawing/2014/main" id="{34F1863A-0A24-6669-181F-66B6F031736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49541B2-C1E6-A556-55BC-27FB39AB475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CBC4C989-7D0F-681F-272F-42D73192D0BC}"/>
                    </a:ext>
                  </a:extLst>
                </p:cNvPr>
                <p:cNvSpPr txBox="1"/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CBC4C989-7D0F-681F-272F-42D73192D0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38161F37-5AD2-7BC2-38F8-241EF5FEE0F0}"/>
                </a:ext>
              </a:extLst>
            </p:cNvPr>
            <p:cNvGrpSpPr/>
            <p:nvPr/>
          </p:nvGrpSpPr>
          <p:grpSpPr>
            <a:xfrm>
              <a:off x="8485365" y="2798232"/>
              <a:ext cx="338242" cy="349056"/>
              <a:chOff x="4471883" y="2191738"/>
              <a:chExt cx="338242" cy="349056"/>
            </a:xfrm>
          </p:grpSpPr>
          <p:sp>
            <p:nvSpPr>
              <p:cNvPr id="98" name="矩形: 圆角 97">
                <a:extLst>
                  <a:ext uri="{FF2B5EF4-FFF2-40B4-BE49-F238E27FC236}">
                    <a16:creationId xmlns:a16="http://schemas.microsoft.com/office/drawing/2014/main" id="{B1BA340D-C1FF-5952-4217-698442E5618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547B5C5D-E154-191E-1700-0D45173B0BA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1A3AB1BE-5D19-1A78-C26C-92583E5C4673}"/>
                    </a:ext>
                  </a:extLst>
                </p:cNvPr>
                <p:cNvSpPr txBox="1"/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1A3AB1BE-5D19-1A78-C26C-92583E5C4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ABEFBF5B-754C-B070-2BA8-C76DF7D9DA0A}"/>
              </a:ext>
            </a:extLst>
          </p:cNvPr>
          <p:cNvGrpSpPr/>
          <p:nvPr/>
        </p:nvGrpSpPr>
        <p:grpSpPr>
          <a:xfrm>
            <a:off x="7243297" y="2895639"/>
            <a:ext cx="1678586" cy="350741"/>
            <a:chOff x="7145021" y="2798232"/>
            <a:chExt cx="1678586" cy="350741"/>
          </a:xfrm>
        </p:grpSpPr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1736BF19-885A-4161-966C-099349DBECE3}"/>
                </a:ext>
              </a:extLst>
            </p:cNvPr>
            <p:cNvGrpSpPr/>
            <p:nvPr/>
          </p:nvGrpSpPr>
          <p:grpSpPr>
            <a:xfrm>
              <a:off x="7145021" y="2799917"/>
              <a:ext cx="338242" cy="349056"/>
              <a:chOff x="4471883" y="2191738"/>
              <a:chExt cx="338242" cy="349056"/>
            </a:xfrm>
          </p:grpSpPr>
          <p:sp>
            <p:nvSpPr>
              <p:cNvPr id="121" name="矩形: 圆角 120">
                <a:extLst>
                  <a:ext uri="{FF2B5EF4-FFF2-40B4-BE49-F238E27FC236}">
                    <a16:creationId xmlns:a16="http://schemas.microsoft.com/office/drawing/2014/main" id="{5D66456A-D84B-7020-1AA2-4187AD8DDBC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997FC8B1-BB7A-C525-6906-86FAFC8CB88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013129D-94BA-87E2-072C-F7FD5A93628A}"/>
                    </a:ext>
                  </a:extLst>
                </p:cNvPr>
                <p:cNvSpPr txBox="1"/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013129D-94BA-87E2-072C-F7FD5A9362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83706F76-D5A8-F4E4-65CD-26E31D8680AD}"/>
                </a:ext>
              </a:extLst>
            </p:cNvPr>
            <p:cNvGrpSpPr/>
            <p:nvPr/>
          </p:nvGrpSpPr>
          <p:grpSpPr>
            <a:xfrm>
              <a:off x="7480107" y="2799917"/>
              <a:ext cx="338242" cy="349056"/>
              <a:chOff x="4471883" y="2191738"/>
              <a:chExt cx="338242" cy="349056"/>
            </a:xfrm>
          </p:grpSpPr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0D9BB165-46A9-6115-5835-8CEF97B1F1A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6943BDF1-13FC-CB5D-3DDA-AA96D67909D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F7ACD8F-D291-4D36-25E5-418ED07D5E00}"/>
                    </a:ext>
                  </a:extLst>
                </p:cNvPr>
                <p:cNvSpPr txBox="1"/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F7ACD8F-D291-4D36-25E5-418ED07D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9401BC12-3DB9-DF3A-4A5E-2AFBE96FC967}"/>
                </a:ext>
              </a:extLst>
            </p:cNvPr>
            <p:cNvGrpSpPr/>
            <p:nvPr/>
          </p:nvGrpSpPr>
          <p:grpSpPr>
            <a:xfrm>
              <a:off x="7815193" y="2799917"/>
              <a:ext cx="338242" cy="349056"/>
              <a:chOff x="4471883" y="2191738"/>
              <a:chExt cx="338242" cy="349056"/>
            </a:xfrm>
          </p:grpSpPr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109FC60C-5234-9F72-1BBF-21BF261861B2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145A8B95-1C4D-4E5A-4E5E-9E1BBC28C1CD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2C2FD73-F4C3-1853-626C-55FC92E58436}"/>
                    </a:ext>
                  </a:extLst>
                </p:cNvPr>
                <p:cNvSpPr txBox="1"/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B2C2FD73-F4C3-1853-626C-55FC92E58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E2B1C4A4-00FD-0899-F377-D8F8D22983BE}"/>
                </a:ext>
              </a:extLst>
            </p:cNvPr>
            <p:cNvGrpSpPr/>
            <p:nvPr/>
          </p:nvGrpSpPr>
          <p:grpSpPr>
            <a:xfrm>
              <a:off x="8150279" y="2799917"/>
              <a:ext cx="338242" cy="349056"/>
              <a:chOff x="4471883" y="2191738"/>
              <a:chExt cx="338242" cy="349056"/>
            </a:xfrm>
          </p:grpSpPr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3FBD990A-B6F7-9CC4-29A7-5923CD01EBF0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24E84A61-32E7-AD17-B6E0-43FFC3E80B8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660E3609-F1F4-8695-B594-5A146EB2F411}"/>
                    </a:ext>
                  </a:extLst>
                </p:cNvPr>
                <p:cNvSpPr txBox="1"/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660E3609-F1F4-8695-B594-5A146EB2F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7CB395D1-06EC-5EC8-8805-A99BD1FCF7A7}"/>
                </a:ext>
              </a:extLst>
            </p:cNvPr>
            <p:cNvGrpSpPr/>
            <p:nvPr/>
          </p:nvGrpSpPr>
          <p:grpSpPr>
            <a:xfrm>
              <a:off x="8485365" y="2798232"/>
              <a:ext cx="338242" cy="349056"/>
              <a:chOff x="4471883" y="2191738"/>
              <a:chExt cx="338242" cy="349056"/>
            </a:xfrm>
          </p:grpSpPr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0028D819-E38D-CF16-8D22-91FFD80D5F1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09A204D5-7EE4-03E3-0123-048C893C5292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C88633C7-F6B9-45A1-1836-0747F03D053A}"/>
                    </a:ext>
                  </a:extLst>
                </p:cNvPr>
                <p:cNvSpPr txBox="1"/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C88633C7-F6B9-45A1-1836-0747F03D0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0F3B4E1F-C132-3432-6A9C-30C6D6B0F756}"/>
              </a:ext>
            </a:extLst>
          </p:cNvPr>
          <p:cNvGrpSpPr/>
          <p:nvPr/>
        </p:nvGrpSpPr>
        <p:grpSpPr>
          <a:xfrm>
            <a:off x="7243297" y="3217213"/>
            <a:ext cx="1678586" cy="350741"/>
            <a:chOff x="7145021" y="2798232"/>
            <a:chExt cx="1678586" cy="350741"/>
          </a:xfrm>
        </p:grpSpPr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55F2A0F1-D640-E107-BCEE-5C8E145A0399}"/>
                </a:ext>
              </a:extLst>
            </p:cNvPr>
            <p:cNvGrpSpPr/>
            <p:nvPr/>
          </p:nvGrpSpPr>
          <p:grpSpPr>
            <a:xfrm>
              <a:off x="7145021" y="2799917"/>
              <a:ext cx="338242" cy="349056"/>
              <a:chOff x="4471883" y="2191738"/>
              <a:chExt cx="338242" cy="349056"/>
            </a:xfrm>
          </p:grpSpPr>
          <p:sp>
            <p:nvSpPr>
              <p:cNvPr id="142" name="矩形: 圆角 141">
                <a:extLst>
                  <a:ext uri="{FF2B5EF4-FFF2-40B4-BE49-F238E27FC236}">
                    <a16:creationId xmlns:a16="http://schemas.microsoft.com/office/drawing/2014/main" id="{FE348A29-8A98-7ADC-2BBC-952ADD3EBF7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5D7C526A-8DD1-47AB-D17E-D11F290BE0A2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74149D5B-51DE-77E9-CFEC-53B9E0B89CC8}"/>
                    </a:ext>
                  </a:extLst>
                </p:cNvPr>
                <p:cNvSpPr txBox="1"/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74149D5B-51DE-77E9-CFEC-53B9E0B89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0315F6D0-55AA-5D12-32FA-B22D6F62D41F}"/>
                </a:ext>
              </a:extLst>
            </p:cNvPr>
            <p:cNvGrpSpPr/>
            <p:nvPr/>
          </p:nvGrpSpPr>
          <p:grpSpPr>
            <a:xfrm>
              <a:off x="7480107" y="2799917"/>
              <a:ext cx="338242" cy="349056"/>
              <a:chOff x="4471883" y="2191738"/>
              <a:chExt cx="338242" cy="349056"/>
            </a:xfrm>
          </p:grpSpPr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BE977DCB-A837-FE26-E88E-C85229EB0083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0B4228DA-6799-F4EB-A121-B81145E21B19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F574B6C-DB5A-659F-70F7-EDFB623E0728}"/>
                    </a:ext>
                  </a:extLst>
                </p:cNvPr>
                <p:cNvSpPr txBox="1"/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F574B6C-DB5A-659F-70F7-EDFB623E0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9C88C0C6-F4CF-6073-1E1E-588CA042E773}"/>
                </a:ext>
              </a:extLst>
            </p:cNvPr>
            <p:cNvGrpSpPr/>
            <p:nvPr/>
          </p:nvGrpSpPr>
          <p:grpSpPr>
            <a:xfrm>
              <a:off x="7815193" y="2799917"/>
              <a:ext cx="338242" cy="349056"/>
              <a:chOff x="4471883" y="2191738"/>
              <a:chExt cx="338242" cy="349056"/>
            </a:xfrm>
          </p:grpSpPr>
          <p:sp>
            <p:nvSpPr>
              <p:cNvPr id="138" name="矩形: 圆角 137">
                <a:extLst>
                  <a:ext uri="{FF2B5EF4-FFF2-40B4-BE49-F238E27FC236}">
                    <a16:creationId xmlns:a16="http://schemas.microsoft.com/office/drawing/2014/main" id="{80B9EEA2-13DE-884A-077F-A2DADF2E147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4B665B53-14C9-BF78-92E5-23E0D7B0C06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96FDB87B-F3F0-CD82-FFAA-196880653DCE}"/>
                    </a:ext>
                  </a:extLst>
                </p:cNvPr>
                <p:cNvSpPr txBox="1"/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96FDB87B-F3F0-CD82-FFAA-196880653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8341FA27-DBE8-89D1-E5A4-03771B505948}"/>
                </a:ext>
              </a:extLst>
            </p:cNvPr>
            <p:cNvGrpSpPr/>
            <p:nvPr/>
          </p:nvGrpSpPr>
          <p:grpSpPr>
            <a:xfrm>
              <a:off x="8150279" y="2799917"/>
              <a:ext cx="338242" cy="349056"/>
              <a:chOff x="4471883" y="2191738"/>
              <a:chExt cx="338242" cy="349056"/>
            </a:xfrm>
          </p:grpSpPr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E4A9BE57-2A14-161D-D293-2FEEDCF974C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4309E428-7081-1ED6-35C3-F39C18EAF0CA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ABA4C5F6-53D9-1A85-9A2B-D5F64E90B548}"/>
                    </a:ext>
                  </a:extLst>
                </p:cNvPr>
                <p:cNvSpPr txBox="1"/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ABA4C5F6-53D9-1A85-9A2B-D5F64E90B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6995D62F-D462-CB59-1A58-4A190386F6E5}"/>
                </a:ext>
              </a:extLst>
            </p:cNvPr>
            <p:cNvGrpSpPr/>
            <p:nvPr/>
          </p:nvGrpSpPr>
          <p:grpSpPr>
            <a:xfrm>
              <a:off x="8485365" y="2798232"/>
              <a:ext cx="338242" cy="349056"/>
              <a:chOff x="4471883" y="2191738"/>
              <a:chExt cx="338242" cy="349056"/>
            </a:xfrm>
          </p:grpSpPr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387DF432-FBBD-5E06-F994-99F87149E183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AE59158A-1010-61A6-5373-D6E1CA0970D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EFAC0985-77E1-21E0-3A41-8AD88CDB3C77}"/>
                    </a:ext>
                  </a:extLst>
                </p:cNvPr>
                <p:cNvSpPr txBox="1"/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EFAC0985-77E1-21E0-3A41-8AD88CDB3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E9B80818-B68B-B44A-8689-06B1B08688A9}"/>
              </a:ext>
            </a:extLst>
          </p:cNvPr>
          <p:cNvGrpSpPr/>
          <p:nvPr/>
        </p:nvGrpSpPr>
        <p:grpSpPr>
          <a:xfrm>
            <a:off x="7251564" y="3526862"/>
            <a:ext cx="1678586" cy="350741"/>
            <a:chOff x="7145021" y="2798232"/>
            <a:chExt cx="1678586" cy="350741"/>
          </a:xfrm>
        </p:grpSpPr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B06239A5-E3A4-DEA8-BBB4-72D199599E7D}"/>
                </a:ext>
              </a:extLst>
            </p:cNvPr>
            <p:cNvGrpSpPr/>
            <p:nvPr/>
          </p:nvGrpSpPr>
          <p:grpSpPr>
            <a:xfrm>
              <a:off x="7145021" y="2799917"/>
              <a:ext cx="338242" cy="349056"/>
              <a:chOff x="4471883" y="2191738"/>
              <a:chExt cx="338242" cy="349056"/>
            </a:xfrm>
          </p:grpSpPr>
          <p:sp>
            <p:nvSpPr>
              <p:cNvPr id="163" name="矩形: 圆角 162">
                <a:extLst>
                  <a:ext uri="{FF2B5EF4-FFF2-40B4-BE49-F238E27FC236}">
                    <a16:creationId xmlns:a16="http://schemas.microsoft.com/office/drawing/2014/main" id="{4877FC71-C6AF-CA90-CEC7-B3E0DB3D386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D00F3A91-A7D1-895D-1000-31034C5F093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3ACF07C1-7C83-38C6-4067-1B576D92A4FC}"/>
                    </a:ext>
                  </a:extLst>
                </p:cNvPr>
                <p:cNvSpPr txBox="1"/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3ACF07C1-7C83-38C6-4067-1B576D92A4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B33CE31A-31BB-CE19-22A8-6F6361A3ADF7}"/>
                </a:ext>
              </a:extLst>
            </p:cNvPr>
            <p:cNvGrpSpPr/>
            <p:nvPr/>
          </p:nvGrpSpPr>
          <p:grpSpPr>
            <a:xfrm>
              <a:off x="7480107" y="2799917"/>
              <a:ext cx="338242" cy="349056"/>
              <a:chOff x="4471883" y="2191738"/>
              <a:chExt cx="338242" cy="349056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B8E98CD8-3652-AFBD-34C2-30FB70B443B6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1A490ED7-2567-2790-27AC-BE7EEB0FC65A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214BA1B-5D26-594D-8EA0-54F5EB7AD396}"/>
                    </a:ext>
                  </a:extLst>
                </p:cNvPr>
                <p:cNvSpPr txBox="1"/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9214BA1B-5D26-594D-8EA0-54F5EB7AD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AC57817D-24B0-4D2C-89DD-DC886BF6ADFD}"/>
                </a:ext>
              </a:extLst>
            </p:cNvPr>
            <p:cNvGrpSpPr/>
            <p:nvPr/>
          </p:nvGrpSpPr>
          <p:grpSpPr>
            <a:xfrm>
              <a:off x="7815193" y="2799917"/>
              <a:ext cx="338242" cy="349056"/>
              <a:chOff x="4471883" y="2191738"/>
              <a:chExt cx="338242" cy="349056"/>
            </a:xfrm>
          </p:grpSpPr>
          <p:sp>
            <p:nvSpPr>
              <p:cNvPr id="159" name="矩形: 圆角 158">
                <a:extLst>
                  <a:ext uri="{FF2B5EF4-FFF2-40B4-BE49-F238E27FC236}">
                    <a16:creationId xmlns:a16="http://schemas.microsoft.com/office/drawing/2014/main" id="{853301ED-98AD-AA25-EFF2-3A29BE86F33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20DDB2B-662E-89AA-A7E2-BD01A2C3059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89ACEA9C-D23C-C2C8-D085-6EC819E9ECA7}"/>
                    </a:ext>
                  </a:extLst>
                </p:cNvPr>
                <p:cNvSpPr txBox="1"/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89ACEA9C-D23C-C2C8-D085-6EC819E9E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7F5049AC-411F-1435-6283-53FC3D378815}"/>
                </a:ext>
              </a:extLst>
            </p:cNvPr>
            <p:cNvGrpSpPr/>
            <p:nvPr/>
          </p:nvGrpSpPr>
          <p:grpSpPr>
            <a:xfrm>
              <a:off x="8150279" y="2799917"/>
              <a:ext cx="338242" cy="349056"/>
              <a:chOff x="4471883" y="2191738"/>
              <a:chExt cx="338242" cy="349056"/>
            </a:xfrm>
          </p:grpSpPr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230F3C3C-AA0D-AD80-14E9-C61672DE7337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CB556B12-B395-0345-4CA5-F1C2A3B25B5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E237D7D3-5943-D139-3F1E-6D6C2D5996A1}"/>
                    </a:ext>
                  </a:extLst>
                </p:cNvPr>
                <p:cNvSpPr txBox="1"/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E237D7D3-5943-D139-3F1E-6D6C2D599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64650DE2-5FAA-C178-4D21-941848A0564F}"/>
                </a:ext>
              </a:extLst>
            </p:cNvPr>
            <p:cNvGrpSpPr/>
            <p:nvPr/>
          </p:nvGrpSpPr>
          <p:grpSpPr>
            <a:xfrm>
              <a:off x="8485365" y="2798232"/>
              <a:ext cx="338242" cy="349056"/>
              <a:chOff x="4471883" y="2191738"/>
              <a:chExt cx="338242" cy="349056"/>
            </a:xfrm>
          </p:grpSpPr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AC17A16D-29EC-B845-A369-5D1538DB592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E9418BCE-CACF-D301-0A08-5B2B6ABD5A3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5F609571-39AD-E715-CE03-A5C0425121D6}"/>
                    </a:ext>
                  </a:extLst>
                </p:cNvPr>
                <p:cNvSpPr txBox="1"/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5F609571-39AD-E715-CE03-A5C042512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40BD8353-0E5B-3EE7-A782-2D1527A28C51}"/>
              </a:ext>
            </a:extLst>
          </p:cNvPr>
          <p:cNvGrpSpPr/>
          <p:nvPr/>
        </p:nvGrpSpPr>
        <p:grpSpPr>
          <a:xfrm>
            <a:off x="7257518" y="3844953"/>
            <a:ext cx="1678586" cy="350741"/>
            <a:chOff x="7145021" y="2798232"/>
            <a:chExt cx="1678586" cy="350741"/>
          </a:xfrm>
        </p:grpSpPr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3A20EF91-1F21-52BA-691C-AC02C524E0EE}"/>
                </a:ext>
              </a:extLst>
            </p:cNvPr>
            <p:cNvGrpSpPr/>
            <p:nvPr/>
          </p:nvGrpSpPr>
          <p:grpSpPr>
            <a:xfrm>
              <a:off x="7145021" y="2799917"/>
              <a:ext cx="338242" cy="349056"/>
              <a:chOff x="4471883" y="2191738"/>
              <a:chExt cx="338242" cy="349056"/>
            </a:xfrm>
          </p:grpSpPr>
          <p:sp>
            <p:nvSpPr>
              <p:cNvPr id="184" name="矩形: 圆角 183">
                <a:extLst>
                  <a:ext uri="{FF2B5EF4-FFF2-40B4-BE49-F238E27FC236}">
                    <a16:creationId xmlns:a16="http://schemas.microsoft.com/office/drawing/2014/main" id="{C177AF1B-775D-3FDC-5673-4A0098BB0F1E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FB9D1294-D7E0-D052-9631-5D233D7D32A7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BB8D1209-B42F-0F75-8107-A6C6BE734F9A}"/>
                    </a:ext>
                  </a:extLst>
                </p:cNvPr>
                <p:cNvSpPr txBox="1"/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BB8D1209-B42F-0F75-8107-A6C6BE734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0085" y="2861472"/>
                  <a:ext cx="3200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17F1AAB2-0689-6208-6095-B87A24EB562C}"/>
                </a:ext>
              </a:extLst>
            </p:cNvPr>
            <p:cNvGrpSpPr/>
            <p:nvPr/>
          </p:nvGrpSpPr>
          <p:grpSpPr>
            <a:xfrm>
              <a:off x="7480107" y="2799917"/>
              <a:ext cx="338242" cy="349056"/>
              <a:chOff x="4471883" y="2191738"/>
              <a:chExt cx="338242" cy="349056"/>
            </a:xfrm>
          </p:grpSpPr>
          <p:sp>
            <p:nvSpPr>
              <p:cNvPr id="182" name="矩形: 圆角 181">
                <a:extLst>
                  <a:ext uri="{FF2B5EF4-FFF2-40B4-BE49-F238E27FC236}">
                    <a16:creationId xmlns:a16="http://schemas.microsoft.com/office/drawing/2014/main" id="{4C871ECF-8073-6757-2C88-00EF3487571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70CBCDC7-FB65-A2C9-D9B6-1814B7507162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B8213C76-3D6B-9CC0-CA1D-6BF5F2EBCC06}"/>
                    </a:ext>
                  </a:extLst>
                </p:cNvPr>
                <p:cNvSpPr txBox="1"/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B8213C76-3D6B-9CC0-CA1D-6BF5F2EBC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5171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B9AF8326-59BE-E093-45AA-DB2E63247A13}"/>
                </a:ext>
              </a:extLst>
            </p:cNvPr>
            <p:cNvGrpSpPr/>
            <p:nvPr/>
          </p:nvGrpSpPr>
          <p:grpSpPr>
            <a:xfrm>
              <a:off x="7815193" y="2799917"/>
              <a:ext cx="338242" cy="349056"/>
              <a:chOff x="4471883" y="2191738"/>
              <a:chExt cx="338242" cy="349056"/>
            </a:xfrm>
          </p:grpSpPr>
          <p:sp>
            <p:nvSpPr>
              <p:cNvPr id="180" name="矩形: 圆角 179">
                <a:extLst>
                  <a:ext uri="{FF2B5EF4-FFF2-40B4-BE49-F238E27FC236}">
                    <a16:creationId xmlns:a16="http://schemas.microsoft.com/office/drawing/2014/main" id="{FBC5CCCD-7450-CA96-016F-BA90FC91D3A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EBCF5AF2-EF3B-32B7-2DB3-D12545A3DC4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A666AFF5-C2EB-5CA1-7C46-F79C9452E55E}"/>
                    </a:ext>
                  </a:extLst>
                </p:cNvPr>
                <p:cNvSpPr txBox="1"/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A666AFF5-C2EB-5CA1-7C46-F79C9452E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0257" y="2861472"/>
                  <a:ext cx="320022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27EC6C7-287D-9B05-C81F-B1CF75156F60}"/>
                </a:ext>
              </a:extLst>
            </p:cNvPr>
            <p:cNvGrpSpPr/>
            <p:nvPr/>
          </p:nvGrpSpPr>
          <p:grpSpPr>
            <a:xfrm>
              <a:off x="8150279" y="2799917"/>
              <a:ext cx="338242" cy="349056"/>
              <a:chOff x="4471883" y="2191738"/>
              <a:chExt cx="338242" cy="349056"/>
            </a:xfrm>
          </p:grpSpPr>
          <p:sp>
            <p:nvSpPr>
              <p:cNvPr id="178" name="矩形: 圆角 177">
                <a:extLst>
                  <a:ext uri="{FF2B5EF4-FFF2-40B4-BE49-F238E27FC236}">
                    <a16:creationId xmlns:a16="http://schemas.microsoft.com/office/drawing/2014/main" id="{A87E3D7D-7039-0A64-B8C8-C842E37CE1A2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155151AB-FCDE-4365-B870-107BBA361FA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18123C07-4927-A15E-6ECD-A77F98709360}"/>
                    </a:ext>
                  </a:extLst>
                </p:cNvPr>
                <p:cNvSpPr txBox="1"/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18123C07-4927-A15E-6ECD-A77F98709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343" y="2861472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E2977CE6-DCBB-7863-545B-8D5917632407}"/>
                </a:ext>
              </a:extLst>
            </p:cNvPr>
            <p:cNvGrpSpPr/>
            <p:nvPr/>
          </p:nvGrpSpPr>
          <p:grpSpPr>
            <a:xfrm>
              <a:off x="8485365" y="2798232"/>
              <a:ext cx="338242" cy="349056"/>
              <a:chOff x="4471883" y="2191738"/>
              <a:chExt cx="338242" cy="349056"/>
            </a:xfrm>
          </p:grpSpPr>
          <p:sp>
            <p:nvSpPr>
              <p:cNvPr id="176" name="矩形: 圆角 175">
                <a:extLst>
                  <a:ext uri="{FF2B5EF4-FFF2-40B4-BE49-F238E27FC236}">
                    <a16:creationId xmlns:a16="http://schemas.microsoft.com/office/drawing/2014/main" id="{D0BDC2A1-F495-25A4-485A-AF60A3F7977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0AC7D2F4-DDDF-B014-86B2-292589FDB6A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07B578F8-F2CE-1443-0706-27E9023039FE}"/>
                    </a:ext>
                  </a:extLst>
                </p:cNvPr>
                <p:cNvSpPr txBox="1"/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07B578F8-F2CE-1443-0706-27E902303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429" y="2859787"/>
                  <a:ext cx="32002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2C7BA338-40D2-03E3-85BA-E2F68C8F4118}"/>
                  </a:ext>
                </a:extLst>
              </p:cNvPr>
              <p:cNvSpPr txBox="1"/>
              <p:nvPr/>
            </p:nvSpPr>
            <p:spPr>
              <a:xfrm>
                <a:off x="5857227" y="3002315"/>
                <a:ext cx="994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邻接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矩阵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2C7BA338-40D2-03E3-85BA-E2F68C8F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27" y="3002315"/>
                <a:ext cx="994012" cy="276999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02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0C01-863D-5303-68A5-EC11821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1A9AAD93-D4A3-DA32-95FF-3113EBB9B037}"/>
              </a:ext>
            </a:extLst>
          </p:cNvPr>
          <p:cNvSpPr/>
          <p:nvPr/>
        </p:nvSpPr>
        <p:spPr>
          <a:xfrm>
            <a:off x="3226650" y="334168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76734FE-2C89-F0A3-4463-9FE20D9BC6C7}"/>
                  </a:ext>
                </a:extLst>
              </p:cNvPr>
              <p:cNvSpPr txBox="1"/>
              <p:nvPr/>
            </p:nvSpPr>
            <p:spPr>
              <a:xfrm>
                <a:off x="3242851" y="3379399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76734FE-2C89-F0A3-4463-9FE20D9B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851" y="3379399"/>
                <a:ext cx="32002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0E222D9-4BF5-C14E-D2B1-DA43F43B2485}"/>
              </a:ext>
            </a:extLst>
          </p:cNvPr>
          <p:cNvGrpSpPr/>
          <p:nvPr/>
        </p:nvGrpSpPr>
        <p:grpSpPr>
          <a:xfrm>
            <a:off x="4260112" y="3341687"/>
            <a:ext cx="352425" cy="352425"/>
            <a:chOff x="5594350" y="1358371"/>
            <a:chExt cx="352425" cy="352425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EDBBA5B-EA79-4C98-FE8F-E6C03EB9CE03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5B68707-AF2B-C7B1-2336-CE3C10BB964D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1D6EF38-459A-2A40-C325-57BA94D75935}"/>
              </a:ext>
            </a:extLst>
          </p:cNvPr>
          <p:cNvGrpSpPr/>
          <p:nvPr/>
        </p:nvGrpSpPr>
        <p:grpSpPr>
          <a:xfrm>
            <a:off x="5143291" y="2907627"/>
            <a:ext cx="352425" cy="352425"/>
            <a:chOff x="5594350" y="1358371"/>
            <a:chExt cx="352425" cy="3524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1961A5E-A076-B19D-D451-1511C9795391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9E77D59-7CDC-60B7-FFE0-35260FAF606A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E7E60BC9-9464-F5B3-4C8B-1D92152BE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5CB5251-C4EC-20EB-CE01-370FA55F1C70}"/>
              </a:ext>
            </a:extLst>
          </p:cNvPr>
          <p:cNvCxnSpPr>
            <a:cxnSpLocks/>
            <a:stCxn id="11" idx="6"/>
            <a:endCxn id="4" idx="2"/>
          </p:cNvCxnSpPr>
          <p:nvPr/>
        </p:nvCxnSpPr>
        <p:spPr>
          <a:xfrm flipV="1">
            <a:off x="4612537" y="3083840"/>
            <a:ext cx="530754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D3B57510-A2AC-FD69-9736-E1C413A08898}"/>
              </a:ext>
            </a:extLst>
          </p:cNvPr>
          <p:cNvSpPr/>
          <p:nvPr/>
        </p:nvSpPr>
        <p:spPr>
          <a:xfrm>
            <a:off x="3546672" y="26220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F29B9D5-C2F5-0A3D-8E6F-B5259B5AA7CF}"/>
                  </a:ext>
                </a:extLst>
              </p:cNvPr>
              <p:cNvSpPr txBox="1"/>
              <p:nvPr/>
            </p:nvSpPr>
            <p:spPr>
              <a:xfrm>
                <a:off x="3562873" y="26597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F29B9D5-C2F5-0A3D-8E6F-B5259B5AA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873" y="2659732"/>
                <a:ext cx="3200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1125AA7-F17A-DF9A-CF57-EC96591793F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402863" y="2907627"/>
            <a:ext cx="188119" cy="43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BF0DB510-766D-9FDD-9C48-5CC0AC762B27}"/>
              </a:ext>
            </a:extLst>
          </p:cNvPr>
          <p:cNvSpPr/>
          <p:nvPr/>
        </p:nvSpPr>
        <p:spPr>
          <a:xfrm>
            <a:off x="5081255" y="3714220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515E62B-DDF3-22A1-5143-11E377293ECD}"/>
                  </a:ext>
                </a:extLst>
              </p:cNvPr>
              <p:cNvSpPr txBox="1"/>
              <p:nvPr/>
            </p:nvSpPr>
            <p:spPr>
              <a:xfrm>
                <a:off x="5097456" y="3751932"/>
                <a:ext cx="3200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515E62B-DDF3-22A1-5143-11E37729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456" y="3751932"/>
                <a:ext cx="3200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0768C3A-3B05-0FE1-1622-F03BDA7FF4AC}"/>
              </a:ext>
            </a:extLst>
          </p:cNvPr>
          <p:cNvCxnSpPr>
            <a:cxnSpLocks/>
            <a:stCxn id="11" idx="5"/>
            <a:endCxn id="8" idx="2"/>
          </p:cNvCxnSpPr>
          <p:nvPr/>
        </p:nvCxnSpPr>
        <p:spPr>
          <a:xfrm>
            <a:off x="4560926" y="3642501"/>
            <a:ext cx="520329" cy="2479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0BE3DCD-1B70-345D-7305-02B172E1822D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5257468" y="3260052"/>
            <a:ext cx="62036" cy="4541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9230D87-7B9C-EFF2-5E0F-B30B3B24096D}"/>
              </a:ext>
            </a:extLst>
          </p:cNvPr>
          <p:cNvCxnSpPr>
            <a:cxnSpLocks/>
            <a:stCxn id="11" idx="2"/>
            <a:endCxn id="6" idx="6"/>
          </p:cNvCxnSpPr>
          <p:nvPr/>
        </p:nvCxnSpPr>
        <p:spPr>
          <a:xfrm flipH="1">
            <a:off x="3579075" y="3517900"/>
            <a:ext cx="6810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5EA81EB-8FF4-7A36-A51A-AD33EA3F8B68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flipH="1" flipV="1">
            <a:off x="3882895" y="2798232"/>
            <a:ext cx="1436609" cy="1093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93FFBD6-82A3-DE89-F986-E0B91E227DF6}"/>
              </a:ext>
            </a:extLst>
          </p:cNvPr>
          <p:cNvCxnSpPr>
            <a:cxnSpLocks/>
          </p:cNvCxnSpPr>
          <p:nvPr/>
        </p:nvCxnSpPr>
        <p:spPr>
          <a:xfrm>
            <a:off x="5910792" y="3341687"/>
            <a:ext cx="8868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9D57F3-FA56-180C-C033-405333F02E55}"/>
              </a:ext>
            </a:extLst>
          </p:cNvPr>
          <p:cNvCxnSpPr>
            <a:cxnSpLocks/>
          </p:cNvCxnSpPr>
          <p:nvPr/>
        </p:nvCxnSpPr>
        <p:spPr>
          <a:xfrm flipH="1">
            <a:off x="5910792" y="3473058"/>
            <a:ext cx="874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529E0948-DB34-3667-4976-39C62A3470E3}"/>
                  </a:ext>
                </a:extLst>
              </p:cNvPr>
              <p:cNvSpPr txBox="1"/>
              <p:nvPr/>
            </p:nvSpPr>
            <p:spPr>
              <a:xfrm>
                <a:off x="5857227" y="3002315"/>
                <a:ext cx="994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邻接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表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529E0948-DB34-3667-4976-39C62A34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27" y="3002315"/>
                <a:ext cx="994012" cy="276999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A43E3CF5-7461-7CA7-B1B3-4707511AE1C4}"/>
              </a:ext>
            </a:extLst>
          </p:cNvPr>
          <p:cNvSpPr txBox="1"/>
          <p:nvPr/>
        </p:nvSpPr>
        <p:spPr>
          <a:xfrm>
            <a:off x="7249383" y="2254685"/>
            <a:ext cx="69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第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个点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6F09B00-94EB-AD96-17D0-DACB5C348BFD}"/>
              </a:ext>
            </a:extLst>
          </p:cNvPr>
          <p:cNvGrpSpPr/>
          <p:nvPr/>
        </p:nvGrpSpPr>
        <p:grpSpPr>
          <a:xfrm>
            <a:off x="8008742" y="2192975"/>
            <a:ext cx="352425" cy="352425"/>
            <a:chOff x="5594350" y="1358371"/>
            <a:chExt cx="352425" cy="352425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34F4059-84B5-969B-0F4B-6662E09D387A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E1EE5EC-F5D2-3B95-529B-86F603C4FDBE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E71DCAC-BB28-402A-9A05-D87EBE334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EAA6BD9-7FB9-A8CE-CD7D-918AD3E4EEA6}"/>
              </a:ext>
            </a:extLst>
          </p:cNvPr>
          <p:cNvGrpSpPr/>
          <p:nvPr/>
        </p:nvGrpSpPr>
        <p:grpSpPr>
          <a:xfrm>
            <a:off x="8542142" y="2197809"/>
            <a:ext cx="352425" cy="352425"/>
            <a:chOff x="5594350" y="1358371"/>
            <a:chExt cx="352425" cy="352425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25A9A8C-B716-3CFF-7137-49AA967DB0D5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068DA01-ADD4-B8F2-A665-E5FBB797D4AB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068DA01-ADD4-B8F2-A665-E5FBB797D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A64428E-4EC0-22BD-FA67-76AC6DADDEFD}"/>
              </a:ext>
            </a:extLst>
          </p:cNvPr>
          <p:cNvSpPr txBox="1"/>
          <p:nvPr/>
        </p:nvSpPr>
        <p:spPr>
          <a:xfrm>
            <a:off x="7249383" y="2788157"/>
            <a:ext cx="69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第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个点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9DC0133-C868-8D01-C474-4E829C9E1D73}"/>
              </a:ext>
            </a:extLst>
          </p:cNvPr>
          <p:cNvGrpSpPr/>
          <p:nvPr/>
        </p:nvGrpSpPr>
        <p:grpSpPr>
          <a:xfrm>
            <a:off x="8008742" y="2726447"/>
            <a:ext cx="352425" cy="352425"/>
            <a:chOff x="5594350" y="1358371"/>
            <a:chExt cx="352425" cy="35242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551A5033-31F9-8496-E767-00A284C2D858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A9A4CC2-7E74-2169-301A-1B98075E2508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1A9A4CC2-7E74-2169-301A-1B98075E2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53791F2-BB84-04B6-BE66-5141C9F56829}"/>
              </a:ext>
            </a:extLst>
          </p:cNvPr>
          <p:cNvGrpSpPr/>
          <p:nvPr/>
        </p:nvGrpSpPr>
        <p:grpSpPr>
          <a:xfrm>
            <a:off x="8542142" y="2731281"/>
            <a:ext cx="352425" cy="352425"/>
            <a:chOff x="5594350" y="1358371"/>
            <a:chExt cx="352425" cy="352425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F3F14A3-F5D0-93AF-6C63-8D78842EE53F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EB3E890-1FFC-5A3A-F7EB-5F1C21BF2F52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EB3E890-1FFC-5A3A-F7EB-5F1C21BF2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6A4945A8-62A0-E25C-D1E9-B8DB9E0EC9AF}"/>
              </a:ext>
            </a:extLst>
          </p:cNvPr>
          <p:cNvSpPr txBox="1"/>
          <p:nvPr/>
        </p:nvSpPr>
        <p:spPr>
          <a:xfrm>
            <a:off x="7249383" y="3278299"/>
            <a:ext cx="69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第</a:t>
            </a:r>
            <a:r>
              <a:rPr lang="en-US" altLang="zh-CN" sz="1000" b="1" dirty="0"/>
              <a:t>3</a:t>
            </a:r>
            <a:r>
              <a:rPr lang="zh-CN" altLang="en-US" sz="1000" b="1" dirty="0"/>
              <a:t>个点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1010309-4A8E-D58D-47EB-27F8446C7F1F}"/>
              </a:ext>
            </a:extLst>
          </p:cNvPr>
          <p:cNvGrpSpPr/>
          <p:nvPr/>
        </p:nvGrpSpPr>
        <p:grpSpPr>
          <a:xfrm>
            <a:off x="8008742" y="3216589"/>
            <a:ext cx="352425" cy="352425"/>
            <a:chOff x="5594350" y="1358371"/>
            <a:chExt cx="352425" cy="352425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24002489-B25E-5E8C-0648-9C0FBE926C12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A205860-0178-08E6-317E-15A8A95B0838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A205860-0178-08E6-317E-15A8A95B0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B9F379A-369A-115A-A42C-35C4C0FF11D8}"/>
              </a:ext>
            </a:extLst>
          </p:cNvPr>
          <p:cNvGrpSpPr/>
          <p:nvPr/>
        </p:nvGrpSpPr>
        <p:grpSpPr>
          <a:xfrm>
            <a:off x="8542142" y="3221423"/>
            <a:ext cx="352425" cy="352425"/>
            <a:chOff x="5594350" y="1358371"/>
            <a:chExt cx="352425" cy="352425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5DB1C7A6-7668-7EC5-3459-64F1CFC01DD4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F4E2C5F-8B7D-6470-CE25-9D5E626FEE34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3F4E2C5F-8B7D-6470-CE25-9D5E626FE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CE5E18D-0AB5-7E4D-BF23-352814D9244B}"/>
              </a:ext>
            </a:extLst>
          </p:cNvPr>
          <p:cNvGrpSpPr/>
          <p:nvPr/>
        </p:nvGrpSpPr>
        <p:grpSpPr>
          <a:xfrm>
            <a:off x="9075542" y="2726445"/>
            <a:ext cx="352425" cy="352425"/>
            <a:chOff x="5594350" y="1358371"/>
            <a:chExt cx="352425" cy="352425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D956FFE-264A-D654-E637-6FBB45007C2B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A5FE7BA4-C7B7-F38C-F03B-BEE871C4001E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A5FE7BA4-C7B7-F38C-F03B-BEE871C40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75F02C5-61CE-1652-C462-511E528AA93D}"/>
              </a:ext>
            </a:extLst>
          </p:cNvPr>
          <p:cNvGrpSpPr/>
          <p:nvPr/>
        </p:nvGrpSpPr>
        <p:grpSpPr>
          <a:xfrm>
            <a:off x="9059340" y="3215001"/>
            <a:ext cx="352425" cy="352425"/>
            <a:chOff x="5594350" y="1358371"/>
            <a:chExt cx="352425" cy="352425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705B878-89ED-76CF-B65B-26B0EC818A7E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96E492CD-30A4-9E4D-D2F0-3CC940AA93C5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96E492CD-30A4-9E4D-D2F0-3CC940AA9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0A18FD15-9EC9-B88E-8408-F8E2D0769F47}"/>
              </a:ext>
            </a:extLst>
          </p:cNvPr>
          <p:cNvSpPr txBox="1"/>
          <p:nvPr/>
        </p:nvSpPr>
        <p:spPr>
          <a:xfrm>
            <a:off x="7254448" y="3721821"/>
            <a:ext cx="69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第</a:t>
            </a:r>
            <a:r>
              <a:rPr lang="en-US" altLang="zh-CN" sz="1000" b="1" dirty="0"/>
              <a:t>4</a:t>
            </a:r>
            <a:r>
              <a:rPr lang="zh-CN" altLang="en-US" sz="1000" b="1" dirty="0"/>
              <a:t>个点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10E5D1E-2240-22A7-FDB8-E8727C5295AA}"/>
              </a:ext>
            </a:extLst>
          </p:cNvPr>
          <p:cNvGrpSpPr/>
          <p:nvPr/>
        </p:nvGrpSpPr>
        <p:grpSpPr>
          <a:xfrm>
            <a:off x="8013807" y="3660111"/>
            <a:ext cx="352425" cy="352425"/>
            <a:chOff x="5594350" y="1358371"/>
            <a:chExt cx="352425" cy="352425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A4BE9671-0765-D492-CBD0-8B0830494001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89652B44-D196-2057-727A-DCCE1C354220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89652B44-D196-2057-727A-DCCE1C354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DD47697C-EBC6-CBD0-6DCB-670BDFE0386D}"/>
              </a:ext>
            </a:extLst>
          </p:cNvPr>
          <p:cNvGrpSpPr/>
          <p:nvPr/>
        </p:nvGrpSpPr>
        <p:grpSpPr>
          <a:xfrm>
            <a:off x="8547207" y="3664945"/>
            <a:ext cx="352425" cy="352425"/>
            <a:chOff x="5594350" y="1358371"/>
            <a:chExt cx="352425" cy="352425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711F150-0689-ADB6-A761-A4015C22700B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0BAC65-956F-AADB-6EFA-4CA07205E7CE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F0BAC65-956F-AADB-6EFA-4CA07205E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898FEEE6-8B93-6125-5AFD-9FF5B80CF0C4}"/>
              </a:ext>
            </a:extLst>
          </p:cNvPr>
          <p:cNvSpPr txBox="1"/>
          <p:nvPr/>
        </p:nvSpPr>
        <p:spPr>
          <a:xfrm>
            <a:off x="7249383" y="4233833"/>
            <a:ext cx="693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zh-CN" altLang="en-US" sz="1000" b="1" dirty="0"/>
              <a:t>第</a:t>
            </a:r>
            <a:r>
              <a:rPr lang="en-US" altLang="zh-CN" sz="1000" b="1" dirty="0"/>
              <a:t>5</a:t>
            </a:r>
            <a:r>
              <a:rPr lang="zh-CN" altLang="en-US" sz="1000" b="1" dirty="0"/>
              <a:t>个点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D52E116-0FCE-2C49-8A37-938A13EBA4E3}"/>
              </a:ext>
            </a:extLst>
          </p:cNvPr>
          <p:cNvGrpSpPr/>
          <p:nvPr/>
        </p:nvGrpSpPr>
        <p:grpSpPr>
          <a:xfrm>
            <a:off x="8008742" y="4172123"/>
            <a:ext cx="352425" cy="352425"/>
            <a:chOff x="5594350" y="1358371"/>
            <a:chExt cx="352425" cy="352425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2981A3A0-EDE4-1E8C-8772-021997CB27C3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2E34767-32A3-07BB-C612-9F2357C6DE8A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12E34767-32A3-07BB-C612-9F2357C6D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8A82D0C2-D1CA-E11E-BBE9-2C212F4ADD3C}"/>
              </a:ext>
            </a:extLst>
          </p:cNvPr>
          <p:cNvGrpSpPr/>
          <p:nvPr/>
        </p:nvGrpSpPr>
        <p:grpSpPr>
          <a:xfrm>
            <a:off x="8542142" y="4176957"/>
            <a:ext cx="352425" cy="352425"/>
            <a:chOff x="5594350" y="1358371"/>
            <a:chExt cx="352425" cy="352425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9DE18919-040E-C5D0-24DA-5DF77AA45899}"/>
                </a:ext>
              </a:extLst>
            </p:cNvPr>
            <p:cNvSpPr/>
            <p:nvPr/>
          </p:nvSpPr>
          <p:spPr>
            <a:xfrm>
              <a:off x="5594350" y="135837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3A6228A-E5A2-3362-6276-0C4C48BD1E04}"/>
                    </a:ext>
                  </a:extLst>
                </p:cNvPr>
                <p:cNvSpPr txBox="1"/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03A6228A-E5A2-3362-6276-0C4C48BD1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0551" y="1396083"/>
                  <a:ext cx="3200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98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341</Words>
  <Application>Microsoft Office PowerPoint</Application>
  <PresentationFormat>宽屏</PresentationFormat>
  <Paragraphs>123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2026-04-22T03:36:05Z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