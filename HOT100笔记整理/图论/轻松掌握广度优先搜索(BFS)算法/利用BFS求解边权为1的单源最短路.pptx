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5" r:id="rId2"/>
    <p:sldId id="306" r:id="rId3"/>
    <p:sldId id="307" r:id="rId4"/>
    <p:sldId id="308" r:id="rId5"/>
    <p:sldId id="309" r:id="rId6"/>
    <p:sldId id="300" r:id="rId7"/>
    <p:sldId id="301" r:id="rId8"/>
    <p:sldId id="302" r:id="rId9"/>
    <p:sldId id="303" r:id="rId10"/>
    <p:sldId id="297" r:id="rId11"/>
    <p:sldId id="310" r:id="rId12"/>
    <p:sldId id="29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0D24D-B929-45B1-AD5B-8B1B979EF7DA}" v="347" dt="2026-04-19T13:15:26.425"/>
    <p1510:client id="{5CDE6902-E686-4E71-8EF0-261F7127170E}" v="844" dt="2026-04-19T05:26:24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8" autoAdjust="0"/>
  </p:normalViewPr>
  <p:slideViewPr>
    <p:cSldViewPr snapToGrid="0">
      <p:cViewPr>
        <p:scale>
          <a:sx n="200" d="100"/>
          <a:sy n="200" d="100"/>
        </p:scale>
        <p:origin x="96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19T13:15:26.424" v="9501" actId="207"/>
      <pc:docMkLst>
        <pc:docMk/>
      </pc:docMkLst>
      <pc:sldChg chg="addSp delSp modSp add del mod">
        <pc:chgData name="昕 许" userId="a2975fcd840abfc3" providerId="LiveId" clId="{49CCD4F9-177C-4270-9A14-60236FF377E8}" dt="2026-04-19T02:31:45.429" v="6692" actId="47"/>
        <pc:sldMkLst>
          <pc:docMk/>
          <pc:sldMk cId="3949537576" sldId="296"/>
        </pc:sldMkLst>
      </pc:sldChg>
      <pc:sldChg chg="addSp delSp modSp add mod ord">
        <pc:chgData name="昕 许" userId="a2975fcd840abfc3" providerId="LiveId" clId="{49CCD4F9-177C-4270-9A14-60236FF377E8}" dt="2026-04-19T05:26:47.127" v="8813" actId="1036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4" creationId="{B681DCD8-E6BF-4424-1057-5FFF731F6D91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16" creationId="{51A83CDF-F113-70B0-A575-DAE1B5407A6D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18" creationId="{982A8488-CC2A-C171-ED13-7514A19398BF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19" creationId="{F8C3F137-CA4A-6DAE-772D-8F19AE3D2257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24" creationId="{48AF7281-2E09-39C4-31D3-94D3D6B9BA55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25" creationId="{40ABFA7F-182D-B7A8-02F4-B0FF49115D3A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28" creationId="{623C7DB1-7B96-2BBC-1F33-076072D53C77}"/>
          </ac:spMkLst>
        </pc:spChg>
        <pc:spChg chg="mod">
          <ac:chgData name="昕 许" userId="a2975fcd840abfc3" providerId="LiveId" clId="{49CCD4F9-177C-4270-9A14-60236FF377E8}" dt="2026-04-19T05:16:00.070" v="8323" actId="208"/>
          <ac:spMkLst>
            <pc:docMk/>
            <pc:sldMk cId="3112887342" sldId="297"/>
            <ac:spMk id="33" creationId="{A1D4AE05-374F-A778-4D42-7E0D066FBFA4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36" creationId="{B37CA885-A8E7-1ABD-95F0-71FC13BB185B}"/>
          </ac:spMkLst>
        </pc:spChg>
        <pc:spChg chg="mod">
          <ac:chgData name="昕 许" userId="a2975fcd840abfc3" providerId="LiveId" clId="{49CCD4F9-177C-4270-9A14-60236FF377E8}" dt="2026-04-19T05:15:54.972" v="8322"/>
          <ac:spMkLst>
            <pc:docMk/>
            <pc:sldMk cId="3112887342" sldId="297"/>
            <ac:spMk id="42" creationId="{62DEA331-ED99-40EB-B858-8707ED94D318}"/>
          </ac:spMkLst>
        </pc:spChg>
        <pc:spChg chg="add mod">
          <ac:chgData name="昕 许" userId="a2975fcd840abfc3" providerId="LiveId" clId="{49CCD4F9-177C-4270-9A14-60236FF377E8}" dt="2026-04-19T05:26:40.657" v="8800" actId="1036"/>
          <ac:spMkLst>
            <pc:docMk/>
            <pc:sldMk cId="3112887342" sldId="297"/>
            <ac:spMk id="53" creationId="{1A2DB6AF-7732-F276-4924-25B27D38EE76}"/>
          </ac:spMkLst>
        </pc:spChg>
        <pc:spChg chg="add mod">
          <ac:chgData name="昕 许" userId="a2975fcd840abfc3" providerId="LiveId" clId="{49CCD4F9-177C-4270-9A14-60236FF377E8}" dt="2026-04-19T05:22:03.957" v="8633" actId="20577"/>
          <ac:spMkLst>
            <pc:docMk/>
            <pc:sldMk cId="3112887342" sldId="297"/>
            <ac:spMk id="54" creationId="{A31C4040-79F8-2471-1B4F-455F0FDB6D97}"/>
          </ac:spMkLst>
        </pc:spChg>
        <pc:spChg chg="add mod">
          <ac:chgData name="昕 许" userId="a2975fcd840abfc3" providerId="LiveId" clId="{49CCD4F9-177C-4270-9A14-60236FF377E8}" dt="2026-04-19T05:26:47.127" v="8813" actId="1036"/>
          <ac:spMkLst>
            <pc:docMk/>
            <pc:sldMk cId="3112887342" sldId="297"/>
            <ac:spMk id="55" creationId="{E3D04B23-8E45-7847-3349-36D1943059B8}"/>
          </ac:spMkLst>
        </pc:spChg>
        <pc:spChg chg="add mod">
          <ac:chgData name="昕 许" userId="a2975fcd840abfc3" providerId="LiveId" clId="{49CCD4F9-177C-4270-9A14-60236FF377E8}" dt="2026-04-19T05:26:37.760" v="8791" actId="1036"/>
          <ac:spMkLst>
            <pc:docMk/>
            <pc:sldMk cId="3112887342" sldId="297"/>
            <ac:spMk id="56" creationId="{403726DD-6896-E01C-F2A9-A24F453C5D7C}"/>
          </ac:spMkLst>
        </pc:spChg>
        <pc:spChg chg="add mod">
          <ac:chgData name="昕 许" userId="a2975fcd840abfc3" providerId="LiveId" clId="{49CCD4F9-177C-4270-9A14-60236FF377E8}" dt="2026-04-19T05:21:44.173" v="8621" actId="14100"/>
          <ac:spMkLst>
            <pc:docMk/>
            <pc:sldMk cId="3112887342" sldId="297"/>
            <ac:spMk id="57" creationId="{6293B827-91D0-5074-5B4C-BFE2A7E9CCE0}"/>
          </ac:spMkLst>
        </pc:spChg>
        <pc:spChg chg="add mod">
          <ac:chgData name="昕 许" userId="a2975fcd840abfc3" providerId="LiveId" clId="{49CCD4F9-177C-4270-9A14-60236FF377E8}" dt="2026-04-19T05:22:18.656" v="8646" actId="208"/>
          <ac:spMkLst>
            <pc:docMk/>
            <pc:sldMk cId="3112887342" sldId="297"/>
            <ac:spMk id="58" creationId="{E3AD54E4-4672-E701-F201-F43CD20FA5BB}"/>
          </ac:spMkLst>
        </pc:spChg>
        <pc:spChg chg="add mod">
          <ac:chgData name="昕 许" userId="a2975fcd840abfc3" providerId="LiveId" clId="{49CCD4F9-177C-4270-9A14-60236FF377E8}" dt="2026-04-19T05:23:47.003" v="8688" actId="20577"/>
          <ac:spMkLst>
            <pc:docMk/>
            <pc:sldMk cId="3112887342" sldId="297"/>
            <ac:spMk id="59" creationId="{3A5763F8-4667-64D7-77EE-F87136E00477}"/>
          </ac:spMkLst>
        </pc:spChg>
        <pc:spChg chg="add mod">
          <ac:chgData name="昕 许" userId="a2975fcd840abfc3" providerId="LiveId" clId="{49CCD4F9-177C-4270-9A14-60236FF377E8}" dt="2026-04-19T05:23:39.827" v="8680" actId="1076"/>
          <ac:spMkLst>
            <pc:docMk/>
            <pc:sldMk cId="3112887342" sldId="297"/>
            <ac:spMk id="60" creationId="{4C274ACA-2CCC-5D88-39BF-C61973D470B4}"/>
          </ac:spMkLst>
        </pc:spChg>
        <pc:spChg chg="add mod">
          <ac:chgData name="昕 许" userId="a2975fcd840abfc3" providerId="LiveId" clId="{49CCD4F9-177C-4270-9A14-60236FF377E8}" dt="2026-04-19T05:22:48.067" v="8665"/>
          <ac:spMkLst>
            <pc:docMk/>
            <pc:sldMk cId="3112887342" sldId="297"/>
            <ac:spMk id="61" creationId="{8759F681-2CD3-8F7F-35F6-0FBC5B6BE437}"/>
          </ac:spMkLst>
        </pc:spChg>
        <pc:spChg chg="add mod">
          <ac:chgData name="昕 许" userId="a2975fcd840abfc3" providerId="LiveId" clId="{49CCD4F9-177C-4270-9A14-60236FF377E8}" dt="2026-04-19T05:25:00.137" v="8747" actId="1076"/>
          <ac:spMkLst>
            <pc:docMk/>
            <pc:sldMk cId="3112887342" sldId="297"/>
            <ac:spMk id="70" creationId="{833ADFB7-C2F4-039F-EA5C-F5556D9C7A3F}"/>
          </ac:spMkLst>
        </pc:spChg>
        <pc:spChg chg="add mod">
          <ac:chgData name="昕 许" userId="a2975fcd840abfc3" providerId="LiveId" clId="{49CCD4F9-177C-4270-9A14-60236FF377E8}" dt="2026-04-19T05:26:37.760" v="8791" actId="1036"/>
          <ac:spMkLst>
            <pc:docMk/>
            <pc:sldMk cId="3112887342" sldId="297"/>
            <ac:spMk id="74" creationId="{ECABD503-8830-8518-5930-D6E6072E5D38}"/>
          </ac:spMkLst>
        </pc:spChg>
        <pc:spChg chg="add mod">
          <ac:chgData name="昕 许" userId="a2975fcd840abfc3" providerId="LiveId" clId="{49CCD4F9-177C-4270-9A14-60236FF377E8}" dt="2026-04-19T05:26:40.657" v="8800" actId="1036"/>
          <ac:spMkLst>
            <pc:docMk/>
            <pc:sldMk cId="3112887342" sldId="297"/>
            <ac:spMk id="75" creationId="{1DD3A38A-099B-3E19-29FF-4C17708A35A6}"/>
          </ac:spMkLst>
        </pc:spChg>
        <pc:spChg chg="add mod">
          <ac:chgData name="昕 许" userId="a2975fcd840abfc3" providerId="LiveId" clId="{49CCD4F9-177C-4270-9A14-60236FF377E8}" dt="2026-04-19T05:26:47.127" v="8813" actId="1036"/>
          <ac:spMkLst>
            <pc:docMk/>
            <pc:sldMk cId="3112887342" sldId="297"/>
            <ac:spMk id="76" creationId="{144E6ED4-9632-636C-BD79-FF8B3CAD4117}"/>
          </ac:spMkLst>
        </pc:spChg>
        <pc:spChg chg="del mod topLvl">
          <ac:chgData name="昕 许" userId="a2975fcd840abfc3" providerId="LiveId" clId="{49CCD4F9-177C-4270-9A14-60236FF377E8}" dt="2026-04-19T05:15:54.102" v="8321" actId="478"/>
          <ac:spMkLst>
            <pc:docMk/>
            <pc:sldMk cId="3112887342" sldId="297"/>
            <ac:spMk id="85" creationId="{3133B430-41F7-9915-FAC3-F3AB549F4308}"/>
          </ac:spMkLst>
        </pc:spChg>
        <pc:spChg chg="del mod topLvl">
          <ac:chgData name="昕 许" userId="a2975fcd840abfc3" providerId="LiveId" clId="{49CCD4F9-177C-4270-9A14-60236FF377E8}" dt="2026-04-19T05:15:53.377" v="8320" actId="478"/>
          <ac:spMkLst>
            <pc:docMk/>
            <pc:sldMk cId="3112887342" sldId="297"/>
            <ac:spMk id="86" creationId="{68478F13-589F-F6E7-2753-032779260512}"/>
          </ac:spMkLst>
        </pc:s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2" creationId="{15A25984-6285-23A4-38D1-21D7207BD64C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8" creationId="{C4C0B90A-AA07-75B0-C5DE-A7FB60E86273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14" creationId="{1CB8FAC8-7BB8-FA21-5C77-56D3A13A3218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17" creationId="{DF6203AC-2C71-E8B2-572F-091850CC50A3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23" creationId="{B48E97E7-5470-2E84-3FDE-DFB725502FFB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26" creationId="{06BC7436-D7BD-57E4-D2A0-3D500CC44DB1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35" creationId="{908419DE-8DC3-DB11-3D24-5B968064BA2A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41" creationId="{9856D566-5559-3FE3-198D-27D2EE740AB4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44" creationId="{138C452B-758D-C3DD-9B2D-2992B3916D74}"/>
          </ac:grpSpMkLst>
        </pc:grpChg>
        <pc:grpChg chg="del">
          <ac:chgData name="昕 许" userId="a2975fcd840abfc3" providerId="LiveId" clId="{49CCD4F9-177C-4270-9A14-60236FF377E8}" dt="2026-04-19T05:22:55.146" v="8669" actId="478"/>
          <ac:grpSpMkLst>
            <pc:docMk/>
            <pc:sldMk cId="3112887342" sldId="297"/>
            <ac:grpSpMk id="50" creationId="{502C6CE5-6E49-6185-9201-F3B524810F4A}"/>
          </ac:grpSpMkLst>
        </pc:grpChg>
        <pc:grpChg chg="del mod">
          <ac:chgData name="昕 许" userId="a2975fcd840abfc3" providerId="LiveId" clId="{49CCD4F9-177C-4270-9A14-60236FF377E8}" dt="2026-04-19T05:15:53.377" v="8320" actId="478"/>
          <ac:grpSpMkLst>
            <pc:docMk/>
            <pc:sldMk cId="3112887342" sldId="297"/>
            <ac:grpSpMk id="84" creationId="{8334FB7F-C0E9-F2B0-08D6-B8C6B893EDC0}"/>
          </ac:grpSpMkLst>
        </pc:grpChg>
        <pc:cxnChg chg="add mod">
          <ac:chgData name="昕 许" userId="a2975fcd840abfc3" providerId="LiveId" clId="{49CCD4F9-177C-4270-9A14-60236FF377E8}" dt="2026-04-19T05:23:14.072" v="8674" actId="1582"/>
          <ac:cxnSpMkLst>
            <pc:docMk/>
            <pc:sldMk cId="3112887342" sldId="297"/>
            <ac:cxnSpMk id="63" creationId="{FF0D5C75-7DC2-D7F3-BD8F-E5FE0ABF0C6A}"/>
          </ac:cxnSpMkLst>
        </pc:cxnChg>
        <pc:cxnChg chg="add mod">
          <ac:chgData name="昕 许" userId="a2975fcd840abfc3" providerId="LiveId" clId="{49CCD4F9-177C-4270-9A14-60236FF377E8}" dt="2026-04-19T05:24:57.111" v="8746" actId="14100"/>
          <ac:cxnSpMkLst>
            <pc:docMk/>
            <pc:sldMk cId="3112887342" sldId="297"/>
            <ac:cxnSpMk id="64" creationId="{9CDA01AF-270A-002B-3961-CC8F6882C18C}"/>
          </ac:cxnSpMkLst>
        </pc:cxnChg>
        <pc:cxnChg chg="add del mod">
          <ac:chgData name="昕 许" userId="a2975fcd840abfc3" providerId="LiveId" clId="{49CCD4F9-177C-4270-9A14-60236FF377E8}" dt="2026-04-19T05:26:29.111" v="8782" actId="478"/>
          <ac:cxnSpMkLst>
            <pc:docMk/>
            <pc:sldMk cId="3112887342" sldId="297"/>
            <ac:cxnSpMk id="77" creationId="{48036FC8-69F3-0712-EAC2-A47B42DC7C9B}"/>
          </ac:cxnSpMkLst>
        </pc:cxnChg>
        <pc:cxnChg chg="add del mod">
          <ac:chgData name="昕 许" userId="a2975fcd840abfc3" providerId="LiveId" clId="{49CCD4F9-177C-4270-9A14-60236FF377E8}" dt="2026-04-19T05:26:29.111" v="8782" actId="478"/>
          <ac:cxnSpMkLst>
            <pc:docMk/>
            <pc:sldMk cId="3112887342" sldId="297"/>
            <ac:cxnSpMk id="78" creationId="{954C80D7-D102-A058-AB0B-FA611B1A60E2}"/>
          </ac:cxnSpMkLst>
        </pc:cxnChg>
        <pc:cxnChg chg="add mod">
          <ac:chgData name="昕 许" userId="a2975fcd840abfc3" providerId="LiveId" clId="{49CCD4F9-177C-4270-9A14-60236FF377E8}" dt="2026-04-19T05:26:37.760" v="8791" actId="1036"/>
          <ac:cxnSpMkLst>
            <pc:docMk/>
            <pc:sldMk cId="3112887342" sldId="297"/>
            <ac:cxnSpMk id="83" creationId="{D3DC0426-C7C0-6D50-6DA3-1EE490B069AE}"/>
          </ac:cxnSpMkLst>
        </pc:cxnChg>
        <pc:cxnChg chg="add mod">
          <ac:chgData name="昕 许" userId="a2975fcd840abfc3" providerId="LiveId" clId="{49CCD4F9-177C-4270-9A14-60236FF377E8}" dt="2026-04-19T05:26:23.019" v="8779"/>
          <ac:cxnSpMkLst>
            <pc:docMk/>
            <pc:sldMk cId="3112887342" sldId="297"/>
            <ac:cxnSpMk id="87" creationId="{FCB9F07B-799C-E976-FB75-C2FE689ADC91}"/>
          </ac:cxnSpMkLst>
        </pc:cxnChg>
        <pc:cxnChg chg="add mod">
          <ac:chgData name="昕 许" userId="a2975fcd840abfc3" providerId="LiveId" clId="{49CCD4F9-177C-4270-9A14-60236FF377E8}" dt="2026-04-19T05:26:07.064" v="8774" actId="1076"/>
          <ac:cxnSpMkLst>
            <pc:docMk/>
            <pc:sldMk cId="3112887342" sldId="297"/>
            <ac:cxnSpMk id="88" creationId="{1E9A9880-B50C-9A14-AAE3-DCB62F8409A2}"/>
          </ac:cxnSpMkLst>
        </pc:cxnChg>
        <pc:cxnChg chg="add mod">
          <ac:chgData name="昕 许" userId="a2975fcd840abfc3" providerId="LiveId" clId="{49CCD4F9-177C-4270-9A14-60236FF377E8}" dt="2026-04-19T05:26:23.019" v="8779"/>
          <ac:cxnSpMkLst>
            <pc:docMk/>
            <pc:sldMk cId="3112887342" sldId="297"/>
            <ac:cxnSpMk id="89" creationId="{284D61D7-522F-E7FE-7A32-B751EC238857}"/>
          </ac:cxnSpMkLst>
        </pc:cxnChg>
        <pc:cxnChg chg="add mod">
          <ac:chgData name="昕 许" userId="a2975fcd840abfc3" providerId="LiveId" clId="{49CCD4F9-177C-4270-9A14-60236FF377E8}" dt="2026-04-19T05:26:40.657" v="8800" actId="1036"/>
          <ac:cxnSpMkLst>
            <pc:docMk/>
            <pc:sldMk cId="3112887342" sldId="297"/>
            <ac:cxnSpMk id="90" creationId="{5963EC4A-1CBD-0D78-4DD9-13341DD3F5BB}"/>
          </ac:cxnSpMkLst>
        </pc:cxnChg>
        <pc:cxnChg chg="add mod">
          <ac:chgData name="昕 许" userId="a2975fcd840abfc3" providerId="LiveId" clId="{49CCD4F9-177C-4270-9A14-60236FF377E8}" dt="2026-04-19T05:26:40.657" v="8800" actId="1036"/>
          <ac:cxnSpMkLst>
            <pc:docMk/>
            <pc:sldMk cId="3112887342" sldId="297"/>
            <ac:cxnSpMk id="91" creationId="{ED3DAF50-F7CC-8156-1F08-32EB17E03A80}"/>
          </ac:cxnSpMkLst>
        </pc:cxnChg>
        <pc:cxnChg chg="add mod">
          <ac:chgData name="昕 许" userId="a2975fcd840abfc3" providerId="LiveId" clId="{49CCD4F9-177C-4270-9A14-60236FF377E8}" dt="2026-04-19T05:26:47.127" v="8813" actId="1036"/>
          <ac:cxnSpMkLst>
            <pc:docMk/>
            <pc:sldMk cId="3112887342" sldId="297"/>
            <ac:cxnSpMk id="92" creationId="{D36C0FC7-CD6C-9128-62BA-1A261C3C6404}"/>
          </ac:cxnSpMkLst>
        </pc:cxnChg>
        <pc:cxnChg chg="add mod">
          <ac:chgData name="昕 许" userId="a2975fcd840abfc3" providerId="LiveId" clId="{49CCD4F9-177C-4270-9A14-60236FF377E8}" dt="2026-04-19T05:26:47.127" v="8813" actId="1036"/>
          <ac:cxnSpMkLst>
            <pc:docMk/>
            <pc:sldMk cId="3112887342" sldId="297"/>
            <ac:cxnSpMk id="93" creationId="{D7E0D99C-3F3C-6D23-DB00-B1E5C94E3E7A}"/>
          </ac:cxnSpMkLst>
        </pc:cxnChg>
      </pc:sldChg>
      <pc:sldChg chg="addSp delSp modSp add mod">
        <pc:chgData name="昕 许" userId="a2975fcd840abfc3" providerId="LiveId" clId="{49CCD4F9-177C-4270-9A14-60236FF377E8}" dt="2026-04-19T02:48:09.924" v="7236" actId="1076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spChg chg="mod">
          <ac:chgData name="昕 许" userId="a2975fcd840abfc3" providerId="LiveId" clId="{49CCD4F9-177C-4270-9A14-60236FF377E8}" dt="2026-04-19T02:48:09.924" v="7236" actId="1076"/>
          <ac:spMkLst>
            <pc:docMk/>
            <pc:sldMk cId="592326987" sldId="298"/>
            <ac:spMk id="36" creationId="{9BD0E553-CCC8-ADD8-501F-7CC6FFA5482B}"/>
          </ac:spMkLst>
        </pc:spChg>
        <pc:spChg chg="mod">
          <ac:chgData name="昕 许" userId="a2975fcd840abfc3" providerId="LiveId" clId="{49CCD4F9-177C-4270-9A14-60236FF377E8}" dt="2026-04-19T02:32:22.950" v="6699" actId="208"/>
          <ac:spMkLst>
            <pc:docMk/>
            <pc:sldMk cId="592326987" sldId="298"/>
            <ac:spMk id="39" creationId="{76E48071-408E-DD84-3BEC-7870DCEFDD0C}"/>
          </ac:spMkLst>
        </pc:spChg>
        <pc:spChg chg="del">
          <ac:chgData name="昕 许" userId="a2975fcd840abfc3" providerId="LiveId" clId="{49CCD4F9-177C-4270-9A14-60236FF377E8}" dt="2026-04-19T02:32:12.925" v="6698" actId="478"/>
          <ac:spMkLst>
            <pc:docMk/>
            <pc:sldMk cId="592326987" sldId="298"/>
            <ac:spMk id="40" creationId="{BB804463-1D58-180E-6F7B-6C258D81CB24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del mod">
          <ac:chgData name="昕 许" userId="a2975fcd840abfc3" providerId="LiveId" clId="{49CCD4F9-177C-4270-9A14-60236FF377E8}" dt="2026-04-19T02:32:12.925" v="6698" actId="478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del mod">
        <pc:chgData name="昕 许" userId="a2975fcd840abfc3" providerId="LiveId" clId="{49CCD4F9-177C-4270-9A14-60236FF377E8}" dt="2026-04-19T12:06:28.392" v="8814" actId="47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6" creationId="{9A7419B3-F606-92A8-874E-73091D225137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10" creationId="{309A6C69-C4E3-8227-2207-D337A4D5A650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11" creationId="{8BBEF59A-65E7-7417-0D47-DC8A821AEE5C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15" creationId="{A24BAF22-4B0A-235C-1B25-49E06BC2B69F}"/>
          </ac:spMkLst>
        </pc:spChg>
        <pc:spChg chg="add del mod">
          <ac:chgData name="昕 许" userId="a2975fcd840abfc3" providerId="LiveId" clId="{49CCD4F9-177C-4270-9A14-60236FF377E8}" dt="2026-04-19T02:33:53.434" v="6723" actId="478"/>
          <ac:spMkLst>
            <pc:docMk/>
            <pc:sldMk cId="2087942255" sldId="299"/>
            <ac:spMk id="18" creationId="{9B8F3F69-BF92-7A5E-FBA0-4A2901731CE8}"/>
          </ac:spMkLst>
        </pc:spChg>
        <pc:spChg chg="add del mod">
          <ac:chgData name="昕 许" userId="a2975fcd840abfc3" providerId="LiveId" clId="{49CCD4F9-177C-4270-9A14-60236FF377E8}" dt="2026-04-19T02:39:00.262" v="6905" actId="1076"/>
          <ac:spMkLst>
            <pc:docMk/>
            <pc:sldMk cId="2087942255" sldId="299"/>
            <ac:spMk id="20" creationId="{E3D6E844-3BE4-75E4-6F3D-C5DAE9934B8C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24" creationId="{1E30FD49-B2F5-D9C5-7BD8-1CCB7A90E4D0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25" creationId="{3453E2D9-255C-A9F9-ABAF-B70D0A0371A0}"/>
          </ac:spMkLst>
        </pc:spChg>
        <pc:spChg chg="add del mod">
          <ac:chgData name="昕 许" userId="a2975fcd840abfc3" providerId="LiveId" clId="{49CCD4F9-177C-4270-9A14-60236FF377E8}" dt="2026-04-19T02:31:43.663" v="6691" actId="478"/>
          <ac:spMkLst>
            <pc:docMk/>
            <pc:sldMk cId="2087942255" sldId="299"/>
            <ac:spMk id="28" creationId="{1433307C-B519-F500-4C3D-C241FC14592E}"/>
          </ac:spMkLst>
        </pc:spChg>
        <pc:spChg chg="add del mod">
          <ac:chgData name="昕 许" userId="a2975fcd840abfc3" providerId="LiveId" clId="{49CCD4F9-177C-4270-9A14-60236FF377E8}" dt="2026-04-19T02:31:43.663" v="6691" actId="478"/>
          <ac:spMkLst>
            <pc:docMk/>
            <pc:sldMk cId="2087942255" sldId="299"/>
            <ac:spMk id="30" creationId="{3FEC2684-F8F6-77E5-8A0A-E358D6441BBD}"/>
          </ac:spMkLst>
        </pc:spChg>
        <pc:spChg chg="add del mod">
          <ac:chgData name="昕 许" userId="a2975fcd840abfc3" providerId="LiveId" clId="{49CCD4F9-177C-4270-9A14-60236FF377E8}" dt="2026-04-19T02:31:43.663" v="6691" actId="478"/>
          <ac:spMkLst>
            <pc:docMk/>
            <pc:sldMk cId="2087942255" sldId="299"/>
            <ac:spMk id="41" creationId="{B3CFC016-6951-70B6-69FF-18978C9F632C}"/>
          </ac:spMkLst>
        </pc:spChg>
        <pc:spChg chg="add del mod">
          <ac:chgData name="昕 许" userId="a2975fcd840abfc3" providerId="LiveId" clId="{49CCD4F9-177C-4270-9A14-60236FF377E8}" dt="2026-04-19T02:31:43.663" v="6691" actId="478"/>
          <ac:spMkLst>
            <pc:docMk/>
            <pc:sldMk cId="2087942255" sldId="299"/>
            <ac:spMk id="43" creationId="{46966E59-216A-C3E2-FEB2-52C35C5F0D80}"/>
          </ac:spMkLst>
        </pc:spChg>
        <pc:spChg chg="add mod">
          <ac:chgData name="昕 许" userId="a2975fcd840abfc3" providerId="LiveId" clId="{49CCD4F9-177C-4270-9A14-60236FF377E8}" dt="2026-04-19T03:51:11.908" v="7798" actId="14100"/>
          <ac:spMkLst>
            <pc:docMk/>
            <pc:sldMk cId="2087942255" sldId="299"/>
            <ac:spMk id="56" creationId="{E99895C0-5127-5365-B973-5D8A1B449F88}"/>
          </ac:spMkLst>
        </pc:spChg>
        <pc:spChg chg="add mod">
          <ac:chgData name="昕 许" userId="a2975fcd840abfc3" providerId="LiveId" clId="{49CCD4F9-177C-4270-9A14-60236FF377E8}" dt="2026-04-19T02:36:53.927" v="6850" actId="20577"/>
          <ac:spMkLst>
            <pc:docMk/>
            <pc:sldMk cId="2087942255" sldId="299"/>
            <ac:spMk id="57" creationId="{40AD28AD-49D3-FC28-B782-886A36FD63B8}"/>
          </ac:spMkLst>
        </pc:spChg>
        <pc:spChg chg="add mod">
          <ac:chgData name="昕 许" userId="a2975fcd840abfc3" providerId="LiveId" clId="{49CCD4F9-177C-4270-9A14-60236FF377E8}" dt="2026-04-19T02:36:53.927" v="6850" actId="20577"/>
          <ac:spMkLst>
            <pc:docMk/>
            <pc:sldMk cId="2087942255" sldId="299"/>
            <ac:spMk id="58" creationId="{C432FCB7-027D-092D-47A5-51EB02228C25}"/>
          </ac:spMkLst>
        </pc:spChg>
        <pc:spChg chg="add mod">
          <ac:chgData name="昕 许" userId="a2975fcd840abfc3" providerId="LiveId" clId="{49CCD4F9-177C-4270-9A14-60236FF377E8}" dt="2026-04-19T02:36:53.927" v="6850" actId="20577"/>
          <ac:spMkLst>
            <pc:docMk/>
            <pc:sldMk cId="2087942255" sldId="299"/>
            <ac:spMk id="59" creationId="{A7D0C71B-10DD-6487-0263-A4E37A93C51D}"/>
          </ac:spMkLst>
        </pc:spChg>
        <pc:spChg chg="add mod">
          <ac:chgData name="昕 许" userId="a2975fcd840abfc3" providerId="LiveId" clId="{49CCD4F9-177C-4270-9A14-60236FF377E8}" dt="2026-04-19T02:36:53.995" v="6851" actId="20577"/>
          <ac:spMkLst>
            <pc:docMk/>
            <pc:sldMk cId="2087942255" sldId="299"/>
            <ac:spMk id="60" creationId="{F7AF5A1D-89B2-56B7-CF30-6EF4BA6E6AE9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62" creationId="{49613C5B-3E57-EB2F-7040-2B3678851303}"/>
          </ac:spMkLst>
        </pc:spChg>
        <pc:spChg chg="add del mod">
          <ac:chgData name="昕 许" userId="a2975fcd840abfc3" providerId="LiveId" clId="{49CCD4F9-177C-4270-9A14-60236FF377E8}" dt="2026-04-19T02:35:54.470" v="6827" actId="478"/>
          <ac:spMkLst>
            <pc:docMk/>
            <pc:sldMk cId="2087942255" sldId="299"/>
            <ac:spMk id="63" creationId="{4D055E91-F0CE-1C5A-4247-C4BF5872937B}"/>
          </ac:spMkLst>
        </pc:spChg>
        <pc:spChg chg="add del mod">
          <ac:chgData name="昕 许" userId="a2975fcd840abfc3" providerId="LiveId" clId="{49CCD4F9-177C-4270-9A14-60236FF377E8}" dt="2026-04-19T02:35:56.020" v="6829" actId="478"/>
          <ac:spMkLst>
            <pc:docMk/>
            <pc:sldMk cId="2087942255" sldId="299"/>
            <ac:spMk id="64" creationId="{68DD925F-A2FE-DA2D-E6FF-6D2C072F535B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70" creationId="{891E53D7-E640-5F91-3B21-69CA96B39D92}"/>
          </ac:spMkLst>
        </pc:spChg>
        <pc:spChg chg="mod">
          <ac:chgData name="昕 许" userId="a2975fcd840abfc3" providerId="LiveId" clId="{49CCD4F9-177C-4270-9A14-60236FF377E8}" dt="2026-04-19T02:36:24.795" v="6837" actId="20577"/>
          <ac:spMkLst>
            <pc:docMk/>
            <pc:sldMk cId="2087942255" sldId="299"/>
            <ac:spMk id="73" creationId="{9E5D94B6-1E30-C880-008C-96DE1260508F}"/>
          </ac:spMkLst>
        </pc:spChg>
        <pc:spChg chg="mod">
          <ac:chgData name="昕 许" userId="a2975fcd840abfc3" providerId="LiveId" clId="{49CCD4F9-177C-4270-9A14-60236FF377E8}" dt="2026-04-19T02:36:24.912" v="6838" actId="20577"/>
          <ac:spMkLst>
            <pc:docMk/>
            <pc:sldMk cId="2087942255" sldId="299"/>
            <ac:spMk id="74" creationId="{6C2F6B87-0CEF-B106-4302-E3F04B2043C6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2" creationId="{6D2C0A38-D804-7D8E-E283-342331502B81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3" creationId="{5555B6CD-31BF-BA15-0657-49B759BC497D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4" creationId="{6C3A068A-E070-FE62-9B1C-1D3CC74DC9BB}"/>
          </ac:spMkLst>
        </pc:spChg>
        <pc:spChg chg="add mod">
          <ac:chgData name="昕 许" userId="a2975fcd840abfc3" providerId="LiveId" clId="{49CCD4F9-177C-4270-9A14-60236FF377E8}" dt="2026-04-19T02:37:17.260" v="6861"/>
          <ac:spMkLst>
            <pc:docMk/>
            <pc:sldMk cId="2087942255" sldId="299"/>
            <ac:spMk id="85" creationId="{9768F122-4FA0-BB68-29EA-1F189EB9B81C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6" creationId="{3A0397FA-378D-A631-4BB6-D9834CCF152A}"/>
          </ac:spMkLst>
        </pc:spChg>
        <pc:spChg chg="add del mod">
          <ac:chgData name="昕 许" userId="a2975fcd840abfc3" providerId="LiveId" clId="{49CCD4F9-177C-4270-9A14-60236FF377E8}" dt="2026-04-19T03:51:50.332" v="7837"/>
          <ac:spMkLst>
            <pc:docMk/>
            <pc:sldMk cId="2087942255" sldId="299"/>
            <ac:spMk id="95" creationId="{74EA7F21-1E61-46B2-CCA2-C849ED875579}"/>
          </ac:spMkLst>
        </pc:spChg>
        <pc:grpChg chg="add del mod">
          <ac:chgData name="昕 许" userId="a2975fcd840abfc3" providerId="LiveId" clId="{49CCD4F9-177C-4270-9A14-60236FF377E8}" dt="2026-04-19T02:31:43.663" v="6691" actId="478"/>
          <ac:grpSpMkLst>
            <pc:docMk/>
            <pc:sldMk cId="2087942255" sldId="299"/>
            <ac:grpSpMk id="3" creationId="{6393215C-73F5-D39B-47C8-F5E031F29CCC}"/>
          </ac:grpSpMkLst>
        </pc:grpChg>
        <pc:grpChg chg="del">
          <ac:chgData name="昕 许" userId="a2975fcd840abfc3" providerId="LiveId" clId="{49CCD4F9-177C-4270-9A14-60236FF377E8}" dt="2026-04-19T02:31:43.663" v="6691" actId="478"/>
          <ac:grpSpMkLst>
            <pc:docMk/>
            <pc:sldMk cId="2087942255" sldId="299"/>
            <ac:grpSpMk id="9" creationId="{36C3D542-4B4B-5661-0B55-80B3CFDB4898}"/>
          </ac:grpSpMkLst>
        </pc:grpChg>
        <pc:grpChg chg="add del mod">
          <ac:chgData name="昕 许" userId="a2975fcd840abfc3" providerId="LiveId" clId="{49CCD4F9-177C-4270-9A14-60236FF377E8}" dt="2026-04-19T02:31:43.663" v="6691" actId="478"/>
          <ac:grpSpMkLst>
            <pc:docMk/>
            <pc:sldMk cId="2087942255" sldId="299"/>
            <ac:grpSpMk id="29" creationId="{94506944-F2C3-FF52-EC20-FD301A0BF142}"/>
          </ac:grpSpMkLst>
        </pc:grpChg>
        <pc:grpChg chg="add del mod">
          <ac:chgData name="昕 许" userId="a2975fcd840abfc3" providerId="LiveId" clId="{49CCD4F9-177C-4270-9A14-60236FF377E8}" dt="2026-04-19T02:31:43.663" v="6691" actId="478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19T02:31:43.663" v="6691" actId="478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19T02:31:43.663" v="6691" actId="478"/>
          <ac:grpSpMkLst>
            <pc:docMk/>
            <pc:sldMk cId="2087942255" sldId="299"/>
            <ac:grpSpMk id="66" creationId="{F06FB169-EFD3-5D08-ED8D-7392275729E2}"/>
          </ac:grpSpMkLst>
        </pc:grpChg>
        <pc:grpChg chg="add mod">
          <ac:chgData name="昕 许" userId="a2975fcd840abfc3" providerId="LiveId" clId="{49CCD4F9-177C-4270-9A14-60236FF377E8}" dt="2026-04-19T02:36:53.927" v="6850" actId="20577"/>
          <ac:grpSpMkLst>
            <pc:docMk/>
            <pc:sldMk cId="2087942255" sldId="299"/>
            <ac:grpSpMk id="71" creationId="{2CC71FDE-BDCD-D03C-07FB-2568CC7A5899}"/>
          </ac:grpSpMkLst>
        </pc:grpChg>
        <pc:grpChg chg="add mod">
          <ac:chgData name="昕 许" userId="a2975fcd840abfc3" providerId="LiveId" clId="{49CCD4F9-177C-4270-9A14-60236FF377E8}" dt="2026-04-19T03:51:06.958" v="7797" actId="1076"/>
          <ac:grpSpMkLst>
            <pc:docMk/>
            <pc:sldMk cId="2087942255" sldId="299"/>
            <ac:grpSpMk id="72" creationId="{875E918F-7325-BD0D-A7B6-7C8B622CA640}"/>
          </ac:grpSpMkLst>
        </pc:grpChg>
        <pc:grpChg chg="add mod">
          <ac:chgData name="昕 许" userId="a2975fcd840abfc3" providerId="LiveId" clId="{49CCD4F9-177C-4270-9A14-60236FF377E8}" dt="2026-04-19T03:51:06.958" v="7797" actId="1076"/>
          <ac:grpSpMkLst>
            <pc:docMk/>
            <pc:sldMk cId="2087942255" sldId="299"/>
            <ac:grpSpMk id="75" creationId="{8F57C64C-673C-8ADE-8DA0-C214C9730F56}"/>
          </ac:grpSpMkLst>
        </pc:grpChg>
        <pc:grpChg chg="add mod">
          <ac:chgData name="昕 许" userId="a2975fcd840abfc3" providerId="LiveId" clId="{49CCD4F9-177C-4270-9A14-60236FF377E8}" dt="2026-04-19T03:51:30.568" v="7801" actId="1076"/>
          <ac:grpSpMkLst>
            <pc:docMk/>
            <pc:sldMk cId="2087942255" sldId="299"/>
            <ac:grpSpMk id="94" creationId="{A4994227-B73C-1EF7-B0E4-24E963068DE7}"/>
          </ac:grpSpMkLst>
        </pc:grpChg>
        <pc:cxnChg chg="add mod">
          <ac:chgData name="昕 许" userId="a2975fcd840abfc3" providerId="LiveId" clId="{49CCD4F9-177C-4270-9A14-60236FF377E8}" dt="2026-04-19T03:51:26.698" v="7799" actId="164"/>
          <ac:cxnSpMkLst>
            <pc:docMk/>
            <pc:sldMk cId="2087942255" sldId="299"/>
            <ac:cxnSpMk id="17" creationId="{36B98E0B-6A06-E778-B510-2A3BA2C4124C}"/>
          </ac:cxnSpMkLst>
        </pc:cxnChg>
        <pc:cxnChg chg="add mod">
          <ac:chgData name="昕 许" userId="a2975fcd840abfc3" providerId="LiveId" clId="{49CCD4F9-177C-4270-9A14-60236FF377E8}" dt="2026-04-19T03:51:30.568" v="7801" actId="1076"/>
          <ac:cxnSpMkLst>
            <pc:docMk/>
            <pc:sldMk cId="2087942255" sldId="299"/>
            <ac:cxnSpMk id="27" creationId="{DD5EAFEF-E1E4-4F76-2FAE-5759BBA8F7F1}"/>
          </ac:cxnSpMkLst>
        </pc:cxnChg>
        <pc:cxnChg chg="add mod">
          <ac:chgData name="昕 许" userId="a2975fcd840abfc3" providerId="LiveId" clId="{49CCD4F9-177C-4270-9A14-60236FF377E8}" dt="2026-04-19T03:51:26.698" v="7799" actId="164"/>
          <ac:cxnSpMkLst>
            <pc:docMk/>
            <pc:sldMk cId="2087942255" sldId="299"/>
            <ac:cxnSpMk id="44" creationId="{BEE324E9-AE73-13A2-65AA-CE84B0C00BB5}"/>
          </ac:cxnSpMkLst>
        </pc:cxnChg>
        <pc:cxnChg chg="add mod">
          <ac:chgData name="昕 许" userId="a2975fcd840abfc3" providerId="LiveId" clId="{49CCD4F9-177C-4270-9A14-60236FF377E8}" dt="2026-04-19T02:36:53.927" v="6850" actId="20577"/>
          <ac:cxnSpMkLst>
            <pc:docMk/>
            <pc:sldMk cId="2087942255" sldId="299"/>
            <ac:cxnSpMk id="61" creationId="{C40874FE-A1EF-AB94-DED1-B12B10178D29}"/>
          </ac:cxnSpMkLst>
        </pc:cxnChg>
        <pc:cxnChg chg="del mod">
          <ac:chgData name="昕 许" userId="a2975fcd840abfc3" providerId="LiveId" clId="{49CCD4F9-177C-4270-9A14-60236FF377E8}" dt="2026-04-19T02:35:53.353" v="6826" actId="478"/>
          <ac:cxnSpMkLst>
            <pc:docMk/>
            <pc:sldMk cId="2087942255" sldId="299"/>
            <ac:cxnSpMk id="65" creationId="{1CAF5C52-D47B-6265-559F-E681B4D42706}"/>
          </ac:cxnSpMkLst>
        </pc:cxnChg>
        <pc:cxnChg chg="add del mod">
          <ac:chgData name="昕 许" userId="a2975fcd840abfc3" providerId="LiveId" clId="{49CCD4F9-177C-4270-9A14-60236FF377E8}" dt="2026-04-19T02:35:55.186" v="6828" actId="478"/>
          <ac:cxnSpMkLst>
            <pc:docMk/>
            <pc:sldMk cId="2087942255" sldId="299"/>
            <ac:cxnSpMk id="69" creationId="{DF2AF988-D06E-250F-A8FA-CF7C1BFF56A8}"/>
          </ac:cxnSpMkLst>
        </pc:cxnChg>
        <pc:cxnChg chg="add mod">
          <ac:chgData name="昕 许" userId="a2975fcd840abfc3" providerId="LiveId" clId="{49CCD4F9-177C-4270-9A14-60236FF377E8}" dt="2026-04-19T02:36:39.670" v="6844" actId="14100"/>
          <ac:cxnSpMkLst>
            <pc:docMk/>
            <pc:sldMk cId="2087942255" sldId="299"/>
            <ac:cxnSpMk id="76" creationId="{FEB04EB5-31AA-93CC-6631-40BD817E2638}"/>
          </ac:cxnSpMkLst>
        </pc:cxnChg>
        <pc:cxnChg chg="add mod">
          <ac:chgData name="昕 许" userId="a2975fcd840abfc3" providerId="LiveId" clId="{49CCD4F9-177C-4270-9A14-60236FF377E8}" dt="2026-04-19T03:51:06.958" v="7797" actId="1076"/>
          <ac:cxnSpMkLst>
            <pc:docMk/>
            <pc:sldMk cId="2087942255" sldId="299"/>
            <ac:cxnSpMk id="78" creationId="{79933FF6-4DC8-9027-C800-834DBBC6A693}"/>
          </ac:cxnSpMkLst>
        </pc:cxnChg>
        <pc:cxnChg chg="add mod">
          <ac:chgData name="昕 许" userId="a2975fcd840abfc3" providerId="LiveId" clId="{49CCD4F9-177C-4270-9A14-60236FF377E8}" dt="2026-04-19T03:51:06.958" v="7797" actId="1076"/>
          <ac:cxnSpMkLst>
            <pc:docMk/>
            <pc:sldMk cId="2087942255" sldId="299"/>
            <ac:cxnSpMk id="87" creationId="{E0113CF7-A25F-3546-BEBB-BBB15FF2F6F8}"/>
          </ac:cxnSpMkLst>
        </pc:cxnChg>
        <pc:cxnChg chg="add mod">
          <ac:chgData name="昕 许" userId="a2975fcd840abfc3" providerId="LiveId" clId="{49CCD4F9-177C-4270-9A14-60236FF377E8}" dt="2026-04-19T02:38:02.851" v="6884" actId="693"/>
          <ac:cxnSpMkLst>
            <pc:docMk/>
            <pc:sldMk cId="2087942255" sldId="299"/>
            <ac:cxnSpMk id="91" creationId="{FB47D1C5-2E87-C017-5738-DDE799660C8D}"/>
          </ac:cxnSpMkLst>
        </pc:cxnChg>
      </pc:sldChg>
      <pc:sldChg chg="addSp delSp modSp add mod">
        <pc:chgData name="昕 许" userId="a2975fcd840abfc3" providerId="LiveId" clId="{49CCD4F9-177C-4270-9A14-60236FF377E8}" dt="2026-04-19T02:40:13.952" v="7000" actId="1076"/>
        <pc:sldMkLst>
          <pc:docMk/>
          <pc:sldMk cId="2309694047" sldId="300"/>
        </pc:sldMkLst>
        <pc:spChg chg="mod">
          <ac:chgData name="昕 许" userId="a2975fcd840abfc3" providerId="LiveId" clId="{49CCD4F9-177C-4270-9A14-60236FF377E8}" dt="2026-04-19T02:38:35.843" v="6894"/>
          <ac:spMkLst>
            <pc:docMk/>
            <pc:sldMk cId="2309694047" sldId="300"/>
            <ac:spMk id="4" creationId="{17F4E76D-0E6B-2578-8849-7E95CBD3F43D}"/>
          </ac:spMkLst>
        </pc:spChg>
        <pc:spChg chg="mod">
          <ac:chgData name="昕 许" userId="a2975fcd840abfc3" providerId="LiveId" clId="{49CCD4F9-177C-4270-9A14-60236FF377E8}" dt="2026-04-19T02:38:44.264" v="6898" actId="20577"/>
          <ac:spMkLst>
            <pc:docMk/>
            <pc:sldMk cId="2309694047" sldId="300"/>
            <ac:spMk id="5" creationId="{324BF0E9-2411-D68A-92AA-CBEE9ACA69D9}"/>
          </ac:spMkLst>
        </pc:spChg>
        <pc:spChg chg="add mod">
          <ac:chgData name="昕 许" userId="a2975fcd840abfc3" providerId="LiveId" clId="{49CCD4F9-177C-4270-9A14-60236FF377E8}" dt="2026-04-19T02:38:51.046" v="6900" actId="1076"/>
          <ac:spMkLst>
            <pc:docMk/>
            <pc:sldMk cId="2309694047" sldId="300"/>
            <ac:spMk id="9" creationId="{1F1E6A68-8BCE-77AA-4130-68A3E2DE270F}"/>
          </ac:spMkLst>
        </pc:spChg>
        <pc:spChg chg="mod">
          <ac:chgData name="昕 许" userId="a2975fcd840abfc3" providerId="LiveId" clId="{49CCD4F9-177C-4270-9A14-60236FF377E8}" dt="2026-04-19T02:38:34.415" v="6893" actId="164"/>
          <ac:spMkLst>
            <pc:docMk/>
            <pc:sldMk cId="2309694047" sldId="300"/>
            <ac:spMk id="11" creationId="{64B34F92-013B-FE91-1802-B922724DA6BA}"/>
          </ac:spMkLst>
        </pc:spChg>
        <pc:spChg chg="add mod">
          <ac:chgData name="昕 许" userId="a2975fcd840abfc3" providerId="LiveId" clId="{49CCD4F9-177C-4270-9A14-60236FF377E8}" dt="2026-04-19T02:38:51.831" v="6901" actId="20577"/>
          <ac:spMkLst>
            <pc:docMk/>
            <pc:sldMk cId="2309694047" sldId="300"/>
            <ac:spMk id="12" creationId="{5668966F-1145-FADD-54F9-FF4BD81E91FD}"/>
          </ac:spMkLst>
        </pc:spChg>
        <pc:spChg chg="mod">
          <ac:chgData name="昕 许" userId="a2975fcd840abfc3" providerId="LiveId" clId="{49CCD4F9-177C-4270-9A14-60236FF377E8}" dt="2026-04-19T02:38:34.415" v="6893" actId="164"/>
          <ac:spMkLst>
            <pc:docMk/>
            <pc:sldMk cId="2309694047" sldId="300"/>
            <ac:spMk id="15" creationId="{0472F002-5D38-3F3B-FD92-21F1A180EC20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18" creationId="{8E84D518-D0DD-4F77-E954-441B5EA06DA9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19" creationId="{26211211-2D4D-6552-5B01-AFF6CA5BB620}"/>
          </ac:spMkLst>
        </pc:spChg>
        <pc:spChg chg="del">
          <ac:chgData name="昕 许" userId="a2975fcd840abfc3" providerId="LiveId" clId="{49CCD4F9-177C-4270-9A14-60236FF377E8}" dt="2026-04-19T02:38:26.354" v="6887" actId="478"/>
          <ac:spMkLst>
            <pc:docMk/>
            <pc:sldMk cId="2309694047" sldId="300"/>
            <ac:spMk id="20" creationId="{6013F03B-1388-CB4D-B1A0-A64D87C1FFA6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21" creationId="{0163AB76-1538-46FA-1156-754259986C86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22" creationId="{46A38852-EADD-E646-4170-57242D3F9915}"/>
          </ac:spMkLst>
        </pc:spChg>
        <pc:spChg chg="del">
          <ac:chgData name="昕 许" userId="a2975fcd840abfc3" providerId="LiveId" clId="{49CCD4F9-177C-4270-9A14-60236FF377E8}" dt="2026-04-19T02:38:30.635" v="6892" actId="478"/>
          <ac:spMkLst>
            <pc:docMk/>
            <pc:sldMk cId="2309694047" sldId="300"/>
            <ac:spMk id="24" creationId="{9C9C35DB-A05D-8A0E-8C2D-4F3D889E21EF}"/>
          </ac:spMkLst>
        </pc:spChg>
        <pc:spChg chg="del">
          <ac:chgData name="昕 许" userId="a2975fcd840abfc3" providerId="LiveId" clId="{49CCD4F9-177C-4270-9A14-60236FF377E8}" dt="2026-04-19T02:38:29.069" v="6890" actId="478"/>
          <ac:spMkLst>
            <pc:docMk/>
            <pc:sldMk cId="2309694047" sldId="300"/>
            <ac:spMk id="25" creationId="{BB2B8966-88A7-0576-4C61-AFC885F41E3C}"/>
          </ac:spMkLst>
        </pc:spChg>
        <pc:spChg chg="del">
          <ac:chgData name="昕 许" userId="a2975fcd840abfc3" providerId="LiveId" clId="{49CCD4F9-177C-4270-9A14-60236FF377E8}" dt="2026-04-19T02:38:26.912" v="6888" actId="478"/>
          <ac:spMkLst>
            <pc:docMk/>
            <pc:sldMk cId="2309694047" sldId="300"/>
            <ac:spMk id="56" creationId="{25A46837-6FCA-AF9F-5D30-E12D29492C91}"/>
          </ac:spMkLst>
        </pc:spChg>
        <pc:spChg chg="del">
          <ac:chgData name="昕 许" userId="a2975fcd840abfc3" providerId="LiveId" clId="{49CCD4F9-177C-4270-9A14-60236FF377E8}" dt="2026-04-19T02:38:22.843" v="6886" actId="478"/>
          <ac:spMkLst>
            <pc:docMk/>
            <pc:sldMk cId="2309694047" sldId="300"/>
            <ac:spMk id="62" creationId="{9E2F01E2-C9AA-F196-2933-85D2335E72DF}"/>
          </ac:spMkLst>
        </pc:spChg>
        <pc:spChg chg="del">
          <ac:chgData name="昕 许" userId="a2975fcd840abfc3" providerId="LiveId" clId="{49CCD4F9-177C-4270-9A14-60236FF377E8}" dt="2026-04-19T02:38:22.843" v="6886" actId="478"/>
          <ac:spMkLst>
            <pc:docMk/>
            <pc:sldMk cId="2309694047" sldId="300"/>
            <ac:spMk id="70" creationId="{A14535B2-B651-0C4C-580E-8FDE80EFEFAE}"/>
          </ac:spMkLst>
        </pc:spChg>
        <pc:spChg chg="del">
          <ac:chgData name="昕 许" userId="a2975fcd840abfc3" providerId="LiveId" clId="{49CCD4F9-177C-4270-9A14-60236FF377E8}" dt="2026-04-19T02:38:22.843" v="6886" actId="478"/>
          <ac:spMkLst>
            <pc:docMk/>
            <pc:sldMk cId="2309694047" sldId="300"/>
            <ac:spMk id="82" creationId="{1E7B7564-8FD5-C25C-8350-DCDB794BFDCD}"/>
          </ac:spMkLst>
        </pc:spChg>
        <pc:spChg chg="del">
          <ac:chgData name="昕 许" userId="a2975fcd840abfc3" providerId="LiveId" clId="{49CCD4F9-177C-4270-9A14-60236FF377E8}" dt="2026-04-19T02:38:22.843" v="6886" actId="478"/>
          <ac:spMkLst>
            <pc:docMk/>
            <pc:sldMk cId="2309694047" sldId="300"/>
            <ac:spMk id="83" creationId="{1E9A689C-635F-8EED-A527-1D2605B44F9D}"/>
          </ac:spMkLst>
        </pc:spChg>
        <pc:spChg chg="del">
          <ac:chgData name="昕 许" userId="a2975fcd840abfc3" providerId="LiveId" clId="{49CCD4F9-177C-4270-9A14-60236FF377E8}" dt="2026-04-19T02:38:22.843" v="6886" actId="478"/>
          <ac:spMkLst>
            <pc:docMk/>
            <pc:sldMk cId="2309694047" sldId="300"/>
            <ac:spMk id="84" creationId="{7C354A5B-A24E-5E79-1C68-DF0232A231B8}"/>
          </ac:spMkLst>
        </pc:spChg>
        <pc:spChg chg="del">
          <ac:chgData name="昕 许" userId="a2975fcd840abfc3" providerId="LiveId" clId="{49CCD4F9-177C-4270-9A14-60236FF377E8}" dt="2026-04-19T02:38:22.843" v="6886" actId="478"/>
          <ac:spMkLst>
            <pc:docMk/>
            <pc:sldMk cId="2309694047" sldId="300"/>
            <ac:spMk id="86" creationId="{C9001890-382D-4E72-4EA2-38C3547E37B3}"/>
          </ac:spMkLst>
        </pc:spChg>
        <pc:grpChg chg="add mod">
          <ac:chgData name="昕 许" userId="a2975fcd840abfc3" providerId="LiveId" clId="{49CCD4F9-177C-4270-9A14-60236FF377E8}" dt="2026-04-19T02:38:34.415" v="6893" actId="164"/>
          <ac:grpSpMkLst>
            <pc:docMk/>
            <pc:sldMk cId="2309694047" sldId="300"/>
            <ac:grpSpMk id="2" creationId="{63EF7190-30C2-75A5-5F7F-DBAFDD3F7D92}"/>
          </ac:grpSpMkLst>
        </pc:grpChg>
        <pc:grpChg chg="add mod">
          <ac:chgData name="昕 许" userId="a2975fcd840abfc3" providerId="LiveId" clId="{49CCD4F9-177C-4270-9A14-60236FF377E8}" dt="2026-04-19T02:38:42.358" v="6897" actId="1076"/>
          <ac:grpSpMkLst>
            <pc:docMk/>
            <pc:sldMk cId="2309694047" sldId="300"/>
            <ac:grpSpMk id="3" creationId="{76111CA2-ED87-09B4-BC69-A03C165F1781}"/>
          </ac:grpSpMkLst>
        </pc:grpChg>
        <pc:grpChg chg="del">
          <ac:chgData name="昕 许" userId="a2975fcd840abfc3" providerId="LiveId" clId="{49CCD4F9-177C-4270-9A14-60236FF377E8}" dt="2026-04-19T02:38:22.843" v="6886" actId="478"/>
          <ac:grpSpMkLst>
            <pc:docMk/>
            <pc:sldMk cId="2309694047" sldId="300"/>
            <ac:grpSpMk id="72" creationId="{04C3A559-537E-CE09-A381-3B4CBD02D427}"/>
          </ac:grpSpMkLst>
        </pc:grpChg>
        <pc:grpChg chg="del">
          <ac:chgData name="昕 许" userId="a2975fcd840abfc3" providerId="LiveId" clId="{49CCD4F9-177C-4270-9A14-60236FF377E8}" dt="2026-04-19T02:38:22.843" v="6886" actId="478"/>
          <ac:grpSpMkLst>
            <pc:docMk/>
            <pc:sldMk cId="2309694047" sldId="300"/>
            <ac:grpSpMk id="75" creationId="{CBCD176D-769C-6284-5EA3-B327F6281B65}"/>
          </ac:grpSpMkLst>
        </pc:grpChg>
        <pc:cxnChg chg="add mod">
          <ac:chgData name="昕 许" userId="a2975fcd840abfc3" providerId="LiveId" clId="{49CCD4F9-177C-4270-9A14-60236FF377E8}" dt="2026-04-19T02:38:42.358" v="6897" actId="1076"/>
          <ac:cxnSpMkLst>
            <pc:docMk/>
            <pc:sldMk cId="2309694047" sldId="300"/>
            <ac:cxnSpMk id="7" creationId="{996A8616-CAC3-3FB0-3EB1-8132F37BC9B9}"/>
          </ac:cxnSpMkLst>
        </pc:cxnChg>
        <pc:cxnChg chg="add mod">
          <ac:chgData name="昕 许" userId="a2975fcd840abfc3" providerId="LiveId" clId="{49CCD4F9-177C-4270-9A14-60236FF377E8}" dt="2026-04-19T02:38:56.875" v="6904" actId="14100"/>
          <ac:cxnSpMkLst>
            <pc:docMk/>
            <pc:sldMk cId="2309694047" sldId="300"/>
            <ac:cxnSpMk id="13" creationId="{80A0C1D6-0C54-F8E8-8C02-95F42C10E672}"/>
          </ac:cxnSpMkLst>
        </pc:cxnChg>
        <pc:cxnChg chg="del mod">
          <ac:chgData name="昕 许" userId="a2975fcd840abfc3" providerId="LiveId" clId="{49CCD4F9-177C-4270-9A14-60236FF377E8}" dt="2026-04-19T02:38:29.673" v="6891" actId="478"/>
          <ac:cxnSpMkLst>
            <pc:docMk/>
            <pc:sldMk cId="2309694047" sldId="300"/>
            <ac:cxnSpMk id="27" creationId="{9FC5E5EF-8F32-55C3-4795-351A59C47DAF}"/>
          </ac:cxnSpMkLst>
        </pc:cxnChg>
        <pc:cxnChg chg="del">
          <ac:chgData name="昕 许" userId="a2975fcd840abfc3" providerId="LiveId" clId="{49CCD4F9-177C-4270-9A14-60236FF377E8}" dt="2026-04-19T02:38:27.593" v="6889" actId="478"/>
          <ac:cxnSpMkLst>
            <pc:docMk/>
            <pc:sldMk cId="2309694047" sldId="300"/>
            <ac:cxnSpMk id="44" creationId="{46E7BA38-A7C7-C90C-9252-276D731EAF76}"/>
          </ac:cxnSpMkLst>
        </pc:cxnChg>
        <pc:cxnChg chg="del mod">
          <ac:chgData name="昕 许" userId="a2975fcd840abfc3" providerId="LiveId" clId="{49CCD4F9-177C-4270-9A14-60236FF377E8}" dt="2026-04-19T02:38:22.843" v="6886" actId="478"/>
          <ac:cxnSpMkLst>
            <pc:docMk/>
            <pc:sldMk cId="2309694047" sldId="300"/>
            <ac:cxnSpMk id="76" creationId="{95AB6469-1609-64FA-D56A-63AA5B85E002}"/>
          </ac:cxnSpMkLst>
        </pc:cxnChg>
        <pc:cxnChg chg="del mod">
          <ac:chgData name="昕 许" userId="a2975fcd840abfc3" providerId="LiveId" clId="{49CCD4F9-177C-4270-9A14-60236FF377E8}" dt="2026-04-19T02:38:22.843" v="6886" actId="478"/>
          <ac:cxnSpMkLst>
            <pc:docMk/>
            <pc:sldMk cId="2309694047" sldId="300"/>
            <ac:cxnSpMk id="87" creationId="{49F57531-F2F9-11AE-BE07-B23FFB1F959B}"/>
          </ac:cxnSpMkLst>
        </pc:cxnChg>
      </pc:sldChg>
      <pc:sldChg chg="addSp delSp modSp add mod">
        <pc:chgData name="昕 许" userId="a2975fcd840abfc3" providerId="LiveId" clId="{49CCD4F9-177C-4270-9A14-60236FF377E8}" dt="2026-04-19T02:43:14.414" v="7164" actId="1076"/>
        <pc:sldMkLst>
          <pc:docMk/>
          <pc:sldMk cId="3431865041" sldId="301"/>
        </pc:sldMkLst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6" creationId="{4EA843AE-6D95-BA1D-221C-0F6218D493A2}"/>
          </ac:spMkLst>
        </pc:spChg>
        <pc:spChg chg="add 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8" creationId="{EC25769B-FB2E-C343-002E-75EE435B4D48}"/>
          </ac:spMkLst>
        </pc:spChg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9" creationId="{E15F9EE1-DC29-C487-0082-E6AAB4E817C8}"/>
          </ac:spMkLst>
        </pc:spChg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10" creationId="{015146F8-4C6B-CBDF-5552-821655B0C04A}"/>
          </ac:spMkLst>
        </pc:spChg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12" creationId="{DC471722-EF03-72CC-40EE-F6363A604EC5}"/>
          </ac:spMkLst>
        </pc:spChg>
        <pc:spChg chg="add 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14" creationId="{9491BB21-E39D-F90C-AC8D-991AA886778F}"/>
          </ac:spMkLst>
        </pc:spChg>
        <pc:spChg chg="del">
          <ac:chgData name="昕 许" userId="a2975fcd840abfc3" providerId="LiveId" clId="{49CCD4F9-177C-4270-9A14-60236FF377E8}" dt="2026-04-19T02:40:47.275" v="7002" actId="478"/>
          <ac:spMkLst>
            <pc:docMk/>
            <pc:sldMk cId="3431865041" sldId="301"/>
            <ac:spMk id="18" creationId="{91BFF9BC-8088-178B-6A6D-0BD2D4E10DDC}"/>
          </ac:spMkLst>
        </pc:spChg>
        <pc:spChg chg="del">
          <ac:chgData name="昕 许" userId="a2975fcd840abfc3" providerId="LiveId" clId="{49CCD4F9-177C-4270-9A14-60236FF377E8}" dt="2026-04-19T02:40:47.275" v="7002" actId="478"/>
          <ac:spMkLst>
            <pc:docMk/>
            <pc:sldMk cId="3431865041" sldId="301"/>
            <ac:spMk id="19" creationId="{CA472399-5333-CCB4-E235-24C5D70A4688}"/>
          </ac:spMkLst>
        </pc:spChg>
        <pc:spChg chg="del">
          <ac:chgData name="昕 许" userId="a2975fcd840abfc3" providerId="LiveId" clId="{49CCD4F9-177C-4270-9A14-60236FF377E8}" dt="2026-04-19T02:40:47.275" v="7002" actId="478"/>
          <ac:spMkLst>
            <pc:docMk/>
            <pc:sldMk cId="3431865041" sldId="301"/>
            <ac:spMk id="21" creationId="{1D4FDFF9-348C-5A36-3FF4-D8740BEA7AD3}"/>
          </ac:spMkLst>
        </pc:spChg>
        <pc:spChg chg="del">
          <ac:chgData name="昕 许" userId="a2975fcd840abfc3" providerId="LiveId" clId="{49CCD4F9-177C-4270-9A14-60236FF377E8}" dt="2026-04-19T02:40:47.275" v="7002" actId="478"/>
          <ac:spMkLst>
            <pc:docMk/>
            <pc:sldMk cId="3431865041" sldId="301"/>
            <ac:spMk id="22" creationId="{0E54FB43-E94F-2293-1F80-289D141C63E1}"/>
          </ac:spMkLst>
        </pc:spChg>
        <pc:spChg chg="add mod">
          <ac:chgData name="昕 许" userId="a2975fcd840abfc3" providerId="LiveId" clId="{49CCD4F9-177C-4270-9A14-60236FF377E8}" dt="2026-04-19T02:42:19.701" v="7092" actId="164"/>
          <ac:spMkLst>
            <pc:docMk/>
            <pc:sldMk cId="3431865041" sldId="301"/>
            <ac:spMk id="28" creationId="{7D6137C8-11B6-DD1C-B698-3C654B361E4E}"/>
          </ac:spMkLst>
        </pc:spChg>
        <pc:spChg chg="add mod">
          <ac:chgData name="昕 许" userId="a2975fcd840abfc3" providerId="LiveId" clId="{49CCD4F9-177C-4270-9A14-60236FF377E8}" dt="2026-04-19T02:42:19.701" v="7092" actId="164"/>
          <ac:spMkLst>
            <pc:docMk/>
            <pc:sldMk cId="3431865041" sldId="301"/>
            <ac:spMk id="29" creationId="{287ACA77-8B3A-8ACA-D2F6-DE1C63283273}"/>
          </ac:spMkLst>
        </pc:spChg>
        <pc:spChg chg="add mod">
          <ac:chgData name="昕 许" userId="a2975fcd840abfc3" providerId="LiveId" clId="{49CCD4F9-177C-4270-9A14-60236FF377E8}" dt="2026-04-19T02:42:19.701" v="7092" actId="164"/>
          <ac:spMkLst>
            <pc:docMk/>
            <pc:sldMk cId="3431865041" sldId="301"/>
            <ac:spMk id="30" creationId="{3FB7E94F-12D8-F7F9-6AEB-5E56B277092E}"/>
          </ac:spMkLst>
        </pc:spChg>
        <pc:spChg chg="add mod">
          <ac:chgData name="昕 许" userId="a2975fcd840abfc3" providerId="LiveId" clId="{49CCD4F9-177C-4270-9A14-60236FF377E8}" dt="2026-04-19T02:42:34.115" v="7109" actId="1076"/>
          <ac:spMkLst>
            <pc:docMk/>
            <pc:sldMk cId="3431865041" sldId="301"/>
            <ac:spMk id="32" creationId="{90CE3921-5D1F-8AC5-FE07-41B69FE5B8B3}"/>
          </ac:spMkLst>
        </pc:spChg>
        <pc:spChg chg="add mod">
          <ac:chgData name="昕 许" userId="a2975fcd840abfc3" providerId="LiveId" clId="{49CCD4F9-177C-4270-9A14-60236FF377E8}" dt="2026-04-19T02:42:42.226" v="7124" actId="20577"/>
          <ac:spMkLst>
            <pc:docMk/>
            <pc:sldMk cId="3431865041" sldId="301"/>
            <ac:spMk id="33" creationId="{C8C30956-40A4-FEE5-EE0C-14B5F6FAD2FD}"/>
          </ac:spMkLst>
        </pc:spChg>
        <pc:spChg chg="add mod">
          <ac:chgData name="昕 许" userId="a2975fcd840abfc3" providerId="LiveId" clId="{49CCD4F9-177C-4270-9A14-60236FF377E8}" dt="2026-04-19T02:42:52.910" v="7127" actId="14100"/>
          <ac:spMkLst>
            <pc:docMk/>
            <pc:sldMk cId="3431865041" sldId="301"/>
            <ac:spMk id="34" creationId="{B07CF654-E588-5CBE-621D-74844400DE7E}"/>
          </ac:spMkLst>
        </pc:spChg>
        <pc:spChg chg="add mod">
          <ac:chgData name="昕 许" userId="a2975fcd840abfc3" providerId="LiveId" clId="{49CCD4F9-177C-4270-9A14-60236FF377E8}" dt="2026-04-19T02:43:09.745" v="7163" actId="1076"/>
          <ac:spMkLst>
            <pc:docMk/>
            <pc:sldMk cId="3431865041" sldId="301"/>
            <ac:spMk id="35" creationId="{3AFE3530-D42C-A05B-216F-EC00137DA13B}"/>
          </ac:spMkLst>
        </pc:spChg>
        <pc:grpChg chg="mod">
          <ac:chgData name="昕 许" userId="a2975fcd840abfc3" providerId="LiveId" clId="{49CCD4F9-177C-4270-9A14-60236FF377E8}" dt="2026-04-19T02:41:18.322" v="7015" actId="1076"/>
          <ac:grpSpMkLst>
            <pc:docMk/>
            <pc:sldMk cId="3431865041" sldId="301"/>
            <ac:grpSpMk id="2" creationId="{50BFE2A9-87A8-1417-063D-4DC88D233F8F}"/>
          </ac:grpSpMkLst>
        </pc:grpChg>
        <pc:grpChg chg="mod">
          <ac:chgData name="昕 许" userId="a2975fcd840abfc3" providerId="LiveId" clId="{49CCD4F9-177C-4270-9A14-60236FF377E8}" dt="2026-04-19T02:41:18.322" v="7015" actId="1076"/>
          <ac:grpSpMkLst>
            <pc:docMk/>
            <pc:sldMk cId="3431865041" sldId="301"/>
            <ac:grpSpMk id="3" creationId="{4F434907-697A-9683-68D9-AAA64F8CCEF7}"/>
          </ac:grpSpMkLst>
        </pc:grpChg>
        <pc:grpChg chg="add mod">
          <ac:chgData name="昕 许" userId="a2975fcd840abfc3" providerId="LiveId" clId="{49CCD4F9-177C-4270-9A14-60236FF377E8}" dt="2026-04-19T02:43:14.414" v="7164" actId="1076"/>
          <ac:grpSpMkLst>
            <pc:docMk/>
            <pc:sldMk cId="3431865041" sldId="301"/>
            <ac:grpSpMk id="31" creationId="{73285140-C5E2-B22D-1505-55CFE04841C1}"/>
          </ac:grpSpMkLst>
        </pc:grpChg>
        <pc:cxnChg chg="mod">
          <ac:chgData name="昕 许" userId="a2975fcd840abfc3" providerId="LiveId" clId="{49CCD4F9-177C-4270-9A14-60236FF377E8}" dt="2026-04-19T02:40:50.413" v="7003" actId="1076"/>
          <ac:cxnSpMkLst>
            <pc:docMk/>
            <pc:sldMk cId="3431865041" sldId="301"/>
            <ac:cxnSpMk id="7" creationId="{03DCCF82-C9F8-FBBD-BBB7-F9555115DD8F}"/>
          </ac:cxnSpMkLst>
        </pc:cxnChg>
        <pc:cxnChg chg="mod">
          <ac:chgData name="昕 许" userId="a2975fcd840abfc3" providerId="LiveId" clId="{49CCD4F9-177C-4270-9A14-60236FF377E8}" dt="2026-04-19T02:41:18.322" v="7015" actId="1076"/>
          <ac:cxnSpMkLst>
            <pc:docMk/>
            <pc:sldMk cId="3431865041" sldId="301"/>
            <ac:cxnSpMk id="13" creationId="{998AD899-0CB9-E096-B2C0-D17B816CBD59}"/>
          </ac:cxnSpMkLst>
        </pc:cxnChg>
        <pc:cxnChg chg="add mod">
          <ac:chgData name="昕 许" userId="a2975fcd840abfc3" providerId="LiveId" clId="{49CCD4F9-177C-4270-9A14-60236FF377E8}" dt="2026-04-19T02:41:03.727" v="7010" actId="14100"/>
          <ac:cxnSpMkLst>
            <pc:docMk/>
            <pc:sldMk cId="3431865041" sldId="301"/>
            <ac:cxnSpMk id="16" creationId="{C3619C43-484B-E84A-2FAF-3F1E9EE018BA}"/>
          </ac:cxnSpMkLst>
        </pc:cxnChg>
        <pc:cxnChg chg="del mod">
          <ac:chgData name="昕 许" userId="a2975fcd840abfc3" providerId="LiveId" clId="{49CCD4F9-177C-4270-9A14-60236FF377E8}" dt="2026-04-19T02:40:52.268" v="7004" actId="478"/>
          <ac:cxnSpMkLst>
            <pc:docMk/>
            <pc:sldMk cId="3431865041" sldId="301"/>
            <ac:cxnSpMk id="17" creationId="{44A06BA1-1F66-F318-A038-A75AFE27EB5D}"/>
          </ac:cxnSpMkLst>
        </pc:cxnChg>
        <pc:cxnChg chg="add mod">
          <ac:chgData name="昕 许" userId="a2975fcd840abfc3" providerId="LiveId" clId="{49CCD4F9-177C-4270-9A14-60236FF377E8}" dt="2026-04-19T02:41:18.322" v="7015" actId="1076"/>
          <ac:cxnSpMkLst>
            <pc:docMk/>
            <pc:sldMk cId="3431865041" sldId="301"/>
            <ac:cxnSpMk id="24" creationId="{B400B1DD-B0A9-8001-D007-7DBB3119CEEA}"/>
          </ac:cxnSpMkLst>
        </pc:cxnChg>
      </pc:sldChg>
      <pc:sldChg chg="addSp delSp modSp add mod">
        <pc:chgData name="昕 许" userId="a2975fcd840abfc3" providerId="LiveId" clId="{49CCD4F9-177C-4270-9A14-60236FF377E8}" dt="2026-04-19T03:53:01.248" v="7838" actId="1076"/>
        <pc:sldMkLst>
          <pc:docMk/>
          <pc:sldMk cId="4172256641" sldId="302"/>
        </pc:sldMkLst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0" creationId="{08BED195-6E85-3591-FEF0-8F26ED68742A}"/>
          </ac:spMkLst>
        </pc:spChg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1" creationId="{44F67782-7D1B-02D3-78FE-4ECA3A4F2C1B}"/>
          </ac:spMkLst>
        </pc:spChg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6" creationId="{36392990-E1D7-B26C-B33B-C5C1251A942A}"/>
          </ac:spMkLst>
        </pc:spChg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7" creationId="{D3E18C04-79D0-7407-3164-CD8A75BB96C4}"/>
          </ac:spMkLst>
        </pc:spChg>
        <pc:spChg chg="del">
          <ac:chgData name="昕 许" userId="a2975fcd840abfc3" providerId="LiveId" clId="{49CCD4F9-177C-4270-9A14-60236FF377E8}" dt="2026-04-19T02:43:21.217" v="7166" actId="478"/>
          <ac:spMkLst>
            <pc:docMk/>
            <pc:sldMk cId="4172256641" sldId="302"/>
            <ac:spMk id="32" creationId="{5BC8AEA5-075C-3DC9-2B80-A9281AEDBEEC}"/>
          </ac:spMkLst>
        </pc:spChg>
        <pc:spChg chg="del">
          <ac:chgData name="昕 许" userId="a2975fcd840abfc3" providerId="LiveId" clId="{49CCD4F9-177C-4270-9A14-60236FF377E8}" dt="2026-04-19T02:43:21.217" v="7166" actId="478"/>
          <ac:spMkLst>
            <pc:docMk/>
            <pc:sldMk cId="4172256641" sldId="302"/>
            <ac:spMk id="33" creationId="{5A00D8E6-FC68-C8C1-41AC-D6734EB81709}"/>
          </ac:spMkLst>
        </pc:spChg>
        <pc:spChg chg="del">
          <ac:chgData name="昕 许" userId="a2975fcd840abfc3" providerId="LiveId" clId="{49CCD4F9-177C-4270-9A14-60236FF377E8}" dt="2026-04-19T02:43:21.217" v="7166" actId="478"/>
          <ac:spMkLst>
            <pc:docMk/>
            <pc:sldMk cId="4172256641" sldId="302"/>
            <ac:spMk id="34" creationId="{D44F872A-67D3-170F-F61F-A3E40430490C}"/>
          </ac:spMkLst>
        </pc:spChg>
        <pc:spChg chg="del">
          <ac:chgData name="昕 许" userId="a2975fcd840abfc3" providerId="LiveId" clId="{49CCD4F9-177C-4270-9A14-60236FF377E8}" dt="2026-04-19T02:43:21.217" v="7166" actId="478"/>
          <ac:spMkLst>
            <pc:docMk/>
            <pc:sldMk cId="4172256641" sldId="302"/>
            <ac:spMk id="35" creationId="{087A1A2D-1BFE-B09D-3292-1BFFCECF0A1A}"/>
          </ac:spMkLst>
        </pc:spChg>
        <pc:grpChg chg="del">
          <ac:chgData name="昕 许" userId="a2975fcd840abfc3" providerId="LiveId" clId="{49CCD4F9-177C-4270-9A14-60236FF377E8}" dt="2026-04-19T02:43:21.217" v="7166" actId="478"/>
          <ac:grpSpMkLst>
            <pc:docMk/>
            <pc:sldMk cId="4172256641" sldId="302"/>
            <ac:grpSpMk id="31" creationId="{2075435F-3767-6206-BE4E-2738E5D8AB5C}"/>
          </ac:grpSpMkLst>
        </pc:grpChg>
        <pc:cxnChg chg="add mod">
          <ac:chgData name="昕 许" userId="a2975fcd840abfc3" providerId="LiveId" clId="{49CCD4F9-177C-4270-9A14-60236FF377E8}" dt="2026-04-19T02:43:26.870" v="7169" actId="14100"/>
          <ac:cxnSpMkLst>
            <pc:docMk/>
            <pc:sldMk cId="4172256641" sldId="302"/>
            <ac:cxnSpMk id="17" creationId="{53898DC1-9C99-35A3-BF26-E3BCA3120B3D}"/>
          </ac:cxnSpMkLst>
        </pc:cxnChg>
        <pc:cxnChg chg="add mod">
          <ac:chgData name="昕 许" userId="a2975fcd840abfc3" providerId="LiveId" clId="{49CCD4F9-177C-4270-9A14-60236FF377E8}" dt="2026-04-19T02:44:10.204" v="7205" actId="14100"/>
          <ac:cxnSpMkLst>
            <pc:docMk/>
            <pc:sldMk cId="4172256641" sldId="302"/>
            <ac:cxnSpMk id="22" creationId="{276146ED-A06F-0F82-8459-586CC03DC4D8}"/>
          </ac:cxnSpMkLst>
        </pc:cxnChg>
      </pc:sldChg>
      <pc:sldChg chg="addSp delSp modSp add mod">
        <pc:chgData name="昕 许" userId="a2975fcd840abfc3" providerId="LiveId" clId="{49CCD4F9-177C-4270-9A14-60236FF377E8}" dt="2026-04-19T03:57:55.691" v="7842" actId="122"/>
        <pc:sldMkLst>
          <pc:docMk/>
          <pc:sldMk cId="365956669" sldId="303"/>
        </pc:sldMkLst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6" creationId="{517B2BE9-6D63-9A72-FF33-3DD5BD5375DD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8" creationId="{CF03744A-92C6-0B23-3A95-FC274629C5F1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9" creationId="{F1DD3CD9-709E-7650-E81C-8AA3AD438189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10" creationId="{18F3E2AD-E039-84D5-C9D0-8FC9CA67130B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12" creationId="{99CBFC8D-9EAC-8FDA-0975-B1E2E4C9ABEB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14" creationId="{4298902F-8038-9EB9-C07B-23579B657F92}"/>
          </ac:spMkLst>
        </pc:spChg>
        <pc:spChg chg="add mod">
          <ac:chgData name="昕 许" userId="a2975fcd840abfc3" providerId="LiveId" clId="{49CCD4F9-177C-4270-9A14-60236FF377E8}" dt="2026-04-19T02:48:02.637" v="7234"/>
          <ac:spMkLst>
            <pc:docMk/>
            <pc:sldMk cId="365956669" sldId="303"/>
            <ac:spMk id="18" creationId="{096A4017-76B6-D4DD-7408-26FA4D667B7D}"/>
          </ac:spMkLst>
        </pc:spChg>
        <pc:spChg chg="add mod">
          <ac:chgData name="昕 许" userId="a2975fcd840abfc3" providerId="LiveId" clId="{49CCD4F9-177C-4270-9A14-60236FF377E8}" dt="2026-04-19T02:48:21.834" v="7238" actId="164"/>
          <ac:spMkLst>
            <pc:docMk/>
            <pc:sldMk cId="365956669" sldId="303"/>
            <ac:spMk id="19" creationId="{0D683DD3-DE65-164F-2987-23FA8A219629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20" creationId="{25717B3C-68BF-028B-E811-98D51F341587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21" creationId="{CEE57DC2-0DC2-837B-A322-846CD83143CE}"/>
          </ac:spMkLst>
        </pc:spChg>
        <pc:spChg chg="add mod">
          <ac:chgData name="昕 许" userId="a2975fcd840abfc3" providerId="LiveId" clId="{49CCD4F9-177C-4270-9A14-60236FF377E8}" dt="2026-04-19T02:48:26.597" v="7241" actId="20577"/>
          <ac:spMkLst>
            <pc:docMk/>
            <pc:sldMk cId="365956669" sldId="303"/>
            <ac:spMk id="23" creationId="{6F28F027-413E-732A-D887-48F257664519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26" creationId="{97E4980D-AB19-D89F-6D26-C7468A23C8EB}"/>
          </ac:spMkLst>
        </pc:spChg>
        <pc:spChg chg="del">
          <ac:chgData name="昕 许" userId="a2975fcd840abfc3" providerId="LiveId" clId="{49CCD4F9-177C-4270-9A14-60236FF377E8}" dt="2026-04-19T02:47:59.154" v="7233" actId="478"/>
          <ac:spMkLst>
            <pc:docMk/>
            <pc:sldMk cId="365956669" sldId="303"/>
            <ac:spMk id="27" creationId="{F3286587-77FC-DE2F-F0B6-62EC38236719}"/>
          </ac:spMkLst>
        </pc:spChg>
        <pc:spChg chg="mod">
          <ac:chgData name="昕 许" userId="a2975fcd840abfc3" providerId="LiveId" clId="{49CCD4F9-177C-4270-9A14-60236FF377E8}" dt="2026-04-19T02:48:28.258" v="7242"/>
          <ac:spMkLst>
            <pc:docMk/>
            <pc:sldMk cId="365956669" sldId="303"/>
            <ac:spMk id="29" creationId="{420092D4-F560-90A3-4C27-397446DEA686}"/>
          </ac:spMkLst>
        </pc:spChg>
        <pc:spChg chg="mod">
          <ac:chgData name="昕 许" userId="a2975fcd840abfc3" providerId="LiveId" clId="{49CCD4F9-177C-4270-9A14-60236FF377E8}" dt="2026-04-19T02:48:28.258" v="7242"/>
          <ac:spMkLst>
            <pc:docMk/>
            <pc:sldMk cId="365956669" sldId="303"/>
            <ac:spMk id="30" creationId="{05DE7B07-A097-B4AE-798E-A794E28B706C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2" creationId="{D48CB7FB-E16D-27F0-C162-402D254ACFC3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3" creationId="{7158FF49-94EF-D89B-49EE-C290E0563F46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5" creationId="{77162DFB-1F91-1754-00E9-B4C96B100EB5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6" creationId="{E92B47F3-BF3F-655A-6680-9E8CFA1CAEBA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38" creationId="{D0778730-9E2E-C751-5A0D-2C32249D7E7A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39" creationId="{05B8A50A-C785-E275-816A-D1F9F9DAF8D2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1" creationId="{288EAD08-AC97-BE56-9845-1AAA08178CDD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2" creationId="{6242D3AC-051D-06DB-C7AC-24576D0CBC42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4" creationId="{5F2411CA-DC98-A372-C227-A12FE19F1D5F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5" creationId="{21B7029E-4237-8DA3-4C47-125BA37EC143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7" creationId="{E95E7DD1-C55D-DD03-FE0D-F218A9F15B75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8" creationId="{079FB4E2-639A-40FD-6ED2-28959A167B76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53" creationId="{F7C81EEB-4BF4-6A88-2D13-9CF8E395B476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56" creationId="{8C638CEA-EC75-B283-16F6-357F8C759271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59" creationId="{C8F13877-4203-3956-804D-D08C85A518C9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0" creationId="{3999D2DE-7586-4E9A-51E0-7C0FA5142940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3" creationId="{07736633-5B4E-0A4D-4258-28CF4957BE98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5" creationId="{9FE857F5-C78A-4A71-AA27-4F42CDD3342F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8" creationId="{B89ACF47-98F6-719D-F5CE-6B3DDB7FE44F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9" creationId="{DB971395-A9CD-0D8E-6326-E7808F13FB49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71" creationId="{AE39502D-B016-2FC2-9A47-A343FFBA7C3F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72" creationId="{6E8F6D46-6D9A-29AE-C7D0-8058E5BE39AD}"/>
          </ac:spMkLst>
        </pc:spChg>
        <pc:spChg chg="mod">
          <ac:chgData name="昕 许" userId="a2975fcd840abfc3" providerId="LiveId" clId="{49CCD4F9-177C-4270-9A14-60236FF377E8}" dt="2026-04-19T02:48:49.280" v="7250" actId="571"/>
          <ac:spMkLst>
            <pc:docMk/>
            <pc:sldMk cId="365956669" sldId="303"/>
            <ac:spMk id="74" creationId="{BCB8A83D-8C30-07BE-817F-E05061BB7A4E}"/>
          </ac:spMkLst>
        </pc:spChg>
        <pc:spChg chg="mod">
          <ac:chgData name="昕 许" userId="a2975fcd840abfc3" providerId="LiveId" clId="{49CCD4F9-177C-4270-9A14-60236FF377E8}" dt="2026-04-19T02:48:49.280" v="7250" actId="571"/>
          <ac:spMkLst>
            <pc:docMk/>
            <pc:sldMk cId="365956669" sldId="303"/>
            <ac:spMk id="75" creationId="{D6B6CE16-5C2C-154E-7365-D33A12AFB5C7}"/>
          </ac:spMkLst>
        </pc:spChg>
        <pc:spChg chg="add del mod">
          <ac:chgData name="昕 许" userId="a2975fcd840abfc3" providerId="LiveId" clId="{49CCD4F9-177C-4270-9A14-60236FF377E8}" dt="2026-04-19T02:48:52.369" v="7252" actId="21"/>
          <ac:spMkLst>
            <pc:docMk/>
            <pc:sldMk cId="365956669" sldId="303"/>
            <ac:spMk id="76" creationId="{D38C57A5-B6BD-544B-643D-992C0177796C}"/>
          </ac:spMkLst>
        </pc:spChg>
        <pc:spChg chg="add mod">
          <ac:chgData name="昕 许" userId="a2975fcd840abfc3" providerId="LiveId" clId="{49CCD4F9-177C-4270-9A14-60236FF377E8}" dt="2026-04-19T02:49:24.937" v="7282" actId="1076"/>
          <ac:spMkLst>
            <pc:docMk/>
            <pc:sldMk cId="365956669" sldId="303"/>
            <ac:spMk id="77" creationId="{D38C57A5-B6BD-544B-643D-992C0177796C}"/>
          </ac:spMkLst>
        </pc:spChg>
        <pc:spChg chg="add mod">
          <ac:chgData name="昕 许" userId="a2975fcd840abfc3" providerId="LiveId" clId="{49CCD4F9-177C-4270-9A14-60236FF377E8}" dt="2026-04-19T02:49:55.970" v="7323" actId="1076"/>
          <ac:spMkLst>
            <pc:docMk/>
            <pc:sldMk cId="365956669" sldId="303"/>
            <ac:spMk id="80" creationId="{5EFB2443-6CDB-A870-B628-622D3A7664C5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84" creationId="{D30EB786-C06E-656C-38A7-069137A85074}"/>
          </ac:spMkLst>
        </pc:spChg>
        <pc:spChg chg="add mod">
          <ac:chgData name="昕 许" userId="a2975fcd840abfc3" providerId="LiveId" clId="{49CCD4F9-177C-4270-9A14-60236FF377E8}" dt="2026-04-19T02:51:23.364" v="7366" actId="1076"/>
          <ac:spMkLst>
            <pc:docMk/>
            <pc:sldMk cId="365956669" sldId="303"/>
            <ac:spMk id="85" creationId="{CE39F679-B336-D530-3B6E-89272C006C75}"/>
          </ac:spMkLst>
        </pc:spChg>
        <pc:spChg chg="add mod">
          <ac:chgData name="昕 许" userId="a2975fcd840abfc3" providerId="LiveId" clId="{49CCD4F9-177C-4270-9A14-60236FF377E8}" dt="2026-04-19T02:51:38.397" v="7372" actId="1076"/>
          <ac:spMkLst>
            <pc:docMk/>
            <pc:sldMk cId="365956669" sldId="303"/>
            <ac:spMk id="86" creationId="{D9C6F7EA-4037-5E32-0E23-DFE54488FC20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87" creationId="{F999CD48-CF8D-FB75-1101-EF63A19C9FB8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98" creationId="{D464FB06-C788-25A7-BFAB-5BC7B301698D}"/>
          </ac:spMkLst>
        </pc:spChg>
        <pc:spChg chg="add mod">
          <ac:chgData name="昕 许" userId="a2975fcd840abfc3" providerId="LiveId" clId="{49CCD4F9-177C-4270-9A14-60236FF377E8}" dt="2026-04-19T02:51:26.657" v="7368" actId="1076"/>
          <ac:spMkLst>
            <pc:docMk/>
            <pc:sldMk cId="365956669" sldId="303"/>
            <ac:spMk id="99" creationId="{B4A0D8D7-1898-CEE4-5BC4-8D9CE4DB415B}"/>
          </ac:spMkLst>
        </pc:spChg>
        <pc:spChg chg="add mod">
          <ac:chgData name="昕 许" userId="a2975fcd840abfc3" providerId="LiveId" clId="{49CCD4F9-177C-4270-9A14-60236FF377E8}" dt="2026-04-19T02:51:26.657" v="7368" actId="1076"/>
          <ac:spMkLst>
            <pc:docMk/>
            <pc:sldMk cId="365956669" sldId="303"/>
            <ac:spMk id="100" creationId="{9798C752-51DA-FAB2-DD26-F99945C9A678}"/>
          </ac:spMkLst>
        </pc:spChg>
        <pc:spChg chg="add mod">
          <ac:chgData name="昕 许" userId="a2975fcd840abfc3" providerId="LiveId" clId="{49CCD4F9-177C-4270-9A14-60236FF377E8}" dt="2026-04-19T02:51:26.657" v="7368" actId="1076"/>
          <ac:spMkLst>
            <pc:docMk/>
            <pc:sldMk cId="365956669" sldId="303"/>
            <ac:spMk id="101" creationId="{0B7F4D4C-702F-1E3A-DB6D-6733154157B0}"/>
          </ac:spMkLst>
        </pc:spChg>
        <pc:spChg chg="add mod">
          <ac:chgData name="昕 许" userId="a2975fcd840abfc3" providerId="LiveId" clId="{49CCD4F9-177C-4270-9A14-60236FF377E8}" dt="2026-04-19T02:51:27.134" v="7369"/>
          <ac:spMkLst>
            <pc:docMk/>
            <pc:sldMk cId="365956669" sldId="303"/>
            <ac:spMk id="105" creationId="{C292C89C-AED7-9B6F-5898-AA6DD75CA82F}"/>
          </ac:spMkLst>
        </pc:spChg>
        <pc:spChg chg="add mod">
          <ac:chgData name="昕 许" userId="a2975fcd840abfc3" providerId="LiveId" clId="{49CCD4F9-177C-4270-9A14-60236FF377E8}" dt="2026-04-19T02:51:27.134" v="7369"/>
          <ac:spMkLst>
            <pc:docMk/>
            <pc:sldMk cId="365956669" sldId="303"/>
            <ac:spMk id="106" creationId="{64178513-9BBD-20E0-FCF1-93166057D8B0}"/>
          </ac:spMkLst>
        </pc:spChg>
        <pc:spChg chg="add mod">
          <ac:chgData name="昕 许" userId="a2975fcd840abfc3" providerId="LiveId" clId="{49CCD4F9-177C-4270-9A14-60236FF377E8}" dt="2026-04-19T02:51:27.134" v="7369"/>
          <ac:spMkLst>
            <pc:docMk/>
            <pc:sldMk cId="365956669" sldId="303"/>
            <ac:spMk id="107" creationId="{3A63452A-E1A1-E244-CC63-11D65D44A006}"/>
          </ac:spMkLst>
        </pc:spChg>
        <pc:spChg chg="add mod">
          <ac:chgData name="昕 许" userId="a2975fcd840abfc3" providerId="LiveId" clId="{49CCD4F9-177C-4270-9A14-60236FF377E8}" dt="2026-04-19T02:51:27.134" v="7369"/>
          <ac:spMkLst>
            <pc:docMk/>
            <pc:sldMk cId="365956669" sldId="303"/>
            <ac:spMk id="108" creationId="{03242CEB-36D9-1A0A-ADD0-A5FD34CA1E52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12" creationId="{5BF8D130-FDD3-69E1-97FE-F7AC99C4B27E}"/>
          </ac:spMkLst>
        </pc:spChg>
        <pc:spChg chg="add mod">
          <ac:chgData name="昕 许" userId="a2975fcd840abfc3" providerId="LiveId" clId="{49CCD4F9-177C-4270-9A14-60236FF377E8}" dt="2026-04-19T02:51:34.616" v="7371" actId="1076"/>
          <ac:spMkLst>
            <pc:docMk/>
            <pc:sldMk cId="365956669" sldId="303"/>
            <ac:spMk id="113" creationId="{470046BE-DCD5-02F6-A65B-AADA2B28CC69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14" creationId="{BF64F091-5AC3-63F5-911B-C807836D7749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15" creationId="{C1C08512-257A-187B-2743-7DBACCD2210A}"/>
          </ac:spMkLst>
        </pc:spChg>
        <pc:spChg chg="add mod">
          <ac:chgData name="昕 许" userId="a2975fcd840abfc3" providerId="LiveId" clId="{49CCD4F9-177C-4270-9A14-60236FF377E8}" dt="2026-04-19T02:51:34.616" v="7371" actId="1076"/>
          <ac:spMkLst>
            <pc:docMk/>
            <pc:sldMk cId="365956669" sldId="303"/>
            <ac:spMk id="119" creationId="{54A85119-3CEC-0BEB-9431-D7B71FB6159F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20" creationId="{0C1D29F9-8CEB-EE87-397C-2D79DCFA6FF7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21" creationId="{252BBFDE-1C25-A6B4-84CA-0D931B862E67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22" creationId="{08F29F80-994C-7C64-21FA-67C620070B9A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46" creationId="{E5E56855-7A4F-C110-5252-B24C3E103D7A}"/>
          </ac:spMkLst>
        </pc:spChg>
        <pc:spChg chg="add mod">
          <ac:chgData name="昕 许" userId="a2975fcd840abfc3" providerId="LiveId" clId="{49CCD4F9-177C-4270-9A14-60236FF377E8}" dt="2026-04-19T02:52:27.768" v="7425" actId="20577"/>
          <ac:spMkLst>
            <pc:docMk/>
            <pc:sldMk cId="365956669" sldId="303"/>
            <ac:spMk id="147" creationId="{7DA501DA-1E4D-81A3-2FD6-9D8EA9CC1B2A}"/>
          </ac:spMkLst>
        </pc:spChg>
        <pc:spChg chg="add mod">
          <ac:chgData name="昕 许" userId="a2975fcd840abfc3" providerId="LiveId" clId="{49CCD4F9-177C-4270-9A14-60236FF377E8}" dt="2026-04-19T03:57:55.691" v="7842" actId="122"/>
          <ac:spMkLst>
            <pc:docMk/>
            <pc:sldMk cId="365956669" sldId="303"/>
            <ac:spMk id="148" creationId="{4F175F20-F795-CCE7-6D54-2C7341667D84}"/>
          </ac:spMkLst>
        </pc:spChg>
        <pc:grpChg chg="add mod">
          <ac:chgData name="昕 许" userId="a2975fcd840abfc3" providerId="LiveId" clId="{49CCD4F9-177C-4270-9A14-60236FF377E8}" dt="2026-04-19T02:48:23.068" v="7239" actId="1076"/>
          <ac:grpSpMkLst>
            <pc:docMk/>
            <pc:sldMk cId="365956669" sldId="303"/>
            <ac:grpSpMk id="25" creationId="{B68ABC02-6391-1B81-FCDE-53C432975F7E}"/>
          </ac:grpSpMkLst>
        </pc:grpChg>
        <pc:grpChg chg="add mod">
          <ac:chgData name="昕 许" userId="a2975fcd840abfc3" providerId="LiveId" clId="{49CCD4F9-177C-4270-9A14-60236FF377E8}" dt="2026-04-19T02:48:30.764" v="7243" actId="1076"/>
          <ac:grpSpMkLst>
            <pc:docMk/>
            <pc:sldMk cId="365956669" sldId="303"/>
            <ac:grpSpMk id="28" creationId="{2FB9E933-1C36-F3D0-32A2-33FB8539FF48}"/>
          </ac:grpSpMkLst>
        </pc:grpChg>
        <pc:grpChg chg="add mod">
          <ac:chgData name="昕 许" userId="a2975fcd840abfc3" providerId="LiveId" clId="{49CCD4F9-177C-4270-9A14-60236FF377E8}" dt="2026-04-19T02:48:35.012" v="7245" actId="1076"/>
          <ac:grpSpMkLst>
            <pc:docMk/>
            <pc:sldMk cId="365956669" sldId="303"/>
            <ac:grpSpMk id="31" creationId="{06B02530-0EC5-0D68-33BE-E58B6F7BA7AF}"/>
          </ac:grpSpMkLst>
        </pc:grpChg>
        <pc:grpChg chg="add 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34" creationId="{59C9E111-52B8-EA80-691C-27AB2ED3523E}"/>
          </ac:grpSpMkLst>
        </pc:grpChg>
        <pc:grpChg chg="add 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37" creationId="{A18B458A-442D-02D3-7A43-F88787EF8897}"/>
          </ac:grpSpMkLst>
        </pc:grpChg>
        <pc:grpChg chg="mod">
          <ac:chgData name="昕 许" userId="a2975fcd840abfc3" providerId="LiveId" clId="{49CCD4F9-177C-4270-9A14-60236FF377E8}" dt="2026-04-19T02:48:38.950" v="7247" actId="1076"/>
          <ac:grpSpMkLst>
            <pc:docMk/>
            <pc:sldMk cId="365956669" sldId="303"/>
            <ac:grpSpMk id="40" creationId="{F1CF52E5-8BDD-5EAD-0FC3-E3212D557B05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43" creationId="{661CA9BD-58EC-4D84-7975-53467A3ABF71}"/>
          </ac:grpSpMkLst>
        </pc:grpChg>
        <pc:grpChg chg="add mod">
          <ac:chgData name="昕 许" userId="a2975fcd840abfc3" providerId="LiveId" clId="{49CCD4F9-177C-4270-9A14-60236FF377E8}" dt="2026-04-19T02:48:38.950" v="7247" actId="1076"/>
          <ac:grpSpMkLst>
            <pc:docMk/>
            <pc:sldMk cId="365956669" sldId="303"/>
            <ac:grpSpMk id="46" creationId="{EBFF2496-7B86-54D9-943E-EBD2C1A3C4F2}"/>
          </ac:grpSpMkLst>
        </pc:grpChg>
        <pc:grpChg chg="mod">
          <ac:chgData name="昕 许" userId="a2975fcd840abfc3" providerId="LiveId" clId="{49CCD4F9-177C-4270-9A14-60236FF377E8}" dt="2026-04-19T02:48:43.918" v="7249" actId="1076"/>
          <ac:grpSpMkLst>
            <pc:docMk/>
            <pc:sldMk cId="365956669" sldId="303"/>
            <ac:grpSpMk id="49" creationId="{D4E05BAB-2FD4-A757-9231-375D884C0736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52" creationId="{7453FE99-1EFC-37D7-35AC-C3AAAD32BF3F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55" creationId="{BEFA68C8-6E14-333D-39C5-58438A182DED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58" creationId="{ACF59E25-211E-D5D0-5D99-7221649AEBC4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61" creationId="{DAC4D2B3-5B84-805B-2421-A27ABFB143FB}"/>
          </ac:grpSpMkLst>
        </pc:grpChg>
        <pc:grpChg chg="mod">
          <ac:chgData name="昕 许" userId="a2975fcd840abfc3" providerId="LiveId" clId="{49CCD4F9-177C-4270-9A14-60236FF377E8}" dt="2026-04-19T02:48:56.976" v="7253" actId="1076"/>
          <ac:grpSpMkLst>
            <pc:docMk/>
            <pc:sldMk cId="365956669" sldId="303"/>
            <ac:grpSpMk id="64" creationId="{61EA6583-21F4-5178-D136-BAC2F27864FB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67" creationId="{4D5F120A-3FA8-D0BB-A924-CE18CDBFC332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70" creationId="{DD3148D5-090E-0BA8-ED90-8ECEDB96FF2A}"/>
          </ac:grpSpMkLst>
        </pc:grpChg>
        <pc:grpChg chg="add mod">
          <ac:chgData name="昕 许" userId="a2975fcd840abfc3" providerId="LiveId" clId="{49CCD4F9-177C-4270-9A14-60236FF377E8}" dt="2026-04-19T02:48:49.280" v="7250" actId="571"/>
          <ac:grpSpMkLst>
            <pc:docMk/>
            <pc:sldMk cId="365956669" sldId="303"/>
            <ac:grpSpMk id="73" creationId="{B255B5F7-C274-E1B6-FAB9-DD5556C04929}"/>
          </ac:grpSpMkLst>
        </pc:grpChg>
        <pc:cxnChg chg="add mod">
          <ac:chgData name="昕 许" userId="a2975fcd840abfc3" providerId="LiveId" clId="{49CCD4F9-177C-4270-9A14-60236FF377E8}" dt="2026-04-19T02:49:36.863" v="7285" actId="1582"/>
          <ac:cxnSpMkLst>
            <pc:docMk/>
            <pc:sldMk cId="365956669" sldId="303"/>
            <ac:cxnSpMk id="79" creationId="{950FC713-FCDE-A8A4-31EE-6BC9808FB4F9}"/>
          </ac:cxnSpMkLst>
        </pc:cxnChg>
        <pc:cxnChg chg="add mod">
          <ac:chgData name="昕 许" userId="a2975fcd840abfc3" providerId="LiveId" clId="{49CCD4F9-177C-4270-9A14-60236FF377E8}" dt="2026-04-19T02:50:03.089" v="7326" actId="14100"/>
          <ac:cxnSpMkLst>
            <pc:docMk/>
            <pc:sldMk cId="365956669" sldId="303"/>
            <ac:cxnSpMk id="81" creationId="{75FA352D-3E87-E546-CD5E-D81F0F4DA50E}"/>
          </ac:cxnSpMkLst>
        </pc:cxnChg>
        <pc:cxnChg chg="add mod">
          <ac:chgData name="昕 许" userId="a2975fcd840abfc3" providerId="LiveId" clId="{49CCD4F9-177C-4270-9A14-60236FF377E8}" dt="2026-04-19T02:51:23.364" v="7366" actId="1076"/>
          <ac:cxnSpMkLst>
            <pc:docMk/>
            <pc:sldMk cId="365956669" sldId="303"/>
            <ac:cxnSpMk id="88" creationId="{BBB287D2-D8ED-C130-8479-BA7269241EE3}"/>
          </ac:cxnSpMkLst>
        </pc:cxnChg>
        <pc:cxnChg chg="add mod">
          <ac:chgData name="昕 许" userId="a2975fcd840abfc3" providerId="LiveId" clId="{49CCD4F9-177C-4270-9A14-60236FF377E8}" dt="2026-04-19T02:51:23.364" v="7366" actId="1076"/>
          <ac:cxnSpMkLst>
            <pc:docMk/>
            <pc:sldMk cId="365956669" sldId="303"/>
            <ac:cxnSpMk id="92" creationId="{785EE7D5-C01A-F014-7CD5-7A674300F091}"/>
          </ac:cxnSpMkLst>
        </pc:cxnChg>
        <pc:cxnChg chg="add mod">
          <ac:chgData name="昕 许" userId="a2975fcd840abfc3" providerId="LiveId" clId="{49CCD4F9-177C-4270-9A14-60236FF377E8}" dt="2026-04-19T02:51:23.364" v="7366" actId="1076"/>
          <ac:cxnSpMkLst>
            <pc:docMk/>
            <pc:sldMk cId="365956669" sldId="303"/>
            <ac:cxnSpMk id="95" creationId="{47B6A6C0-14B6-D0C2-1785-C5BC03ABD58E}"/>
          </ac:cxnSpMkLst>
        </pc:cxnChg>
        <pc:cxnChg chg="add mod">
          <ac:chgData name="昕 许" userId="a2975fcd840abfc3" providerId="LiveId" clId="{49CCD4F9-177C-4270-9A14-60236FF377E8}" dt="2026-04-19T02:51:26.657" v="7368" actId="1076"/>
          <ac:cxnSpMkLst>
            <pc:docMk/>
            <pc:sldMk cId="365956669" sldId="303"/>
            <ac:cxnSpMk id="102" creationId="{EBF87343-8664-A3B7-6379-F553A43826A8}"/>
          </ac:cxnSpMkLst>
        </pc:cxnChg>
        <pc:cxnChg chg="add mod">
          <ac:chgData name="昕 许" userId="a2975fcd840abfc3" providerId="LiveId" clId="{49CCD4F9-177C-4270-9A14-60236FF377E8}" dt="2026-04-19T02:51:26.657" v="7368" actId="1076"/>
          <ac:cxnSpMkLst>
            <pc:docMk/>
            <pc:sldMk cId="365956669" sldId="303"/>
            <ac:cxnSpMk id="103" creationId="{4AEE6A47-0CDA-ED3D-0A6A-FF856CE73152}"/>
          </ac:cxnSpMkLst>
        </pc:cxnChg>
        <pc:cxnChg chg="add mod">
          <ac:chgData name="昕 许" userId="a2975fcd840abfc3" providerId="LiveId" clId="{49CCD4F9-177C-4270-9A14-60236FF377E8}" dt="2026-04-19T02:51:26.657" v="7368" actId="1076"/>
          <ac:cxnSpMkLst>
            <pc:docMk/>
            <pc:sldMk cId="365956669" sldId="303"/>
            <ac:cxnSpMk id="104" creationId="{B0A8181D-0655-67F9-DE9A-2AFB792DDD7C}"/>
          </ac:cxnSpMkLst>
        </pc:cxnChg>
        <pc:cxnChg chg="add mod">
          <ac:chgData name="昕 许" userId="a2975fcd840abfc3" providerId="LiveId" clId="{49CCD4F9-177C-4270-9A14-60236FF377E8}" dt="2026-04-19T02:51:27.134" v="7369"/>
          <ac:cxnSpMkLst>
            <pc:docMk/>
            <pc:sldMk cId="365956669" sldId="303"/>
            <ac:cxnSpMk id="109" creationId="{31A76DAF-51A7-2088-A08A-24AB3A7550B7}"/>
          </ac:cxnSpMkLst>
        </pc:cxnChg>
        <pc:cxnChg chg="add mod">
          <ac:chgData name="昕 许" userId="a2975fcd840abfc3" providerId="LiveId" clId="{49CCD4F9-177C-4270-9A14-60236FF377E8}" dt="2026-04-19T02:51:27.134" v="7369"/>
          <ac:cxnSpMkLst>
            <pc:docMk/>
            <pc:sldMk cId="365956669" sldId="303"/>
            <ac:cxnSpMk id="110" creationId="{B1442BCD-5CEB-123A-391C-C096A53B5AE1}"/>
          </ac:cxnSpMkLst>
        </pc:cxnChg>
        <pc:cxnChg chg="add mod">
          <ac:chgData name="昕 许" userId="a2975fcd840abfc3" providerId="LiveId" clId="{49CCD4F9-177C-4270-9A14-60236FF377E8}" dt="2026-04-19T02:51:27.134" v="7369"/>
          <ac:cxnSpMkLst>
            <pc:docMk/>
            <pc:sldMk cId="365956669" sldId="303"/>
            <ac:cxnSpMk id="111" creationId="{531EEF99-D429-CA12-E2E2-0292F1CCE80B}"/>
          </ac:cxnSpMkLst>
        </pc:cxnChg>
        <pc:cxnChg chg="add mod">
          <ac:chgData name="昕 许" userId="a2975fcd840abfc3" providerId="LiveId" clId="{49CCD4F9-177C-4270-9A14-60236FF377E8}" dt="2026-04-19T02:51:34.616" v="7371" actId="1076"/>
          <ac:cxnSpMkLst>
            <pc:docMk/>
            <pc:sldMk cId="365956669" sldId="303"/>
            <ac:cxnSpMk id="117" creationId="{01F9CE1B-1415-60B8-243A-191C0A861F81}"/>
          </ac:cxnSpMkLst>
        </pc:cxnChg>
        <pc:cxnChg chg="add mod">
          <ac:chgData name="昕 许" userId="a2975fcd840abfc3" providerId="LiveId" clId="{49CCD4F9-177C-4270-9A14-60236FF377E8}" dt="2026-04-19T02:51:34.616" v="7371" actId="1076"/>
          <ac:cxnSpMkLst>
            <pc:docMk/>
            <pc:sldMk cId="365956669" sldId="303"/>
            <ac:cxnSpMk id="124" creationId="{1777FE16-B165-722E-96CA-1A4A310EDC77}"/>
          </ac:cxnSpMkLst>
        </pc:cxnChg>
        <pc:cxnChg chg="add mod">
          <ac:chgData name="昕 许" userId="a2975fcd840abfc3" providerId="LiveId" clId="{49CCD4F9-177C-4270-9A14-60236FF377E8}" dt="2026-04-19T02:51:43.331" v="7376" actId="14100"/>
          <ac:cxnSpMkLst>
            <pc:docMk/>
            <pc:sldMk cId="365956669" sldId="303"/>
            <ac:cxnSpMk id="126" creationId="{CB37064D-95AC-7AC4-3080-1B2B3E6945A3}"/>
          </ac:cxnSpMkLst>
        </pc:cxnChg>
        <pc:cxnChg chg="add mod">
          <ac:chgData name="昕 许" userId="a2975fcd840abfc3" providerId="LiveId" clId="{49CCD4F9-177C-4270-9A14-60236FF377E8}" dt="2026-04-19T02:51:47.510" v="7380" actId="14100"/>
          <ac:cxnSpMkLst>
            <pc:docMk/>
            <pc:sldMk cId="365956669" sldId="303"/>
            <ac:cxnSpMk id="129" creationId="{39324705-8EC8-221F-5D04-15AC63F12E6A}"/>
          </ac:cxnSpMkLst>
        </pc:cxnChg>
        <pc:cxnChg chg="add mod">
          <ac:chgData name="昕 许" userId="a2975fcd840abfc3" providerId="LiveId" clId="{49CCD4F9-177C-4270-9A14-60236FF377E8}" dt="2026-04-19T02:51:52.091" v="7384" actId="14100"/>
          <ac:cxnSpMkLst>
            <pc:docMk/>
            <pc:sldMk cId="365956669" sldId="303"/>
            <ac:cxnSpMk id="132" creationId="{1E51A215-42FD-03DC-5575-221C44FE6235}"/>
          </ac:cxnSpMkLst>
        </pc:cxnChg>
        <pc:cxnChg chg="add mod">
          <ac:chgData name="昕 许" userId="a2975fcd840abfc3" providerId="LiveId" clId="{49CCD4F9-177C-4270-9A14-60236FF377E8}" dt="2026-04-19T02:51:56.314" v="7387" actId="14100"/>
          <ac:cxnSpMkLst>
            <pc:docMk/>
            <pc:sldMk cId="365956669" sldId="303"/>
            <ac:cxnSpMk id="135" creationId="{A5024D9E-3B3C-7FB4-E29A-D16E97C97FF8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38" creationId="{866A860C-4CEB-BB68-DD07-E4BFB4F07ACD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39" creationId="{9876A99C-CBB9-360C-ADB0-C36CEB661F99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40" creationId="{3CCEBBBB-B17C-253D-9804-A68E1BBBE413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41" creationId="{45239DBE-8A36-7AA5-BF9C-0E1AB7DBF80B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2" creationId="{89082140-A021-74CD-E66A-519D9A8E3BD9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3" creationId="{3FD32E11-1820-E88D-0036-D7AA46A066B1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4" creationId="{F87C6F6E-6E20-BE43-1E73-D26C326A53AD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5" creationId="{A9D614A6-826D-BD1D-72FA-08C6FDCC7BF2}"/>
          </ac:cxnSpMkLst>
        </pc:cxnChg>
      </pc:sldChg>
      <pc:sldChg chg="addSp delSp modSp add del mod">
        <pc:chgData name="昕 许" userId="a2975fcd840abfc3" providerId="LiveId" clId="{49CCD4F9-177C-4270-9A14-60236FF377E8}" dt="2026-04-19T12:38:01.852" v="9361" actId="47"/>
        <pc:sldMkLst>
          <pc:docMk/>
          <pc:sldMk cId="3079455680" sldId="304"/>
        </pc:sldMkLst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3" creationId="{0D907B9C-CC78-9285-624A-C97ED9BFD2E8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4" creationId="{80B23C7F-95DC-294E-95A1-EDD668F7A4F3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6" creationId="{152E5E5E-6803-C8AB-A1D2-11415690838C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7" creationId="{8472D3EC-E75E-A350-87C8-25EF92E91E1D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9" creationId="{77D096D5-B3EE-D786-9C88-1A9D3F86C4A0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10" creationId="{39EBBBC6-33C4-579E-04EC-C0F5F14508C7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12" creationId="{5ACC7830-5C0C-DF7E-9BE6-208037F147AC}"/>
          </ac:spMkLst>
        </pc:spChg>
        <pc:spChg chg="mod">
          <ac:chgData name="昕 许" userId="a2975fcd840abfc3" providerId="LiveId" clId="{49CCD4F9-177C-4270-9A14-60236FF377E8}" dt="2026-04-19T02:58:09.740" v="7569"/>
          <ac:spMkLst>
            <pc:docMk/>
            <pc:sldMk cId="3079455680" sldId="304"/>
            <ac:spMk id="13" creationId="{31488931-4325-52F6-DCEB-1580B2735D7E}"/>
          </ac:spMkLst>
        </pc:spChg>
        <pc:spChg chg="add mod">
          <ac:chgData name="昕 许" userId="a2975fcd840abfc3" providerId="LiveId" clId="{49CCD4F9-177C-4270-9A14-60236FF377E8}" dt="2026-04-19T02:58:23.300" v="7573"/>
          <ac:spMkLst>
            <pc:docMk/>
            <pc:sldMk cId="3079455680" sldId="304"/>
            <ac:spMk id="14" creationId="{6C889951-E862-D6F0-8CBA-2253E39828AA}"/>
          </ac:spMkLst>
        </pc:spChg>
        <pc:spChg chg="add mod">
          <ac:chgData name="昕 许" userId="a2975fcd840abfc3" providerId="LiveId" clId="{49CCD4F9-177C-4270-9A14-60236FF377E8}" dt="2026-04-19T02:58:46.954" v="7585" actId="164"/>
          <ac:spMkLst>
            <pc:docMk/>
            <pc:sldMk cId="3079455680" sldId="304"/>
            <ac:spMk id="15" creationId="{F19087CF-6077-FEE9-3E65-36D99B1EAADE}"/>
          </ac:spMkLst>
        </pc:spChg>
        <pc:spChg chg="mod">
          <ac:chgData name="昕 许" userId="a2975fcd840abfc3" providerId="LiveId" clId="{49CCD4F9-177C-4270-9A14-60236FF377E8}" dt="2026-04-19T02:58:45.112" v="7584"/>
          <ac:spMkLst>
            <pc:docMk/>
            <pc:sldMk cId="3079455680" sldId="304"/>
            <ac:spMk id="17" creationId="{2EBE5EBA-1510-3A68-4942-76D37616B50F}"/>
          </ac:spMkLst>
        </pc:spChg>
        <pc:spChg chg="mod">
          <ac:chgData name="昕 许" userId="a2975fcd840abfc3" providerId="LiveId" clId="{49CCD4F9-177C-4270-9A14-60236FF377E8}" dt="2026-04-19T02:58:45.112" v="7584"/>
          <ac:spMkLst>
            <pc:docMk/>
            <pc:sldMk cId="3079455680" sldId="304"/>
            <ac:spMk id="18" creationId="{67C7879F-1913-BC8E-C924-C74CB54309AD}"/>
          </ac:spMkLst>
        </pc:spChg>
        <pc:spChg chg="add mod">
          <ac:chgData name="昕 许" userId="a2975fcd840abfc3" providerId="LiveId" clId="{49CCD4F9-177C-4270-9A14-60236FF377E8}" dt="2026-04-19T02:58:45.112" v="7584"/>
          <ac:spMkLst>
            <pc:docMk/>
            <pc:sldMk cId="3079455680" sldId="304"/>
            <ac:spMk id="20" creationId="{F777B93D-36CF-6551-E57B-5E759FDFABF5}"/>
          </ac:spMkLst>
        </pc:spChg>
        <pc:spChg chg="mod">
          <ac:chgData name="昕 许" userId="a2975fcd840abfc3" providerId="LiveId" clId="{49CCD4F9-177C-4270-9A14-60236FF377E8}" dt="2026-04-19T03:00:14.406" v="7658" actId="20577"/>
          <ac:spMkLst>
            <pc:docMk/>
            <pc:sldMk cId="3079455680" sldId="304"/>
            <ac:spMk id="26" creationId="{095A040E-1504-ED7B-3862-434A67898252}"/>
          </ac:spMkLst>
        </pc:spChg>
        <pc:spChg chg="mod">
          <ac:chgData name="昕 许" userId="a2975fcd840abfc3" providerId="LiveId" clId="{49CCD4F9-177C-4270-9A14-60236FF377E8}" dt="2026-04-19T03:00:14.309" v="7657" actId="20577"/>
          <ac:spMkLst>
            <pc:docMk/>
            <pc:sldMk cId="3079455680" sldId="304"/>
            <ac:spMk id="27" creationId="{8295A18F-F598-C53E-1141-13DCD559247D}"/>
          </ac:spMkLst>
        </pc:spChg>
        <pc:spChg chg="mod">
          <ac:chgData name="昕 许" userId="a2975fcd840abfc3" providerId="LiveId" clId="{49CCD4F9-177C-4270-9A14-60236FF377E8}" dt="2026-04-19T03:00:14.309" v="7657" actId="20577"/>
          <ac:spMkLst>
            <pc:docMk/>
            <pc:sldMk cId="3079455680" sldId="304"/>
            <ac:spMk id="76" creationId="{C1F54334-C200-809B-00BF-E308F2A5F625}"/>
          </ac:spMkLst>
        </pc:spChg>
        <pc:spChg chg="mod">
          <ac:chgData name="昕 许" userId="a2975fcd840abfc3" providerId="LiveId" clId="{49CCD4F9-177C-4270-9A14-60236FF377E8}" dt="2026-04-19T03:00:12.396" v="7656" actId="1076"/>
          <ac:spMkLst>
            <pc:docMk/>
            <pc:sldMk cId="3079455680" sldId="304"/>
            <ac:spMk id="77" creationId="{5A83A0B4-3130-7092-3009-AE3B6A46B621}"/>
          </ac:spMkLst>
        </pc:spChg>
        <pc:spChg chg="del">
          <ac:chgData name="昕 许" userId="a2975fcd840abfc3" providerId="LiveId" clId="{49CCD4F9-177C-4270-9A14-60236FF377E8}" dt="2026-04-19T02:57:55.183" v="7561" actId="478"/>
          <ac:spMkLst>
            <pc:docMk/>
            <pc:sldMk cId="3079455680" sldId="304"/>
            <ac:spMk id="80" creationId="{93A22B56-3F10-AC70-0CD1-8376FC118B85}"/>
          </ac:spMkLst>
        </pc:spChg>
        <pc:spChg chg="mod">
          <ac:chgData name="昕 许" userId="a2975fcd840abfc3" providerId="LiveId" clId="{49CCD4F9-177C-4270-9A14-60236FF377E8}" dt="2026-04-19T03:00:17.069" v="7662" actId="20577"/>
          <ac:spMkLst>
            <pc:docMk/>
            <pc:sldMk cId="3079455680" sldId="304"/>
            <ac:spMk id="83" creationId="{624C0563-66CB-A9B6-FEE1-AC69B319DFF3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84" creationId="{195AE460-5A5E-F04F-39B1-4D42EF53D9CC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86" creationId="{B7827BE3-89C4-6839-A88D-7BDBC738D249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87" creationId="{CB9FF43E-BAD8-5009-6A12-606010668FAF}"/>
          </ac:spMkLst>
        </pc:spChg>
        <pc:spChg chg="mod">
          <ac:chgData name="昕 许" userId="a2975fcd840abfc3" providerId="LiveId" clId="{49CCD4F9-177C-4270-9A14-60236FF377E8}" dt="2026-04-19T03:00:16.994" v="7661" actId="20577"/>
          <ac:spMkLst>
            <pc:docMk/>
            <pc:sldMk cId="3079455680" sldId="304"/>
            <ac:spMk id="89" creationId="{2AB6442E-06B3-58DA-A6E9-1EDE4AB9A83C}"/>
          </ac:spMkLst>
        </pc:spChg>
        <pc:spChg chg="mod">
          <ac:chgData name="昕 许" userId="a2975fcd840abfc3" providerId="LiveId" clId="{49CCD4F9-177C-4270-9A14-60236FF377E8}" dt="2026-04-19T03:00:16.994" v="7661" actId="20577"/>
          <ac:spMkLst>
            <pc:docMk/>
            <pc:sldMk cId="3079455680" sldId="304"/>
            <ac:spMk id="90" creationId="{2ED9AFDF-AE73-9419-4712-6A407C5DBAC6}"/>
          </ac:spMkLst>
        </pc:spChg>
        <pc:spChg chg="mod">
          <ac:chgData name="昕 许" userId="a2975fcd840abfc3" providerId="LiveId" clId="{49CCD4F9-177C-4270-9A14-60236FF377E8}" dt="2026-04-19T03:00:18.543" v="7663" actId="20577"/>
          <ac:spMkLst>
            <pc:docMk/>
            <pc:sldMk cId="3079455680" sldId="304"/>
            <ac:spMk id="94" creationId="{9C8B08A2-2FD2-23D2-BCFD-1493ECA86FF4}"/>
          </ac:spMkLst>
        </pc:spChg>
        <pc:spChg chg="mod">
          <ac:chgData name="昕 许" userId="a2975fcd840abfc3" providerId="LiveId" clId="{49CCD4F9-177C-4270-9A14-60236FF377E8}" dt="2026-04-19T02:58:51.698" v="7588"/>
          <ac:spMkLst>
            <pc:docMk/>
            <pc:sldMk cId="3079455680" sldId="304"/>
            <ac:spMk id="96" creationId="{41AA3D3C-4ED5-8AFA-383A-2945F50DC720}"/>
          </ac:spMkLst>
        </pc:spChg>
        <pc:spChg chg="mod">
          <ac:chgData name="昕 许" userId="a2975fcd840abfc3" providerId="LiveId" clId="{49CCD4F9-177C-4270-9A14-60236FF377E8}" dt="2026-04-19T02:58:51.698" v="7588"/>
          <ac:spMkLst>
            <pc:docMk/>
            <pc:sldMk cId="3079455680" sldId="304"/>
            <ac:spMk id="97" creationId="{70468724-5193-22DF-927F-CBC7118F7DCC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99" creationId="{8F2DA971-EEEE-6159-E7BC-66D2594B84FC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100" creationId="{7D26F2E0-5AC6-7911-9D36-AD8789D1BF3E}"/>
          </ac:spMkLst>
        </pc:spChg>
        <pc:spChg chg="mod">
          <ac:chgData name="昕 许" userId="a2975fcd840abfc3" providerId="LiveId" clId="{49CCD4F9-177C-4270-9A14-60236FF377E8}" dt="2026-04-19T03:00:20.327" v="7664" actId="20577"/>
          <ac:spMkLst>
            <pc:docMk/>
            <pc:sldMk cId="3079455680" sldId="304"/>
            <ac:spMk id="107" creationId="{E7885425-CF2C-3E68-DEFE-311ADEE1023A}"/>
          </ac:spMkLst>
        </pc:spChg>
        <pc:spChg chg="mod">
          <ac:chgData name="昕 许" userId="a2975fcd840abfc3" providerId="LiveId" clId="{49CCD4F9-177C-4270-9A14-60236FF377E8}" dt="2026-04-19T02:58:55.786" v="7590"/>
          <ac:spMkLst>
            <pc:docMk/>
            <pc:sldMk cId="3079455680" sldId="304"/>
            <ac:spMk id="108" creationId="{6AA74824-A893-3C19-AA42-3F3FA4790655}"/>
          </ac:spMkLst>
        </pc:spChg>
        <pc:spChg chg="mod">
          <ac:chgData name="昕 许" userId="a2975fcd840abfc3" providerId="LiveId" clId="{49CCD4F9-177C-4270-9A14-60236FF377E8}" dt="2026-04-19T02:58:55.786" v="7590"/>
          <ac:spMkLst>
            <pc:docMk/>
            <pc:sldMk cId="3079455680" sldId="304"/>
            <ac:spMk id="109" creationId="{710A77BF-55E9-CD3A-DA05-827ABF2CC81B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112" creationId="{B714DB5C-7019-F7C6-C2E4-73DD056F4FD4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113" creationId="{3EF41ACF-A0FC-2E70-AF07-91031E755255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119" creationId="{D46303B8-1437-B597-3860-0B1E015D713C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120" creationId="{6D085716-14F2-EDD3-61CA-C9F767795D57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27" creationId="{5819EFE7-C6AF-6860-4B7F-60DA89A0782C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28" creationId="{CEA9C5C9-7C3C-DFCB-CC57-456AD4959F08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36" creationId="{F9631D60-84F4-B61D-EB7D-F9910F68BFA2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37" creationId="{188970A1-492F-38D6-D4B2-6E22A976257B}"/>
          </ac:spMkLst>
        </pc:spChg>
        <pc:spChg chg="del">
          <ac:chgData name="昕 许" userId="a2975fcd840abfc3" providerId="LiveId" clId="{49CCD4F9-177C-4270-9A14-60236FF377E8}" dt="2026-04-19T02:57:53.547" v="7560" actId="478"/>
          <ac:spMkLst>
            <pc:docMk/>
            <pc:sldMk cId="3079455680" sldId="304"/>
            <ac:spMk id="146" creationId="{525B8803-C12A-FF6D-306F-43840B8ADEBF}"/>
          </ac:spMkLst>
        </pc:spChg>
        <pc:spChg chg="del mod">
          <ac:chgData name="昕 许" userId="a2975fcd840abfc3" providerId="LiveId" clId="{49CCD4F9-177C-4270-9A14-60236FF377E8}" dt="2026-04-19T02:57:56.033" v="7564" actId="478"/>
          <ac:spMkLst>
            <pc:docMk/>
            <pc:sldMk cId="3079455680" sldId="304"/>
            <ac:spMk id="147" creationId="{174DA7ED-5611-71FD-BD21-0344BEB5C432}"/>
          </ac:spMkLst>
        </pc:spChg>
        <pc:spChg chg="del">
          <ac:chgData name="昕 许" userId="a2975fcd840abfc3" providerId="LiveId" clId="{49CCD4F9-177C-4270-9A14-60236FF377E8}" dt="2026-04-19T02:57:57.396" v="7566" actId="478"/>
          <ac:spMkLst>
            <pc:docMk/>
            <pc:sldMk cId="3079455680" sldId="304"/>
            <ac:spMk id="148" creationId="{49F907E2-6D75-12A5-B4C9-0C8EB80AEC5A}"/>
          </ac:spMkLst>
        </pc:spChg>
        <pc:spChg chg="mod">
          <ac:chgData name="昕 许" userId="a2975fcd840abfc3" providerId="LiveId" clId="{49CCD4F9-177C-4270-9A14-60236FF377E8}" dt="2026-04-19T03:00:21.855" v="7665" actId="20577"/>
          <ac:spMkLst>
            <pc:docMk/>
            <pc:sldMk cId="3079455680" sldId="304"/>
            <ac:spMk id="151" creationId="{52715222-108A-0D10-11D7-7555603BB7BB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52" creationId="{CF2F2C60-D18D-187B-2269-1C5AF1F5B09A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53" creationId="{DD1BDBC1-BFEE-920D-98C9-DC331D5BC63D}"/>
          </ac:spMkLst>
        </pc:spChg>
        <pc:spChg chg="mod">
          <ac:chgData name="昕 许" userId="a2975fcd840abfc3" providerId="LiveId" clId="{49CCD4F9-177C-4270-9A14-60236FF377E8}" dt="2026-04-19T03:00:22.792" v="7666" actId="20577"/>
          <ac:spMkLst>
            <pc:docMk/>
            <pc:sldMk cId="3079455680" sldId="304"/>
            <ac:spMk id="156" creationId="{C9996BAA-0B1A-37D6-2463-207CE01ABFAE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58" creationId="{BB079D51-3750-C28D-AAD5-CD75DB5C5642}"/>
          </ac:spMkLst>
        </pc:spChg>
        <pc:spChg chg="mod">
          <ac:chgData name="昕 许" userId="a2975fcd840abfc3" providerId="LiveId" clId="{49CCD4F9-177C-4270-9A14-60236FF377E8}" dt="2026-04-19T03:00:24.096" v="7667" actId="20577"/>
          <ac:spMkLst>
            <pc:docMk/>
            <pc:sldMk cId="3079455680" sldId="304"/>
            <ac:spMk id="161" creationId="{BBEF9877-8DE4-4A9C-8EB9-00BFE46DE3E5}"/>
          </ac:spMkLst>
        </pc:spChg>
        <pc:spChg chg="mod">
          <ac:chgData name="昕 许" userId="a2975fcd840abfc3" providerId="LiveId" clId="{49CCD4F9-177C-4270-9A14-60236FF377E8}" dt="2026-04-19T02:59:00.737" v="7592"/>
          <ac:spMkLst>
            <pc:docMk/>
            <pc:sldMk cId="3079455680" sldId="304"/>
            <ac:spMk id="163" creationId="{3B8F3DF3-CD70-1C60-6486-BE3C85BEFFB1}"/>
          </ac:spMkLst>
        </pc:spChg>
        <pc:spChg chg="mod">
          <ac:chgData name="昕 许" userId="a2975fcd840abfc3" providerId="LiveId" clId="{49CCD4F9-177C-4270-9A14-60236FF377E8}" dt="2026-04-19T03:00:27.853" v="7671" actId="20577"/>
          <ac:spMkLst>
            <pc:docMk/>
            <pc:sldMk cId="3079455680" sldId="304"/>
            <ac:spMk id="166" creationId="{7F4953B6-4FE9-E733-7274-C3462468CEA1}"/>
          </ac:spMkLst>
        </pc:spChg>
        <pc:spChg chg="mod">
          <ac:chgData name="昕 许" userId="a2975fcd840abfc3" providerId="LiveId" clId="{49CCD4F9-177C-4270-9A14-60236FF377E8}" dt="2026-04-19T03:00:26.415" v="7670" actId="20577"/>
          <ac:spMkLst>
            <pc:docMk/>
            <pc:sldMk cId="3079455680" sldId="304"/>
            <ac:spMk id="171" creationId="{C440A8E4-1A88-C324-EFCA-329554D770EF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176" creationId="{60B01F9B-5F9A-DE68-F605-3591F78C7724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177" creationId="{216C7AE4-2D01-7706-DB99-B6686164A7B1}"/>
          </ac:spMkLst>
        </pc:spChg>
        <pc:spChg chg="mod">
          <ac:chgData name="昕 许" userId="a2975fcd840abfc3" providerId="LiveId" clId="{49CCD4F9-177C-4270-9A14-60236FF377E8}" dt="2026-04-19T03:00:25.452" v="7669" actId="20577"/>
          <ac:spMkLst>
            <pc:docMk/>
            <pc:sldMk cId="3079455680" sldId="304"/>
            <ac:spMk id="181" creationId="{95DC81F6-65D2-90B7-64BE-8D2442786884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183" creationId="{D7E0F2BE-A5BB-6D20-5150-AC32F13248A0}"/>
          </ac:spMkLst>
        </pc:spChg>
        <pc:spChg chg="mod">
          <ac:chgData name="昕 许" userId="a2975fcd840abfc3" providerId="LiveId" clId="{49CCD4F9-177C-4270-9A14-60236FF377E8}" dt="2026-04-19T03:00:24.842" v="7668" actId="20577"/>
          <ac:spMkLst>
            <pc:docMk/>
            <pc:sldMk cId="3079455680" sldId="304"/>
            <ac:spMk id="186" creationId="{5960C135-A133-B26B-2465-707A65F42FE6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188" creationId="{2A2B27B2-3020-768A-7E98-2D6862BB8AE5}"/>
          </ac:spMkLst>
        </pc:spChg>
        <pc:spChg chg="mod">
          <ac:chgData name="昕 许" userId="a2975fcd840abfc3" providerId="LiveId" clId="{49CCD4F9-177C-4270-9A14-60236FF377E8}" dt="2026-04-19T03:00:29.704" v="7672" actId="20577"/>
          <ac:spMkLst>
            <pc:docMk/>
            <pc:sldMk cId="3079455680" sldId="304"/>
            <ac:spMk id="191" creationId="{62EF05F2-06A2-07CC-FDFE-12BDC12E9C0B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193" creationId="{39160826-B4E1-2323-EA46-F94BC36106DA}"/>
          </ac:spMkLst>
        </pc:spChg>
        <pc:spChg chg="mod">
          <ac:chgData name="昕 许" userId="a2975fcd840abfc3" providerId="LiveId" clId="{49CCD4F9-177C-4270-9A14-60236FF377E8}" dt="2026-04-19T03:00:30.510" v="7673" actId="20577"/>
          <ac:spMkLst>
            <pc:docMk/>
            <pc:sldMk cId="3079455680" sldId="304"/>
            <ac:spMk id="196" creationId="{DF126687-C126-7F23-61C8-C80833E4DAFE}"/>
          </ac:spMkLst>
        </pc:spChg>
        <pc:spChg chg="mod">
          <ac:chgData name="昕 许" userId="a2975fcd840abfc3" providerId="LiveId" clId="{49CCD4F9-177C-4270-9A14-60236FF377E8}" dt="2026-04-19T03:00:32.253" v="7674" actId="20577"/>
          <ac:spMkLst>
            <pc:docMk/>
            <pc:sldMk cId="3079455680" sldId="304"/>
            <ac:spMk id="201" creationId="{68A492CE-939B-5026-E3BE-AF0EBAD16874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206" creationId="{A9201C6F-9669-5966-DF1F-9E035D8C406B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211" creationId="{181454A3-1865-BDCB-3526-99C0E1EBFF5C}"/>
          </ac:spMkLst>
        </pc:spChg>
        <pc:spChg chg="mod">
          <ac:chgData name="昕 许" userId="a2975fcd840abfc3" providerId="LiveId" clId="{49CCD4F9-177C-4270-9A14-60236FF377E8}" dt="2026-04-19T02:59:03.746" v="7594"/>
          <ac:spMkLst>
            <pc:docMk/>
            <pc:sldMk cId="3079455680" sldId="304"/>
            <ac:spMk id="212" creationId="{E6755DAA-0D22-419D-4EAD-A31B5C14EF80}"/>
          </ac:spMkLst>
        </pc:spChg>
        <pc:spChg chg="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14" creationId="{052BA4F7-5C6E-6135-ABD7-143658B25B44}"/>
          </ac:spMkLst>
        </pc:spChg>
        <pc:spChg chg="add mod">
          <ac:chgData name="昕 许" userId="a2975fcd840abfc3" providerId="LiveId" clId="{49CCD4F9-177C-4270-9A14-60236FF377E8}" dt="2026-04-19T03:00:37.914" v="7675"/>
          <ac:spMkLst>
            <pc:docMk/>
            <pc:sldMk cId="3079455680" sldId="304"/>
            <ac:spMk id="215" creationId="{0F99E119-97E1-0AFA-C619-FB9A48610D54}"/>
          </ac:spMkLst>
        </pc:spChg>
        <pc:spChg chg="add mod">
          <ac:chgData name="昕 许" userId="a2975fcd840abfc3" providerId="LiveId" clId="{49CCD4F9-177C-4270-9A14-60236FF377E8}" dt="2026-04-19T03:02:22.975" v="7718" actId="20577"/>
          <ac:spMkLst>
            <pc:docMk/>
            <pc:sldMk cId="3079455680" sldId="304"/>
            <ac:spMk id="216" creationId="{23CC87A5-DBFB-E460-950A-989C28513E31}"/>
          </ac:spMkLst>
        </pc:spChg>
        <pc:spChg chg="add mod">
          <ac:chgData name="昕 许" userId="a2975fcd840abfc3" providerId="LiveId" clId="{49CCD4F9-177C-4270-9A14-60236FF377E8}" dt="2026-04-19T03:00:37.914" v="7675"/>
          <ac:spMkLst>
            <pc:docMk/>
            <pc:sldMk cId="3079455680" sldId="304"/>
            <ac:spMk id="217" creationId="{9E2AE3A8-7939-AA5B-8C25-8A5C8FB0B66A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21" creationId="{E2A34DF4-40CA-D6C4-60E9-2D0D593B47F7}"/>
          </ac:spMkLst>
        </pc:spChg>
        <pc:spChg chg="del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22" creationId="{2FF62D9C-38A8-D093-3D4A-A2FF2405435C}"/>
          </ac:spMkLst>
        </pc:spChg>
        <pc:spChg chg="del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28" creationId="{D98337E9-24FD-0032-2920-4AB21CC415B5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29" creationId="{78C95A3C-BDC6-9BC0-B656-FBFBCC0CCC8F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30" creationId="{E55FFDE9-D1DD-AF42-3343-5AA0FACC11BA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31" creationId="{52057A26-A39E-53C9-AAF3-6C21128033ED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35" creationId="{E328D98E-362B-E5B6-E784-37F2A5E82F72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36" creationId="{F048CBDD-46FD-FFF2-36CB-41F4B3E7DEC7}"/>
          </ac:spMkLst>
        </pc:spChg>
        <pc:spChg chg="add del mod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37" creationId="{3AB622AA-5DFB-1ED5-4E6B-9EC486033CC5}"/>
          </ac:spMkLst>
        </pc:spChg>
        <pc:spChg chg="del">
          <ac:chgData name="昕 许" userId="a2975fcd840abfc3" providerId="LiveId" clId="{49CCD4F9-177C-4270-9A14-60236FF377E8}" dt="2026-04-19T03:00:59.272" v="7681" actId="478"/>
          <ac:spMkLst>
            <pc:docMk/>
            <pc:sldMk cId="3079455680" sldId="304"/>
            <ac:spMk id="238" creationId="{1886384B-0D0F-1A11-DDCF-1EB1102ACE60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54" creationId="{0E55C89D-ECDE-1C13-55D2-5EDBD39DD4C8}"/>
          </ac:spMkLst>
        </pc:spChg>
        <pc:spChg chg="add mod">
          <ac:chgData name="昕 许" userId="a2975fcd840abfc3" providerId="LiveId" clId="{49CCD4F9-177C-4270-9A14-60236FF377E8}" dt="2026-04-19T03:01:08.375" v="7683" actId="1076"/>
          <ac:spMkLst>
            <pc:docMk/>
            <pc:sldMk cId="3079455680" sldId="304"/>
            <ac:spMk id="255" creationId="{872C9457-1F23-BE70-6C9F-B1081B6361C0}"/>
          </ac:spMkLst>
        </pc:spChg>
        <pc:spChg chg="add mod">
          <ac:chgData name="昕 许" userId="a2975fcd840abfc3" providerId="LiveId" clId="{49CCD4F9-177C-4270-9A14-60236FF377E8}" dt="2026-04-19T03:02:23.165" v="7719" actId="20577"/>
          <ac:spMkLst>
            <pc:docMk/>
            <pc:sldMk cId="3079455680" sldId="304"/>
            <ac:spMk id="256" creationId="{5FB56C1E-4492-D020-1F43-4E42842C4595}"/>
          </ac:spMkLst>
        </pc:spChg>
        <pc:spChg chg="mod">
          <ac:chgData name="昕 许" userId="a2975fcd840abfc3" providerId="LiveId" clId="{49CCD4F9-177C-4270-9A14-60236FF377E8}" dt="2026-04-19T03:02:19.300" v="7714" actId="20577"/>
          <ac:spMkLst>
            <pc:docMk/>
            <pc:sldMk cId="3079455680" sldId="304"/>
            <ac:spMk id="259" creationId="{CBD39D88-BFAF-C62E-CC7B-BEF89AFCA4D0}"/>
          </ac:spMkLst>
        </pc:spChg>
        <pc:spChg chg="mod">
          <ac:chgData name="昕 许" userId="a2975fcd840abfc3" providerId="LiveId" clId="{49CCD4F9-177C-4270-9A14-60236FF377E8}" dt="2026-04-19T03:02:19.817" v="7715" actId="20577"/>
          <ac:spMkLst>
            <pc:docMk/>
            <pc:sldMk cId="3079455680" sldId="304"/>
            <ac:spMk id="260" creationId="{AB83D728-6107-30BE-7485-F4E71FFE312E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62" creationId="{7EB652BA-ACB4-2838-69E2-C4424D420CAF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64" creationId="{9FE58199-5CED-A132-3075-E377F49DA9EC}"/>
          </ac:spMkLst>
        </pc:spChg>
        <pc:spChg chg="add mod">
          <ac:chgData name="昕 许" userId="a2975fcd840abfc3" providerId="LiveId" clId="{49CCD4F9-177C-4270-9A14-60236FF377E8}" dt="2026-04-19T03:01:44.392" v="7700" actId="1076"/>
          <ac:spMkLst>
            <pc:docMk/>
            <pc:sldMk cId="3079455680" sldId="304"/>
            <ac:spMk id="265" creationId="{AF2D4804-8375-CFFA-5AEA-C6AA4D0A1C1C}"/>
          </ac:spMkLst>
        </pc:spChg>
        <pc:spChg chg="add mod">
          <ac:chgData name="昕 许" userId="a2975fcd840abfc3" providerId="LiveId" clId="{49CCD4F9-177C-4270-9A14-60236FF377E8}" dt="2026-04-19T03:01:44.392" v="7700" actId="1076"/>
          <ac:spMkLst>
            <pc:docMk/>
            <pc:sldMk cId="3079455680" sldId="304"/>
            <ac:spMk id="266" creationId="{85BCC617-EA06-78CD-87A3-2412FF79697C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74" creationId="{17B53099-C4A5-02D3-8ACA-6C97DCBC19C0}"/>
          </ac:spMkLst>
        </pc:spChg>
        <pc:spChg chg="add mod">
          <ac:chgData name="昕 许" userId="a2975fcd840abfc3" providerId="LiveId" clId="{49CCD4F9-177C-4270-9A14-60236FF377E8}" dt="2026-04-19T03:01:44.392" v="7700" actId="1076"/>
          <ac:spMkLst>
            <pc:docMk/>
            <pc:sldMk cId="3079455680" sldId="304"/>
            <ac:spMk id="275" creationId="{AAAF74A2-9E44-2F07-8AE6-70E06A9A5178}"/>
          </ac:spMkLst>
        </pc:spChg>
        <pc:spChg chg="mod">
          <ac:chgData name="昕 许" userId="a2975fcd840abfc3" providerId="LiveId" clId="{49CCD4F9-177C-4270-9A14-60236FF377E8}" dt="2026-04-19T03:02:13.110" v="7709" actId="20577"/>
          <ac:spMkLst>
            <pc:docMk/>
            <pc:sldMk cId="3079455680" sldId="304"/>
            <ac:spMk id="277" creationId="{D304509A-4905-2588-AF5A-AA363D71E5AA}"/>
          </ac:spMkLst>
        </pc:spChg>
        <pc:spChg chg="mod">
          <ac:chgData name="昕 许" userId="a2975fcd840abfc3" providerId="LiveId" clId="{49CCD4F9-177C-4270-9A14-60236FF377E8}" dt="2026-04-19T03:02:13.551" v="7710" actId="20577"/>
          <ac:spMkLst>
            <pc:docMk/>
            <pc:sldMk cId="3079455680" sldId="304"/>
            <ac:spMk id="278" creationId="{231EDE53-28FF-E82D-E65E-5FFA979EA4B2}"/>
          </ac:spMkLst>
        </pc:spChg>
        <pc:spChg chg="mod">
          <ac:chgData name="昕 许" userId="a2975fcd840abfc3" providerId="LiveId" clId="{49CCD4F9-177C-4270-9A14-60236FF377E8}" dt="2026-04-19T03:02:25.455" v="7722" actId="20577"/>
          <ac:spMkLst>
            <pc:docMk/>
            <pc:sldMk cId="3079455680" sldId="304"/>
            <ac:spMk id="280" creationId="{CFCA583B-F90E-EF6F-9B64-E85885296F3D}"/>
          </ac:spMkLst>
        </pc:spChg>
        <pc:spChg chg="mod">
          <ac:chgData name="昕 许" userId="a2975fcd840abfc3" providerId="LiveId" clId="{49CCD4F9-177C-4270-9A14-60236FF377E8}" dt="2026-04-19T03:02:25.599" v="7723" actId="20577"/>
          <ac:spMkLst>
            <pc:docMk/>
            <pc:sldMk cId="3079455680" sldId="304"/>
            <ac:spMk id="281" creationId="{9AE68E7F-D8FC-6E90-3A03-0937CB78309C}"/>
          </ac:spMkLst>
        </pc:spChg>
        <pc:spChg chg="add mod">
          <ac:chgData name="昕 许" userId="a2975fcd840abfc3" providerId="LiveId" clId="{49CCD4F9-177C-4270-9A14-60236FF377E8}" dt="2026-04-19T03:02:24.681" v="7721" actId="20577"/>
          <ac:spMkLst>
            <pc:docMk/>
            <pc:sldMk cId="3079455680" sldId="304"/>
            <ac:spMk id="283" creationId="{632230D9-08C0-36EB-911B-C22B85478C09}"/>
          </ac:spMkLst>
        </pc:spChg>
        <pc:spChg chg="add mod">
          <ac:chgData name="昕 许" userId="a2975fcd840abfc3" providerId="LiveId" clId="{49CCD4F9-177C-4270-9A14-60236FF377E8}" dt="2026-04-19T03:01:52.693" v="7702" actId="1076"/>
          <ac:spMkLst>
            <pc:docMk/>
            <pc:sldMk cId="3079455680" sldId="304"/>
            <ac:spMk id="285" creationId="{F5B971C2-01A9-C8BA-92B1-C85E35D4A2A9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86" creationId="{BC087FEC-C5DF-891F-5345-ECABE2D4955D}"/>
          </ac:spMkLst>
        </pc:spChg>
        <pc:spChg chg="add mod">
          <ac:chgData name="昕 许" userId="a2975fcd840abfc3" providerId="LiveId" clId="{49CCD4F9-177C-4270-9A14-60236FF377E8}" dt="2026-04-19T03:01:52.693" v="7702" actId="1076"/>
          <ac:spMkLst>
            <pc:docMk/>
            <pc:sldMk cId="3079455680" sldId="304"/>
            <ac:spMk id="287" creationId="{DF4CC04D-6FC8-1E21-EA44-CBDF68E28996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95" creationId="{33369511-49DD-5296-C86D-D467B4C8D7C7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296" creationId="{1FA78268-E978-89AC-E5C0-F6D9BF7391ED}"/>
          </ac:spMkLst>
        </pc:spChg>
        <pc:spChg chg="mod">
          <ac:chgData name="昕 许" userId="a2975fcd840abfc3" providerId="LiveId" clId="{49CCD4F9-177C-4270-9A14-60236FF377E8}" dt="2026-04-19T03:01:45.782" v="7701"/>
          <ac:spMkLst>
            <pc:docMk/>
            <pc:sldMk cId="3079455680" sldId="304"/>
            <ac:spMk id="298" creationId="{430472B4-B25E-9CED-FE47-2220B321534A}"/>
          </ac:spMkLst>
        </pc:spChg>
        <pc:spChg chg="mod">
          <ac:chgData name="昕 许" userId="a2975fcd840abfc3" providerId="LiveId" clId="{49CCD4F9-177C-4270-9A14-60236FF377E8}" dt="2026-04-19T03:01:45.782" v="7701"/>
          <ac:spMkLst>
            <pc:docMk/>
            <pc:sldMk cId="3079455680" sldId="304"/>
            <ac:spMk id="299" creationId="{4EAFA3AB-95DC-6669-9A2D-8F6A18422444}"/>
          </ac:spMkLst>
        </pc:spChg>
        <pc:spChg chg="mod">
          <ac:chgData name="昕 许" userId="a2975fcd840abfc3" providerId="LiveId" clId="{49CCD4F9-177C-4270-9A14-60236FF377E8}" dt="2026-04-19T03:02:26.452" v="7724" actId="20577"/>
          <ac:spMkLst>
            <pc:docMk/>
            <pc:sldMk cId="3079455680" sldId="304"/>
            <ac:spMk id="301" creationId="{2CC6F0D3-5648-AA63-9669-A7CB521E5E44}"/>
          </ac:spMkLst>
        </pc:spChg>
        <pc:spChg chg="mod">
          <ac:chgData name="昕 许" userId="a2975fcd840abfc3" providerId="LiveId" clId="{49CCD4F9-177C-4270-9A14-60236FF377E8}" dt="2026-04-19T03:02:26.565" v="7725" actId="20577"/>
          <ac:spMkLst>
            <pc:docMk/>
            <pc:sldMk cId="3079455680" sldId="304"/>
            <ac:spMk id="302" creationId="{7AEAF474-7B03-3543-2A7D-A40E14F06B17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304" creationId="{857E9C37-86A2-1898-F0BC-1E3B0F940E4C}"/>
          </ac:spMkLst>
        </pc:spChg>
        <pc:spChg chg="add mod">
          <ac:chgData name="昕 许" userId="a2975fcd840abfc3" providerId="LiveId" clId="{49CCD4F9-177C-4270-9A14-60236FF377E8}" dt="2026-04-19T03:02:00.156" v="7704" actId="1076"/>
          <ac:spMkLst>
            <pc:docMk/>
            <pc:sldMk cId="3079455680" sldId="304"/>
            <ac:spMk id="306" creationId="{887DF0A6-3378-5B7E-2898-49F292EFC1FE}"/>
          </ac:spMkLst>
        </pc:spChg>
        <pc:spChg chg="add mod">
          <ac:chgData name="昕 许" userId="a2975fcd840abfc3" providerId="LiveId" clId="{49CCD4F9-177C-4270-9A14-60236FF377E8}" dt="2026-04-19T03:02:00.156" v="7704" actId="1076"/>
          <ac:spMkLst>
            <pc:docMk/>
            <pc:sldMk cId="3079455680" sldId="304"/>
            <ac:spMk id="307" creationId="{73F77AC1-545A-3B85-CC67-D032AF38BBE7}"/>
          </ac:spMkLst>
        </pc:spChg>
        <pc:spChg chg="add mod">
          <ac:chgData name="昕 许" userId="a2975fcd840abfc3" providerId="LiveId" clId="{49CCD4F9-177C-4270-9A14-60236FF377E8}" dt="2026-04-19T03:02:00.156" v="7704" actId="1076"/>
          <ac:spMkLst>
            <pc:docMk/>
            <pc:sldMk cId="3079455680" sldId="304"/>
            <ac:spMk id="308" creationId="{EF945939-9543-F931-B478-7BCA7A216FA4}"/>
          </ac:spMkLst>
        </pc:spChg>
        <pc:spChg chg="add mod">
          <ac:chgData name="昕 许" userId="a2975fcd840abfc3" providerId="LiveId" clId="{49CCD4F9-177C-4270-9A14-60236FF377E8}" dt="2026-04-19T03:03:05.573" v="7761" actId="1076"/>
          <ac:spMkLst>
            <pc:docMk/>
            <pc:sldMk cId="3079455680" sldId="304"/>
            <ac:spMk id="316" creationId="{61EE0A44-7A84-8038-6805-A22DE0CEF1FB}"/>
          </ac:spMkLst>
        </pc:spChg>
        <pc:spChg chg="add mod">
          <ac:chgData name="昕 许" userId="a2975fcd840abfc3" providerId="LiveId" clId="{49CCD4F9-177C-4270-9A14-60236FF377E8}" dt="2026-04-19T03:02:30.387" v="7731" actId="20577"/>
          <ac:spMkLst>
            <pc:docMk/>
            <pc:sldMk cId="3079455680" sldId="304"/>
            <ac:spMk id="317" creationId="{46415A3A-0907-FD21-A89B-3988056D57B6}"/>
          </ac:spMkLst>
        </pc:spChg>
        <pc:spChg chg="mod">
          <ac:chgData name="昕 许" userId="a2975fcd840abfc3" providerId="LiveId" clId="{49CCD4F9-177C-4270-9A14-60236FF377E8}" dt="2026-04-19T03:02:29.502" v="7728" actId="20577"/>
          <ac:spMkLst>
            <pc:docMk/>
            <pc:sldMk cId="3079455680" sldId="304"/>
            <ac:spMk id="319" creationId="{344EF292-8302-5D6C-FD31-2B65B2BF9CF8}"/>
          </ac:spMkLst>
        </pc:spChg>
        <pc:spChg chg="mod">
          <ac:chgData name="昕 许" userId="a2975fcd840abfc3" providerId="LiveId" clId="{49CCD4F9-177C-4270-9A14-60236FF377E8}" dt="2026-04-19T03:02:29.670" v="7729" actId="20577"/>
          <ac:spMkLst>
            <pc:docMk/>
            <pc:sldMk cId="3079455680" sldId="304"/>
            <ac:spMk id="320" creationId="{85D98C6A-BEF5-7913-2862-AD87901C6E04}"/>
          </ac:spMkLst>
        </pc:spChg>
        <pc:spChg chg="mod">
          <ac:chgData name="昕 许" userId="a2975fcd840abfc3" providerId="LiveId" clId="{49CCD4F9-177C-4270-9A14-60236FF377E8}" dt="2026-04-19T03:01:54.872" v="7703"/>
          <ac:spMkLst>
            <pc:docMk/>
            <pc:sldMk cId="3079455680" sldId="304"/>
            <ac:spMk id="322" creationId="{9286CBAE-8919-4CC8-C64B-C44187BF5B0D}"/>
          </ac:spMkLst>
        </pc:spChg>
        <pc:spChg chg="mod">
          <ac:chgData name="昕 许" userId="a2975fcd840abfc3" providerId="LiveId" clId="{49CCD4F9-177C-4270-9A14-60236FF377E8}" dt="2026-04-19T03:01:54.872" v="7703"/>
          <ac:spMkLst>
            <pc:docMk/>
            <pc:sldMk cId="3079455680" sldId="304"/>
            <ac:spMk id="323" creationId="{A2E85712-2068-A759-35CC-4B94B45A7A23}"/>
          </ac:spMkLst>
        </pc:spChg>
        <pc:spChg chg="add mod">
          <ac:chgData name="昕 许" userId="a2975fcd840abfc3" providerId="LiveId" clId="{49CCD4F9-177C-4270-9A14-60236FF377E8}" dt="2026-04-19T03:02:00.156" v="7704" actId="1076"/>
          <ac:spMkLst>
            <pc:docMk/>
            <pc:sldMk cId="3079455680" sldId="304"/>
            <ac:spMk id="325" creationId="{015F5206-A8BB-F299-3D4C-69296F94308B}"/>
          </ac:spMkLst>
        </pc:spChg>
        <pc:spChg chg="add mod">
          <ac:chgData name="昕 许" userId="a2975fcd840abfc3" providerId="LiveId" clId="{49CCD4F9-177C-4270-9A14-60236FF377E8}" dt="2026-04-19T04:38:57.057" v="7847" actId="693"/>
          <ac:spMkLst>
            <pc:docMk/>
            <pc:sldMk cId="3079455680" sldId="304"/>
            <ac:spMk id="330" creationId="{3846BA0A-2218-105E-E0B8-C808CD71B4AF}"/>
          </ac:spMkLst>
        </pc:spChg>
        <pc:spChg chg="add mod">
          <ac:chgData name="昕 许" userId="a2975fcd840abfc3" providerId="LiveId" clId="{49CCD4F9-177C-4270-9A14-60236FF377E8}" dt="2026-04-19T04:38:57.057" v="7847" actId="693"/>
          <ac:spMkLst>
            <pc:docMk/>
            <pc:sldMk cId="3079455680" sldId="304"/>
            <ac:spMk id="331" creationId="{2FA60999-C685-03E0-545A-1FF46967BBA0}"/>
          </ac:spMkLst>
        </pc:spChg>
        <pc:spChg chg="add mod">
          <ac:chgData name="昕 许" userId="a2975fcd840abfc3" providerId="LiveId" clId="{49CCD4F9-177C-4270-9A14-60236FF377E8}" dt="2026-04-19T04:38:57.057" v="7847" actId="693"/>
          <ac:spMkLst>
            <pc:docMk/>
            <pc:sldMk cId="3079455680" sldId="304"/>
            <ac:spMk id="332" creationId="{A84DB352-DE6E-C283-2E5F-AD30E9709839}"/>
          </ac:spMkLst>
        </pc:spChg>
        <pc:spChg chg="add mod">
          <ac:chgData name="昕 许" userId="a2975fcd840abfc3" providerId="LiveId" clId="{49CCD4F9-177C-4270-9A14-60236FF377E8}" dt="2026-04-19T04:38:48.483" v="7846" actId="1076"/>
          <ac:spMkLst>
            <pc:docMk/>
            <pc:sldMk cId="3079455680" sldId="304"/>
            <ac:spMk id="333" creationId="{D5358391-61DC-CB83-9887-F57B29DC8259}"/>
          </ac:spMkLst>
        </pc:spChg>
        <pc:grpChg chg="add mod">
          <ac:chgData name="昕 许" userId="a2975fcd840abfc3" providerId="LiveId" clId="{49CCD4F9-177C-4270-9A14-60236FF377E8}" dt="2026-04-19T02:58:12.118" v="7570" actId="1076"/>
          <ac:grpSpMkLst>
            <pc:docMk/>
            <pc:sldMk cId="3079455680" sldId="304"/>
            <ac:grpSpMk id="2" creationId="{30FE0CFD-BEC9-3C8F-37F8-521113BF3DD7}"/>
          </ac:grpSpMkLst>
        </pc:grpChg>
        <pc:grpChg chg="del mod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5" creationId="{B75E3553-E35D-78BB-153B-F43E89B2ABBF}"/>
          </ac:grpSpMkLst>
        </pc:grpChg>
        <pc:grpChg chg="add mod">
          <ac:chgData name="昕 许" userId="a2975fcd840abfc3" providerId="LiveId" clId="{49CCD4F9-177C-4270-9A14-60236FF377E8}" dt="2026-04-19T02:58:12.118" v="7570" actId="1076"/>
          <ac:grpSpMkLst>
            <pc:docMk/>
            <pc:sldMk cId="3079455680" sldId="304"/>
            <ac:grpSpMk id="8" creationId="{BA29139B-6636-2392-458A-4A5A9003F9A1}"/>
          </ac:grpSpMkLst>
        </pc:grpChg>
        <pc:grpChg chg="del mod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11" creationId="{A4677FDD-5183-0E55-3DCE-CCAB4A649DF3}"/>
          </ac:grpSpMkLst>
        </pc:grpChg>
        <pc:grpChg chg="add mod">
          <ac:chgData name="昕 许" userId="a2975fcd840abfc3" providerId="LiveId" clId="{49CCD4F9-177C-4270-9A14-60236FF377E8}" dt="2026-04-19T02:58:45.112" v="7584"/>
          <ac:grpSpMkLst>
            <pc:docMk/>
            <pc:sldMk cId="3079455680" sldId="304"/>
            <ac:grpSpMk id="16" creationId="{2E8B5EF2-791E-1D92-E250-F1561E9D462F}"/>
          </ac:grpSpMkLst>
        </pc:grpChg>
        <pc:grpChg chg="add 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21" creationId="{96FBB3EB-22FB-E433-D608-55FD6068C640}"/>
          </ac:grpSpMkLst>
        </pc:grpChg>
        <pc:grpChg chg="add mod">
          <ac:chgData name="昕 许" userId="a2975fcd840abfc3" providerId="LiveId" clId="{49CCD4F9-177C-4270-9A14-60236FF377E8}" dt="2026-04-19T03:00:14.309" v="7657" actId="20577"/>
          <ac:grpSpMkLst>
            <pc:docMk/>
            <pc:sldMk cId="3079455680" sldId="304"/>
            <ac:grpSpMk id="22" creationId="{28D0AB58-B93C-A159-E521-9BEFFAEC4F3B}"/>
          </ac:grpSpMkLst>
        </pc:grpChg>
        <pc:grpChg chg="mod">
          <ac:chgData name="昕 许" userId="a2975fcd840abfc3" providerId="LiveId" clId="{49CCD4F9-177C-4270-9A14-60236FF377E8}" dt="2026-04-19T03:00:14.309" v="7657" actId="20577"/>
          <ac:grpSpMkLst>
            <pc:docMk/>
            <pc:sldMk cId="3079455680" sldId="304"/>
            <ac:grpSpMk id="24" creationId="{C8E0704F-97DA-A1D5-30A2-CFBC372CE2DD}"/>
          </ac:grpSpMkLst>
        </pc:grpChg>
        <pc:grpChg chg="mod">
          <ac:chgData name="昕 许" userId="a2975fcd840abfc3" providerId="LiveId" clId="{49CCD4F9-177C-4270-9A14-60236FF377E8}" dt="2026-04-19T02:58:46.954" v="7585" actId="164"/>
          <ac:grpSpMkLst>
            <pc:docMk/>
            <pc:sldMk cId="3079455680" sldId="304"/>
            <ac:grpSpMk id="25" creationId="{DB1B5DBF-4666-22C7-9647-E5907C18F986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28" creationId="{EF7349E5-83A4-C3BB-75F8-DAC203243BF6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31" creationId="{1F836714-373A-AFC6-CAFC-E0D150A9EA8D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34" creationId="{52704332-EA1D-2E61-4342-4635FB93041F}"/>
          </ac:grpSpMkLst>
        </pc:grpChg>
        <pc:grpChg chg="del">
          <ac:chgData name="昕 许" userId="a2975fcd840abfc3" providerId="LiveId" clId="{49CCD4F9-177C-4270-9A14-60236FF377E8}" dt="2026-04-19T02:58:29.664" v="7575" actId="478"/>
          <ac:grpSpMkLst>
            <pc:docMk/>
            <pc:sldMk cId="3079455680" sldId="304"/>
            <ac:grpSpMk id="37" creationId="{84A172ED-FF5F-70A6-36D2-D876A625C44E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43" creationId="{238E4AC8-364F-80C8-1AE3-58638FEAB8FD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46" creationId="{7E05351F-6967-F446-12E6-E062B047F280}"/>
          </ac:grpSpMkLst>
        </pc:grpChg>
        <pc:grpChg chg="del">
          <ac:chgData name="昕 许" userId="a2975fcd840abfc3" providerId="LiveId" clId="{49CCD4F9-177C-4270-9A14-60236FF377E8}" dt="2026-04-19T02:58:29.664" v="7575" actId="478"/>
          <ac:grpSpMkLst>
            <pc:docMk/>
            <pc:sldMk cId="3079455680" sldId="304"/>
            <ac:grpSpMk id="49" creationId="{895ABFE6-CF3C-BAAA-85F2-677381F3CDB9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52" creationId="{F124C125-7D86-E46D-4A25-32CBBEA6E0F0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58" creationId="{FD42F7E4-D37E-5E19-132B-8048CDC71B4E}"/>
          </ac:grpSpMkLst>
        </pc:grpChg>
        <pc:grpChg chg="del">
          <ac:chgData name="昕 许" userId="a2975fcd840abfc3" providerId="LiveId" clId="{49CCD4F9-177C-4270-9A14-60236FF377E8}" dt="2026-04-19T02:58:29.664" v="7575" actId="478"/>
          <ac:grpSpMkLst>
            <pc:docMk/>
            <pc:sldMk cId="3079455680" sldId="304"/>
            <ac:grpSpMk id="61" creationId="{26D63133-15E4-6F05-B02A-6D2AAC03D614}"/>
          </ac:grpSpMkLst>
        </pc:grpChg>
        <pc:grpChg chg="del">
          <ac:chgData name="昕 许" userId="a2975fcd840abfc3" providerId="LiveId" clId="{49CCD4F9-177C-4270-9A14-60236FF377E8}" dt="2026-04-19T02:58:28.965" v="7574" actId="478"/>
          <ac:grpSpMkLst>
            <pc:docMk/>
            <pc:sldMk cId="3079455680" sldId="304"/>
            <ac:grpSpMk id="67" creationId="{25D21AB9-6D59-640F-BA70-495F20D64CA5}"/>
          </ac:grpSpMkLst>
        </pc:grpChg>
        <pc:grpChg chg="add mod">
          <ac:chgData name="昕 许" userId="a2975fcd840abfc3" providerId="LiveId" clId="{49CCD4F9-177C-4270-9A14-60236FF377E8}" dt="2026-04-19T03:00:16.994" v="7661" actId="20577"/>
          <ac:grpSpMkLst>
            <pc:docMk/>
            <pc:sldMk cId="3079455680" sldId="304"/>
            <ac:grpSpMk id="78" creationId="{74BBB97C-6352-FF10-D5C9-0AE2D8A2CA2C}"/>
          </ac:grpSpMkLst>
        </pc:grpChg>
        <pc:grpChg chg="mod">
          <ac:chgData name="昕 许" userId="a2975fcd840abfc3" providerId="LiveId" clId="{49CCD4F9-177C-4270-9A14-60236FF377E8}" dt="2026-04-19T03:00:16.994" v="7661" actId="20577"/>
          <ac:grpSpMkLst>
            <pc:docMk/>
            <pc:sldMk cId="3079455680" sldId="304"/>
            <ac:grpSpMk id="82" creationId="{342B3FCA-73A4-31C6-66CF-638B871435BF}"/>
          </ac:grpSpMkLst>
        </pc:grpChg>
        <pc:grpChg chg="add 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91" creationId="{B3C48D53-2F36-8652-5CFE-C7DA65810A73}"/>
          </ac:grpSpMkLst>
        </pc:grpChg>
        <pc:grpChg chg="mod">
          <ac:chgData name="昕 许" userId="a2975fcd840abfc3" providerId="LiveId" clId="{49CCD4F9-177C-4270-9A14-60236FF377E8}" dt="2026-04-19T02:58:51.698" v="7588"/>
          <ac:grpSpMkLst>
            <pc:docMk/>
            <pc:sldMk cId="3079455680" sldId="304"/>
            <ac:grpSpMk id="93" creationId="{42B8C3EE-43E4-B65D-68D8-CF751119C571}"/>
          </ac:grpSpMkLst>
        </pc:grpChg>
        <pc:grpChg chg="add 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105" creationId="{567BD418-BB11-BF0E-B30D-8585E9E30737}"/>
          </ac:grpSpMkLst>
        </pc:grpChg>
        <pc:grpChg chg="mod">
          <ac:chgData name="昕 许" userId="a2975fcd840abfc3" providerId="LiveId" clId="{49CCD4F9-177C-4270-9A14-60236FF377E8}" dt="2026-04-19T02:58:55.786" v="7590"/>
          <ac:grpSpMkLst>
            <pc:docMk/>
            <pc:sldMk cId="3079455680" sldId="304"/>
            <ac:grpSpMk id="106" creationId="{60D0923F-32BD-CBB0-01E5-E0D020102AC3}"/>
          </ac:grpSpMkLst>
        </pc:grpChg>
        <pc:grpChg chg="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110" creationId="{73404A03-7290-5524-560B-0214BE900237}"/>
          </ac:grpSpMkLst>
        </pc:grpChg>
        <pc:grpChg chg="mod">
          <ac:chgData name="昕 许" userId="a2975fcd840abfc3" providerId="LiveId" clId="{49CCD4F9-177C-4270-9A14-60236FF377E8}" dt="2026-04-19T02:59:02.910" v="7593" actId="1076"/>
          <ac:grpSpMkLst>
            <pc:docMk/>
            <pc:sldMk cId="3079455680" sldId="304"/>
            <ac:grpSpMk id="131" creationId="{4EA87CFC-B4B4-099F-D742-26564A54792B}"/>
          </ac:grpSpMkLst>
        </pc:grpChg>
        <pc:grpChg chg="mod">
          <ac:chgData name="昕 许" userId="a2975fcd840abfc3" providerId="LiveId" clId="{49CCD4F9-177C-4270-9A14-60236FF377E8}" dt="2026-04-19T02:59:02.910" v="7593" actId="1076"/>
          <ac:grpSpMkLst>
            <pc:docMk/>
            <pc:sldMk cId="3079455680" sldId="304"/>
            <ac:grpSpMk id="149" creationId="{DA6098E6-85CA-7695-5047-67EE561C5F30}"/>
          </ac:grpSpMkLst>
        </pc:grpChg>
        <pc:grpChg chg="mod">
          <ac:chgData name="昕 许" userId="a2975fcd840abfc3" providerId="LiveId" clId="{49CCD4F9-177C-4270-9A14-60236FF377E8}" dt="2026-04-19T02:59:02.910" v="7593" actId="1076"/>
          <ac:grpSpMkLst>
            <pc:docMk/>
            <pc:sldMk cId="3079455680" sldId="304"/>
            <ac:grpSpMk id="154" creationId="{967066C2-D30E-9658-3D99-0D253D8D3F80}"/>
          </ac:grpSpMkLst>
        </pc:grpChg>
        <pc:grpChg chg="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159" creationId="{5EE40B94-2739-E994-E426-3735893F169F}"/>
          </ac:grpSpMkLst>
        </pc:grpChg>
        <pc:grpChg chg="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164" creationId="{6BD41647-ACD6-2C78-EE46-52278EAF0F66}"/>
          </ac:grpSpMkLst>
        </pc:grpChg>
        <pc:grpChg chg="mod">
          <ac:chgData name="昕 许" userId="a2975fcd840abfc3" providerId="LiveId" clId="{49CCD4F9-177C-4270-9A14-60236FF377E8}" dt="2026-04-19T02:59:06.561" v="7595" actId="1076"/>
          <ac:grpSpMkLst>
            <pc:docMk/>
            <pc:sldMk cId="3079455680" sldId="304"/>
            <ac:grpSpMk id="169" creationId="{155A2ADC-F6BB-61AC-8231-1D53AE7A25E4}"/>
          </ac:grpSpMkLst>
        </pc:grpChg>
        <pc:grpChg chg="mod">
          <ac:chgData name="昕 许" userId="a2975fcd840abfc3" providerId="LiveId" clId="{49CCD4F9-177C-4270-9A14-60236FF377E8}" dt="2026-04-19T02:59:06.561" v="7595" actId="1076"/>
          <ac:grpSpMkLst>
            <pc:docMk/>
            <pc:sldMk cId="3079455680" sldId="304"/>
            <ac:grpSpMk id="174" creationId="{AC112AFE-A59B-541B-53ED-9A8ABDB05A51}"/>
          </ac:grpSpMkLst>
        </pc:grpChg>
        <pc:grpChg chg="mod">
          <ac:chgData name="昕 许" userId="a2975fcd840abfc3" providerId="LiveId" clId="{49CCD4F9-177C-4270-9A14-60236FF377E8}" dt="2026-04-19T02:59:06.561" v="7595" actId="1076"/>
          <ac:grpSpMkLst>
            <pc:docMk/>
            <pc:sldMk cId="3079455680" sldId="304"/>
            <ac:grpSpMk id="179" creationId="{99458523-901F-1520-1BF7-50C9B37B514C}"/>
          </ac:grpSpMkLst>
        </pc:grpChg>
        <pc:grpChg chg="mod">
          <ac:chgData name="昕 许" userId="a2975fcd840abfc3" providerId="LiveId" clId="{49CCD4F9-177C-4270-9A14-60236FF377E8}" dt="2026-04-19T02:59:06.561" v="7595" actId="1076"/>
          <ac:grpSpMkLst>
            <pc:docMk/>
            <pc:sldMk cId="3079455680" sldId="304"/>
            <ac:grpSpMk id="184" creationId="{F02BC93E-47D8-CCA8-D7DA-5CEDB6DB830A}"/>
          </ac:grpSpMkLst>
        </pc:grpChg>
        <pc:grpChg chg="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189" creationId="{E755F634-983B-ACF6-3DBF-B27C6C8BC2A8}"/>
          </ac:grpSpMkLst>
        </pc:grpChg>
        <pc:grpChg chg="mod">
          <ac:chgData name="昕 许" userId="a2975fcd840abfc3" providerId="LiveId" clId="{49CCD4F9-177C-4270-9A14-60236FF377E8}" dt="2026-04-19T02:59:06.561" v="7595" actId="1076"/>
          <ac:grpSpMkLst>
            <pc:docMk/>
            <pc:sldMk cId="3079455680" sldId="304"/>
            <ac:grpSpMk id="194" creationId="{0CD04EB7-BEF7-E581-C1F0-03386F93433B}"/>
          </ac:grpSpMkLst>
        </pc:grpChg>
        <pc:grpChg chg="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199" creationId="{84EBEEB1-2A96-2EE9-38FC-8ECB9CDE3FBC}"/>
          </ac:grpSpMkLst>
        </pc:grpChg>
        <pc:grpChg chg="mod">
          <ac:chgData name="昕 许" userId="a2975fcd840abfc3" providerId="LiveId" clId="{49CCD4F9-177C-4270-9A14-60236FF377E8}" dt="2026-04-19T02:59:06.561" v="7595" actId="1076"/>
          <ac:grpSpMkLst>
            <pc:docMk/>
            <pc:sldMk cId="3079455680" sldId="304"/>
            <ac:grpSpMk id="204" creationId="{DC232840-FBA1-DBCA-A343-9823FE24B369}"/>
          </ac:grpSpMkLst>
        </pc:grpChg>
        <pc:grpChg chg="mod">
          <ac:chgData name="昕 许" userId="a2975fcd840abfc3" providerId="LiveId" clId="{49CCD4F9-177C-4270-9A14-60236FF377E8}" dt="2026-04-19T03:00:12.396" v="7656" actId="1076"/>
          <ac:grpSpMkLst>
            <pc:docMk/>
            <pc:sldMk cId="3079455680" sldId="304"/>
            <ac:grpSpMk id="209" creationId="{D8622132-2251-8633-12B9-4717D1C9B576}"/>
          </ac:grpSpMkLst>
        </pc:grpChg>
        <pc:grpChg chg="add del mod">
          <ac:chgData name="昕 许" userId="a2975fcd840abfc3" providerId="LiveId" clId="{49CCD4F9-177C-4270-9A14-60236FF377E8}" dt="2026-04-19T03:02:53.802" v="7753" actId="478"/>
          <ac:grpSpMkLst>
            <pc:docMk/>
            <pc:sldMk cId="3079455680" sldId="304"/>
            <ac:grpSpMk id="257" creationId="{89DF0FC6-9736-7DE4-969D-57B1DF917235}"/>
          </ac:grpSpMkLst>
        </pc:grpChg>
        <pc:grpChg chg="add mod">
          <ac:chgData name="昕 许" userId="a2975fcd840abfc3" providerId="LiveId" clId="{49CCD4F9-177C-4270-9A14-60236FF377E8}" dt="2026-04-19T03:02:19.300" v="7714" actId="20577"/>
          <ac:grpSpMkLst>
            <pc:docMk/>
            <pc:sldMk cId="3079455680" sldId="304"/>
            <ac:grpSpMk id="258" creationId="{BBDC3F22-3DB0-8C9A-B12D-572930326DFF}"/>
          </ac:grpSpMkLst>
        </pc:grpChg>
        <pc:grpChg chg="mod">
          <ac:chgData name="昕 许" userId="a2975fcd840abfc3" providerId="LiveId" clId="{49CCD4F9-177C-4270-9A14-60236FF377E8}" dt="2026-04-19T03:02:13.110" v="7709" actId="20577"/>
          <ac:grpSpMkLst>
            <pc:docMk/>
            <pc:sldMk cId="3079455680" sldId="304"/>
            <ac:grpSpMk id="276" creationId="{556DCD9A-5AC1-D243-7073-A61C60F11FED}"/>
          </ac:grpSpMkLst>
        </pc:grpChg>
        <pc:grpChg chg="mod">
          <ac:chgData name="昕 许" userId="a2975fcd840abfc3" providerId="LiveId" clId="{49CCD4F9-177C-4270-9A14-60236FF377E8}" dt="2026-04-19T03:02:25.455" v="7722" actId="20577"/>
          <ac:grpSpMkLst>
            <pc:docMk/>
            <pc:sldMk cId="3079455680" sldId="304"/>
            <ac:grpSpMk id="279" creationId="{D77DC60E-74C6-2EB7-6501-03789F34082A}"/>
          </ac:grpSpMkLst>
        </pc:grpChg>
        <pc:grpChg chg="add del mod">
          <ac:chgData name="昕 许" userId="a2975fcd840abfc3" providerId="LiveId" clId="{49CCD4F9-177C-4270-9A14-60236FF377E8}" dt="2026-04-19T03:03:00.130" v="7759" actId="478"/>
          <ac:grpSpMkLst>
            <pc:docMk/>
            <pc:sldMk cId="3079455680" sldId="304"/>
            <ac:grpSpMk id="297" creationId="{EA33AC54-86DD-5390-F9B5-13EF7A6B6395}"/>
          </ac:grpSpMkLst>
        </pc:grpChg>
        <pc:grpChg chg="mod">
          <ac:chgData name="昕 许" userId="a2975fcd840abfc3" providerId="LiveId" clId="{49CCD4F9-177C-4270-9A14-60236FF377E8}" dt="2026-04-19T03:02:26.452" v="7724" actId="20577"/>
          <ac:grpSpMkLst>
            <pc:docMk/>
            <pc:sldMk cId="3079455680" sldId="304"/>
            <ac:grpSpMk id="300" creationId="{5F5B1812-6D66-3A82-DD2E-BED722AB0E74}"/>
          </ac:grpSpMkLst>
        </pc:grpChg>
        <pc:grpChg chg="mod">
          <ac:chgData name="昕 许" userId="a2975fcd840abfc3" providerId="LiveId" clId="{49CCD4F9-177C-4270-9A14-60236FF377E8}" dt="2026-04-19T03:02:29.502" v="7728" actId="20577"/>
          <ac:grpSpMkLst>
            <pc:docMk/>
            <pc:sldMk cId="3079455680" sldId="304"/>
            <ac:grpSpMk id="318" creationId="{290B00C7-19F6-65C4-EEE8-63CCA0A4B24C}"/>
          </ac:grpSpMkLst>
        </pc:grpChg>
        <pc:grpChg chg="mod">
          <ac:chgData name="昕 许" userId="a2975fcd840abfc3" providerId="LiveId" clId="{49CCD4F9-177C-4270-9A14-60236FF377E8}" dt="2026-04-19T03:02:00.156" v="7704" actId="1076"/>
          <ac:grpSpMkLst>
            <pc:docMk/>
            <pc:sldMk cId="3079455680" sldId="304"/>
            <ac:grpSpMk id="321" creationId="{2FC7DAAC-7C04-BA6C-A7BE-0FA5C5F29C16}"/>
          </ac:grpSpMkLst>
        </pc:grpChg>
        <pc:cxnChg chg="del">
          <ac:chgData name="昕 许" userId="a2975fcd840abfc3" providerId="LiveId" clId="{49CCD4F9-177C-4270-9A14-60236FF377E8}" dt="2026-04-19T02:57:55.566" v="7562" actId="478"/>
          <ac:cxnSpMkLst>
            <pc:docMk/>
            <pc:sldMk cId="3079455680" sldId="304"/>
            <ac:cxnSpMk id="79" creationId="{F9748B5B-5CC7-8789-C751-3A37E7241A73}"/>
          </ac:cxnSpMkLst>
        </pc:cxnChg>
        <pc:cxnChg chg="del">
          <ac:chgData name="昕 许" userId="a2975fcd840abfc3" providerId="LiveId" clId="{49CCD4F9-177C-4270-9A14-60236FF377E8}" dt="2026-04-19T02:57:56.640" v="7565" actId="478"/>
          <ac:cxnSpMkLst>
            <pc:docMk/>
            <pc:sldMk cId="3079455680" sldId="304"/>
            <ac:cxnSpMk id="81" creationId="{F69103D0-7BA1-C756-5B57-C4110BB8CF81}"/>
          </ac:cxnSpMkLst>
        </pc:cxnChg>
        <pc:cxnChg chg="del mod">
          <ac:chgData name="昕 许" userId="a2975fcd840abfc3" providerId="LiveId" clId="{49CCD4F9-177C-4270-9A14-60236FF377E8}" dt="2026-04-19T03:03:25.532" v="7767" actId="478"/>
          <ac:cxnSpMkLst>
            <pc:docMk/>
            <pc:sldMk cId="3079455680" sldId="304"/>
            <ac:cxnSpMk id="219" creationId="{C929BDE8-30E0-DFDA-1B89-FA4E88906005}"/>
          </ac:cxnSpMkLst>
        </pc:cxnChg>
        <pc:cxnChg chg="del mod">
          <ac:chgData name="昕 许" userId="a2975fcd840abfc3" providerId="LiveId" clId="{49CCD4F9-177C-4270-9A14-60236FF377E8}" dt="2026-04-19T03:02:54.763" v="7754" actId="478"/>
          <ac:cxnSpMkLst>
            <pc:docMk/>
            <pc:sldMk cId="3079455680" sldId="304"/>
            <ac:cxnSpMk id="220" creationId="{71BF0C8A-8127-2C3F-0E3B-89A8DE377F15}"/>
          </ac:cxnSpMkLst>
        </pc:cxnChg>
        <pc:cxnChg chg="del mod">
          <ac:chgData name="昕 许" userId="a2975fcd840abfc3" providerId="LiveId" clId="{49CCD4F9-177C-4270-9A14-60236FF377E8}" dt="2026-04-19T03:02:16.819" v="7711" actId="478"/>
          <ac:cxnSpMkLst>
            <pc:docMk/>
            <pc:sldMk cId="3079455680" sldId="304"/>
            <ac:cxnSpMk id="244" creationId="{75996647-E884-0B72-53EF-60E8C1BDBB6B}"/>
          </ac:cxnSpMkLst>
        </pc:cxnChg>
        <pc:cxnChg chg="del mod">
          <ac:chgData name="昕 许" userId="a2975fcd840abfc3" providerId="LiveId" clId="{49CCD4F9-177C-4270-9A14-60236FF377E8}" dt="2026-04-19T03:02:17.500" v="7712" actId="478"/>
          <ac:cxnSpMkLst>
            <pc:docMk/>
            <pc:sldMk cId="3079455680" sldId="304"/>
            <ac:cxnSpMk id="245" creationId="{FC40C0D2-4E29-81C2-253B-71EA031658E5}"/>
          </ac:cxnSpMkLst>
        </pc:cxnChg>
        <pc:cxnChg chg="add del mod">
          <ac:chgData name="昕 许" userId="a2975fcd840abfc3" providerId="LiveId" clId="{49CCD4F9-177C-4270-9A14-60236FF377E8}" dt="2026-04-19T03:02:52.017" v="7751" actId="478"/>
          <ac:cxnSpMkLst>
            <pc:docMk/>
            <pc:sldMk cId="3079455680" sldId="304"/>
            <ac:cxnSpMk id="261" creationId="{9C76639A-4BE3-B182-6208-4F9619D94CE2}"/>
          </ac:cxnSpMkLst>
        </pc:cxnChg>
        <pc:cxnChg chg="add del mod">
          <ac:chgData name="昕 许" userId="a2975fcd840abfc3" providerId="LiveId" clId="{49CCD4F9-177C-4270-9A14-60236FF377E8}" dt="2026-04-19T03:02:18.458" v="7713" actId="478"/>
          <ac:cxnSpMkLst>
            <pc:docMk/>
            <pc:sldMk cId="3079455680" sldId="304"/>
            <ac:cxnSpMk id="263" creationId="{B115219C-E6CC-C070-7729-E75918D2F4BC}"/>
          </ac:cxnSpMkLst>
        </pc:cxnChg>
        <pc:cxnChg chg="del mod">
          <ac:chgData name="昕 许" userId="a2975fcd840abfc3" providerId="LiveId" clId="{49CCD4F9-177C-4270-9A14-60236FF377E8}" dt="2026-04-19T03:02:58.349" v="7757" actId="478"/>
          <ac:cxnSpMkLst>
            <pc:docMk/>
            <pc:sldMk cId="3079455680" sldId="304"/>
            <ac:cxnSpMk id="268" creationId="{C2962F46-80D2-F754-5ACF-8579CBC478B5}"/>
          </ac:cxnSpMkLst>
        </pc:cxnChg>
        <pc:cxnChg chg="del mod">
          <ac:chgData name="昕 许" userId="a2975fcd840abfc3" providerId="LiveId" clId="{49CCD4F9-177C-4270-9A14-60236FF377E8}" dt="2026-04-19T03:02:50.633" v="7749" actId="478"/>
          <ac:cxnSpMkLst>
            <pc:docMk/>
            <pc:sldMk cId="3079455680" sldId="304"/>
            <ac:cxnSpMk id="269" creationId="{4EC8D98D-58D5-3720-7EBE-1538B5573D81}"/>
          </ac:cxnSpMkLst>
        </pc:cxnChg>
        <pc:cxnChg chg="del mod">
          <ac:chgData name="昕 许" userId="a2975fcd840abfc3" providerId="LiveId" clId="{49CCD4F9-177C-4270-9A14-60236FF377E8}" dt="2026-04-19T03:02:10.992" v="7707" actId="478"/>
          <ac:cxnSpMkLst>
            <pc:docMk/>
            <pc:sldMk cId="3079455680" sldId="304"/>
            <ac:cxnSpMk id="270" creationId="{A7BA1A83-AB9B-B7E9-A8B2-3F6408E401EB}"/>
          </ac:cxnSpMkLst>
        </pc:cxnChg>
        <pc:cxnChg chg="del mod">
          <ac:chgData name="昕 许" userId="a2975fcd840abfc3" providerId="LiveId" clId="{49CCD4F9-177C-4270-9A14-60236FF377E8}" dt="2026-04-19T03:02:09.874" v="7706" actId="478"/>
          <ac:cxnSpMkLst>
            <pc:docMk/>
            <pc:sldMk cId="3079455680" sldId="304"/>
            <ac:cxnSpMk id="271" creationId="{37259B39-B563-EAAE-E0F3-AEB7167D28EB}"/>
          </ac:cxnSpMkLst>
        </pc:cxnChg>
        <pc:cxnChg chg="del mod">
          <ac:chgData name="昕 许" userId="a2975fcd840abfc3" providerId="LiveId" clId="{49CCD4F9-177C-4270-9A14-60236FF377E8}" dt="2026-04-19T03:02:11.654" v="7708" actId="478"/>
          <ac:cxnSpMkLst>
            <pc:docMk/>
            <pc:sldMk cId="3079455680" sldId="304"/>
            <ac:cxnSpMk id="272" creationId="{BEEEBB19-64A7-A539-A6FB-6EA0B5B0CCF5}"/>
          </ac:cxnSpMkLst>
        </pc:cxnChg>
        <pc:cxnChg chg="del mod">
          <ac:chgData name="昕 许" userId="a2975fcd840abfc3" providerId="LiveId" clId="{49CCD4F9-177C-4270-9A14-60236FF377E8}" dt="2026-04-19T03:02:56.079" v="7756" actId="478"/>
          <ac:cxnSpMkLst>
            <pc:docMk/>
            <pc:sldMk cId="3079455680" sldId="304"/>
            <ac:cxnSpMk id="273" creationId="{4054717E-713F-1782-19D5-40D9F15FD7E0}"/>
          </ac:cxnSpMkLst>
        </pc:cxnChg>
        <pc:cxnChg chg="del">
          <ac:chgData name="昕 许" userId="a2975fcd840abfc3" providerId="LiveId" clId="{49CCD4F9-177C-4270-9A14-60236FF377E8}" dt="2026-04-19T03:02:51.353" v="7750" actId="478"/>
          <ac:cxnSpMkLst>
            <pc:docMk/>
            <pc:sldMk cId="3079455680" sldId="304"/>
            <ac:cxnSpMk id="282" creationId="{D32BF278-7F2E-FE47-3891-8A6501771CCC}"/>
          </ac:cxnSpMkLst>
        </pc:cxnChg>
        <pc:cxnChg chg="del">
          <ac:chgData name="昕 许" userId="a2975fcd840abfc3" providerId="LiveId" clId="{49CCD4F9-177C-4270-9A14-60236FF377E8}" dt="2026-04-19T03:02:55.526" v="7755" actId="478"/>
          <ac:cxnSpMkLst>
            <pc:docMk/>
            <pc:sldMk cId="3079455680" sldId="304"/>
            <ac:cxnSpMk id="284" creationId="{80E8A34D-7D48-06E2-437C-A07B265AFFF8}"/>
          </ac:cxnSpMkLst>
        </pc:cxnChg>
        <pc:cxnChg chg="del mod">
          <ac:chgData name="昕 许" userId="a2975fcd840abfc3" providerId="LiveId" clId="{49CCD4F9-177C-4270-9A14-60236FF377E8}" dt="2026-04-19T03:02:49.214" v="7748" actId="478"/>
          <ac:cxnSpMkLst>
            <pc:docMk/>
            <pc:sldMk cId="3079455680" sldId="304"/>
            <ac:cxnSpMk id="288" creationId="{0AD5FE0A-940C-C9D4-EEEC-FA618D1E4ADB}"/>
          </ac:cxnSpMkLst>
        </pc:cxnChg>
        <pc:cxnChg chg="del mod">
          <ac:chgData name="昕 许" userId="a2975fcd840abfc3" providerId="LiveId" clId="{49CCD4F9-177C-4270-9A14-60236FF377E8}" dt="2026-04-19T03:03:01.278" v="7760" actId="478"/>
          <ac:cxnSpMkLst>
            <pc:docMk/>
            <pc:sldMk cId="3079455680" sldId="304"/>
            <ac:cxnSpMk id="289" creationId="{B6E3AEA4-44B5-347A-7A8A-3EDC7EAAFABB}"/>
          </ac:cxnSpMkLst>
        </pc:cxnChg>
        <pc:cxnChg chg="del mod">
          <ac:chgData name="昕 许" userId="a2975fcd840abfc3" providerId="LiveId" clId="{49CCD4F9-177C-4270-9A14-60236FF377E8}" dt="2026-04-19T03:02:39.856" v="7738" actId="478"/>
          <ac:cxnSpMkLst>
            <pc:docMk/>
            <pc:sldMk cId="3079455680" sldId="304"/>
            <ac:cxnSpMk id="290" creationId="{C611B895-4055-7C41-E831-941E42468F01}"/>
          </ac:cxnSpMkLst>
        </pc:cxnChg>
        <pc:cxnChg chg="del mod">
          <ac:chgData name="昕 许" userId="a2975fcd840abfc3" providerId="LiveId" clId="{49CCD4F9-177C-4270-9A14-60236FF377E8}" dt="2026-04-19T03:02:48.064" v="7747" actId="478"/>
          <ac:cxnSpMkLst>
            <pc:docMk/>
            <pc:sldMk cId="3079455680" sldId="304"/>
            <ac:cxnSpMk id="291" creationId="{FB80AA13-A719-A150-5273-ACA6061B2C8C}"/>
          </ac:cxnSpMkLst>
        </pc:cxnChg>
        <pc:cxnChg chg="del mod">
          <ac:chgData name="昕 许" userId="a2975fcd840abfc3" providerId="LiveId" clId="{49CCD4F9-177C-4270-9A14-60236FF377E8}" dt="2026-04-19T03:02:45.876" v="7744" actId="478"/>
          <ac:cxnSpMkLst>
            <pc:docMk/>
            <pc:sldMk cId="3079455680" sldId="304"/>
            <ac:cxnSpMk id="292" creationId="{CFC4A3F6-9BA0-0BF2-87E0-4AF216AD7188}"/>
          </ac:cxnSpMkLst>
        </pc:cxnChg>
        <pc:cxnChg chg="del mod">
          <ac:chgData name="昕 许" userId="a2975fcd840abfc3" providerId="LiveId" clId="{49CCD4F9-177C-4270-9A14-60236FF377E8}" dt="2026-04-19T03:02:45.387" v="7743" actId="478"/>
          <ac:cxnSpMkLst>
            <pc:docMk/>
            <pc:sldMk cId="3079455680" sldId="304"/>
            <ac:cxnSpMk id="293" creationId="{1E02DBE7-94A9-742F-A899-5F491FD19AC1}"/>
          </ac:cxnSpMkLst>
        </pc:cxnChg>
        <pc:cxnChg chg="del mod">
          <ac:chgData name="昕 许" userId="a2975fcd840abfc3" providerId="LiveId" clId="{49CCD4F9-177C-4270-9A14-60236FF377E8}" dt="2026-04-19T03:02:43.978" v="7741" actId="478"/>
          <ac:cxnSpMkLst>
            <pc:docMk/>
            <pc:sldMk cId="3079455680" sldId="304"/>
            <ac:cxnSpMk id="294" creationId="{1DB8F6C0-596E-A28B-D4E3-315CF1D95E0B}"/>
          </ac:cxnSpMkLst>
        </pc:cxnChg>
        <pc:cxnChg chg="del">
          <ac:chgData name="昕 许" userId="a2975fcd840abfc3" providerId="LiveId" clId="{49CCD4F9-177C-4270-9A14-60236FF377E8}" dt="2026-04-19T03:02:41.818" v="7739" actId="478"/>
          <ac:cxnSpMkLst>
            <pc:docMk/>
            <pc:sldMk cId="3079455680" sldId="304"/>
            <ac:cxnSpMk id="303" creationId="{F0448FFF-31C0-E8F3-194E-F1A4A419113E}"/>
          </ac:cxnSpMkLst>
        </pc:cxnChg>
        <pc:cxnChg chg="del mod">
          <ac:chgData name="昕 许" userId="a2975fcd840abfc3" providerId="LiveId" clId="{49CCD4F9-177C-4270-9A14-60236FF377E8}" dt="2026-04-19T03:02:43.190" v="7740" actId="478"/>
          <ac:cxnSpMkLst>
            <pc:docMk/>
            <pc:sldMk cId="3079455680" sldId="304"/>
            <ac:cxnSpMk id="305" creationId="{58CB44F5-F4D6-691B-1E4E-1ABD8968C4D3}"/>
          </ac:cxnSpMkLst>
        </pc:cxnChg>
        <pc:cxnChg chg="del mod">
          <ac:chgData name="昕 许" userId="a2975fcd840abfc3" providerId="LiveId" clId="{49CCD4F9-177C-4270-9A14-60236FF377E8}" dt="2026-04-19T03:02:47.419" v="7746" actId="478"/>
          <ac:cxnSpMkLst>
            <pc:docMk/>
            <pc:sldMk cId="3079455680" sldId="304"/>
            <ac:cxnSpMk id="309" creationId="{A1A38C20-BC4B-DF3D-BBEB-45ADCA9F8D31}"/>
          </ac:cxnSpMkLst>
        </pc:cxnChg>
        <pc:cxnChg chg="del mod">
          <ac:chgData name="昕 许" userId="a2975fcd840abfc3" providerId="LiveId" clId="{49CCD4F9-177C-4270-9A14-60236FF377E8}" dt="2026-04-19T03:02:46.545" v="7745" actId="478"/>
          <ac:cxnSpMkLst>
            <pc:docMk/>
            <pc:sldMk cId="3079455680" sldId="304"/>
            <ac:cxnSpMk id="310" creationId="{4C558AC2-ADC6-A6C6-15DC-39D6B27D7489}"/>
          </ac:cxnSpMkLst>
        </pc:cxnChg>
        <pc:cxnChg chg="del mod">
          <ac:chgData name="昕 许" userId="a2975fcd840abfc3" providerId="LiveId" clId="{49CCD4F9-177C-4270-9A14-60236FF377E8}" dt="2026-04-19T03:02:44.745" v="7742" actId="478"/>
          <ac:cxnSpMkLst>
            <pc:docMk/>
            <pc:sldMk cId="3079455680" sldId="304"/>
            <ac:cxnSpMk id="311" creationId="{92E620BF-A0C7-1BB5-ADDE-5EFC9DB21F9B}"/>
          </ac:cxnSpMkLst>
        </pc:cxnChg>
        <pc:cxnChg chg="del mod">
          <ac:chgData name="昕 许" userId="a2975fcd840abfc3" providerId="LiveId" clId="{49CCD4F9-177C-4270-9A14-60236FF377E8}" dt="2026-04-19T03:02:04.952" v="7705" actId="478"/>
          <ac:cxnSpMkLst>
            <pc:docMk/>
            <pc:sldMk cId="3079455680" sldId="304"/>
            <ac:cxnSpMk id="312" creationId="{1CFC061E-DC8A-899F-4995-CBDEF32F2D6A}"/>
          </ac:cxnSpMkLst>
        </pc:cxnChg>
        <pc:cxnChg chg="del mod">
          <ac:chgData name="昕 许" userId="a2975fcd840abfc3" providerId="LiveId" clId="{49CCD4F9-177C-4270-9A14-60236FF377E8}" dt="2026-04-19T03:02:04.952" v="7705" actId="478"/>
          <ac:cxnSpMkLst>
            <pc:docMk/>
            <pc:sldMk cId="3079455680" sldId="304"/>
            <ac:cxnSpMk id="313" creationId="{6611D2FB-3C36-FA1D-C20B-493CFFFB14B2}"/>
          </ac:cxnSpMkLst>
        </pc:cxnChg>
        <pc:cxnChg chg="del mod">
          <ac:chgData name="昕 许" userId="a2975fcd840abfc3" providerId="LiveId" clId="{49CCD4F9-177C-4270-9A14-60236FF377E8}" dt="2026-04-19T03:02:04.952" v="7705" actId="478"/>
          <ac:cxnSpMkLst>
            <pc:docMk/>
            <pc:sldMk cId="3079455680" sldId="304"/>
            <ac:cxnSpMk id="314" creationId="{41E94368-6CEA-3C9A-8051-1981B3B63882}"/>
          </ac:cxnSpMkLst>
        </pc:cxnChg>
        <pc:cxnChg chg="del mod">
          <ac:chgData name="昕 许" userId="a2975fcd840abfc3" providerId="LiveId" clId="{49CCD4F9-177C-4270-9A14-60236FF377E8}" dt="2026-04-19T03:02:04.952" v="7705" actId="478"/>
          <ac:cxnSpMkLst>
            <pc:docMk/>
            <pc:sldMk cId="3079455680" sldId="304"/>
            <ac:cxnSpMk id="315" creationId="{212227FF-0AE2-B0B3-9D8D-33D8F5C75714}"/>
          </ac:cxnSpMkLst>
        </pc:cxnChg>
        <pc:cxnChg chg="del">
          <ac:chgData name="昕 许" userId="a2975fcd840abfc3" providerId="LiveId" clId="{49CCD4F9-177C-4270-9A14-60236FF377E8}" dt="2026-04-19T03:02:04.952" v="7705" actId="478"/>
          <ac:cxnSpMkLst>
            <pc:docMk/>
            <pc:sldMk cId="3079455680" sldId="304"/>
            <ac:cxnSpMk id="326" creationId="{33D55060-41F4-6E73-6F1D-8464137C437B}"/>
          </ac:cxnSpMkLst>
        </pc:cxnChg>
        <pc:cxnChg chg="add mod">
          <ac:chgData name="昕 许" userId="a2975fcd840abfc3" providerId="LiveId" clId="{49CCD4F9-177C-4270-9A14-60236FF377E8}" dt="2026-04-19T03:03:10.512" v="7763" actId="14100"/>
          <ac:cxnSpMkLst>
            <pc:docMk/>
            <pc:sldMk cId="3079455680" sldId="304"/>
            <ac:cxnSpMk id="327" creationId="{400EA4C8-9E45-B014-2D68-933A1D6DF55C}"/>
          </ac:cxnSpMkLst>
        </pc:cxnChg>
        <pc:cxnChg chg="add mod">
          <ac:chgData name="昕 许" userId="a2975fcd840abfc3" providerId="LiveId" clId="{49CCD4F9-177C-4270-9A14-60236FF377E8}" dt="2026-04-19T03:03:14.384" v="7765" actId="1076"/>
          <ac:cxnSpMkLst>
            <pc:docMk/>
            <pc:sldMk cId="3079455680" sldId="304"/>
            <ac:cxnSpMk id="329" creationId="{009D06EF-15C3-26D1-D282-50AEAB9C1ADA}"/>
          </ac:cxnSpMkLst>
        </pc:cxnChg>
      </pc:sldChg>
      <pc:sldChg chg="addSp delSp modSp add mod">
        <pc:chgData name="昕 许" userId="a2975fcd840abfc3" providerId="LiveId" clId="{49CCD4F9-177C-4270-9A14-60236FF377E8}" dt="2026-04-19T13:15:26.424" v="9501" actId="207"/>
        <pc:sldMkLst>
          <pc:docMk/>
          <pc:sldMk cId="1938806487" sldId="305"/>
        </pc:sldMkLst>
        <pc:spChg chg="add mod">
          <ac:chgData name="昕 许" userId="a2975fcd840abfc3" providerId="LiveId" clId="{49CCD4F9-177C-4270-9A14-60236FF377E8}" dt="2026-04-19T04:52:27.320" v="8130" actId="20577"/>
          <ac:spMkLst>
            <pc:docMk/>
            <pc:sldMk cId="1938806487" sldId="305"/>
            <ac:spMk id="2" creationId="{B3F66945-243D-049C-4FD9-C89E9E432117}"/>
          </ac:spMkLst>
        </pc:spChg>
        <pc:spChg chg="add mod">
          <ac:chgData name="昕 许" userId="a2975fcd840abfc3" providerId="LiveId" clId="{49CCD4F9-177C-4270-9A14-60236FF377E8}" dt="2026-04-19T04:52:38.474" v="8147" actId="20577"/>
          <ac:spMkLst>
            <pc:docMk/>
            <pc:sldMk cId="1938806487" sldId="305"/>
            <ac:spMk id="3" creationId="{003F564B-6D39-C3DB-AE95-9BA04B77F30B}"/>
          </ac:spMkLst>
        </pc:spChg>
        <pc:spChg chg="add mod">
          <ac:chgData name="昕 许" userId="a2975fcd840abfc3" providerId="LiveId" clId="{49CCD4F9-177C-4270-9A14-60236FF377E8}" dt="2026-04-19T04:54:23.248" v="8319" actId="14100"/>
          <ac:spMkLst>
            <pc:docMk/>
            <pc:sldMk cId="1938806487" sldId="305"/>
            <ac:spMk id="4" creationId="{9A1B6B40-AAB0-0B18-B376-BF9314C4361B}"/>
          </ac:spMkLst>
        </pc:spChg>
        <pc:spChg chg="add mod">
          <ac:chgData name="昕 许" userId="a2975fcd840abfc3" providerId="LiveId" clId="{49CCD4F9-177C-4270-9A14-60236FF377E8}" dt="2026-04-19T13:15:18.182" v="9500" actId="207"/>
          <ac:spMkLst>
            <pc:docMk/>
            <pc:sldMk cId="1938806487" sldId="305"/>
            <ac:spMk id="5" creationId="{913427ED-A33C-9CB5-072B-C1F9285556DF}"/>
          </ac:spMkLst>
        </pc:spChg>
        <pc:spChg chg="add mod">
          <ac:chgData name="昕 许" userId="a2975fcd840abfc3" providerId="LiveId" clId="{49CCD4F9-177C-4270-9A14-60236FF377E8}" dt="2026-04-19T04:48:52.101" v="8007"/>
          <ac:spMkLst>
            <pc:docMk/>
            <pc:sldMk cId="1938806487" sldId="305"/>
            <ac:spMk id="7" creationId="{27AFCD42-2F51-25D6-4062-6457F8AB815A}"/>
          </ac:spMkLst>
        </pc:spChg>
        <pc:spChg chg="add mod">
          <ac:chgData name="昕 许" userId="a2975fcd840abfc3" providerId="LiveId" clId="{49CCD4F9-177C-4270-9A14-60236FF377E8}" dt="2026-04-19T04:53:26.104" v="8218"/>
          <ac:spMkLst>
            <pc:docMk/>
            <pc:sldMk cId="1938806487" sldId="305"/>
            <ac:spMk id="8" creationId="{20CD3EC8-C514-DE52-95A9-DCCC1654A7CC}"/>
          </ac:spMkLst>
        </pc:spChg>
        <pc:spChg chg="add del">
          <ac:chgData name="昕 许" userId="a2975fcd840abfc3" providerId="LiveId" clId="{49CCD4F9-177C-4270-9A14-60236FF377E8}" dt="2026-04-19T04:49:41.058" v="8026" actId="22"/>
          <ac:spMkLst>
            <pc:docMk/>
            <pc:sldMk cId="1938806487" sldId="305"/>
            <ac:spMk id="12" creationId="{CB5FE390-D08A-9715-9C19-C100B273A795}"/>
          </ac:spMkLst>
        </pc:spChg>
        <pc:spChg chg="add mod">
          <ac:chgData name="昕 许" userId="a2975fcd840abfc3" providerId="LiveId" clId="{49CCD4F9-177C-4270-9A14-60236FF377E8}" dt="2026-04-19T04:53:43.061" v="8255" actId="20577"/>
          <ac:spMkLst>
            <pc:docMk/>
            <pc:sldMk cId="1938806487" sldId="305"/>
            <ac:spMk id="13" creationId="{2EE46D0D-D98F-4253-2058-0559F23570AD}"/>
          </ac:spMkLst>
        </pc:spChg>
        <pc:spChg chg="add mod">
          <ac:chgData name="昕 许" userId="a2975fcd840abfc3" providerId="LiveId" clId="{49CCD4F9-177C-4270-9A14-60236FF377E8}" dt="2026-04-19T04:53:59.164" v="8287" actId="20577"/>
          <ac:spMkLst>
            <pc:docMk/>
            <pc:sldMk cId="1938806487" sldId="305"/>
            <ac:spMk id="14" creationId="{F1CE7CD7-4B7A-98BD-8BED-C13A40ED6CBD}"/>
          </ac:spMkLst>
        </pc:spChg>
        <pc:spChg chg="add mod">
          <ac:chgData name="昕 许" userId="a2975fcd840abfc3" providerId="LiveId" clId="{49CCD4F9-177C-4270-9A14-60236FF377E8}" dt="2026-04-19T13:15:26.424" v="9501" actId="207"/>
          <ac:spMkLst>
            <pc:docMk/>
            <pc:sldMk cId="1938806487" sldId="305"/>
            <ac:spMk id="16" creationId="{61242273-8158-3215-85E9-6C660A5BA13C}"/>
          </ac:spMkLst>
        </pc:spChg>
        <pc:spChg chg="add mod">
          <ac:chgData name="昕 许" userId="a2975fcd840abfc3" providerId="LiveId" clId="{49CCD4F9-177C-4270-9A14-60236FF377E8}" dt="2026-04-19T04:54:18.813" v="8317" actId="20577"/>
          <ac:spMkLst>
            <pc:docMk/>
            <pc:sldMk cId="1938806487" sldId="305"/>
            <ac:spMk id="18" creationId="{C1B41052-9E6F-D722-89C2-8B1EA1DE0A84}"/>
          </ac:spMkLst>
        </pc:spChg>
        <pc:spChg chg="mod">
          <ac:chgData name="昕 许" userId="a2975fcd840abfc3" providerId="LiveId" clId="{49CCD4F9-177C-4270-9A14-60236FF377E8}" dt="2026-04-19T12:06:42.306" v="8876" actId="20577"/>
          <ac:spMkLst>
            <pc:docMk/>
            <pc:sldMk cId="1938806487" sldId="305"/>
            <ac:spMk id="20" creationId="{BD6317CD-0C90-BFF4-7214-B5C647B3B460}"/>
          </ac:spMkLst>
        </pc:spChg>
        <pc:spChg chg="del mod">
          <ac:chgData name="昕 许" userId="a2975fcd840abfc3" providerId="LiveId" clId="{49CCD4F9-177C-4270-9A14-60236FF377E8}" dt="2026-04-19T04:47:50.306" v="7992" actId="478"/>
          <ac:spMkLst>
            <pc:docMk/>
            <pc:sldMk cId="1938806487" sldId="305"/>
            <ac:spMk id="56" creationId="{213FE45E-D622-4F2E-5F2D-F033B2DD190A}"/>
          </ac:spMkLst>
        </pc:spChg>
        <pc:spChg chg="del">
          <ac:chgData name="昕 许" userId="a2975fcd840abfc3" providerId="LiveId" clId="{49CCD4F9-177C-4270-9A14-60236FF377E8}" dt="2026-04-19T04:47:02.269" v="7849" actId="478"/>
          <ac:spMkLst>
            <pc:docMk/>
            <pc:sldMk cId="1938806487" sldId="305"/>
            <ac:spMk id="62" creationId="{F7D28103-7CB1-C67B-3C99-9755BFA9E07D}"/>
          </ac:spMkLst>
        </pc:spChg>
        <pc:spChg chg="del">
          <ac:chgData name="昕 许" userId="a2975fcd840abfc3" providerId="LiveId" clId="{49CCD4F9-177C-4270-9A14-60236FF377E8}" dt="2026-04-19T04:47:02.269" v="7849" actId="478"/>
          <ac:spMkLst>
            <pc:docMk/>
            <pc:sldMk cId="1938806487" sldId="305"/>
            <ac:spMk id="70" creationId="{BDFAC663-E726-F85C-6ADC-85D8624C1C7B}"/>
          </ac:spMkLst>
        </pc:spChg>
        <pc:spChg chg="del">
          <ac:chgData name="昕 许" userId="a2975fcd840abfc3" providerId="LiveId" clId="{49CCD4F9-177C-4270-9A14-60236FF377E8}" dt="2026-04-19T04:47:02.269" v="7849" actId="478"/>
          <ac:spMkLst>
            <pc:docMk/>
            <pc:sldMk cId="1938806487" sldId="305"/>
            <ac:spMk id="82" creationId="{01307F06-C03F-04B4-FB09-7DEFA2F811AA}"/>
          </ac:spMkLst>
        </pc:spChg>
        <pc:spChg chg="del">
          <ac:chgData name="昕 许" userId="a2975fcd840abfc3" providerId="LiveId" clId="{49CCD4F9-177C-4270-9A14-60236FF377E8}" dt="2026-04-19T04:47:02.269" v="7849" actId="478"/>
          <ac:spMkLst>
            <pc:docMk/>
            <pc:sldMk cId="1938806487" sldId="305"/>
            <ac:spMk id="83" creationId="{8B4F39B7-8D4A-2A5F-5F8B-D5BC8505AD5D}"/>
          </ac:spMkLst>
        </pc:spChg>
        <pc:spChg chg="del">
          <ac:chgData name="昕 许" userId="a2975fcd840abfc3" providerId="LiveId" clId="{49CCD4F9-177C-4270-9A14-60236FF377E8}" dt="2026-04-19T04:47:02.269" v="7849" actId="478"/>
          <ac:spMkLst>
            <pc:docMk/>
            <pc:sldMk cId="1938806487" sldId="305"/>
            <ac:spMk id="84" creationId="{7E834BC0-228F-A4A7-F441-54601799D61B}"/>
          </ac:spMkLst>
        </pc:spChg>
        <pc:spChg chg="del">
          <ac:chgData name="昕 许" userId="a2975fcd840abfc3" providerId="LiveId" clId="{49CCD4F9-177C-4270-9A14-60236FF377E8}" dt="2026-04-19T04:47:02.269" v="7849" actId="478"/>
          <ac:spMkLst>
            <pc:docMk/>
            <pc:sldMk cId="1938806487" sldId="305"/>
            <ac:spMk id="86" creationId="{66C18E27-4CC8-7443-4008-1C7C48B76121}"/>
          </ac:spMkLst>
        </pc:spChg>
        <pc:grpChg chg="del">
          <ac:chgData name="昕 许" userId="a2975fcd840abfc3" providerId="LiveId" clId="{49CCD4F9-177C-4270-9A14-60236FF377E8}" dt="2026-04-19T04:47:02.269" v="7849" actId="478"/>
          <ac:grpSpMkLst>
            <pc:docMk/>
            <pc:sldMk cId="1938806487" sldId="305"/>
            <ac:grpSpMk id="72" creationId="{DD51A83E-AFD4-DC15-7E5A-9851BC703CEA}"/>
          </ac:grpSpMkLst>
        </pc:grpChg>
        <pc:grpChg chg="del">
          <ac:chgData name="昕 许" userId="a2975fcd840abfc3" providerId="LiveId" clId="{49CCD4F9-177C-4270-9A14-60236FF377E8}" dt="2026-04-19T04:47:02.269" v="7849" actId="478"/>
          <ac:grpSpMkLst>
            <pc:docMk/>
            <pc:sldMk cId="1938806487" sldId="305"/>
            <ac:grpSpMk id="75" creationId="{449A42FD-FEF3-743A-399B-614F313A11F7}"/>
          </ac:grpSpMkLst>
        </pc:grpChg>
        <pc:grpChg chg="del">
          <ac:chgData name="昕 许" userId="a2975fcd840abfc3" providerId="LiveId" clId="{49CCD4F9-177C-4270-9A14-60236FF377E8}" dt="2026-04-19T04:47:12.174" v="7877" actId="478"/>
          <ac:grpSpMkLst>
            <pc:docMk/>
            <pc:sldMk cId="1938806487" sldId="305"/>
            <ac:grpSpMk id="94" creationId="{8D4042B1-23C8-577F-2554-F58CB2425558}"/>
          </ac:grpSpMkLst>
        </pc:grpChg>
        <pc:picChg chg="add del">
          <ac:chgData name="昕 许" userId="a2975fcd840abfc3" providerId="LiveId" clId="{49CCD4F9-177C-4270-9A14-60236FF377E8}" dt="2026-04-19T12:08:35.037" v="9029" actId="22"/>
          <ac:picMkLst>
            <pc:docMk/>
            <pc:sldMk cId="1938806487" sldId="305"/>
            <ac:picMk id="7" creationId="{8D2FDD1D-D650-9017-47E9-0CEEEA94E0BC}"/>
          </ac:picMkLst>
        </pc:picChg>
        <pc:cxnChg chg="mod">
          <ac:chgData name="昕 许" userId="a2975fcd840abfc3" providerId="LiveId" clId="{49CCD4F9-177C-4270-9A14-60236FF377E8}" dt="2026-04-19T04:47:12.174" v="7877" actId="478"/>
          <ac:cxnSpMkLst>
            <pc:docMk/>
            <pc:sldMk cId="1938806487" sldId="305"/>
            <ac:cxnSpMk id="17" creationId="{BC418716-2D4F-8601-E254-165E47106496}"/>
          </ac:cxnSpMkLst>
        </pc:cxnChg>
        <pc:cxnChg chg="del mod">
          <ac:chgData name="昕 许" userId="a2975fcd840abfc3" providerId="LiveId" clId="{49CCD4F9-177C-4270-9A14-60236FF377E8}" dt="2026-04-19T04:47:15.005" v="7879" actId="478"/>
          <ac:cxnSpMkLst>
            <pc:docMk/>
            <pc:sldMk cId="1938806487" sldId="305"/>
            <ac:cxnSpMk id="27" creationId="{48ECBAC8-E69B-D4DE-9685-90586B6201A4}"/>
          </ac:cxnSpMkLst>
        </pc:cxnChg>
        <pc:cxnChg chg="mod">
          <ac:chgData name="昕 许" userId="a2975fcd840abfc3" providerId="LiveId" clId="{49CCD4F9-177C-4270-9A14-60236FF377E8}" dt="2026-04-19T04:47:02.269" v="7849" actId="478"/>
          <ac:cxnSpMkLst>
            <pc:docMk/>
            <pc:sldMk cId="1938806487" sldId="305"/>
            <ac:cxnSpMk id="61" creationId="{772141BD-AC94-42B2-19B2-1E83A966AD8D}"/>
          </ac:cxnSpMkLst>
        </pc:cxnChg>
        <pc:cxnChg chg="del mod">
          <ac:chgData name="昕 许" userId="a2975fcd840abfc3" providerId="LiveId" clId="{49CCD4F9-177C-4270-9A14-60236FF377E8}" dt="2026-04-19T04:47:02.269" v="7849" actId="478"/>
          <ac:cxnSpMkLst>
            <pc:docMk/>
            <pc:sldMk cId="1938806487" sldId="305"/>
            <ac:cxnSpMk id="87" creationId="{71F4450D-A74D-C078-6EF7-73F9488DF799}"/>
          </ac:cxnSpMkLst>
        </pc:cxnChg>
      </pc:sldChg>
      <pc:sldChg chg="addSp delSp modSp add mod">
        <pc:chgData name="昕 许" userId="a2975fcd840abfc3" providerId="LiveId" clId="{49CCD4F9-177C-4270-9A14-60236FF377E8}" dt="2026-04-19T12:11:03.767" v="9104" actId="1076"/>
        <pc:sldMkLst>
          <pc:docMk/>
          <pc:sldMk cId="380520240" sldId="306"/>
        </pc:sldMkLst>
        <pc:spChg chg="add mod">
          <ac:chgData name="昕 许" userId="a2975fcd840abfc3" providerId="LiveId" clId="{49CCD4F9-177C-4270-9A14-60236FF377E8}" dt="2026-04-19T12:11:03.767" v="9104" actId="1076"/>
          <ac:spMkLst>
            <pc:docMk/>
            <pc:sldMk cId="380520240" sldId="306"/>
            <ac:spMk id="18" creationId="{5EE9F1E0-D33D-C87B-D58B-C143846D5720}"/>
          </ac:spMkLst>
        </pc:spChg>
        <pc:spChg chg="add mod">
          <ac:chgData name="昕 许" userId="a2975fcd840abfc3" providerId="LiveId" clId="{49CCD4F9-177C-4270-9A14-60236FF377E8}" dt="2026-04-19T12:10:23.063" v="9084" actId="20577"/>
          <ac:spMkLst>
            <pc:docMk/>
            <pc:sldMk cId="380520240" sldId="306"/>
            <ac:spMk id="19" creationId="{CD1CEEC1-C8BE-F383-43CD-63BB943293CD}"/>
          </ac:spMkLst>
        </pc:spChg>
        <pc:spChg chg="mod">
          <ac:chgData name="昕 许" userId="a2975fcd840abfc3" providerId="LiveId" clId="{49CCD4F9-177C-4270-9A14-60236FF377E8}" dt="2026-04-19T12:10:16.140" v="9079" actId="1076"/>
          <ac:spMkLst>
            <pc:docMk/>
            <pc:sldMk cId="380520240" sldId="306"/>
            <ac:spMk id="20" creationId="{FB40659C-BB27-89F1-03EE-0FC5BB07D9BD}"/>
          </ac:spMkLst>
        </pc:spChg>
        <pc:spChg chg="del">
          <ac:chgData name="昕 许" userId="a2975fcd840abfc3" providerId="LiveId" clId="{49CCD4F9-177C-4270-9A14-60236FF377E8}" dt="2026-04-19T12:10:10.849" v="9074" actId="478"/>
          <ac:spMkLst>
            <pc:docMk/>
            <pc:sldMk cId="380520240" sldId="306"/>
            <ac:spMk id="21" creationId="{D62A1CF3-37FA-E5C1-016E-D96BA2A27640}"/>
          </ac:spMkLst>
        </pc:spChg>
        <pc:spChg chg="add mod">
          <ac:chgData name="昕 许" userId="a2975fcd840abfc3" providerId="LiveId" clId="{49CCD4F9-177C-4270-9A14-60236FF377E8}" dt="2026-04-19T12:10:43.382" v="9096" actId="20577"/>
          <ac:spMkLst>
            <pc:docMk/>
            <pc:sldMk cId="380520240" sldId="306"/>
            <ac:spMk id="23" creationId="{FE37A021-22C3-CAAC-C6A5-0750F1763559}"/>
          </ac:spMkLst>
        </pc:spChg>
        <pc:spChg chg="add mod">
          <ac:chgData name="昕 许" userId="a2975fcd840abfc3" providerId="LiveId" clId="{49CCD4F9-177C-4270-9A14-60236FF377E8}" dt="2026-04-19T12:10:49.259" v="9100" actId="20577"/>
          <ac:spMkLst>
            <pc:docMk/>
            <pc:sldMk cId="380520240" sldId="306"/>
            <ac:spMk id="25" creationId="{E14915B0-376E-B8A1-08EA-EF5417AE545F}"/>
          </ac:spMkLst>
        </pc:spChg>
        <pc:spChg chg="del">
          <ac:chgData name="昕 许" userId="a2975fcd840abfc3" providerId="LiveId" clId="{49CCD4F9-177C-4270-9A14-60236FF377E8}" dt="2026-04-19T12:10:11.955" v="9075" actId="478"/>
          <ac:spMkLst>
            <pc:docMk/>
            <pc:sldMk cId="380520240" sldId="306"/>
            <ac:spMk id="26" creationId="{C5AEE012-835D-BAB9-5D1C-4946B57501EA}"/>
          </ac:spMkLst>
        </pc:spChg>
        <pc:spChg chg="del">
          <ac:chgData name="昕 许" userId="a2975fcd840abfc3" providerId="LiveId" clId="{49CCD4F9-177C-4270-9A14-60236FF377E8}" dt="2026-04-19T12:10:13.053" v="9076" actId="478"/>
          <ac:spMkLst>
            <pc:docMk/>
            <pc:sldMk cId="380520240" sldId="306"/>
            <ac:spMk id="27" creationId="{BC0AE01E-AE39-D4A6-DA20-AAE113E22BCA}"/>
          </ac:spMkLst>
        </pc:spChg>
        <pc:spChg chg="add mod">
          <ac:chgData name="昕 许" userId="a2975fcd840abfc3" providerId="LiveId" clId="{49CCD4F9-177C-4270-9A14-60236FF377E8}" dt="2026-04-19T12:10:50.650" v="9102" actId="20577"/>
          <ac:spMkLst>
            <pc:docMk/>
            <pc:sldMk cId="380520240" sldId="306"/>
            <ac:spMk id="28" creationId="{3D9EA7A1-A004-060B-E4E9-79B6582EBBCD}"/>
          </ac:spMkLst>
        </pc:spChg>
      </pc:sldChg>
      <pc:sldChg chg="addSp delSp modSp add mod">
        <pc:chgData name="昕 许" userId="a2975fcd840abfc3" providerId="LiveId" clId="{49CCD4F9-177C-4270-9A14-60236FF377E8}" dt="2026-04-19T12:18:26.199" v="9236" actId="1076"/>
        <pc:sldMkLst>
          <pc:docMk/>
          <pc:sldMk cId="2074939494" sldId="307"/>
        </pc:sldMkLst>
        <pc:spChg chg="del">
          <ac:chgData name="昕 许" userId="a2975fcd840abfc3" providerId="LiveId" clId="{49CCD4F9-177C-4270-9A14-60236FF377E8}" dt="2026-04-19T12:14:57.320" v="9133" actId="478"/>
          <ac:spMkLst>
            <pc:docMk/>
            <pc:sldMk cId="2074939494" sldId="307"/>
            <ac:spMk id="8" creationId="{34BDCDFD-897C-42F5-DF3F-EC5D1FAD2D95}"/>
          </ac:spMkLst>
        </pc:spChg>
        <pc:spChg chg="del">
          <ac:chgData name="昕 许" userId="a2975fcd840abfc3" providerId="LiveId" clId="{49CCD4F9-177C-4270-9A14-60236FF377E8}" dt="2026-04-19T12:14:57.320" v="9133" actId="478"/>
          <ac:spMkLst>
            <pc:docMk/>
            <pc:sldMk cId="2074939494" sldId="307"/>
            <ac:spMk id="14" creationId="{18330B5D-FCB8-791A-A666-F547AE2F3D5B}"/>
          </ac:spMkLst>
        </pc:spChg>
        <pc:spChg chg="del">
          <ac:chgData name="昕 许" userId="a2975fcd840abfc3" providerId="LiveId" clId="{49CCD4F9-177C-4270-9A14-60236FF377E8}" dt="2026-04-19T12:14:52.377" v="9132" actId="478"/>
          <ac:spMkLst>
            <pc:docMk/>
            <pc:sldMk cId="2074939494" sldId="307"/>
            <ac:spMk id="18" creationId="{0D8298B0-4E3C-BD64-10EF-DE3AF2BB07F0}"/>
          </ac:spMkLst>
        </pc:spChg>
        <pc:spChg chg="del mod">
          <ac:chgData name="昕 许" userId="a2975fcd840abfc3" providerId="LiveId" clId="{49CCD4F9-177C-4270-9A14-60236FF377E8}" dt="2026-04-19T12:14:52.377" v="9132" actId="478"/>
          <ac:spMkLst>
            <pc:docMk/>
            <pc:sldMk cId="2074939494" sldId="307"/>
            <ac:spMk id="19" creationId="{1C668D61-6A8B-9F6E-9804-0622A6498FE4}"/>
          </ac:spMkLst>
        </pc:spChg>
        <pc:spChg chg="mod">
          <ac:chgData name="昕 许" userId="a2975fcd840abfc3" providerId="LiveId" clId="{49CCD4F9-177C-4270-9A14-60236FF377E8}" dt="2026-04-19T12:12:43.433" v="9118" actId="1076"/>
          <ac:spMkLst>
            <pc:docMk/>
            <pc:sldMk cId="2074939494" sldId="307"/>
            <ac:spMk id="20" creationId="{4BD6EE88-99D9-EC6B-1AED-E7A103CCBA24}"/>
          </ac:spMkLst>
        </pc:spChg>
        <pc:spChg chg="add del mod">
          <ac:chgData name="昕 许" userId="a2975fcd840abfc3" providerId="LiveId" clId="{49CCD4F9-177C-4270-9A14-60236FF377E8}" dt="2026-04-19T12:14:52.377" v="9132" actId="478"/>
          <ac:spMkLst>
            <pc:docMk/>
            <pc:sldMk cId="2074939494" sldId="307"/>
            <ac:spMk id="21" creationId="{F355A343-D238-2B23-FD41-8012152EE283}"/>
          </ac:spMkLst>
        </pc:spChg>
        <pc:spChg chg="del mod">
          <ac:chgData name="昕 许" userId="a2975fcd840abfc3" providerId="LiveId" clId="{49CCD4F9-177C-4270-9A14-60236FF377E8}" dt="2026-04-19T12:14:52.377" v="9132" actId="478"/>
          <ac:spMkLst>
            <pc:docMk/>
            <pc:sldMk cId="2074939494" sldId="307"/>
            <ac:spMk id="23" creationId="{1E158703-1CED-022F-46DD-D26CD23481A7}"/>
          </ac:spMkLst>
        </pc:spChg>
        <pc:spChg chg="del mod">
          <ac:chgData name="昕 许" userId="a2975fcd840abfc3" providerId="LiveId" clId="{49CCD4F9-177C-4270-9A14-60236FF377E8}" dt="2026-04-19T12:14:52.377" v="9132" actId="478"/>
          <ac:spMkLst>
            <pc:docMk/>
            <pc:sldMk cId="2074939494" sldId="307"/>
            <ac:spMk id="25" creationId="{AB167421-1B5D-6F5C-2E4A-A85CB04CBE26}"/>
          </ac:spMkLst>
        </pc:spChg>
        <pc:spChg chg="add mod">
          <ac:chgData name="昕 许" userId="a2975fcd840abfc3" providerId="LiveId" clId="{49CCD4F9-177C-4270-9A14-60236FF377E8}" dt="2026-04-19T12:18:13.587" v="9234" actId="1076"/>
          <ac:spMkLst>
            <pc:docMk/>
            <pc:sldMk cId="2074939494" sldId="307"/>
            <ac:spMk id="26" creationId="{5D9E84BB-6321-79C8-EA52-0F62B995D217}"/>
          </ac:spMkLst>
        </pc:spChg>
        <pc:spChg chg="add mod">
          <ac:chgData name="昕 许" userId="a2975fcd840abfc3" providerId="LiveId" clId="{49CCD4F9-177C-4270-9A14-60236FF377E8}" dt="2026-04-19T12:12:40.511" v="9116" actId="20577"/>
          <ac:spMkLst>
            <pc:docMk/>
            <pc:sldMk cId="2074939494" sldId="307"/>
            <ac:spMk id="27" creationId="{0FA4C046-5C44-67E1-B501-15D057D90F7F}"/>
          </ac:spMkLst>
        </pc:spChg>
        <pc:spChg chg="del mod">
          <ac:chgData name="昕 许" userId="a2975fcd840abfc3" providerId="LiveId" clId="{49CCD4F9-177C-4270-9A14-60236FF377E8}" dt="2026-04-19T12:14:52.377" v="9132" actId="478"/>
          <ac:spMkLst>
            <pc:docMk/>
            <pc:sldMk cId="2074939494" sldId="307"/>
            <ac:spMk id="28" creationId="{5CA17F1A-1981-9D80-865F-C81BFFC4E304}"/>
          </ac:spMkLst>
        </pc:spChg>
        <pc:spChg chg="add mod">
          <ac:chgData name="昕 许" userId="a2975fcd840abfc3" providerId="LiveId" clId="{49CCD4F9-177C-4270-9A14-60236FF377E8}" dt="2026-04-19T12:16:22.090" v="9188" actId="1076"/>
          <ac:spMkLst>
            <pc:docMk/>
            <pc:sldMk cId="2074939494" sldId="307"/>
            <ac:spMk id="29" creationId="{7336D70D-4ED0-211B-0D6E-D7F4EC20BA79}"/>
          </ac:spMkLst>
        </pc:spChg>
        <pc:spChg chg="add mod">
          <ac:chgData name="昕 许" userId="a2975fcd840abfc3" providerId="LiveId" clId="{49CCD4F9-177C-4270-9A14-60236FF377E8}" dt="2026-04-19T12:17:50.157" v="9210" actId="207"/>
          <ac:spMkLst>
            <pc:docMk/>
            <pc:sldMk cId="2074939494" sldId="307"/>
            <ac:spMk id="30" creationId="{D03C3457-F95D-31C1-6BDD-67D4DDB154DA}"/>
          </ac:spMkLst>
        </pc:spChg>
        <pc:grpChg chg="mod">
          <ac:chgData name="昕 许" userId="a2975fcd840abfc3" providerId="LiveId" clId="{49CCD4F9-177C-4270-9A14-60236FF377E8}" dt="2026-04-19T12:17:46.478" v="9209" actId="208"/>
          <ac:grpSpMkLst>
            <pc:docMk/>
            <pc:sldMk cId="2074939494" sldId="307"/>
            <ac:grpSpMk id="41" creationId="{2B065D1A-7643-C852-C140-718C1B4BA722}"/>
          </ac:grpSpMkLst>
        </pc:grpChg>
        <pc:grpChg chg="mod">
          <ac:chgData name="昕 许" userId="a2975fcd840abfc3" providerId="LiveId" clId="{49CCD4F9-177C-4270-9A14-60236FF377E8}" dt="2026-04-19T12:17:17.647" v="9201" actId="208"/>
          <ac:grpSpMkLst>
            <pc:docMk/>
            <pc:sldMk cId="2074939494" sldId="307"/>
            <ac:grpSpMk id="45" creationId="{552C4E3B-16C5-1B3E-7AF6-AE50283F3F0E}"/>
          </ac:grpSpMkLst>
        </pc:grpChg>
        <pc:grpChg chg="mod">
          <ac:chgData name="昕 许" userId="a2975fcd840abfc3" providerId="LiveId" clId="{49CCD4F9-177C-4270-9A14-60236FF377E8}" dt="2026-04-19T12:17:43.059" v="9208" actId="208"/>
          <ac:grpSpMkLst>
            <pc:docMk/>
            <pc:sldMk cId="2074939494" sldId="307"/>
            <ac:grpSpMk id="48" creationId="{98D5B70D-914D-3679-2AA4-172F3ED15ADC}"/>
          </ac:grpSpMkLst>
        </pc:grpChg>
        <pc:grpChg chg="del mod">
          <ac:chgData name="昕 许" userId="a2975fcd840abfc3" providerId="LiveId" clId="{49CCD4F9-177C-4270-9A14-60236FF377E8}" dt="2026-04-19T12:18:04.037" v="9229"/>
          <ac:grpSpMkLst>
            <pc:docMk/>
            <pc:sldMk cId="2074939494" sldId="307"/>
            <ac:grpSpMk id="55" creationId="{AF1248BB-5A38-3BAB-A9D5-96C9BCD71641}"/>
          </ac:grpSpMkLst>
        </pc:grpChg>
        <pc:grpChg chg="del mod">
          <ac:chgData name="昕 许" userId="a2975fcd840abfc3" providerId="LiveId" clId="{49CCD4F9-177C-4270-9A14-60236FF377E8}" dt="2026-04-19T12:18:05.937" v="9231"/>
          <ac:grpSpMkLst>
            <pc:docMk/>
            <pc:sldMk cId="2074939494" sldId="307"/>
            <ac:grpSpMk id="64" creationId="{F0C0A162-3620-4BCF-BB03-2500CAD126D6}"/>
          </ac:grpSpMkLst>
        </pc:grpChg>
        <pc:grpChg chg="mod">
          <ac:chgData name="昕 许" userId="a2975fcd840abfc3" providerId="LiveId" clId="{49CCD4F9-177C-4270-9A14-60236FF377E8}" dt="2026-04-19T12:18:26.199" v="9236" actId="1076"/>
          <ac:grpSpMkLst>
            <pc:docMk/>
            <pc:sldMk cId="2074939494" sldId="307"/>
            <ac:grpSpMk id="66" creationId="{56D61F6B-2F60-E010-F6EB-D5A8AB9E2DCF}"/>
          </ac:grpSpMkLst>
        </pc:grpChg>
        <pc:inkChg chg="add mod">
          <ac:chgData name="昕 许" userId="a2975fcd840abfc3" providerId="LiveId" clId="{49CCD4F9-177C-4270-9A14-60236FF377E8}" dt="2026-04-19T12:16:49.855" v="9195"/>
          <ac:inkMkLst>
            <pc:docMk/>
            <pc:sldMk cId="2074939494" sldId="307"/>
            <ac:inkMk id="39" creationId="{1C129CB8-10C4-72A6-046F-C373642CBF42}"/>
          </ac:inkMkLst>
        </pc:inkChg>
        <pc:inkChg chg="add mod">
          <ac:chgData name="昕 许" userId="a2975fcd840abfc3" providerId="LiveId" clId="{49CCD4F9-177C-4270-9A14-60236FF377E8}" dt="2026-04-19T12:16:49.855" v="9195"/>
          <ac:inkMkLst>
            <pc:docMk/>
            <pc:sldMk cId="2074939494" sldId="307"/>
            <ac:inkMk id="40" creationId="{3E1DBD52-4BF0-1A51-F4A5-C7A127E7F50D}"/>
          </ac:inkMkLst>
        </pc:inkChg>
        <pc:inkChg chg="add mod">
          <ac:chgData name="昕 许" userId="a2975fcd840abfc3" providerId="LiveId" clId="{49CCD4F9-177C-4270-9A14-60236FF377E8}" dt="2026-04-19T12:17:14.544" v="9200"/>
          <ac:inkMkLst>
            <pc:docMk/>
            <pc:sldMk cId="2074939494" sldId="307"/>
            <ac:inkMk id="42" creationId="{71D42E3A-72A4-5A73-F326-CFA96DED95CA}"/>
          </ac:inkMkLst>
        </pc:inkChg>
        <pc:inkChg chg="add mod">
          <ac:chgData name="昕 许" userId="a2975fcd840abfc3" providerId="LiveId" clId="{49CCD4F9-177C-4270-9A14-60236FF377E8}" dt="2026-04-19T12:17:14.544" v="9200"/>
          <ac:inkMkLst>
            <pc:docMk/>
            <pc:sldMk cId="2074939494" sldId="307"/>
            <ac:inkMk id="43" creationId="{4ECF586F-D261-67BA-18C2-C621650930F6}"/>
          </ac:inkMkLst>
        </pc:inkChg>
        <pc:inkChg chg="add mod">
          <ac:chgData name="昕 许" userId="a2975fcd840abfc3" providerId="LiveId" clId="{49CCD4F9-177C-4270-9A14-60236FF377E8}" dt="2026-04-19T12:17:14.544" v="9200"/>
          <ac:inkMkLst>
            <pc:docMk/>
            <pc:sldMk cId="2074939494" sldId="307"/>
            <ac:inkMk id="44" creationId="{2499F42B-823B-FAE0-BD24-C66DDB3DDF14}"/>
          </ac:inkMkLst>
        </pc:inkChg>
        <pc:inkChg chg="add mod">
          <ac:chgData name="昕 许" userId="a2975fcd840abfc3" providerId="LiveId" clId="{49CCD4F9-177C-4270-9A14-60236FF377E8}" dt="2026-04-19T12:17:36.346" v="9207"/>
          <ac:inkMkLst>
            <pc:docMk/>
            <pc:sldMk cId="2074939494" sldId="307"/>
            <ac:inkMk id="46" creationId="{BBE598D4-FE9B-D1DD-CB76-2B7DB211F064}"/>
          </ac:inkMkLst>
        </pc:inkChg>
        <pc:inkChg chg="add mod">
          <ac:chgData name="昕 许" userId="a2975fcd840abfc3" providerId="LiveId" clId="{49CCD4F9-177C-4270-9A14-60236FF377E8}" dt="2026-04-19T12:17:36.346" v="9207"/>
          <ac:inkMkLst>
            <pc:docMk/>
            <pc:sldMk cId="2074939494" sldId="307"/>
            <ac:inkMk id="47" creationId="{A28E5F75-AEAD-F827-08D6-3BBF54CFB2EE}"/>
          </ac:inkMkLst>
        </pc:inkChg>
        <pc:inkChg chg="add del">
          <ac:chgData name="昕 许" userId="a2975fcd840abfc3" providerId="LiveId" clId="{49CCD4F9-177C-4270-9A14-60236FF377E8}" dt="2026-04-19T12:17:57.260" v="9212" actId="9405"/>
          <ac:inkMkLst>
            <pc:docMk/>
            <pc:sldMk cId="2074939494" sldId="307"/>
            <ac:inkMk id="49" creationId="{DAADC955-1CAC-1384-21EC-6B52132F4781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50" creationId="{030EDEDB-E6D7-51BF-BDFB-D29AD168A2FD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51" creationId="{5A4F2F3F-DC6E-8BBC-56BB-DC1A75F34EC1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52" creationId="{5498738E-4AFF-922E-3B13-670F7869D553}"/>
          </ac:inkMkLst>
        </pc:inkChg>
        <pc:inkChg chg="add del">
          <ac:chgData name="昕 许" userId="a2975fcd840abfc3" providerId="LiveId" clId="{49CCD4F9-177C-4270-9A14-60236FF377E8}" dt="2026-04-19T12:18:00.492" v="9219" actId="9405"/>
          <ac:inkMkLst>
            <pc:docMk/>
            <pc:sldMk cId="2074939494" sldId="307"/>
            <ac:inkMk id="53" creationId="{97902DD8-84A5-6D05-CE11-E7088067BDA2}"/>
          </ac:inkMkLst>
        </pc:inkChg>
        <pc:inkChg chg="add del">
          <ac:chgData name="昕 许" userId="a2975fcd840abfc3" providerId="LiveId" clId="{49CCD4F9-177C-4270-9A14-60236FF377E8}" dt="2026-04-19T12:18:00.153" v="9218" actId="9405"/>
          <ac:inkMkLst>
            <pc:docMk/>
            <pc:sldMk cId="2074939494" sldId="307"/>
            <ac:inkMk id="54" creationId="{87C16E02-BC0D-13FB-B410-262B57E3ED51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56" creationId="{97EDF580-5F01-8E27-5445-C28532E38B7A}"/>
          </ac:inkMkLst>
        </pc:inkChg>
        <pc:inkChg chg="add mod">
          <ac:chgData name="昕 许" userId="a2975fcd840abfc3" providerId="LiveId" clId="{49CCD4F9-177C-4270-9A14-60236FF377E8}" dt="2026-04-19T12:18:04.037" v="9229"/>
          <ac:inkMkLst>
            <pc:docMk/>
            <pc:sldMk cId="2074939494" sldId="307"/>
            <ac:inkMk id="57" creationId="{EE674A27-41A6-E377-8B1F-3CDE2A76F7B3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58" creationId="{05477AB6-DD94-0FF8-F5A5-A4F633D4D10C}"/>
          </ac:inkMkLst>
        </pc:inkChg>
        <pc:inkChg chg="add">
          <ac:chgData name="昕 许" userId="a2975fcd840abfc3" providerId="LiveId" clId="{49CCD4F9-177C-4270-9A14-60236FF377E8}" dt="2026-04-19T12:18:02.228" v="9224" actId="9405"/>
          <ac:inkMkLst>
            <pc:docMk/>
            <pc:sldMk cId="2074939494" sldId="307"/>
            <ac:inkMk id="59" creationId="{2A21678C-A297-E8DC-2FD0-4C31FA993F19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60" creationId="{43695956-9C81-8F1B-543F-ACBBEA6C8CA2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61" creationId="{CE3C3774-E680-1C2B-0ADD-439398DCF2A5}"/>
          </ac:inkMkLst>
        </pc:inkChg>
        <pc:inkChg chg="add mod">
          <ac:chgData name="昕 许" userId="a2975fcd840abfc3" providerId="LiveId" clId="{49CCD4F9-177C-4270-9A14-60236FF377E8}" dt="2026-04-19T12:18:05.937" v="9231"/>
          <ac:inkMkLst>
            <pc:docMk/>
            <pc:sldMk cId="2074939494" sldId="307"/>
            <ac:inkMk id="62" creationId="{435946E7-D074-0B3F-E6E0-0DF7B87FF867}"/>
          </ac:inkMkLst>
        </pc:inkChg>
        <pc:inkChg chg="add mod">
          <ac:chgData name="昕 许" userId="a2975fcd840abfc3" providerId="LiveId" clId="{49CCD4F9-177C-4270-9A14-60236FF377E8}" dt="2026-04-19T12:18:04.037" v="9229"/>
          <ac:inkMkLst>
            <pc:docMk/>
            <pc:sldMk cId="2074939494" sldId="307"/>
            <ac:inkMk id="63" creationId="{1AC2E5BE-0EFC-B5A4-C567-6CD892DBBAB6}"/>
          </ac:inkMkLst>
        </pc:inkChg>
        <pc:inkChg chg="add mod">
          <ac:chgData name="昕 许" userId="a2975fcd840abfc3" providerId="LiveId" clId="{49CCD4F9-177C-4270-9A14-60236FF377E8}" dt="2026-04-19T12:18:23.282" v="9235" actId="208"/>
          <ac:inkMkLst>
            <pc:docMk/>
            <pc:sldMk cId="2074939494" sldId="307"/>
            <ac:inkMk id="65" creationId="{4665AFBB-2E56-3732-4AF1-9C1AB431AE82}"/>
          </ac:inkMkLst>
        </pc:inkChg>
        <pc:cxnChg chg="del mod">
          <ac:chgData name="昕 许" userId="a2975fcd840abfc3" providerId="LiveId" clId="{49CCD4F9-177C-4270-9A14-60236FF377E8}" dt="2026-04-19T12:14:57.320" v="9133" actId="478"/>
          <ac:cxnSpMkLst>
            <pc:docMk/>
            <pc:sldMk cId="2074939494" sldId="307"/>
            <ac:cxnSpMk id="16" creationId="{FEBE7548-D587-C5F8-7EB3-80B065D186DD}"/>
          </ac:cxnSpMkLst>
        </pc:cxnChg>
        <pc:cxnChg chg="del mod">
          <ac:chgData name="昕 许" userId="a2975fcd840abfc3" providerId="LiveId" clId="{49CCD4F9-177C-4270-9A14-60236FF377E8}" dt="2026-04-19T12:14:57.320" v="9133" actId="478"/>
          <ac:cxnSpMkLst>
            <pc:docMk/>
            <pc:sldMk cId="2074939494" sldId="307"/>
            <ac:cxnSpMk id="24" creationId="{510BCBC6-A11F-7B61-AF19-A35E431E392F}"/>
          </ac:cxnSpMkLst>
        </pc:cxnChg>
        <pc:cxnChg chg="add del mod">
          <ac:chgData name="昕 许" userId="a2975fcd840abfc3" providerId="LiveId" clId="{49CCD4F9-177C-4270-9A14-60236FF377E8}" dt="2026-04-19T12:16:31.953" v="9192" actId="478"/>
          <ac:cxnSpMkLst>
            <pc:docMk/>
            <pc:sldMk cId="2074939494" sldId="307"/>
            <ac:cxnSpMk id="32" creationId="{171969AA-9DB5-3C5F-1A0E-6B0C8AFFE38D}"/>
          </ac:cxnSpMkLst>
        </pc:cxnChg>
      </pc:sldChg>
      <pc:sldChg chg="addSp delSp modSp add mod">
        <pc:chgData name="昕 许" userId="a2975fcd840abfc3" providerId="LiveId" clId="{49CCD4F9-177C-4270-9A14-60236FF377E8}" dt="2026-04-19T12:25:26.430" v="9303"/>
        <pc:sldMkLst>
          <pc:docMk/>
          <pc:sldMk cId="1803868461" sldId="308"/>
        </pc:sldMkLst>
        <pc:spChg chg="mod">
          <ac:chgData name="昕 许" userId="a2975fcd840abfc3" providerId="LiveId" clId="{49CCD4F9-177C-4270-9A14-60236FF377E8}" dt="2026-04-19T12:22:27.848" v="9272" actId="208"/>
          <ac:spMkLst>
            <pc:docMk/>
            <pc:sldMk cId="1803868461" sldId="308"/>
            <ac:spMk id="8" creationId="{E5951E25-FDA3-FB11-8EBA-F429C84B82F0}"/>
          </ac:spMkLst>
        </pc:spChg>
        <pc:spChg chg="mod">
          <ac:chgData name="昕 许" userId="a2975fcd840abfc3" providerId="LiveId" clId="{49CCD4F9-177C-4270-9A14-60236FF377E8}" dt="2026-04-19T12:22:27.848" v="9272" actId="208"/>
          <ac:spMkLst>
            <pc:docMk/>
            <pc:sldMk cId="1803868461" sldId="308"/>
            <ac:spMk id="9" creationId="{2303115C-1070-7C62-32D7-EAE747B01CA1}"/>
          </ac:spMkLst>
        </pc:spChg>
        <pc:spChg chg="del">
          <ac:chgData name="昕 许" userId="a2975fcd840abfc3" providerId="LiveId" clId="{49CCD4F9-177C-4270-9A14-60236FF377E8}" dt="2026-04-19T12:20:35.754" v="9238" actId="478"/>
          <ac:spMkLst>
            <pc:docMk/>
            <pc:sldMk cId="1803868461" sldId="308"/>
            <ac:spMk id="18" creationId="{79403E90-6452-280F-6D3E-18D282FED4B6}"/>
          </ac:spMkLst>
        </pc:spChg>
        <pc:spChg chg="del">
          <ac:chgData name="昕 许" userId="a2975fcd840abfc3" providerId="LiveId" clId="{49CCD4F9-177C-4270-9A14-60236FF377E8}" dt="2026-04-19T12:20:35.754" v="9238" actId="478"/>
          <ac:spMkLst>
            <pc:docMk/>
            <pc:sldMk cId="1803868461" sldId="308"/>
            <ac:spMk id="19" creationId="{435EE65A-EFCA-4E49-E77B-851EF25F1374}"/>
          </ac:spMkLst>
        </pc:spChg>
        <pc:spChg chg="del">
          <ac:chgData name="昕 许" userId="a2975fcd840abfc3" providerId="LiveId" clId="{49CCD4F9-177C-4270-9A14-60236FF377E8}" dt="2026-04-19T12:20:35.754" v="9238" actId="478"/>
          <ac:spMkLst>
            <pc:docMk/>
            <pc:sldMk cId="1803868461" sldId="308"/>
            <ac:spMk id="20" creationId="{A1190C32-3FF7-5AB8-31E4-E2DAB7474286}"/>
          </ac:spMkLst>
        </pc:spChg>
        <pc:spChg chg="add mod">
          <ac:chgData name="昕 许" userId="a2975fcd840abfc3" providerId="LiveId" clId="{49CCD4F9-177C-4270-9A14-60236FF377E8}" dt="2026-04-19T12:24:30.371" v="9289" actId="1076"/>
          <ac:spMkLst>
            <pc:docMk/>
            <pc:sldMk cId="1803868461" sldId="308"/>
            <ac:spMk id="21" creationId="{1A78093E-BDD7-2558-B029-925F37696588}"/>
          </ac:spMkLst>
        </pc:spChg>
        <pc:spChg chg="del">
          <ac:chgData name="昕 许" userId="a2975fcd840abfc3" providerId="LiveId" clId="{49CCD4F9-177C-4270-9A14-60236FF377E8}" dt="2026-04-19T12:20:35.754" v="9238" actId="478"/>
          <ac:spMkLst>
            <pc:docMk/>
            <pc:sldMk cId="1803868461" sldId="308"/>
            <ac:spMk id="23" creationId="{4C307798-A26B-C20F-DD32-4FE9C7CFA1A8}"/>
          </ac:spMkLst>
        </pc:spChg>
        <pc:spChg chg="del">
          <ac:chgData name="昕 许" userId="a2975fcd840abfc3" providerId="LiveId" clId="{49CCD4F9-177C-4270-9A14-60236FF377E8}" dt="2026-04-19T12:20:35.754" v="9238" actId="478"/>
          <ac:spMkLst>
            <pc:docMk/>
            <pc:sldMk cId="1803868461" sldId="308"/>
            <ac:spMk id="25" creationId="{FC4EA198-5F3E-3A6A-32FD-518FC9323927}"/>
          </ac:spMkLst>
        </pc:spChg>
        <pc:spChg chg="add mod">
          <ac:chgData name="昕 许" userId="a2975fcd840abfc3" providerId="LiveId" clId="{49CCD4F9-177C-4270-9A14-60236FF377E8}" dt="2026-04-19T12:25:26.430" v="9303"/>
          <ac:spMkLst>
            <pc:docMk/>
            <pc:sldMk cId="1803868461" sldId="308"/>
            <ac:spMk id="26" creationId="{731C332E-89A1-C710-FF92-7FBB50FD1C45}"/>
          </ac:spMkLst>
        </pc:spChg>
        <pc:spChg chg="add mod">
          <ac:chgData name="昕 许" userId="a2975fcd840abfc3" providerId="LiveId" clId="{49CCD4F9-177C-4270-9A14-60236FF377E8}" dt="2026-04-19T12:24:21.928" v="9285" actId="1076"/>
          <ac:spMkLst>
            <pc:docMk/>
            <pc:sldMk cId="1803868461" sldId="308"/>
            <ac:spMk id="27" creationId="{9362E4A7-CE82-5D0B-5A32-14B01C6EE997}"/>
          </ac:spMkLst>
        </pc:spChg>
        <pc:spChg chg="del">
          <ac:chgData name="昕 许" userId="a2975fcd840abfc3" providerId="LiveId" clId="{49CCD4F9-177C-4270-9A14-60236FF377E8}" dt="2026-04-19T12:20:35.754" v="9238" actId="478"/>
          <ac:spMkLst>
            <pc:docMk/>
            <pc:sldMk cId="1803868461" sldId="308"/>
            <ac:spMk id="28" creationId="{24FEC5E5-ADEB-8EBF-B473-D479DB4F55D6}"/>
          </ac:spMkLst>
        </pc:spChg>
        <pc:spChg chg="add mod">
          <ac:chgData name="昕 许" userId="a2975fcd840abfc3" providerId="LiveId" clId="{49CCD4F9-177C-4270-9A14-60236FF377E8}" dt="2026-04-19T12:24:23.695" v="9286" actId="20577"/>
          <ac:spMkLst>
            <pc:docMk/>
            <pc:sldMk cId="1803868461" sldId="308"/>
            <ac:spMk id="29" creationId="{EEFD0A76-671E-79F7-D4F2-3EC1AD6826CD}"/>
          </ac:spMkLst>
        </pc:spChg>
        <pc:spChg chg="add mod">
          <ac:chgData name="昕 许" userId="a2975fcd840abfc3" providerId="LiveId" clId="{49CCD4F9-177C-4270-9A14-60236FF377E8}" dt="2026-04-19T12:24:49.904" v="9295" actId="207"/>
          <ac:spMkLst>
            <pc:docMk/>
            <pc:sldMk cId="1803868461" sldId="308"/>
            <ac:spMk id="30" creationId="{421A8A8A-25BD-E3F4-43EA-320C6D83155E}"/>
          </ac:spMkLst>
        </pc:spChg>
        <pc:spChg chg="add mod">
          <ac:chgData name="昕 许" userId="a2975fcd840abfc3" providerId="LiveId" clId="{49CCD4F9-177C-4270-9A14-60236FF377E8}" dt="2026-04-19T12:24:54.026" v="9297" actId="207"/>
          <ac:spMkLst>
            <pc:docMk/>
            <pc:sldMk cId="1803868461" sldId="308"/>
            <ac:spMk id="31" creationId="{C3342BF6-6410-C76B-4A7A-61E102173C5F}"/>
          </ac:spMkLst>
        </pc:spChg>
        <pc:spChg chg="mod">
          <ac:chgData name="昕 许" userId="a2975fcd840abfc3" providerId="LiveId" clId="{49CCD4F9-177C-4270-9A14-60236FF377E8}" dt="2026-04-19T12:23:49.643" v="9274"/>
          <ac:spMkLst>
            <pc:docMk/>
            <pc:sldMk cId="1803868461" sldId="308"/>
            <ac:spMk id="33" creationId="{FB24A4D9-B2AE-2C8F-5559-40F2CA753473}"/>
          </ac:spMkLst>
        </pc:spChg>
        <pc:spChg chg="mod">
          <ac:chgData name="昕 许" userId="a2975fcd840abfc3" providerId="LiveId" clId="{49CCD4F9-177C-4270-9A14-60236FF377E8}" dt="2026-04-19T12:23:53.054" v="9276" actId="20577"/>
          <ac:spMkLst>
            <pc:docMk/>
            <pc:sldMk cId="1803868461" sldId="308"/>
            <ac:spMk id="34" creationId="{327C8A1E-4338-BE50-5B9E-ACF78659A959}"/>
          </ac:spMkLst>
        </pc:spChg>
        <pc:spChg chg="add mod">
          <ac:chgData name="昕 许" userId="a2975fcd840abfc3" providerId="LiveId" clId="{49CCD4F9-177C-4270-9A14-60236FF377E8}" dt="2026-04-19T12:24:46.818" v="9294" actId="20577"/>
          <ac:spMkLst>
            <pc:docMk/>
            <pc:sldMk cId="1803868461" sldId="308"/>
            <ac:spMk id="38" creationId="{34B06253-1350-DE05-C816-BAD52AB0702E}"/>
          </ac:spMkLst>
        </pc:spChg>
        <pc:grpChg chg="add mod">
          <ac:chgData name="昕 许" userId="a2975fcd840abfc3" providerId="LiveId" clId="{49CCD4F9-177C-4270-9A14-60236FF377E8}" dt="2026-04-19T12:23:51.697" v="9275" actId="1076"/>
          <ac:grpSpMkLst>
            <pc:docMk/>
            <pc:sldMk cId="1803868461" sldId="308"/>
            <ac:grpSpMk id="32" creationId="{C28CCD60-5FEE-A7A5-E971-A2F34F93D255}"/>
          </ac:grpSpMkLst>
        </pc:grpChg>
        <pc:cxnChg chg="add mod">
          <ac:chgData name="昕 许" userId="a2975fcd840abfc3" providerId="LiveId" clId="{49CCD4F9-177C-4270-9A14-60236FF377E8}" dt="2026-04-19T12:23:59.420" v="9279" actId="14100"/>
          <ac:cxnSpMkLst>
            <pc:docMk/>
            <pc:sldMk cId="1803868461" sldId="308"/>
            <ac:cxnSpMk id="35" creationId="{FBFE1133-B275-861B-6F6B-6E2F9C029308}"/>
          </ac:cxnSpMkLst>
        </pc:cxnChg>
      </pc:sldChg>
      <pc:sldChg chg="addSp delSp modSp add mod">
        <pc:chgData name="昕 许" userId="a2975fcd840abfc3" providerId="LiveId" clId="{49CCD4F9-177C-4270-9A14-60236FF377E8}" dt="2026-04-19T12:28:17.536" v="9359" actId="1076"/>
        <pc:sldMkLst>
          <pc:docMk/>
          <pc:sldMk cId="2436741685" sldId="309"/>
        </pc:sldMkLst>
        <pc:spChg chg="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6" creationId="{6BFF151D-B176-7B91-DC05-108B067222A1}"/>
          </ac:spMkLst>
        </pc:spChg>
        <pc:spChg chg="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8" creationId="{F9632F00-AFFC-2204-9968-84C0A134A553}"/>
          </ac:spMkLst>
        </pc:spChg>
        <pc:spChg chg="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9" creationId="{A628D499-5FF6-0200-0168-CB49C82CAE08}"/>
          </ac:spMkLst>
        </pc:spChg>
        <pc:spChg chg="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10" creationId="{EF3DC3B2-A339-45AD-F53B-AE8561F9AE4E}"/>
          </ac:spMkLst>
        </pc:spChg>
        <pc:spChg chg="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12" creationId="{71E47EF5-8086-DC3A-FC9B-24CF6109EB72}"/>
          </ac:spMkLst>
        </pc:spChg>
        <pc:spChg chg="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14" creationId="{13384D46-A5D1-FD8D-EDA0-437480E75F42}"/>
          </ac:spMkLst>
        </pc:spChg>
        <pc:spChg chg="add 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18" creationId="{AFB529D6-71BA-B465-D275-DEB1310F5941}"/>
          </ac:spMkLst>
        </pc:spChg>
        <pc:spChg chg="add 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19" creationId="{CFA42860-2075-D96E-05D5-61F945F6B321}"/>
          </ac:spMkLst>
        </pc:spChg>
        <pc:spChg chg="del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21" creationId="{5DA1B3BB-712D-EE0C-4215-574F797480AC}"/>
          </ac:spMkLst>
        </pc:spChg>
        <pc:spChg chg="del mod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26" creationId="{AD2DAC26-896D-A0A5-D532-4D7918942285}"/>
          </ac:spMkLst>
        </pc:spChg>
        <pc:spChg chg="del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27" creationId="{2CBF5F63-3AAE-5040-BEEA-07FB2506F952}"/>
          </ac:spMkLst>
        </pc:spChg>
        <pc:spChg chg="del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29" creationId="{8B29E848-1CF8-2212-AB00-9268050922D5}"/>
          </ac:spMkLst>
        </pc:spChg>
        <pc:spChg chg="del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30" creationId="{646861C8-B074-F676-C83B-B7B9B709B225}"/>
          </ac:spMkLst>
        </pc:spChg>
        <pc:spChg chg="del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31" creationId="{D7388402-615C-584A-B8F6-2D6C7EC3E1DB}"/>
          </ac:spMkLst>
        </pc:spChg>
        <pc:spChg chg="del">
          <ac:chgData name="昕 许" userId="a2975fcd840abfc3" providerId="LiveId" clId="{49CCD4F9-177C-4270-9A14-60236FF377E8}" dt="2026-04-19T12:27:26.800" v="9350" actId="478"/>
          <ac:spMkLst>
            <pc:docMk/>
            <pc:sldMk cId="2436741685" sldId="309"/>
            <ac:spMk id="38" creationId="{433E07F0-E6E3-32C6-82E6-874A513676AF}"/>
          </ac:spMkLst>
        </pc:spChg>
        <pc:spChg chg="add 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39" creationId="{3D6D9EB7-D139-BFF4-EC94-9FFD9C3F0024}"/>
          </ac:spMkLst>
        </pc:spChg>
        <pc:spChg chg="add mod">
          <ac:chgData name="昕 许" userId="a2975fcd840abfc3" providerId="LiveId" clId="{49CCD4F9-177C-4270-9A14-60236FF377E8}" dt="2026-04-19T12:27:50.926" v="9354" actId="1076"/>
          <ac:spMkLst>
            <pc:docMk/>
            <pc:sldMk cId="2436741685" sldId="309"/>
            <ac:spMk id="40" creationId="{D2C9AA2A-6097-E958-7D3B-0B5F80FFAC39}"/>
          </ac:spMkLst>
        </pc:spChg>
        <pc:spChg chg="add mod">
          <ac:chgData name="昕 许" userId="a2975fcd840abfc3" providerId="LiveId" clId="{49CCD4F9-177C-4270-9A14-60236FF377E8}" dt="2026-04-19T12:28:17.536" v="9359" actId="1076"/>
          <ac:spMkLst>
            <pc:docMk/>
            <pc:sldMk cId="2436741685" sldId="309"/>
            <ac:spMk id="48" creationId="{0873B277-59A5-CF6E-23FD-5B663B65C65A}"/>
          </ac:spMkLst>
        </pc:spChg>
        <pc:spChg chg="add mod">
          <ac:chgData name="昕 许" userId="a2975fcd840abfc3" providerId="LiveId" clId="{49CCD4F9-177C-4270-9A14-60236FF377E8}" dt="2026-04-19T12:28:17.536" v="9359" actId="1076"/>
          <ac:spMkLst>
            <pc:docMk/>
            <pc:sldMk cId="2436741685" sldId="309"/>
            <ac:spMk id="49" creationId="{D400EEDA-2658-DEC4-44F1-7F2B30EAC88D}"/>
          </ac:spMkLst>
        </pc:spChg>
        <pc:spChg chg="mod">
          <ac:chgData name="昕 许" userId="a2975fcd840abfc3" providerId="LiveId" clId="{49CCD4F9-177C-4270-9A14-60236FF377E8}" dt="2026-04-19T12:27:52.758" v="9355"/>
          <ac:spMkLst>
            <pc:docMk/>
            <pc:sldMk cId="2436741685" sldId="309"/>
            <ac:spMk id="51" creationId="{23D91F21-7465-B0B0-FBC1-87367B85C867}"/>
          </ac:spMkLst>
        </pc:spChg>
        <pc:spChg chg="mod">
          <ac:chgData name="昕 许" userId="a2975fcd840abfc3" providerId="LiveId" clId="{49CCD4F9-177C-4270-9A14-60236FF377E8}" dt="2026-04-19T12:27:52.758" v="9355"/>
          <ac:spMkLst>
            <pc:docMk/>
            <pc:sldMk cId="2436741685" sldId="309"/>
            <ac:spMk id="54" creationId="{76BAA03F-DBE2-D5DC-3726-362E919AB643}"/>
          </ac:spMkLst>
        </pc:spChg>
        <pc:spChg chg="mod">
          <ac:chgData name="昕 许" userId="a2975fcd840abfc3" providerId="LiveId" clId="{49CCD4F9-177C-4270-9A14-60236FF377E8}" dt="2026-04-19T12:27:52.758" v="9355"/>
          <ac:spMkLst>
            <pc:docMk/>
            <pc:sldMk cId="2436741685" sldId="309"/>
            <ac:spMk id="55" creationId="{71D227E8-0B76-4FF1-AE9F-350ECB81788F}"/>
          </ac:spMkLst>
        </pc:spChg>
        <pc:spChg chg="mod">
          <ac:chgData name="昕 许" userId="a2975fcd840abfc3" providerId="LiveId" clId="{49CCD4F9-177C-4270-9A14-60236FF377E8}" dt="2026-04-19T12:28:17.536" v="9359" actId="1076"/>
          <ac:spMkLst>
            <pc:docMk/>
            <pc:sldMk cId="2436741685" sldId="309"/>
            <ac:spMk id="57" creationId="{61BD0A7D-D76D-9F5B-3F6D-8DB0C520F704}"/>
          </ac:spMkLst>
        </pc:spChg>
        <pc:spChg chg="add mod">
          <ac:chgData name="昕 许" userId="a2975fcd840abfc3" providerId="LiveId" clId="{49CCD4F9-177C-4270-9A14-60236FF377E8}" dt="2026-04-19T12:28:17.536" v="9359" actId="1076"/>
          <ac:spMkLst>
            <pc:docMk/>
            <pc:sldMk cId="2436741685" sldId="309"/>
            <ac:spMk id="58" creationId="{A99F1C88-E2A0-9C1A-C421-7265F5171C62}"/>
          </ac:spMkLst>
        </pc:spChg>
        <pc:spChg chg="add mod">
          <ac:chgData name="昕 许" userId="a2975fcd840abfc3" providerId="LiveId" clId="{49CCD4F9-177C-4270-9A14-60236FF377E8}" dt="2026-04-19T12:28:17.536" v="9359" actId="1076"/>
          <ac:spMkLst>
            <pc:docMk/>
            <pc:sldMk cId="2436741685" sldId="309"/>
            <ac:spMk id="60" creationId="{5CFB8E9A-E369-FBB0-0F36-D44EEE74A5E6}"/>
          </ac:spMkLst>
        </pc:spChg>
        <pc:spChg chg="add mod">
          <ac:chgData name="昕 许" userId="a2975fcd840abfc3" providerId="LiveId" clId="{49CCD4F9-177C-4270-9A14-60236FF377E8}" dt="2026-04-19T12:28:17.536" v="9359" actId="1076"/>
          <ac:spMkLst>
            <pc:docMk/>
            <pc:sldMk cId="2436741685" sldId="309"/>
            <ac:spMk id="61" creationId="{CC50FDFF-B34D-20D4-1D5B-A37499A868B4}"/>
          </ac:spMkLst>
        </pc:spChg>
        <pc:spChg chg="mod">
          <ac:chgData name="昕 许" userId="a2975fcd840abfc3" providerId="LiveId" clId="{49CCD4F9-177C-4270-9A14-60236FF377E8}" dt="2026-04-19T12:27:52.758" v="9355"/>
          <ac:spMkLst>
            <pc:docMk/>
            <pc:sldMk cId="2436741685" sldId="309"/>
            <ac:spMk id="67" creationId="{3CBCB41B-8C61-833E-A4C5-7BCC50384F65}"/>
          </ac:spMkLst>
        </pc:spChg>
        <pc:spChg chg="mod">
          <ac:chgData name="昕 许" userId="a2975fcd840abfc3" providerId="LiveId" clId="{49CCD4F9-177C-4270-9A14-60236FF377E8}" dt="2026-04-19T12:27:52.758" v="9355"/>
          <ac:spMkLst>
            <pc:docMk/>
            <pc:sldMk cId="2436741685" sldId="309"/>
            <ac:spMk id="68" creationId="{097F353D-284D-2F58-A9D5-813C5077DEC3}"/>
          </ac:spMkLst>
        </pc:spChg>
        <pc:grpChg chg="mod">
          <ac:chgData name="昕 许" userId="a2975fcd840abfc3" providerId="LiveId" clId="{49CCD4F9-177C-4270-9A14-60236FF377E8}" dt="2026-04-19T12:27:06.340" v="9341" actId="1076"/>
          <ac:grpSpMkLst>
            <pc:docMk/>
            <pc:sldMk cId="2436741685" sldId="309"/>
            <ac:grpSpMk id="2" creationId="{5B5F59BE-BB3C-82C0-76A7-F958AB994711}"/>
          </ac:grpSpMkLst>
        </pc:grpChg>
        <pc:grpChg chg="mod">
          <ac:chgData name="昕 许" userId="a2975fcd840abfc3" providerId="LiveId" clId="{49CCD4F9-177C-4270-9A14-60236FF377E8}" dt="2026-04-19T12:27:22.004" v="9349" actId="1076"/>
          <ac:grpSpMkLst>
            <pc:docMk/>
            <pc:sldMk cId="2436741685" sldId="309"/>
            <ac:grpSpMk id="3" creationId="{48CAFA01-094A-6A73-CFB9-45AE76196E06}"/>
          </ac:grpSpMkLst>
        </pc:grpChg>
        <pc:grpChg chg="mod">
          <ac:chgData name="昕 许" userId="a2975fcd840abfc3" providerId="LiveId" clId="{49CCD4F9-177C-4270-9A14-60236FF377E8}" dt="2026-04-19T12:28:17.536" v="9359" actId="1076"/>
          <ac:grpSpMkLst>
            <pc:docMk/>
            <pc:sldMk cId="2436741685" sldId="309"/>
            <ac:grpSpMk id="50" creationId="{3F6E94CF-AF52-7E61-4833-FF78D6719929}"/>
          </ac:grpSpMkLst>
        </pc:grpChg>
        <pc:grpChg chg="mod">
          <ac:chgData name="昕 许" userId="a2975fcd840abfc3" providerId="LiveId" clId="{49CCD4F9-177C-4270-9A14-60236FF377E8}" dt="2026-04-19T12:28:17.536" v="9359" actId="1076"/>
          <ac:grpSpMkLst>
            <pc:docMk/>
            <pc:sldMk cId="2436741685" sldId="309"/>
            <ac:grpSpMk id="53" creationId="{0600B312-E65F-5C3B-13C6-A4DCA427C438}"/>
          </ac:grpSpMkLst>
        </pc:grpChg>
        <pc:grpChg chg="mod">
          <ac:chgData name="昕 许" userId="a2975fcd840abfc3" providerId="LiveId" clId="{49CCD4F9-177C-4270-9A14-60236FF377E8}" dt="2026-04-19T12:28:17.536" v="9359" actId="1076"/>
          <ac:grpSpMkLst>
            <pc:docMk/>
            <pc:sldMk cId="2436741685" sldId="309"/>
            <ac:grpSpMk id="66" creationId="{E3C54935-940F-5D86-D5B9-BCCB5B747667}"/>
          </ac:grpSpMkLst>
        </pc:grpChg>
        <pc:cxnChg chg="mod">
          <ac:chgData name="昕 许" userId="a2975fcd840abfc3" providerId="LiveId" clId="{49CCD4F9-177C-4270-9A14-60236FF377E8}" dt="2026-04-19T12:27:22.004" v="9349" actId="1076"/>
          <ac:cxnSpMkLst>
            <pc:docMk/>
            <pc:sldMk cId="2436741685" sldId="309"/>
            <ac:cxnSpMk id="7" creationId="{D2CC7B70-F0FA-5E47-9D25-C70ECC9C4F0A}"/>
          </ac:cxnSpMkLst>
        </pc:cxnChg>
        <pc:cxnChg chg="mod">
          <ac:chgData name="昕 许" userId="a2975fcd840abfc3" providerId="LiveId" clId="{49CCD4F9-177C-4270-9A14-60236FF377E8}" dt="2026-04-19T12:27:19.809" v="9347" actId="1076"/>
          <ac:cxnSpMkLst>
            <pc:docMk/>
            <pc:sldMk cId="2436741685" sldId="309"/>
            <ac:cxnSpMk id="16" creationId="{9933BC60-0AE7-0076-B2E8-6D512C46329F}"/>
          </ac:cxnSpMkLst>
        </pc:cxnChg>
        <pc:cxnChg chg="mod">
          <ac:chgData name="昕 许" userId="a2975fcd840abfc3" providerId="LiveId" clId="{49CCD4F9-177C-4270-9A14-60236FF377E8}" dt="2026-04-19T12:27:06.340" v="9341" actId="1076"/>
          <ac:cxnSpMkLst>
            <pc:docMk/>
            <pc:sldMk cId="2436741685" sldId="309"/>
            <ac:cxnSpMk id="17" creationId="{38145DD2-ABEF-504E-DE51-A71E1FD2E05D}"/>
          </ac:cxnSpMkLst>
        </pc:cxnChg>
        <pc:cxnChg chg="add mod">
          <ac:chgData name="昕 许" userId="a2975fcd840abfc3" providerId="LiveId" clId="{49CCD4F9-177C-4270-9A14-60236FF377E8}" dt="2026-04-19T12:26:36.082" v="9333" actId="693"/>
          <ac:cxnSpMkLst>
            <pc:docMk/>
            <pc:sldMk cId="2436741685" sldId="309"/>
            <ac:cxnSpMk id="20" creationId="{DD663929-AC24-196A-702D-16CE53F5740C}"/>
          </ac:cxnSpMkLst>
        </pc:cxnChg>
        <pc:cxnChg chg="mod">
          <ac:chgData name="昕 许" userId="a2975fcd840abfc3" providerId="LiveId" clId="{49CCD4F9-177C-4270-9A14-60236FF377E8}" dt="2026-04-19T12:27:22.004" v="9349" actId="1076"/>
          <ac:cxnSpMkLst>
            <pc:docMk/>
            <pc:sldMk cId="2436741685" sldId="309"/>
            <ac:cxnSpMk id="22" creationId="{97BCA9FC-DFCA-25B2-8CFB-505489033470}"/>
          </ac:cxnSpMkLst>
        </pc:cxnChg>
        <pc:cxnChg chg="mod">
          <ac:chgData name="昕 许" userId="a2975fcd840abfc3" providerId="LiveId" clId="{49CCD4F9-177C-4270-9A14-60236FF377E8}" dt="2026-04-19T12:27:22.004" v="9349" actId="1076"/>
          <ac:cxnSpMkLst>
            <pc:docMk/>
            <pc:sldMk cId="2436741685" sldId="309"/>
            <ac:cxnSpMk id="24" creationId="{D4E382F1-F2C7-95A9-807C-81FEE43B5118}"/>
          </ac:cxnSpMkLst>
        </pc:cxnChg>
        <pc:cxnChg chg="add del mod">
          <ac:chgData name="昕 许" userId="a2975fcd840abfc3" providerId="LiveId" clId="{49CCD4F9-177C-4270-9A14-60236FF377E8}" dt="2026-04-19T12:26:37.301" v="9334" actId="478"/>
          <ac:cxnSpMkLst>
            <pc:docMk/>
            <pc:sldMk cId="2436741685" sldId="309"/>
            <ac:cxnSpMk id="28" creationId="{0B6CCF56-8783-D6D1-833E-3D9088705EB8}"/>
          </ac:cxnSpMkLst>
        </pc:cxnChg>
        <pc:cxnChg chg="mod">
          <ac:chgData name="昕 许" userId="a2975fcd840abfc3" providerId="LiveId" clId="{49CCD4F9-177C-4270-9A14-60236FF377E8}" dt="2026-04-19T12:27:06.340" v="9341" actId="1076"/>
          <ac:cxnSpMkLst>
            <pc:docMk/>
            <pc:sldMk cId="2436741685" sldId="309"/>
            <ac:cxnSpMk id="35" creationId="{735FD841-986C-7618-CC83-2E51712014AF}"/>
          </ac:cxnSpMkLst>
        </pc:cxnChg>
        <pc:cxnChg chg="add mod">
          <ac:chgData name="昕 许" userId="a2975fcd840abfc3" providerId="LiveId" clId="{49CCD4F9-177C-4270-9A14-60236FF377E8}" dt="2026-04-19T12:27:19.809" v="9347" actId="1076"/>
          <ac:cxnSpMkLst>
            <pc:docMk/>
            <pc:sldMk cId="2436741685" sldId="309"/>
            <ac:cxnSpMk id="43" creationId="{B1781D23-2E79-DDCA-8501-1A3648B88805}"/>
          </ac:cxnSpMkLst>
        </pc:cxnChg>
        <pc:cxnChg chg="mod">
          <ac:chgData name="昕 许" userId="a2975fcd840abfc3" providerId="LiveId" clId="{49CCD4F9-177C-4270-9A14-60236FF377E8}" dt="2026-04-19T12:28:17.536" v="9359" actId="1076"/>
          <ac:cxnSpMkLst>
            <pc:docMk/>
            <pc:sldMk cId="2436741685" sldId="309"/>
            <ac:cxnSpMk id="63" creationId="{C6DF28AB-DC39-2DB3-F4FD-F75744DE06E1}"/>
          </ac:cxnSpMkLst>
        </pc:cxnChg>
        <pc:cxnChg chg="add mod">
          <ac:chgData name="昕 许" userId="a2975fcd840abfc3" providerId="LiveId" clId="{49CCD4F9-177C-4270-9A14-60236FF377E8}" dt="2026-04-19T12:28:14.457" v="9358" actId="1076"/>
          <ac:cxnSpMkLst>
            <pc:docMk/>
            <pc:sldMk cId="2436741685" sldId="309"/>
            <ac:cxnSpMk id="70" creationId="{18313947-BB7E-A91A-D09E-DF4AE4184515}"/>
          </ac:cxnSpMkLst>
        </pc:cxnChg>
        <pc:cxnChg chg="add mod">
          <ac:chgData name="昕 许" userId="a2975fcd840abfc3" providerId="LiveId" clId="{49CCD4F9-177C-4270-9A14-60236FF377E8}" dt="2026-04-19T12:28:14.457" v="9358" actId="1076"/>
          <ac:cxnSpMkLst>
            <pc:docMk/>
            <pc:sldMk cId="2436741685" sldId="309"/>
            <ac:cxnSpMk id="71" creationId="{0CF66716-1D92-53F9-9573-A0F12EA8FDCA}"/>
          </ac:cxnSpMkLst>
        </pc:cxnChg>
      </pc:sldChg>
      <pc:sldChg chg="addSp delSp modSp add mod">
        <pc:chgData name="昕 许" userId="a2975fcd840abfc3" providerId="LiveId" clId="{49CCD4F9-177C-4270-9A14-60236FF377E8}" dt="2026-04-19T12:53:26.037" v="9499" actId="207"/>
        <pc:sldMkLst>
          <pc:docMk/>
          <pc:sldMk cId="1753391545" sldId="310"/>
        </pc:sldMkLst>
        <pc:spChg chg="add del mod">
          <ac:chgData name="昕 许" userId="a2975fcd840abfc3" providerId="LiveId" clId="{49CCD4F9-177C-4270-9A14-60236FF377E8}" dt="2026-04-19T12:50:20.261" v="9466" actId="478"/>
          <ac:spMkLst>
            <pc:docMk/>
            <pc:sldMk cId="1753391545" sldId="310"/>
            <ac:spMk id="12" creationId="{C6455FA6-D768-2D4E-43A3-90F9936CA5A0}"/>
          </ac:spMkLst>
        </pc:spChg>
        <pc:spChg chg="mod">
          <ac:chgData name="昕 许" userId="a2975fcd840abfc3" providerId="LiveId" clId="{49CCD4F9-177C-4270-9A14-60236FF377E8}" dt="2026-04-19T12:49:44.086" v="9459" actId="20577"/>
          <ac:spMkLst>
            <pc:docMk/>
            <pc:sldMk cId="1753391545" sldId="310"/>
            <ac:spMk id="13" creationId="{91013F5E-60A5-6FF5-D205-AA1FA83515A7}"/>
          </ac:spMkLst>
        </pc:spChg>
        <pc:spChg chg="mod">
          <ac:chgData name="昕 许" userId="a2975fcd840abfc3" providerId="LiveId" clId="{49CCD4F9-177C-4270-9A14-60236FF377E8}" dt="2026-04-19T12:47:37.092" v="9388" actId="20577"/>
          <ac:spMkLst>
            <pc:docMk/>
            <pc:sldMk cId="1753391545" sldId="310"/>
            <ac:spMk id="15" creationId="{94EFA9D6-7643-2303-DADF-18296E865141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32" creationId="{1E1F8023-ED11-EAC8-7B90-8001E4D7D665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40" creationId="{DE2757A4-DDD0-4819-BEFB-661A69DAB1A1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52" creationId="{2A5E3E3C-76D4-1CCA-D292-5672B9D1DD36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57" creationId="{78504E45-E5DC-2B1A-7F28-0FBF0B7EEB68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61" creationId="{90EC2B8A-64E6-CB26-1EF6-73EA1C7BFB6B}"/>
          </ac:spMkLst>
        </pc:spChg>
        <pc:spChg chg="mod">
          <ac:chgData name="昕 许" userId="a2975fcd840abfc3" providerId="LiveId" clId="{49CCD4F9-177C-4270-9A14-60236FF377E8}" dt="2026-04-19T12:49:45.720" v="9460" actId="20577"/>
          <ac:spMkLst>
            <pc:docMk/>
            <pc:sldMk cId="1753391545" sldId="310"/>
            <ac:spMk id="65" creationId="{627AB170-0FC5-4D3F-D146-4BB0D9148D6A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68" creationId="{D44187C9-121B-B01C-C262-1016F288226D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69" creationId="{C94296D6-1958-3DC7-BC95-073FF908A431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73" creationId="{055BBBDD-F1D5-6701-8270-95F1C889A2B5}"/>
          </ac:spMkLst>
        </pc:spChg>
        <pc:spChg chg="add 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74" creationId="{75DF9C76-CA8E-42E8-8861-60B63BC8E1FD}"/>
          </ac:spMkLst>
        </pc:spChg>
        <pc:spChg chg="mod">
          <ac:chgData name="昕 许" userId="a2975fcd840abfc3" providerId="LiveId" clId="{49CCD4F9-177C-4270-9A14-60236FF377E8}" dt="2026-04-19T12:49:32.301" v="9453" actId="1076"/>
          <ac:spMkLst>
            <pc:docMk/>
            <pc:sldMk cId="1753391545" sldId="310"/>
            <ac:spMk id="77" creationId="{641AEA04-D56B-5AAA-F13B-25A66DBA2D42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79" creationId="{CF075292-821D-729D-D214-8678928C7812}"/>
          </ac:spMkLst>
        </pc:spChg>
        <pc:spChg chg="mod">
          <ac:chgData name="昕 许" userId="a2975fcd840abfc3" providerId="LiveId" clId="{49CCD4F9-177C-4270-9A14-60236FF377E8}" dt="2026-04-19T12:47:38.956" v="9389" actId="20577"/>
          <ac:spMkLst>
            <pc:docMk/>
            <pc:sldMk cId="1753391545" sldId="310"/>
            <ac:spMk id="83" creationId="{E3C77674-9371-7AB4-21B9-B28C3A57EF58}"/>
          </ac:spMkLst>
        </pc:spChg>
        <pc:spChg chg="add 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84" creationId="{8DC95433-7B35-16E5-AA23-94A86C00A5AE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86" creationId="{1E6F6B78-1EEE-F23E-60F7-D07F47BA2CD3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87" creationId="{B237FE09-C0B7-20F3-A0F5-18FE340C1B4F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95" creationId="{AA7549B2-1A86-C540-0457-0B594C80EE85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98" creationId="{E568EF33-5175-DCCE-848A-7B1BEBAA32D3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99" creationId="{4BDA1089-A03F-4A8E-B0A3-7ADE0B830E80}"/>
          </ac:spMkLst>
        </pc:spChg>
        <pc:spChg chg="add 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100" creationId="{AF2ED263-B660-4D6D-BEAC-CDDCB088F871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101" creationId="{78DBB9B1-F5B8-6128-9B1E-A443A99F254A}"/>
          </ac:spMkLst>
        </pc:spChg>
        <pc:spChg chg="mod">
          <ac:chgData name="昕 许" userId="a2975fcd840abfc3" providerId="LiveId" clId="{49CCD4F9-177C-4270-9A14-60236FF377E8}" dt="2026-04-19T12:49:52.340" v="9462" actId="208"/>
          <ac:spMkLst>
            <pc:docMk/>
            <pc:sldMk cId="1753391545" sldId="310"/>
            <ac:spMk id="103" creationId="{A2ACF3F6-29DC-F570-A5C4-C38060D1C883}"/>
          </ac:spMkLst>
        </pc:spChg>
        <pc:spChg chg="mod">
          <ac:chgData name="昕 许" userId="a2975fcd840abfc3" providerId="LiveId" clId="{49CCD4F9-177C-4270-9A14-60236FF377E8}" dt="2026-04-19T12:49:48.342" v="9461" actId="20577"/>
          <ac:spMkLst>
            <pc:docMk/>
            <pc:sldMk cId="1753391545" sldId="310"/>
            <ac:spMk id="104" creationId="{A72F272C-F99B-E039-D265-AE49B5C51E51}"/>
          </ac:spMkLst>
        </pc:spChg>
        <pc:spChg chg="del mod">
          <ac:chgData name="昕 许" userId="a2975fcd840abfc3" providerId="LiveId" clId="{49CCD4F9-177C-4270-9A14-60236FF377E8}" dt="2026-04-19T12:50:21.088" v="9467" actId="478"/>
          <ac:spMkLst>
            <pc:docMk/>
            <pc:sldMk cId="1753391545" sldId="310"/>
            <ac:spMk id="117" creationId="{D832C744-2564-61C1-36AC-06FCF9A7C8B0}"/>
          </ac:spMkLst>
        </pc:spChg>
        <pc:spChg chg="mod">
          <ac:chgData name="昕 许" userId="a2975fcd840abfc3" providerId="LiveId" clId="{49CCD4F9-177C-4270-9A14-60236FF377E8}" dt="2026-04-19T12:52:10.740" v="9483" actId="20577"/>
          <ac:spMkLst>
            <pc:docMk/>
            <pc:sldMk cId="1753391545" sldId="310"/>
            <ac:spMk id="122" creationId="{9EE38FE9-710B-6340-8A8A-5C4297CFEE64}"/>
          </ac:spMkLst>
        </pc:spChg>
        <pc:spChg chg="mod">
          <ac:chgData name="昕 许" userId="a2975fcd840abfc3" providerId="LiveId" clId="{49CCD4F9-177C-4270-9A14-60236FF377E8}" dt="2026-04-19T12:52:10.620" v="9482" actId="20577"/>
          <ac:spMkLst>
            <pc:docMk/>
            <pc:sldMk cId="1753391545" sldId="310"/>
            <ac:spMk id="123" creationId="{E06C6374-C145-15C3-8C9F-D879439D106D}"/>
          </ac:spMkLst>
        </pc:spChg>
        <pc:spChg chg="mod">
          <ac:chgData name="昕 许" userId="a2975fcd840abfc3" providerId="LiveId" clId="{49CCD4F9-177C-4270-9A14-60236FF377E8}" dt="2026-04-19T12:52:10.620" v="9482" actId="20577"/>
          <ac:spMkLst>
            <pc:docMk/>
            <pc:sldMk cId="1753391545" sldId="310"/>
            <ac:spMk id="124" creationId="{4761E2D5-A518-BD6F-1618-5FF0517F97DB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129" creationId="{B02EC97A-2A96-1723-926F-E030DF490EE9}"/>
          </ac:spMkLst>
        </pc:spChg>
        <pc:spChg chg="mod">
          <ac:chgData name="昕 许" userId="a2975fcd840abfc3" providerId="LiveId" clId="{49CCD4F9-177C-4270-9A14-60236FF377E8}" dt="2026-04-19T12:52:15.440" v="9484" actId="20577"/>
          <ac:spMkLst>
            <pc:docMk/>
            <pc:sldMk cId="1753391545" sldId="310"/>
            <ac:spMk id="140" creationId="{6723F664-6643-F18B-83A4-964E57DE9D37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146" creationId="{581592F9-5482-F0B5-7C33-383DA3ABCAA5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147" creationId="{FF46D702-5FB3-51CB-4B99-21EDC46A40B8}"/>
          </ac:spMkLst>
        </pc:spChg>
        <pc:spChg chg="mod">
          <ac:chgData name="昕 许" userId="a2975fcd840abfc3" providerId="LiveId" clId="{49CCD4F9-177C-4270-9A14-60236FF377E8}" dt="2026-04-19T12:47:43.357" v="9390" actId="20577"/>
          <ac:spMkLst>
            <pc:docMk/>
            <pc:sldMk cId="1753391545" sldId="310"/>
            <ac:spMk id="171" creationId="{4896DAC1-40D3-E9F0-C46C-85E487A9DEF7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14" creationId="{7658F2DF-B89D-E059-EC11-C9883DE775EA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15" creationId="{8307B9CB-BC5E-6C66-5167-675A7AEFFC89}"/>
          </ac:spMkLst>
        </pc:spChg>
        <pc:spChg chg="del mod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217" creationId="{2587120C-9952-0EE8-C9D5-F50390F11AE9}"/>
          </ac:spMkLst>
        </pc:spChg>
        <pc:spChg chg="mod">
          <ac:chgData name="昕 许" userId="a2975fcd840abfc3" providerId="LiveId" clId="{49CCD4F9-177C-4270-9A14-60236FF377E8}" dt="2026-04-19T12:52:17.640" v="9485" actId="20577"/>
          <ac:spMkLst>
            <pc:docMk/>
            <pc:sldMk cId="1753391545" sldId="310"/>
            <ac:spMk id="220" creationId="{0E78431A-B5A2-837C-0E24-475689C725CC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25" creationId="{38F9D1CD-2FE9-584E-5427-7B59145705C3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27" creationId="{6E8DBC8B-D596-DE85-3344-6F99DF7B3851}"/>
          </ac:spMkLst>
        </pc:spChg>
        <pc:spChg chg="mod">
          <ac:chgData name="昕 许" userId="a2975fcd840abfc3" providerId="LiveId" clId="{49CCD4F9-177C-4270-9A14-60236FF377E8}" dt="2026-04-19T12:52:18.589" v="9486" actId="20577"/>
          <ac:spMkLst>
            <pc:docMk/>
            <pc:sldMk cId="1753391545" sldId="310"/>
            <ac:spMk id="235" creationId="{FF990322-5B82-12BF-D976-6624129321BC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37" creationId="{5954A004-1D2E-FECB-8911-0DFF8DD3A21F}"/>
          </ac:spMkLst>
        </pc:spChg>
        <pc:spChg chg="mod">
          <ac:chgData name="昕 许" userId="a2975fcd840abfc3" providerId="LiveId" clId="{49CCD4F9-177C-4270-9A14-60236FF377E8}" dt="2026-04-19T12:52:26.298" v="9491" actId="207"/>
          <ac:spMkLst>
            <pc:docMk/>
            <pc:sldMk cId="1753391545" sldId="310"/>
            <ac:spMk id="240" creationId="{7B96EB53-8188-9C3C-D1C1-124BA030F837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44" creationId="{C027DF81-77D0-5D53-C8A0-48A8F855243B}"/>
          </ac:spMkLst>
        </pc:spChg>
        <pc:spChg chg="add mod">
          <ac:chgData name="昕 许" userId="a2975fcd840abfc3" providerId="LiveId" clId="{49CCD4F9-177C-4270-9A14-60236FF377E8}" dt="2026-04-19T12:52:29.842" v="9492" actId="1076"/>
          <ac:spMkLst>
            <pc:docMk/>
            <pc:sldMk cId="1753391545" sldId="310"/>
            <ac:spMk id="245" creationId="{229B0713-A1F7-0D89-F9EF-E64021FAFA44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49" creationId="{FE076A71-F645-E4B5-42B7-5923223E5369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50" creationId="{D2BBD118-4B73-F7F5-0718-72224609CF1F}"/>
          </ac:spMkLst>
        </pc:spChg>
        <pc:spChg chg="mod">
          <ac:chgData name="昕 许" userId="a2975fcd840abfc3" providerId="LiveId" clId="{49CCD4F9-177C-4270-9A14-60236FF377E8}" dt="2026-04-19T12:48:00.008" v="9398" actId="20577"/>
          <ac:spMkLst>
            <pc:docMk/>
            <pc:sldMk cId="1753391545" sldId="310"/>
            <ac:spMk id="254" creationId="{3F4D5BC5-88B7-7DB1-569E-588B97BD3975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55" creationId="{B4697151-0EB6-0C1F-D5D7-4AF9834E8AD9}"/>
          </ac:spMkLst>
        </pc:spChg>
        <pc:spChg chg="mod">
          <ac:chgData name="昕 许" userId="a2975fcd840abfc3" providerId="LiveId" clId="{49CCD4F9-177C-4270-9A14-60236FF377E8}" dt="2026-04-19T12:47:58.291" v="9397" actId="20577"/>
          <ac:spMkLst>
            <pc:docMk/>
            <pc:sldMk cId="1753391545" sldId="310"/>
            <ac:spMk id="256" creationId="{DDE51708-AA31-FF5C-FF0C-95D5ED267076}"/>
          </ac:spMkLst>
        </pc:spChg>
        <pc:spChg chg="del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262" creationId="{EBA9AD90-115E-9F87-CCD3-2D34873CA301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63" creationId="{DE3E6DCF-B306-C525-9FC0-97169ECF30C7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65" creationId="{09996F8D-D9C6-8234-BFA2-8F6255BCF66A}"/>
          </ac:spMkLst>
        </pc:spChg>
        <pc:spChg chg="del mod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266" creationId="{E382AF31-88FB-FF89-3F86-3114083EC021}"/>
          </ac:spMkLst>
        </pc:spChg>
        <pc:spChg chg="mod">
          <ac:chgData name="昕 许" userId="a2975fcd840abfc3" providerId="LiveId" clId="{49CCD4F9-177C-4270-9A14-60236FF377E8}" dt="2026-04-19T12:53:23.531" v="9498" actId="207"/>
          <ac:spMkLst>
            <pc:docMk/>
            <pc:sldMk cId="1753391545" sldId="310"/>
            <ac:spMk id="270" creationId="{C6101F7F-AD31-3E44-9972-A0116E2DA848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74" creationId="{9529BB78-5797-8A18-E524-E34265896F44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75" creationId="{48DA1D10-146A-D74C-92F6-9B926D6568F1}"/>
          </ac:spMkLst>
        </pc:spChg>
        <pc:spChg chg="del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283" creationId="{0A201E52-64F6-02E7-B88E-0FA8CF9F8ADA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85" creationId="{2CD78701-1B89-D80C-FE72-AE2350886E89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86" creationId="{D7589B48-C686-3F65-F076-1F32D7F73048}"/>
          </ac:spMkLst>
        </pc:spChg>
        <pc:spChg chg="del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287" creationId="{CDA8EE8C-631A-BAED-4828-701E2D64594D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88" creationId="{D6CFAFEB-237B-5876-DE2F-ADE74236B7A0}"/>
          </ac:spMkLst>
        </pc:spChg>
        <pc:spChg chg="mod">
          <ac:chgData name="昕 许" userId="a2975fcd840abfc3" providerId="LiveId" clId="{49CCD4F9-177C-4270-9A14-60236FF377E8}" dt="2026-04-19T12:53:26.037" v="9499" actId="207"/>
          <ac:spMkLst>
            <pc:docMk/>
            <pc:sldMk cId="1753391545" sldId="310"/>
            <ac:spMk id="292" creationId="{53860AC7-22FD-5450-E021-A7D117E59762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95" creationId="{A912DE00-9274-4CA3-CF5B-64BBA4F5D66B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96" creationId="{F42D61C5-A1E2-A2B7-1715-DD047CDC4367}"/>
          </ac:spMkLst>
        </pc:spChg>
        <pc:spChg chg="mod">
          <ac:chgData name="昕 许" userId="a2975fcd840abfc3" providerId="LiveId" clId="{49CCD4F9-177C-4270-9A14-60236FF377E8}" dt="2026-04-19T12:50:18.477" v="9465" actId="208"/>
          <ac:spMkLst>
            <pc:docMk/>
            <pc:sldMk cId="1753391545" sldId="310"/>
            <ac:spMk id="298" creationId="{9B8B6077-8936-76F7-FA39-C5758C7AE5B7}"/>
          </ac:spMkLst>
        </pc:spChg>
        <pc:spChg chg="mod">
          <ac:chgData name="昕 许" userId="a2975fcd840abfc3" providerId="LiveId" clId="{49CCD4F9-177C-4270-9A14-60236FF377E8}" dt="2026-04-19T12:48:59.030" v="9418" actId="208"/>
          <ac:spMkLst>
            <pc:docMk/>
            <pc:sldMk cId="1753391545" sldId="310"/>
            <ac:spMk id="299" creationId="{3B799A9B-CD32-71BD-89F7-73F4329D1E80}"/>
          </ac:spMkLst>
        </pc:spChg>
        <pc:spChg chg="del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304" creationId="{472038F4-C4DE-F8FD-FB09-1C0355778692}"/>
          </ac:spMkLst>
        </pc:spChg>
        <pc:spChg chg="del mod">
          <ac:chgData name="昕 许" userId="a2975fcd840abfc3" providerId="LiveId" clId="{49CCD4F9-177C-4270-9A14-60236FF377E8}" dt="2026-04-19T12:47:55.087" v="9394" actId="478"/>
          <ac:spMkLst>
            <pc:docMk/>
            <pc:sldMk cId="1753391545" sldId="310"/>
            <ac:spMk id="306" creationId="{DA871AC2-A82F-E042-7C76-D5C23249A631}"/>
          </ac:spMkLst>
        </pc:spChg>
        <pc:spChg chg="del mod">
          <ac:chgData name="昕 许" userId="a2975fcd840abfc3" providerId="LiveId" clId="{49CCD4F9-177C-4270-9A14-60236FF377E8}" dt="2026-04-19T12:47:55.087" v="9394" actId="478"/>
          <ac:spMkLst>
            <pc:docMk/>
            <pc:sldMk cId="1753391545" sldId="310"/>
            <ac:spMk id="307" creationId="{0917753E-CF9A-53CF-D6B6-92B3D9497FF7}"/>
          </ac:spMkLst>
        </pc:spChg>
        <pc:spChg chg="del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308" creationId="{4195BE7F-DC9C-F2DF-580A-03E843F492B0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09" creationId="{434087D0-211A-7812-9F0C-F23B6CA28827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10" creationId="{94BD6365-9E19-1307-8C70-E202CBC7FCFD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11" creationId="{6674371B-7748-4FF7-17FE-C1564620462E}"/>
          </ac:spMkLst>
        </pc:spChg>
        <pc:spChg chg="del">
          <ac:chgData name="昕 许" userId="a2975fcd840abfc3" providerId="LiveId" clId="{49CCD4F9-177C-4270-9A14-60236FF377E8}" dt="2026-04-19T12:47:55.087" v="9394" actId="478"/>
          <ac:spMkLst>
            <pc:docMk/>
            <pc:sldMk cId="1753391545" sldId="310"/>
            <ac:spMk id="316" creationId="{3BFB69F8-DD3B-8BC4-F811-D79EBE35837C}"/>
          </ac:spMkLst>
        </pc:spChg>
        <pc:spChg chg="del">
          <ac:chgData name="昕 许" userId="a2975fcd840abfc3" providerId="LiveId" clId="{49CCD4F9-177C-4270-9A14-60236FF377E8}" dt="2026-04-19T12:47:55.087" v="9394" actId="478"/>
          <ac:spMkLst>
            <pc:docMk/>
            <pc:sldMk cId="1753391545" sldId="310"/>
            <ac:spMk id="317" creationId="{4E5CBD84-DF1A-2817-1490-740E00130488}"/>
          </ac:spMkLst>
        </pc:spChg>
        <pc:spChg chg="del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325" creationId="{3FBC8282-FD01-D6CF-9F47-9CDCBDC62C45}"/>
          </ac:spMkLst>
        </pc:spChg>
        <pc:spChg chg="del mod">
          <ac:chgData name="昕 许" userId="a2975fcd840abfc3" providerId="LiveId" clId="{49CCD4F9-177C-4270-9A14-60236FF377E8}" dt="2026-04-19T12:47:56.116" v="9395" actId="478"/>
          <ac:spMkLst>
            <pc:docMk/>
            <pc:sldMk cId="1753391545" sldId="310"/>
            <ac:spMk id="330" creationId="{3F552F7F-D515-B91F-D531-9686B561E7AA}"/>
          </ac:spMkLst>
        </pc:spChg>
        <pc:spChg chg="del">
          <ac:chgData name="昕 许" userId="a2975fcd840abfc3" providerId="LiveId" clId="{49CCD4F9-177C-4270-9A14-60236FF377E8}" dt="2026-04-19T12:47:56.880" v="9396" actId="478"/>
          <ac:spMkLst>
            <pc:docMk/>
            <pc:sldMk cId="1753391545" sldId="310"/>
            <ac:spMk id="331" creationId="{E2B668C9-A5CE-5A7D-2CF4-4A7C50A79F90}"/>
          </ac:spMkLst>
        </pc:spChg>
        <pc:spChg chg="del mod">
          <ac:chgData name="昕 许" userId="a2975fcd840abfc3" providerId="LiveId" clId="{49CCD4F9-177C-4270-9A14-60236FF377E8}" dt="2026-04-19T12:47:54.231" v="9393" actId="478"/>
          <ac:spMkLst>
            <pc:docMk/>
            <pc:sldMk cId="1753391545" sldId="310"/>
            <ac:spMk id="332" creationId="{21C412E0-9E42-2037-4EBD-9F604A86610E}"/>
          </ac:spMkLst>
        </pc:spChg>
        <pc:spChg chg="del">
          <ac:chgData name="昕 许" userId="a2975fcd840abfc3" providerId="LiveId" clId="{49CCD4F9-177C-4270-9A14-60236FF377E8}" dt="2026-04-19T12:47:48.926" v="9392" actId="478"/>
          <ac:spMkLst>
            <pc:docMk/>
            <pc:sldMk cId="1753391545" sldId="310"/>
            <ac:spMk id="333" creationId="{2630BA35-6610-8CE8-AD33-0F75509B32AE}"/>
          </ac:spMkLst>
        </pc:spChg>
        <pc:spChg chg="mod">
          <ac:chgData name="昕 许" userId="a2975fcd840abfc3" providerId="LiveId" clId="{49CCD4F9-177C-4270-9A14-60236FF377E8}" dt="2026-04-19T12:53:16.768" v="9497" actId="20577"/>
          <ac:spMkLst>
            <pc:docMk/>
            <pc:sldMk cId="1753391545" sldId="310"/>
            <ac:spMk id="335" creationId="{F0BE9F86-CE6C-FFA6-BEE9-6801386590AB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36" creationId="{C5D3329E-C72E-ADF1-5B42-584FE86F5DB1}"/>
          </ac:spMkLst>
        </pc:spChg>
        <pc:spChg chg="mod">
          <ac:chgData name="昕 许" userId="a2975fcd840abfc3" providerId="LiveId" clId="{49CCD4F9-177C-4270-9A14-60236FF377E8}" dt="2026-04-19T12:53:14.356" v="9496" actId="207"/>
          <ac:spMkLst>
            <pc:docMk/>
            <pc:sldMk cId="1753391545" sldId="310"/>
            <ac:spMk id="340" creationId="{D3560E86-3E7C-AA1D-D5FD-9125AB1D264C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41" creationId="{1E4C8C74-EAFF-0081-1E71-1EAD34DC605A}"/>
          </ac:spMkLst>
        </pc:spChg>
        <pc:spChg chg="add mod">
          <ac:chgData name="昕 许" userId="a2975fcd840abfc3" providerId="LiveId" clId="{49CCD4F9-177C-4270-9A14-60236FF377E8}" dt="2026-04-19T12:52:34.419" v="9494" actId="1076"/>
          <ac:spMkLst>
            <pc:docMk/>
            <pc:sldMk cId="1753391545" sldId="310"/>
            <ac:spMk id="343" creationId="{6FDD3EF2-D3A2-8EEB-15FD-63EEED7684FB}"/>
          </ac:spMkLst>
        </pc:s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91" creationId="{851870BA-C64E-3594-1A13-90A6F468D930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105" creationId="{D2893D71-0310-39FC-0533-38194E323A04}"/>
          </ac:grpSpMkLst>
        </pc:grpChg>
        <pc:grpChg chg="mod">
          <ac:chgData name="昕 许" userId="a2975fcd840abfc3" providerId="LiveId" clId="{49CCD4F9-177C-4270-9A14-60236FF377E8}" dt="2026-04-19T12:52:10.620" v="9482" actId="20577"/>
          <ac:grpSpMkLst>
            <pc:docMk/>
            <pc:sldMk cId="1753391545" sldId="310"/>
            <ac:grpSpMk id="120" creationId="{9CEB90C0-D9F5-9A42-9B76-E5CD3E22B062}"/>
          </ac:grpSpMkLst>
        </pc:grpChg>
        <pc:grpChg chg="mod">
          <ac:chgData name="昕 许" userId="a2975fcd840abfc3" providerId="LiveId" clId="{49CCD4F9-177C-4270-9A14-60236FF377E8}" dt="2026-04-19T12:52:10.620" v="9482" actId="20577"/>
          <ac:grpSpMkLst>
            <pc:docMk/>
            <pc:sldMk cId="1753391545" sldId="310"/>
            <ac:grpSpMk id="121" creationId="{67D98805-337A-5A0A-AA5C-F9C4C6E0D0B3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25" creationId="{1E7F891C-6CDE-927A-106D-F11E0339A23A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38" creationId="{2BE649B0-0B90-11B3-2F60-F1F45420E4B5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43" creationId="{D0D488BA-9D7C-CD22-2B21-3AD00CC5832B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48" creationId="{75EE29E7-5C79-62C9-D5A4-5238E25C89ED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154" creationId="{8C6273E3-7B7C-B76A-BFC8-A7D6397F5462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159" creationId="{E630A7E5-1561-A256-ABC1-BA8AE61B54EF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179" creationId="{A6D836D9-97EB-A213-4221-1C0E2BF498C7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184" creationId="{213B31FD-2909-6CDD-C75C-158053F77A89}"/>
          </ac:grpSpMkLst>
        </pc:grpChg>
        <pc:grpChg chg="del">
          <ac:chgData name="昕 许" userId="a2975fcd840abfc3" providerId="LiveId" clId="{49CCD4F9-177C-4270-9A14-60236FF377E8}" dt="2026-04-19T12:47:35.511" v="9387" actId="478"/>
          <ac:grpSpMkLst>
            <pc:docMk/>
            <pc:sldMk cId="1753391545" sldId="310"/>
            <ac:grpSpMk id="189" creationId="{FDD7DFF8-337F-2014-8069-F10822F4CC70}"/>
          </ac:grpSpMkLst>
        </pc:grpChg>
        <pc:grpChg chg="del">
          <ac:chgData name="昕 许" userId="a2975fcd840abfc3" providerId="LiveId" clId="{49CCD4F9-177C-4270-9A14-60236FF377E8}" dt="2026-04-19T12:47:35.511" v="9387" actId="478"/>
          <ac:grpSpMkLst>
            <pc:docMk/>
            <pc:sldMk cId="1753391545" sldId="310"/>
            <ac:grpSpMk id="194" creationId="{EC172912-D614-B370-0DD4-061479B5618D}"/>
          </ac:grpSpMkLst>
        </pc:grpChg>
        <pc:grpChg chg="del">
          <ac:chgData name="昕 许" userId="a2975fcd840abfc3" providerId="LiveId" clId="{49CCD4F9-177C-4270-9A14-60236FF377E8}" dt="2026-04-19T12:47:35.511" v="9387" actId="478"/>
          <ac:grpSpMkLst>
            <pc:docMk/>
            <pc:sldMk cId="1753391545" sldId="310"/>
            <ac:grpSpMk id="199" creationId="{B2914673-766B-7E39-7C8B-7C0B29B1245D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204" creationId="{04966452-D4DB-020F-1DCB-56E35C71981D}"/>
          </ac:grpSpMkLst>
        </pc:grpChg>
        <pc:grpChg chg="del">
          <ac:chgData name="昕 许" userId="a2975fcd840abfc3" providerId="LiveId" clId="{49CCD4F9-177C-4270-9A14-60236FF377E8}" dt="2026-04-19T12:47:33.931" v="9386" actId="478"/>
          <ac:grpSpMkLst>
            <pc:docMk/>
            <pc:sldMk cId="1753391545" sldId="310"/>
            <ac:grpSpMk id="209" creationId="{4549CE26-DA29-478D-28A6-1A9B46F63679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23" creationId="{8B76CFE9-5471-9E26-0740-FB4E57463EE7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28" creationId="{83245533-ED96-0570-9E1C-397B7EE0F63B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33" creationId="{91AB6FA2-E289-B5B4-6D86-B12C44E2B8E1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38" creationId="{52C993E3-4F9F-6DDF-896B-04207C2E979A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46" creationId="{7913CE6B-9DE1-F070-01CC-9C99BEC4A1C8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51" creationId="{71CA1759-24DB-F41E-401A-0E95345342CC}"/>
          </ac:grpSpMkLst>
        </pc:grpChg>
        <pc:grpChg chg="del">
          <ac:chgData name="昕 许" userId="a2975fcd840abfc3" providerId="LiveId" clId="{49CCD4F9-177C-4270-9A14-60236FF377E8}" dt="2026-04-19T12:47:54.231" v="9393" actId="478"/>
          <ac:grpSpMkLst>
            <pc:docMk/>
            <pc:sldMk cId="1753391545" sldId="310"/>
            <ac:grpSpMk id="258" creationId="{E6A2BD8D-6510-F04D-7BFD-5E49269C83AD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68" creationId="{0FA3F6B8-2B14-EDB5-DC7A-E1054D505316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73" creationId="{57490058-9FEC-F39E-1806-744CC800B0F3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90" creationId="{CA000BDE-6635-D403-F5E9-71512D408B33}"/>
          </ac:grpSpMkLst>
        </pc:grpChg>
        <pc:grpChg chg="mod">
          <ac:chgData name="昕 许" userId="a2975fcd840abfc3" providerId="LiveId" clId="{49CCD4F9-177C-4270-9A14-60236FF377E8}" dt="2026-04-19T12:49:06.791" v="9422" actId="1076"/>
          <ac:grpSpMkLst>
            <pc:docMk/>
            <pc:sldMk cId="1753391545" sldId="310"/>
            <ac:grpSpMk id="297" creationId="{498F5060-2181-0412-D462-9741208D3EB1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03" creationId="{AFF30B5B-5B47-DF7A-A834-50CB93459313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12" creationId="{32F6AE7A-8926-E22F-2CB8-BAE28B913426}"/>
          </ac:grpSpMkLst>
        </pc:grpChg>
        <pc:grpChg chg="del">
          <ac:chgData name="昕 许" userId="a2975fcd840abfc3" providerId="LiveId" clId="{49CCD4F9-177C-4270-9A14-60236FF377E8}" dt="2026-04-19T12:47:55.087" v="9394" actId="478"/>
          <ac:grpSpMkLst>
            <pc:docMk/>
            <pc:sldMk cId="1753391545" sldId="310"/>
            <ac:grpSpMk id="318" creationId="{1AFB0551-F423-7C78-3FB2-C1FE8ECDC748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28" creationId="{6A809022-81FE-2E24-0B9E-6970BADB4D66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38" creationId="{2A49CD4B-95AF-2134-B1B9-86575404CB4B}"/>
          </ac:grpSpMkLst>
        </pc:grpChg>
        <pc:cxnChg chg="add mod">
          <ac:chgData name="昕 许" userId="a2975fcd840abfc3" providerId="LiveId" clId="{49CCD4F9-177C-4270-9A14-60236FF377E8}" dt="2026-04-19T12:48:14.468" v="9407" actId="1037"/>
          <ac:cxnSpMkLst>
            <pc:docMk/>
            <pc:sldMk cId="1753391545" sldId="310"/>
            <ac:cxnSpMk id="2" creationId="{C3C29590-3518-554F-11E7-5721DA037DF5}"/>
          </ac:cxnSpMkLst>
        </pc:cxnChg>
        <pc:cxnChg chg="add mod">
          <ac:chgData name="昕 许" userId="a2975fcd840abfc3" providerId="LiveId" clId="{49CCD4F9-177C-4270-9A14-60236FF377E8}" dt="2026-04-19T12:49:06.791" v="9422" actId="1076"/>
          <ac:cxnSpMkLst>
            <pc:docMk/>
            <pc:sldMk cId="1753391545" sldId="310"/>
            <ac:cxnSpMk id="6" creationId="{EAE8D8FF-19C0-CFE0-DE97-4162F7DB1ABA}"/>
          </ac:cxnSpMkLst>
        </pc:cxnChg>
        <pc:cxnChg chg="add mod">
          <ac:chgData name="昕 许" userId="a2975fcd840abfc3" providerId="LiveId" clId="{49CCD4F9-177C-4270-9A14-60236FF377E8}" dt="2026-04-19T12:48:28.466" v="9414" actId="14100"/>
          <ac:cxnSpMkLst>
            <pc:docMk/>
            <pc:sldMk cId="1753391545" sldId="310"/>
            <ac:cxnSpMk id="9" creationId="{F85529D4-832F-9103-F08A-05783E67F1CD}"/>
          </ac:cxnSpMkLst>
        </pc:cxnChg>
        <pc:cxnChg chg="add mod">
          <ac:chgData name="昕 许" userId="a2975fcd840abfc3" providerId="LiveId" clId="{49CCD4F9-177C-4270-9A14-60236FF377E8}" dt="2026-04-19T12:50:24.641" v="9469" actId="1076"/>
          <ac:cxnSpMkLst>
            <pc:docMk/>
            <pc:sldMk cId="1753391545" sldId="310"/>
            <ac:cxnSpMk id="118" creationId="{E8566EF4-EA45-7E89-7CA7-128C5C12E983}"/>
          </ac:cxnSpMkLst>
        </pc:cxnChg>
        <pc:cxnChg chg="add mod">
          <ac:chgData name="昕 许" userId="a2975fcd840abfc3" providerId="LiveId" clId="{49CCD4F9-177C-4270-9A14-60236FF377E8}" dt="2026-04-19T12:50:27.309" v="9471" actId="1076"/>
          <ac:cxnSpMkLst>
            <pc:docMk/>
            <pc:sldMk cId="1753391545" sldId="310"/>
            <ac:cxnSpMk id="119" creationId="{FA480FFC-85A7-CB2D-B435-01CBED2E5E9E}"/>
          </ac:cxnSpMkLst>
        </pc:cxnChg>
        <pc:cxnChg chg="mod">
          <ac:chgData name="昕 许" userId="a2975fcd840abfc3" providerId="LiveId" clId="{49CCD4F9-177C-4270-9A14-60236FF377E8}" dt="2026-04-19T12:49:27.891" v="9451" actId="1076"/>
          <ac:cxnSpMkLst>
            <pc:docMk/>
            <pc:sldMk cId="1753391545" sldId="310"/>
            <ac:cxnSpMk id="327" creationId="{D1C7450D-8BF7-622D-DD8B-0B57C1313B5A}"/>
          </ac:cxnSpMkLst>
        </pc:cxnChg>
        <pc:cxnChg chg="mod">
          <ac:chgData name="昕 许" userId="a2975fcd840abfc3" providerId="LiveId" clId="{49CCD4F9-177C-4270-9A14-60236FF377E8}" dt="2026-04-19T12:49:29.712" v="9452" actId="1076"/>
          <ac:cxnSpMkLst>
            <pc:docMk/>
            <pc:sldMk cId="1753391545" sldId="310"/>
            <ac:cxnSpMk id="329" creationId="{AD442D83-EF3C-6CA6-C6F4-1ECDFF87CD5A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6:46.090"/>
    </inkml:context>
    <inkml:brush xml:id="br0">
      <inkml:brushProperty name="width" value="0.025" units="cm"/>
      <inkml:brushProperty name="height" value="0.025" units="cm"/>
      <inkml:brushProperty name="color" value="#ED7D31"/>
    </inkml:brush>
  </inkml:definitions>
  <inkml:trace contextRef="#ctx0" brushRef="#br0">8 1205 176 0 0,'-7'-6'13018'0'0,"7"0"-11251"0"0,14-24 3315 0 0,15-31-2490 0 0,9-30-27 0 0,-12 40-1890 0 0,-2 4 58 0 0,-17 33-641 0 0,0 1 0 0 0,14-20 0 0 0,0 0-127 0 0,18-25 24 0 0,-21 30 77 0 0,31-40 0 0 0,-13 20 22 0 0,-21 27-72 0 0,23-25 0 0 0,-21 26-32 0 0,17-24 0 0 0,-18 22 26 0 0,1 1 0 0 0,1 0 0 0 0,36-31 0 0 0,40-30-42 0 0,-79 70 4 0 0,1 1-1 0 0,0 0 0 0 0,32-15 0 0 0,-36 20 64 0 0,52-35 90 0 0,-44 27-165 0 0,38-19 0 0 0,-31 20 25 0 0,0 1-1 0 0,0 1 1 0 0,50-11 0 0 0,67-10 167 0 0,-79 23-176 0 0,105 1 1 0 0,-111 9-14 0 0,70-3-1 0 0,-86-2 91 0 0,77-4 178 0 0,4 0 71 0 0,-62 3-193 0 0,-10 3-117 0 0,0 3 0 0 0,53 9 0 0 0,-84-8 40 0 0,22 2 111 0 0,151 10 193 0 0,57-23 237 0 0,-171 8-425 0 0,216 8 464 0 0,-222 2-559 0 0,-38-4 40 0 0,41 0 0 0 0,-61-4-95 0 0,1 1 1 0 0,30 7-1 0 0,1 0 87 0 0,-31-6-54 0 0,0 2 1 0 0,26 9-1 0 0,3 1 52 0 0,-14-6 19 0 0,0 2-1 0 0,51 25 0 0 0,-80-34-102 0 0,0 0 1 0 0,-1 0-1 0 0,1 0 1 0 0,-1 0 0 0 0,0 0-1 0 0,0 1 1 0 0,0-1-1 0 0,4 6 1 0 0,-5-7-4 0 0,-1 1 6 0 0,0-1 0 0 0,0 1-1 0 0,1-1 1 0 0,-1 1 0 0 0,0-1 0 0 0,-1 1 0 0 0,1-1 0 0 0,0 1 0 0 0,0-1 0 0 0,-1 1 0 0 0,1-1 0 0 0,-1 1 0 0 0,1-1-1 0 0,-1 1 1 0 0,1-1 0 0 0,-1 0 0 0 0,0 1 0 0 0,0-1 0 0 0,-1 2 0 0 0,-2 3-8 0 0,-18 36 93 0 0,21-39-81 0 0,-1 0-1 0 0,1 0 1 0 0,-1 0-1 0 0,0 0 1 0 0,0 0-1 0 0,0-1 1 0 0,0 1-1 0 0,0-1 1 0 0,0 1-1 0 0,-6 3 1 0 0,-17 21 21 0 0,-42 27 38 0 0,-10 9-62 0 0,56-43-28 0 0,-21 24-1 0 0,25-21 11 0 0,14-17 14 0 0,-1 0 0 0 0,0-1 0 0 0,-1 0 0 0 0,1 0 1 0 0,-10 9-1 0 0,-44 41-35 0 0,46-46 46 0 0,1 2 1 0 0,1-1 0 0 0,-1 1-1 0 0,-9 15 1 0 0,0-1 0 0 0,-57 66-12 0 0,4-16 129 0 0,1-4-19 0 0,15-12-18 0 0,42-45-68 0 0,8-8-30 0 0,1 0 0 0 0,-1 1 0 0 0,1-1 0 0 0,1 2 0 0 0,-7 8 1 0 0,11-14 5 0 0,0 0 0 0 0,-1 0 1 0 0,0 0-1 0 0,0 0 0 0 0,1 0 1 0 0,-1 0-1 0 0,-4 2 0 0 0,-9 11-9 0 0,12-10-6 0 0,-8 11-273 0 0,-6 2 394 0 0,14-11-7566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6:47.223"/>
    </inkml:context>
    <inkml:brush xml:id="br0">
      <inkml:brushProperty name="width" value="0.025" units="cm"/>
      <inkml:brushProperty name="height" value="0.025" units="cm"/>
      <inkml:brushProperty name="color" value="#ED7D31"/>
    </inkml:brush>
  </inkml:definitions>
  <inkml:trace contextRef="#ctx0" brushRef="#br0">58 3 84 0 0,'0'-2'21363'0'0,"-1"8"-21105"0"0,0 1 0 0 0,0 0 0 0 0,-1-1 0 0 0,0 0 0 0 0,0 1 0 0 0,-4 5 0 0 0,-4 17 167 0 0,1 0-74 0 0,4-18-178 0 0,2 1 0 0 0,0-1 0 0 0,0 1 0 0 0,1 0-1 0 0,0 16 1 0 0,-1-16-155 0 0,1 2 561 0 0,2-14-570 0 0,1 1 0 0 0,-1-1 0 0 0,1 0 0 0 0,-1 1-1 0 0,1-1 1 0 0,-1 0 0 0 0,1 0 0 0 0,-1 1 0 0 0,1-1 0 0 0,-1 0 0 0 0,1 0 0 0 0,-1 0 0 0 0,1 1-1 0 0,-1-1 1 0 0,1 0 0 0 0,-1 0 0 0 0,1 0 0 0 0,0 0 0 0 0,-1 0 0 0 0,1 0 0 0 0,-1 0 0 0 0,1 0-1 0 0,-1-1 1 0 0,1 1 0 0 0,-1 0 0 0 0,1 0 0 0 0,-1 0 0 0 0,1 0 0 0 0,0-1 0 0 0,19-4 109 0 0,-1-1 0 0 0,0 0 1 0 0,30-15-1 0 0,-24 5 2 0 0,7-2-17 0 0,39-5-39 0 0,-94 26-10787 0 0,10-1 5776 0 0,0 0 0 0 0,-16 5 0 0 0,29-7 4197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11.414"/>
    </inkml:context>
    <inkml:brush xml:id="br0">
      <inkml:brushProperty name="width" value="0.035" units="cm"/>
      <inkml:brushProperty name="height" value="0.035" units="cm"/>
      <inkml:brushProperty name="color" value="#4472C4"/>
    </inkml:brush>
  </inkml:definitions>
  <inkml:trace contextRef="#ctx0" brushRef="#br0">58 1 76 0 0,'-8'15'460'0'0,"0"-1"-58"0"0,1-1 0 0 0,-2 0 1 0 0,-13 16-1 0 0,22-28-486 0 0,-1 0 0 0 0,1-1 0 0 0,-1 1 0 0 0,1 0 0 0 0,0-1 1 0 0,-1 1-1 0 0,1 0 0 0 0,0 0 0 0 0,0-1 0 0 0,0 1 0 0 0,-1 0 0 0 0,1 0 0 0 0,0-1 0 0 0,0 1 1 0 0,0 0-1 0 0,0 0 0 0 0,0-1 0 0 0,0 1 0 0 0,0 0 0 0 0,1 0 0 0 0,-1 0 0 0 0,0 3-115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12.963"/>
    </inkml:context>
    <inkml:brush xml:id="br0">
      <inkml:brushProperty name="width" value="0.035" units="cm"/>
      <inkml:brushProperty name="height" value="0.035" units="cm"/>
      <inkml:brushProperty name="color" value="#4472C4"/>
    </inkml:brush>
  </inkml:definitions>
  <inkml:trace contextRef="#ctx0" brushRef="#br0">1 18 44 0 0,'4'0'15089'0'0,"2"3"-10376"0"0,2 0-3593 0 0,11 4-384 0 0,40 9 411 0 0,-18-4-815 0 0,21 5 392 0 0,-42-11-408 0 0,0 0-1 0 0,0-1 1 0 0,1-1-1 0 0,38 2 1 0 0,-27-8 41 0 0,51-8-1 0 0,-16 1-121 0 0,113 0-11 0 0,54 2-139 0 0,-182 8-50 0 0,-13-3 104 0 0,66-12-1 0 0,-52 5-108 0 0,127-20-34 0 0,-154 26-26 0 0,10-3-11 0 0,-28 5 35 0 0,-1 0 1 0 0,0 0-1 0 0,0 1 1 0 0,1-1-1 0 0,-1 1 0 0 0,8 2 1 0 0,6-1 39 0 0,-19-1-32 0 0,12-1-19 0 0,1 2 1 0 0,21 3-1 0 0,-26-2 516 0 0,0 1-2292 0 0,-3-1-3235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13.565"/>
    </inkml:context>
    <inkml:brush xml:id="br0">
      <inkml:brushProperty name="width" value="0.035" units="cm"/>
      <inkml:brushProperty name="height" value="0.035" units="cm"/>
      <inkml:brushProperty name="color" value="#4472C4"/>
    </inkml:brush>
  </inkml:definitions>
  <inkml:trace contextRef="#ctx0" brushRef="#br0">0 7 108 0 0,'2'-6'9510'0'0,"4"9"-6218"0"0,2 2-3255 0 0,19 12 2013 0 0,48 39 0 0 0,-13-9-1411 0 0,-62-46-613 0 0,0-1-1 0 0,1 0 0 0 0,-1 1 0 0 0,0-1 0 0 0,1 0 1 0 0,-1 1-1 0 0,0-1 0 0 0,1 0 0 0 0,-1 1 0 0 0,0-1 1 0 0,0 1-1 0 0,0-1 0 0 0,1 1 0 0 0,-1-1 0 0 0,0 0 1 0 0,0 1-1 0 0,0-1 0 0 0,0 1 0 0 0,0-1 0 0 0,0 1 1 0 0,0-1-1 0 0,0 1 0 0 0,0-1 0 0 0,0 1 0 0 0,0-1 1 0 0,0 1-1 0 0,0 0 0 0 0,-9 15 840 0 0,-20 14 748 0 0,24-26-1332 0 0,-30 28 899 0 0,22-21-795 0 0,0 0 1 0 0,2 0-1 0 0,-18 21 1 0 0,38-53-12030 0 0,-8 14 9779 0 0,0 0 1 0 0,-1 0-1 0 0,0 0 0 0 0,-1-10 1 0 0,0 1-53 0 0,-1 11 1212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35.20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12 8 64 0 0,'-11'-7'19166'0'0,"34"43"-17336"0"0,-2 2 0 0 0,32 77-1 0 0,-37-75-1726 0 0,2-1-1 0 0,45 73 0 0 0,-46-86-95 0 0,-14-19-136 0 0,0-1 0 0 0,1 0 0 0 0,0-1 0 0 0,0 1 0 0 0,0-1 0 0 0,1 1 0 0 0,6 4 1 0 0,-13-10-1720 0 0,0 0 1086 0 0,0 0 1 0 0,0 0-1 0 0,0-1 0 0 0,0 0 1 0 0,0 1-1 0 0,0-1 1 0 0,0 0-1 0 0,0 0 1 0 0,1 0-1 0 0,-1 0 0 0 0,0 0 1 0 0,1 0-1 0 0,-1 0 1 0 0,1-1-1 0 0,-1 1 0 0 0,1 0 1 0 0,-1-1-1 0 0,0-1 1 0 0,-1-1-19 0 0,1 0 0 0 0,0 1 1 0 0,0-1-1 0 0,0 0 1 0 0,0 0-1 0 0,0 0 1 0 0,1 0-1 0 0,-1-5 0 0 0,0 2 253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35.52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319 23 320 0 0,'-1'-11'-17'0'0,"-3"0"5519"0"0,-1 11-8 0 0,-2 12-3252 0 0,6-10-2129 0 0,-30 71 4344 0 0,-65 112-1 0 0,46-108-3310 0 0,15-25-504 0 0,-47 94-1 0 0,78-134 169 0 0,2 0-3486 0 0,11-19-8318 0 0,-8 4 10414 0 0,0 0 1 0 0,0 0 0 0 0,0 1-1 0 0,-1-1 1 0 0,1 0-1 0 0,-1 0 1 0 0,1 0-1 0 0,-1 0 1 0 0,0 0 0 0 0,0 0-1 0 0,-1 0 1 0 0,1 1-1 0 0,0-1 1 0 0,-1 0-1 0 0,0 0 1 0 0,0 0 0 0 0,0 1-1 0 0,-2-6 1 0 0,-1 2-124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58.076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10 6 308 0 0,'-1'-6'10937'0'0,"4"7"-9967"0"0,-2 0-1442 0 0,0 2 538 0 0,-1-1 0 0 0,1 1 0 0 0,-1 0-1 0 0,1 1 1 0 0,-1-1 0 0 0,0 0 0 0 0,0 0 0 0 0,-1 5 0 0 0,1-3-24 0 0,0 21 46 0 0,-2 0 0 0 0,-5 38 0 0 0,2-52-1281 0 0,4-30-2413 0 0,6-31-3282 0 0,-4 44 6432 0 0,-1 2 69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58.450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0 2 260 0 0,'0'-1'6935'0'0,"5"4"-6919"0"0,-1 0 1 0 0,1-1-1 0 0,0 1 1 0 0,-1-1-1 0 0,1 0 1 0 0,0 0 0 0 0,1 0-1 0 0,-1-1 1 0 0,0 0-1 0 0,0 0 1 0 0,0 0-1 0 0,1-1 1 0 0,-1 0 0 0 0,0 0-1 0 0,1 0 1 0 0,-1 0-1 0 0,0-1 1 0 0,1 0-1 0 0,-1 0 1 0 0,0-1-1 0 0,0 1 1 0 0,0-1 0 0 0,0 0-1 0 0,8-5 329 0 0,-52 6-3637 0 0,27-3-842 0 0,12 4 3855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7:58.731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9 4 64 0 0,'-2'-1'329'0'0,"-3"-2"6032"0"0,7 88-3221 0 0,0 4-3016 0 0,-2-89-142 0 0,-1-1-230 0 0,1 1 133 0 0,0 0 0 0 0,-1-1 0 0 0,1 1 0 0 0,-1-1 0 0 0,1 1 0 0 0,0-1 0 0 0,-1 1-1 0 0,1-1 1 0 0,0 1 0 0 0,-1-1 0 0 0,1 1 0 0 0,0-1 0 0 0,0 1 0 0 0,0-1 0 0 0,-1 1-1 0 0,1-1 1 0 0,0 0 0 0 0,0 1 0 0 0,0-1 0 0 0,0 1 0 0 0,0-1 0 0 0,0 1-1 0 0,0-1 1 0 0,0 0 0 0 0,0 1 0 0 0,1-1 0 0 0,-1 1 0 0 0,0-1 0 0 0,0 1 0 0 0,0-1-1 0 0,1 0 1 0 0,-1 0 0 0 0,7-21-2751 0 0,8-9 142 0 0,-10 25 2377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1.390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38 11 32 0 0,'-8'-5'2716'0'0,"2"1"1563"0"0,19 3-3652 0 0,-12 1-625 0 0,5 0-8 0 0,0-1-1 0 0,-1 2 1 0 0,1-1 0 0 0,0 1 0 0 0,-1 0-1 0 0,9 2 1 0 0,-13-2 18 0 0,0-1 0 0 0,0 1 0 0 0,0-1-1 0 0,0 1 1 0 0,0 0 0 0 0,0 0 0 0 0,0-1-1 0 0,0 1 1 0 0,-1 0 0 0 0,1 0 0 0 0,0 0-1 0 0,0 0 1 0 0,-1 0 0 0 0,1 0 0 0 0,0 0-1 0 0,-1 0 1 0 0,1 0 0 0 0,-1 0 0 0 0,1 0-1 0 0,-1 1 1 0 0,0-1 0 0 0,0 0 0 0 0,1 0 0 0 0,-1 0-1 0 0,0 0 1 0 0,0 1 0 0 0,0-1 0 0 0,0 0-1 0 0,0 0 1 0 0,0 0 0 0 0,-1 1 0 0 0,1-1-1 0 0,0 0 1 0 0,-1 0 0 0 0,1 0 0 0 0,-1 2-1 0 0,-4 10 157 0 0,-1 0 0 0 0,0-1-1 0 0,0 0 1 0 0,-1 0 0 0 0,-1 0-1 0 0,0-1 1 0 0,0 0 0 0 0,-2 0 0 0 0,-17 17-1 0 0,19-21-122 0 0,11-8-5 0 0,16-3-15 0 0,-3 1 98 0 0,0-1-1 0 0,32-10 1 0 0,6-3 87 0 0,-54 17-209 0 0,0 0 1 0 0,1 0-1 0 0,-1 0 1 0 0,0 0-1 0 0,1 0 1 0 0,-1 0-1 0 0,0 0 1 0 0,1 0-1 0 0,-1 0 1 0 0,0 0-1 0 0,1 0 1 0 0,-1 0-1 0 0,0 1 1 0 0,0-1-1 0 0,1 0 1 0 0,-1 0-1 0 0,0 0 1 0 0,0 0-1 0 0,1 1 0 0 0,-1-1 1 0 0,0 0-1 0 0,0 0 1 0 0,0 0-1 0 0,1 1 1 0 0,-1-1-1 0 0,0 0 1 0 0,0 0-1 0 0,0 1 1 0 0,0-1-1 0 0,1 0 1 0 0,-1 1-1 0 0,0-1 1 0 0,0 0-1 0 0,0 0 1 0 0,0 1-1 0 0,0-1 1 0 0,0 0-1 0 0,0 1 1 0 0,0-1-1 0 0,0 0 1 0 0,0 1-1 0 0,0-1 1 0 0,0 1-16 0 0,0-1 0 0 0,0 0-1 0 0,0 0 1 0 0,0 0 0 0 0,0 1 0 0 0,0-1 0 0 0,0 0 0 0 0,0 0-1 0 0,0 1 1 0 0,0-1 0 0 0,0 0 0 0 0,0 0 0 0 0,0 0 0 0 0,0 1 0 0 0,0-1-1 0 0,0 0 1 0 0,0 0 0 0 0,0 0 0 0 0,0 1 0 0 0,1-1 0 0 0,-1 0 0 0 0,0 0-1 0 0,0 0 1 0 0,0 1 0 0 0,0-1 0 0 0,1 0 0 0 0,-1 0 0 0 0,0 0-1 0 0,0 0 1 0 0,0 0 0 0 0,0 0 0 0 0,1 1 0 0 0,-1-1 0 0 0,0 0 0 0 0,0 0-1 0 0,1 0 1 0 0,-1 0 0 0 0,0 0 0 0 0,0 0 0 0 0,0 0 0 0 0,1 0-1 0 0,-1 0 1 0 0,0 0 0 0 0,0 0 0 0 0,1 0 0 0 0,0-1-182 0 0,-1 1 1 0 0,1-1-1 0 0,-1 1 0 0 0,1-1 1 0 0,-1 1-1 0 0,1-1 1 0 0,-1 0-1 0 0,1 0 0 0 0,-1 1 1 0 0,1-1-1 0 0,-1 0 0 0 0,0 1 1 0 0,1-1-1 0 0,-1 0 1 0 0,0 0-1 0 0,0 0 0 0 0,0 1 1 0 0,0-1-1 0 0,1 0 1 0 0,-1-1-1 0 0,0-21-4361 0 0,0 20 3728 0 0,0 1 514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1.701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1 62 104 0 0,'9'-2'7400'0'0,"26"6"-5762"0"0,15 1-2167 0 0,-47-5 538 0 0,0-1 0 0 0,0 1 0 0 0,-1-1-1 0 0,1 1 1 0 0,0-1 0 0 0,0 0 0 0 0,-1 0-1 0 0,1-1 1 0 0,0 1 0 0 0,-1 0-1 0 0,1-1 1 0 0,-1 0 0 0 0,0 1 0 0 0,5-5-1 0 0,-7 5-65 0 0,1 1 1 0 0,-1-1-1 0 0,1 0 0 0 0,-1 0 0 0 0,1 1 1 0 0,-1-1-1 0 0,0 0 0 0 0,1 0 0 0 0,-1 0 0 0 0,0 1 1 0 0,0-1-1 0 0,1 0 0 0 0,-1 0 0 0 0,0 0 0 0 0,0 0 1 0 0,0 0-1 0 0,0 0 0 0 0,0 0 0 0 0,-1-1 0 0 0,1 0-200 0 0,-1 1-1 0 0,0-1 0 0 0,1 1 0 0 0,-1-1 0 0 0,0 1 0 0 0,0-1 0 0 0,0 1 0 0 0,0 0 0 0 0,-1-1 0 0 0,1 1 0 0 0,0 0 0 0 0,0 0 1 0 0,-1 0-1 0 0,-1-1 0 0 0,-11-6-2883 0 0,11 7 2778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1.934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13 1 284 0 0,'-2'10'6179'0'0,"1"31"-5577"0"0,0-12-215 0 0,-2 12-170 0 0,-1 22 227 0 0,2-21-3294 0 0,3-47 2071 0 0,1-1-1 0 0,-1 1 0 0 0,1 0 1 0 0,-1 0-1 0 0,4-4 0 0 0,-2 2 371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2.227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17 9 168 0 0,'6'-9'3197'0'0,"-8"20"613"0"0,0 3-3907 0 0,-9 133 2126 0 0,3-42-1684 0 0,8-105-391 0 0,0 0 0 0 0,0 0 0 0 0,0 0 1 0 0,0 0-1 0 0,1 0 0 0 0,-1 0 1 0 0,0 0-1 0 0,0 0 0 0 0,0 0 0 0 0,0 0 1 0 0,0 0-1 0 0,0 0 0 0 0,0 0 1 0 0,0 0-1 0 0,0 0 0 0 0,0 0 0 0 0,0 0 1 0 0,0 0-1 0 0,0 0 0 0 0,1 0 1 0 0,-1 0-1 0 0,0 0 0 0 0,0 0 1 0 0,0 0-1 0 0,0 0 0 0 0,0 0 0 0 0,0 0 1 0 0,0 0-1 0 0,0 0 0 0 0,0 0 1 0 0,0 0-1 0 0,0 0 0 0 0,0 0 0 0 0,1 0 1 0 0,-1 0-1 0 0,0 0 0 0 0,0 0 1 0 0,0 0-1 0 0,0 0 0 0 0,0 0 0 0 0,0 0 1 0 0,0 0-1 0 0,0 0 0 0 0,0 0 1 0 0,0 0-1 0 0,0 1 0 0 0,0-1 1 0 0,0 0-1 0 0,0 0 0 0 0,0 0 0 0 0,0 0 1 0 0,0 0-1 0 0,0 0 0 0 0,0 0 1 0 0,0 0-1 0 0,0 0 0 0 0,0 0 0 0 0,0 1 1 0 0,7-12-2030 0 0,6-14-626 0 0,-3 8 1266 0 0,-6 11 1079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2.524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11 1 228 0 0,'-11'2'5927'0'0,"25"3"-5019"0"0,27 2-1410 0 0,-37-7 520 0 0,-1-1 0 0 0,1 1 0 0 0,0-1 0 0 0,0 0 0 0 0,-1 0 0 0 0,1 0 0 0 0,6-3 0 0 0,2-1-36 0 0,-14 5-648 0 0,-1 0 0 0 0,1 1 0 0 0,0-1 0 0 0,-1 1 0 0 0,1-1 0 0 0,0 1 0 0 0,0 0 0 0 0,-4 2 0 0 0,2-1 273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2.758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19 17 28 0 0,'-5'3'-270'0'0,"-8"8"4217"0"0,13-11-3810 0 0,1 1 0 0 0,0-1 0 0 0,-1 0 0 0 0,1 0 1 0 0,0 1-1 0 0,-1-1 0 0 0,1 0 0 0 0,0 0 1 0 0,-1 0-1 0 0,1 0 0 0 0,0 0 0 0 0,-1 0 0 0 0,1 0 1 0 0,0 0-1 0 0,0 0 0 0 0,-1 0 0 0 0,1 0 1 0 0,0-1-1 0 0,-1 1 0 0 0,1 0 0 0 0,0 0 0 0 0,0-1 1 0 0,105-14 553 0 0,-61 12-3281 0 0,-45 3 2438 0 0,-1-1 0 0 0,1 1 1 0 0,-1 0-1 0 0,1 0 0 0 0,-1 0 1 0 0,1-1-1 0 0,-1 1 0 0 0,1 0 1 0 0,0-1-1 0 0,-1 1 0 0 0,1 0 0 0 0,0-1 1 0 0,-1 1-1 0 0,1 0 0 0 0,0-1 1 0 0,-1 1-1 0 0,1-1 0 0 0,0 1 1 0 0,0-1-1 0 0,-1 1 0 0 0,1-1 1 0 0,0 1-1 0 0,0-1 0 0 0,0 1 0 0 0,0-1 1 0 0,0 1-1 0 0,0-1 0 0 0,0 0 1 0 0,0 1-252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3.146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46 43 192 0 0,'3'-42'5547'0'0,"0"44"-3795"0"0,-2 7-1728 0 0,-5 8 351 0 0,0-1 0 0 0,-15 32 0 0 0,12-31-229 0 0,1 0 1 0 0,-6 25 0 0 0,12-42-147 0 0,-1 1 1 0 0,1-1-1 0 0,0 1 1 0 0,0-1-1 0 0,0 1 1 0 0,0-1-1 0 0,0 1 1 0 0,0-1-1 0 0,0 1 1 0 0,0-1-1 0 0,1 1 1 0 0,-1-1-1 0 0,0 1 1 0 0,0-1-1 0 0,0 0 1 0 0,0 1-1 0 0,1-1 1 0 0,-1 1-1 0 0,0-1 1 0 0,0 1-1 0 0,1-1 1 0 0,-1 0-1 0 0,0 1 1 0 0,1-1-1 0 0,-1 0 1 0 0,1 1-1 0 0,0 0 1 0 0,16 3 19 0 0,23-7 33 0 0,-35 3-42 0 0,30-6-4 0 0,0-1 1 0 0,60-21-1 0 0,-96 28-48 0 0,1 0 1 0 0,0 0-1 0 0,0 0 0 0 0,0 0 0 0 0,0-1 1 0 0,0 1-1 0 0,0 0 0 0 0,0 0 0 0 0,0 0 1 0 0,-1 0-1 0 0,1 0 0 0 0,0 0 0 0 0,0 0 1 0 0,0 0-1 0 0,0 0 0 0 0,0-1 0 0 0,0 1 0 0 0,0 0 1 0 0,0 0-1 0 0,0 0 0 0 0,0 0 0 0 0,0 0 1 0 0,0 0-1 0 0,0 0 0 0 0,0 0 0 0 0,0-1 1 0 0,0 1-1 0 0,0 0 0 0 0,0 0 0 0 0,0 0 1 0 0,0 0-1 0 0,0 0 0 0 0,0 0 0 0 0,0-1 1 0 0,0 1-1 0 0,0 0 0 0 0,0 0 0 0 0,0 0 0 0 0,0 0 1 0 0,0 0-1 0 0,0 0 0 0 0,0 0 0 0 0,0 0 1 0 0,0 0-1 0 0,1-1 0 0 0,-1 1 0 0 0,0 0 1 0 0,0 0-1 0 0,0 0 0 0 0,0 0 0 0 0,0 0 1 0 0,0 0-1 0 0,0 0 0 0 0,0 0 0 0 0,1 0 1 0 0,-1 0-1 0 0,0 0 0 0 0,0 0 0 0 0,-17-5-3277 0 0,-1 0 577 0 0,14 3 2313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3.364"/>
    </inkml:context>
    <inkml:brush xml:id="br0">
      <inkml:brushProperty name="width" value="0.035" units="cm"/>
      <inkml:brushProperty name="height" value="0.035" units="cm"/>
      <inkml:brushProperty name="color" value="#ED7D31"/>
    </inkml:brush>
  </inkml:definitions>
  <inkml:trace contextRef="#ctx0" brushRef="#br0">37 1 128 0 0,'-1'1'311'0'0,"-1"-1"-1"0"0,1 1 1 0 0,0 0 0 0 0,-1 0-1 0 0,1 0 1 0 0,0 0 0 0 0,0 0-1 0 0,0 1 1 0 0,0-1 0 0 0,0 0-1 0 0,0 0 1 0 0,0 1 0 0 0,0-1-1 0 0,1 1 1 0 0,-1-1-1 0 0,0 1 1 0 0,1-1 0 0 0,-1 1-1 0 0,1-1 1 0 0,0 1 0 0 0,-1-1-1 0 0,1 1 1 0 0,0 2 0 0 0,0 49-136 0 0,1-24 644 0 0,-17 226 2330 0 0,15-233-4939 0 0,1-39-4095 0 0,4-23 2647 0 0,-3 29 2632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9T12:18:0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2 185 76 0 0,'-2'1'6557'0'0,"18"-14"-6245"0"0,0 0-1 0 0,15-18 1 0 0,16-14-263 0 0,-21 20-15 0 0,-21 19-39 0 0,1 0 0 0 0,0 0 0 0 0,0 1-1 0 0,1-1 1 0 0,-1 1 0 0 0,1 1-1 0 0,0 0 1 0 0,1 0 0 0 0,-1 0 0 0 0,13-4-1 0 0,-20 8 6 0 0,0 0 0 0 0,1 0-1 0 0,-1 0 1 0 0,0 0-1 0 0,1-1 1 0 0,-1 1 0 0 0,0 0-1 0 0,0 0 1 0 0,1 0-1 0 0,-1 0 1 0 0,0 1 0 0 0,1-1-1 0 0,-1 0 1 0 0,0 0-1 0 0,0 0 1 0 0,1 0 0 0 0,-1 0-1 0 0,0 0 1 0 0,0 0-1 0 0,1 0 1 0 0,-1 1 0 0 0,0-1-1 0 0,0 0 1 0 0,1 0-1 0 0,-1 0 1 0 0,0 0 0 0 0,0 1-1 0 0,0-1 1 0 0,1 0-1 0 0,-1 0 1 0 0,0 1 0 0 0,0-1-1 0 0,0 0 1 0 0,0 0-1 0 0,0 1 1 0 0,1-1 0 0 0,-1 0-1 0 0,0 0 1 0 0,0 1-1 0 0,0-1 1 0 0,0 0 0 0 0,0 1-1 0 0,0-1 1 0 0,0 0-1 0 0,0 0 1 0 0,0 1 0 0 0,0-1-1 0 0,0 0 1 0 0,0 1-1 0 0,-4 14 6 0 0,3-14-9 0 0,-8 33 5 0 0,1 0 0 0 0,1 1 0 0 0,2-1 0 0 0,2 1 0 0 0,1 51 0 0 0,1-72-797 0 0,-2-23-2622 0 0,-5-19 777 0 0,3 21 2184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7.png"/><Relationship Id="rId5" Type="http://schemas.openxmlformats.org/officeDocument/2006/relationships/image" Target="../media/image30.png"/><Relationship Id="rId10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9" Type="http://schemas.openxmlformats.org/officeDocument/2006/relationships/customXml" Target="../ink/ink15.xml"/><Relationship Id="rId21" Type="http://schemas.openxmlformats.org/officeDocument/2006/relationships/customXml" Target="../ink/ink6.xml"/><Relationship Id="rId34" Type="http://schemas.openxmlformats.org/officeDocument/2006/relationships/image" Target="../media/image35.png"/><Relationship Id="rId42" Type="http://schemas.openxmlformats.org/officeDocument/2006/relationships/image" Target="../media/image39.png"/><Relationship Id="rId47" Type="http://schemas.openxmlformats.org/officeDocument/2006/relationships/customXml" Target="../ink/ink19.xml"/><Relationship Id="rId7" Type="http://schemas.openxmlformats.org/officeDocument/2006/relationships/image" Target="../media/image9.png"/><Relationship Id="rId2" Type="http://schemas.openxmlformats.org/officeDocument/2006/relationships/image" Target="../media/image27.png"/><Relationship Id="rId16" Type="http://schemas.openxmlformats.org/officeDocument/2006/relationships/image" Target="../media/image21.png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customXml" Target="../ink/ink1.xml"/><Relationship Id="rId24" Type="http://schemas.openxmlformats.org/officeDocument/2006/relationships/image" Target="../media/image25.png"/><Relationship Id="rId32" Type="http://schemas.openxmlformats.org/officeDocument/2006/relationships/image" Target="../media/image34.png"/><Relationship Id="rId37" Type="http://schemas.openxmlformats.org/officeDocument/2006/relationships/customXml" Target="../ink/ink14.xml"/><Relationship Id="rId40" Type="http://schemas.openxmlformats.org/officeDocument/2006/relationships/image" Target="../media/image38.png"/><Relationship Id="rId45" Type="http://schemas.openxmlformats.org/officeDocument/2006/relationships/customXml" Target="../ink/ink18.xml"/><Relationship Id="rId5" Type="http://schemas.openxmlformats.org/officeDocument/2006/relationships/image" Target="../media/image30.png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32.png"/><Relationship Id="rId36" Type="http://schemas.openxmlformats.org/officeDocument/2006/relationships/image" Target="../media/image36.png"/><Relationship Id="rId10" Type="http://schemas.openxmlformats.org/officeDocument/2006/relationships/image" Target="../media/image14.png"/><Relationship Id="rId19" Type="http://schemas.openxmlformats.org/officeDocument/2006/relationships/customXml" Target="../ink/ink5.xml"/><Relationship Id="rId31" Type="http://schemas.openxmlformats.org/officeDocument/2006/relationships/customXml" Target="../ink/ink11.xml"/><Relationship Id="rId44" Type="http://schemas.openxmlformats.org/officeDocument/2006/relationships/image" Target="../media/image40.png"/><Relationship Id="rId4" Type="http://schemas.openxmlformats.org/officeDocument/2006/relationships/image" Target="../media/image29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9.xml"/><Relationship Id="rId30" Type="http://schemas.openxmlformats.org/officeDocument/2006/relationships/image" Target="../media/image33.png"/><Relationship Id="rId35" Type="http://schemas.openxmlformats.org/officeDocument/2006/relationships/customXml" Target="../ink/ink13.xml"/><Relationship Id="rId43" Type="http://schemas.openxmlformats.org/officeDocument/2006/relationships/customXml" Target="../ink/ink17.xml"/><Relationship Id="rId48" Type="http://schemas.openxmlformats.org/officeDocument/2006/relationships/image" Target="../media/image42.png"/><Relationship Id="rId8" Type="http://schemas.openxmlformats.org/officeDocument/2006/relationships/image" Target="../media/image10.png"/><Relationship Id="rId3" Type="http://schemas.openxmlformats.org/officeDocument/2006/relationships/image" Target="../media/image28.png"/><Relationship Id="rId12" Type="http://schemas.openxmlformats.org/officeDocument/2006/relationships/image" Target="../media/image18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33" Type="http://schemas.openxmlformats.org/officeDocument/2006/relationships/customXml" Target="../ink/ink12.xml"/><Relationship Id="rId38" Type="http://schemas.openxmlformats.org/officeDocument/2006/relationships/image" Target="../media/image37.png"/><Relationship Id="rId46" Type="http://schemas.openxmlformats.org/officeDocument/2006/relationships/image" Target="../media/image41.png"/><Relationship Id="rId20" Type="http://schemas.openxmlformats.org/officeDocument/2006/relationships/image" Target="../media/image23.png"/><Relationship Id="rId41" Type="http://schemas.openxmlformats.org/officeDocument/2006/relationships/customXml" Target="../ink/ink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28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7.png"/><Relationship Id="rId5" Type="http://schemas.openxmlformats.org/officeDocument/2006/relationships/image" Target="../media/image30.png"/><Relationship Id="rId10" Type="http://schemas.openxmlformats.org/officeDocument/2006/relationships/image" Target="../media/image46.png"/><Relationship Id="rId4" Type="http://schemas.openxmlformats.org/officeDocument/2006/relationships/image" Target="../media/image29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8.png"/><Relationship Id="rId7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29.png"/><Relationship Id="rId9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11.png"/><Relationship Id="rId7" Type="http://schemas.openxmlformats.org/officeDocument/2006/relationships/image" Target="../media/image24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1.png"/><Relationship Id="rId4" Type="http://schemas.openxmlformats.org/officeDocument/2006/relationships/image" Target="../media/image610.png"/><Relationship Id="rId9" Type="http://schemas.openxmlformats.org/officeDocument/2006/relationships/image" Target="../media/image2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0.png"/><Relationship Id="rId5" Type="http://schemas.openxmlformats.org/officeDocument/2006/relationships/image" Target="../media/image30.png"/><Relationship Id="rId10" Type="http://schemas.openxmlformats.org/officeDocument/2006/relationships/image" Target="../media/image350.png"/><Relationship Id="rId4" Type="http://schemas.openxmlformats.org/officeDocument/2006/relationships/image" Target="../media/image29.png"/><Relationship Id="rId9" Type="http://schemas.openxmlformats.org/officeDocument/2006/relationships/image" Target="../media/image3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28.png"/><Relationship Id="rId7" Type="http://schemas.openxmlformats.org/officeDocument/2006/relationships/image" Target="../media/image38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410.png"/><Relationship Id="rId4" Type="http://schemas.openxmlformats.org/officeDocument/2006/relationships/image" Target="../media/image29.png"/><Relationship Id="rId9" Type="http://schemas.openxmlformats.org/officeDocument/2006/relationships/image" Target="../media/image4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11.png"/><Relationship Id="rId21" Type="http://schemas.openxmlformats.org/officeDocument/2006/relationships/image" Target="../media/image74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9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0.png"/><Relationship Id="rId11" Type="http://schemas.openxmlformats.org/officeDocument/2006/relationships/image" Target="../media/image560.png"/><Relationship Id="rId24" Type="http://schemas.openxmlformats.org/officeDocument/2006/relationships/image" Target="../media/image77.png"/><Relationship Id="rId5" Type="http://schemas.openxmlformats.org/officeDocument/2006/relationships/image" Target="../media/image530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4.png"/><Relationship Id="rId19" Type="http://schemas.openxmlformats.org/officeDocument/2006/relationships/image" Target="../media/image72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" Type="http://schemas.openxmlformats.org/officeDocument/2006/relationships/image" Target="../media/image510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0.png"/><Relationship Id="rId4" Type="http://schemas.openxmlformats.org/officeDocument/2006/relationships/image" Target="../media/image62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8755-F3AE-098A-B941-8C27E997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BD6317CD-0C90-BFF4-7214-B5C647B3B460}"/>
              </a:ext>
            </a:extLst>
          </p:cNvPr>
          <p:cNvSpPr txBox="1"/>
          <p:nvPr/>
        </p:nvSpPr>
        <p:spPr>
          <a:xfrm>
            <a:off x="1826838" y="858208"/>
            <a:ext cx="21291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BFS</a:t>
            </a:r>
            <a:r>
              <a:rPr lang="zh-CN" altLang="en-US" sz="1100" b="1" dirty="0"/>
              <a:t>求解单源最短路的基本流程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F66945-243D-049C-4FD9-C89E9E432117}"/>
                  </a:ext>
                </a:extLst>
              </p:cNvPr>
              <p:cNvSpPr txBox="1"/>
              <p:nvPr/>
            </p:nvSpPr>
            <p:spPr>
              <a:xfrm>
                <a:off x="1864906" y="1307956"/>
                <a:ext cx="18451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1.</a:t>
                </a:r>
                <a:r>
                  <a:rPr lang="zh-CN" altLang="en-US" sz="1100" b="1" dirty="0"/>
                  <a:t>初始化队列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𝒒𝒖𝒆𝒖𝒆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F66945-243D-049C-4FD9-C89E9E432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6" y="1307956"/>
                <a:ext cx="1845185" cy="261610"/>
              </a:xfrm>
              <a:prstGeom prst="rect">
                <a:avLst/>
              </a:prstGeom>
              <a:blipFill>
                <a:blip r:embed="rId2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3F564B-6D39-C3DB-AE95-9BA04B77F30B}"/>
                  </a:ext>
                </a:extLst>
              </p:cNvPr>
              <p:cNvSpPr txBox="1"/>
              <p:nvPr/>
            </p:nvSpPr>
            <p:spPr>
              <a:xfrm>
                <a:off x="1864906" y="1591017"/>
                <a:ext cx="19506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2.</a:t>
                </a:r>
                <a:r>
                  <a:rPr lang="zh-CN" altLang="en-US" sz="1100" b="1" dirty="0"/>
                  <a:t>起始节点入队：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3F564B-6D39-C3DB-AE95-9BA04B77F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6" y="1591017"/>
                <a:ext cx="1950662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1B6B40-AAB0-0B18-B376-BF9314C4361B}"/>
              </a:ext>
            </a:extLst>
          </p:cNvPr>
          <p:cNvSpPr/>
          <p:nvPr/>
        </p:nvSpPr>
        <p:spPr>
          <a:xfrm>
            <a:off x="1743075" y="1161737"/>
            <a:ext cx="4562476" cy="242283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3427ED-A33C-9CB5-072B-C1F9285556DF}"/>
                  </a:ext>
                </a:extLst>
              </p:cNvPr>
              <p:cNvSpPr txBox="1"/>
              <p:nvPr/>
            </p:nvSpPr>
            <p:spPr>
              <a:xfrm>
                <a:off x="1864907" y="1852627"/>
                <a:ext cx="218222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</a:t>
                </a:r>
                <a:r>
                  <a:rPr lang="zh-CN" altLang="en-US" sz="1100" b="1" dirty="0"/>
                  <a:t>初始化起点最短路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𝒅𝒊𝒔𝒕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3427ED-A33C-9CB5-072B-C1F928555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7" y="1852627"/>
                <a:ext cx="2182221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0CD3EC8-C514-DE52-95A9-DCCC1654A7CC}"/>
                  </a:ext>
                </a:extLst>
              </p:cNvPr>
              <p:cNvSpPr txBox="1"/>
              <p:nvPr/>
            </p:nvSpPr>
            <p:spPr>
              <a:xfrm>
                <a:off x="1864906" y="2151838"/>
                <a:ext cx="21822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</a:t>
                </a:r>
                <a:r>
                  <a:rPr lang="zh-CN" altLang="en-US" sz="1100" b="1" dirty="0"/>
                  <a:t>循环以下操作，直到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1100" b="1" dirty="0"/>
                  <a:t>为空：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0CD3EC8-C514-DE52-95A9-DCCC1654A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6" y="2151838"/>
                <a:ext cx="2182222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E46D0D-D98F-4253-2058-0559F23570AD}"/>
                  </a:ext>
                </a:extLst>
              </p:cNvPr>
              <p:cNvSpPr txBox="1"/>
              <p:nvPr/>
            </p:nvSpPr>
            <p:spPr>
              <a:xfrm>
                <a:off x="2230030" y="2439203"/>
                <a:ext cx="27918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4.1 </a:t>
                </a:r>
                <a:r>
                  <a:rPr lang="zh-CN" altLang="en-US" sz="1100" b="1" dirty="0"/>
                  <a:t>取队头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𝒑𝒐𝒑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E46D0D-D98F-4253-2058-0559F235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030" y="2439203"/>
                <a:ext cx="2791823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CE7CD7-4B7A-98BD-8BED-C13A40ED6CBD}"/>
                  </a:ext>
                </a:extLst>
              </p:cNvPr>
              <p:cNvSpPr txBox="1"/>
              <p:nvPr/>
            </p:nvSpPr>
            <p:spPr>
              <a:xfrm>
                <a:off x="2230030" y="2726568"/>
                <a:ext cx="563345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4.2 </a:t>
                </a:r>
                <a:r>
                  <a:rPr lang="zh-CN" altLang="en-US" sz="1100" b="1" dirty="0"/>
                  <a:t>遍历未访问的邻居</a:t>
                </a:r>
                <a:r>
                  <a:rPr lang="en-US" altLang="zh-CN" sz="1100" b="1" dirty="0"/>
                  <a:t>: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𝒏𝒆𝒊𝒈𝒉𝒃𝒐𝒓</m:t>
                    </m:r>
                    <m:d>
                      <m:dPr>
                        <m:ctrlPr>
                          <a:rPr lang="en-US" altLang="zh-CN" sz="11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1" i="1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𝒗𝒊𝒔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] ==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𝒇𝒂𝒍𝒔𝒆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CE7CD7-4B7A-98BD-8BED-C13A40ED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030" y="2726568"/>
                <a:ext cx="5633450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242273-8158-3215-85E9-6C660A5BA13C}"/>
                  </a:ext>
                </a:extLst>
              </p:cNvPr>
              <p:cNvSpPr txBox="1"/>
              <p:nvPr/>
            </p:nvSpPr>
            <p:spPr>
              <a:xfrm>
                <a:off x="2649130" y="3003592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4.2.1 </a:t>
                </a:r>
                <a:r>
                  <a:rPr lang="zh-CN" altLang="en-US" sz="1100" b="1" dirty="0"/>
                  <a:t>计算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1100" b="1" dirty="0"/>
                  <a:t>的最短路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𝐝𝐢𝐬𝐭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𝒅𝒊𝒔𝒕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242273-8158-3215-85E9-6C660A5BA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30" y="3003592"/>
                <a:ext cx="3344273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B41052-9E6F-D722-89C2-8B1EA1DE0A84}"/>
                  </a:ext>
                </a:extLst>
              </p:cNvPr>
              <p:cNvSpPr txBox="1"/>
              <p:nvPr/>
            </p:nvSpPr>
            <p:spPr>
              <a:xfrm>
                <a:off x="2649129" y="3280616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4.2.2 </a:t>
                </a:r>
                <a:r>
                  <a:rPr lang="zh-CN" altLang="en-US" sz="1100" b="1" dirty="0"/>
                  <a:t>加入队列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dirty="0" err="1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B41052-9E6F-D722-89C2-8B1EA1DE0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29" y="3280616"/>
                <a:ext cx="3344273" cy="261610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80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6F32-FCC9-D54C-1AFA-7C9D419D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8B673344-D5B2-8027-0249-6DF7BF96C5EC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49E85A1-2F96-794B-ACBA-8AA0DF2BF050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A07AF023-F658-B31F-69F6-B8E40CFC698C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3769E2C-1F7D-F60E-2D84-CC25E7CED9F4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C578B4D-1232-AC8D-21B0-95320054A772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B6AC61C-FAB9-CAFE-CA8D-1D439E70F3DB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83CB6A9-ED72-DE6D-AC45-01B092206484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25A972-3C69-BCBA-6BC2-6CE6F839B650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02A3CB66-D81E-1219-5232-C1F02A1C29FD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E18A94-C184-8114-BD35-B3644F8E7E43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FD34963-FEEE-94D9-F200-2DB08F75F40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4BC06749-F080-061C-9350-D31D1C593D5E}"/>
              </a:ext>
            </a:extLst>
          </p:cNvPr>
          <p:cNvSpPr/>
          <p:nvPr/>
        </p:nvSpPr>
        <p:spPr>
          <a:xfrm>
            <a:off x="6457827" y="37375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9E9758C-3E89-9178-7530-C32C39AA9A03}"/>
                  </a:ext>
                </a:extLst>
              </p:cNvPr>
              <p:cNvSpPr txBox="1"/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EA9B83-519F-5FF5-5DF0-82360FE91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348AFDB-0CF3-47AE-7F84-4624B5B462C5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5937498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2D1AE51-F424-AC5D-5D9C-DA80D586014C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34040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9507DE-6D20-F0B7-D1E6-58638CA2A045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4955647" y="35411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B40659C-BB27-89F1-03EE-0FC5BB07D9BD}"/>
                  </a:ext>
                </a:extLst>
              </p:cNvPr>
              <p:cNvSpPr txBox="1"/>
              <p:nvPr/>
            </p:nvSpPr>
            <p:spPr>
              <a:xfrm>
                <a:off x="7283469" y="2698405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B40659C-BB27-89F1-03EE-0FC5BB07D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2698405"/>
                <a:ext cx="99481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967A141-717C-E586-51F7-C02B8B14EFFA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5259467" y="2821516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EE9F1E0-D33D-C87B-D58B-C143846D5720}"/>
              </a:ext>
            </a:extLst>
          </p:cNvPr>
          <p:cNvSpPr txBox="1"/>
          <p:nvPr/>
        </p:nvSpPr>
        <p:spPr>
          <a:xfrm>
            <a:off x="7342975" y="2399083"/>
            <a:ext cx="994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zh-CN" altLang="en-US" sz="1000" b="1" dirty="0"/>
              <a:t>以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为起点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D1CEEC1-C8BE-F383-43CD-63BB943293CD}"/>
                  </a:ext>
                </a:extLst>
              </p:cNvPr>
              <p:cNvSpPr txBox="1"/>
              <p:nvPr/>
            </p:nvSpPr>
            <p:spPr>
              <a:xfrm>
                <a:off x="7283469" y="2944626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D1CEEC1-C8BE-F383-43CD-63BB94329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2944626"/>
                <a:ext cx="994814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E37A021-22C3-CAAC-C6A5-0750F1763559}"/>
                  </a:ext>
                </a:extLst>
              </p:cNvPr>
              <p:cNvSpPr txBox="1"/>
              <p:nvPr/>
            </p:nvSpPr>
            <p:spPr>
              <a:xfrm>
                <a:off x="7283469" y="3182779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E37A021-22C3-CAAC-C6A5-0750F1763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182779"/>
                <a:ext cx="994814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14915B0-376E-B8A1-08EA-EF5417AE545F}"/>
                  </a:ext>
                </a:extLst>
              </p:cNvPr>
              <p:cNvSpPr txBox="1"/>
              <p:nvPr/>
            </p:nvSpPr>
            <p:spPr>
              <a:xfrm>
                <a:off x="7283469" y="3402683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14915B0-376E-B8A1-08EA-EF5417AE5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402683"/>
                <a:ext cx="994814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D9EA7A1-A004-060B-E4E9-79B6582EBBCD}"/>
                  </a:ext>
                </a:extLst>
              </p:cNvPr>
              <p:cNvSpPr txBox="1"/>
              <p:nvPr/>
            </p:nvSpPr>
            <p:spPr>
              <a:xfrm>
                <a:off x="7283469" y="3614519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D9EA7A1-A004-060B-E4E9-79B6582EB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614519"/>
                <a:ext cx="994814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2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3BFE-6770-8F70-45E1-16E8F28D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8EEB6C9-48E2-89A0-829C-6679100A098D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CB96330-E197-8582-DE07-43CD0C603293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11DD47A-74A3-318D-0F8E-A32E5EC288BD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F2C564E-34EF-3898-9CF4-9D733DBDB546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04EE0C0-BBF5-2282-6877-FC7058506FC9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31603BD-EB97-0E54-C348-39CAB97B4B4F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55D257E-BABC-EB42-C615-8B8B474858C9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4006288-2C85-2445-2056-E9391C230C5B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51654D-7A25-2323-DA5B-0580AC388385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6D297F76-1946-C1AF-DA3C-EFE6030FAC49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AE925F-18A2-4AE3-4558-716ACB640C6C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689662F-AD55-CC50-DCCD-2E7278B4578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1AA6E2-5913-8370-C7BE-C3A2E5479F88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4955647" y="35411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D6EE88-99D9-EC6B-1AED-E7A103CCBA24}"/>
                  </a:ext>
                </a:extLst>
              </p:cNvPr>
              <p:cNvSpPr txBox="1"/>
              <p:nvPr/>
            </p:nvSpPr>
            <p:spPr>
              <a:xfrm>
                <a:off x="4564663" y="2976749"/>
                <a:ext cx="3860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D6EE88-99D9-EC6B-1AED-E7A103CCB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663" y="2976749"/>
                <a:ext cx="386069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F23F52F-5B64-B60A-97AD-8303E4ED3664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5259467" y="2821516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D9E84BB-6321-79C8-EA52-0F62B995D217}"/>
                  </a:ext>
                </a:extLst>
              </p:cNvPr>
              <p:cNvSpPr txBox="1"/>
              <p:nvPr/>
            </p:nvSpPr>
            <p:spPr>
              <a:xfrm>
                <a:off x="5129233" y="3305889"/>
                <a:ext cx="3860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D9E84BB-6321-79C8-EA52-0F62B995D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233" y="3305889"/>
                <a:ext cx="386069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FA4C046-5C44-67E1-B501-15D057D90F7F}"/>
                  </a:ext>
                </a:extLst>
              </p:cNvPr>
              <p:cNvSpPr txBox="1"/>
              <p:nvPr/>
            </p:nvSpPr>
            <p:spPr>
              <a:xfrm>
                <a:off x="5730218" y="2649686"/>
                <a:ext cx="3860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FA4C046-5C44-67E1-B501-15D057D90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18" y="2649686"/>
                <a:ext cx="386069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336D70D-4ED0-211B-0D6E-D7F4EC20BA79}"/>
                  </a:ext>
                </a:extLst>
              </p:cNvPr>
              <p:cNvSpPr txBox="1"/>
              <p:nvPr/>
            </p:nvSpPr>
            <p:spPr>
              <a:xfrm>
                <a:off x="6045038" y="3077933"/>
                <a:ext cx="3860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336D70D-4ED0-211B-0D6E-D7F4EC20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038" y="3077933"/>
                <a:ext cx="386069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03C3457-F95D-31C1-6BDD-67D4DDB154DA}"/>
                  </a:ext>
                </a:extLst>
              </p:cNvPr>
              <p:cNvSpPr txBox="1"/>
              <p:nvPr/>
            </p:nvSpPr>
            <p:spPr>
              <a:xfrm>
                <a:off x="4542429" y="2151275"/>
                <a:ext cx="2893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1→2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(1→4→3→2)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03C3457-F95D-31C1-6BDD-67D4DDB15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429" y="2151275"/>
                <a:ext cx="2893359" cy="276999"/>
              </a:xfrm>
              <a:prstGeom prst="rect">
                <a:avLst/>
              </a:prstGeom>
              <a:blipFill>
                <a:blip r:embed="rId1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2B065D1A-7643-C852-C140-718C1B4BA722}"/>
              </a:ext>
            </a:extLst>
          </p:cNvPr>
          <p:cNvGrpSpPr/>
          <p:nvPr/>
        </p:nvGrpSpPr>
        <p:grpSpPr>
          <a:xfrm>
            <a:off x="4942727" y="2920800"/>
            <a:ext cx="1318320" cy="448560"/>
            <a:chOff x="4942727" y="2920800"/>
            <a:chExt cx="131832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1C129CB8-10C4-72A6-046F-C373642CBF42}"/>
                    </a:ext>
                  </a:extLst>
                </p14:cNvPr>
                <p14:cNvContentPartPr/>
                <p14:nvPr/>
              </p14:nvContentPartPr>
              <p14:xfrm>
                <a:off x="4942727" y="2920800"/>
                <a:ext cx="1318320" cy="4338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1C129CB8-10C4-72A6-046F-C373642CBF4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38407" y="2916480"/>
                  <a:ext cx="13269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3E1DBD52-4BF0-1A51-F4A5-C7A127E7F50D}"/>
                    </a:ext>
                  </a:extLst>
                </p14:cNvPr>
                <p14:cNvContentPartPr/>
                <p14:nvPr/>
              </p14:nvContentPartPr>
              <p14:xfrm>
                <a:off x="5903567" y="3288000"/>
                <a:ext cx="90720" cy="813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3E1DBD52-4BF0-1A51-F4A5-C7A127E7F50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99247" y="3283680"/>
                  <a:ext cx="993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52C4E3B-16C5-1B3E-7AF6-AE50283F3F0E}"/>
              </a:ext>
            </a:extLst>
          </p:cNvPr>
          <p:cNvGrpSpPr/>
          <p:nvPr/>
        </p:nvGrpSpPr>
        <p:grpSpPr>
          <a:xfrm>
            <a:off x="4947767" y="3595800"/>
            <a:ext cx="642960" cy="104400"/>
            <a:chOff x="4947767" y="3595800"/>
            <a:chExt cx="642960" cy="1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71D42E3A-72A4-5A73-F326-CFA96DED95CA}"/>
                    </a:ext>
                  </a:extLst>
                </p14:cNvPr>
                <p14:cNvContentPartPr/>
                <p14:nvPr/>
              </p14:nvContentPartPr>
              <p14:xfrm>
                <a:off x="4947767" y="3609120"/>
                <a:ext cx="21240" cy="381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71D42E3A-72A4-5A73-F326-CFA96DED95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41647" y="3603000"/>
                  <a:ext cx="33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4ECF586F-D261-67BA-18C2-C621650930F6}"/>
                    </a:ext>
                  </a:extLst>
                </p14:cNvPr>
                <p14:cNvContentPartPr/>
                <p14:nvPr/>
              </p14:nvContentPartPr>
              <p14:xfrm>
                <a:off x="4957127" y="3642600"/>
                <a:ext cx="576360" cy="3708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4ECF586F-D261-67BA-18C2-C621650930F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51007" y="3636480"/>
                  <a:ext cx="588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2499F42B-823B-FAE0-BD24-C66DDB3DDF14}"/>
                    </a:ext>
                  </a:extLst>
                </p14:cNvPr>
                <p14:cNvContentPartPr/>
                <p14:nvPr/>
              </p14:nvContentPartPr>
              <p14:xfrm>
                <a:off x="5524127" y="3595800"/>
                <a:ext cx="66600" cy="1044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2499F42B-823B-FAE0-BD24-C66DDB3DDF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18007" y="3589680"/>
                  <a:ext cx="7884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8D5B70D-914D-3679-2AA4-172F3ED15ADC}"/>
              </a:ext>
            </a:extLst>
          </p:cNvPr>
          <p:cNvGrpSpPr/>
          <p:nvPr/>
        </p:nvGrpSpPr>
        <p:grpSpPr>
          <a:xfrm>
            <a:off x="5166647" y="3567000"/>
            <a:ext cx="130680" cy="205920"/>
            <a:chOff x="5166647" y="3567000"/>
            <a:chExt cx="13068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BBE598D4-FE9B-D1DD-CB76-2B7DB211F064}"/>
                    </a:ext>
                  </a:extLst>
                </p14:cNvPr>
                <p14:cNvContentPartPr/>
                <p14:nvPr/>
              </p14:nvContentPartPr>
              <p14:xfrm>
                <a:off x="5207327" y="3600480"/>
                <a:ext cx="90000" cy="1648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BBE598D4-FE9B-D1DD-CB76-2B7DB211F0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01207" y="3594360"/>
                  <a:ext cx="102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A28E5F75-AEAD-F827-08D6-3BBF54CFB2EE}"/>
                    </a:ext>
                  </a:extLst>
                </p14:cNvPr>
                <p14:cNvContentPartPr/>
                <p14:nvPr/>
              </p14:nvContentPartPr>
              <p14:xfrm>
                <a:off x="5166647" y="3567000"/>
                <a:ext cx="114840" cy="20592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A28E5F75-AEAD-F827-08D6-3BBF54CFB2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60527" y="3560880"/>
                  <a:ext cx="12708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6D61F6B-2F60-E010-F6EB-D5A8AB9E2DCF}"/>
              </a:ext>
            </a:extLst>
          </p:cNvPr>
          <p:cNvGrpSpPr/>
          <p:nvPr/>
        </p:nvGrpSpPr>
        <p:grpSpPr>
          <a:xfrm>
            <a:off x="5381469" y="3017744"/>
            <a:ext cx="477720" cy="282960"/>
            <a:chOff x="5401727" y="2964720"/>
            <a:chExt cx="4777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030EDEDB-E6D7-51BF-BDFB-D29AD168A2FD}"/>
                    </a:ext>
                  </a:extLst>
                </p14:cNvPr>
                <p14:cNvContentPartPr/>
                <p14:nvPr/>
              </p14:nvContentPartPr>
              <p14:xfrm>
                <a:off x="5470847" y="2988840"/>
                <a:ext cx="6120" cy="601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030EDEDB-E6D7-51BF-BDFB-D29AD168A2F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64727" y="2982720"/>
                  <a:ext cx="18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5A4F2F3F-DC6E-8BBC-56BB-DC1A75F34EC1}"/>
                    </a:ext>
                  </a:extLst>
                </p14:cNvPr>
                <p14:cNvContentPartPr/>
                <p14:nvPr/>
              </p14:nvContentPartPr>
              <p14:xfrm>
                <a:off x="5486327" y="3001080"/>
                <a:ext cx="48960" cy="864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5A4F2F3F-DC6E-8BBC-56BB-DC1A75F34EC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80207" y="2994960"/>
                  <a:ext cx="61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5498738E-4AFF-922E-3B13-670F7869D553}"/>
                    </a:ext>
                  </a:extLst>
                </p14:cNvPr>
                <p14:cNvContentPartPr/>
                <p14:nvPr/>
              </p14:nvContentPartPr>
              <p14:xfrm>
                <a:off x="5508287" y="2987400"/>
                <a:ext cx="10800" cy="6300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5498738E-4AFF-922E-3B13-670F7869D55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02167" y="2981280"/>
                  <a:ext cx="23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97EDF580-5F01-8E27-5445-C28532E38B7A}"/>
                    </a:ext>
                  </a:extLst>
                </p14:cNvPr>
                <p14:cNvContentPartPr/>
                <p14:nvPr/>
              </p14:nvContentPartPr>
              <p14:xfrm>
                <a:off x="5560127" y="2984160"/>
                <a:ext cx="64800" cy="6768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97EDF580-5F01-8E27-5445-C28532E38B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54007" y="2978040"/>
                  <a:ext cx="77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EE674A27-41A6-E377-8B1F-3CDE2A76F7B3}"/>
                    </a:ext>
                  </a:extLst>
                </p14:cNvPr>
                <p14:cNvContentPartPr/>
                <p14:nvPr/>
              </p14:nvContentPartPr>
              <p14:xfrm>
                <a:off x="5624927" y="2985600"/>
                <a:ext cx="51840" cy="248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EE674A27-41A6-E377-8B1F-3CDE2A76F7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18807" y="2979480"/>
                  <a:ext cx="64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05477AB6-DD94-0FF8-F5A5-A4F633D4D10C}"/>
                    </a:ext>
                  </a:extLst>
                </p14:cNvPr>
                <p14:cNvContentPartPr/>
                <p14:nvPr/>
              </p14:nvContentPartPr>
              <p14:xfrm>
                <a:off x="5647607" y="2978400"/>
                <a:ext cx="5400" cy="8172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05477AB6-DD94-0FF8-F5A5-A4F633D4D10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41487" y="2972280"/>
                  <a:ext cx="17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2A21678C-A297-E8DC-2FD0-4C31FA993F19}"/>
                    </a:ext>
                  </a:extLst>
                </p14:cNvPr>
                <p14:cNvContentPartPr/>
                <p14:nvPr/>
              </p14:nvContentPartPr>
              <p14:xfrm>
                <a:off x="5686127" y="2964720"/>
                <a:ext cx="13680" cy="1004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2A21678C-A297-E8DC-2FD0-4C31FA993F1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680007" y="2958600"/>
                  <a:ext cx="25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43695956-9C81-8F1B-543F-ACBBEA6C8CA2}"/>
                    </a:ext>
                  </a:extLst>
                </p14:cNvPr>
                <p14:cNvContentPartPr/>
                <p14:nvPr/>
              </p14:nvContentPartPr>
              <p14:xfrm>
                <a:off x="5719247" y="2995320"/>
                <a:ext cx="37440" cy="540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43695956-9C81-8F1B-543F-ACBBEA6C8CA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13127" y="2989200"/>
                  <a:ext cx="49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CE3C3774-E680-1C2B-0ADD-439398DCF2A5}"/>
                    </a:ext>
                  </a:extLst>
                </p14:cNvPr>
                <p14:cNvContentPartPr/>
                <p14:nvPr/>
              </p14:nvContentPartPr>
              <p14:xfrm>
                <a:off x="5704127" y="3029880"/>
                <a:ext cx="60480" cy="118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CE3C3774-E680-1C2B-0ADD-439398DCF2A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698007" y="3023760"/>
                  <a:ext cx="72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435946E7-D074-0B3F-E6E0-0DF7B87FF867}"/>
                    </a:ext>
                  </a:extLst>
                </p14:cNvPr>
                <p14:cNvContentPartPr/>
                <p14:nvPr/>
              </p14:nvContentPartPr>
              <p14:xfrm>
                <a:off x="5795207" y="2965440"/>
                <a:ext cx="84240" cy="6696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435946E7-D074-0B3F-E6E0-0DF7B87FF86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89087" y="2959320"/>
                  <a:ext cx="9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1AC2E5BE-0EFC-B5A4-C567-6CD892DBBAB6}"/>
                    </a:ext>
                  </a:extLst>
                </p14:cNvPr>
                <p14:cNvContentPartPr/>
                <p14:nvPr/>
              </p14:nvContentPartPr>
              <p14:xfrm>
                <a:off x="5842007" y="2979120"/>
                <a:ext cx="13320" cy="1414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1AC2E5BE-0EFC-B5A4-C567-6CD892DBBA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35887" y="2973000"/>
                  <a:ext cx="25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4665AFBB-2E56-3732-4AF1-9C1AB431AE82}"/>
                    </a:ext>
                  </a:extLst>
                </p14:cNvPr>
                <p14:cNvContentPartPr/>
                <p14:nvPr/>
              </p14:nvContentPartPr>
              <p14:xfrm>
                <a:off x="5401727" y="3140760"/>
                <a:ext cx="82800" cy="1069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4665AFBB-2E56-3732-4AF1-9C1AB431AE8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95607" y="3134640"/>
                  <a:ext cx="95040" cy="11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493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0CFC-63EF-FC9A-E87B-A89AB59F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27F9E330-7509-DA27-820B-90D1D182A9AA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E6224FB-F5AF-009C-308D-93F77F6571DA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CC36461C-B277-C426-7DF3-88C1D747E68F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668E1B8-0BE6-0E24-40B1-C61E7655028E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3E6AF3F-B0BC-4C89-077A-E8D2697B0E8F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AD0A68-C73F-6C18-AD53-8E9BF7BEE043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5E1CB23-56EE-6814-1A4A-C1F288914E2E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64CEB14-F94D-4432-8B21-D8FF832AD922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B52A1AC-144E-5641-377F-D098B9047B72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2303115C-1070-7C62-32D7-EAE747B01CA1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2464FF-ADD0-F52F-A08A-7D98AE4D98E9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37996BD-FD73-B785-5B79-A3355042B00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5951E25-FDA3-FB11-8EBA-F429C84B82F0}"/>
              </a:ext>
            </a:extLst>
          </p:cNvPr>
          <p:cNvSpPr/>
          <p:nvPr/>
        </p:nvSpPr>
        <p:spPr>
          <a:xfrm>
            <a:off x="6457827" y="3737504"/>
            <a:ext cx="352425" cy="3524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DE3D42C-93F2-DD02-89A3-AE2D080DEC4E}"/>
                  </a:ext>
                </a:extLst>
              </p:cNvPr>
              <p:cNvSpPr txBox="1"/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EA9B83-519F-5FF5-5DF0-82360FE91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D7EA9E2-75D8-14B0-C449-8D111CD88CD8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5937498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9518152-0A55-86CD-F456-AF5E98F4C2F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34040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1E9CECA-4960-5741-5896-A2700CC88E8C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4955647" y="35411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EF5090D-F42E-3028-E8FC-0A1471FE6A49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5259467" y="2821516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A78093E-BDD7-2558-B029-925F37696588}"/>
                  </a:ext>
                </a:extLst>
              </p:cNvPr>
              <p:cNvSpPr txBox="1"/>
              <p:nvPr/>
            </p:nvSpPr>
            <p:spPr>
              <a:xfrm>
                <a:off x="7365206" y="2753310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A78093E-BDD7-2558-B029-925F37696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06" y="2753310"/>
                <a:ext cx="99481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31C332E-89A1-C710-FF92-7FBB50FD1C45}"/>
                  </a:ext>
                </a:extLst>
              </p:cNvPr>
              <p:cNvSpPr txBox="1"/>
              <p:nvPr/>
            </p:nvSpPr>
            <p:spPr>
              <a:xfrm>
                <a:off x="7424712" y="2436795"/>
                <a:ext cx="126843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zh-CN" altLang="en-US" sz="1000" b="1" dirty="0"/>
                  <a:t>起点集合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31C332E-89A1-C710-FF92-7FBB50FD1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712" y="2436795"/>
                <a:ext cx="1268438" cy="246221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362E4A7-CE82-5D0B-5A32-14B01C6EE997}"/>
                  </a:ext>
                </a:extLst>
              </p:cNvPr>
              <p:cNvSpPr txBox="1"/>
              <p:nvPr/>
            </p:nvSpPr>
            <p:spPr>
              <a:xfrm>
                <a:off x="7365206" y="2982338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362E4A7-CE82-5D0B-5A32-14B01C6EE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06" y="2982338"/>
                <a:ext cx="994814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EFD0A76-671E-79F7-D4F2-3EC1AD6826CD}"/>
                  </a:ext>
                </a:extLst>
              </p:cNvPr>
              <p:cNvSpPr txBox="1"/>
              <p:nvPr/>
            </p:nvSpPr>
            <p:spPr>
              <a:xfrm>
                <a:off x="7365206" y="3220491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EFD0A76-671E-79F7-D4F2-3EC1AD682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06" y="3220491"/>
                <a:ext cx="994814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21A8A8A-25BD-E3F4-43EA-320C6D83155E}"/>
                  </a:ext>
                </a:extLst>
              </p:cNvPr>
              <p:cNvSpPr txBox="1"/>
              <p:nvPr/>
            </p:nvSpPr>
            <p:spPr>
              <a:xfrm>
                <a:off x="7365206" y="3440395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21A8A8A-25BD-E3F4-43EA-320C6D831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06" y="3440395"/>
                <a:ext cx="994814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3342BF6-6410-C76B-4A7A-61E102173C5F}"/>
                  </a:ext>
                </a:extLst>
              </p:cNvPr>
              <p:cNvSpPr txBox="1"/>
              <p:nvPr/>
            </p:nvSpPr>
            <p:spPr>
              <a:xfrm>
                <a:off x="7365206" y="3652231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3342BF6-6410-C76B-4A7A-61E102173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06" y="3652231"/>
                <a:ext cx="994814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C28CCD60-5FEE-A7A5-E971-A2F34F93D255}"/>
              </a:ext>
            </a:extLst>
          </p:cNvPr>
          <p:cNvGrpSpPr/>
          <p:nvPr/>
        </p:nvGrpSpPr>
        <p:grpSpPr>
          <a:xfrm>
            <a:off x="5275669" y="4004204"/>
            <a:ext cx="352425" cy="352425"/>
            <a:chOff x="5594350" y="1358371"/>
            <a:chExt cx="352425" cy="352425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FB24A4D9-B2AE-2C8F-5559-40F2CA753473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27C8A1E-4338-BE50-5B9E-ACF78659A959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27C8A1E-4338-BE50-5B9E-ACF78659A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BFE1133-B275-861B-6F6B-6E2F9C029308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5451882" y="3679682"/>
            <a:ext cx="237718" cy="3245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4B06253-1350-DE05-C816-BAD52AB0702E}"/>
                  </a:ext>
                </a:extLst>
              </p:cNvPr>
              <p:cNvSpPr txBox="1"/>
              <p:nvPr/>
            </p:nvSpPr>
            <p:spPr>
              <a:xfrm>
                <a:off x="7365206" y="3872135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4B06253-1350-DE05-C816-BAD52AB07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206" y="3872135"/>
                <a:ext cx="994814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86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C546-D4B9-E2AE-153E-3B0F3A0F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6BFF151D-B176-7B91-DC05-108B067222A1}"/>
              </a:ext>
            </a:extLst>
          </p:cNvPr>
          <p:cNvSpPr/>
          <p:nvPr/>
        </p:nvSpPr>
        <p:spPr>
          <a:xfrm>
            <a:off x="8339139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F3DC3B2-A339-45AD-F53B-AE8561F9AE4E}"/>
                  </a:ext>
                </a:extLst>
              </p:cNvPr>
              <p:cNvSpPr txBox="1"/>
              <p:nvPr/>
            </p:nvSpPr>
            <p:spPr>
              <a:xfrm>
                <a:off x="8355340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F3DC3B2-A339-45AD-F53B-AE8561F9A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340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B5F59BE-BB3C-82C0-76A7-F958AB994711}"/>
              </a:ext>
            </a:extLst>
          </p:cNvPr>
          <p:cNvGrpSpPr/>
          <p:nvPr/>
        </p:nvGrpSpPr>
        <p:grpSpPr>
          <a:xfrm>
            <a:off x="9372601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13611E6-5573-0679-D71B-C98721C79CB8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5D8C043-92D0-324A-2FD0-BE8B867FD10B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8CAFA01-094A-6A73-CFB9-45AE76196E06}"/>
              </a:ext>
            </a:extLst>
          </p:cNvPr>
          <p:cNvGrpSpPr/>
          <p:nvPr/>
        </p:nvGrpSpPr>
        <p:grpSpPr>
          <a:xfrm>
            <a:off x="10255780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57C1E0F-B818-C01F-D129-2B7A264CC046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DD478FE-74D5-B80F-2EC0-282A1D3C68DC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CC7B70-F0FA-5E47-9D25-C70ECC9C4F0A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9725026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628D499-5FF6-0200-0168-CB49C82CAE08}"/>
              </a:ext>
            </a:extLst>
          </p:cNvPr>
          <p:cNvSpPr/>
          <p:nvPr/>
        </p:nvSpPr>
        <p:spPr>
          <a:xfrm>
            <a:off x="8659161" y="2645304"/>
            <a:ext cx="352425" cy="352425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1E47EF5-8086-DC3A-FC9B-24CF6109EB72}"/>
                  </a:ext>
                </a:extLst>
              </p:cNvPr>
              <p:cNvSpPr txBox="1"/>
              <p:nvPr/>
            </p:nvSpPr>
            <p:spPr>
              <a:xfrm>
                <a:off x="8675362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1E47EF5-8086-DC3A-FC9B-24CF6109E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362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1A4720C-819E-2B6C-058A-F7527715C42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515352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F9632F00-AFFC-2204-9968-84C0A134A553}"/>
              </a:ext>
            </a:extLst>
          </p:cNvPr>
          <p:cNvSpPr/>
          <p:nvPr/>
        </p:nvSpPr>
        <p:spPr>
          <a:xfrm>
            <a:off x="10193744" y="3737504"/>
            <a:ext cx="352425" cy="352425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384D46-A5D1-FD8D-EDA0-437480E75F42}"/>
                  </a:ext>
                </a:extLst>
              </p:cNvPr>
              <p:cNvSpPr txBox="1"/>
              <p:nvPr/>
            </p:nvSpPr>
            <p:spPr>
              <a:xfrm>
                <a:off x="10209945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384D46-A5D1-FD8D-EDA0-437480E7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945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933BC60-0AE7-0076-B2E8-6D512C46329F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9673415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E382F1-F2C7-95A9-807C-81FEE43B5118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10369957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8145DD2-ABEF-504E-DE51-A71E1FD2E05D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8691564" y="35411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7BCA9FC-DFCA-25B2-8CFB-505489033470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8995384" y="2821516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B91A2B8-C4C0-2F14-7DFE-8E446EC98773}"/>
              </a:ext>
            </a:extLst>
          </p:cNvPr>
          <p:cNvGrpSpPr/>
          <p:nvPr/>
        </p:nvGrpSpPr>
        <p:grpSpPr>
          <a:xfrm>
            <a:off x="9011586" y="4004204"/>
            <a:ext cx="352425" cy="352425"/>
            <a:chOff x="5594350" y="1358371"/>
            <a:chExt cx="352425" cy="352425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1B3D9E9A-996F-58C4-E021-49D3B6873C80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A663AC9-A312-C8DF-FFAC-1A6317FE0EB3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A663AC9-A312-C8DF-FFAC-1A6317FE0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35FD841-986C-7618-CC83-2E51712014AF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9187799" y="3679682"/>
            <a:ext cx="237718" cy="3245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AFB529D6-71BA-B465-D275-DEB1310F5941}"/>
              </a:ext>
            </a:extLst>
          </p:cNvPr>
          <p:cNvSpPr/>
          <p:nvPr/>
        </p:nvSpPr>
        <p:spPr>
          <a:xfrm>
            <a:off x="9952444" y="1807104"/>
            <a:ext cx="352425" cy="3524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FA42860-2075-D96E-05D5-61F945F6B321}"/>
                  </a:ext>
                </a:extLst>
              </p:cNvPr>
              <p:cNvSpPr txBox="1"/>
              <p:nvPr/>
            </p:nvSpPr>
            <p:spPr>
              <a:xfrm>
                <a:off x="9984847" y="18448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FA42860-2075-D96E-05D5-61F945F6B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847" y="1844816"/>
                <a:ext cx="320022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D663929-AC24-196A-702D-16CE53F5740C}"/>
              </a:ext>
            </a:extLst>
          </p:cNvPr>
          <p:cNvCxnSpPr>
            <a:cxnSpLocks/>
            <a:stCxn id="9" idx="0"/>
            <a:endCxn id="18" idx="3"/>
          </p:cNvCxnSpPr>
          <p:nvPr/>
        </p:nvCxnSpPr>
        <p:spPr>
          <a:xfrm flipV="1">
            <a:off x="8835374" y="2107918"/>
            <a:ext cx="1168681" cy="53738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D6D9EB7-D139-BFF4-EC94-9FFD9C3F0024}"/>
              </a:ext>
            </a:extLst>
          </p:cNvPr>
          <p:cNvSpPr txBox="1"/>
          <p:nvPr/>
        </p:nvSpPr>
        <p:spPr>
          <a:xfrm>
            <a:off x="9342551" y="2076272"/>
            <a:ext cx="24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000" b="1" dirty="0"/>
              <a:t>0</a:t>
            </a:r>
            <a:endParaRPr lang="zh-CN" altLang="en-US" sz="10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C9AA2A-6097-E958-7D3B-0B5F80FFAC39}"/>
              </a:ext>
            </a:extLst>
          </p:cNvPr>
          <p:cNvSpPr txBox="1"/>
          <p:nvPr/>
        </p:nvSpPr>
        <p:spPr>
          <a:xfrm>
            <a:off x="10702857" y="2410176"/>
            <a:ext cx="24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000" b="1" dirty="0"/>
              <a:t>0</a:t>
            </a:r>
            <a:endParaRPr lang="zh-CN" altLang="en-US" sz="1000" b="1" dirty="0"/>
          </a:p>
        </p:txBody>
      </p: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B1781D23-2E79-DDCA-8501-1A3648B88805}"/>
              </a:ext>
            </a:extLst>
          </p:cNvPr>
          <p:cNvCxnSpPr>
            <a:stCxn id="18" idx="6"/>
            <a:endCxn id="8" idx="6"/>
          </p:cNvCxnSpPr>
          <p:nvPr/>
        </p:nvCxnSpPr>
        <p:spPr>
          <a:xfrm>
            <a:off x="10304869" y="1983317"/>
            <a:ext cx="241300" cy="1930400"/>
          </a:xfrm>
          <a:prstGeom prst="curvedConnector3">
            <a:avLst>
              <a:gd name="adj1" fmla="val 194737"/>
            </a:avLst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>
            <a:extLst>
              <a:ext uri="{FF2B5EF4-FFF2-40B4-BE49-F238E27FC236}">
                <a16:creationId xmlns:a16="http://schemas.microsoft.com/office/drawing/2014/main" id="{0873B277-59A5-CF6E-23FD-5B663B65C65A}"/>
              </a:ext>
            </a:extLst>
          </p:cNvPr>
          <p:cNvSpPr/>
          <p:nvPr/>
        </p:nvSpPr>
        <p:spPr>
          <a:xfrm>
            <a:off x="4216698" y="300541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400EEDA-2658-DEC4-44F1-7F2B30EAC88D}"/>
                  </a:ext>
                </a:extLst>
              </p:cNvPr>
              <p:cNvSpPr txBox="1"/>
              <p:nvPr/>
            </p:nvSpPr>
            <p:spPr>
              <a:xfrm>
                <a:off x="4232899" y="3043128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400EEDA-2658-DEC4-44F1-7F2B30EAC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899" y="3043128"/>
                <a:ext cx="32002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组合 49">
            <a:extLst>
              <a:ext uri="{FF2B5EF4-FFF2-40B4-BE49-F238E27FC236}">
                <a16:creationId xmlns:a16="http://schemas.microsoft.com/office/drawing/2014/main" id="{3F6E94CF-AF52-7E61-4833-FF78D6719929}"/>
              </a:ext>
            </a:extLst>
          </p:cNvPr>
          <p:cNvGrpSpPr/>
          <p:nvPr/>
        </p:nvGrpSpPr>
        <p:grpSpPr>
          <a:xfrm>
            <a:off x="5250160" y="3005416"/>
            <a:ext cx="352425" cy="352425"/>
            <a:chOff x="5594350" y="1358371"/>
            <a:chExt cx="352425" cy="352425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23D91F21-7465-B0B0-FBC1-87367B85C867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3A7B1D4C-7F98-7BE3-E54A-69945FA00F90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600B312-E65F-5C3B-13C6-A4DCA427C438}"/>
              </a:ext>
            </a:extLst>
          </p:cNvPr>
          <p:cNvGrpSpPr/>
          <p:nvPr/>
        </p:nvGrpSpPr>
        <p:grpSpPr>
          <a:xfrm>
            <a:off x="6133339" y="2571356"/>
            <a:ext cx="352425" cy="352425"/>
            <a:chOff x="5594350" y="1358371"/>
            <a:chExt cx="352425" cy="352425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6BAA03F-DBE2-D5DC-3726-362E919AB643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71D227E8-0B76-4FF1-AE9F-350ECB81788F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DBD036F-8C34-5B63-0448-7B707CE44C85}"/>
              </a:ext>
            </a:extLst>
          </p:cNvPr>
          <p:cNvCxnSpPr>
            <a:cxnSpLocks/>
            <a:stCxn id="51" idx="6"/>
            <a:endCxn id="54" idx="2"/>
          </p:cNvCxnSpPr>
          <p:nvPr/>
        </p:nvCxnSpPr>
        <p:spPr>
          <a:xfrm flipV="1">
            <a:off x="5602585" y="2747569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61BD0A7D-D76D-9F5B-3F6D-8DB0C520F704}"/>
              </a:ext>
            </a:extLst>
          </p:cNvPr>
          <p:cNvSpPr/>
          <p:nvPr/>
        </p:nvSpPr>
        <p:spPr>
          <a:xfrm>
            <a:off x="4536720" y="2285749"/>
            <a:ext cx="352425" cy="3524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99F1C88-E2A0-9C1A-C421-7265F5171C62}"/>
                  </a:ext>
                </a:extLst>
              </p:cNvPr>
              <p:cNvSpPr txBox="1"/>
              <p:nvPr/>
            </p:nvSpPr>
            <p:spPr>
              <a:xfrm>
                <a:off x="4552921" y="2323461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99F1C88-E2A0-9C1A-C421-7265F5171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921" y="2323461"/>
                <a:ext cx="32002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233D3CD-861A-5DE4-BC02-91B9F3788406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4392911" y="2571356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5CFB8E9A-E369-FBB0-0F36-D44EEE74A5E6}"/>
              </a:ext>
            </a:extLst>
          </p:cNvPr>
          <p:cNvSpPr/>
          <p:nvPr/>
        </p:nvSpPr>
        <p:spPr>
          <a:xfrm>
            <a:off x="6071303" y="3377949"/>
            <a:ext cx="352425" cy="352425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C50FDFF-B34D-20D4-1D5B-A37499A868B4}"/>
                  </a:ext>
                </a:extLst>
              </p:cNvPr>
              <p:cNvSpPr txBox="1"/>
              <p:nvPr/>
            </p:nvSpPr>
            <p:spPr>
              <a:xfrm>
                <a:off x="6087504" y="3415661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C50FDFF-B34D-20D4-1D5B-A37499A86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504" y="3415661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97B687D1-1EAA-ACDA-C188-641C9A865F11}"/>
              </a:ext>
            </a:extLst>
          </p:cNvPr>
          <p:cNvCxnSpPr>
            <a:cxnSpLocks/>
            <a:stCxn id="51" idx="5"/>
            <a:endCxn id="60" idx="2"/>
          </p:cNvCxnSpPr>
          <p:nvPr/>
        </p:nvCxnSpPr>
        <p:spPr>
          <a:xfrm>
            <a:off x="5550974" y="3306230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6DF28AB-DC39-2DB3-F4FD-F75744DE06E1}"/>
              </a:ext>
            </a:extLst>
          </p:cNvPr>
          <p:cNvCxnSpPr>
            <a:cxnSpLocks/>
            <a:stCxn id="54" idx="4"/>
            <a:endCxn id="60" idx="0"/>
          </p:cNvCxnSpPr>
          <p:nvPr/>
        </p:nvCxnSpPr>
        <p:spPr>
          <a:xfrm flipH="1">
            <a:off x="6247516" y="2923781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A37C2105-C575-F5E9-9A59-33556AC86F8C}"/>
              </a:ext>
            </a:extLst>
          </p:cNvPr>
          <p:cNvCxnSpPr>
            <a:cxnSpLocks/>
            <a:stCxn id="51" idx="2"/>
            <a:endCxn id="48" idx="6"/>
          </p:cNvCxnSpPr>
          <p:nvPr/>
        </p:nvCxnSpPr>
        <p:spPr>
          <a:xfrm flipH="1">
            <a:off x="4569123" y="3181629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CF8CD786-489F-59A8-6E8C-DE8ECC37DEED}"/>
              </a:ext>
            </a:extLst>
          </p:cNvPr>
          <p:cNvCxnSpPr>
            <a:cxnSpLocks/>
            <a:stCxn id="54" idx="0"/>
            <a:endCxn id="58" idx="3"/>
          </p:cNvCxnSpPr>
          <p:nvPr/>
        </p:nvCxnSpPr>
        <p:spPr>
          <a:xfrm flipH="1" flipV="1">
            <a:off x="4872943" y="2461961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3C54935-940F-5D86-D5B9-BCCB5B747667}"/>
              </a:ext>
            </a:extLst>
          </p:cNvPr>
          <p:cNvGrpSpPr/>
          <p:nvPr/>
        </p:nvGrpSpPr>
        <p:grpSpPr>
          <a:xfrm>
            <a:off x="4889145" y="3644649"/>
            <a:ext cx="352425" cy="352425"/>
            <a:chOff x="5594350" y="1358371"/>
            <a:chExt cx="352425" cy="352425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3CBCB41B-8C61-833E-A4C5-7BCC50384F65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97F353D-284D-2F58-A9D5-813C5077DEC3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97F353D-284D-2F58-A9D5-813C5077D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A820246-B64A-DE03-7842-39C851A44C19}"/>
              </a:ext>
            </a:extLst>
          </p:cNvPr>
          <p:cNvCxnSpPr>
            <a:cxnSpLocks/>
            <a:endCxn id="67" idx="0"/>
          </p:cNvCxnSpPr>
          <p:nvPr/>
        </p:nvCxnSpPr>
        <p:spPr>
          <a:xfrm flipH="1">
            <a:off x="5065358" y="3320127"/>
            <a:ext cx="237718" cy="3245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8313947-BB7E-A91A-D09E-DF4AE4184515}"/>
              </a:ext>
            </a:extLst>
          </p:cNvPr>
          <p:cNvCxnSpPr/>
          <p:nvPr/>
        </p:nvCxnSpPr>
        <p:spPr>
          <a:xfrm>
            <a:off x="6793879" y="3050258"/>
            <a:ext cx="135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CF66716-1D92-53F9-9573-A0F12EA8FDCA}"/>
              </a:ext>
            </a:extLst>
          </p:cNvPr>
          <p:cNvCxnSpPr>
            <a:cxnSpLocks/>
          </p:cNvCxnSpPr>
          <p:nvPr/>
        </p:nvCxnSpPr>
        <p:spPr>
          <a:xfrm flipH="1">
            <a:off x="6793879" y="3181629"/>
            <a:ext cx="135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74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F4C97-5833-45A4-E596-1045AF77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CC06BAB3-C063-9C37-78E1-8A4907589DDE}"/>
              </a:ext>
            </a:extLst>
          </p:cNvPr>
          <p:cNvSpPr/>
          <p:nvPr/>
        </p:nvSpPr>
        <p:spPr>
          <a:xfrm>
            <a:off x="4560888" y="13583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FA5EE3-14F1-9596-512E-B9A0E1786B62}"/>
                  </a:ext>
                </a:extLst>
              </p:cNvPr>
              <p:cNvSpPr txBox="1"/>
              <p:nvPr/>
            </p:nvSpPr>
            <p:spPr>
              <a:xfrm>
                <a:off x="4577089" y="13960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FA5EE3-14F1-9596-512E-B9A0E1786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089" y="13960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3EF7190-30C2-75A5-5F7F-DBAFDD3F7D92}"/>
              </a:ext>
            </a:extLst>
          </p:cNvPr>
          <p:cNvGrpSpPr/>
          <p:nvPr/>
        </p:nvGrpSpPr>
        <p:grpSpPr>
          <a:xfrm>
            <a:off x="5594350" y="13583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4B34F92-013B-FE91-1802-B922724DA6BA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472F002-5D38-3F3B-FD92-21F1A180EC20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472F002-5D38-3F3B-FD92-21F1A180E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003FEF0-CCBA-415E-126B-C0800BF2A98D}"/>
              </a:ext>
            </a:extLst>
          </p:cNvPr>
          <p:cNvCxnSpPr>
            <a:stCxn id="6" idx="6"/>
            <a:endCxn id="11" idx="2"/>
          </p:cNvCxnSpPr>
          <p:nvPr/>
        </p:nvCxnSpPr>
        <p:spPr>
          <a:xfrm>
            <a:off x="4913313" y="15345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76111CA2-ED87-09B4-BC69-A03C165F1781}"/>
              </a:ext>
            </a:extLst>
          </p:cNvPr>
          <p:cNvGrpSpPr/>
          <p:nvPr/>
        </p:nvGrpSpPr>
        <p:grpSpPr>
          <a:xfrm>
            <a:off x="6464829" y="1804988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7F4E76D-0E6B-2578-8849-7E95CBD3F43D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24BF0E9-2411-D68A-92AA-CBEE9ACA69D9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24BF0E9-2411-D68A-92AA-CBEE9ACA6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6A8616-CAC3-3FB0-3EB1-8132F37BC9B9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>
            <a:off x="5946775" y="1534584"/>
            <a:ext cx="518054" cy="446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1F1E6A68-8BCE-77AA-4130-68A3E2DE270F}"/>
              </a:ext>
            </a:extLst>
          </p:cNvPr>
          <p:cNvSpPr/>
          <p:nvPr/>
        </p:nvSpPr>
        <p:spPr>
          <a:xfrm>
            <a:off x="4880910" y="6387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68966F-1145-FADD-54F9-FF4BD81E91FD}"/>
                  </a:ext>
                </a:extLst>
              </p:cNvPr>
              <p:cNvSpPr txBox="1"/>
              <p:nvPr/>
            </p:nvSpPr>
            <p:spPr>
              <a:xfrm>
                <a:off x="4897111" y="6764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68966F-1145-FADD-54F9-FF4BD81E9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111" y="6764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A0C1D6-0C54-F8E8-8C02-95F42C10E67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37101" y="9243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E84D518-D0DD-4F77-E954-441B5EA06DA9}"/>
                  </a:ext>
                </a:extLst>
              </p:cNvPr>
              <p:cNvSpPr txBox="1"/>
              <p:nvPr/>
            </p:nvSpPr>
            <p:spPr>
              <a:xfrm>
                <a:off x="7108449" y="801200"/>
                <a:ext cx="178843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4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E84D518-D0DD-4F77-E954-441B5EA0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801200"/>
                <a:ext cx="1788438" cy="246221"/>
              </a:xfrm>
              <a:prstGeom prst="rect">
                <a:avLst/>
              </a:prstGeom>
              <a:blipFill>
                <a:blip r:embed="rId6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211211-2D4D-6552-5B01-AFF6CA5BB620}"/>
                  </a:ext>
                </a:extLst>
              </p:cNvPr>
              <p:cNvSpPr txBox="1"/>
              <p:nvPr/>
            </p:nvSpPr>
            <p:spPr>
              <a:xfrm>
                <a:off x="7108449" y="1062810"/>
                <a:ext cx="19123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1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0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211211-2D4D-6552-5B01-AFF6CA5BB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1062810"/>
                <a:ext cx="1912383" cy="246221"/>
              </a:xfrm>
              <a:prstGeom prst="rect">
                <a:avLst/>
              </a:prstGeom>
              <a:blipFill>
                <a:blip r:embed="rId7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163AB76-1538-46FA-1156-754259986C86}"/>
                  </a:ext>
                </a:extLst>
              </p:cNvPr>
              <p:cNvSpPr txBox="1"/>
              <p:nvPr/>
            </p:nvSpPr>
            <p:spPr>
              <a:xfrm>
                <a:off x="7108449" y="1324420"/>
                <a:ext cx="19123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2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163AB76-1538-46FA-1156-754259986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1324420"/>
                <a:ext cx="1912383" cy="246221"/>
              </a:xfrm>
              <a:prstGeom prst="rect">
                <a:avLst/>
              </a:prstGeom>
              <a:blipFill>
                <a:blip r:embed="rId8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6A38852-EADD-E646-4170-57242D3F9915}"/>
                  </a:ext>
                </a:extLst>
              </p:cNvPr>
              <p:cNvSpPr txBox="1"/>
              <p:nvPr/>
            </p:nvSpPr>
            <p:spPr>
              <a:xfrm>
                <a:off x="7108449" y="1594824"/>
                <a:ext cx="178843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3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6A38852-EADD-E646-4170-57242D3F9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1594824"/>
                <a:ext cx="1788438" cy="246221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69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6C84-F87E-C91B-3380-BF82CE14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4EA843AE-6D95-BA1D-221C-0F6218D493A2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15146F8-4C6B-CBDF-5552-821655B0C04A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15146F8-4C6B-CBDF-5552-821655B0C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0BFE2A9-87A8-1417-063D-4DC88D233F8F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9A5E23B-AC29-7A8B-6220-022DC9EADFB4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C993C6-6150-B607-ECC3-16629E6F7917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C993C6-6150-B607-ECC3-16629E6F7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434907-697A-9683-68D9-AAA64F8CCEF7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D0C3B04-4ECE-0341-6457-A95957227EE9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5B0FB615-80E0-2E66-C5D7-F7D6BC9C05B7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5B0FB615-80E0-2E66-C5D7-F7D6BC9C0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3DCCF82-C9F8-FBBD-BBB7-F9555115DD8F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E15F9EE1-DC29-C487-0082-E6AAB4E817C8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C471722-EF03-72CC-40EE-F6363A604EC5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C471722-EF03-72CC-40EE-F6363A604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98AD899-0CB9-E096-B2C0-D17B816CBD5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C25769B-FB2E-C343-002E-75EE435B4D48}"/>
              </a:ext>
            </a:extLst>
          </p:cNvPr>
          <p:cNvSpPr/>
          <p:nvPr/>
        </p:nvSpPr>
        <p:spPr>
          <a:xfrm>
            <a:off x="6457827" y="37375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491BB21-E39D-F90C-AC8D-991AA886778F}"/>
                  </a:ext>
                </a:extLst>
              </p:cNvPr>
              <p:cNvSpPr txBox="1"/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491BB21-E39D-F90C-AC8D-991AA8867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3619C43-484B-E84A-2FAF-3F1E9EE018BA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5937498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400B1DD-B0A9-8001-D007-7DBB3119CEE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34040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3285140-C5E2-B22D-1505-55CFE04841C1}"/>
              </a:ext>
            </a:extLst>
          </p:cNvPr>
          <p:cNvGrpSpPr/>
          <p:nvPr/>
        </p:nvGrpSpPr>
        <p:grpSpPr>
          <a:xfrm>
            <a:off x="7365594" y="3174130"/>
            <a:ext cx="1413156" cy="801960"/>
            <a:chOff x="7486811" y="2645304"/>
            <a:chExt cx="1413156" cy="8019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D6137C8-11B6-DD1C-B698-3C654B361E4E}"/>
                    </a:ext>
                  </a:extLst>
                </p:cNvPr>
                <p:cNvSpPr txBox="1"/>
                <p:nvPr/>
              </p:nvSpPr>
              <p:spPr>
                <a:xfrm>
                  <a:off x="7486812" y="2645304"/>
                  <a:ext cx="117071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连通块</m:t>
                      </m:r>
                    </m:oMath>
                  </a14:m>
                  <a:r>
                    <a:rPr lang="en-US" altLang="zh-CN" sz="1000" dirty="0"/>
                    <a:t>A:</a:t>
                  </a:r>
                  <a14:m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{1,4}</m:t>
                      </m:r>
                    </m:oMath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D6137C8-11B6-DD1C-B698-3C654B361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12" y="2645304"/>
                  <a:ext cx="1170719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87ACA77-8B3A-8ACA-D2F6-DE1C63283273}"/>
                    </a:ext>
                  </a:extLst>
                </p:cNvPr>
                <p:cNvSpPr txBox="1"/>
                <p:nvPr/>
              </p:nvSpPr>
              <p:spPr>
                <a:xfrm>
                  <a:off x="7486811" y="2912728"/>
                  <a:ext cx="14131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000" i="1" smtClean="0">
                          <a:latin typeface="Cambria Math" panose="02040503050406030204" pitchFamily="18" charset="0"/>
                        </a:rPr>
                        <m:t>连通块</m:t>
                      </m:r>
                    </m:oMath>
                  </a14:m>
                  <a:r>
                    <a:rPr lang="en-US" altLang="zh-CN" sz="1000" dirty="0"/>
                    <a:t>B:</a:t>
                  </a:r>
                  <a14:m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3,5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87ACA77-8B3A-8ACA-D2F6-DE1C63283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11" y="2912728"/>
                  <a:ext cx="1413156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FB7E94F-12D8-F7F9-6AEB-5E56B277092E}"/>
                    </a:ext>
                  </a:extLst>
                </p:cNvPr>
                <p:cNvSpPr txBox="1"/>
                <p:nvPr/>
              </p:nvSpPr>
              <p:spPr>
                <a:xfrm>
                  <a:off x="7486811" y="3201043"/>
                  <a:ext cx="14131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dirty="0"/>
                    <a:t>连通块个数</a:t>
                  </a:r>
                  <a:r>
                    <a:rPr lang="en-US" altLang="zh-CN" sz="1000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FB7E94F-12D8-F7F9-6AEB-5E56B2770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11" y="3201043"/>
                  <a:ext cx="1413156" cy="246221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CE3921-5D1F-8AC5-FE07-41B69FE5B8B3}"/>
                  </a:ext>
                </a:extLst>
              </p:cNvPr>
              <p:cNvSpPr txBox="1"/>
              <p:nvPr/>
            </p:nvSpPr>
            <p:spPr>
              <a:xfrm>
                <a:off x="7455183" y="2645304"/>
                <a:ext cx="5945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1,4</m:t>
                      </m:r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连通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CE3921-5D1F-8AC5-FE07-41B69FE5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183" y="2645304"/>
                <a:ext cx="594500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8C30956-40A4-FEE5-EE0C-14B5F6FAD2FD}"/>
                  </a:ext>
                </a:extLst>
              </p:cNvPr>
              <p:cNvSpPr txBox="1"/>
              <p:nvPr/>
            </p:nvSpPr>
            <p:spPr>
              <a:xfrm>
                <a:off x="7455183" y="2881243"/>
                <a:ext cx="5945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,1</m:t>
                      </m:r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不连通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8C30956-40A4-FEE5-EE0C-14B5F6FAD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183" y="2881243"/>
                <a:ext cx="594500" cy="246221"/>
              </a:xfrm>
              <a:prstGeom prst="rect">
                <a:avLst/>
              </a:prstGeom>
              <a:blipFill>
                <a:blip r:embed="rId11"/>
                <a:stretch>
                  <a:fillRect r="-19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>
            <a:extLst>
              <a:ext uri="{FF2B5EF4-FFF2-40B4-BE49-F238E27FC236}">
                <a16:creationId xmlns:a16="http://schemas.microsoft.com/office/drawing/2014/main" id="{B07CF654-E588-5CBE-621D-74844400DE7E}"/>
              </a:ext>
            </a:extLst>
          </p:cNvPr>
          <p:cNvSpPr/>
          <p:nvPr/>
        </p:nvSpPr>
        <p:spPr>
          <a:xfrm>
            <a:off x="7455183" y="2645304"/>
            <a:ext cx="869667" cy="494898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AFE3530-D42C-A05B-216F-EC00137DA13B}"/>
                  </a:ext>
                </a:extLst>
              </p:cNvPr>
              <p:cNvSpPr txBox="1"/>
              <p:nvPr/>
            </p:nvSpPr>
            <p:spPr>
              <a:xfrm>
                <a:off x="7359936" y="2397855"/>
                <a:ext cx="5945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000" i="1">
                        <a:latin typeface="Cambria Math" panose="02040503050406030204" pitchFamily="18" charset="0"/>
                      </a:rPr>
                      <m:t>连通</m:t>
                    </m:r>
                  </m:oMath>
                </a14:m>
                <a:r>
                  <a:rPr lang="zh-CN" altLang="en-US" sz="1000" dirty="0"/>
                  <a:t>性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AFE3530-D42C-A05B-216F-EC00137D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936" y="2397855"/>
                <a:ext cx="594500" cy="246221"/>
              </a:xfrm>
              <a:prstGeom prst="rect">
                <a:avLst/>
              </a:prstGeom>
              <a:blipFill>
                <a:blip r:embed="rId1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86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1828-E8FB-9DE6-21BB-2E99C176E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CEA70783-A948-BED2-6DFA-92EE5C9C55A7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8B2C35E4-C189-E807-9E15-47DFD682C7F7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BF804C9-969C-5FD4-C571-58FEC6F728BF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4370BEF-C79A-7330-5BEB-760CE4FED244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6CB51133-9767-402C-D9E3-D9DAAA505AA8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59DAA5A-7DBE-2551-97F2-9312108B5C46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97CB6743-5C2E-E941-D068-7082383F3EDB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D6E288-94A8-28E6-177D-09218230E14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C0867739-BF0C-A2BC-5307-B5455202FE45}"/>
              </a:ext>
            </a:extLst>
          </p:cNvPr>
          <p:cNvSpPr/>
          <p:nvPr/>
        </p:nvSpPr>
        <p:spPr>
          <a:xfrm>
            <a:off x="6457827" y="37375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EA9B83-519F-5FF5-5DF0-82360FE91832}"/>
                  </a:ext>
                </a:extLst>
              </p:cNvPr>
              <p:cNvSpPr txBox="1"/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EA9B83-519F-5FF5-5DF0-82360FE91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EA20040-2932-08DB-925C-8A6872DD685A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5937498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EDC865E-DD94-E4F5-7BF4-F30213B989B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34040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898DC1-9C99-35A3-BF26-E3BCA3120B3D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4955647" y="35411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8BED195-6E85-3591-FEF0-8F26ED68742A}"/>
                  </a:ext>
                </a:extLst>
              </p:cNvPr>
              <p:cNvSpPr txBox="1"/>
              <p:nvPr/>
            </p:nvSpPr>
            <p:spPr>
              <a:xfrm>
                <a:off x="7283469" y="2698405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8BED195-6E85-3591-FEF0-8F26ED687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2698405"/>
                <a:ext cx="99481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4F67782-7D1B-02D3-78FE-4ECA3A4F2C1B}"/>
                  </a:ext>
                </a:extLst>
              </p:cNvPr>
              <p:cNvSpPr txBox="1"/>
              <p:nvPr/>
            </p:nvSpPr>
            <p:spPr>
              <a:xfrm>
                <a:off x="7283469" y="3019634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4F67782-7D1B-02D3-78FE-4ECA3A4F2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019634"/>
                <a:ext cx="994814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76146ED-A06F-0F82-8459-586CC03DC4D8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5259467" y="2821516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392990-E1D7-B26C-B33B-C5C1251A942A}"/>
                  </a:ext>
                </a:extLst>
              </p:cNvPr>
              <p:cNvSpPr txBox="1"/>
              <p:nvPr/>
            </p:nvSpPr>
            <p:spPr>
              <a:xfrm>
                <a:off x="7283469" y="3318958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392990-E1D7-B26C-B33B-C5C1251A9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318958"/>
                <a:ext cx="994814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3E18C04-79D0-7407-3164-CD8A75BB96C4}"/>
                  </a:ext>
                </a:extLst>
              </p:cNvPr>
              <p:cNvSpPr txBox="1"/>
              <p:nvPr/>
            </p:nvSpPr>
            <p:spPr>
              <a:xfrm>
                <a:off x="7281352" y="3650016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3,3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3E18C04-79D0-7407-3164-CD8A75BB9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352" y="3650016"/>
                <a:ext cx="994814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256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04E2-71B2-DAE0-A3B6-C6CA5B5A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B68ABC02-6391-1B81-FCDE-53C432975F7E}"/>
              </a:ext>
            </a:extLst>
          </p:cNvPr>
          <p:cNvGrpSpPr/>
          <p:nvPr/>
        </p:nvGrpSpPr>
        <p:grpSpPr>
          <a:xfrm>
            <a:off x="4383526" y="2811127"/>
            <a:ext cx="338242" cy="349056"/>
            <a:chOff x="4471883" y="2191738"/>
            <a:chExt cx="338242" cy="349056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0D683DD3-DE65-164F-2987-23FA8A219629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F28F027-413E-732A-D887-48F257664519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FB9E933-1C36-F3D0-32A2-33FB8539FF48}"/>
              </a:ext>
            </a:extLst>
          </p:cNvPr>
          <p:cNvGrpSpPr/>
          <p:nvPr/>
        </p:nvGrpSpPr>
        <p:grpSpPr>
          <a:xfrm>
            <a:off x="4721768" y="2811127"/>
            <a:ext cx="338242" cy="349056"/>
            <a:chOff x="4471883" y="2191738"/>
            <a:chExt cx="338242" cy="34905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20092D4-F560-90A3-4C27-397446DEA686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5DE7B07-A097-B4AE-798E-A794E28B706C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6B02530-0EC5-0D68-33BE-E58B6F7BA7AF}"/>
              </a:ext>
            </a:extLst>
          </p:cNvPr>
          <p:cNvGrpSpPr/>
          <p:nvPr/>
        </p:nvGrpSpPr>
        <p:grpSpPr>
          <a:xfrm>
            <a:off x="5060010" y="2811127"/>
            <a:ext cx="338242" cy="349056"/>
            <a:chOff x="4471883" y="2191738"/>
            <a:chExt cx="338242" cy="349056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48CB7FB-E16D-27F0-C162-402D254ACFC3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158FF49-94EF-D89B-49EE-C290E0563F4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9C9E111-52B8-EA80-691C-27AB2ED3523E}"/>
              </a:ext>
            </a:extLst>
          </p:cNvPr>
          <p:cNvGrpSpPr/>
          <p:nvPr/>
        </p:nvGrpSpPr>
        <p:grpSpPr>
          <a:xfrm>
            <a:off x="5398252" y="2811127"/>
            <a:ext cx="338242" cy="349056"/>
            <a:chOff x="4471883" y="2191738"/>
            <a:chExt cx="338242" cy="349056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7162DFB-1F91-1754-00E9-B4C96B100EB5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92B47F3-BF3F-655A-6680-9E8CFA1CAEBA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18B458A-442D-02D3-7A43-F88787EF8897}"/>
              </a:ext>
            </a:extLst>
          </p:cNvPr>
          <p:cNvGrpSpPr/>
          <p:nvPr/>
        </p:nvGrpSpPr>
        <p:grpSpPr>
          <a:xfrm>
            <a:off x="4383526" y="3122277"/>
            <a:ext cx="338242" cy="349056"/>
            <a:chOff x="4471883" y="2191738"/>
            <a:chExt cx="338242" cy="349056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D0778730-9E2E-C751-5A0D-2C32249D7E7A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5B8A50A-C785-E275-816A-D1F9F9DAF8D2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1CF52E5-8BDD-5EAD-0FC3-E3212D557B05}"/>
              </a:ext>
            </a:extLst>
          </p:cNvPr>
          <p:cNvGrpSpPr/>
          <p:nvPr/>
        </p:nvGrpSpPr>
        <p:grpSpPr>
          <a:xfrm>
            <a:off x="4721768" y="3122277"/>
            <a:ext cx="338242" cy="349056"/>
            <a:chOff x="4471883" y="2191738"/>
            <a:chExt cx="338242" cy="349056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288EAD08-AC97-BE56-9845-1AAA08178CDD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242D3AC-051D-06DB-C7AC-24576D0CBC42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61CA9BD-58EC-4D84-7975-53467A3ABF71}"/>
              </a:ext>
            </a:extLst>
          </p:cNvPr>
          <p:cNvGrpSpPr/>
          <p:nvPr/>
        </p:nvGrpSpPr>
        <p:grpSpPr>
          <a:xfrm>
            <a:off x="5060010" y="3122277"/>
            <a:ext cx="338242" cy="349056"/>
            <a:chOff x="4471883" y="2191738"/>
            <a:chExt cx="338242" cy="349056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F2411CA-DC98-A372-C227-A12FE19F1D5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1B7029E-4237-8DA3-4C47-125BA37EC143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BFF2496-7B86-54D9-943E-EBD2C1A3C4F2}"/>
              </a:ext>
            </a:extLst>
          </p:cNvPr>
          <p:cNvGrpSpPr/>
          <p:nvPr/>
        </p:nvGrpSpPr>
        <p:grpSpPr>
          <a:xfrm>
            <a:off x="5398252" y="3122277"/>
            <a:ext cx="338242" cy="349056"/>
            <a:chOff x="4471883" y="2191738"/>
            <a:chExt cx="338242" cy="349056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E95E7DD1-C55D-DD03-FE0D-F218A9F15B75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79FB4E2-639A-40FD-6ED2-28959A167B7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4E05BAB-2FD4-A757-9231-375D884C0736}"/>
              </a:ext>
            </a:extLst>
          </p:cNvPr>
          <p:cNvGrpSpPr/>
          <p:nvPr/>
        </p:nvGrpSpPr>
        <p:grpSpPr>
          <a:xfrm>
            <a:off x="4383526" y="3433427"/>
            <a:ext cx="338242" cy="349056"/>
            <a:chOff x="4471883" y="2191738"/>
            <a:chExt cx="338242" cy="349056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8A366EA9-2F0B-4F28-37E9-C012DA024332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51E9A66-56B9-2E50-7917-68EE308A5BA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453FE99-1EFC-37D7-35AC-C3AAAD32BF3F}"/>
              </a:ext>
            </a:extLst>
          </p:cNvPr>
          <p:cNvGrpSpPr/>
          <p:nvPr/>
        </p:nvGrpSpPr>
        <p:grpSpPr>
          <a:xfrm>
            <a:off x="4721768" y="3433427"/>
            <a:ext cx="338242" cy="349056"/>
            <a:chOff x="4471883" y="2191738"/>
            <a:chExt cx="338242" cy="349056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7C81EEB-4BF4-6A88-2D13-9CF8E395B476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3D430FA-4BAF-C07D-A819-4A00F3538AED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EFA68C8-6E14-333D-39C5-58438A182DED}"/>
              </a:ext>
            </a:extLst>
          </p:cNvPr>
          <p:cNvGrpSpPr/>
          <p:nvPr/>
        </p:nvGrpSpPr>
        <p:grpSpPr>
          <a:xfrm>
            <a:off x="5060010" y="3433427"/>
            <a:ext cx="338242" cy="349056"/>
            <a:chOff x="4471883" y="2191738"/>
            <a:chExt cx="338242" cy="349056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8C638CEA-EC75-B283-16F6-357F8C759271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DAC6B7F-3B64-815A-0ED2-5C11742468CE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ACF59E25-211E-D5D0-5D99-7221649AEBC4}"/>
              </a:ext>
            </a:extLst>
          </p:cNvPr>
          <p:cNvGrpSpPr/>
          <p:nvPr/>
        </p:nvGrpSpPr>
        <p:grpSpPr>
          <a:xfrm>
            <a:off x="5398252" y="3433427"/>
            <a:ext cx="338242" cy="349056"/>
            <a:chOff x="4471883" y="2191738"/>
            <a:chExt cx="338242" cy="349056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C8F13877-4203-3956-804D-D08C85A518C9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999D2DE-7586-4E9A-51E0-7C0FA5142940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AC4D2B3-5B84-805B-2421-A27ABFB143FB}"/>
              </a:ext>
            </a:extLst>
          </p:cNvPr>
          <p:cNvGrpSpPr/>
          <p:nvPr/>
        </p:nvGrpSpPr>
        <p:grpSpPr>
          <a:xfrm>
            <a:off x="4383526" y="3744577"/>
            <a:ext cx="338242" cy="349056"/>
            <a:chOff x="4471883" y="2191738"/>
            <a:chExt cx="338242" cy="349056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6A116873-18D1-4080-EB93-87C9A81D7A9E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07736633-5B4E-0A4D-4258-28CF4957BE98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1EA6583-21F4-5178-D136-BAC2F27864FB}"/>
              </a:ext>
            </a:extLst>
          </p:cNvPr>
          <p:cNvGrpSpPr/>
          <p:nvPr/>
        </p:nvGrpSpPr>
        <p:grpSpPr>
          <a:xfrm>
            <a:off x="4721768" y="3744577"/>
            <a:ext cx="338242" cy="349056"/>
            <a:chOff x="4471883" y="2191738"/>
            <a:chExt cx="338242" cy="34905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9FE857F5-C78A-4A71-AA27-4F42CDD3342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BA3B0B5-3FDC-4148-E3B8-7383ABCD6E1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D5F120A-3FA8-D0BB-A924-CE18CDBFC332}"/>
              </a:ext>
            </a:extLst>
          </p:cNvPr>
          <p:cNvGrpSpPr/>
          <p:nvPr/>
        </p:nvGrpSpPr>
        <p:grpSpPr>
          <a:xfrm>
            <a:off x="5060010" y="3744577"/>
            <a:ext cx="338242" cy="349056"/>
            <a:chOff x="4471883" y="2191738"/>
            <a:chExt cx="338242" cy="349056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B89ACF47-98F6-719D-F5CE-6B3DDB7FE44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B971395-A9CD-0D8E-6326-E7808F13FB49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D3148D5-090E-0BA8-ED90-8ECEDB96FF2A}"/>
              </a:ext>
            </a:extLst>
          </p:cNvPr>
          <p:cNvGrpSpPr/>
          <p:nvPr/>
        </p:nvGrpSpPr>
        <p:grpSpPr>
          <a:xfrm>
            <a:off x="5398252" y="3744577"/>
            <a:ext cx="338242" cy="349056"/>
            <a:chOff x="4471883" y="2191738"/>
            <a:chExt cx="338242" cy="34905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E39502D-B016-2FC2-9A47-A343FFBA7C3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E8F6D46-6D9A-29AE-C7D0-8058E5BE39AD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255B5F7-C274-E1B6-FAB9-DD5556C04929}"/>
              </a:ext>
            </a:extLst>
          </p:cNvPr>
          <p:cNvGrpSpPr/>
          <p:nvPr/>
        </p:nvGrpSpPr>
        <p:grpSpPr>
          <a:xfrm>
            <a:off x="4730035" y="2811127"/>
            <a:ext cx="338242" cy="349056"/>
            <a:chOff x="4471883" y="2191738"/>
            <a:chExt cx="338242" cy="349056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BCB8A83D-8C30-07BE-817F-E05061BB7A4E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6B6CE16-5C2C-154E-7365-D33A12AFB5C7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38C57A5-B6BD-544B-643D-992C0177796C}"/>
                  </a:ext>
                </a:extLst>
              </p:cNvPr>
              <p:cNvSpPr txBox="1"/>
              <p:nvPr/>
            </p:nvSpPr>
            <p:spPr>
              <a:xfrm>
                <a:off x="4303146" y="2554404"/>
                <a:ext cx="93011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000" i="1" dirty="0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zh-CN" altLang="en-US" sz="1000" dirty="0"/>
                  <a:t>的矩阵</a:t>
                </a: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38C57A5-B6BD-544B-643D-992C01777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46" y="2554404"/>
                <a:ext cx="930118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950FC713-FCDE-A8A4-31EE-6BC9808FB4F9}"/>
              </a:ext>
            </a:extLst>
          </p:cNvPr>
          <p:cNvCxnSpPr/>
          <p:nvPr/>
        </p:nvCxnSpPr>
        <p:spPr>
          <a:xfrm>
            <a:off x="5812367" y="3471333"/>
            <a:ext cx="135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EFB2443-6CDB-A870-B628-622D3A7664C5}"/>
                  </a:ext>
                </a:extLst>
              </p:cNvPr>
              <p:cNvSpPr txBox="1"/>
              <p:nvPr/>
            </p:nvSpPr>
            <p:spPr>
              <a:xfrm>
                <a:off x="6024897" y="3189656"/>
                <a:ext cx="9876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000" i="1">
                        <a:latin typeface="Cambria Math" panose="02040503050406030204" pitchFamily="18" charset="0"/>
                      </a:rPr>
                      <m:t>相邻</m:t>
                    </m:r>
                    <m:r>
                      <a:rPr lang="zh-CN" altLang="en-US" sz="1000" i="1" smtClean="0">
                        <a:latin typeface="Cambria Math" panose="02040503050406030204" pitchFamily="18" charset="0"/>
                      </a:rPr>
                      <m:t>格子</m:t>
                    </m:r>
                  </m:oMath>
                </a14:m>
                <a:r>
                  <a:rPr lang="zh-CN" altLang="en-US" sz="1000" dirty="0"/>
                  <a:t>可达</a:t>
                </a: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EFB2443-6CDB-A870-B628-622D3A766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897" y="3189656"/>
                <a:ext cx="987620" cy="246221"/>
              </a:xfrm>
              <a:prstGeom prst="rect">
                <a:avLst/>
              </a:prstGeom>
              <a:blipFill>
                <a:blip r:embed="rId3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75FA352D-3E87-E546-CD5E-D81F0F4DA50E}"/>
              </a:ext>
            </a:extLst>
          </p:cNvPr>
          <p:cNvCxnSpPr>
            <a:cxnSpLocks/>
          </p:cNvCxnSpPr>
          <p:nvPr/>
        </p:nvCxnSpPr>
        <p:spPr>
          <a:xfrm flipH="1">
            <a:off x="5812367" y="3602704"/>
            <a:ext cx="135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D30EB786-C06E-656C-38A7-069137A85074}"/>
              </a:ext>
            </a:extLst>
          </p:cNvPr>
          <p:cNvSpPr/>
          <p:nvPr/>
        </p:nvSpPr>
        <p:spPr>
          <a:xfrm>
            <a:off x="7374997" y="2528039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CE39F679-B336-D530-3B6E-89272C006C75}"/>
              </a:ext>
            </a:extLst>
          </p:cNvPr>
          <p:cNvSpPr/>
          <p:nvPr/>
        </p:nvSpPr>
        <p:spPr>
          <a:xfrm>
            <a:off x="7876647" y="252803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D9C6F7EA-4037-5E32-0E23-DFE54488FC20}"/>
              </a:ext>
            </a:extLst>
          </p:cNvPr>
          <p:cNvSpPr/>
          <p:nvPr/>
        </p:nvSpPr>
        <p:spPr>
          <a:xfrm>
            <a:off x="8378297" y="252928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F999CD48-CF8D-FB75-1101-EF63A19C9FB8}"/>
              </a:ext>
            </a:extLst>
          </p:cNvPr>
          <p:cNvSpPr/>
          <p:nvPr/>
        </p:nvSpPr>
        <p:spPr>
          <a:xfrm>
            <a:off x="8831264" y="252928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BBB287D2-D8ED-C130-8479-BA7269241EE3}"/>
              </a:ext>
            </a:extLst>
          </p:cNvPr>
          <p:cNvCxnSpPr>
            <a:cxnSpLocks/>
            <a:stCxn id="85" idx="2"/>
            <a:endCxn id="84" idx="6"/>
          </p:cNvCxnSpPr>
          <p:nvPr/>
        </p:nvCxnSpPr>
        <p:spPr>
          <a:xfrm flipH="1">
            <a:off x="7727422" y="2704251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785EE7D5-C01A-F014-7CD5-7A674300F091}"/>
              </a:ext>
            </a:extLst>
          </p:cNvPr>
          <p:cNvCxnSpPr>
            <a:cxnSpLocks/>
            <a:stCxn id="86" idx="2"/>
            <a:endCxn id="85" idx="6"/>
          </p:cNvCxnSpPr>
          <p:nvPr/>
        </p:nvCxnSpPr>
        <p:spPr>
          <a:xfrm flipH="1" flipV="1">
            <a:off x="8229072" y="2704251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7B6A6C0-14B6-D0C2-1785-C5BC03ABD58E}"/>
              </a:ext>
            </a:extLst>
          </p:cNvPr>
          <p:cNvCxnSpPr>
            <a:cxnSpLocks/>
            <a:stCxn id="87" idx="2"/>
            <a:endCxn id="86" idx="6"/>
          </p:cNvCxnSpPr>
          <p:nvPr/>
        </p:nvCxnSpPr>
        <p:spPr>
          <a:xfrm flipH="1">
            <a:off x="8730722" y="2705494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D464FB06-C788-25A7-BFAB-5BC7B301698D}"/>
              </a:ext>
            </a:extLst>
          </p:cNvPr>
          <p:cNvSpPr/>
          <p:nvPr/>
        </p:nvSpPr>
        <p:spPr>
          <a:xfrm>
            <a:off x="7374997" y="305543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B4A0D8D7-1898-CEE4-5BC4-8D9CE4DB415B}"/>
              </a:ext>
            </a:extLst>
          </p:cNvPr>
          <p:cNvSpPr/>
          <p:nvPr/>
        </p:nvSpPr>
        <p:spPr>
          <a:xfrm>
            <a:off x="7876647" y="3055433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798C752-51DA-FAB2-DD26-F99945C9A678}"/>
              </a:ext>
            </a:extLst>
          </p:cNvPr>
          <p:cNvSpPr/>
          <p:nvPr/>
        </p:nvSpPr>
        <p:spPr>
          <a:xfrm>
            <a:off x="8378297" y="305667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0B7F4D4C-702F-1E3A-DB6D-6733154157B0}"/>
              </a:ext>
            </a:extLst>
          </p:cNvPr>
          <p:cNvSpPr/>
          <p:nvPr/>
        </p:nvSpPr>
        <p:spPr>
          <a:xfrm>
            <a:off x="8831264" y="305667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EBF87343-8664-A3B7-6379-F553A43826A8}"/>
              </a:ext>
            </a:extLst>
          </p:cNvPr>
          <p:cNvCxnSpPr>
            <a:cxnSpLocks/>
            <a:stCxn id="99" idx="2"/>
            <a:endCxn id="98" idx="6"/>
          </p:cNvCxnSpPr>
          <p:nvPr/>
        </p:nvCxnSpPr>
        <p:spPr>
          <a:xfrm flipH="1">
            <a:off x="7727422" y="3231646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4AEE6A47-0CDA-ED3D-0A6A-FF856CE73152}"/>
              </a:ext>
            </a:extLst>
          </p:cNvPr>
          <p:cNvCxnSpPr>
            <a:cxnSpLocks/>
            <a:stCxn id="100" idx="2"/>
            <a:endCxn id="99" idx="6"/>
          </p:cNvCxnSpPr>
          <p:nvPr/>
        </p:nvCxnSpPr>
        <p:spPr>
          <a:xfrm flipH="1" flipV="1">
            <a:off x="8229072" y="3231646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0A8181D-0655-67F9-DE9A-2AFB792DDD7C}"/>
              </a:ext>
            </a:extLst>
          </p:cNvPr>
          <p:cNvCxnSpPr>
            <a:cxnSpLocks/>
            <a:stCxn id="101" idx="2"/>
            <a:endCxn id="100" idx="6"/>
          </p:cNvCxnSpPr>
          <p:nvPr/>
        </p:nvCxnSpPr>
        <p:spPr>
          <a:xfrm flipH="1">
            <a:off x="8730722" y="3232889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5BF8D130-FDD3-69E1-97FE-F7AC99C4B27E}"/>
              </a:ext>
            </a:extLst>
          </p:cNvPr>
          <p:cNvSpPr/>
          <p:nvPr/>
        </p:nvSpPr>
        <p:spPr>
          <a:xfrm>
            <a:off x="7374997" y="3580343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470046BE-DCD5-02F6-A65B-AADA2B28CC69}"/>
              </a:ext>
            </a:extLst>
          </p:cNvPr>
          <p:cNvSpPr/>
          <p:nvPr/>
        </p:nvSpPr>
        <p:spPr>
          <a:xfrm>
            <a:off x="7876647" y="3580342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BF64F091-5AC3-63F5-911B-C807836D7749}"/>
              </a:ext>
            </a:extLst>
          </p:cNvPr>
          <p:cNvSpPr/>
          <p:nvPr/>
        </p:nvSpPr>
        <p:spPr>
          <a:xfrm>
            <a:off x="8378297" y="3581585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C1C08512-257A-187B-2743-7DBACCD2210A}"/>
              </a:ext>
            </a:extLst>
          </p:cNvPr>
          <p:cNvSpPr/>
          <p:nvPr/>
        </p:nvSpPr>
        <p:spPr>
          <a:xfrm>
            <a:off x="8831264" y="3581585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9F993CF1-5846-B5E1-30A9-63EF759B334B}"/>
              </a:ext>
            </a:extLst>
          </p:cNvPr>
          <p:cNvCxnSpPr>
            <a:cxnSpLocks/>
            <a:stCxn id="113" idx="2"/>
            <a:endCxn id="112" idx="6"/>
          </p:cNvCxnSpPr>
          <p:nvPr/>
        </p:nvCxnSpPr>
        <p:spPr>
          <a:xfrm flipH="1">
            <a:off x="7727422" y="3756555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01F9CE1B-1415-60B8-243A-191C0A861F81}"/>
              </a:ext>
            </a:extLst>
          </p:cNvPr>
          <p:cNvCxnSpPr>
            <a:cxnSpLocks/>
            <a:stCxn id="114" idx="2"/>
            <a:endCxn id="113" idx="6"/>
          </p:cNvCxnSpPr>
          <p:nvPr/>
        </p:nvCxnSpPr>
        <p:spPr>
          <a:xfrm flipH="1" flipV="1">
            <a:off x="8229072" y="3756555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62BF5ECA-6346-42A4-8186-E775093BAAB9}"/>
              </a:ext>
            </a:extLst>
          </p:cNvPr>
          <p:cNvCxnSpPr>
            <a:cxnSpLocks/>
            <a:stCxn id="115" idx="2"/>
            <a:endCxn id="114" idx="6"/>
          </p:cNvCxnSpPr>
          <p:nvPr/>
        </p:nvCxnSpPr>
        <p:spPr>
          <a:xfrm flipH="1">
            <a:off x="8730722" y="3757798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54A85119-3CEC-0BEB-9431-D7B71FB6159F}"/>
              </a:ext>
            </a:extLst>
          </p:cNvPr>
          <p:cNvSpPr/>
          <p:nvPr/>
        </p:nvSpPr>
        <p:spPr>
          <a:xfrm>
            <a:off x="7374997" y="410773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0C1D29F9-8CEB-EE87-397C-2D79DCFA6FF7}"/>
              </a:ext>
            </a:extLst>
          </p:cNvPr>
          <p:cNvSpPr/>
          <p:nvPr/>
        </p:nvSpPr>
        <p:spPr>
          <a:xfrm>
            <a:off x="7876647" y="410773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252BBFDE-1C25-A6B4-84CA-0D931B862E67}"/>
              </a:ext>
            </a:extLst>
          </p:cNvPr>
          <p:cNvSpPr/>
          <p:nvPr/>
        </p:nvSpPr>
        <p:spPr>
          <a:xfrm>
            <a:off x="8378297" y="410898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08F29F80-994C-7C64-21FA-67C620070B9A}"/>
              </a:ext>
            </a:extLst>
          </p:cNvPr>
          <p:cNvSpPr/>
          <p:nvPr/>
        </p:nvSpPr>
        <p:spPr>
          <a:xfrm>
            <a:off x="8831264" y="410898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49EC4FA-0FEE-7FF7-A7B6-2BCB4EEAB91E}"/>
              </a:ext>
            </a:extLst>
          </p:cNvPr>
          <p:cNvCxnSpPr>
            <a:cxnSpLocks/>
            <a:stCxn id="120" idx="2"/>
            <a:endCxn id="119" idx="6"/>
          </p:cNvCxnSpPr>
          <p:nvPr/>
        </p:nvCxnSpPr>
        <p:spPr>
          <a:xfrm flipH="1">
            <a:off x="7727422" y="4283950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1777FE16-B165-722E-96CA-1A4A310EDC77}"/>
              </a:ext>
            </a:extLst>
          </p:cNvPr>
          <p:cNvCxnSpPr>
            <a:cxnSpLocks/>
            <a:stCxn id="121" idx="2"/>
            <a:endCxn id="120" idx="6"/>
          </p:cNvCxnSpPr>
          <p:nvPr/>
        </p:nvCxnSpPr>
        <p:spPr>
          <a:xfrm flipH="1" flipV="1">
            <a:off x="8229072" y="4283950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43DD185D-2DB8-FC3F-6F9F-72495F58EB5B}"/>
              </a:ext>
            </a:extLst>
          </p:cNvPr>
          <p:cNvCxnSpPr>
            <a:cxnSpLocks/>
            <a:stCxn id="122" idx="2"/>
            <a:endCxn id="121" idx="6"/>
          </p:cNvCxnSpPr>
          <p:nvPr/>
        </p:nvCxnSpPr>
        <p:spPr>
          <a:xfrm flipH="1">
            <a:off x="8730722" y="4285193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CB37064D-95AC-7AC4-3080-1B2B3E6945A3}"/>
              </a:ext>
            </a:extLst>
          </p:cNvPr>
          <p:cNvCxnSpPr>
            <a:cxnSpLocks/>
            <a:stCxn id="98" idx="0"/>
            <a:endCxn id="84" idx="4"/>
          </p:cNvCxnSpPr>
          <p:nvPr/>
        </p:nvCxnSpPr>
        <p:spPr>
          <a:xfrm flipV="1">
            <a:off x="7551210" y="2880464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39324705-8EC8-221F-5D04-15AC63F12E6A}"/>
              </a:ext>
            </a:extLst>
          </p:cNvPr>
          <p:cNvCxnSpPr>
            <a:cxnSpLocks/>
            <a:stCxn id="99" idx="0"/>
            <a:endCxn id="85" idx="4"/>
          </p:cNvCxnSpPr>
          <p:nvPr/>
        </p:nvCxnSpPr>
        <p:spPr>
          <a:xfrm flipV="1">
            <a:off x="8052860" y="2880463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1E51A215-42FD-03DC-5575-221C44FE6235}"/>
              </a:ext>
            </a:extLst>
          </p:cNvPr>
          <p:cNvCxnSpPr>
            <a:cxnSpLocks/>
            <a:stCxn id="100" idx="0"/>
            <a:endCxn id="86" idx="4"/>
          </p:cNvCxnSpPr>
          <p:nvPr/>
        </p:nvCxnSpPr>
        <p:spPr>
          <a:xfrm flipV="1">
            <a:off x="8554510" y="2881706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A5024D9E-3B3C-7FB4-E29A-D16E97C97FF8}"/>
              </a:ext>
            </a:extLst>
          </p:cNvPr>
          <p:cNvCxnSpPr>
            <a:cxnSpLocks/>
            <a:stCxn id="101" idx="0"/>
            <a:endCxn id="87" idx="4"/>
          </p:cNvCxnSpPr>
          <p:nvPr/>
        </p:nvCxnSpPr>
        <p:spPr>
          <a:xfrm flipV="1">
            <a:off x="9007477" y="2881706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866A860C-4CEB-BB68-DD07-E4BFB4F07ACD}"/>
              </a:ext>
            </a:extLst>
          </p:cNvPr>
          <p:cNvCxnSpPr>
            <a:cxnSpLocks/>
          </p:cNvCxnSpPr>
          <p:nvPr/>
        </p:nvCxnSpPr>
        <p:spPr>
          <a:xfrm flipV="1">
            <a:off x="7550152" y="3405373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9876A99C-CBB9-360C-ADB0-C36CEB661F99}"/>
              </a:ext>
            </a:extLst>
          </p:cNvPr>
          <p:cNvCxnSpPr>
            <a:cxnSpLocks/>
          </p:cNvCxnSpPr>
          <p:nvPr/>
        </p:nvCxnSpPr>
        <p:spPr>
          <a:xfrm flipV="1">
            <a:off x="8051802" y="3405372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CCEBBBB-B17C-253D-9804-A68E1BBBE413}"/>
              </a:ext>
            </a:extLst>
          </p:cNvPr>
          <p:cNvCxnSpPr>
            <a:cxnSpLocks/>
          </p:cNvCxnSpPr>
          <p:nvPr/>
        </p:nvCxnSpPr>
        <p:spPr>
          <a:xfrm flipV="1">
            <a:off x="8553452" y="3406615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45239DBE-8A36-7AA5-BF9C-0E1AB7DBF80B}"/>
              </a:ext>
            </a:extLst>
          </p:cNvPr>
          <p:cNvCxnSpPr>
            <a:cxnSpLocks/>
          </p:cNvCxnSpPr>
          <p:nvPr/>
        </p:nvCxnSpPr>
        <p:spPr>
          <a:xfrm flipV="1">
            <a:off x="9006419" y="3406615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89082140-A021-74CD-E66A-519D9A8E3BD9}"/>
              </a:ext>
            </a:extLst>
          </p:cNvPr>
          <p:cNvCxnSpPr>
            <a:cxnSpLocks/>
          </p:cNvCxnSpPr>
          <p:nvPr/>
        </p:nvCxnSpPr>
        <p:spPr>
          <a:xfrm flipV="1">
            <a:off x="7550152" y="3923196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3FD32E11-1820-E88D-0036-D7AA46A066B1}"/>
              </a:ext>
            </a:extLst>
          </p:cNvPr>
          <p:cNvCxnSpPr>
            <a:cxnSpLocks/>
          </p:cNvCxnSpPr>
          <p:nvPr/>
        </p:nvCxnSpPr>
        <p:spPr>
          <a:xfrm flipV="1">
            <a:off x="8051802" y="3923195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F87C6F6E-6E20-BE43-1E73-D26C326A53AD}"/>
              </a:ext>
            </a:extLst>
          </p:cNvPr>
          <p:cNvCxnSpPr>
            <a:cxnSpLocks/>
          </p:cNvCxnSpPr>
          <p:nvPr/>
        </p:nvCxnSpPr>
        <p:spPr>
          <a:xfrm flipV="1">
            <a:off x="8553452" y="3924438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A9D614A6-826D-BD1D-72FA-08C6FDCC7BF2}"/>
              </a:ext>
            </a:extLst>
          </p:cNvPr>
          <p:cNvCxnSpPr>
            <a:cxnSpLocks/>
          </p:cNvCxnSpPr>
          <p:nvPr/>
        </p:nvCxnSpPr>
        <p:spPr>
          <a:xfrm flipV="1">
            <a:off x="9006419" y="3924438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5E56855-7A4F-C110-5252-B24C3E103D7A}"/>
              </a:ext>
            </a:extLst>
          </p:cNvPr>
          <p:cNvSpPr txBox="1"/>
          <p:nvPr/>
        </p:nvSpPr>
        <p:spPr>
          <a:xfrm>
            <a:off x="7373566" y="2185185"/>
            <a:ext cx="930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二维网格图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7DA501DA-1E4D-81A3-2FD6-9D8EA9CC1B2A}"/>
                  </a:ext>
                </a:extLst>
              </p:cNvPr>
              <p:cNvSpPr txBox="1"/>
              <p:nvPr/>
            </p:nvSpPr>
            <p:spPr>
              <a:xfrm>
                <a:off x="6034952" y="3633443"/>
                <a:ext cx="9876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等价于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7DA501DA-1E4D-81A3-2FD6-9D8EA9CC1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952" y="3633443"/>
                <a:ext cx="987620" cy="246221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文本框 147">
            <a:extLst>
              <a:ext uri="{FF2B5EF4-FFF2-40B4-BE49-F238E27FC236}">
                <a16:creationId xmlns:a16="http://schemas.microsoft.com/office/drawing/2014/main" id="{4F175F20-F795-CCE7-6D54-2C7341667D84}"/>
              </a:ext>
            </a:extLst>
          </p:cNvPr>
          <p:cNvSpPr txBox="1"/>
          <p:nvPr/>
        </p:nvSpPr>
        <p:spPr>
          <a:xfrm>
            <a:off x="7276122" y="4571726"/>
            <a:ext cx="1905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*</a:t>
            </a:r>
            <a:r>
              <a:rPr lang="zh-CN" altLang="en-US" sz="800" dirty="0"/>
              <a:t>二维网格图中边的</a:t>
            </a:r>
            <a:r>
              <a:rPr lang="zh-CN" altLang="en-US" sz="800" b="1" dirty="0"/>
              <a:t>边权</a:t>
            </a:r>
            <a:r>
              <a:rPr lang="zh-CN" altLang="en-US" sz="800" dirty="0"/>
              <a:t>通常由题目隐式给定，不会直接告知</a:t>
            </a:r>
          </a:p>
        </p:txBody>
      </p:sp>
    </p:spTree>
    <p:extLst>
      <p:ext uri="{BB962C8B-B14F-4D97-AF65-F5344CB8AC3E}">
        <p14:creationId xmlns:p14="http://schemas.microsoft.com/office/powerpoint/2010/main" val="36595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1A2DB6AF-7732-F276-4924-25B27D38EE76}"/>
              </a:ext>
            </a:extLst>
          </p:cNvPr>
          <p:cNvSpPr txBox="1"/>
          <p:nvPr/>
        </p:nvSpPr>
        <p:spPr>
          <a:xfrm>
            <a:off x="6172897" y="3780079"/>
            <a:ext cx="1633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往上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 –1  , y   +0    )</a:t>
            </a:r>
            <a:endParaRPr lang="zh-CN" altLang="en-US" sz="11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31C4040-79F8-2471-1B4F-455F0FDB6D97}"/>
              </a:ext>
            </a:extLst>
          </p:cNvPr>
          <p:cNvSpPr txBox="1"/>
          <p:nvPr/>
        </p:nvSpPr>
        <p:spPr>
          <a:xfrm>
            <a:off x="6172897" y="3238869"/>
            <a:ext cx="1633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往左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+0  , y    –1    )</a:t>
            </a:r>
            <a:endParaRPr lang="zh-CN" altLang="en-US" sz="11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D04B23-8E45-7847-3349-36D1943059B8}"/>
              </a:ext>
            </a:extLst>
          </p:cNvPr>
          <p:cNvSpPr txBox="1"/>
          <p:nvPr/>
        </p:nvSpPr>
        <p:spPr>
          <a:xfrm>
            <a:off x="6172897" y="4046977"/>
            <a:ext cx="16225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往下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 +1  , y  +0    )</a:t>
            </a:r>
            <a:endParaRPr lang="zh-CN" altLang="en-US" sz="1100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03726DD-6896-E01C-F2A9-A24F453C5D7C}"/>
              </a:ext>
            </a:extLst>
          </p:cNvPr>
          <p:cNvSpPr txBox="1"/>
          <p:nvPr/>
        </p:nvSpPr>
        <p:spPr>
          <a:xfrm>
            <a:off x="6172897" y="3495184"/>
            <a:ext cx="16225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往右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+0  , y   +1    )</a:t>
            </a:r>
            <a:endParaRPr lang="zh-CN" altLang="en-US" sz="1100" b="1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293B827-91D0-5074-5B4C-BFE2A7E9CCE0}"/>
              </a:ext>
            </a:extLst>
          </p:cNvPr>
          <p:cNvSpPr/>
          <p:nvPr/>
        </p:nvSpPr>
        <p:spPr>
          <a:xfrm>
            <a:off x="6786159" y="3210983"/>
            <a:ext cx="237772" cy="1124526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                         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3AD54E4-4672-E701-F201-F43CD20FA5BB}"/>
              </a:ext>
            </a:extLst>
          </p:cNvPr>
          <p:cNvSpPr/>
          <p:nvPr/>
        </p:nvSpPr>
        <p:spPr>
          <a:xfrm>
            <a:off x="7280628" y="3182314"/>
            <a:ext cx="237772" cy="1124526"/>
          </a:xfrm>
          <a:prstGeom prst="rect">
            <a:avLst/>
          </a:prstGeom>
          <a:noFill/>
          <a:ln>
            <a:solidFill>
              <a:schemeClr val="accent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                        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A5763F8-4667-64D7-77EE-F87136E00477}"/>
                  </a:ext>
                </a:extLst>
              </p:cNvPr>
              <p:cNvSpPr txBox="1"/>
              <p:nvPr/>
            </p:nvSpPr>
            <p:spPr>
              <a:xfrm>
                <a:off x="6213113" y="2799040"/>
                <a:ext cx="14619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1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A5763F8-4667-64D7-77EE-F87136E00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113" y="2799040"/>
                <a:ext cx="1461920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C274ACA-2CCC-5D88-39BF-C61973D470B4}"/>
                  </a:ext>
                </a:extLst>
              </p:cNvPr>
              <p:cNvSpPr txBox="1"/>
              <p:nvPr/>
            </p:nvSpPr>
            <p:spPr>
              <a:xfrm>
                <a:off x="6213113" y="2559415"/>
                <a:ext cx="14619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C274ACA-2CCC-5D88-39BF-C61973D47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113" y="2559415"/>
                <a:ext cx="1461920" cy="246221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连接符: 曲线 62">
            <a:extLst>
              <a:ext uri="{FF2B5EF4-FFF2-40B4-BE49-F238E27FC236}">
                <a16:creationId xmlns:a16="http://schemas.microsoft.com/office/drawing/2014/main" id="{FF0D5C75-7DC2-D7F3-BD8F-E5FE0ABF0C6A}"/>
              </a:ext>
            </a:extLst>
          </p:cNvPr>
          <p:cNvCxnSpPr>
            <a:stCxn id="57" idx="0"/>
          </p:cNvCxnSpPr>
          <p:nvPr/>
        </p:nvCxnSpPr>
        <p:spPr>
          <a:xfrm rot="5400000" flipH="1" flipV="1">
            <a:off x="6881522" y="3031306"/>
            <a:ext cx="203200" cy="156155"/>
          </a:xfrm>
          <a:prstGeom prst="curved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9CDA01AF-270A-002B-3961-CC8F6882C18C}"/>
              </a:ext>
            </a:extLst>
          </p:cNvPr>
          <p:cNvCxnSpPr>
            <a:cxnSpLocks/>
            <a:stCxn id="58" idx="0"/>
            <a:endCxn id="60" idx="3"/>
          </p:cNvCxnSpPr>
          <p:nvPr/>
        </p:nvCxnSpPr>
        <p:spPr>
          <a:xfrm rot="5400000" flipH="1" flipV="1">
            <a:off x="7287379" y="2794661"/>
            <a:ext cx="499788" cy="275519"/>
          </a:xfrm>
          <a:prstGeom prst="curvedConnector4">
            <a:avLst>
              <a:gd name="adj1" fmla="val 37684"/>
              <a:gd name="adj2" fmla="val 18297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33ADFB7-C2F4-039F-EA5C-F5556D9C7A3F}"/>
                  </a:ext>
                </a:extLst>
              </p:cNvPr>
              <p:cNvSpPr txBox="1"/>
              <p:nvPr/>
            </p:nvSpPr>
            <p:spPr>
              <a:xfrm>
                <a:off x="8026106" y="3238869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33ADFB7-C2F4-039F-EA5C-F5556D9C7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3238869"/>
                <a:ext cx="1724639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CABD503-8830-8518-5930-D6E6072E5D38}"/>
                  </a:ext>
                </a:extLst>
              </p:cNvPr>
              <p:cNvSpPr txBox="1"/>
              <p:nvPr/>
            </p:nvSpPr>
            <p:spPr>
              <a:xfrm>
                <a:off x="8026106" y="3495184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CABD503-8830-8518-5930-D6E6072E5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3495184"/>
                <a:ext cx="1724639" cy="26161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DD3A38A-099B-3E19-29FF-4C17708A35A6}"/>
                  </a:ext>
                </a:extLst>
              </p:cNvPr>
              <p:cNvSpPr txBox="1"/>
              <p:nvPr/>
            </p:nvSpPr>
            <p:spPr>
              <a:xfrm>
                <a:off x="8026106" y="3791147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DD3A38A-099B-3E19-29FF-4C17708A3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3791147"/>
                <a:ext cx="1724639" cy="261610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144E6ED4-9632-636C-BD79-FF8B3CAD4117}"/>
                  </a:ext>
                </a:extLst>
              </p:cNvPr>
              <p:cNvSpPr txBox="1"/>
              <p:nvPr/>
            </p:nvSpPr>
            <p:spPr>
              <a:xfrm>
                <a:off x="8026106" y="4050063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144E6ED4-9632-636C-BD79-FF8B3CAD4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4050063"/>
                <a:ext cx="1724639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D3DC0426-C7C0-6D50-6DA3-1EE490B069AE}"/>
              </a:ext>
            </a:extLst>
          </p:cNvPr>
          <p:cNvCxnSpPr>
            <a:cxnSpLocks/>
          </p:cNvCxnSpPr>
          <p:nvPr/>
        </p:nvCxnSpPr>
        <p:spPr>
          <a:xfrm>
            <a:off x="7770284" y="3619502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FCB9F07B-799C-E976-FB75-C2FE689ADC91}"/>
              </a:ext>
            </a:extLst>
          </p:cNvPr>
          <p:cNvCxnSpPr>
            <a:cxnSpLocks/>
          </p:cNvCxnSpPr>
          <p:nvPr/>
        </p:nvCxnSpPr>
        <p:spPr>
          <a:xfrm flipH="1">
            <a:off x="7770284" y="3683140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E9A9880-B50C-9A14-AAE3-DCB62F8409A2}"/>
              </a:ext>
            </a:extLst>
          </p:cNvPr>
          <p:cNvCxnSpPr>
            <a:cxnSpLocks/>
          </p:cNvCxnSpPr>
          <p:nvPr/>
        </p:nvCxnSpPr>
        <p:spPr>
          <a:xfrm>
            <a:off x="7770284" y="3367617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84D61D7-522F-E7FE-7A32-B751EC238857}"/>
              </a:ext>
            </a:extLst>
          </p:cNvPr>
          <p:cNvCxnSpPr>
            <a:cxnSpLocks/>
          </p:cNvCxnSpPr>
          <p:nvPr/>
        </p:nvCxnSpPr>
        <p:spPr>
          <a:xfrm flipH="1">
            <a:off x="7770284" y="3431255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963EC4A-1CBD-0D78-4DD9-13341DD3F5BB}"/>
              </a:ext>
            </a:extLst>
          </p:cNvPr>
          <p:cNvCxnSpPr>
            <a:cxnSpLocks/>
          </p:cNvCxnSpPr>
          <p:nvPr/>
        </p:nvCxnSpPr>
        <p:spPr>
          <a:xfrm>
            <a:off x="7770284" y="3901021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D3DAF50-F7CC-8156-1F08-32EB17E03A80}"/>
              </a:ext>
            </a:extLst>
          </p:cNvPr>
          <p:cNvCxnSpPr>
            <a:cxnSpLocks/>
          </p:cNvCxnSpPr>
          <p:nvPr/>
        </p:nvCxnSpPr>
        <p:spPr>
          <a:xfrm flipH="1">
            <a:off x="7770284" y="3964659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36C0FC7-CD6C-9128-62BA-1A261C3C6404}"/>
              </a:ext>
            </a:extLst>
          </p:cNvPr>
          <p:cNvCxnSpPr>
            <a:cxnSpLocks/>
          </p:cNvCxnSpPr>
          <p:nvPr/>
        </p:nvCxnSpPr>
        <p:spPr>
          <a:xfrm>
            <a:off x="7770284" y="4161372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D7E0D99C-3F3C-6D23-DB00-B1E5C94E3E7A}"/>
              </a:ext>
            </a:extLst>
          </p:cNvPr>
          <p:cNvCxnSpPr>
            <a:cxnSpLocks/>
          </p:cNvCxnSpPr>
          <p:nvPr/>
        </p:nvCxnSpPr>
        <p:spPr>
          <a:xfrm flipH="1">
            <a:off x="7770284" y="4225010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57E1-848C-EF7A-80A2-2882C104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>
            <a:extLst>
              <a:ext uri="{FF2B5EF4-FFF2-40B4-BE49-F238E27FC236}">
                <a16:creationId xmlns:a16="http://schemas.microsoft.com/office/drawing/2014/main" id="{641AEA04-D56B-5AAA-F13B-25A66DBA2D42}"/>
              </a:ext>
            </a:extLst>
          </p:cNvPr>
          <p:cNvSpPr txBox="1"/>
          <p:nvPr/>
        </p:nvSpPr>
        <p:spPr>
          <a:xfrm>
            <a:off x="3026707" y="1072903"/>
            <a:ext cx="487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3 3</a:t>
            </a:r>
          </a:p>
          <a:p>
            <a:r>
              <a:rPr lang="en-US" altLang="zh-CN" sz="1000" b="1" dirty="0"/>
              <a:t>2 1 1</a:t>
            </a:r>
          </a:p>
          <a:p>
            <a:r>
              <a:rPr lang="en-US" altLang="zh-CN" sz="1000" b="1" dirty="0"/>
              <a:t>1 1 0</a:t>
            </a:r>
          </a:p>
          <a:p>
            <a:r>
              <a:rPr lang="en-US" altLang="zh-CN" sz="1000" b="1" dirty="0"/>
              <a:t>0 1 1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C7969BE-EE79-E6F7-E547-0DC5E313DE4A}"/>
              </a:ext>
            </a:extLst>
          </p:cNvPr>
          <p:cNvGrpSpPr/>
          <p:nvPr/>
        </p:nvGrpSpPr>
        <p:grpSpPr>
          <a:xfrm>
            <a:off x="4389876" y="918827"/>
            <a:ext cx="338242" cy="349056"/>
            <a:chOff x="4383526" y="2811127"/>
            <a:chExt cx="338242" cy="34905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46FF83C-8AB0-AB2A-65AE-329F847646DC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82FCF912-5A3F-40EB-075F-34372978594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E35A17-FBDB-C831-8E4C-E6EAB8C5A90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4EFA9D6-7643-2303-DADF-18296E86514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4EFA9D6-7643-2303-DADF-18296E865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0BEF7D2-3890-A61D-5020-04D9E6A353CD}"/>
              </a:ext>
            </a:extLst>
          </p:cNvPr>
          <p:cNvGrpSpPr/>
          <p:nvPr/>
        </p:nvGrpSpPr>
        <p:grpSpPr>
          <a:xfrm>
            <a:off x="4716190" y="918827"/>
            <a:ext cx="338242" cy="349056"/>
            <a:chOff x="4383526" y="2811127"/>
            <a:chExt cx="338242" cy="349056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B70C04B-126F-19AC-1F79-B0363F34AC84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F833B5BA-1D34-6406-D190-80D31FDC453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81F8C907-41AF-4CA3-1495-815E26F8770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F11044F-9667-BD17-0333-A392F67D555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12C11A-29D8-F70A-3200-E43C8CF56E19}"/>
              </a:ext>
            </a:extLst>
          </p:cNvPr>
          <p:cNvGrpSpPr/>
          <p:nvPr/>
        </p:nvGrpSpPr>
        <p:grpSpPr>
          <a:xfrm>
            <a:off x="5050771" y="918827"/>
            <a:ext cx="338242" cy="349056"/>
            <a:chOff x="4383526" y="2811127"/>
            <a:chExt cx="338242" cy="349056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05A89723-27F9-C22A-8A14-514D58EBE95C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95D1015A-93A5-814E-4B85-CFD167EABDE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1732D1C-E2E3-C00F-A307-B339D8FC946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E3C77674-9371-7AB4-21B9-B28C3A57EF58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E3C77674-9371-7AB4-21B9-B28C3A57E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CA58A035-CCAA-4CF8-0AE0-2B230478AAE5}"/>
              </a:ext>
            </a:extLst>
          </p:cNvPr>
          <p:cNvGrpSpPr/>
          <p:nvPr/>
        </p:nvGrpSpPr>
        <p:grpSpPr>
          <a:xfrm>
            <a:off x="4398143" y="1236357"/>
            <a:ext cx="338242" cy="349056"/>
            <a:chOff x="4383526" y="2811127"/>
            <a:chExt cx="338242" cy="349056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D63C4A96-4E9B-3CFA-562C-B7E8742FF2ED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28" name="矩形: 圆角 127">
                <a:extLst>
                  <a:ext uri="{FF2B5EF4-FFF2-40B4-BE49-F238E27FC236}">
                    <a16:creationId xmlns:a16="http://schemas.microsoft.com/office/drawing/2014/main" id="{920FEA2F-48F6-45EC-A8BC-13D82541D997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F2C135A9-88DE-F94C-340A-7FA7D7DF22D0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2AC36039-6291-78F3-FC85-DC07D3BF00E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14943835-4490-2236-3C90-C0D29D016A90}"/>
              </a:ext>
            </a:extLst>
          </p:cNvPr>
          <p:cNvGrpSpPr/>
          <p:nvPr/>
        </p:nvGrpSpPr>
        <p:grpSpPr>
          <a:xfrm>
            <a:off x="4724457" y="1236357"/>
            <a:ext cx="338242" cy="349056"/>
            <a:chOff x="4383526" y="2811127"/>
            <a:chExt cx="338242" cy="349056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007D7F6C-76BA-F01E-59B3-5D5785EDE34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36" name="矩形: 圆角 135">
                <a:extLst>
                  <a:ext uri="{FF2B5EF4-FFF2-40B4-BE49-F238E27FC236}">
                    <a16:creationId xmlns:a16="http://schemas.microsoft.com/office/drawing/2014/main" id="{594A3060-B012-BB7B-EBD2-5C4D54DBAC6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A6BE7E1E-8622-6BBD-3444-E130DA29166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71639216-62C5-597F-38BC-4EE898AA1FF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ED1C0E2-5017-ABC7-38B0-E2884E81E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A98C7A2-4A73-7E54-7FED-773BCF13E97F}"/>
              </a:ext>
            </a:extLst>
          </p:cNvPr>
          <p:cNvGrpSpPr/>
          <p:nvPr/>
        </p:nvGrpSpPr>
        <p:grpSpPr>
          <a:xfrm>
            <a:off x="5059038" y="1236357"/>
            <a:ext cx="338242" cy="349056"/>
            <a:chOff x="4383526" y="2811127"/>
            <a:chExt cx="338242" cy="349056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3098C867-08D8-F366-3F94-1CD2C0D55AC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52" name="矩形: 圆角 151">
                <a:extLst>
                  <a:ext uri="{FF2B5EF4-FFF2-40B4-BE49-F238E27FC236}">
                    <a16:creationId xmlns:a16="http://schemas.microsoft.com/office/drawing/2014/main" id="{A5B89835-C7D3-7EAC-CE36-6F4B08AA912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6DC9045C-4FB4-648E-BAB9-9D1EC805ADB2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A2B4BE3F-6569-1DF1-ACE6-FAFF8984E9BB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EDFAD5C4-12DE-0A2E-CBAC-78DA01BE84BB}"/>
              </a:ext>
            </a:extLst>
          </p:cNvPr>
          <p:cNvGrpSpPr/>
          <p:nvPr/>
        </p:nvGrpSpPr>
        <p:grpSpPr>
          <a:xfrm>
            <a:off x="4394482" y="1553488"/>
            <a:ext cx="338242" cy="349056"/>
            <a:chOff x="4383526" y="2811127"/>
            <a:chExt cx="338242" cy="349056"/>
          </a:xfrm>
        </p:grpSpPr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AB3C7FDA-35C9-614D-48DE-FBDF47183E6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67" name="矩形: 圆角 166">
                <a:extLst>
                  <a:ext uri="{FF2B5EF4-FFF2-40B4-BE49-F238E27FC236}">
                    <a16:creationId xmlns:a16="http://schemas.microsoft.com/office/drawing/2014/main" id="{41547099-675A-C3DE-D6B9-509AA66D7F6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C68E2C6-31B6-56B6-4362-81941286DBA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20D61174-6BF8-365D-D912-D49D396A8EF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CEDC7A2-49CC-BA7F-B37A-A3A4A063548F}"/>
              </a:ext>
            </a:extLst>
          </p:cNvPr>
          <p:cNvGrpSpPr/>
          <p:nvPr/>
        </p:nvGrpSpPr>
        <p:grpSpPr>
          <a:xfrm>
            <a:off x="4720796" y="1553488"/>
            <a:ext cx="338242" cy="349056"/>
            <a:chOff x="4383526" y="2811127"/>
            <a:chExt cx="338242" cy="349056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8A14D9BF-D4B2-CF08-AB1F-01936676D20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72" name="矩形: 圆角 171">
                <a:extLst>
                  <a:ext uri="{FF2B5EF4-FFF2-40B4-BE49-F238E27FC236}">
                    <a16:creationId xmlns:a16="http://schemas.microsoft.com/office/drawing/2014/main" id="{F847409B-8724-2769-9CAD-18F4630E97DD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A4B5D1E2-3FF2-B0E0-CB71-DEC23C3930B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4896DAC1-40D3-E9F0-C46C-85E487A9DEF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4896DAC1-40D3-E9F0-C46C-85E487A9D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99CC162-64A5-E0F7-74A1-96ADD1A1F8AE}"/>
              </a:ext>
            </a:extLst>
          </p:cNvPr>
          <p:cNvGrpSpPr/>
          <p:nvPr/>
        </p:nvGrpSpPr>
        <p:grpSpPr>
          <a:xfrm>
            <a:off x="5055377" y="1553488"/>
            <a:ext cx="338242" cy="349056"/>
            <a:chOff x="4383526" y="2811127"/>
            <a:chExt cx="338242" cy="349056"/>
          </a:xfrm>
        </p:grpSpPr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19D4FA9E-ABE7-291D-09E6-FE0E62BFABA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77" name="矩形: 圆角 176">
                <a:extLst>
                  <a:ext uri="{FF2B5EF4-FFF2-40B4-BE49-F238E27FC236}">
                    <a16:creationId xmlns:a16="http://schemas.microsoft.com/office/drawing/2014/main" id="{0174BCBB-5EE7-9A79-E107-5F644EF46613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1AB0387A-7CE7-3757-C6A0-79EFA443A1F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12879EE4-3D3E-63F0-0434-3C6EE64228E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60B01F9B-5F9A-DE68-F605-3591F78C7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4" name="椭圆 213">
            <a:extLst>
              <a:ext uri="{FF2B5EF4-FFF2-40B4-BE49-F238E27FC236}">
                <a16:creationId xmlns:a16="http://schemas.microsoft.com/office/drawing/2014/main" id="{7658F2DF-B89D-E059-EC11-C9883DE775EA}"/>
              </a:ext>
            </a:extLst>
          </p:cNvPr>
          <p:cNvSpPr/>
          <p:nvPr/>
        </p:nvSpPr>
        <p:spPr>
          <a:xfrm>
            <a:off x="6346622" y="774539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8307B9CB-BC5E-6C66-5167-675A7AEFFC89}"/>
              </a:ext>
            </a:extLst>
          </p:cNvPr>
          <p:cNvSpPr/>
          <p:nvPr/>
        </p:nvSpPr>
        <p:spPr>
          <a:xfrm>
            <a:off x="6848272" y="77453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9C05F901-1BE2-8F76-9E98-A619C14ABE6E}"/>
              </a:ext>
            </a:extLst>
          </p:cNvPr>
          <p:cNvCxnSpPr>
            <a:cxnSpLocks/>
            <a:stCxn id="215" idx="2"/>
            <a:endCxn id="214" idx="6"/>
          </p:cNvCxnSpPr>
          <p:nvPr/>
        </p:nvCxnSpPr>
        <p:spPr>
          <a:xfrm flipH="1">
            <a:off x="6699047" y="950751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4AC62063-C485-CDAD-142B-00BEFED4A5F5}"/>
              </a:ext>
            </a:extLst>
          </p:cNvPr>
          <p:cNvCxnSpPr>
            <a:cxnSpLocks/>
            <a:endCxn id="214" idx="4"/>
          </p:cNvCxnSpPr>
          <p:nvPr/>
        </p:nvCxnSpPr>
        <p:spPr>
          <a:xfrm flipV="1">
            <a:off x="6522835" y="1126964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31561106-DCB2-D172-AB27-C5AAFE036A8C}"/>
              </a:ext>
            </a:extLst>
          </p:cNvPr>
          <p:cNvCxnSpPr>
            <a:cxnSpLocks/>
            <a:endCxn id="215" idx="4"/>
          </p:cNvCxnSpPr>
          <p:nvPr/>
        </p:nvCxnSpPr>
        <p:spPr>
          <a:xfrm flipV="1">
            <a:off x="7024485" y="1126963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3F4D5BC5-88B7-7DB1-569E-588B97BD3975}"/>
                  </a:ext>
                </a:extLst>
              </p:cNvPr>
              <p:cNvSpPr txBox="1"/>
              <p:nvPr/>
            </p:nvSpPr>
            <p:spPr>
              <a:xfrm>
                <a:off x="6391579" y="812250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3F4D5BC5-88B7-7DB1-569E-588B97BD3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812250"/>
                <a:ext cx="23849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B4697151-0EB6-0C1F-D5D7-4AF9834E8AD9}"/>
                  </a:ext>
                </a:extLst>
              </p:cNvPr>
              <p:cNvSpPr txBox="1"/>
              <p:nvPr/>
            </p:nvSpPr>
            <p:spPr>
              <a:xfrm>
                <a:off x="6898360" y="812250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B4697151-0EB6-0C1F-D5D7-4AF9834E8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812250"/>
                <a:ext cx="23849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C4039290-ED84-4C5D-96AB-2133A9EAA752}"/>
              </a:ext>
            </a:extLst>
          </p:cNvPr>
          <p:cNvGrpSpPr/>
          <p:nvPr/>
        </p:nvGrpSpPr>
        <p:grpSpPr>
          <a:xfrm>
            <a:off x="7349922" y="775781"/>
            <a:ext cx="352425" cy="352425"/>
            <a:chOff x="8378297" y="2529281"/>
            <a:chExt cx="352425" cy="352425"/>
          </a:xfrm>
        </p:grpSpPr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4C788098-7EBC-B3B1-DE6C-FEFB7137622B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DDE51708-AA31-FF5C-FF0C-95D5ED267076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DDE51708-AA31-FF5C-FF0C-95D5ED267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4" name="椭圆 263">
            <a:extLst>
              <a:ext uri="{FF2B5EF4-FFF2-40B4-BE49-F238E27FC236}">
                <a16:creationId xmlns:a16="http://schemas.microsoft.com/office/drawing/2014/main" id="{00D8571F-6BE2-EA44-42BC-40B0F26C4D31}"/>
              </a:ext>
            </a:extLst>
          </p:cNvPr>
          <p:cNvSpPr/>
          <p:nvPr/>
        </p:nvSpPr>
        <p:spPr>
          <a:xfrm>
            <a:off x="6346622" y="130702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09996F8D-D9C6-8234-BFA2-8F6255BCF66A}"/>
              </a:ext>
            </a:extLst>
          </p:cNvPr>
          <p:cNvSpPr/>
          <p:nvPr/>
        </p:nvSpPr>
        <p:spPr>
          <a:xfrm>
            <a:off x="6848272" y="1307023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C3498793-9D3E-E824-F2F8-18DE53653D0B}"/>
              </a:ext>
            </a:extLst>
          </p:cNvPr>
          <p:cNvCxnSpPr>
            <a:cxnSpLocks/>
            <a:stCxn id="265" idx="2"/>
            <a:endCxn id="264" idx="6"/>
          </p:cNvCxnSpPr>
          <p:nvPr/>
        </p:nvCxnSpPr>
        <p:spPr>
          <a:xfrm flipH="1">
            <a:off x="6699047" y="1483236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9529BB78-5797-8A18-E524-E34265896F44}"/>
                  </a:ext>
                </a:extLst>
              </p:cNvPr>
              <p:cNvSpPr txBox="1"/>
              <p:nvPr/>
            </p:nvSpPr>
            <p:spPr>
              <a:xfrm>
                <a:off x="6391579" y="1344735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9529BB78-5797-8A18-E524-E3426589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1344735"/>
                <a:ext cx="23849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48DA1D10-146A-D74C-92F6-9B926D6568F1}"/>
                  </a:ext>
                </a:extLst>
              </p:cNvPr>
              <p:cNvSpPr txBox="1"/>
              <p:nvPr/>
            </p:nvSpPr>
            <p:spPr>
              <a:xfrm>
                <a:off x="6898360" y="1344735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48DA1D10-146A-D74C-92F6-9B926D656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1344735"/>
                <a:ext cx="23849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44949C35-F8C9-5D09-0185-57439AFDAADE}"/>
              </a:ext>
            </a:extLst>
          </p:cNvPr>
          <p:cNvGrpSpPr/>
          <p:nvPr/>
        </p:nvGrpSpPr>
        <p:grpSpPr>
          <a:xfrm>
            <a:off x="7349922" y="1308266"/>
            <a:ext cx="352425" cy="352425"/>
            <a:chOff x="8378297" y="2529281"/>
            <a:chExt cx="352425" cy="352425"/>
          </a:xfrm>
        </p:grpSpPr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D9B6C97A-D3FC-DB06-7580-75C57882530D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C65292B5-9826-B2BD-5B46-93D6BE53F1E2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31EDE53-28FF-E82D-E65E-5FFA979EA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5" name="椭圆 284">
            <a:extLst>
              <a:ext uri="{FF2B5EF4-FFF2-40B4-BE49-F238E27FC236}">
                <a16:creationId xmlns:a16="http://schemas.microsoft.com/office/drawing/2014/main" id="{2CD78701-1B89-D80C-FE72-AE2350886E89}"/>
              </a:ext>
            </a:extLst>
          </p:cNvPr>
          <p:cNvSpPr/>
          <p:nvPr/>
        </p:nvSpPr>
        <p:spPr>
          <a:xfrm>
            <a:off x="6348739" y="183826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286" name="椭圆 285">
            <a:extLst>
              <a:ext uri="{FF2B5EF4-FFF2-40B4-BE49-F238E27FC236}">
                <a16:creationId xmlns:a16="http://schemas.microsoft.com/office/drawing/2014/main" id="{D7589B48-C686-3F65-F076-1F32D7F73048}"/>
              </a:ext>
            </a:extLst>
          </p:cNvPr>
          <p:cNvSpPr/>
          <p:nvPr/>
        </p:nvSpPr>
        <p:spPr>
          <a:xfrm>
            <a:off x="6850389" y="183826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A912DE00-9274-4CA3-CF5B-64BBA4F5D66B}"/>
                  </a:ext>
                </a:extLst>
              </p:cNvPr>
              <p:cNvSpPr txBox="1"/>
              <p:nvPr/>
            </p:nvSpPr>
            <p:spPr>
              <a:xfrm>
                <a:off x="6393696" y="1875979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A912DE00-9274-4CA3-CF5B-64BBA4F5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696" y="1875979"/>
                <a:ext cx="238493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F42D61C5-A1E2-A2B7-1715-DD047CDC4367}"/>
                  </a:ext>
                </a:extLst>
              </p:cNvPr>
              <p:cNvSpPr txBox="1"/>
              <p:nvPr/>
            </p:nvSpPr>
            <p:spPr>
              <a:xfrm>
                <a:off x="6900477" y="1875979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F42D61C5-A1E2-A2B7-1715-DD047CDC4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77" y="1875979"/>
                <a:ext cx="23849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498F5060-2181-0412-D462-9741208D3EB1}"/>
              </a:ext>
            </a:extLst>
          </p:cNvPr>
          <p:cNvGrpSpPr/>
          <p:nvPr/>
        </p:nvGrpSpPr>
        <p:grpSpPr>
          <a:xfrm>
            <a:off x="7352039" y="1839510"/>
            <a:ext cx="352425" cy="352425"/>
            <a:chOff x="8378297" y="2529281"/>
            <a:chExt cx="352425" cy="352425"/>
          </a:xfrm>
        </p:grpSpPr>
        <p:sp>
          <p:nvSpPr>
            <p:cNvPr id="298" name="椭圆 297">
              <a:extLst>
                <a:ext uri="{FF2B5EF4-FFF2-40B4-BE49-F238E27FC236}">
                  <a16:creationId xmlns:a16="http://schemas.microsoft.com/office/drawing/2014/main" id="{9B8B6077-8936-76F7-FA39-C5758C7AE5B7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B799A9B-CD32-71BD-89F7-73F4329D1E80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B799A9B-CD32-71BD-89F7-73F4329D1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7" name="直接箭头连接符 326">
            <a:extLst>
              <a:ext uri="{FF2B5EF4-FFF2-40B4-BE49-F238E27FC236}">
                <a16:creationId xmlns:a16="http://schemas.microsoft.com/office/drawing/2014/main" id="{D1C7450D-8BF7-622D-DD8B-0B57C1313B5A}"/>
              </a:ext>
            </a:extLst>
          </p:cNvPr>
          <p:cNvCxnSpPr>
            <a:cxnSpLocks/>
          </p:cNvCxnSpPr>
          <p:nvPr/>
        </p:nvCxnSpPr>
        <p:spPr>
          <a:xfrm>
            <a:off x="5591102" y="1483234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箭头连接符 328">
            <a:extLst>
              <a:ext uri="{FF2B5EF4-FFF2-40B4-BE49-F238E27FC236}">
                <a16:creationId xmlns:a16="http://schemas.microsoft.com/office/drawing/2014/main" id="{AD442D83-EF3C-6CA6-C6F4-1ECDFF87CD5A}"/>
              </a:ext>
            </a:extLst>
          </p:cNvPr>
          <p:cNvCxnSpPr>
            <a:cxnSpLocks/>
          </p:cNvCxnSpPr>
          <p:nvPr/>
        </p:nvCxnSpPr>
        <p:spPr>
          <a:xfrm>
            <a:off x="3621617" y="1445967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3C29590-3518-554F-11E7-5721DA037DF5}"/>
              </a:ext>
            </a:extLst>
          </p:cNvPr>
          <p:cNvCxnSpPr>
            <a:cxnSpLocks/>
            <a:stCxn id="265" idx="4"/>
            <a:endCxn id="286" idx="0"/>
          </p:cNvCxnSpPr>
          <p:nvPr/>
        </p:nvCxnSpPr>
        <p:spPr>
          <a:xfrm>
            <a:off x="7024485" y="1659448"/>
            <a:ext cx="2117" cy="1788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AE8D8FF-19C0-CFE0-DE97-4162F7DB1ABA}"/>
              </a:ext>
            </a:extLst>
          </p:cNvPr>
          <p:cNvCxnSpPr>
            <a:cxnSpLocks/>
            <a:stCxn id="298" idx="2"/>
            <a:endCxn id="286" idx="6"/>
          </p:cNvCxnSpPr>
          <p:nvPr/>
        </p:nvCxnSpPr>
        <p:spPr>
          <a:xfrm flipH="1" flipV="1">
            <a:off x="7202814" y="2014480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85529D4-832F-9103-F08A-05783E67F1CD}"/>
              </a:ext>
            </a:extLst>
          </p:cNvPr>
          <p:cNvCxnSpPr>
            <a:cxnSpLocks/>
            <a:stCxn id="216" idx="2"/>
            <a:endCxn id="215" idx="6"/>
          </p:cNvCxnSpPr>
          <p:nvPr/>
        </p:nvCxnSpPr>
        <p:spPr>
          <a:xfrm flipH="1" flipV="1">
            <a:off x="7200697" y="950751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1013F5E-60A5-6FF5-D205-AA1FA83515A7}"/>
              </a:ext>
            </a:extLst>
          </p:cNvPr>
          <p:cNvSpPr txBox="1"/>
          <p:nvPr/>
        </p:nvSpPr>
        <p:spPr>
          <a:xfrm>
            <a:off x="3026707" y="2984011"/>
            <a:ext cx="487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3 3</a:t>
            </a:r>
          </a:p>
          <a:p>
            <a:r>
              <a:rPr lang="en-US" altLang="zh-CN" sz="1000" b="1" dirty="0"/>
              <a:t>2 1 1</a:t>
            </a:r>
          </a:p>
          <a:p>
            <a:r>
              <a:rPr lang="en-US" altLang="zh-CN" sz="1000" b="1" dirty="0"/>
              <a:t>1 1 0</a:t>
            </a:r>
          </a:p>
          <a:p>
            <a:r>
              <a:rPr lang="en-US" altLang="zh-CN" sz="1000" b="1" dirty="0"/>
              <a:t>0 1 2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BFCE46C-BB47-7DFC-3542-D8E0A73C3F85}"/>
              </a:ext>
            </a:extLst>
          </p:cNvPr>
          <p:cNvGrpSpPr/>
          <p:nvPr/>
        </p:nvGrpSpPr>
        <p:grpSpPr>
          <a:xfrm>
            <a:off x="4389876" y="2829935"/>
            <a:ext cx="338242" cy="349056"/>
            <a:chOff x="4383526" y="2811127"/>
            <a:chExt cx="338242" cy="34905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2741A08-463D-9CDC-211C-1DC283227BA0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FF2A1CB-7700-69F0-9D5A-EE306F02A47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02F71C0-EE7B-7723-BD72-5B86803B846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B9F626-EDCA-B81F-0AF0-73A2517C5289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B9F626-EDCA-B81F-0AF0-73A2517C5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4A6AEF5-8518-15F2-7FA8-D329434B1C58}"/>
              </a:ext>
            </a:extLst>
          </p:cNvPr>
          <p:cNvGrpSpPr/>
          <p:nvPr/>
        </p:nvGrpSpPr>
        <p:grpSpPr>
          <a:xfrm>
            <a:off x="4716190" y="2829935"/>
            <a:ext cx="338242" cy="349056"/>
            <a:chOff x="4383526" y="2811127"/>
            <a:chExt cx="338242" cy="34905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13911C3-746D-6601-1756-D363414DF6FC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08AB4320-752F-33B2-3675-F16571AFF154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E1F8023-ED11-EAC8-7B90-8001E4D7D665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9ADE3CA-28BE-51EF-DB62-A42440D41F13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215831C-105D-7E40-CC19-00E562765F07}"/>
              </a:ext>
            </a:extLst>
          </p:cNvPr>
          <p:cNvGrpSpPr/>
          <p:nvPr/>
        </p:nvGrpSpPr>
        <p:grpSpPr>
          <a:xfrm>
            <a:off x="5050771" y="2829935"/>
            <a:ext cx="338242" cy="349056"/>
            <a:chOff x="4383526" y="2811127"/>
            <a:chExt cx="338242" cy="349056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27C784A0-2DC6-5C6F-147E-149AAC2F1C7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217BF1B1-9002-A319-F16E-8AC6F2743D50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8EF04D6-217C-0244-F3CD-4C1135854F1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D687F75-66D2-6BD1-2388-787AC496DB2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D687F75-66D2-6BD1-2388-787AC496D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705B3BC-8385-AE90-0B2A-71B9EE9E52C0}"/>
              </a:ext>
            </a:extLst>
          </p:cNvPr>
          <p:cNvGrpSpPr/>
          <p:nvPr/>
        </p:nvGrpSpPr>
        <p:grpSpPr>
          <a:xfrm>
            <a:off x="4398143" y="3147465"/>
            <a:ext cx="338242" cy="349056"/>
            <a:chOff x="4383526" y="2811127"/>
            <a:chExt cx="338242" cy="34905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4657919-745D-A499-7B3D-BE4907F415B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FD46FD2F-DFA5-1D6C-B2CC-9B1C6F49369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83ACDC0-C5BD-2F79-67C7-68253DC8E25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E2757A4-DDD0-4819-BEFB-661A69DAB1A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96F182C-6B7A-A133-38CB-231D27DBBBCF}"/>
              </a:ext>
            </a:extLst>
          </p:cNvPr>
          <p:cNvGrpSpPr/>
          <p:nvPr/>
        </p:nvGrpSpPr>
        <p:grpSpPr>
          <a:xfrm>
            <a:off x="4724457" y="3147465"/>
            <a:ext cx="338242" cy="349056"/>
            <a:chOff x="4383526" y="2811127"/>
            <a:chExt cx="338242" cy="349056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B46EA72-C3FF-1CCB-FD91-B8283CE7C7DE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CE5913C-2F26-0927-583B-88B68670F8B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8C3D4A0-426E-8B22-7CF9-3295B20C4196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49CE846-58CD-7C09-2225-585B07D36CA0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ED1C0E2-5017-ABC7-38B0-E2884E81E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BBBEA2A-E747-0FEF-4AFB-AC35F5C5FA30}"/>
              </a:ext>
            </a:extLst>
          </p:cNvPr>
          <p:cNvGrpSpPr/>
          <p:nvPr/>
        </p:nvGrpSpPr>
        <p:grpSpPr>
          <a:xfrm>
            <a:off x="5059038" y="3147465"/>
            <a:ext cx="338242" cy="349056"/>
            <a:chOff x="4383526" y="2811127"/>
            <a:chExt cx="338242" cy="349056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92EDD10-F38D-62F3-523F-CF4612E5F650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B78E5AA9-73B4-4E36-D275-603FC80F4BB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A5E3E3C-76D4-1CCA-D292-5672B9D1DD36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130B49C-8F1C-2DE0-E690-E0BC0E03E86A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F61D43-7BDC-A88A-2D2F-C0846A112DAF}"/>
              </a:ext>
            </a:extLst>
          </p:cNvPr>
          <p:cNvGrpSpPr/>
          <p:nvPr/>
        </p:nvGrpSpPr>
        <p:grpSpPr>
          <a:xfrm>
            <a:off x="4394482" y="3464596"/>
            <a:ext cx="338242" cy="349056"/>
            <a:chOff x="4383526" y="2811127"/>
            <a:chExt cx="338242" cy="34905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39E55319-1114-51D2-501E-C705E375D48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F6D88E3C-1D57-5BCB-2205-55591702E9B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8504E45-E5DC-2B1A-7F28-0FBF0B7EEB6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3A74C83-A4C2-4514-E2F0-A80C2B414435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CFBB8FC-2B8F-D788-826C-BE6E9B49A6D8}"/>
              </a:ext>
            </a:extLst>
          </p:cNvPr>
          <p:cNvGrpSpPr/>
          <p:nvPr/>
        </p:nvGrpSpPr>
        <p:grpSpPr>
          <a:xfrm>
            <a:off x="4720796" y="3464596"/>
            <a:ext cx="338242" cy="349056"/>
            <a:chOff x="4383526" y="2811127"/>
            <a:chExt cx="338242" cy="349056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3256C458-CF43-7AE6-96CD-70EF2D4149D6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90EC2B8A-64E6-CB26-1EF6-73EA1C7BFB6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C323B61-78DC-3B74-6F01-11542581BE3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6DD2735-CB29-D1D5-F74A-2E688B2FA8B4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6DD2735-CB29-D1D5-F74A-2E688B2FA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6A892D7E-370D-4D5E-B381-98AB4CADDA31}"/>
              </a:ext>
            </a:extLst>
          </p:cNvPr>
          <p:cNvGrpSpPr/>
          <p:nvPr/>
        </p:nvGrpSpPr>
        <p:grpSpPr>
          <a:xfrm>
            <a:off x="5055377" y="3464596"/>
            <a:ext cx="338242" cy="349056"/>
            <a:chOff x="4383526" y="2811127"/>
            <a:chExt cx="338242" cy="349056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64F501BA-63B7-D9D6-2B54-00559602FEAA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48C63053-06A2-1B3F-5668-D617269C700C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6B124D85-4580-5DCF-C1EC-CCBCB9091C59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627AB170-0FC5-4D3F-D146-4BB0D9148D6A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627AB170-0FC5-4D3F-D146-4BB0D9148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椭圆 67">
            <a:extLst>
              <a:ext uri="{FF2B5EF4-FFF2-40B4-BE49-F238E27FC236}">
                <a16:creationId xmlns:a16="http://schemas.microsoft.com/office/drawing/2014/main" id="{D44187C9-121B-B01C-C262-1016F288226D}"/>
              </a:ext>
            </a:extLst>
          </p:cNvPr>
          <p:cNvSpPr/>
          <p:nvPr/>
        </p:nvSpPr>
        <p:spPr>
          <a:xfrm>
            <a:off x="6346622" y="268564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C94296D6-1958-3DC7-BC95-073FF908A431}"/>
              </a:ext>
            </a:extLst>
          </p:cNvPr>
          <p:cNvSpPr/>
          <p:nvPr/>
        </p:nvSpPr>
        <p:spPr>
          <a:xfrm>
            <a:off x="6848272" y="268564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B8C9A02-EFA1-353A-6F3C-7E7AA0DB2CCC}"/>
              </a:ext>
            </a:extLst>
          </p:cNvPr>
          <p:cNvCxnSpPr>
            <a:cxnSpLocks/>
            <a:stCxn id="69" idx="2"/>
            <a:endCxn id="68" idx="6"/>
          </p:cNvCxnSpPr>
          <p:nvPr/>
        </p:nvCxnSpPr>
        <p:spPr>
          <a:xfrm flipH="1">
            <a:off x="6699047" y="2861859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1D2E89B-752F-4030-BB66-DFB5D7AB986F}"/>
              </a:ext>
            </a:extLst>
          </p:cNvPr>
          <p:cNvCxnSpPr>
            <a:cxnSpLocks/>
            <a:endCxn id="68" idx="4"/>
          </p:cNvCxnSpPr>
          <p:nvPr/>
        </p:nvCxnSpPr>
        <p:spPr>
          <a:xfrm flipV="1">
            <a:off x="6522835" y="3038072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728DF69-9366-E1D6-B6E1-18EBBC383CB2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7024485" y="3038071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55BBBDD-F1D5-6701-8270-95F1C889A2B5}"/>
                  </a:ext>
                </a:extLst>
              </p:cNvPr>
              <p:cNvSpPr txBox="1"/>
              <p:nvPr/>
            </p:nvSpPr>
            <p:spPr>
              <a:xfrm>
                <a:off x="6391579" y="2723358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55BBBDD-F1D5-6701-8270-95F1C889A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2723358"/>
                <a:ext cx="23849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5DF9C76-CA8E-42E8-8861-60B63BC8E1FD}"/>
                  </a:ext>
                </a:extLst>
              </p:cNvPr>
              <p:cNvSpPr txBox="1"/>
              <p:nvPr/>
            </p:nvSpPr>
            <p:spPr>
              <a:xfrm>
                <a:off x="6898360" y="2723358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5DF9C76-CA8E-42E8-8861-60B63BC8E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2723358"/>
                <a:ext cx="23849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4271EB20-2D2D-0CB9-434E-D8C245E39D31}"/>
              </a:ext>
            </a:extLst>
          </p:cNvPr>
          <p:cNvGrpSpPr/>
          <p:nvPr/>
        </p:nvGrpSpPr>
        <p:grpSpPr>
          <a:xfrm>
            <a:off x="7349922" y="2686889"/>
            <a:ext cx="352425" cy="352425"/>
            <a:chOff x="8378297" y="2529281"/>
            <a:chExt cx="352425" cy="35242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F075292-821D-729D-D214-8678928C7812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FF062BF0-56D4-0FB1-6FD1-3A418E8FBBD3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FF062BF0-56D4-0FB1-6FD1-3A418E8FB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1" name="椭圆 80">
            <a:extLst>
              <a:ext uri="{FF2B5EF4-FFF2-40B4-BE49-F238E27FC236}">
                <a16:creationId xmlns:a16="http://schemas.microsoft.com/office/drawing/2014/main" id="{764EF26B-B793-673D-DB04-F29B806D6B40}"/>
              </a:ext>
            </a:extLst>
          </p:cNvPr>
          <p:cNvSpPr/>
          <p:nvPr/>
        </p:nvSpPr>
        <p:spPr>
          <a:xfrm>
            <a:off x="6346622" y="3218132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8DC95433-7B35-16E5-AA23-94A86C00A5AE}"/>
              </a:ext>
            </a:extLst>
          </p:cNvPr>
          <p:cNvSpPr/>
          <p:nvPr/>
        </p:nvSpPr>
        <p:spPr>
          <a:xfrm>
            <a:off x="6848272" y="321813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763FA802-D366-0159-38E0-25CEEDEB4D5B}"/>
              </a:ext>
            </a:extLst>
          </p:cNvPr>
          <p:cNvCxnSpPr>
            <a:cxnSpLocks/>
            <a:stCxn id="84" idx="2"/>
            <a:endCxn id="81" idx="6"/>
          </p:cNvCxnSpPr>
          <p:nvPr/>
        </p:nvCxnSpPr>
        <p:spPr>
          <a:xfrm flipH="1">
            <a:off x="6699047" y="3394344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E6F6B78-1EEE-F23E-60F7-D07F47BA2CD3}"/>
                  </a:ext>
                </a:extLst>
              </p:cNvPr>
              <p:cNvSpPr txBox="1"/>
              <p:nvPr/>
            </p:nvSpPr>
            <p:spPr>
              <a:xfrm>
                <a:off x="6391579" y="3255843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E6F6B78-1EEE-F23E-60F7-D07F47BA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3255843"/>
                <a:ext cx="238493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237FE09-C0B7-20F3-A0F5-18FE340C1B4F}"/>
                  </a:ext>
                </a:extLst>
              </p:cNvPr>
              <p:cNvSpPr txBox="1"/>
              <p:nvPr/>
            </p:nvSpPr>
            <p:spPr>
              <a:xfrm>
                <a:off x="6898360" y="3255843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237FE09-C0B7-20F3-A0F5-18FE340C1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3255843"/>
                <a:ext cx="23849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组合 87">
            <a:extLst>
              <a:ext uri="{FF2B5EF4-FFF2-40B4-BE49-F238E27FC236}">
                <a16:creationId xmlns:a16="http://schemas.microsoft.com/office/drawing/2014/main" id="{56382DF4-64C7-7C32-D905-93F2A762AEA6}"/>
              </a:ext>
            </a:extLst>
          </p:cNvPr>
          <p:cNvGrpSpPr/>
          <p:nvPr/>
        </p:nvGrpSpPr>
        <p:grpSpPr>
          <a:xfrm>
            <a:off x="7349922" y="3219374"/>
            <a:ext cx="352425" cy="352425"/>
            <a:chOff x="8378297" y="2529281"/>
            <a:chExt cx="352425" cy="352425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2E54A7DE-C52A-46E0-FD94-9131AEE35F84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AA7549B2-1A86-C540-0457-0B594C80EE85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31EDE53-28FF-E82D-E65E-5FFA979EA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椭圆 97">
            <a:extLst>
              <a:ext uri="{FF2B5EF4-FFF2-40B4-BE49-F238E27FC236}">
                <a16:creationId xmlns:a16="http://schemas.microsoft.com/office/drawing/2014/main" id="{E568EF33-5175-DCCE-848A-7B1BEBAA32D3}"/>
              </a:ext>
            </a:extLst>
          </p:cNvPr>
          <p:cNvSpPr/>
          <p:nvPr/>
        </p:nvSpPr>
        <p:spPr>
          <a:xfrm>
            <a:off x="6348739" y="374937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4BDA1089-A03F-4A8E-B0A3-7ADE0B830E80}"/>
              </a:ext>
            </a:extLst>
          </p:cNvPr>
          <p:cNvSpPr/>
          <p:nvPr/>
        </p:nvSpPr>
        <p:spPr>
          <a:xfrm>
            <a:off x="6850389" y="3749375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F2ED263-B660-4D6D-BEAC-CDDCB088F871}"/>
                  </a:ext>
                </a:extLst>
              </p:cNvPr>
              <p:cNvSpPr txBox="1"/>
              <p:nvPr/>
            </p:nvSpPr>
            <p:spPr>
              <a:xfrm>
                <a:off x="6393696" y="3787087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F2ED263-B660-4D6D-BEAC-CDDCB088F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696" y="3787087"/>
                <a:ext cx="238493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8DBB9B1-F5B8-6128-9B1E-A443A99F254A}"/>
                  </a:ext>
                </a:extLst>
              </p:cNvPr>
              <p:cNvSpPr txBox="1"/>
              <p:nvPr/>
            </p:nvSpPr>
            <p:spPr>
              <a:xfrm>
                <a:off x="6900477" y="3787087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8DBB9B1-F5B8-6128-9B1E-A443A99F2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77" y="3787087"/>
                <a:ext cx="23849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3EA4777-DA6A-16DA-DBD2-950357F97B54}"/>
              </a:ext>
            </a:extLst>
          </p:cNvPr>
          <p:cNvGrpSpPr/>
          <p:nvPr/>
        </p:nvGrpSpPr>
        <p:grpSpPr>
          <a:xfrm>
            <a:off x="7352039" y="3750618"/>
            <a:ext cx="352425" cy="352425"/>
            <a:chOff x="8378297" y="2529281"/>
            <a:chExt cx="352425" cy="352425"/>
          </a:xfrm>
        </p:grpSpPr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A2ACF3F6-29DC-F570-A5C4-C38060D1C883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72F272C-F99B-E039-D265-AE49B5C51E51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72F272C-F99B-E039-D265-AE49B5C51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FC8BF8B7-F363-6EB0-D678-224348A014F2}"/>
              </a:ext>
            </a:extLst>
          </p:cNvPr>
          <p:cNvCxnSpPr>
            <a:cxnSpLocks/>
          </p:cNvCxnSpPr>
          <p:nvPr/>
        </p:nvCxnSpPr>
        <p:spPr>
          <a:xfrm>
            <a:off x="5591102" y="3394342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C9731D5-C1BA-F11B-FEE2-A758B3EEC69F}"/>
              </a:ext>
            </a:extLst>
          </p:cNvPr>
          <p:cNvCxnSpPr>
            <a:cxnSpLocks/>
          </p:cNvCxnSpPr>
          <p:nvPr/>
        </p:nvCxnSpPr>
        <p:spPr>
          <a:xfrm>
            <a:off x="3621617" y="3357075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5815AD3E-1E16-D12B-C453-5E45C901072E}"/>
              </a:ext>
            </a:extLst>
          </p:cNvPr>
          <p:cNvCxnSpPr>
            <a:cxnSpLocks/>
            <a:stCxn id="84" idx="4"/>
            <a:endCxn id="99" idx="0"/>
          </p:cNvCxnSpPr>
          <p:nvPr/>
        </p:nvCxnSpPr>
        <p:spPr>
          <a:xfrm>
            <a:off x="7024485" y="3570556"/>
            <a:ext cx="2117" cy="1788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AAD16385-307A-FBB8-DE74-75D494FCCCA3}"/>
              </a:ext>
            </a:extLst>
          </p:cNvPr>
          <p:cNvCxnSpPr>
            <a:cxnSpLocks/>
            <a:stCxn id="103" idx="2"/>
            <a:endCxn id="99" idx="6"/>
          </p:cNvCxnSpPr>
          <p:nvPr/>
        </p:nvCxnSpPr>
        <p:spPr>
          <a:xfrm flipH="1" flipV="1">
            <a:off x="7202814" y="3925588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249E1C63-B2DD-DC8E-E332-218342422A16}"/>
              </a:ext>
            </a:extLst>
          </p:cNvPr>
          <p:cNvCxnSpPr>
            <a:cxnSpLocks/>
            <a:stCxn id="79" idx="2"/>
            <a:endCxn id="69" idx="6"/>
          </p:cNvCxnSpPr>
          <p:nvPr/>
        </p:nvCxnSpPr>
        <p:spPr>
          <a:xfrm flipH="1" flipV="1">
            <a:off x="7200697" y="2861859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8566EF4-EA45-7E89-7CA7-128C5C12E983}"/>
              </a:ext>
            </a:extLst>
          </p:cNvPr>
          <p:cNvCxnSpPr>
            <a:cxnSpLocks/>
          </p:cNvCxnSpPr>
          <p:nvPr/>
        </p:nvCxnSpPr>
        <p:spPr>
          <a:xfrm>
            <a:off x="7804077" y="1467868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A480FFC-85A7-CB2D-B435-01CBED2E5E9E}"/>
              </a:ext>
            </a:extLst>
          </p:cNvPr>
          <p:cNvCxnSpPr>
            <a:cxnSpLocks/>
          </p:cNvCxnSpPr>
          <p:nvPr/>
        </p:nvCxnSpPr>
        <p:spPr>
          <a:xfrm>
            <a:off x="7769152" y="3394342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9CEB90C0-D9F5-9A42-9B76-E5CD3E22B062}"/>
              </a:ext>
            </a:extLst>
          </p:cNvPr>
          <p:cNvGrpSpPr/>
          <p:nvPr/>
        </p:nvGrpSpPr>
        <p:grpSpPr>
          <a:xfrm>
            <a:off x="8477521" y="1003347"/>
            <a:ext cx="338242" cy="349056"/>
            <a:chOff x="4383526" y="2811127"/>
            <a:chExt cx="338242" cy="349056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67D98805-337A-5A0A-AA5C-F9C4C6E0D0B3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E06C6374-C145-15C3-8C9F-D879439D106D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761E2D5-A518-BD6F-1618-5FF0517F97D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9EE38FE9-710B-6340-8A8A-5C4297CFEE64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9EE38FE9-710B-6340-8A8A-5C4297CFE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1E7F891C-6CDE-927A-106D-F11E0339A23A}"/>
              </a:ext>
            </a:extLst>
          </p:cNvPr>
          <p:cNvGrpSpPr/>
          <p:nvPr/>
        </p:nvGrpSpPr>
        <p:grpSpPr>
          <a:xfrm>
            <a:off x="8803835" y="1003347"/>
            <a:ext cx="338242" cy="349056"/>
            <a:chOff x="4383526" y="2811127"/>
            <a:chExt cx="338242" cy="349056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2BE56C3D-191B-4713-25A0-4D69932734B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32" name="矩形: 圆角 131">
                <a:extLst>
                  <a:ext uri="{FF2B5EF4-FFF2-40B4-BE49-F238E27FC236}">
                    <a16:creationId xmlns:a16="http://schemas.microsoft.com/office/drawing/2014/main" id="{6AFAD21D-66F5-2955-9E6D-1E193DD3E1B5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B60ED8C-9766-4CFF-9864-79DC803C390D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B02EC97A-2A96-1723-926F-E030DF490EE9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2BE649B0-0B90-11B3-2F60-F1F45420E4B5}"/>
              </a:ext>
            </a:extLst>
          </p:cNvPr>
          <p:cNvGrpSpPr/>
          <p:nvPr/>
        </p:nvGrpSpPr>
        <p:grpSpPr>
          <a:xfrm>
            <a:off x="9138416" y="1003347"/>
            <a:ext cx="338242" cy="349056"/>
            <a:chOff x="4383526" y="2811127"/>
            <a:chExt cx="338242" cy="349056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88DADDFF-054C-3788-4E80-C2A7F3632014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41" name="矩形: 圆角 140">
                <a:extLst>
                  <a:ext uri="{FF2B5EF4-FFF2-40B4-BE49-F238E27FC236}">
                    <a16:creationId xmlns:a16="http://schemas.microsoft.com/office/drawing/2014/main" id="{63548795-EF06-B4C3-449A-CB1C2FE498AF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9C90739C-63F3-0E2A-FA76-C34BD16E94BA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723F664-6643-F18B-83A4-964E57DE9D3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723F664-6643-F18B-83A4-964E57DE9D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D0D488BA-9D7C-CD22-2B21-3AD00CC5832B}"/>
              </a:ext>
            </a:extLst>
          </p:cNvPr>
          <p:cNvGrpSpPr/>
          <p:nvPr/>
        </p:nvGrpSpPr>
        <p:grpSpPr>
          <a:xfrm>
            <a:off x="8485788" y="1320877"/>
            <a:ext cx="338242" cy="349056"/>
            <a:chOff x="4383526" y="2811127"/>
            <a:chExt cx="338242" cy="349056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EBB579CB-56E6-A0E2-346D-FF7E432E44B6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46" name="矩形: 圆角 145">
                <a:extLst>
                  <a:ext uri="{FF2B5EF4-FFF2-40B4-BE49-F238E27FC236}">
                    <a16:creationId xmlns:a16="http://schemas.microsoft.com/office/drawing/2014/main" id="{581592F9-5482-F0B5-7C33-383DA3ABCAA5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FF46D702-5FB3-51CB-4B99-21EDC46A40B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A8275F5-13FE-49FC-58DA-C82D09A9D6E0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75EE29E7-5C79-62C9-D5A4-5238E25C89ED}"/>
              </a:ext>
            </a:extLst>
          </p:cNvPr>
          <p:cNvGrpSpPr/>
          <p:nvPr/>
        </p:nvGrpSpPr>
        <p:grpSpPr>
          <a:xfrm>
            <a:off x="8812102" y="1320877"/>
            <a:ext cx="338242" cy="349056"/>
            <a:chOff x="4383526" y="2811127"/>
            <a:chExt cx="338242" cy="349056"/>
          </a:xfrm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7BD49033-0CC9-B115-7317-A70E96ACAF4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21" name="矩形: 圆角 220">
                <a:extLst>
                  <a:ext uri="{FF2B5EF4-FFF2-40B4-BE49-F238E27FC236}">
                    <a16:creationId xmlns:a16="http://schemas.microsoft.com/office/drawing/2014/main" id="{76B413E2-4632-5600-FFBD-42DF5FB741BE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4B3C2CE1-3D14-C47E-7808-A1B55FE62C2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0E78431A-B5A2-837C-0E24-475689C725CC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0E78431A-B5A2-837C-0E24-475689C72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8B76CFE9-5471-9E26-0740-FB4E57463EE7}"/>
              </a:ext>
            </a:extLst>
          </p:cNvPr>
          <p:cNvGrpSpPr/>
          <p:nvPr/>
        </p:nvGrpSpPr>
        <p:grpSpPr>
          <a:xfrm>
            <a:off x="9146683" y="1320877"/>
            <a:ext cx="338242" cy="349056"/>
            <a:chOff x="4383526" y="2811127"/>
            <a:chExt cx="338242" cy="349056"/>
          </a:xfrm>
        </p:grpSpPr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FC9EAB8C-A6D8-5493-50F8-1E35DE481FC2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0FD09AAF-28C1-6EA4-07C0-1EF309E54D5F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6E8DBC8B-D596-DE85-3344-6F99DF7B385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38F9D1CD-2FE9-584E-5427-7B59145705C3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83245533-ED96-0570-9E1C-397B7EE0F63B}"/>
              </a:ext>
            </a:extLst>
          </p:cNvPr>
          <p:cNvGrpSpPr/>
          <p:nvPr/>
        </p:nvGrpSpPr>
        <p:grpSpPr>
          <a:xfrm>
            <a:off x="8482127" y="1638008"/>
            <a:ext cx="338242" cy="349056"/>
            <a:chOff x="4383526" y="2811127"/>
            <a:chExt cx="338242" cy="349056"/>
          </a:xfrm>
        </p:grpSpPr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4138D33E-2544-A3AB-F39D-ADBDBB91FF51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31" name="矩形: 圆角 230">
                <a:extLst>
                  <a:ext uri="{FF2B5EF4-FFF2-40B4-BE49-F238E27FC236}">
                    <a16:creationId xmlns:a16="http://schemas.microsoft.com/office/drawing/2014/main" id="{D14719D9-2701-55A6-0A3A-9A5717EA768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717E3467-E18A-B7D4-8198-85390E5F349E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CBA14124-01C7-95C5-D067-B22402FE471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91AB6FA2-E289-B5B4-6D86-B12C44E2B8E1}"/>
              </a:ext>
            </a:extLst>
          </p:cNvPr>
          <p:cNvGrpSpPr/>
          <p:nvPr/>
        </p:nvGrpSpPr>
        <p:grpSpPr>
          <a:xfrm>
            <a:off x="8808441" y="1638008"/>
            <a:ext cx="338242" cy="349056"/>
            <a:chOff x="4383526" y="2811127"/>
            <a:chExt cx="338242" cy="349056"/>
          </a:xfrm>
        </p:grpSpPr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F91892FB-3155-0F17-7437-41C05CF7D2F1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F8997948-E0BA-24F8-4635-80BF9C639F0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5954A004-1D2E-FECB-8911-0DFF8DD3A21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FF990322-5B82-12BF-D976-6624129321BC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FF990322-5B82-12BF-D976-662412932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52C993E3-4F9F-6DDF-896B-04207C2E979A}"/>
              </a:ext>
            </a:extLst>
          </p:cNvPr>
          <p:cNvGrpSpPr/>
          <p:nvPr/>
        </p:nvGrpSpPr>
        <p:grpSpPr>
          <a:xfrm>
            <a:off x="9143022" y="1638008"/>
            <a:ext cx="338242" cy="349056"/>
            <a:chOff x="4383526" y="2811127"/>
            <a:chExt cx="338242" cy="349056"/>
          </a:xfrm>
        </p:grpSpPr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B1C10AE3-B35A-C661-677E-9D4B6E8BB14F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41" name="矩形: 圆角 240">
                <a:extLst>
                  <a:ext uri="{FF2B5EF4-FFF2-40B4-BE49-F238E27FC236}">
                    <a16:creationId xmlns:a16="http://schemas.microsoft.com/office/drawing/2014/main" id="{F6DD1FF3-A8DE-CB58-E46C-FFBFB49AB89F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C027DF81-77D0-5D53-C8A0-48A8F855243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7B96EB53-8188-9C3C-D1C1-124BA030F83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7B96EB53-8188-9C3C-D1C1-124BA030F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229B0713-A1F7-0D89-F9EF-E64021FAFA44}"/>
              </a:ext>
            </a:extLst>
          </p:cNvPr>
          <p:cNvSpPr txBox="1"/>
          <p:nvPr/>
        </p:nvSpPr>
        <p:spPr>
          <a:xfrm>
            <a:off x="8440135" y="727627"/>
            <a:ext cx="487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dist</a:t>
            </a:r>
            <a:endParaRPr lang="en-US" altLang="zh-CN" sz="1000" b="1" dirty="0"/>
          </a:p>
        </p:txBody>
      </p: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7913CE6B-9DE1-F070-01CC-9C99BEC4A1C8}"/>
              </a:ext>
            </a:extLst>
          </p:cNvPr>
          <p:cNvGrpSpPr/>
          <p:nvPr/>
        </p:nvGrpSpPr>
        <p:grpSpPr>
          <a:xfrm>
            <a:off x="8477521" y="2891358"/>
            <a:ext cx="338242" cy="349056"/>
            <a:chOff x="4383526" y="2811127"/>
            <a:chExt cx="338242" cy="349056"/>
          </a:xfrm>
        </p:grpSpPr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C4583F04-C44D-55CB-116C-D91DA725D5D7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49" name="矩形: 圆角 248">
                <a:extLst>
                  <a:ext uri="{FF2B5EF4-FFF2-40B4-BE49-F238E27FC236}">
                    <a16:creationId xmlns:a16="http://schemas.microsoft.com/office/drawing/2014/main" id="{FE076A71-F645-E4B5-42B7-5923223E5369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D2BBD118-4B73-F7F5-0718-72224609CF1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21F610C-0815-75EC-4C13-B8B825B9657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21F610C-0815-75EC-4C13-B8B825B96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71CA1759-24DB-F41E-401A-0E95345342CC}"/>
              </a:ext>
            </a:extLst>
          </p:cNvPr>
          <p:cNvGrpSpPr/>
          <p:nvPr/>
        </p:nvGrpSpPr>
        <p:grpSpPr>
          <a:xfrm>
            <a:off x="8803835" y="2891358"/>
            <a:ext cx="338242" cy="349056"/>
            <a:chOff x="4383526" y="2811127"/>
            <a:chExt cx="338242" cy="349056"/>
          </a:xfrm>
        </p:grpSpPr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393BCA14-504C-CB7E-69A9-285EBC2FC02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61" name="矩形: 圆角 260">
                <a:extLst>
                  <a:ext uri="{FF2B5EF4-FFF2-40B4-BE49-F238E27FC236}">
                    <a16:creationId xmlns:a16="http://schemas.microsoft.com/office/drawing/2014/main" id="{9412E476-A2CF-2CD7-3668-AD50A7EB8AC4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DE3E6DCF-B306-C525-9FC0-97169ECF30C7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ACB0648F-030A-7743-69F5-7CA418F81F36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0FA3F6B8-2B14-EDB5-DC7A-E1054D505316}"/>
              </a:ext>
            </a:extLst>
          </p:cNvPr>
          <p:cNvGrpSpPr/>
          <p:nvPr/>
        </p:nvGrpSpPr>
        <p:grpSpPr>
          <a:xfrm>
            <a:off x="9138416" y="2891358"/>
            <a:ext cx="338242" cy="349056"/>
            <a:chOff x="4383526" y="2811127"/>
            <a:chExt cx="338242" cy="349056"/>
          </a:xfrm>
        </p:grpSpPr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0C182EB1-8BDE-EB26-5883-37DEDE4BCEBD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71" name="矩形: 圆角 270">
                <a:extLst>
                  <a:ext uri="{FF2B5EF4-FFF2-40B4-BE49-F238E27FC236}">
                    <a16:creationId xmlns:a16="http://schemas.microsoft.com/office/drawing/2014/main" id="{6FFF5DC0-632D-5326-2A5D-0982D4AE0757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32F55A6B-2435-C620-54DE-5D2B0FCF9DE0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C6101F7F-AD31-3E44-9972-A0116E2DA848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C6101F7F-AD31-3E44-9972-A0116E2DA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57490058-9FEC-F39E-1806-744CC800B0F3}"/>
              </a:ext>
            </a:extLst>
          </p:cNvPr>
          <p:cNvGrpSpPr/>
          <p:nvPr/>
        </p:nvGrpSpPr>
        <p:grpSpPr>
          <a:xfrm>
            <a:off x="8485788" y="3208888"/>
            <a:ext cx="338242" cy="349056"/>
            <a:chOff x="4383526" y="2811127"/>
            <a:chExt cx="338242" cy="349056"/>
          </a:xfrm>
        </p:grpSpPr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A5E7CF98-B4DB-ABBF-8419-2D351993C3B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88" name="矩形: 圆角 287">
                <a:extLst>
                  <a:ext uri="{FF2B5EF4-FFF2-40B4-BE49-F238E27FC236}">
                    <a16:creationId xmlns:a16="http://schemas.microsoft.com/office/drawing/2014/main" id="{D6CFAFEB-237B-5876-DE2F-ADE74236B7A0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5751D205-893B-040F-5C40-05165225B2A6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4BDA14E9-6989-ADD1-988C-C829FBB19D19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CA000BDE-6635-D403-F5E9-71512D408B33}"/>
              </a:ext>
            </a:extLst>
          </p:cNvPr>
          <p:cNvGrpSpPr/>
          <p:nvPr/>
        </p:nvGrpSpPr>
        <p:grpSpPr>
          <a:xfrm>
            <a:off x="8812102" y="3208888"/>
            <a:ext cx="338242" cy="349056"/>
            <a:chOff x="4383526" y="2811127"/>
            <a:chExt cx="338242" cy="349056"/>
          </a:xfrm>
        </p:grpSpPr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77A19752-17C2-6B6A-8C4A-0BA46A747983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93" name="矩形: 圆角 292">
                <a:extLst>
                  <a:ext uri="{FF2B5EF4-FFF2-40B4-BE49-F238E27FC236}">
                    <a16:creationId xmlns:a16="http://schemas.microsoft.com/office/drawing/2014/main" id="{7157FC34-862A-DA11-054D-DF8E5E23C6CE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B61495D8-583A-A20F-71A5-E7F07DB7EF8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53860AC7-22FD-5450-E021-A7D117E5976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53860AC7-22FD-5450-E021-A7D117E59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AFF30B5B-5B47-DF7A-A834-50CB93459313}"/>
              </a:ext>
            </a:extLst>
          </p:cNvPr>
          <p:cNvGrpSpPr/>
          <p:nvPr/>
        </p:nvGrpSpPr>
        <p:grpSpPr>
          <a:xfrm>
            <a:off x="9146683" y="3208888"/>
            <a:ext cx="338242" cy="349056"/>
            <a:chOff x="4383526" y="2811127"/>
            <a:chExt cx="338242" cy="349056"/>
          </a:xfrm>
        </p:grpSpPr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1A766ABC-F86E-02D3-381D-CE90EE00003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10" name="矩形: 圆角 309">
                <a:extLst>
                  <a:ext uri="{FF2B5EF4-FFF2-40B4-BE49-F238E27FC236}">
                    <a16:creationId xmlns:a16="http://schemas.microsoft.com/office/drawing/2014/main" id="{94BD6365-9E19-1307-8C70-E202CBC7FCFD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6674371B-7748-4FF7-17FE-C1564620462E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9" name="文本框 308">
                  <a:extLst>
                    <a:ext uri="{FF2B5EF4-FFF2-40B4-BE49-F238E27FC236}">
                      <a16:creationId xmlns:a16="http://schemas.microsoft.com/office/drawing/2014/main" id="{434087D0-211A-7812-9F0C-F23B6CA2882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32F6AE7A-8926-E22F-2CB8-BAE28B913426}"/>
              </a:ext>
            </a:extLst>
          </p:cNvPr>
          <p:cNvGrpSpPr/>
          <p:nvPr/>
        </p:nvGrpSpPr>
        <p:grpSpPr>
          <a:xfrm>
            <a:off x="8482127" y="3526019"/>
            <a:ext cx="338242" cy="349056"/>
            <a:chOff x="4383526" y="2811127"/>
            <a:chExt cx="338242" cy="349056"/>
          </a:xfrm>
        </p:grpSpPr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C816ED80-980B-4683-7469-E4FC1B64E89F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15" name="矩形: 圆角 314">
                <a:extLst>
                  <a:ext uri="{FF2B5EF4-FFF2-40B4-BE49-F238E27FC236}">
                    <a16:creationId xmlns:a16="http://schemas.microsoft.com/office/drawing/2014/main" id="{E25F3BF8-2B2D-6D22-45A8-B35583E96C06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00F33D78-F0C2-1142-FEC1-FF9544BF407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A4D80B4D-8B0D-2F4A-7A35-456A59ECE910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8" name="组合 327">
            <a:extLst>
              <a:ext uri="{FF2B5EF4-FFF2-40B4-BE49-F238E27FC236}">
                <a16:creationId xmlns:a16="http://schemas.microsoft.com/office/drawing/2014/main" id="{6A809022-81FE-2E24-0B9E-6970BADB4D66}"/>
              </a:ext>
            </a:extLst>
          </p:cNvPr>
          <p:cNvGrpSpPr/>
          <p:nvPr/>
        </p:nvGrpSpPr>
        <p:grpSpPr>
          <a:xfrm>
            <a:off x="8808441" y="3526019"/>
            <a:ext cx="338242" cy="349056"/>
            <a:chOff x="4383526" y="2811127"/>
            <a:chExt cx="338242" cy="349056"/>
          </a:xfrm>
        </p:grpSpPr>
        <p:grpSp>
          <p:nvGrpSpPr>
            <p:cNvPr id="334" name="组合 333">
              <a:extLst>
                <a:ext uri="{FF2B5EF4-FFF2-40B4-BE49-F238E27FC236}">
                  <a16:creationId xmlns:a16="http://schemas.microsoft.com/office/drawing/2014/main" id="{D603A1E3-A73F-F9A4-97D6-91C750D89DE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36" name="矩形: 圆角 335">
                <a:extLst>
                  <a:ext uri="{FF2B5EF4-FFF2-40B4-BE49-F238E27FC236}">
                    <a16:creationId xmlns:a16="http://schemas.microsoft.com/office/drawing/2014/main" id="{C5D3329E-C72E-ADF1-5B42-584FE86F5DB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2F42443E-CA23-8506-868F-D34C4BA97B2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5" name="文本框 334">
                  <a:extLst>
                    <a:ext uri="{FF2B5EF4-FFF2-40B4-BE49-F238E27FC236}">
                      <a16:creationId xmlns:a16="http://schemas.microsoft.com/office/drawing/2014/main" id="{F0BE9F86-CE6C-FFA6-BEE9-6801386590AB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35" name="文本框 334">
                  <a:extLst>
                    <a:ext uri="{FF2B5EF4-FFF2-40B4-BE49-F238E27FC236}">
                      <a16:creationId xmlns:a16="http://schemas.microsoft.com/office/drawing/2014/main" id="{F0BE9F86-CE6C-FFA6-BEE9-680138659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8" name="组合 337">
            <a:extLst>
              <a:ext uri="{FF2B5EF4-FFF2-40B4-BE49-F238E27FC236}">
                <a16:creationId xmlns:a16="http://schemas.microsoft.com/office/drawing/2014/main" id="{2A49CD4B-95AF-2134-B1B9-86575404CB4B}"/>
              </a:ext>
            </a:extLst>
          </p:cNvPr>
          <p:cNvGrpSpPr/>
          <p:nvPr/>
        </p:nvGrpSpPr>
        <p:grpSpPr>
          <a:xfrm>
            <a:off x="9143022" y="3526019"/>
            <a:ext cx="338242" cy="349056"/>
            <a:chOff x="4383526" y="2811127"/>
            <a:chExt cx="338242" cy="349056"/>
          </a:xfrm>
        </p:grpSpPr>
        <p:grpSp>
          <p:nvGrpSpPr>
            <p:cNvPr id="339" name="组合 338">
              <a:extLst>
                <a:ext uri="{FF2B5EF4-FFF2-40B4-BE49-F238E27FC236}">
                  <a16:creationId xmlns:a16="http://schemas.microsoft.com/office/drawing/2014/main" id="{9089550D-F0A9-31A4-C925-807775941303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41" name="矩形: 圆角 340">
                <a:extLst>
                  <a:ext uri="{FF2B5EF4-FFF2-40B4-BE49-F238E27FC236}">
                    <a16:creationId xmlns:a16="http://schemas.microsoft.com/office/drawing/2014/main" id="{1E4C8C74-EAFF-0081-1E71-1EAD34DC605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5033C79C-ED66-8099-F907-5EFD3164299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0" name="文本框 339">
                  <a:extLst>
                    <a:ext uri="{FF2B5EF4-FFF2-40B4-BE49-F238E27FC236}">
                      <a16:creationId xmlns:a16="http://schemas.microsoft.com/office/drawing/2014/main" id="{D3560E86-3E7C-AA1D-D5FD-9125AB1D264C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0" name="文本框 339">
                  <a:extLst>
                    <a:ext uri="{FF2B5EF4-FFF2-40B4-BE49-F238E27FC236}">
                      <a16:creationId xmlns:a16="http://schemas.microsoft.com/office/drawing/2014/main" id="{D3560E86-3E7C-AA1D-D5FD-9125AB1D2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3" name="文本框 342">
            <a:extLst>
              <a:ext uri="{FF2B5EF4-FFF2-40B4-BE49-F238E27FC236}">
                <a16:creationId xmlns:a16="http://schemas.microsoft.com/office/drawing/2014/main" id="{6FDD3EF2-D3A2-8EEB-15FD-63EEED7684FB}"/>
              </a:ext>
            </a:extLst>
          </p:cNvPr>
          <p:cNvSpPr txBox="1"/>
          <p:nvPr/>
        </p:nvSpPr>
        <p:spPr>
          <a:xfrm>
            <a:off x="8440135" y="2615638"/>
            <a:ext cx="487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dist</a:t>
            </a:r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1753391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71883" y="2191738"/>
            <a:ext cx="1480074" cy="1524141"/>
            <a:chOff x="4608408" y="2196236"/>
            <a:chExt cx="1480074" cy="1524141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608408" y="2196236"/>
              <a:ext cx="338242" cy="349056"/>
              <a:chOff x="2960583" y="3467294"/>
              <a:chExt cx="338242" cy="349056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0583" y="3467294"/>
                    <a:ext cx="23483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0583" y="3467294"/>
                    <a:ext cx="234833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421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76E48071-408E-DD84-3BEC-7870DCEFDD0C}"/>
                </a:ext>
              </a:extLst>
            </p:cNvPr>
            <p:cNvSpPr/>
            <p:nvPr/>
          </p:nvSpPr>
          <p:spPr>
            <a:xfrm>
              <a:off x="4978625" y="2229980"/>
              <a:ext cx="329975" cy="317131"/>
            </a:xfrm>
            <a:prstGeom prst="roundRect">
              <a:avLst/>
            </a:prstGeom>
            <a:noFill/>
            <a:ln>
              <a:solidFill>
                <a:srgbClr val="172C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562</Words>
  <Application>Microsoft Office PowerPoint</Application>
  <PresentationFormat>宽屏</PresentationFormat>
  <Paragraphs>185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Arial</vt:lpstr>
      <vt:lpstr>Calibri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2026-04-19T13:15:27Z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